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2149250" y="3261335"/>
              <a:ext cx="1638" cy="5647"/>
            </a:xfrm>
            <a:custGeom>
              <a:avLst/>
              <a:pathLst>
                <a:path w="1638" h="5647">
                  <a:moveTo>
                    <a:pt x="1605" y="4790"/>
                  </a:moveTo>
                  <a:lnTo>
                    <a:pt x="1638" y="5647"/>
                  </a:lnTo>
                  <a:lnTo>
                    <a:pt x="1191" y="5188"/>
                  </a:lnTo>
                  <a:lnTo>
                    <a:pt x="595" y="3357"/>
                  </a:lnTo>
                  <a:lnTo>
                    <a:pt x="0" y="1983"/>
                  </a:lnTo>
                  <a:lnTo>
                    <a:pt x="146" y="503"/>
                  </a:lnTo>
                  <a:lnTo>
                    <a:pt x="298" y="0"/>
                  </a:lnTo>
                  <a:lnTo>
                    <a:pt x="893" y="1373"/>
                  </a:lnTo>
                  <a:lnTo>
                    <a:pt x="1483" y="394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3404332" y="2497720"/>
              <a:ext cx="138490" cy="267845"/>
            </a:xfrm>
            <a:custGeom>
              <a:avLst/>
              <a:pathLst>
                <a:path w="138490" h="267845">
                  <a:moveTo>
                    <a:pt x="138490" y="36190"/>
                  </a:moveTo>
                  <a:lnTo>
                    <a:pt x="137999" y="36385"/>
                  </a:lnTo>
                  <a:lnTo>
                    <a:pt x="137298" y="35672"/>
                  </a:lnTo>
                  <a:lnTo>
                    <a:pt x="137025" y="34594"/>
                  </a:lnTo>
                  <a:lnTo>
                    <a:pt x="136907" y="34444"/>
                  </a:lnTo>
                  <a:lnTo>
                    <a:pt x="136352" y="35154"/>
                  </a:lnTo>
                  <a:lnTo>
                    <a:pt x="135295" y="36043"/>
                  </a:lnTo>
                  <a:lnTo>
                    <a:pt x="133499" y="38374"/>
                  </a:lnTo>
                  <a:lnTo>
                    <a:pt x="133537" y="38976"/>
                  </a:lnTo>
                  <a:lnTo>
                    <a:pt x="134708" y="41344"/>
                  </a:lnTo>
                  <a:lnTo>
                    <a:pt x="134982" y="42129"/>
                  </a:lnTo>
                  <a:lnTo>
                    <a:pt x="135126" y="42380"/>
                  </a:lnTo>
                  <a:lnTo>
                    <a:pt x="134065" y="43517"/>
                  </a:lnTo>
                  <a:lnTo>
                    <a:pt x="131793" y="46082"/>
                  </a:lnTo>
                  <a:lnTo>
                    <a:pt x="130295" y="48184"/>
                  </a:lnTo>
                  <a:lnTo>
                    <a:pt x="129939" y="48262"/>
                  </a:lnTo>
                  <a:lnTo>
                    <a:pt x="129035" y="47380"/>
                  </a:lnTo>
                  <a:lnTo>
                    <a:pt x="127702" y="46330"/>
                  </a:lnTo>
                  <a:lnTo>
                    <a:pt x="127343" y="46350"/>
                  </a:lnTo>
                  <a:lnTo>
                    <a:pt x="124260" y="46531"/>
                  </a:lnTo>
                  <a:lnTo>
                    <a:pt x="121430" y="46919"/>
                  </a:lnTo>
                  <a:lnTo>
                    <a:pt x="120247" y="47419"/>
                  </a:lnTo>
                  <a:lnTo>
                    <a:pt x="118060" y="47910"/>
                  </a:lnTo>
                  <a:lnTo>
                    <a:pt x="116682" y="48070"/>
                  </a:lnTo>
                  <a:lnTo>
                    <a:pt x="115802" y="48885"/>
                  </a:lnTo>
                  <a:lnTo>
                    <a:pt x="114839" y="49954"/>
                  </a:lnTo>
                  <a:lnTo>
                    <a:pt x="113837" y="50647"/>
                  </a:lnTo>
                  <a:lnTo>
                    <a:pt x="113095" y="50873"/>
                  </a:lnTo>
                  <a:lnTo>
                    <a:pt x="112201" y="51873"/>
                  </a:lnTo>
                  <a:lnTo>
                    <a:pt x="111613" y="53857"/>
                  </a:lnTo>
                  <a:lnTo>
                    <a:pt x="109931" y="56799"/>
                  </a:lnTo>
                  <a:lnTo>
                    <a:pt x="108985" y="58220"/>
                  </a:lnTo>
                  <a:lnTo>
                    <a:pt x="108508" y="59823"/>
                  </a:lnTo>
                  <a:lnTo>
                    <a:pt x="107967" y="59979"/>
                  </a:lnTo>
                  <a:lnTo>
                    <a:pt x="107045" y="59686"/>
                  </a:lnTo>
                  <a:lnTo>
                    <a:pt x="106328" y="61423"/>
                  </a:lnTo>
                  <a:lnTo>
                    <a:pt x="105534" y="63918"/>
                  </a:lnTo>
                  <a:lnTo>
                    <a:pt x="104085" y="67525"/>
                  </a:lnTo>
                  <a:lnTo>
                    <a:pt x="103319" y="68985"/>
                  </a:lnTo>
                  <a:lnTo>
                    <a:pt x="102859" y="71340"/>
                  </a:lnTo>
                  <a:lnTo>
                    <a:pt x="103197" y="72564"/>
                  </a:lnTo>
                  <a:lnTo>
                    <a:pt x="104376" y="74400"/>
                  </a:lnTo>
                  <a:lnTo>
                    <a:pt x="104902" y="76124"/>
                  </a:lnTo>
                  <a:lnTo>
                    <a:pt x="105190" y="77497"/>
                  </a:lnTo>
                  <a:lnTo>
                    <a:pt x="105729" y="81017"/>
                  </a:lnTo>
                  <a:lnTo>
                    <a:pt x="106070" y="84477"/>
                  </a:lnTo>
                  <a:lnTo>
                    <a:pt x="106579" y="85975"/>
                  </a:lnTo>
                  <a:lnTo>
                    <a:pt x="106727" y="88515"/>
                  </a:lnTo>
                  <a:lnTo>
                    <a:pt x="106854" y="90079"/>
                  </a:lnTo>
                  <a:lnTo>
                    <a:pt x="106579" y="91187"/>
                  </a:lnTo>
                  <a:lnTo>
                    <a:pt x="106324" y="92425"/>
                  </a:lnTo>
                  <a:lnTo>
                    <a:pt x="106324" y="93597"/>
                  </a:lnTo>
                  <a:lnTo>
                    <a:pt x="106630" y="94805"/>
                  </a:lnTo>
                  <a:lnTo>
                    <a:pt x="106899" y="95875"/>
                  </a:lnTo>
                  <a:lnTo>
                    <a:pt x="107045" y="96725"/>
                  </a:lnTo>
                  <a:lnTo>
                    <a:pt x="106864" y="97680"/>
                  </a:lnTo>
                  <a:lnTo>
                    <a:pt x="106324" y="99136"/>
                  </a:lnTo>
                  <a:lnTo>
                    <a:pt x="106051" y="100622"/>
                  </a:lnTo>
                  <a:lnTo>
                    <a:pt x="105455" y="103110"/>
                  </a:lnTo>
                  <a:lnTo>
                    <a:pt x="104523" y="104803"/>
                  </a:lnTo>
                  <a:lnTo>
                    <a:pt x="103908" y="106041"/>
                  </a:lnTo>
                  <a:lnTo>
                    <a:pt x="103251" y="108647"/>
                  </a:lnTo>
                  <a:lnTo>
                    <a:pt x="102169" y="111541"/>
                  </a:lnTo>
                  <a:lnTo>
                    <a:pt x="101711" y="113964"/>
                  </a:lnTo>
                  <a:lnTo>
                    <a:pt x="101237" y="115293"/>
                  </a:lnTo>
                  <a:lnTo>
                    <a:pt x="100750" y="116010"/>
                  </a:lnTo>
                  <a:lnTo>
                    <a:pt x="100877" y="117313"/>
                  </a:lnTo>
                  <a:lnTo>
                    <a:pt x="101301" y="118942"/>
                  </a:lnTo>
                  <a:lnTo>
                    <a:pt x="102000" y="120765"/>
                  </a:lnTo>
                  <a:lnTo>
                    <a:pt x="101968" y="123608"/>
                  </a:lnTo>
                  <a:lnTo>
                    <a:pt x="101936" y="125652"/>
                  </a:lnTo>
                  <a:lnTo>
                    <a:pt x="101958" y="128128"/>
                  </a:lnTo>
                  <a:lnTo>
                    <a:pt x="101576" y="130213"/>
                  </a:lnTo>
                  <a:lnTo>
                    <a:pt x="99623" y="132217"/>
                  </a:lnTo>
                  <a:lnTo>
                    <a:pt x="97754" y="133091"/>
                  </a:lnTo>
                  <a:lnTo>
                    <a:pt x="95463" y="133146"/>
                  </a:lnTo>
                  <a:lnTo>
                    <a:pt x="94597" y="132830"/>
                  </a:lnTo>
                  <a:lnTo>
                    <a:pt x="93904" y="132392"/>
                  </a:lnTo>
                  <a:lnTo>
                    <a:pt x="91416" y="130151"/>
                  </a:lnTo>
                  <a:lnTo>
                    <a:pt x="90405" y="131467"/>
                  </a:lnTo>
                  <a:lnTo>
                    <a:pt x="90198" y="134706"/>
                  </a:lnTo>
                  <a:lnTo>
                    <a:pt x="92011" y="139959"/>
                  </a:lnTo>
                  <a:lnTo>
                    <a:pt x="92756" y="142888"/>
                  </a:lnTo>
                  <a:lnTo>
                    <a:pt x="93579" y="147795"/>
                  </a:lnTo>
                  <a:lnTo>
                    <a:pt x="94198" y="150326"/>
                  </a:lnTo>
                  <a:lnTo>
                    <a:pt x="93977" y="152691"/>
                  </a:lnTo>
                  <a:lnTo>
                    <a:pt x="92334" y="155377"/>
                  </a:lnTo>
                  <a:lnTo>
                    <a:pt x="90698" y="157907"/>
                  </a:lnTo>
                  <a:lnTo>
                    <a:pt x="88618" y="158432"/>
                  </a:lnTo>
                  <a:lnTo>
                    <a:pt x="87311" y="159335"/>
                  </a:lnTo>
                  <a:lnTo>
                    <a:pt x="86675" y="160638"/>
                  </a:lnTo>
                  <a:lnTo>
                    <a:pt x="86209" y="166171"/>
                  </a:lnTo>
                  <a:lnTo>
                    <a:pt x="85742" y="168197"/>
                  </a:lnTo>
                  <a:lnTo>
                    <a:pt x="85750" y="170606"/>
                  </a:lnTo>
                  <a:lnTo>
                    <a:pt x="85309" y="173336"/>
                  </a:lnTo>
                  <a:lnTo>
                    <a:pt x="84640" y="175102"/>
                  </a:lnTo>
                  <a:lnTo>
                    <a:pt x="84173" y="177969"/>
                  </a:lnTo>
                  <a:lnTo>
                    <a:pt x="84319" y="183409"/>
                  </a:lnTo>
                  <a:lnTo>
                    <a:pt x="84538" y="192647"/>
                  </a:lnTo>
                  <a:lnTo>
                    <a:pt x="83650" y="195564"/>
                  </a:lnTo>
                  <a:lnTo>
                    <a:pt x="82652" y="198508"/>
                  </a:lnTo>
                  <a:lnTo>
                    <a:pt x="81597" y="200608"/>
                  </a:lnTo>
                  <a:lnTo>
                    <a:pt x="80593" y="201588"/>
                  </a:lnTo>
                  <a:lnTo>
                    <a:pt x="79760" y="201227"/>
                  </a:lnTo>
                  <a:lnTo>
                    <a:pt x="79100" y="199407"/>
                  </a:lnTo>
                  <a:lnTo>
                    <a:pt x="78711" y="197880"/>
                  </a:lnTo>
                  <a:lnTo>
                    <a:pt x="77985" y="196602"/>
                  </a:lnTo>
                  <a:lnTo>
                    <a:pt x="77245" y="196863"/>
                  </a:lnTo>
                  <a:lnTo>
                    <a:pt x="76500" y="198034"/>
                  </a:lnTo>
                  <a:lnTo>
                    <a:pt x="75314" y="197645"/>
                  </a:lnTo>
                  <a:lnTo>
                    <a:pt x="74296" y="196472"/>
                  </a:lnTo>
                  <a:lnTo>
                    <a:pt x="73787" y="196602"/>
                  </a:lnTo>
                  <a:lnTo>
                    <a:pt x="73490" y="197775"/>
                  </a:lnTo>
                  <a:lnTo>
                    <a:pt x="72404" y="200295"/>
                  </a:lnTo>
                  <a:lnTo>
                    <a:pt x="69738" y="204130"/>
                  </a:lnTo>
                  <a:lnTo>
                    <a:pt x="68651" y="204409"/>
                  </a:lnTo>
                  <a:lnTo>
                    <a:pt x="68184" y="205363"/>
                  </a:lnTo>
                  <a:lnTo>
                    <a:pt x="68370" y="206934"/>
                  </a:lnTo>
                  <a:lnTo>
                    <a:pt x="68846" y="208215"/>
                  </a:lnTo>
                  <a:lnTo>
                    <a:pt x="69677" y="209123"/>
                  </a:lnTo>
                  <a:lnTo>
                    <a:pt x="69719" y="210166"/>
                  </a:lnTo>
                  <a:lnTo>
                    <a:pt x="68985" y="211080"/>
                  </a:lnTo>
                  <a:lnTo>
                    <a:pt x="68359" y="212124"/>
                  </a:lnTo>
                  <a:lnTo>
                    <a:pt x="66979" y="213396"/>
                  </a:lnTo>
                  <a:lnTo>
                    <a:pt x="65387" y="213892"/>
                  </a:lnTo>
                  <a:lnTo>
                    <a:pt x="63740" y="213151"/>
                  </a:lnTo>
                  <a:lnTo>
                    <a:pt x="62892" y="211457"/>
                  </a:lnTo>
                  <a:lnTo>
                    <a:pt x="61898" y="211298"/>
                  </a:lnTo>
                  <a:lnTo>
                    <a:pt x="60984" y="212538"/>
                  </a:lnTo>
                  <a:lnTo>
                    <a:pt x="60043" y="214581"/>
                  </a:lnTo>
                  <a:lnTo>
                    <a:pt x="59013" y="218968"/>
                  </a:lnTo>
                  <a:lnTo>
                    <a:pt x="58740" y="219739"/>
                  </a:lnTo>
                  <a:lnTo>
                    <a:pt x="58461" y="220430"/>
                  </a:lnTo>
                  <a:lnTo>
                    <a:pt x="57793" y="221376"/>
                  </a:lnTo>
                  <a:lnTo>
                    <a:pt x="56830" y="222923"/>
                  </a:lnTo>
                  <a:lnTo>
                    <a:pt x="56346" y="226156"/>
                  </a:lnTo>
                  <a:lnTo>
                    <a:pt x="55770" y="231915"/>
                  </a:lnTo>
                  <a:lnTo>
                    <a:pt x="55905" y="235015"/>
                  </a:lnTo>
                  <a:lnTo>
                    <a:pt x="55948" y="240389"/>
                  </a:lnTo>
                  <a:lnTo>
                    <a:pt x="55721" y="244162"/>
                  </a:lnTo>
                  <a:lnTo>
                    <a:pt x="55304" y="246639"/>
                  </a:lnTo>
                  <a:lnTo>
                    <a:pt x="55388" y="248592"/>
                  </a:lnTo>
                  <a:lnTo>
                    <a:pt x="56024" y="250807"/>
                  </a:lnTo>
                  <a:lnTo>
                    <a:pt x="55770" y="252241"/>
                  </a:lnTo>
                  <a:lnTo>
                    <a:pt x="55235" y="253846"/>
                  </a:lnTo>
                  <a:lnTo>
                    <a:pt x="54714" y="254736"/>
                  </a:lnTo>
                  <a:lnTo>
                    <a:pt x="52643" y="256411"/>
                  </a:lnTo>
                  <a:lnTo>
                    <a:pt x="49803" y="258704"/>
                  </a:lnTo>
                  <a:lnTo>
                    <a:pt x="47926" y="260174"/>
                  </a:lnTo>
                  <a:lnTo>
                    <a:pt x="45133" y="262358"/>
                  </a:lnTo>
                  <a:lnTo>
                    <a:pt x="44316" y="262895"/>
                  </a:lnTo>
                  <a:lnTo>
                    <a:pt x="42619" y="263093"/>
                  </a:lnTo>
                  <a:lnTo>
                    <a:pt x="41738" y="262757"/>
                  </a:lnTo>
                  <a:lnTo>
                    <a:pt x="40548" y="262669"/>
                  </a:lnTo>
                  <a:lnTo>
                    <a:pt x="38794" y="262747"/>
                  </a:lnTo>
                  <a:lnTo>
                    <a:pt x="37570" y="263342"/>
                  </a:lnTo>
                  <a:lnTo>
                    <a:pt x="36343" y="264448"/>
                  </a:lnTo>
                  <a:lnTo>
                    <a:pt x="35440" y="265824"/>
                  </a:lnTo>
                  <a:lnTo>
                    <a:pt x="34919" y="267186"/>
                  </a:lnTo>
                  <a:lnTo>
                    <a:pt x="34734" y="267845"/>
                  </a:lnTo>
                  <a:lnTo>
                    <a:pt x="33506" y="266719"/>
                  </a:lnTo>
                  <a:lnTo>
                    <a:pt x="29627" y="264712"/>
                  </a:lnTo>
                  <a:lnTo>
                    <a:pt x="19139" y="267361"/>
                  </a:lnTo>
                  <a:lnTo>
                    <a:pt x="18147" y="266857"/>
                  </a:lnTo>
                  <a:lnTo>
                    <a:pt x="14566" y="263754"/>
                  </a:lnTo>
                  <a:lnTo>
                    <a:pt x="9957" y="259757"/>
                  </a:lnTo>
                  <a:lnTo>
                    <a:pt x="7101" y="257283"/>
                  </a:lnTo>
                  <a:lnTo>
                    <a:pt x="3438" y="254054"/>
                  </a:lnTo>
                  <a:lnTo>
                    <a:pt x="5944" y="246083"/>
                  </a:lnTo>
                  <a:lnTo>
                    <a:pt x="8132" y="239130"/>
                  </a:lnTo>
                  <a:lnTo>
                    <a:pt x="10322" y="232167"/>
                  </a:lnTo>
                  <a:lnTo>
                    <a:pt x="12482" y="225295"/>
                  </a:lnTo>
                  <a:lnTo>
                    <a:pt x="12739" y="222891"/>
                  </a:lnTo>
                  <a:lnTo>
                    <a:pt x="12771" y="218185"/>
                  </a:lnTo>
                  <a:lnTo>
                    <a:pt x="12202" y="211899"/>
                  </a:lnTo>
                  <a:lnTo>
                    <a:pt x="11290" y="209029"/>
                  </a:lnTo>
                  <a:lnTo>
                    <a:pt x="8274" y="207870"/>
                  </a:lnTo>
                  <a:lnTo>
                    <a:pt x="6008" y="206999"/>
                  </a:lnTo>
                  <a:lnTo>
                    <a:pt x="3541" y="206049"/>
                  </a:lnTo>
                  <a:lnTo>
                    <a:pt x="3220" y="205697"/>
                  </a:lnTo>
                  <a:lnTo>
                    <a:pt x="2940" y="200809"/>
                  </a:lnTo>
                  <a:lnTo>
                    <a:pt x="3062" y="198626"/>
                  </a:lnTo>
                  <a:lnTo>
                    <a:pt x="2900" y="194409"/>
                  </a:lnTo>
                  <a:lnTo>
                    <a:pt x="2924" y="191161"/>
                  </a:lnTo>
                  <a:lnTo>
                    <a:pt x="3283" y="185817"/>
                  </a:lnTo>
                  <a:lnTo>
                    <a:pt x="3302" y="183410"/>
                  </a:lnTo>
                  <a:lnTo>
                    <a:pt x="2160" y="173050"/>
                  </a:lnTo>
                  <a:lnTo>
                    <a:pt x="1526" y="167307"/>
                  </a:lnTo>
                  <a:lnTo>
                    <a:pt x="873" y="161382"/>
                  </a:lnTo>
                  <a:lnTo>
                    <a:pt x="732" y="159494"/>
                  </a:lnTo>
                  <a:lnTo>
                    <a:pt x="719" y="157158"/>
                  </a:lnTo>
                  <a:lnTo>
                    <a:pt x="2233" y="151671"/>
                  </a:lnTo>
                  <a:lnTo>
                    <a:pt x="2702" y="150480"/>
                  </a:lnTo>
                  <a:lnTo>
                    <a:pt x="3591" y="147749"/>
                  </a:lnTo>
                  <a:lnTo>
                    <a:pt x="4145" y="146302"/>
                  </a:lnTo>
                  <a:lnTo>
                    <a:pt x="4049" y="145305"/>
                  </a:lnTo>
                  <a:lnTo>
                    <a:pt x="3083" y="144722"/>
                  </a:lnTo>
                  <a:lnTo>
                    <a:pt x="1623" y="144672"/>
                  </a:lnTo>
                  <a:lnTo>
                    <a:pt x="846" y="143846"/>
                  </a:lnTo>
                  <a:lnTo>
                    <a:pt x="241" y="142351"/>
                  </a:lnTo>
                  <a:lnTo>
                    <a:pt x="1" y="140194"/>
                  </a:lnTo>
                  <a:lnTo>
                    <a:pt x="397" y="136351"/>
                  </a:lnTo>
                  <a:lnTo>
                    <a:pt x="0" y="128881"/>
                  </a:lnTo>
                  <a:lnTo>
                    <a:pt x="812" y="125192"/>
                  </a:lnTo>
                  <a:lnTo>
                    <a:pt x="1508" y="122605"/>
                  </a:lnTo>
                  <a:lnTo>
                    <a:pt x="3881" y="122243"/>
                  </a:lnTo>
                  <a:lnTo>
                    <a:pt x="3058" y="119330"/>
                  </a:lnTo>
                  <a:lnTo>
                    <a:pt x="2661" y="117639"/>
                  </a:lnTo>
                  <a:lnTo>
                    <a:pt x="2407" y="117150"/>
                  </a:lnTo>
                  <a:lnTo>
                    <a:pt x="2312" y="116368"/>
                  </a:lnTo>
                  <a:lnTo>
                    <a:pt x="2439" y="115586"/>
                  </a:lnTo>
                  <a:lnTo>
                    <a:pt x="3043" y="115293"/>
                  </a:lnTo>
                  <a:lnTo>
                    <a:pt x="3456" y="114316"/>
                  </a:lnTo>
                  <a:lnTo>
                    <a:pt x="4124" y="112948"/>
                  </a:lnTo>
                  <a:lnTo>
                    <a:pt x="4474" y="112361"/>
                  </a:lnTo>
                  <a:lnTo>
                    <a:pt x="4538" y="110700"/>
                  </a:lnTo>
                  <a:lnTo>
                    <a:pt x="4855" y="109527"/>
                  </a:lnTo>
                  <a:lnTo>
                    <a:pt x="5332" y="108061"/>
                  </a:lnTo>
                  <a:lnTo>
                    <a:pt x="5713" y="106399"/>
                  </a:lnTo>
                  <a:lnTo>
                    <a:pt x="5618" y="104446"/>
                  </a:lnTo>
                  <a:lnTo>
                    <a:pt x="5969" y="102100"/>
                  </a:lnTo>
                  <a:lnTo>
                    <a:pt x="6127" y="100634"/>
                  </a:lnTo>
                  <a:lnTo>
                    <a:pt x="6382" y="99363"/>
                  </a:lnTo>
                  <a:lnTo>
                    <a:pt x="6159" y="97507"/>
                  </a:lnTo>
                  <a:lnTo>
                    <a:pt x="5969" y="95943"/>
                  </a:lnTo>
                  <a:lnTo>
                    <a:pt x="5905" y="94086"/>
                  </a:lnTo>
                  <a:lnTo>
                    <a:pt x="6286" y="93597"/>
                  </a:lnTo>
                  <a:lnTo>
                    <a:pt x="6763" y="92913"/>
                  </a:lnTo>
                  <a:lnTo>
                    <a:pt x="6859" y="91447"/>
                  </a:lnTo>
                  <a:lnTo>
                    <a:pt x="7113" y="89590"/>
                  </a:lnTo>
                  <a:lnTo>
                    <a:pt x="7304" y="88124"/>
                  </a:lnTo>
                  <a:lnTo>
                    <a:pt x="7621" y="86951"/>
                  </a:lnTo>
                  <a:lnTo>
                    <a:pt x="7653" y="85780"/>
                  </a:lnTo>
                  <a:lnTo>
                    <a:pt x="7462" y="83825"/>
                  </a:lnTo>
                  <a:lnTo>
                    <a:pt x="8258" y="83532"/>
                  </a:lnTo>
                  <a:lnTo>
                    <a:pt x="8575" y="84607"/>
                  </a:lnTo>
                  <a:lnTo>
                    <a:pt x="8998" y="86005"/>
                  </a:lnTo>
                  <a:lnTo>
                    <a:pt x="10161" y="88603"/>
                  </a:lnTo>
                  <a:lnTo>
                    <a:pt x="10913" y="89358"/>
                  </a:lnTo>
                  <a:lnTo>
                    <a:pt x="11863" y="89739"/>
                  </a:lnTo>
                  <a:lnTo>
                    <a:pt x="13029" y="89383"/>
                  </a:lnTo>
                  <a:lnTo>
                    <a:pt x="13962" y="88898"/>
                  </a:lnTo>
                  <a:lnTo>
                    <a:pt x="14402" y="89022"/>
                  </a:lnTo>
                  <a:lnTo>
                    <a:pt x="15419" y="90913"/>
                  </a:lnTo>
                  <a:lnTo>
                    <a:pt x="16606" y="93565"/>
                  </a:lnTo>
                  <a:lnTo>
                    <a:pt x="16988" y="94738"/>
                  </a:lnTo>
                  <a:lnTo>
                    <a:pt x="17164" y="96545"/>
                  </a:lnTo>
                  <a:lnTo>
                    <a:pt x="17516" y="97086"/>
                  </a:lnTo>
                  <a:lnTo>
                    <a:pt x="18274" y="95300"/>
                  </a:lnTo>
                  <a:lnTo>
                    <a:pt x="19007" y="94705"/>
                  </a:lnTo>
                  <a:lnTo>
                    <a:pt x="19682" y="95044"/>
                  </a:lnTo>
                  <a:lnTo>
                    <a:pt x="20427" y="95243"/>
                  </a:lnTo>
                  <a:lnTo>
                    <a:pt x="21172" y="94588"/>
                  </a:lnTo>
                  <a:lnTo>
                    <a:pt x="21504" y="94115"/>
                  </a:lnTo>
                  <a:lnTo>
                    <a:pt x="22806" y="91801"/>
                  </a:lnTo>
                  <a:lnTo>
                    <a:pt x="23981" y="90042"/>
                  </a:lnTo>
                  <a:lnTo>
                    <a:pt x="24715" y="88960"/>
                  </a:lnTo>
                  <a:lnTo>
                    <a:pt x="24980" y="85347"/>
                  </a:lnTo>
                  <a:lnTo>
                    <a:pt x="25318" y="83294"/>
                  </a:lnTo>
                  <a:lnTo>
                    <a:pt x="25802" y="82095"/>
                  </a:lnTo>
                  <a:lnTo>
                    <a:pt x="25620" y="80613"/>
                  </a:lnTo>
                  <a:lnTo>
                    <a:pt x="25420" y="79476"/>
                  </a:lnTo>
                  <a:lnTo>
                    <a:pt x="25215" y="77941"/>
                  </a:lnTo>
                  <a:lnTo>
                    <a:pt x="25420" y="77129"/>
                  </a:lnTo>
                  <a:lnTo>
                    <a:pt x="25891" y="76766"/>
                  </a:lnTo>
                  <a:lnTo>
                    <a:pt x="27071" y="76768"/>
                  </a:lnTo>
                  <a:lnTo>
                    <a:pt x="29141" y="75150"/>
                  </a:lnTo>
                  <a:lnTo>
                    <a:pt x="30867" y="73535"/>
                  </a:lnTo>
                  <a:lnTo>
                    <a:pt x="32462" y="72219"/>
                  </a:lnTo>
                  <a:lnTo>
                    <a:pt x="33189" y="72001"/>
                  </a:lnTo>
                  <a:lnTo>
                    <a:pt x="33877" y="72226"/>
                  </a:lnTo>
                  <a:lnTo>
                    <a:pt x="34192" y="71842"/>
                  </a:lnTo>
                  <a:lnTo>
                    <a:pt x="34278" y="70585"/>
                  </a:lnTo>
                  <a:lnTo>
                    <a:pt x="34671" y="69254"/>
                  </a:lnTo>
                  <a:lnTo>
                    <a:pt x="35557" y="68183"/>
                  </a:lnTo>
                  <a:lnTo>
                    <a:pt x="37226" y="65903"/>
                  </a:lnTo>
                  <a:lnTo>
                    <a:pt x="38697" y="62517"/>
                  </a:lnTo>
                  <a:lnTo>
                    <a:pt x="39224" y="59949"/>
                  </a:lnTo>
                  <a:lnTo>
                    <a:pt x="39577" y="56198"/>
                  </a:lnTo>
                  <a:lnTo>
                    <a:pt x="40267" y="50416"/>
                  </a:lnTo>
                  <a:lnTo>
                    <a:pt x="41025" y="44075"/>
                  </a:lnTo>
                  <a:lnTo>
                    <a:pt x="41306" y="41283"/>
                  </a:lnTo>
                  <a:lnTo>
                    <a:pt x="41632" y="39132"/>
                  </a:lnTo>
                  <a:lnTo>
                    <a:pt x="42932" y="37315"/>
                  </a:lnTo>
                  <a:lnTo>
                    <a:pt x="44260" y="36004"/>
                  </a:lnTo>
                  <a:lnTo>
                    <a:pt x="46317" y="35743"/>
                  </a:lnTo>
                  <a:lnTo>
                    <a:pt x="48733" y="35613"/>
                  </a:lnTo>
                  <a:lnTo>
                    <a:pt x="49243" y="32149"/>
                  </a:lnTo>
                  <a:lnTo>
                    <a:pt x="49562" y="29211"/>
                  </a:lnTo>
                  <a:lnTo>
                    <a:pt x="49964" y="27695"/>
                  </a:lnTo>
                  <a:lnTo>
                    <a:pt x="50549" y="26462"/>
                  </a:lnTo>
                  <a:lnTo>
                    <a:pt x="50753" y="26217"/>
                  </a:lnTo>
                  <a:lnTo>
                    <a:pt x="52057" y="28021"/>
                  </a:lnTo>
                  <a:lnTo>
                    <a:pt x="54054" y="30779"/>
                  </a:lnTo>
                  <a:lnTo>
                    <a:pt x="56379" y="32156"/>
                  </a:lnTo>
                  <a:lnTo>
                    <a:pt x="57548" y="32848"/>
                  </a:lnTo>
                  <a:lnTo>
                    <a:pt x="58033" y="32737"/>
                  </a:lnTo>
                  <a:lnTo>
                    <a:pt x="60969" y="32063"/>
                  </a:lnTo>
                  <a:lnTo>
                    <a:pt x="63287" y="33141"/>
                  </a:lnTo>
                  <a:lnTo>
                    <a:pt x="64505" y="36085"/>
                  </a:lnTo>
                  <a:lnTo>
                    <a:pt x="65699" y="36842"/>
                  </a:lnTo>
                  <a:lnTo>
                    <a:pt x="66872" y="35411"/>
                  </a:lnTo>
                  <a:lnTo>
                    <a:pt x="67598" y="35155"/>
                  </a:lnTo>
                  <a:lnTo>
                    <a:pt x="67879" y="36072"/>
                  </a:lnTo>
                  <a:lnTo>
                    <a:pt x="68465" y="36460"/>
                  </a:lnTo>
                  <a:lnTo>
                    <a:pt x="69355" y="36320"/>
                  </a:lnTo>
                  <a:lnTo>
                    <a:pt x="69864" y="37131"/>
                  </a:lnTo>
                  <a:lnTo>
                    <a:pt x="69922" y="37946"/>
                  </a:lnTo>
                  <a:lnTo>
                    <a:pt x="69990" y="38894"/>
                  </a:lnTo>
                  <a:lnTo>
                    <a:pt x="70648" y="41137"/>
                  </a:lnTo>
                  <a:lnTo>
                    <a:pt x="71835" y="43861"/>
                  </a:lnTo>
                  <a:lnTo>
                    <a:pt x="72891" y="44518"/>
                  </a:lnTo>
                  <a:lnTo>
                    <a:pt x="74278" y="42398"/>
                  </a:lnTo>
                  <a:lnTo>
                    <a:pt x="74748" y="42648"/>
                  </a:lnTo>
                  <a:lnTo>
                    <a:pt x="74977" y="41961"/>
                  </a:lnTo>
                  <a:lnTo>
                    <a:pt x="75118" y="40422"/>
                  </a:lnTo>
                  <a:lnTo>
                    <a:pt x="75959" y="38972"/>
                  </a:lnTo>
                  <a:lnTo>
                    <a:pt x="77493" y="37614"/>
                  </a:lnTo>
                  <a:lnTo>
                    <a:pt x="78363" y="36402"/>
                  </a:lnTo>
                  <a:lnTo>
                    <a:pt x="78672" y="35399"/>
                  </a:lnTo>
                  <a:lnTo>
                    <a:pt x="79192" y="35115"/>
                  </a:lnTo>
                  <a:lnTo>
                    <a:pt x="79757" y="35411"/>
                  </a:lnTo>
                  <a:lnTo>
                    <a:pt x="80158" y="35036"/>
                  </a:lnTo>
                  <a:lnTo>
                    <a:pt x="80300" y="34086"/>
                  </a:lnTo>
                  <a:lnTo>
                    <a:pt x="80462" y="33672"/>
                  </a:lnTo>
                  <a:lnTo>
                    <a:pt x="80750" y="33340"/>
                  </a:lnTo>
                  <a:lnTo>
                    <a:pt x="81005" y="33167"/>
                  </a:lnTo>
                  <a:lnTo>
                    <a:pt x="81472" y="33430"/>
                  </a:lnTo>
                  <a:lnTo>
                    <a:pt x="82333" y="35160"/>
                  </a:lnTo>
                  <a:lnTo>
                    <a:pt x="83585" y="38357"/>
                  </a:lnTo>
                  <a:lnTo>
                    <a:pt x="84399" y="39832"/>
                  </a:lnTo>
                  <a:lnTo>
                    <a:pt x="84774" y="39579"/>
                  </a:lnTo>
                  <a:lnTo>
                    <a:pt x="85254" y="38601"/>
                  </a:lnTo>
                  <a:lnTo>
                    <a:pt x="85837" y="36895"/>
                  </a:lnTo>
                  <a:lnTo>
                    <a:pt x="85984" y="34440"/>
                  </a:lnTo>
                  <a:lnTo>
                    <a:pt x="85691" y="31235"/>
                  </a:lnTo>
                  <a:lnTo>
                    <a:pt x="85892" y="28653"/>
                  </a:lnTo>
                  <a:lnTo>
                    <a:pt x="86584" y="26692"/>
                  </a:lnTo>
                  <a:lnTo>
                    <a:pt x="87869" y="25481"/>
                  </a:lnTo>
                  <a:lnTo>
                    <a:pt x="89745" y="25022"/>
                  </a:lnTo>
                  <a:lnTo>
                    <a:pt x="90896" y="25297"/>
                  </a:lnTo>
                  <a:lnTo>
                    <a:pt x="91322" y="26305"/>
                  </a:lnTo>
                  <a:lnTo>
                    <a:pt x="91896" y="26865"/>
                  </a:lnTo>
                  <a:lnTo>
                    <a:pt x="92618" y="26975"/>
                  </a:lnTo>
                  <a:lnTo>
                    <a:pt x="93280" y="25823"/>
                  </a:lnTo>
                  <a:lnTo>
                    <a:pt x="93884" y="23409"/>
                  </a:lnTo>
                  <a:lnTo>
                    <a:pt x="93918" y="20418"/>
                  </a:lnTo>
                  <a:lnTo>
                    <a:pt x="93384" y="16853"/>
                  </a:lnTo>
                  <a:lnTo>
                    <a:pt x="93530" y="15719"/>
                  </a:lnTo>
                  <a:lnTo>
                    <a:pt x="93762" y="15223"/>
                  </a:lnTo>
                  <a:lnTo>
                    <a:pt x="94478" y="13934"/>
                  </a:lnTo>
                  <a:lnTo>
                    <a:pt x="95483" y="11256"/>
                  </a:lnTo>
                  <a:lnTo>
                    <a:pt x="96452" y="7812"/>
                  </a:lnTo>
                  <a:lnTo>
                    <a:pt x="97387" y="3604"/>
                  </a:lnTo>
                  <a:lnTo>
                    <a:pt x="98541" y="999"/>
                  </a:lnTo>
                  <a:lnTo>
                    <a:pt x="99916" y="0"/>
                  </a:lnTo>
                  <a:lnTo>
                    <a:pt x="101581" y="1138"/>
                  </a:lnTo>
                  <a:lnTo>
                    <a:pt x="103540" y="4415"/>
                  </a:lnTo>
                  <a:lnTo>
                    <a:pt x="104279" y="8455"/>
                  </a:lnTo>
                  <a:lnTo>
                    <a:pt x="103799" y="13252"/>
                  </a:lnTo>
                  <a:lnTo>
                    <a:pt x="103758" y="15896"/>
                  </a:lnTo>
                  <a:lnTo>
                    <a:pt x="104156" y="16386"/>
                  </a:lnTo>
                  <a:lnTo>
                    <a:pt x="104826" y="16254"/>
                  </a:lnTo>
                  <a:lnTo>
                    <a:pt x="105770" y="15498"/>
                  </a:lnTo>
                  <a:lnTo>
                    <a:pt x="106386" y="15461"/>
                  </a:lnTo>
                  <a:lnTo>
                    <a:pt x="106677" y="16142"/>
                  </a:lnTo>
                  <a:lnTo>
                    <a:pt x="106660" y="17497"/>
                  </a:lnTo>
                  <a:lnTo>
                    <a:pt x="106331" y="19524"/>
                  </a:lnTo>
                  <a:lnTo>
                    <a:pt x="105936" y="25219"/>
                  </a:lnTo>
                  <a:lnTo>
                    <a:pt x="105692" y="30150"/>
                  </a:lnTo>
                  <a:lnTo>
                    <a:pt x="105452" y="35002"/>
                  </a:lnTo>
                  <a:lnTo>
                    <a:pt x="105242" y="39266"/>
                  </a:lnTo>
                  <a:lnTo>
                    <a:pt x="105617" y="42589"/>
                  </a:lnTo>
                  <a:lnTo>
                    <a:pt x="106183" y="47611"/>
                  </a:lnTo>
                  <a:lnTo>
                    <a:pt x="106824" y="50927"/>
                  </a:lnTo>
                  <a:lnTo>
                    <a:pt x="107479" y="51990"/>
                  </a:lnTo>
                  <a:lnTo>
                    <a:pt x="108134" y="52371"/>
                  </a:lnTo>
                  <a:lnTo>
                    <a:pt x="108791" y="52068"/>
                  </a:lnTo>
                  <a:lnTo>
                    <a:pt x="110136" y="49936"/>
                  </a:lnTo>
                  <a:lnTo>
                    <a:pt x="112170" y="45974"/>
                  </a:lnTo>
                  <a:lnTo>
                    <a:pt x="114143" y="43540"/>
                  </a:lnTo>
                  <a:lnTo>
                    <a:pt x="117014" y="42176"/>
                  </a:lnTo>
                  <a:lnTo>
                    <a:pt x="117972" y="37931"/>
                  </a:lnTo>
                  <a:lnTo>
                    <a:pt x="119303" y="35129"/>
                  </a:lnTo>
                  <a:lnTo>
                    <a:pt x="122337" y="30964"/>
                  </a:lnTo>
                  <a:lnTo>
                    <a:pt x="123989" y="29375"/>
                  </a:lnTo>
                  <a:lnTo>
                    <a:pt x="124935" y="29097"/>
                  </a:lnTo>
                  <a:lnTo>
                    <a:pt x="126121" y="29854"/>
                  </a:lnTo>
                  <a:lnTo>
                    <a:pt x="126389" y="30116"/>
                  </a:lnTo>
                  <a:lnTo>
                    <a:pt x="126625" y="30315"/>
                  </a:lnTo>
                  <a:lnTo>
                    <a:pt x="127235" y="30661"/>
                  </a:lnTo>
                  <a:lnTo>
                    <a:pt x="127362" y="31931"/>
                  </a:lnTo>
                  <a:lnTo>
                    <a:pt x="127203" y="33300"/>
                  </a:lnTo>
                  <a:lnTo>
                    <a:pt x="126545" y="34430"/>
                  </a:lnTo>
                  <a:lnTo>
                    <a:pt x="126340" y="35306"/>
                  </a:lnTo>
                  <a:lnTo>
                    <a:pt x="126590" y="35962"/>
                  </a:lnTo>
                  <a:lnTo>
                    <a:pt x="127514" y="36186"/>
                  </a:lnTo>
                  <a:lnTo>
                    <a:pt x="129429" y="34668"/>
                  </a:lnTo>
                  <a:lnTo>
                    <a:pt x="130668" y="33691"/>
                  </a:lnTo>
                  <a:lnTo>
                    <a:pt x="131527" y="33300"/>
                  </a:lnTo>
                  <a:lnTo>
                    <a:pt x="131878" y="32029"/>
                  </a:lnTo>
                  <a:lnTo>
                    <a:pt x="132417" y="30759"/>
                  </a:lnTo>
                  <a:lnTo>
                    <a:pt x="133276" y="30661"/>
                  </a:lnTo>
                  <a:lnTo>
                    <a:pt x="134198" y="31345"/>
                  </a:lnTo>
                  <a:lnTo>
                    <a:pt x="134961" y="31736"/>
                  </a:lnTo>
                  <a:lnTo>
                    <a:pt x="136260" y="31378"/>
                  </a:lnTo>
                  <a:lnTo>
                    <a:pt x="136944" y="32485"/>
                  </a:lnTo>
                  <a:lnTo>
                    <a:pt x="137905" y="34585"/>
                  </a:lnTo>
                  <a:lnTo>
                    <a:pt x="138337" y="35884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2935736" y="3807085"/>
              <a:ext cx="118282" cy="359450"/>
            </a:xfrm>
            <a:custGeom>
              <a:avLst/>
              <a:pathLst>
                <a:path w="118282" h="359450">
                  <a:moveTo>
                    <a:pt x="117512" y="148235"/>
                  </a:moveTo>
                  <a:lnTo>
                    <a:pt x="117721" y="152108"/>
                  </a:lnTo>
                  <a:lnTo>
                    <a:pt x="117930" y="157484"/>
                  </a:lnTo>
                  <a:lnTo>
                    <a:pt x="118080" y="161351"/>
                  </a:lnTo>
                  <a:lnTo>
                    <a:pt x="118232" y="163079"/>
                  </a:lnTo>
                  <a:lnTo>
                    <a:pt x="118282" y="164002"/>
                  </a:lnTo>
                  <a:lnTo>
                    <a:pt x="118115" y="165001"/>
                  </a:lnTo>
                  <a:lnTo>
                    <a:pt x="117974" y="167321"/>
                  </a:lnTo>
                  <a:lnTo>
                    <a:pt x="117707" y="169376"/>
                  </a:lnTo>
                  <a:lnTo>
                    <a:pt x="117555" y="170813"/>
                  </a:lnTo>
                  <a:lnTo>
                    <a:pt x="117679" y="173447"/>
                  </a:lnTo>
                  <a:lnTo>
                    <a:pt x="117578" y="177227"/>
                  </a:lnTo>
                  <a:lnTo>
                    <a:pt x="117471" y="181215"/>
                  </a:lnTo>
                  <a:lnTo>
                    <a:pt x="117438" y="185053"/>
                  </a:lnTo>
                  <a:lnTo>
                    <a:pt x="117800" y="191936"/>
                  </a:lnTo>
                  <a:lnTo>
                    <a:pt x="117750" y="194048"/>
                  </a:lnTo>
                  <a:lnTo>
                    <a:pt x="117302" y="197640"/>
                  </a:lnTo>
                  <a:lnTo>
                    <a:pt x="116962" y="200370"/>
                  </a:lnTo>
                  <a:lnTo>
                    <a:pt x="116743" y="203536"/>
                  </a:lnTo>
                  <a:lnTo>
                    <a:pt x="116703" y="205184"/>
                  </a:lnTo>
                  <a:lnTo>
                    <a:pt x="117527" y="209850"/>
                  </a:lnTo>
                  <a:lnTo>
                    <a:pt x="117478" y="210782"/>
                  </a:lnTo>
                  <a:lnTo>
                    <a:pt x="116848" y="211070"/>
                  </a:lnTo>
                  <a:lnTo>
                    <a:pt x="116326" y="211151"/>
                  </a:lnTo>
                  <a:lnTo>
                    <a:pt x="114333" y="211151"/>
                  </a:lnTo>
                  <a:lnTo>
                    <a:pt x="111476" y="211151"/>
                  </a:lnTo>
                  <a:lnTo>
                    <a:pt x="108619" y="211151"/>
                  </a:lnTo>
                  <a:lnTo>
                    <a:pt x="105762" y="211151"/>
                  </a:lnTo>
                  <a:lnTo>
                    <a:pt x="103134" y="211151"/>
                  </a:lnTo>
                  <a:lnTo>
                    <a:pt x="100621" y="211151"/>
                  </a:lnTo>
                  <a:lnTo>
                    <a:pt x="98403" y="211151"/>
                  </a:lnTo>
                  <a:lnTo>
                    <a:pt x="98404" y="215757"/>
                  </a:lnTo>
                  <a:lnTo>
                    <a:pt x="98405" y="225239"/>
                  </a:lnTo>
                  <a:lnTo>
                    <a:pt x="98405" y="234724"/>
                  </a:lnTo>
                  <a:lnTo>
                    <a:pt x="98407" y="244206"/>
                  </a:lnTo>
                  <a:lnTo>
                    <a:pt x="98408" y="253688"/>
                  </a:lnTo>
                  <a:lnTo>
                    <a:pt x="98409" y="263171"/>
                  </a:lnTo>
                  <a:lnTo>
                    <a:pt x="98410" y="272653"/>
                  </a:lnTo>
                  <a:lnTo>
                    <a:pt x="98411" y="282135"/>
                  </a:lnTo>
                  <a:lnTo>
                    <a:pt x="98412" y="291617"/>
                  </a:lnTo>
                  <a:lnTo>
                    <a:pt x="98412" y="298456"/>
                  </a:lnTo>
                  <a:lnTo>
                    <a:pt x="98993" y="307535"/>
                  </a:lnTo>
                  <a:lnTo>
                    <a:pt x="100055" y="317415"/>
                  </a:lnTo>
                  <a:lnTo>
                    <a:pt x="100471" y="318330"/>
                  </a:lnTo>
                  <a:lnTo>
                    <a:pt x="101539" y="320145"/>
                  </a:lnTo>
                  <a:lnTo>
                    <a:pt x="103023" y="323856"/>
                  </a:lnTo>
                  <a:lnTo>
                    <a:pt x="103855" y="326666"/>
                  </a:lnTo>
                  <a:lnTo>
                    <a:pt x="105547" y="331543"/>
                  </a:lnTo>
                  <a:lnTo>
                    <a:pt x="107796" y="337762"/>
                  </a:lnTo>
                  <a:lnTo>
                    <a:pt x="109966" y="343337"/>
                  </a:lnTo>
                  <a:lnTo>
                    <a:pt x="111879" y="348248"/>
                  </a:lnTo>
                  <a:lnTo>
                    <a:pt x="108876" y="349968"/>
                  </a:lnTo>
                  <a:lnTo>
                    <a:pt x="104605" y="352415"/>
                  </a:lnTo>
                  <a:lnTo>
                    <a:pt x="101723" y="354066"/>
                  </a:lnTo>
                  <a:lnTo>
                    <a:pt x="98230" y="356066"/>
                  </a:lnTo>
                  <a:lnTo>
                    <a:pt x="95900" y="357324"/>
                  </a:lnTo>
                  <a:lnTo>
                    <a:pt x="93000" y="358888"/>
                  </a:lnTo>
                  <a:lnTo>
                    <a:pt x="92538" y="358853"/>
                  </a:lnTo>
                  <a:lnTo>
                    <a:pt x="91760" y="357774"/>
                  </a:lnTo>
                  <a:lnTo>
                    <a:pt x="90083" y="357560"/>
                  </a:lnTo>
                  <a:lnTo>
                    <a:pt x="88111" y="359046"/>
                  </a:lnTo>
                  <a:lnTo>
                    <a:pt x="86546" y="359450"/>
                  </a:lnTo>
                  <a:lnTo>
                    <a:pt x="85388" y="358769"/>
                  </a:lnTo>
                  <a:lnTo>
                    <a:pt x="84259" y="357465"/>
                  </a:lnTo>
                  <a:lnTo>
                    <a:pt x="83157" y="355540"/>
                  </a:lnTo>
                  <a:lnTo>
                    <a:pt x="81247" y="354839"/>
                  </a:lnTo>
                  <a:lnTo>
                    <a:pt x="78531" y="355361"/>
                  </a:lnTo>
                  <a:lnTo>
                    <a:pt x="75912" y="354986"/>
                  </a:lnTo>
                  <a:lnTo>
                    <a:pt x="73391" y="353711"/>
                  </a:lnTo>
                  <a:lnTo>
                    <a:pt x="71587" y="353209"/>
                  </a:lnTo>
                  <a:lnTo>
                    <a:pt x="70500" y="353480"/>
                  </a:lnTo>
                  <a:lnTo>
                    <a:pt x="69335" y="353062"/>
                  </a:lnTo>
                  <a:lnTo>
                    <a:pt x="68092" y="351962"/>
                  </a:lnTo>
                  <a:lnTo>
                    <a:pt x="67055" y="350098"/>
                  </a:lnTo>
                  <a:lnTo>
                    <a:pt x="65806" y="346162"/>
                  </a:lnTo>
                  <a:lnTo>
                    <a:pt x="64830" y="342402"/>
                  </a:lnTo>
                  <a:lnTo>
                    <a:pt x="64577" y="341865"/>
                  </a:lnTo>
                  <a:lnTo>
                    <a:pt x="64268" y="341291"/>
                  </a:lnTo>
                  <a:lnTo>
                    <a:pt x="63962" y="341121"/>
                  </a:lnTo>
                  <a:lnTo>
                    <a:pt x="61197" y="341020"/>
                  </a:lnTo>
                  <a:lnTo>
                    <a:pt x="58569" y="340924"/>
                  </a:lnTo>
                  <a:lnTo>
                    <a:pt x="57064" y="340919"/>
                  </a:lnTo>
                  <a:lnTo>
                    <a:pt x="53386" y="340901"/>
                  </a:lnTo>
                  <a:lnTo>
                    <a:pt x="49708" y="340884"/>
                  </a:lnTo>
                  <a:lnTo>
                    <a:pt x="46030" y="340867"/>
                  </a:lnTo>
                  <a:lnTo>
                    <a:pt x="42351" y="340850"/>
                  </a:lnTo>
                  <a:lnTo>
                    <a:pt x="38673" y="340832"/>
                  </a:lnTo>
                  <a:lnTo>
                    <a:pt x="34995" y="340818"/>
                  </a:lnTo>
                  <a:lnTo>
                    <a:pt x="31316" y="340800"/>
                  </a:lnTo>
                  <a:lnTo>
                    <a:pt x="27638" y="340783"/>
                  </a:lnTo>
                  <a:lnTo>
                    <a:pt x="25684" y="340774"/>
                  </a:lnTo>
                  <a:lnTo>
                    <a:pt x="23868" y="341072"/>
                  </a:lnTo>
                  <a:lnTo>
                    <a:pt x="21865" y="341401"/>
                  </a:lnTo>
                  <a:lnTo>
                    <a:pt x="21576" y="341262"/>
                  </a:lnTo>
                  <a:lnTo>
                    <a:pt x="21101" y="340806"/>
                  </a:lnTo>
                  <a:lnTo>
                    <a:pt x="20776" y="339978"/>
                  </a:lnTo>
                  <a:lnTo>
                    <a:pt x="19697" y="337840"/>
                  </a:lnTo>
                  <a:lnTo>
                    <a:pt x="18758" y="336218"/>
                  </a:lnTo>
                  <a:lnTo>
                    <a:pt x="17483" y="333491"/>
                  </a:lnTo>
                  <a:lnTo>
                    <a:pt x="16659" y="330502"/>
                  </a:lnTo>
                  <a:lnTo>
                    <a:pt x="15964" y="329549"/>
                  </a:lnTo>
                  <a:lnTo>
                    <a:pt x="14734" y="329010"/>
                  </a:lnTo>
                  <a:lnTo>
                    <a:pt x="13809" y="328482"/>
                  </a:lnTo>
                  <a:lnTo>
                    <a:pt x="13056" y="328363"/>
                  </a:lnTo>
                  <a:lnTo>
                    <a:pt x="11729" y="329774"/>
                  </a:lnTo>
                  <a:lnTo>
                    <a:pt x="10730" y="331168"/>
                  </a:lnTo>
                  <a:lnTo>
                    <a:pt x="10018" y="332516"/>
                  </a:lnTo>
                  <a:lnTo>
                    <a:pt x="8781" y="334062"/>
                  </a:lnTo>
                  <a:lnTo>
                    <a:pt x="7739" y="335603"/>
                  </a:lnTo>
                  <a:lnTo>
                    <a:pt x="5924" y="335401"/>
                  </a:lnTo>
                  <a:lnTo>
                    <a:pt x="5531" y="335624"/>
                  </a:lnTo>
                  <a:lnTo>
                    <a:pt x="4521" y="335523"/>
                  </a:lnTo>
                  <a:lnTo>
                    <a:pt x="3569" y="334181"/>
                  </a:lnTo>
                  <a:lnTo>
                    <a:pt x="2604" y="334299"/>
                  </a:lnTo>
                  <a:lnTo>
                    <a:pt x="1533" y="336013"/>
                  </a:lnTo>
                  <a:lnTo>
                    <a:pt x="0" y="336683"/>
                  </a:lnTo>
                  <a:lnTo>
                    <a:pt x="355" y="325515"/>
                  </a:lnTo>
                  <a:lnTo>
                    <a:pt x="729" y="320575"/>
                  </a:lnTo>
                  <a:lnTo>
                    <a:pt x="738" y="314671"/>
                  </a:lnTo>
                  <a:lnTo>
                    <a:pt x="518" y="299368"/>
                  </a:lnTo>
                  <a:lnTo>
                    <a:pt x="253" y="297268"/>
                  </a:lnTo>
                  <a:lnTo>
                    <a:pt x="75" y="294803"/>
                  </a:lnTo>
                  <a:lnTo>
                    <a:pt x="1025" y="292925"/>
                  </a:lnTo>
                  <a:lnTo>
                    <a:pt x="1507" y="291490"/>
                  </a:lnTo>
                  <a:lnTo>
                    <a:pt x="2161" y="288954"/>
                  </a:lnTo>
                  <a:lnTo>
                    <a:pt x="2624" y="285399"/>
                  </a:lnTo>
                  <a:lnTo>
                    <a:pt x="3174" y="277556"/>
                  </a:lnTo>
                  <a:lnTo>
                    <a:pt x="5166" y="259509"/>
                  </a:lnTo>
                  <a:lnTo>
                    <a:pt x="6112" y="241826"/>
                  </a:lnTo>
                  <a:lnTo>
                    <a:pt x="7312" y="233446"/>
                  </a:lnTo>
                  <a:lnTo>
                    <a:pt x="7762" y="224059"/>
                  </a:lnTo>
                  <a:lnTo>
                    <a:pt x="11099" y="211942"/>
                  </a:lnTo>
                  <a:lnTo>
                    <a:pt x="11922" y="204494"/>
                  </a:lnTo>
                  <a:lnTo>
                    <a:pt x="13647" y="200844"/>
                  </a:lnTo>
                  <a:lnTo>
                    <a:pt x="16092" y="196951"/>
                  </a:lnTo>
                  <a:lnTo>
                    <a:pt x="17832" y="190028"/>
                  </a:lnTo>
                  <a:lnTo>
                    <a:pt x="18674" y="185232"/>
                  </a:lnTo>
                  <a:lnTo>
                    <a:pt x="19633" y="176041"/>
                  </a:lnTo>
                  <a:lnTo>
                    <a:pt x="19623" y="166444"/>
                  </a:lnTo>
                  <a:lnTo>
                    <a:pt x="20230" y="153631"/>
                  </a:lnTo>
                  <a:lnTo>
                    <a:pt x="20097" y="149946"/>
                  </a:lnTo>
                  <a:lnTo>
                    <a:pt x="19187" y="144848"/>
                  </a:lnTo>
                  <a:lnTo>
                    <a:pt x="19018" y="141197"/>
                  </a:lnTo>
                  <a:lnTo>
                    <a:pt x="18173" y="137613"/>
                  </a:lnTo>
                  <a:lnTo>
                    <a:pt x="17269" y="134906"/>
                  </a:lnTo>
                  <a:lnTo>
                    <a:pt x="16846" y="130073"/>
                  </a:lnTo>
                  <a:lnTo>
                    <a:pt x="15277" y="122443"/>
                  </a:lnTo>
                  <a:lnTo>
                    <a:pt x="14847" y="117356"/>
                  </a:lnTo>
                  <a:lnTo>
                    <a:pt x="14096" y="113706"/>
                  </a:lnTo>
                  <a:lnTo>
                    <a:pt x="13976" y="109198"/>
                  </a:lnTo>
                  <a:lnTo>
                    <a:pt x="13580" y="104440"/>
                  </a:lnTo>
                  <a:lnTo>
                    <a:pt x="12814" y="99733"/>
                  </a:lnTo>
                  <a:lnTo>
                    <a:pt x="12069" y="94346"/>
                  </a:lnTo>
                  <a:lnTo>
                    <a:pt x="12069" y="92661"/>
                  </a:lnTo>
                  <a:lnTo>
                    <a:pt x="12533" y="90629"/>
                  </a:lnTo>
                  <a:lnTo>
                    <a:pt x="12975" y="89962"/>
                  </a:lnTo>
                  <a:lnTo>
                    <a:pt x="12826" y="90984"/>
                  </a:lnTo>
                  <a:lnTo>
                    <a:pt x="12531" y="92193"/>
                  </a:lnTo>
                  <a:lnTo>
                    <a:pt x="12601" y="93128"/>
                  </a:lnTo>
                  <a:lnTo>
                    <a:pt x="15534" y="83683"/>
                  </a:lnTo>
                  <a:lnTo>
                    <a:pt x="15720" y="81837"/>
                  </a:lnTo>
                  <a:lnTo>
                    <a:pt x="15622" y="79770"/>
                  </a:lnTo>
                  <a:lnTo>
                    <a:pt x="15606" y="77243"/>
                  </a:lnTo>
                  <a:lnTo>
                    <a:pt x="15722" y="74302"/>
                  </a:lnTo>
                  <a:lnTo>
                    <a:pt x="12956" y="56881"/>
                  </a:lnTo>
                  <a:lnTo>
                    <a:pt x="10759" y="40678"/>
                  </a:lnTo>
                  <a:lnTo>
                    <a:pt x="10386" y="32492"/>
                  </a:lnTo>
                  <a:lnTo>
                    <a:pt x="7481" y="21723"/>
                  </a:lnTo>
                  <a:lnTo>
                    <a:pt x="6336" y="14722"/>
                  </a:lnTo>
                  <a:lnTo>
                    <a:pt x="5683" y="9814"/>
                  </a:lnTo>
                  <a:lnTo>
                    <a:pt x="5193" y="7952"/>
                  </a:lnTo>
                  <a:lnTo>
                    <a:pt x="5378" y="7015"/>
                  </a:lnTo>
                  <a:lnTo>
                    <a:pt x="6126" y="6769"/>
                  </a:lnTo>
                  <a:lnTo>
                    <a:pt x="7791" y="5635"/>
                  </a:lnTo>
                  <a:lnTo>
                    <a:pt x="10070" y="4394"/>
                  </a:lnTo>
                  <a:lnTo>
                    <a:pt x="12177" y="1549"/>
                  </a:lnTo>
                  <a:lnTo>
                    <a:pt x="12739" y="285"/>
                  </a:lnTo>
                  <a:lnTo>
                    <a:pt x="13856" y="31"/>
                  </a:lnTo>
                  <a:lnTo>
                    <a:pt x="14993" y="787"/>
                  </a:lnTo>
                  <a:lnTo>
                    <a:pt x="15414" y="242"/>
                  </a:lnTo>
                  <a:lnTo>
                    <a:pt x="15655" y="196"/>
                  </a:lnTo>
                  <a:lnTo>
                    <a:pt x="18323" y="193"/>
                  </a:lnTo>
                  <a:lnTo>
                    <a:pt x="19433" y="0"/>
                  </a:lnTo>
                  <a:lnTo>
                    <a:pt x="21490" y="60"/>
                  </a:lnTo>
                  <a:lnTo>
                    <a:pt x="22791" y="294"/>
                  </a:lnTo>
                  <a:lnTo>
                    <a:pt x="23531" y="614"/>
                  </a:lnTo>
                  <a:lnTo>
                    <a:pt x="25529" y="1108"/>
                  </a:lnTo>
                  <a:lnTo>
                    <a:pt x="28022" y="995"/>
                  </a:lnTo>
                  <a:lnTo>
                    <a:pt x="28902" y="735"/>
                  </a:lnTo>
                  <a:lnTo>
                    <a:pt x="32170" y="571"/>
                  </a:lnTo>
                  <a:lnTo>
                    <a:pt x="35396" y="403"/>
                  </a:lnTo>
                  <a:lnTo>
                    <a:pt x="38299" y="256"/>
                  </a:lnTo>
                  <a:lnTo>
                    <a:pt x="41503" y="288"/>
                  </a:lnTo>
                  <a:lnTo>
                    <a:pt x="43955" y="308"/>
                  </a:lnTo>
                  <a:lnTo>
                    <a:pt x="45072" y="1330"/>
                  </a:lnTo>
                  <a:lnTo>
                    <a:pt x="46088" y="3269"/>
                  </a:lnTo>
                  <a:lnTo>
                    <a:pt x="46550" y="5026"/>
                  </a:lnTo>
                  <a:lnTo>
                    <a:pt x="46769" y="5803"/>
                  </a:lnTo>
                  <a:lnTo>
                    <a:pt x="47073" y="7664"/>
                  </a:lnTo>
                  <a:lnTo>
                    <a:pt x="47628" y="9133"/>
                  </a:lnTo>
                  <a:lnTo>
                    <a:pt x="47825" y="11412"/>
                  </a:lnTo>
                  <a:lnTo>
                    <a:pt x="47663" y="14503"/>
                  </a:lnTo>
                  <a:lnTo>
                    <a:pt x="47744" y="18217"/>
                  </a:lnTo>
                  <a:lnTo>
                    <a:pt x="48067" y="22554"/>
                  </a:lnTo>
                  <a:lnTo>
                    <a:pt x="48741" y="27107"/>
                  </a:lnTo>
                  <a:lnTo>
                    <a:pt x="49763" y="31877"/>
                  </a:lnTo>
                  <a:lnTo>
                    <a:pt x="50209" y="35663"/>
                  </a:lnTo>
                  <a:lnTo>
                    <a:pt x="50077" y="38468"/>
                  </a:lnTo>
                  <a:lnTo>
                    <a:pt x="50391" y="41435"/>
                  </a:lnTo>
                  <a:lnTo>
                    <a:pt x="51151" y="44557"/>
                  </a:lnTo>
                  <a:lnTo>
                    <a:pt x="51707" y="46210"/>
                  </a:lnTo>
                  <a:lnTo>
                    <a:pt x="52029" y="47460"/>
                  </a:lnTo>
                  <a:lnTo>
                    <a:pt x="52893" y="52247"/>
                  </a:lnTo>
                  <a:lnTo>
                    <a:pt x="54492" y="59888"/>
                  </a:lnTo>
                  <a:lnTo>
                    <a:pt x="55691" y="65619"/>
                  </a:lnTo>
                  <a:lnTo>
                    <a:pt x="56110" y="66303"/>
                  </a:lnTo>
                  <a:lnTo>
                    <a:pt x="56723" y="66058"/>
                  </a:lnTo>
                  <a:lnTo>
                    <a:pt x="58025" y="65486"/>
                  </a:lnTo>
                  <a:lnTo>
                    <a:pt x="59316" y="65377"/>
                  </a:lnTo>
                  <a:lnTo>
                    <a:pt x="60236" y="66557"/>
                  </a:lnTo>
                  <a:lnTo>
                    <a:pt x="60605" y="66355"/>
                  </a:lnTo>
                  <a:lnTo>
                    <a:pt x="61993" y="64081"/>
                  </a:lnTo>
                  <a:lnTo>
                    <a:pt x="63371" y="63386"/>
                  </a:lnTo>
                  <a:lnTo>
                    <a:pt x="64811" y="62448"/>
                  </a:lnTo>
                  <a:lnTo>
                    <a:pt x="65561" y="61484"/>
                  </a:lnTo>
                  <a:lnTo>
                    <a:pt x="66433" y="61487"/>
                  </a:lnTo>
                  <a:lnTo>
                    <a:pt x="68788" y="63322"/>
                  </a:lnTo>
                  <a:lnTo>
                    <a:pt x="69231" y="63420"/>
                  </a:lnTo>
                  <a:lnTo>
                    <a:pt x="71137" y="63420"/>
                  </a:lnTo>
                  <a:lnTo>
                    <a:pt x="73042" y="62390"/>
                  </a:lnTo>
                  <a:lnTo>
                    <a:pt x="73322" y="54706"/>
                  </a:lnTo>
                  <a:lnTo>
                    <a:pt x="73338" y="53185"/>
                  </a:lnTo>
                  <a:lnTo>
                    <a:pt x="73797" y="50296"/>
                  </a:lnTo>
                  <a:lnTo>
                    <a:pt x="74379" y="47780"/>
                  </a:lnTo>
                  <a:lnTo>
                    <a:pt x="74451" y="45373"/>
                  </a:lnTo>
                  <a:lnTo>
                    <a:pt x="74416" y="42087"/>
                  </a:lnTo>
                  <a:lnTo>
                    <a:pt x="74838" y="38096"/>
                  </a:lnTo>
                  <a:lnTo>
                    <a:pt x="76114" y="34925"/>
                  </a:lnTo>
                  <a:lnTo>
                    <a:pt x="78179" y="33424"/>
                  </a:lnTo>
                  <a:lnTo>
                    <a:pt x="79354" y="33133"/>
                  </a:lnTo>
                  <a:lnTo>
                    <a:pt x="81206" y="32241"/>
                  </a:lnTo>
                  <a:lnTo>
                    <a:pt x="84015" y="31341"/>
                  </a:lnTo>
                  <a:lnTo>
                    <a:pt x="85051" y="31462"/>
                  </a:lnTo>
                  <a:lnTo>
                    <a:pt x="85135" y="31912"/>
                  </a:lnTo>
                  <a:lnTo>
                    <a:pt x="84541" y="37426"/>
                  </a:lnTo>
                  <a:lnTo>
                    <a:pt x="84530" y="39230"/>
                  </a:lnTo>
                  <a:lnTo>
                    <a:pt x="84747" y="41051"/>
                  </a:lnTo>
                  <a:lnTo>
                    <a:pt x="85222" y="42035"/>
                  </a:lnTo>
                  <a:lnTo>
                    <a:pt x="88136" y="42144"/>
                  </a:lnTo>
                  <a:lnTo>
                    <a:pt x="90822" y="42248"/>
                  </a:lnTo>
                  <a:lnTo>
                    <a:pt x="93904" y="42595"/>
                  </a:lnTo>
                  <a:lnTo>
                    <a:pt x="96213" y="42854"/>
                  </a:lnTo>
                  <a:lnTo>
                    <a:pt x="96507" y="43126"/>
                  </a:lnTo>
                  <a:lnTo>
                    <a:pt x="96742" y="43538"/>
                  </a:lnTo>
                  <a:lnTo>
                    <a:pt x="97083" y="46268"/>
                  </a:lnTo>
                  <a:lnTo>
                    <a:pt x="97006" y="51606"/>
                  </a:lnTo>
                  <a:lnTo>
                    <a:pt x="96492" y="59401"/>
                  </a:lnTo>
                  <a:lnTo>
                    <a:pt x="96692" y="66684"/>
                  </a:lnTo>
                  <a:lnTo>
                    <a:pt x="97605" y="73457"/>
                  </a:lnTo>
                  <a:lnTo>
                    <a:pt x="97696" y="83865"/>
                  </a:lnTo>
                  <a:lnTo>
                    <a:pt x="97374" y="90075"/>
                  </a:lnTo>
                  <a:lnTo>
                    <a:pt x="96967" y="97904"/>
                  </a:lnTo>
                  <a:lnTo>
                    <a:pt x="96810" y="106777"/>
                  </a:lnTo>
                  <a:lnTo>
                    <a:pt x="97228" y="110485"/>
                  </a:lnTo>
                  <a:lnTo>
                    <a:pt x="98112" y="114366"/>
                  </a:lnTo>
                  <a:lnTo>
                    <a:pt x="99463" y="118421"/>
                  </a:lnTo>
                  <a:lnTo>
                    <a:pt x="100507" y="123676"/>
                  </a:lnTo>
                  <a:lnTo>
                    <a:pt x="101245" y="130131"/>
                  </a:lnTo>
                  <a:lnTo>
                    <a:pt x="101514" y="134197"/>
                  </a:lnTo>
                  <a:lnTo>
                    <a:pt x="101314" y="135870"/>
                  </a:lnTo>
                  <a:lnTo>
                    <a:pt x="101329" y="138773"/>
                  </a:lnTo>
                  <a:lnTo>
                    <a:pt x="101558" y="142903"/>
                  </a:lnTo>
                  <a:lnTo>
                    <a:pt x="101303" y="145641"/>
                  </a:lnTo>
                  <a:lnTo>
                    <a:pt x="100563" y="146986"/>
                  </a:lnTo>
                  <a:lnTo>
                    <a:pt x="100317" y="148841"/>
                  </a:lnTo>
                  <a:lnTo>
                    <a:pt x="100690" y="152399"/>
                  </a:lnTo>
                  <a:lnTo>
                    <a:pt x="100781" y="155628"/>
                  </a:lnTo>
                  <a:lnTo>
                    <a:pt x="101073" y="156860"/>
                  </a:lnTo>
                  <a:lnTo>
                    <a:pt x="101287" y="157761"/>
                  </a:lnTo>
                  <a:lnTo>
                    <a:pt x="101634" y="157894"/>
                  </a:lnTo>
                  <a:lnTo>
                    <a:pt x="102384" y="156736"/>
                  </a:lnTo>
                  <a:lnTo>
                    <a:pt x="103280" y="154587"/>
                  </a:lnTo>
                  <a:lnTo>
                    <a:pt x="104000" y="153675"/>
                  </a:lnTo>
                  <a:lnTo>
                    <a:pt x="105014" y="153790"/>
                  </a:lnTo>
                  <a:lnTo>
                    <a:pt x="106439" y="154396"/>
                  </a:lnTo>
                  <a:lnTo>
                    <a:pt x="108953" y="154621"/>
                  </a:lnTo>
                  <a:lnTo>
                    <a:pt x="109727" y="154235"/>
                  </a:lnTo>
                  <a:lnTo>
                    <a:pt x="112067" y="151329"/>
                  </a:lnTo>
                  <a:lnTo>
                    <a:pt x="112680" y="151118"/>
                  </a:lnTo>
                  <a:lnTo>
                    <a:pt x="113603" y="151392"/>
                  </a:lnTo>
                  <a:lnTo>
                    <a:pt x="114915" y="152249"/>
                  </a:lnTo>
                  <a:lnTo>
                    <a:pt x="116237" y="152428"/>
                  </a:lnTo>
                  <a:lnTo>
                    <a:pt x="116883" y="151528"/>
                  </a:lnTo>
                  <a:lnTo>
                    <a:pt x="116943" y="150353"/>
                  </a:lnTo>
                  <a:lnTo>
                    <a:pt x="117148" y="148818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2938383" y="3764940"/>
              <a:ext cx="10136" cy="39293"/>
            </a:xfrm>
            <a:custGeom>
              <a:avLst/>
              <a:pathLst>
                <a:path w="10136" h="39293">
                  <a:moveTo>
                    <a:pt x="1877" y="39293"/>
                  </a:moveTo>
                  <a:lnTo>
                    <a:pt x="1736" y="38503"/>
                  </a:lnTo>
                  <a:lnTo>
                    <a:pt x="1318" y="35571"/>
                  </a:lnTo>
                  <a:lnTo>
                    <a:pt x="1554" y="32792"/>
                  </a:lnTo>
                  <a:lnTo>
                    <a:pt x="1809" y="30711"/>
                  </a:lnTo>
                  <a:lnTo>
                    <a:pt x="1526" y="26472"/>
                  </a:lnTo>
                  <a:lnTo>
                    <a:pt x="886" y="22701"/>
                  </a:lnTo>
                  <a:lnTo>
                    <a:pt x="207" y="17914"/>
                  </a:lnTo>
                  <a:lnTo>
                    <a:pt x="0" y="17002"/>
                  </a:lnTo>
                  <a:lnTo>
                    <a:pt x="568" y="15461"/>
                  </a:lnTo>
                  <a:lnTo>
                    <a:pt x="1429" y="12079"/>
                  </a:lnTo>
                  <a:lnTo>
                    <a:pt x="1787" y="10333"/>
                  </a:lnTo>
                  <a:lnTo>
                    <a:pt x="2783" y="9946"/>
                  </a:lnTo>
                  <a:lnTo>
                    <a:pt x="3156" y="8723"/>
                  </a:lnTo>
                  <a:lnTo>
                    <a:pt x="3419" y="6761"/>
                  </a:lnTo>
                  <a:lnTo>
                    <a:pt x="3520" y="5621"/>
                  </a:lnTo>
                  <a:lnTo>
                    <a:pt x="4644" y="4686"/>
                  </a:lnTo>
                  <a:lnTo>
                    <a:pt x="5992" y="3021"/>
                  </a:lnTo>
                  <a:lnTo>
                    <a:pt x="6739" y="1206"/>
                  </a:lnTo>
                  <a:lnTo>
                    <a:pt x="7497" y="49"/>
                  </a:lnTo>
                  <a:lnTo>
                    <a:pt x="7977" y="0"/>
                  </a:lnTo>
                  <a:lnTo>
                    <a:pt x="8293" y="479"/>
                  </a:lnTo>
                  <a:lnTo>
                    <a:pt x="9162" y="3630"/>
                  </a:lnTo>
                  <a:lnTo>
                    <a:pt x="9899" y="5624"/>
                  </a:lnTo>
                  <a:lnTo>
                    <a:pt x="10136" y="6082"/>
                  </a:lnTo>
                  <a:lnTo>
                    <a:pt x="9988" y="6564"/>
                  </a:lnTo>
                  <a:lnTo>
                    <a:pt x="8932" y="7872"/>
                  </a:lnTo>
                  <a:lnTo>
                    <a:pt x="7799" y="9092"/>
                  </a:lnTo>
                  <a:lnTo>
                    <a:pt x="6310" y="14079"/>
                  </a:lnTo>
                  <a:lnTo>
                    <a:pt x="5555" y="16237"/>
                  </a:lnTo>
                  <a:lnTo>
                    <a:pt x="5337" y="16774"/>
                  </a:lnTo>
                  <a:lnTo>
                    <a:pt x="4656" y="17966"/>
                  </a:lnTo>
                  <a:lnTo>
                    <a:pt x="4163" y="18987"/>
                  </a:lnTo>
                  <a:lnTo>
                    <a:pt x="4180" y="19553"/>
                  </a:lnTo>
                  <a:lnTo>
                    <a:pt x="4509" y="20205"/>
                  </a:lnTo>
                  <a:lnTo>
                    <a:pt x="4845" y="21275"/>
                  </a:lnTo>
                  <a:lnTo>
                    <a:pt x="4812" y="29422"/>
                  </a:lnTo>
                  <a:lnTo>
                    <a:pt x="4666" y="37435"/>
                  </a:lnTo>
                  <a:lnTo>
                    <a:pt x="4482" y="38113"/>
                  </a:lnTo>
                  <a:lnTo>
                    <a:pt x="3534" y="38379"/>
                  </a:lnTo>
                  <a:lnTo>
                    <a:pt x="2277" y="3893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215643" y="3094217"/>
              <a:ext cx="1734" cy="2905"/>
            </a:xfrm>
            <a:custGeom>
              <a:avLst/>
              <a:pathLst>
                <a:path w="1734" h="2905">
                  <a:moveTo>
                    <a:pt x="1526" y="1416"/>
                  </a:moveTo>
                  <a:lnTo>
                    <a:pt x="0" y="2905"/>
                  </a:lnTo>
                  <a:lnTo>
                    <a:pt x="64" y="2051"/>
                  </a:lnTo>
                  <a:lnTo>
                    <a:pt x="1288" y="0"/>
                  </a:lnTo>
                  <a:lnTo>
                    <a:pt x="1734" y="14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3008200" y="2373864"/>
              <a:ext cx="16827" cy="88482"/>
            </a:xfrm>
            <a:custGeom>
              <a:avLst/>
              <a:pathLst>
                <a:path w="16827" h="88482">
                  <a:moveTo>
                    <a:pt x="7530" y="2975"/>
                  </a:moveTo>
                  <a:lnTo>
                    <a:pt x="7910" y="3643"/>
                  </a:lnTo>
                  <a:lnTo>
                    <a:pt x="8701" y="6562"/>
                  </a:lnTo>
                  <a:lnTo>
                    <a:pt x="9227" y="9130"/>
                  </a:lnTo>
                  <a:lnTo>
                    <a:pt x="10263" y="10021"/>
                  </a:lnTo>
                  <a:lnTo>
                    <a:pt x="10840" y="11021"/>
                  </a:lnTo>
                  <a:lnTo>
                    <a:pt x="11582" y="12545"/>
                  </a:lnTo>
                  <a:lnTo>
                    <a:pt x="11941" y="14079"/>
                  </a:lnTo>
                  <a:lnTo>
                    <a:pt x="12447" y="18759"/>
                  </a:lnTo>
                  <a:lnTo>
                    <a:pt x="12505" y="21586"/>
                  </a:lnTo>
                  <a:lnTo>
                    <a:pt x="12358" y="22878"/>
                  </a:lnTo>
                  <a:lnTo>
                    <a:pt x="12233" y="23213"/>
                  </a:lnTo>
                  <a:lnTo>
                    <a:pt x="11772" y="27819"/>
                  </a:lnTo>
                  <a:lnTo>
                    <a:pt x="11881" y="30166"/>
                  </a:lnTo>
                  <a:lnTo>
                    <a:pt x="11878" y="31711"/>
                  </a:lnTo>
                  <a:lnTo>
                    <a:pt x="11487" y="32322"/>
                  </a:lnTo>
                  <a:lnTo>
                    <a:pt x="11228" y="33291"/>
                  </a:lnTo>
                  <a:lnTo>
                    <a:pt x="11649" y="37129"/>
                  </a:lnTo>
                  <a:lnTo>
                    <a:pt x="11597" y="38764"/>
                  </a:lnTo>
                  <a:lnTo>
                    <a:pt x="11616" y="40640"/>
                  </a:lnTo>
                  <a:lnTo>
                    <a:pt x="12374" y="44918"/>
                  </a:lnTo>
                  <a:lnTo>
                    <a:pt x="12822" y="46241"/>
                  </a:lnTo>
                  <a:lnTo>
                    <a:pt x="13222" y="46873"/>
                  </a:lnTo>
                  <a:lnTo>
                    <a:pt x="13734" y="50811"/>
                  </a:lnTo>
                  <a:lnTo>
                    <a:pt x="14037" y="51494"/>
                  </a:lnTo>
                  <a:lnTo>
                    <a:pt x="15281" y="51120"/>
                  </a:lnTo>
                  <a:lnTo>
                    <a:pt x="15889" y="51557"/>
                  </a:lnTo>
                  <a:lnTo>
                    <a:pt x="16131" y="52491"/>
                  </a:lnTo>
                  <a:lnTo>
                    <a:pt x="16185" y="53130"/>
                  </a:lnTo>
                  <a:lnTo>
                    <a:pt x="16103" y="55335"/>
                  </a:lnTo>
                  <a:lnTo>
                    <a:pt x="16412" y="57034"/>
                  </a:lnTo>
                  <a:lnTo>
                    <a:pt x="16827" y="58782"/>
                  </a:lnTo>
                  <a:lnTo>
                    <a:pt x="16825" y="59851"/>
                  </a:lnTo>
                  <a:lnTo>
                    <a:pt x="16547" y="61596"/>
                  </a:lnTo>
                  <a:lnTo>
                    <a:pt x="16050" y="63635"/>
                  </a:lnTo>
                  <a:lnTo>
                    <a:pt x="15391" y="64417"/>
                  </a:lnTo>
                  <a:lnTo>
                    <a:pt x="14664" y="65081"/>
                  </a:lnTo>
                  <a:lnTo>
                    <a:pt x="14318" y="66664"/>
                  </a:lnTo>
                  <a:lnTo>
                    <a:pt x="14141" y="68347"/>
                  </a:lnTo>
                  <a:lnTo>
                    <a:pt x="13816" y="69596"/>
                  </a:lnTo>
                  <a:lnTo>
                    <a:pt x="13615" y="70963"/>
                  </a:lnTo>
                  <a:lnTo>
                    <a:pt x="13307" y="73760"/>
                  </a:lnTo>
                  <a:lnTo>
                    <a:pt x="13235" y="74775"/>
                  </a:lnTo>
                  <a:lnTo>
                    <a:pt x="12743" y="75801"/>
                  </a:lnTo>
                  <a:lnTo>
                    <a:pt x="11982" y="76220"/>
                  </a:lnTo>
                  <a:lnTo>
                    <a:pt x="11299" y="76306"/>
                  </a:lnTo>
                  <a:lnTo>
                    <a:pt x="10837" y="76782"/>
                  </a:lnTo>
                  <a:lnTo>
                    <a:pt x="10604" y="77736"/>
                  </a:lnTo>
                  <a:lnTo>
                    <a:pt x="10169" y="78508"/>
                  </a:lnTo>
                  <a:lnTo>
                    <a:pt x="9906" y="78851"/>
                  </a:lnTo>
                  <a:lnTo>
                    <a:pt x="9908" y="79698"/>
                  </a:lnTo>
                  <a:lnTo>
                    <a:pt x="10224" y="81476"/>
                  </a:lnTo>
                  <a:lnTo>
                    <a:pt x="10584" y="82919"/>
                  </a:lnTo>
                  <a:lnTo>
                    <a:pt x="10591" y="84076"/>
                  </a:lnTo>
                  <a:lnTo>
                    <a:pt x="10415" y="84398"/>
                  </a:lnTo>
                  <a:lnTo>
                    <a:pt x="9858" y="84252"/>
                  </a:lnTo>
                  <a:lnTo>
                    <a:pt x="9740" y="84679"/>
                  </a:lnTo>
                  <a:lnTo>
                    <a:pt x="9680" y="85969"/>
                  </a:lnTo>
                  <a:lnTo>
                    <a:pt x="9531" y="87074"/>
                  </a:lnTo>
                  <a:lnTo>
                    <a:pt x="9301" y="87748"/>
                  </a:lnTo>
                  <a:lnTo>
                    <a:pt x="8903" y="88482"/>
                  </a:lnTo>
                  <a:lnTo>
                    <a:pt x="8175" y="88243"/>
                  </a:lnTo>
                  <a:lnTo>
                    <a:pt x="7490" y="87134"/>
                  </a:lnTo>
                  <a:lnTo>
                    <a:pt x="7132" y="86793"/>
                  </a:lnTo>
                  <a:lnTo>
                    <a:pt x="6927" y="86830"/>
                  </a:lnTo>
                  <a:lnTo>
                    <a:pt x="6873" y="84123"/>
                  </a:lnTo>
                  <a:lnTo>
                    <a:pt x="6577" y="82018"/>
                  </a:lnTo>
                  <a:lnTo>
                    <a:pt x="5491" y="76957"/>
                  </a:lnTo>
                  <a:lnTo>
                    <a:pt x="1960" y="72040"/>
                  </a:lnTo>
                  <a:lnTo>
                    <a:pt x="1129" y="69826"/>
                  </a:lnTo>
                  <a:lnTo>
                    <a:pt x="764" y="67969"/>
                  </a:lnTo>
                  <a:lnTo>
                    <a:pt x="399" y="66215"/>
                  </a:lnTo>
                  <a:lnTo>
                    <a:pt x="749" y="66166"/>
                  </a:lnTo>
                  <a:lnTo>
                    <a:pt x="1094" y="66610"/>
                  </a:lnTo>
                  <a:lnTo>
                    <a:pt x="1536" y="67143"/>
                  </a:lnTo>
                  <a:lnTo>
                    <a:pt x="1716" y="66266"/>
                  </a:lnTo>
                  <a:lnTo>
                    <a:pt x="1524" y="64348"/>
                  </a:lnTo>
                  <a:lnTo>
                    <a:pt x="614" y="59862"/>
                  </a:lnTo>
                  <a:lnTo>
                    <a:pt x="546" y="58629"/>
                  </a:lnTo>
                  <a:lnTo>
                    <a:pt x="992" y="54879"/>
                  </a:lnTo>
                  <a:lnTo>
                    <a:pt x="1735" y="50666"/>
                  </a:lnTo>
                  <a:lnTo>
                    <a:pt x="1686" y="45561"/>
                  </a:lnTo>
                  <a:lnTo>
                    <a:pt x="1917" y="41710"/>
                  </a:lnTo>
                  <a:lnTo>
                    <a:pt x="1660" y="39210"/>
                  </a:lnTo>
                  <a:lnTo>
                    <a:pt x="1537" y="36144"/>
                  </a:lnTo>
                  <a:lnTo>
                    <a:pt x="2083" y="32068"/>
                  </a:lnTo>
                  <a:lnTo>
                    <a:pt x="2548" y="31059"/>
                  </a:lnTo>
                  <a:lnTo>
                    <a:pt x="2836" y="29771"/>
                  </a:lnTo>
                  <a:lnTo>
                    <a:pt x="2854" y="25425"/>
                  </a:lnTo>
                  <a:lnTo>
                    <a:pt x="1803" y="23396"/>
                  </a:lnTo>
                  <a:lnTo>
                    <a:pt x="593" y="23014"/>
                  </a:lnTo>
                  <a:lnTo>
                    <a:pt x="623" y="21544"/>
                  </a:lnTo>
                  <a:lnTo>
                    <a:pt x="773" y="19212"/>
                  </a:lnTo>
                  <a:lnTo>
                    <a:pt x="687" y="18436"/>
                  </a:lnTo>
                  <a:lnTo>
                    <a:pt x="776" y="17104"/>
                  </a:lnTo>
                  <a:lnTo>
                    <a:pt x="482" y="15325"/>
                  </a:lnTo>
                  <a:lnTo>
                    <a:pt x="0" y="14047"/>
                  </a:lnTo>
                  <a:lnTo>
                    <a:pt x="464" y="11780"/>
                  </a:lnTo>
                  <a:lnTo>
                    <a:pt x="1143" y="9043"/>
                  </a:lnTo>
                  <a:lnTo>
                    <a:pt x="1773" y="6872"/>
                  </a:lnTo>
                  <a:lnTo>
                    <a:pt x="2536" y="4609"/>
                  </a:lnTo>
                  <a:lnTo>
                    <a:pt x="3045" y="2438"/>
                  </a:lnTo>
                  <a:lnTo>
                    <a:pt x="3593" y="572"/>
                  </a:lnTo>
                  <a:lnTo>
                    <a:pt x="4064" y="0"/>
                  </a:lnTo>
                  <a:lnTo>
                    <a:pt x="4298" y="396"/>
                  </a:lnTo>
                  <a:lnTo>
                    <a:pt x="4422" y="1211"/>
                  </a:lnTo>
                  <a:lnTo>
                    <a:pt x="4394" y="3628"/>
                  </a:lnTo>
                  <a:lnTo>
                    <a:pt x="4555" y="4462"/>
                  </a:lnTo>
                  <a:lnTo>
                    <a:pt x="4880" y="5075"/>
                  </a:lnTo>
                  <a:lnTo>
                    <a:pt x="5567" y="4775"/>
                  </a:lnTo>
                  <a:lnTo>
                    <a:pt x="6329" y="4174"/>
                  </a:lnTo>
                  <a:lnTo>
                    <a:pt x="7354" y="289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3018942" y="1858914"/>
              <a:ext cx="2051" cy="1868"/>
            </a:xfrm>
            <a:custGeom>
              <a:avLst/>
              <a:pathLst>
                <a:path w="2051" h="1868">
                  <a:moveTo>
                    <a:pt x="2051" y="1011"/>
                  </a:moveTo>
                  <a:lnTo>
                    <a:pt x="1975" y="1712"/>
                  </a:lnTo>
                  <a:lnTo>
                    <a:pt x="1190" y="1868"/>
                  </a:lnTo>
                  <a:lnTo>
                    <a:pt x="860" y="1245"/>
                  </a:lnTo>
                  <a:lnTo>
                    <a:pt x="127" y="1323"/>
                  </a:lnTo>
                  <a:lnTo>
                    <a:pt x="0" y="1011"/>
                  </a:lnTo>
                  <a:lnTo>
                    <a:pt x="304" y="389"/>
                  </a:lnTo>
                  <a:lnTo>
                    <a:pt x="886" y="0"/>
                  </a:lnTo>
                  <a:lnTo>
                    <a:pt x="1645" y="15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3010492" y="1853855"/>
              <a:ext cx="1427" cy="3280"/>
            </a:xfrm>
            <a:custGeom>
              <a:avLst/>
              <a:pathLst>
                <a:path w="1427" h="3280">
                  <a:moveTo>
                    <a:pt x="1377" y="1741"/>
                  </a:moveTo>
                  <a:lnTo>
                    <a:pt x="1427" y="2403"/>
                  </a:lnTo>
                  <a:lnTo>
                    <a:pt x="1058" y="2237"/>
                  </a:lnTo>
                  <a:lnTo>
                    <a:pt x="776" y="2464"/>
                  </a:lnTo>
                  <a:lnTo>
                    <a:pt x="584" y="3280"/>
                  </a:lnTo>
                  <a:lnTo>
                    <a:pt x="168" y="2987"/>
                  </a:lnTo>
                  <a:lnTo>
                    <a:pt x="0" y="1818"/>
                  </a:lnTo>
                  <a:lnTo>
                    <a:pt x="310" y="66"/>
                  </a:lnTo>
                  <a:lnTo>
                    <a:pt x="1055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3011965" y="1849136"/>
              <a:ext cx="5639" cy="9576"/>
            </a:xfrm>
            <a:custGeom>
              <a:avLst/>
              <a:pathLst>
                <a:path w="5639" h="9576">
                  <a:moveTo>
                    <a:pt x="3050" y="1614"/>
                  </a:moveTo>
                  <a:lnTo>
                    <a:pt x="3345" y="1623"/>
                  </a:lnTo>
                  <a:lnTo>
                    <a:pt x="3476" y="1373"/>
                  </a:lnTo>
                  <a:lnTo>
                    <a:pt x="3990" y="1548"/>
                  </a:lnTo>
                  <a:lnTo>
                    <a:pt x="4764" y="2692"/>
                  </a:lnTo>
                  <a:lnTo>
                    <a:pt x="4920" y="3311"/>
                  </a:lnTo>
                  <a:lnTo>
                    <a:pt x="5453" y="3628"/>
                  </a:lnTo>
                  <a:lnTo>
                    <a:pt x="5639" y="4270"/>
                  </a:lnTo>
                  <a:lnTo>
                    <a:pt x="5022" y="6272"/>
                  </a:lnTo>
                  <a:lnTo>
                    <a:pt x="4641" y="6309"/>
                  </a:lnTo>
                  <a:lnTo>
                    <a:pt x="4357" y="6055"/>
                  </a:lnTo>
                  <a:lnTo>
                    <a:pt x="3854" y="6274"/>
                  </a:lnTo>
                  <a:lnTo>
                    <a:pt x="3560" y="6652"/>
                  </a:lnTo>
                  <a:lnTo>
                    <a:pt x="3461" y="7485"/>
                  </a:lnTo>
                  <a:lnTo>
                    <a:pt x="3477" y="9226"/>
                  </a:lnTo>
                  <a:lnTo>
                    <a:pt x="1226" y="9576"/>
                  </a:lnTo>
                  <a:lnTo>
                    <a:pt x="708" y="9066"/>
                  </a:lnTo>
                  <a:lnTo>
                    <a:pt x="0" y="5106"/>
                  </a:lnTo>
                  <a:lnTo>
                    <a:pt x="140" y="4083"/>
                  </a:lnTo>
                  <a:lnTo>
                    <a:pt x="617" y="3647"/>
                  </a:lnTo>
                  <a:lnTo>
                    <a:pt x="1026" y="3553"/>
                  </a:lnTo>
                  <a:lnTo>
                    <a:pt x="1086" y="5686"/>
                  </a:lnTo>
                  <a:lnTo>
                    <a:pt x="1686" y="5474"/>
                  </a:lnTo>
                  <a:lnTo>
                    <a:pt x="1873" y="4068"/>
                  </a:lnTo>
                  <a:lnTo>
                    <a:pt x="1916" y="3079"/>
                  </a:lnTo>
                  <a:lnTo>
                    <a:pt x="1753" y="2579"/>
                  </a:lnTo>
                  <a:lnTo>
                    <a:pt x="1346" y="2193"/>
                  </a:lnTo>
                  <a:lnTo>
                    <a:pt x="1110" y="1529"/>
                  </a:lnTo>
                  <a:lnTo>
                    <a:pt x="1449" y="461"/>
                  </a:lnTo>
                  <a:lnTo>
                    <a:pt x="2076" y="0"/>
                  </a:lnTo>
                  <a:lnTo>
                    <a:pt x="2617" y="14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2836444" y="2374018"/>
              <a:ext cx="3128" cy="6153"/>
            </a:xfrm>
            <a:custGeom>
              <a:avLst/>
              <a:pathLst>
                <a:path w="3128" h="6153">
                  <a:moveTo>
                    <a:pt x="2799" y="4119"/>
                  </a:moveTo>
                  <a:lnTo>
                    <a:pt x="2534" y="4315"/>
                  </a:lnTo>
                  <a:lnTo>
                    <a:pt x="1649" y="5518"/>
                  </a:lnTo>
                  <a:lnTo>
                    <a:pt x="1146" y="5940"/>
                  </a:lnTo>
                  <a:lnTo>
                    <a:pt x="686" y="6153"/>
                  </a:lnTo>
                  <a:lnTo>
                    <a:pt x="326" y="6065"/>
                  </a:lnTo>
                  <a:lnTo>
                    <a:pt x="127" y="5360"/>
                  </a:lnTo>
                  <a:lnTo>
                    <a:pt x="148" y="4281"/>
                  </a:lnTo>
                  <a:lnTo>
                    <a:pt x="68" y="3307"/>
                  </a:lnTo>
                  <a:lnTo>
                    <a:pt x="0" y="2787"/>
                  </a:lnTo>
                  <a:lnTo>
                    <a:pt x="129" y="1383"/>
                  </a:lnTo>
                  <a:lnTo>
                    <a:pt x="423" y="621"/>
                  </a:lnTo>
                  <a:lnTo>
                    <a:pt x="831" y="0"/>
                  </a:lnTo>
                  <a:lnTo>
                    <a:pt x="1473" y="228"/>
                  </a:lnTo>
                  <a:lnTo>
                    <a:pt x="2836" y="1131"/>
                  </a:lnTo>
                  <a:lnTo>
                    <a:pt x="3120" y="1973"/>
                  </a:lnTo>
                  <a:lnTo>
                    <a:pt x="3128" y="2540"/>
                  </a:lnTo>
                  <a:lnTo>
                    <a:pt x="2875" y="345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3338466" y="2917242"/>
              <a:ext cx="2823" cy="3645"/>
            </a:xfrm>
            <a:custGeom>
              <a:avLst/>
              <a:pathLst>
                <a:path w="2823" h="3645">
                  <a:moveTo>
                    <a:pt x="2820" y="2415"/>
                  </a:moveTo>
                  <a:lnTo>
                    <a:pt x="2823" y="3415"/>
                  </a:lnTo>
                  <a:lnTo>
                    <a:pt x="1844" y="3126"/>
                  </a:lnTo>
                  <a:lnTo>
                    <a:pt x="1582" y="3645"/>
                  </a:lnTo>
                  <a:lnTo>
                    <a:pt x="782" y="3357"/>
                  </a:lnTo>
                  <a:lnTo>
                    <a:pt x="0" y="2634"/>
                  </a:lnTo>
                  <a:lnTo>
                    <a:pt x="530" y="1422"/>
                  </a:lnTo>
                  <a:lnTo>
                    <a:pt x="1916" y="0"/>
                  </a:lnTo>
                  <a:lnTo>
                    <a:pt x="2492" y="1294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3328350" y="2913760"/>
              <a:ext cx="724" cy="2820"/>
            </a:xfrm>
            <a:custGeom>
              <a:avLst/>
              <a:pathLst>
                <a:path w="724" h="2820">
                  <a:moveTo>
                    <a:pt x="333" y="2605"/>
                  </a:moveTo>
                  <a:lnTo>
                    <a:pt x="170" y="2820"/>
                  </a:lnTo>
                  <a:lnTo>
                    <a:pt x="0" y="1226"/>
                  </a:lnTo>
                  <a:lnTo>
                    <a:pt x="13" y="721"/>
                  </a:lnTo>
                  <a:lnTo>
                    <a:pt x="453" y="0"/>
                  </a:lnTo>
                  <a:lnTo>
                    <a:pt x="724" y="1304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3334202" y="2912747"/>
              <a:ext cx="2445" cy="4671"/>
            </a:xfrm>
            <a:custGeom>
              <a:avLst/>
              <a:pathLst>
                <a:path w="2445" h="4671">
                  <a:moveTo>
                    <a:pt x="1358" y="4504"/>
                  </a:moveTo>
                  <a:lnTo>
                    <a:pt x="647" y="4671"/>
                  </a:lnTo>
                  <a:lnTo>
                    <a:pt x="0" y="3549"/>
                  </a:lnTo>
                  <a:lnTo>
                    <a:pt x="1361" y="2051"/>
                  </a:lnTo>
                  <a:lnTo>
                    <a:pt x="1730" y="1376"/>
                  </a:lnTo>
                  <a:lnTo>
                    <a:pt x="2129" y="0"/>
                  </a:lnTo>
                  <a:lnTo>
                    <a:pt x="2445" y="1177"/>
                  </a:lnTo>
                  <a:lnTo>
                    <a:pt x="2096" y="3047"/>
                  </a:lnTo>
                  <a:lnTo>
                    <a:pt x="1842" y="3846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3345199" y="2909931"/>
              <a:ext cx="1256" cy="2452"/>
            </a:xfrm>
            <a:custGeom>
              <a:avLst/>
              <a:pathLst>
                <a:path w="1256" h="2452">
                  <a:moveTo>
                    <a:pt x="1256" y="1878"/>
                  </a:moveTo>
                  <a:lnTo>
                    <a:pt x="1171" y="2452"/>
                  </a:lnTo>
                  <a:lnTo>
                    <a:pt x="900" y="2400"/>
                  </a:lnTo>
                  <a:lnTo>
                    <a:pt x="220" y="1878"/>
                  </a:lnTo>
                  <a:lnTo>
                    <a:pt x="0" y="1043"/>
                  </a:lnTo>
                  <a:lnTo>
                    <a:pt x="424" y="51"/>
                  </a:lnTo>
                  <a:lnTo>
                    <a:pt x="611" y="0"/>
                  </a:lnTo>
                  <a:lnTo>
                    <a:pt x="882" y="1043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318603" y="2863781"/>
              <a:ext cx="46334" cy="101846"/>
            </a:xfrm>
            <a:custGeom>
              <a:avLst/>
              <a:pathLst>
                <a:path w="46334" h="101846">
                  <a:moveTo>
                    <a:pt x="45467" y="12336"/>
                  </a:moveTo>
                  <a:lnTo>
                    <a:pt x="46098" y="14738"/>
                  </a:lnTo>
                  <a:lnTo>
                    <a:pt x="46188" y="31022"/>
                  </a:lnTo>
                  <a:lnTo>
                    <a:pt x="46334" y="32177"/>
                  </a:lnTo>
                  <a:lnTo>
                    <a:pt x="45997" y="32352"/>
                  </a:lnTo>
                  <a:lnTo>
                    <a:pt x="45618" y="33593"/>
                  </a:lnTo>
                  <a:lnTo>
                    <a:pt x="45179" y="35502"/>
                  </a:lnTo>
                  <a:lnTo>
                    <a:pt x="44572" y="36488"/>
                  </a:lnTo>
                  <a:lnTo>
                    <a:pt x="44089" y="37605"/>
                  </a:lnTo>
                  <a:lnTo>
                    <a:pt x="43628" y="38989"/>
                  </a:lnTo>
                  <a:lnTo>
                    <a:pt x="43218" y="39282"/>
                  </a:lnTo>
                  <a:lnTo>
                    <a:pt x="42685" y="37524"/>
                  </a:lnTo>
                  <a:lnTo>
                    <a:pt x="42318" y="35731"/>
                  </a:lnTo>
                  <a:lnTo>
                    <a:pt x="42409" y="35343"/>
                  </a:lnTo>
                  <a:lnTo>
                    <a:pt x="42665" y="35214"/>
                  </a:lnTo>
                  <a:lnTo>
                    <a:pt x="42764" y="34290"/>
                  </a:lnTo>
                  <a:lnTo>
                    <a:pt x="42609" y="32945"/>
                  </a:lnTo>
                  <a:lnTo>
                    <a:pt x="42249" y="32441"/>
                  </a:lnTo>
                  <a:lnTo>
                    <a:pt x="41795" y="32397"/>
                  </a:lnTo>
                  <a:lnTo>
                    <a:pt x="41361" y="32998"/>
                  </a:lnTo>
                  <a:lnTo>
                    <a:pt x="40901" y="34184"/>
                  </a:lnTo>
                  <a:lnTo>
                    <a:pt x="40640" y="35460"/>
                  </a:lnTo>
                  <a:lnTo>
                    <a:pt x="40600" y="38025"/>
                  </a:lnTo>
                  <a:lnTo>
                    <a:pt x="40721" y="40912"/>
                  </a:lnTo>
                  <a:lnTo>
                    <a:pt x="40719" y="42312"/>
                  </a:lnTo>
                  <a:lnTo>
                    <a:pt x="40465" y="44052"/>
                  </a:lnTo>
                  <a:lnTo>
                    <a:pt x="40375" y="46614"/>
                  </a:lnTo>
                  <a:lnTo>
                    <a:pt x="40554" y="48597"/>
                  </a:lnTo>
                  <a:lnTo>
                    <a:pt x="40720" y="49778"/>
                  </a:lnTo>
                  <a:lnTo>
                    <a:pt x="40736" y="50775"/>
                  </a:lnTo>
                  <a:lnTo>
                    <a:pt x="40305" y="53941"/>
                  </a:lnTo>
                  <a:lnTo>
                    <a:pt x="40678" y="54532"/>
                  </a:lnTo>
                  <a:lnTo>
                    <a:pt x="41918" y="54755"/>
                  </a:lnTo>
                  <a:lnTo>
                    <a:pt x="42280" y="56897"/>
                  </a:lnTo>
                  <a:lnTo>
                    <a:pt x="42529" y="58365"/>
                  </a:lnTo>
                  <a:lnTo>
                    <a:pt x="42461" y="59239"/>
                  </a:lnTo>
                  <a:lnTo>
                    <a:pt x="41586" y="59888"/>
                  </a:lnTo>
                  <a:lnTo>
                    <a:pt x="40480" y="60607"/>
                  </a:lnTo>
                  <a:lnTo>
                    <a:pt x="39687" y="60399"/>
                  </a:lnTo>
                  <a:lnTo>
                    <a:pt x="38257" y="61367"/>
                  </a:lnTo>
                  <a:lnTo>
                    <a:pt x="37494" y="62852"/>
                  </a:lnTo>
                  <a:lnTo>
                    <a:pt x="37718" y="63781"/>
                  </a:lnTo>
                  <a:lnTo>
                    <a:pt x="37983" y="64495"/>
                  </a:lnTo>
                  <a:lnTo>
                    <a:pt x="38101" y="66459"/>
                  </a:lnTo>
                  <a:lnTo>
                    <a:pt x="37879" y="69249"/>
                  </a:lnTo>
                  <a:lnTo>
                    <a:pt x="37473" y="71959"/>
                  </a:lnTo>
                  <a:lnTo>
                    <a:pt x="36969" y="75332"/>
                  </a:lnTo>
                  <a:lnTo>
                    <a:pt x="36386" y="79212"/>
                  </a:lnTo>
                  <a:lnTo>
                    <a:pt x="35588" y="85048"/>
                  </a:lnTo>
                  <a:lnTo>
                    <a:pt x="34912" y="89634"/>
                  </a:lnTo>
                  <a:lnTo>
                    <a:pt x="34838" y="92938"/>
                  </a:lnTo>
                  <a:lnTo>
                    <a:pt x="34856" y="95093"/>
                  </a:lnTo>
                  <a:lnTo>
                    <a:pt x="34777" y="99404"/>
                  </a:lnTo>
                  <a:lnTo>
                    <a:pt x="34138" y="101773"/>
                  </a:lnTo>
                  <a:lnTo>
                    <a:pt x="33993" y="101846"/>
                  </a:lnTo>
                  <a:lnTo>
                    <a:pt x="33231" y="101560"/>
                  </a:lnTo>
                  <a:lnTo>
                    <a:pt x="32973" y="101465"/>
                  </a:lnTo>
                  <a:lnTo>
                    <a:pt x="32245" y="101190"/>
                  </a:lnTo>
                  <a:lnTo>
                    <a:pt x="31114" y="100766"/>
                  </a:lnTo>
                  <a:lnTo>
                    <a:pt x="29647" y="100215"/>
                  </a:lnTo>
                  <a:lnTo>
                    <a:pt x="27911" y="99563"/>
                  </a:lnTo>
                  <a:lnTo>
                    <a:pt x="25973" y="98836"/>
                  </a:lnTo>
                  <a:lnTo>
                    <a:pt x="23901" y="98058"/>
                  </a:lnTo>
                  <a:lnTo>
                    <a:pt x="21763" y="97256"/>
                  </a:lnTo>
                  <a:lnTo>
                    <a:pt x="19623" y="96452"/>
                  </a:lnTo>
                  <a:lnTo>
                    <a:pt x="17551" y="95675"/>
                  </a:lnTo>
                  <a:lnTo>
                    <a:pt x="15612" y="94947"/>
                  </a:lnTo>
                  <a:lnTo>
                    <a:pt x="13877" y="94295"/>
                  </a:lnTo>
                  <a:lnTo>
                    <a:pt x="12410" y="93746"/>
                  </a:lnTo>
                  <a:lnTo>
                    <a:pt x="11279" y="93320"/>
                  </a:lnTo>
                  <a:lnTo>
                    <a:pt x="10551" y="93046"/>
                  </a:lnTo>
                  <a:lnTo>
                    <a:pt x="10294" y="92951"/>
                  </a:lnTo>
                  <a:lnTo>
                    <a:pt x="9485" y="92646"/>
                  </a:lnTo>
                  <a:lnTo>
                    <a:pt x="9048" y="91046"/>
                  </a:lnTo>
                  <a:lnTo>
                    <a:pt x="8519" y="89111"/>
                  </a:lnTo>
                  <a:lnTo>
                    <a:pt x="7991" y="87175"/>
                  </a:lnTo>
                  <a:lnTo>
                    <a:pt x="7461" y="85239"/>
                  </a:lnTo>
                  <a:lnTo>
                    <a:pt x="6933" y="83304"/>
                  </a:lnTo>
                  <a:lnTo>
                    <a:pt x="6404" y="81369"/>
                  </a:lnTo>
                  <a:lnTo>
                    <a:pt x="5875" y="79433"/>
                  </a:lnTo>
                  <a:lnTo>
                    <a:pt x="5346" y="77498"/>
                  </a:lnTo>
                  <a:lnTo>
                    <a:pt x="4817" y="75562"/>
                  </a:lnTo>
                  <a:lnTo>
                    <a:pt x="4288" y="73627"/>
                  </a:lnTo>
                  <a:lnTo>
                    <a:pt x="3760" y="71691"/>
                  </a:lnTo>
                  <a:lnTo>
                    <a:pt x="3230" y="69754"/>
                  </a:lnTo>
                  <a:lnTo>
                    <a:pt x="2701" y="67819"/>
                  </a:lnTo>
                  <a:lnTo>
                    <a:pt x="2172" y="65885"/>
                  </a:lnTo>
                  <a:lnTo>
                    <a:pt x="1643" y="63948"/>
                  </a:lnTo>
                  <a:lnTo>
                    <a:pt x="1115" y="62012"/>
                  </a:lnTo>
                  <a:lnTo>
                    <a:pt x="585" y="60077"/>
                  </a:lnTo>
                  <a:lnTo>
                    <a:pt x="232" y="58782"/>
                  </a:lnTo>
                  <a:lnTo>
                    <a:pt x="36" y="57320"/>
                  </a:lnTo>
                  <a:lnTo>
                    <a:pt x="0" y="53491"/>
                  </a:lnTo>
                  <a:lnTo>
                    <a:pt x="0" y="52655"/>
                  </a:lnTo>
                  <a:lnTo>
                    <a:pt x="356" y="51112"/>
                  </a:lnTo>
                  <a:lnTo>
                    <a:pt x="526" y="52215"/>
                  </a:lnTo>
                  <a:lnTo>
                    <a:pt x="924" y="53711"/>
                  </a:lnTo>
                  <a:lnTo>
                    <a:pt x="1599" y="53346"/>
                  </a:lnTo>
                  <a:lnTo>
                    <a:pt x="1915" y="53595"/>
                  </a:lnTo>
                  <a:lnTo>
                    <a:pt x="2147" y="58903"/>
                  </a:lnTo>
                  <a:lnTo>
                    <a:pt x="2641" y="60790"/>
                  </a:lnTo>
                  <a:lnTo>
                    <a:pt x="3246" y="61545"/>
                  </a:lnTo>
                  <a:lnTo>
                    <a:pt x="5289" y="61966"/>
                  </a:lnTo>
                  <a:lnTo>
                    <a:pt x="6561" y="61253"/>
                  </a:lnTo>
                  <a:lnTo>
                    <a:pt x="9066" y="57787"/>
                  </a:lnTo>
                  <a:lnTo>
                    <a:pt x="10381" y="56542"/>
                  </a:lnTo>
                  <a:lnTo>
                    <a:pt x="14016" y="56759"/>
                  </a:lnTo>
                  <a:lnTo>
                    <a:pt x="16931" y="58203"/>
                  </a:lnTo>
                  <a:lnTo>
                    <a:pt x="21471" y="59059"/>
                  </a:lnTo>
                  <a:lnTo>
                    <a:pt x="22351" y="58835"/>
                  </a:lnTo>
                  <a:lnTo>
                    <a:pt x="24799" y="56053"/>
                  </a:lnTo>
                  <a:lnTo>
                    <a:pt x="26302" y="53597"/>
                  </a:lnTo>
                  <a:lnTo>
                    <a:pt x="27194" y="52892"/>
                  </a:lnTo>
                  <a:lnTo>
                    <a:pt x="27783" y="50526"/>
                  </a:lnTo>
                  <a:lnTo>
                    <a:pt x="28172" y="47440"/>
                  </a:lnTo>
                  <a:lnTo>
                    <a:pt x="28517" y="45422"/>
                  </a:lnTo>
                  <a:lnTo>
                    <a:pt x="28957" y="44460"/>
                  </a:lnTo>
                  <a:lnTo>
                    <a:pt x="29377" y="42753"/>
                  </a:lnTo>
                  <a:lnTo>
                    <a:pt x="29712" y="39969"/>
                  </a:lnTo>
                  <a:lnTo>
                    <a:pt x="30556" y="37164"/>
                  </a:lnTo>
                  <a:lnTo>
                    <a:pt x="33934" y="30333"/>
                  </a:lnTo>
                  <a:lnTo>
                    <a:pt x="35908" y="24565"/>
                  </a:lnTo>
                  <a:lnTo>
                    <a:pt x="36083" y="22704"/>
                  </a:lnTo>
                  <a:lnTo>
                    <a:pt x="37157" y="19906"/>
                  </a:lnTo>
                  <a:lnTo>
                    <a:pt x="38017" y="16843"/>
                  </a:lnTo>
                  <a:lnTo>
                    <a:pt x="42039" y="8101"/>
                  </a:lnTo>
                  <a:lnTo>
                    <a:pt x="42846" y="4495"/>
                  </a:lnTo>
                  <a:lnTo>
                    <a:pt x="43321" y="454"/>
                  </a:lnTo>
                  <a:lnTo>
                    <a:pt x="43377" y="162"/>
                  </a:lnTo>
                  <a:lnTo>
                    <a:pt x="43724" y="0"/>
                  </a:lnTo>
                  <a:lnTo>
                    <a:pt x="44214" y="611"/>
                  </a:lnTo>
                  <a:lnTo>
                    <a:pt x="44263" y="3634"/>
                  </a:lnTo>
                  <a:lnTo>
                    <a:pt x="44085" y="6491"/>
                  </a:lnTo>
                  <a:lnTo>
                    <a:pt x="44065" y="9516"/>
                  </a:lnTo>
                  <a:lnTo>
                    <a:pt x="43994" y="11158"/>
                  </a:lnTo>
                  <a:lnTo>
                    <a:pt x="44369" y="12506"/>
                  </a:lnTo>
                  <a:lnTo>
                    <a:pt x="45003" y="13083"/>
                  </a:lnTo>
                  <a:lnTo>
                    <a:pt x="45281" y="13014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3363232" y="2886367"/>
              <a:ext cx="742" cy="2806"/>
            </a:xfrm>
            <a:custGeom>
              <a:avLst/>
              <a:pathLst>
                <a:path w="742" h="2806">
                  <a:moveTo>
                    <a:pt x="0" y="2674"/>
                  </a:moveTo>
                  <a:lnTo>
                    <a:pt x="285" y="2806"/>
                  </a:lnTo>
                  <a:lnTo>
                    <a:pt x="685" y="2017"/>
                  </a:lnTo>
                  <a:lnTo>
                    <a:pt x="742" y="744"/>
                  </a:lnTo>
                  <a:lnTo>
                    <a:pt x="642" y="86"/>
                  </a:lnTo>
                  <a:lnTo>
                    <a:pt x="228" y="0"/>
                  </a:lnTo>
                  <a:lnTo>
                    <a:pt x="57" y="1096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2200287" y="5250882"/>
              <a:ext cx="9055" cy="5505"/>
            </a:xfrm>
            <a:custGeom>
              <a:avLst/>
              <a:pathLst>
                <a:path w="9055" h="5505">
                  <a:moveTo>
                    <a:pt x="2001" y="0"/>
                  </a:moveTo>
                  <a:lnTo>
                    <a:pt x="3061" y="683"/>
                  </a:lnTo>
                  <a:lnTo>
                    <a:pt x="5160" y="170"/>
                  </a:lnTo>
                  <a:lnTo>
                    <a:pt x="6268" y="161"/>
                  </a:lnTo>
                  <a:lnTo>
                    <a:pt x="6752" y="403"/>
                  </a:lnTo>
                  <a:lnTo>
                    <a:pt x="6968" y="773"/>
                  </a:lnTo>
                  <a:lnTo>
                    <a:pt x="8415" y="199"/>
                  </a:lnTo>
                  <a:lnTo>
                    <a:pt x="9055" y="262"/>
                  </a:lnTo>
                  <a:lnTo>
                    <a:pt x="8890" y="1529"/>
                  </a:lnTo>
                  <a:lnTo>
                    <a:pt x="7557" y="2790"/>
                  </a:lnTo>
                  <a:lnTo>
                    <a:pt x="7008" y="2256"/>
                  </a:lnTo>
                  <a:lnTo>
                    <a:pt x="4176" y="2371"/>
                  </a:lnTo>
                  <a:lnTo>
                    <a:pt x="2923" y="3667"/>
                  </a:lnTo>
                  <a:lnTo>
                    <a:pt x="2390" y="3655"/>
                  </a:lnTo>
                  <a:lnTo>
                    <a:pt x="1153" y="5505"/>
                  </a:lnTo>
                  <a:lnTo>
                    <a:pt x="248" y="4337"/>
                  </a:lnTo>
                  <a:lnTo>
                    <a:pt x="0" y="3260"/>
                  </a:lnTo>
                  <a:lnTo>
                    <a:pt x="654" y="1728"/>
                  </a:lnTo>
                  <a:lnTo>
                    <a:pt x="1271" y="1696"/>
                  </a:lnTo>
                  <a:lnTo>
                    <a:pt x="1691" y="107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2162833" y="5189905"/>
              <a:ext cx="33399" cy="70311"/>
            </a:xfrm>
            <a:custGeom>
              <a:avLst/>
              <a:pathLst>
                <a:path w="33399" h="70311">
                  <a:moveTo>
                    <a:pt x="0" y="65036"/>
                  </a:moveTo>
                  <a:lnTo>
                    <a:pt x="54" y="58365"/>
                  </a:lnTo>
                  <a:lnTo>
                    <a:pt x="129" y="49387"/>
                  </a:lnTo>
                  <a:lnTo>
                    <a:pt x="144" y="41377"/>
                  </a:lnTo>
                  <a:lnTo>
                    <a:pt x="159" y="33574"/>
                  </a:lnTo>
                  <a:lnTo>
                    <a:pt x="174" y="25494"/>
                  </a:lnTo>
                  <a:lnTo>
                    <a:pt x="190" y="17411"/>
                  </a:lnTo>
                  <a:lnTo>
                    <a:pt x="206" y="8772"/>
                  </a:lnTo>
                  <a:lnTo>
                    <a:pt x="223" y="0"/>
                  </a:lnTo>
                  <a:lnTo>
                    <a:pt x="788" y="1249"/>
                  </a:lnTo>
                  <a:lnTo>
                    <a:pt x="3023" y="7312"/>
                  </a:lnTo>
                  <a:lnTo>
                    <a:pt x="3605" y="9790"/>
                  </a:lnTo>
                  <a:lnTo>
                    <a:pt x="3971" y="12682"/>
                  </a:lnTo>
                  <a:lnTo>
                    <a:pt x="3078" y="10844"/>
                  </a:lnTo>
                  <a:lnTo>
                    <a:pt x="2134" y="11897"/>
                  </a:lnTo>
                  <a:lnTo>
                    <a:pt x="1670" y="13626"/>
                  </a:lnTo>
                  <a:lnTo>
                    <a:pt x="1273" y="15501"/>
                  </a:lnTo>
                  <a:lnTo>
                    <a:pt x="1275" y="16820"/>
                  </a:lnTo>
                  <a:lnTo>
                    <a:pt x="1583" y="17974"/>
                  </a:lnTo>
                  <a:lnTo>
                    <a:pt x="2500" y="18978"/>
                  </a:lnTo>
                  <a:lnTo>
                    <a:pt x="4730" y="19319"/>
                  </a:lnTo>
                  <a:lnTo>
                    <a:pt x="4894" y="19691"/>
                  </a:lnTo>
                  <a:lnTo>
                    <a:pt x="6198" y="26931"/>
                  </a:lnTo>
                  <a:lnTo>
                    <a:pt x="6853" y="28547"/>
                  </a:lnTo>
                  <a:lnTo>
                    <a:pt x="7615" y="29831"/>
                  </a:lnTo>
                  <a:lnTo>
                    <a:pt x="9374" y="33522"/>
                  </a:lnTo>
                  <a:lnTo>
                    <a:pt x="11061" y="37507"/>
                  </a:lnTo>
                  <a:lnTo>
                    <a:pt x="13064" y="41284"/>
                  </a:lnTo>
                  <a:lnTo>
                    <a:pt x="15225" y="44187"/>
                  </a:lnTo>
                  <a:lnTo>
                    <a:pt x="17190" y="46389"/>
                  </a:lnTo>
                  <a:lnTo>
                    <a:pt x="19065" y="49079"/>
                  </a:lnTo>
                  <a:lnTo>
                    <a:pt x="21065" y="52844"/>
                  </a:lnTo>
                  <a:lnTo>
                    <a:pt x="23241" y="55577"/>
                  </a:lnTo>
                  <a:lnTo>
                    <a:pt x="25578" y="57510"/>
                  </a:lnTo>
                  <a:lnTo>
                    <a:pt x="27938" y="59121"/>
                  </a:lnTo>
                  <a:lnTo>
                    <a:pt x="31570" y="58492"/>
                  </a:lnTo>
                  <a:lnTo>
                    <a:pt x="32698" y="58668"/>
                  </a:lnTo>
                  <a:lnTo>
                    <a:pt x="33399" y="59851"/>
                  </a:lnTo>
                  <a:lnTo>
                    <a:pt x="32694" y="63123"/>
                  </a:lnTo>
                  <a:lnTo>
                    <a:pt x="31794" y="65755"/>
                  </a:lnTo>
                  <a:lnTo>
                    <a:pt x="30591" y="66840"/>
                  </a:lnTo>
                  <a:lnTo>
                    <a:pt x="29320" y="67238"/>
                  </a:lnTo>
                  <a:lnTo>
                    <a:pt x="28172" y="67186"/>
                  </a:lnTo>
                  <a:lnTo>
                    <a:pt x="27026" y="66701"/>
                  </a:lnTo>
                  <a:lnTo>
                    <a:pt x="25951" y="66978"/>
                  </a:lnTo>
                  <a:lnTo>
                    <a:pt x="24924" y="68083"/>
                  </a:lnTo>
                  <a:lnTo>
                    <a:pt x="23853" y="68632"/>
                  </a:lnTo>
                  <a:lnTo>
                    <a:pt x="22750" y="68704"/>
                  </a:lnTo>
                  <a:lnTo>
                    <a:pt x="21674" y="69639"/>
                  </a:lnTo>
                  <a:lnTo>
                    <a:pt x="20593" y="70311"/>
                  </a:lnTo>
                  <a:lnTo>
                    <a:pt x="19472" y="69754"/>
                  </a:lnTo>
                  <a:lnTo>
                    <a:pt x="16561" y="67143"/>
                  </a:lnTo>
                  <a:lnTo>
                    <a:pt x="14671" y="66519"/>
                  </a:lnTo>
                  <a:lnTo>
                    <a:pt x="8267" y="65481"/>
                  </a:lnTo>
                  <a:lnTo>
                    <a:pt x="6211" y="64883"/>
                  </a:lnTo>
                  <a:lnTo>
                    <a:pt x="4163" y="63971"/>
                  </a:lnTo>
                  <a:lnTo>
                    <a:pt x="3091" y="63934"/>
                  </a:lnTo>
                  <a:lnTo>
                    <a:pt x="1559" y="64523"/>
                  </a:lnTo>
                  <a:lnTo>
                    <a:pt x="332" y="6445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225901" y="4789031"/>
              <a:ext cx="2182" cy="4392"/>
            </a:xfrm>
            <a:custGeom>
              <a:avLst/>
              <a:pathLst>
                <a:path w="2182" h="4392">
                  <a:moveTo>
                    <a:pt x="2088" y="2530"/>
                  </a:moveTo>
                  <a:lnTo>
                    <a:pt x="2182" y="4392"/>
                  </a:lnTo>
                  <a:lnTo>
                    <a:pt x="1682" y="4172"/>
                  </a:lnTo>
                  <a:lnTo>
                    <a:pt x="494" y="2383"/>
                  </a:lnTo>
                  <a:lnTo>
                    <a:pt x="93" y="706"/>
                  </a:lnTo>
                  <a:lnTo>
                    <a:pt x="0" y="0"/>
                  </a:lnTo>
                  <a:lnTo>
                    <a:pt x="1214" y="767"/>
                  </a:lnTo>
                  <a:lnTo>
                    <a:pt x="1787" y="146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2115505" y="4278314"/>
              <a:ext cx="191386" cy="902844"/>
            </a:xfrm>
            <a:custGeom>
              <a:avLst/>
              <a:pathLst>
                <a:path w="191386" h="902844">
                  <a:moveTo>
                    <a:pt x="105032" y="12740"/>
                  </a:moveTo>
                  <a:lnTo>
                    <a:pt x="105275" y="13562"/>
                  </a:lnTo>
                  <a:lnTo>
                    <a:pt x="105272" y="14416"/>
                  </a:lnTo>
                  <a:lnTo>
                    <a:pt x="106084" y="16165"/>
                  </a:lnTo>
                  <a:lnTo>
                    <a:pt x="107709" y="18811"/>
                  </a:lnTo>
                  <a:lnTo>
                    <a:pt x="109231" y="23930"/>
                  </a:lnTo>
                  <a:lnTo>
                    <a:pt x="110650" y="31525"/>
                  </a:lnTo>
                  <a:lnTo>
                    <a:pt x="111982" y="37135"/>
                  </a:lnTo>
                  <a:lnTo>
                    <a:pt x="113227" y="40762"/>
                  </a:lnTo>
                  <a:lnTo>
                    <a:pt x="114371" y="43325"/>
                  </a:lnTo>
                  <a:lnTo>
                    <a:pt x="115414" y="44822"/>
                  </a:lnTo>
                  <a:lnTo>
                    <a:pt x="115971" y="46034"/>
                  </a:lnTo>
                  <a:lnTo>
                    <a:pt x="116044" y="46966"/>
                  </a:lnTo>
                  <a:lnTo>
                    <a:pt x="117020" y="48903"/>
                  </a:lnTo>
                  <a:lnTo>
                    <a:pt x="118900" y="51843"/>
                  </a:lnTo>
                  <a:lnTo>
                    <a:pt x="120089" y="54781"/>
                  </a:lnTo>
                  <a:lnTo>
                    <a:pt x="120587" y="57712"/>
                  </a:lnTo>
                  <a:lnTo>
                    <a:pt x="122443" y="60739"/>
                  </a:lnTo>
                  <a:lnTo>
                    <a:pt x="125659" y="63856"/>
                  </a:lnTo>
                  <a:lnTo>
                    <a:pt x="127996" y="65345"/>
                  </a:lnTo>
                  <a:lnTo>
                    <a:pt x="129457" y="65204"/>
                  </a:lnTo>
                  <a:lnTo>
                    <a:pt x="131551" y="67697"/>
                  </a:lnTo>
                  <a:lnTo>
                    <a:pt x="134280" y="72816"/>
                  </a:lnTo>
                  <a:lnTo>
                    <a:pt x="135945" y="76368"/>
                  </a:lnTo>
                  <a:lnTo>
                    <a:pt x="136545" y="78345"/>
                  </a:lnTo>
                  <a:lnTo>
                    <a:pt x="138331" y="81548"/>
                  </a:lnTo>
                  <a:lnTo>
                    <a:pt x="142784" y="88176"/>
                  </a:lnTo>
                  <a:lnTo>
                    <a:pt x="144749" y="89838"/>
                  </a:lnTo>
                  <a:lnTo>
                    <a:pt x="145680" y="91353"/>
                  </a:lnTo>
                  <a:lnTo>
                    <a:pt x="146232" y="93278"/>
                  </a:lnTo>
                  <a:lnTo>
                    <a:pt x="146777" y="93864"/>
                  </a:lnTo>
                  <a:lnTo>
                    <a:pt x="147314" y="93117"/>
                  </a:lnTo>
                  <a:lnTo>
                    <a:pt x="148432" y="93806"/>
                  </a:lnTo>
                  <a:lnTo>
                    <a:pt x="150131" y="95936"/>
                  </a:lnTo>
                  <a:lnTo>
                    <a:pt x="151459" y="98513"/>
                  </a:lnTo>
                  <a:lnTo>
                    <a:pt x="153168" y="104186"/>
                  </a:lnTo>
                  <a:lnTo>
                    <a:pt x="153713" y="106451"/>
                  </a:lnTo>
                  <a:lnTo>
                    <a:pt x="153944" y="108480"/>
                  </a:lnTo>
                  <a:lnTo>
                    <a:pt x="153862" y="110266"/>
                  </a:lnTo>
                  <a:lnTo>
                    <a:pt x="153342" y="112173"/>
                  </a:lnTo>
                  <a:lnTo>
                    <a:pt x="152384" y="114196"/>
                  </a:lnTo>
                  <a:lnTo>
                    <a:pt x="152102" y="115079"/>
                  </a:lnTo>
                  <a:lnTo>
                    <a:pt x="152080" y="115933"/>
                  </a:lnTo>
                  <a:lnTo>
                    <a:pt x="151836" y="117639"/>
                  </a:lnTo>
                  <a:lnTo>
                    <a:pt x="151040" y="121280"/>
                  </a:lnTo>
                  <a:lnTo>
                    <a:pt x="150838" y="122974"/>
                  </a:lnTo>
                  <a:lnTo>
                    <a:pt x="150796" y="124224"/>
                  </a:lnTo>
                  <a:lnTo>
                    <a:pt x="150291" y="125594"/>
                  </a:lnTo>
                  <a:lnTo>
                    <a:pt x="148952" y="128125"/>
                  </a:lnTo>
                  <a:lnTo>
                    <a:pt x="148676" y="129354"/>
                  </a:lnTo>
                  <a:lnTo>
                    <a:pt x="148609" y="130676"/>
                  </a:lnTo>
                  <a:lnTo>
                    <a:pt x="148440" y="131461"/>
                  </a:lnTo>
                  <a:lnTo>
                    <a:pt x="148257" y="131790"/>
                  </a:lnTo>
                  <a:lnTo>
                    <a:pt x="148000" y="133114"/>
                  </a:lnTo>
                  <a:lnTo>
                    <a:pt x="147793" y="135302"/>
                  </a:lnTo>
                  <a:lnTo>
                    <a:pt x="147772" y="138112"/>
                  </a:lnTo>
                  <a:lnTo>
                    <a:pt x="147938" y="141541"/>
                  </a:lnTo>
                  <a:lnTo>
                    <a:pt x="147905" y="142646"/>
                  </a:lnTo>
                  <a:lnTo>
                    <a:pt x="147610" y="143237"/>
                  </a:lnTo>
                  <a:lnTo>
                    <a:pt x="147443" y="144031"/>
                  </a:lnTo>
                  <a:lnTo>
                    <a:pt x="147384" y="145632"/>
                  </a:lnTo>
                  <a:lnTo>
                    <a:pt x="147133" y="146804"/>
                  </a:lnTo>
                  <a:lnTo>
                    <a:pt x="146690" y="147548"/>
                  </a:lnTo>
                  <a:lnTo>
                    <a:pt x="146527" y="148405"/>
                  </a:lnTo>
                  <a:lnTo>
                    <a:pt x="146643" y="149372"/>
                  </a:lnTo>
                  <a:lnTo>
                    <a:pt x="146318" y="150330"/>
                  </a:lnTo>
                  <a:lnTo>
                    <a:pt x="145550" y="151274"/>
                  </a:lnTo>
                  <a:lnTo>
                    <a:pt x="145079" y="152647"/>
                  </a:lnTo>
                  <a:lnTo>
                    <a:pt x="144907" y="154451"/>
                  </a:lnTo>
                  <a:lnTo>
                    <a:pt x="144479" y="156061"/>
                  </a:lnTo>
                  <a:lnTo>
                    <a:pt x="143797" y="157484"/>
                  </a:lnTo>
                  <a:lnTo>
                    <a:pt x="143575" y="159374"/>
                  </a:lnTo>
                  <a:lnTo>
                    <a:pt x="143930" y="162868"/>
                  </a:lnTo>
                  <a:lnTo>
                    <a:pt x="148127" y="161659"/>
                  </a:lnTo>
                  <a:lnTo>
                    <a:pt x="151550" y="162935"/>
                  </a:lnTo>
                  <a:lnTo>
                    <a:pt x="155597" y="166299"/>
                  </a:lnTo>
                  <a:lnTo>
                    <a:pt x="158283" y="167471"/>
                  </a:lnTo>
                  <a:lnTo>
                    <a:pt x="159608" y="166455"/>
                  </a:lnTo>
                  <a:lnTo>
                    <a:pt x="160591" y="166600"/>
                  </a:lnTo>
                  <a:lnTo>
                    <a:pt x="161231" y="167901"/>
                  </a:lnTo>
                  <a:lnTo>
                    <a:pt x="162091" y="168169"/>
                  </a:lnTo>
                  <a:lnTo>
                    <a:pt x="163171" y="167405"/>
                  </a:lnTo>
                  <a:lnTo>
                    <a:pt x="164064" y="167996"/>
                  </a:lnTo>
                  <a:lnTo>
                    <a:pt x="164769" y="169944"/>
                  </a:lnTo>
                  <a:lnTo>
                    <a:pt x="165410" y="169459"/>
                  </a:lnTo>
                  <a:lnTo>
                    <a:pt x="165986" y="166545"/>
                  </a:lnTo>
                  <a:lnTo>
                    <a:pt x="166648" y="164418"/>
                  </a:lnTo>
                  <a:lnTo>
                    <a:pt x="167395" y="163079"/>
                  </a:lnTo>
                  <a:lnTo>
                    <a:pt x="168325" y="162672"/>
                  </a:lnTo>
                  <a:lnTo>
                    <a:pt x="169438" y="163203"/>
                  </a:lnTo>
                  <a:lnTo>
                    <a:pt x="170327" y="164274"/>
                  </a:lnTo>
                  <a:lnTo>
                    <a:pt x="170991" y="165884"/>
                  </a:lnTo>
                  <a:lnTo>
                    <a:pt x="171715" y="165838"/>
                  </a:lnTo>
                  <a:lnTo>
                    <a:pt x="172501" y="164132"/>
                  </a:lnTo>
                  <a:lnTo>
                    <a:pt x="172877" y="162092"/>
                  </a:lnTo>
                  <a:lnTo>
                    <a:pt x="172844" y="159714"/>
                  </a:lnTo>
                  <a:lnTo>
                    <a:pt x="173155" y="158012"/>
                  </a:lnTo>
                  <a:lnTo>
                    <a:pt x="173810" y="156987"/>
                  </a:lnTo>
                  <a:lnTo>
                    <a:pt x="174253" y="155599"/>
                  </a:lnTo>
                  <a:lnTo>
                    <a:pt x="174484" y="153854"/>
                  </a:lnTo>
                  <a:lnTo>
                    <a:pt x="175261" y="152786"/>
                  </a:lnTo>
                  <a:lnTo>
                    <a:pt x="176586" y="152402"/>
                  </a:lnTo>
                  <a:lnTo>
                    <a:pt x="177279" y="151545"/>
                  </a:lnTo>
                  <a:lnTo>
                    <a:pt x="177339" y="150212"/>
                  </a:lnTo>
                  <a:lnTo>
                    <a:pt x="177731" y="148986"/>
                  </a:lnTo>
                  <a:lnTo>
                    <a:pt x="178455" y="147866"/>
                  </a:lnTo>
                  <a:lnTo>
                    <a:pt x="178949" y="146469"/>
                  </a:lnTo>
                  <a:lnTo>
                    <a:pt x="179215" y="144790"/>
                  </a:lnTo>
                  <a:lnTo>
                    <a:pt x="179653" y="143734"/>
                  </a:lnTo>
                  <a:lnTo>
                    <a:pt x="180263" y="143304"/>
                  </a:lnTo>
                  <a:lnTo>
                    <a:pt x="180940" y="139777"/>
                  </a:lnTo>
                  <a:lnTo>
                    <a:pt x="181684" y="133155"/>
                  </a:lnTo>
                  <a:lnTo>
                    <a:pt x="182124" y="124201"/>
                  </a:lnTo>
                  <a:lnTo>
                    <a:pt x="182278" y="111504"/>
                  </a:lnTo>
                  <a:lnTo>
                    <a:pt x="183029" y="111515"/>
                  </a:lnTo>
                  <a:lnTo>
                    <a:pt x="183378" y="112456"/>
                  </a:lnTo>
                  <a:lnTo>
                    <a:pt x="183931" y="112950"/>
                  </a:lnTo>
                  <a:lnTo>
                    <a:pt x="184514" y="111876"/>
                  </a:lnTo>
                  <a:lnTo>
                    <a:pt x="185009" y="111380"/>
                  </a:lnTo>
                  <a:lnTo>
                    <a:pt x="185795" y="111336"/>
                  </a:lnTo>
                  <a:lnTo>
                    <a:pt x="186217" y="110130"/>
                  </a:lnTo>
                  <a:lnTo>
                    <a:pt x="186713" y="109937"/>
                  </a:lnTo>
                  <a:lnTo>
                    <a:pt x="187053" y="110592"/>
                  </a:lnTo>
                  <a:lnTo>
                    <a:pt x="187382" y="111380"/>
                  </a:lnTo>
                  <a:lnTo>
                    <a:pt x="188081" y="111559"/>
                  </a:lnTo>
                  <a:lnTo>
                    <a:pt x="188634" y="113619"/>
                  </a:lnTo>
                  <a:lnTo>
                    <a:pt x="189245" y="114245"/>
                  </a:lnTo>
                  <a:lnTo>
                    <a:pt x="189505" y="116609"/>
                  </a:lnTo>
                  <a:lnTo>
                    <a:pt x="189898" y="122836"/>
                  </a:lnTo>
                  <a:lnTo>
                    <a:pt x="190632" y="126503"/>
                  </a:lnTo>
                  <a:lnTo>
                    <a:pt x="191359" y="130682"/>
                  </a:lnTo>
                  <a:lnTo>
                    <a:pt x="191386" y="132546"/>
                  </a:lnTo>
                  <a:lnTo>
                    <a:pt x="190978" y="134427"/>
                  </a:lnTo>
                  <a:lnTo>
                    <a:pt x="190909" y="137126"/>
                  </a:lnTo>
                  <a:lnTo>
                    <a:pt x="190655" y="143725"/>
                  </a:lnTo>
                  <a:lnTo>
                    <a:pt x="190571" y="146152"/>
                  </a:lnTo>
                  <a:lnTo>
                    <a:pt x="190822" y="147808"/>
                  </a:lnTo>
                  <a:lnTo>
                    <a:pt x="190917" y="150117"/>
                  </a:lnTo>
                  <a:lnTo>
                    <a:pt x="190521" y="152939"/>
                  </a:lnTo>
                  <a:lnTo>
                    <a:pt x="189755" y="157158"/>
                  </a:lnTo>
                  <a:lnTo>
                    <a:pt x="189010" y="158295"/>
                  </a:lnTo>
                  <a:lnTo>
                    <a:pt x="188821" y="158341"/>
                  </a:lnTo>
                  <a:lnTo>
                    <a:pt x="187813" y="160782"/>
                  </a:lnTo>
                  <a:lnTo>
                    <a:pt x="187105" y="161697"/>
                  </a:lnTo>
                  <a:lnTo>
                    <a:pt x="186695" y="161079"/>
                  </a:lnTo>
                  <a:lnTo>
                    <a:pt x="186226" y="162138"/>
                  </a:lnTo>
                  <a:lnTo>
                    <a:pt x="185698" y="164868"/>
                  </a:lnTo>
                  <a:lnTo>
                    <a:pt x="185055" y="166095"/>
                  </a:lnTo>
                  <a:lnTo>
                    <a:pt x="183891" y="166773"/>
                  </a:lnTo>
                  <a:lnTo>
                    <a:pt x="183543" y="167093"/>
                  </a:lnTo>
                  <a:lnTo>
                    <a:pt x="182864" y="166998"/>
                  </a:lnTo>
                  <a:lnTo>
                    <a:pt x="182283" y="167679"/>
                  </a:lnTo>
                  <a:lnTo>
                    <a:pt x="181798" y="169139"/>
                  </a:lnTo>
                  <a:lnTo>
                    <a:pt x="181280" y="169681"/>
                  </a:lnTo>
                  <a:lnTo>
                    <a:pt x="180728" y="169315"/>
                  </a:lnTo>
                  <a:lnTo>
                    <a:pt x="180228" y="169849"/>
                  </a:lnTo>
                  <a:lnTo>
                    <a:pt x="179780" y="171286"/>
                  </a:lnTo>
                  <a:lnTo>
                    <a:pt x="179520" y="172844"/>
                  </a:lnTo>
                  <a:lnTo>
                    <a:pt x="179449" y="174518"/>
                  </a:lnTo>
                  <a:lnTo>
                    <a:pt x="179009" y="175658"/>
                  </a:lnTo>
                  <a:lnTo>
                    <a:pt x="178201" y="176266"/>
                  </a:lnTo>
                  <a:lnTo>
                    <a:pt x="177922" y="177109"/>
                  </a:lnTo>
                  <a:lnTo>
                    <a:pt x="177971" y="178281"/>
                  </a:lnTo>
                  <a:lnTo>
                    <a:pt x="177610" y="179193"/>
                  </a:lnTo>
                  <a:lnTo>
                    <a:pt x="176242" y="180139"/>
                  </a:lnTo>
                  <a:lnTo>
                    <a:pt x="175255" y="181827"/>
                  </a:lnTo>
                  <a:lnTo>
                    <a:pt x="174646" y="184245"/>
                  </a:lnTo>
                  <a:lnTo>
                    <a:pt x="174003" y="185769"/>
                  </a:lnTo>
                  <a:lnTo>
                    <a:pt x="172987" y="186704"/>
                  </a:lnTo>
                  <a:lnTo>
                    <a:pt x="171611" y="189160"/>
                  </a:lnTo>
                  <a:lnTo>
                    <a:pt x="171414" y="190677"/>
                  </a:lnTo>
                  <a:lnTo>
                    <a:pt x="171938" y="192077"/>
                  </a:lnTo>
                  <a:lnTo>
                    <a:pt x="172125" y="193321"/>
                  </a:lnTo>
                  <a:lnTo>
                    <a:pt x="171978" y="194406"/>
                  </a:lnTo>
                  <a:lnTo>
                    <a:pt x="171548" y="194553"/>
                  </a:lnTo>
                  <a:lnTo>
                    <a:pt x="170836" y="193759"/>
                  </a:lnTo>
                  <a:lnTo>
                    <a:pt x="170328" y="193595"/>
                  </a:lnTo>
                  <a:lnTo>
                    <a:pt x="170024" y="194062"/>
                  </a:lnTo>
                  <a:lnTo>
                    <a:pt x="169881" y="194937"/>
                  </a:lnTo>
                  <a:lnTo>
                    <a:pt x="169898" y="196227"/>
                  </a:lnTo>
                  <a:lnTo>
                    <a:pt x="169643" y="197101"/>
                  </a:lnTo>
                  <a:lnTo>
                    <a:pt x="169117" y="197565"/>
                  </a:lnTo>
                  <a:lnTo>
                    <a:pt x="168783" y="198630"/>
                  </a:lnTo>
                  <a:lnTo>
                    <a:pt x="168643" y="200292"/>
                  </a:lnTo>
                  <a:lnTo>
                    <a:pt x="167983" y="202387"/>
                  </a:lnTo>
                  <a:lnTo>
                    <a:pt x="166804" y="204912"/>
                  </a:lnTo>
                  <a:lnTo>
                    <a:pt x="165873" y="208317"/>
                  </a:lnTo>
                  <a:lnTo>
                    <a:pt x="165191" y="212597"/>
                  </a:lnTo>
                  <a:lnTo>
                    <a:pt x="164396" y="215410"/>
                  </a:lnTo>
                  <a:lnTo>
                    <a:pt x="163485" y="216758"/>
                  </a:lnTo>
                  <a:lnTo>
                    <a:pt x="162859" y="218677"/>
                  </a:lnTo>
                  <a:lnTo>
                    <a:pt x="162516" y="221167"/>
                  </a:lnTo>
                  <a:lnTo>
                    <a:pt x="161546" y="225025"/>
                  </a:lnTo>
                  <a:lnTo>
                    <a:pt x="159948" y="230254"/>
                  </a:lnTo>
                  <a:lnTo>
                    <a:pt x="158499" y="233841"/>
                  </a:lnTo>
                  <a:lnTo>
                    <a:pt x="157198" y="235789"/>
                  </a:lnTo>
                  <a:lnTo>
                    <a:pt x="156468" y="237988"/>
                  </a:lnTo>
                  <a:lnTo>
                    <a:pt x="156306" y="240438"/>
                  </a:lnTo>
                  <a:lnTo>
                    <a:pt x="155462" y="243228"/>
                  </a:lnTo>
                  <a:lnTo>
                    <a:pt x="153937" y="246362"/>
                  </a:lnTo>
                  <a:lnTo>
                    <a:pt x="153504" y="247776"/>
                  </a:lnTo>
                  <a:lnTo>
                    <a:pt x="153150" y="248933"/>
                  </a:lnTo>
                  <a:lnTo>
                    <a:pt x="153101" y="250944"/>
                  </a:lnTo>
                  <a:lnTo>
                    <a:pt x="152507" y="253587"/>
                  </a:lnTo>
                  <a:lnTo>
                    <a:pt x="151367" y="256860"/>
                  </a:lnTo>
                  <a:lnTo>
                    <a:pt x="150970" y="259690"/>
                  </a:lnTo>
                  <a:lnTo>
                    <a:pt x="151489" y="263266"/>
                  </a:lnTo>
                  <a:lnTo>
                    <a:pt x="151565" y="267597"/>
                  </a:lnTo>
                  <a:lnTo>
                    <a:pt x="151340" y="269337"/>
                  </a:lnTo>
                  <a:lnTo>
                    <a:pt x="150837" y="269926"/>
                  </a:lnTo>
                  <a:lnTo>
                    <a:pt x="150722" y="271043"/>
                  </a:lnTo>
                  <a:lnTo>
                    <a:pt x="150994" y="272693"/>
                  </a:lnTo>
                  <a:lnTo>
                    <a:pt x="151010" y="274860"/>
                  </a:lnTo>
                  <a:lnTo>
                    <a:pt x="150770" y="277547"/>
                  </a:lnTo>
                  <a:lnTo>
                    <a:pt x="150241" y="280623"/>
                  </a:lnTo>
                  <a:lnTo>
                    <a:pt x="149423" y="284086"/>
                  </a:lnTo>
                  <a:lnTo>
                    <a:pt x="149227" y="286400"/>
                  </a:lnTo>
                  <a:lnTo>
                    <a:pt x="149652" y="287566"/>
                  </a:lnTo>
                  <a:lnTo>
                    <a:pt x="149860" y="288801"/>
                  </a:lnTo>
                  <a:lnTo>
                    <a:pt x="149852" y="290114"/>
                  </a:lnTo>
                  <a:lnTo>
                    <a:pt x="149677" y="292016"/>
                  </a:lnTo>
                  <a:lnTo>
                    <a:pt x="149338" y="294506"/>
                  </a:lnTo>
                  <a:lnTo>
                    <a:pt x="148823" y="296356"/>
                  </a:lnTo>
                  <a:lnTo>
                    <a:pt x="148134" y="297562"/>
                  </a:lnTo>
                  <a:lnTo>
                    <a:pt x="147927" y="299085"/>
                  </a:lnTo>
                  <a:lnTo>
                    <a:pt x="148202" y="300927"/>
                  </a:lnTo>
                  <a:lnTo>
                    <a:pt x="148241" y="302848"/>
                  </a:lnTo>
                  <a:lnTo>
                    <a:pt x="148043" y="304842"/>
                  </a:lnTo>
                  <a:lnTo>
                    <a:pt x="148160" y="306787"/>
                  </a:lnTo>
                  <a:lnTo>
                    <a:pt x="148594" y="308680"/>
                  </a:lnTo>
                  <a:lnTo>
                    <a:pt x="148562" y="310836"/>
                  </a:lnTo>
                  <a:lnTo>
                    <a:pt x="147811" y="315262"/>
                  </a:lnTo>
                  <a:lnTo>
                    <a:pt x="147630" y="317989"/>
                  </a:lnTo>
                  <a:lnTo>
                    <a:pt x="148101" y="329670"/>
                  </a:lnTo>
                  <a:lnTo>
                    <a:pt x="147814" y="331307"/>
                  </a:lnTo>
                  <a:lnTo>
                    <a:pt x="147337" y="333188"/>
                  </a:lnTo>
                  <a:lnTo>
                    <a:pt x="146775" y="333324"/>
                  </a:lnTo>
                  <a:lnTo>
                    <a:pt x="146130" y="332998"/>
                  </a:lnTo>
                  <a:lnTo>
                    <a:pt x="145664" y="334169"/>
                  </a:lnTo>
                  <a:lnTo>
                    <a:pt x="145372" y="339323"/>
                  </a:lnTo>
                  <a:lnTo>
                    <a:pt x="144484" y="350479"/>
                  </a:lnTo>
                  <a:lnTo>
                    <a:pt x="144644" y="353125"/>
                  </a:lnTo>
                  <a:lnTo>
                    <a:pt x="145355" y="357419"/>
                  </a:lnTo>
                  <a:lnTo>
                    <a:pt x="145615" y="360154"/>
                  </a:lnTo>
                  <a:lnTo>
                    <a:pt x="145812" y="362218"/>
                  </a:lnTo>
                  <a:lnTo>
                    <a:pt x="145971" y="366125"/>
                  </a:lnTo>
                  <a:lnTo>
                    <a:pt x="145558" y="367885"/>
                  </a:lnTo>
                  <a:lnTo>
                    <a:pt x="145176" y="368194"/>
                  </a:lnTo>
                  <a:lnTo>
                    <a:pt x="144693" y="369175"/>
                  </a:lnTo>
                  <a:lnTo>
                    <a:pt x="145263" y="373939"/>
                  </a:lnTo>
                  <a:lnTo>
                    <a:pt x="145717" y="376132"/>
                  </a:lnTo>
                  <a:lnTo>
                    <a:pt x="147020" y="380619"/>
                  </a:lnTo>
                  <a:lnTo>
                    <a:pt x="152017" y="386855"/>
                  </a:lnTo>
                  <a:lnTo>
                    <a:pt x="154091" y="390532"/>
                  </a:lnTo>
                  <a:lnTo>
                    <a:pt x="156439" y="395541"/>
                  </a:lnTo>
                  <a:lnTo>
                    <a:pt x="157718" y="400683"/>
                  </a:lnTo>
                  <a:lnTo>
                    <a:pt x="157831" y="404922"/>
                  </a:lnTo>
                  <a:lnTo>
                    <a:pt x="155956" y="411256"/>
                  </a:lnTo>
                  <a:lnTo>
                    <a:pt x="155748" y="416575"/>
                  </a:lnTo>
                  <a:lnTo>
                    <a:pt x="156133" y="420312"/>
                  </a:lnTo>
                  <a:lnTo>
                    <a:pt x="156811" y="423780"/>
                  </a:lnTo>
                  <a:lnTo>
                    <a:pt x="158626" y="428290"/>
                  </a:lnTo>
                  <a:lnTo>
                    <a:pt x="159962" y="429938"/>
                  </a:lnTo>
                  <a:lnTo>
                    <a:pt x="161767" y="429759"/>
                  </a:lnTo>
                  <a:lnTo>
                    <a:pt x="162075" y="431017"/>
                  </a:lnTo>
                  <a:lnTo>
                    <a:pt x="162261" y="432123"/>
                  </a:lnTo>
                  <a:lnTo>
                    <a:pt x="162547" y="441247"/>
                  </a:lnTo>
                  <a:lnTo>
                    <a:pt x="162511" y="444675"/>
                  </a:lnTo>
                  <a:lnTo>
                    <a:pt x="161981" y="447821"/>
                  </a:lnTo>
                  <a:lnTo>
                    <a:pt x="158515" y="462260"/>
                  </a:lnTo>
                  <a:lnTo>
                    <a:pt x="155554" y="471073"/>
                  </a:lnTo>
                  <a:lnTo>
                    <a:pt x="154481" y="475938"/>
                  </a:lnTo>
                  <a:lnTo>
                    <a:pt x="154100" y="481150"/>
                  </a:lnTo>
                  <a:lnTo>
                    <a:pt x="153152" y="483631"/>
                  </a:lnTo>
                  <a:lnTo>
                    <a:pt x="148022" y="491498"/>
                  </a:lnTo>
                  <a:lnTo>
                    <a:pt x="140061" y="498516"/>
                  </a:lnTo>
                  <a:lnTo>
                    <a:pt x="133629" y="502160"/>
                  </a:lnTo>
                  <a:lnTo>
                    <a:pt x="132168" y="503387"/>
                  </a:lnTo>
                  <a:lnTo>
                    <a:pt x="121827" y="507398"/>
                  </a:lnTo>
                  <a:lnTo>
                    <a:pt x="119825" y="507960"/>
                  </a:lnTo>
                  <a:lnTo>
                    <a:pt x="117223" y="507602"/>
                  </a:lnTo>
                  <a:lnTo>
                    <a:pt x="115111" y="508133"/>
                  </a:lnTo>
                  <a:lnTo>
                    <a:pt x="112752" y="507040"/>
                  </a:lnTo>
                  <a:lnTo>
                    <a:pt x="110647" y="505779"/>
                  </a:lnTo>
                  <a:lnTo>
                    <a:pt x="109470" y="502651"/>
                  </a:lnTo>
                  <a:lnTo>
                    <a:pt x="108072" y="502261"/>
                  </a:lnTo>
                  <a:lnTo>
                    <a:pt x="107690" y="503822"/>
                  </a:lnTo>
                  <a:lnTo>
                    <a:pt x="108371" y="507816"/>
                  </a:lnTo>
                  <a:lnTo>
                    <a:pt x="108040" y="512618"/>
                  </a:lnTo>
                  <a:lnTo>
                    <a:pt x="108453" y="515356"/>
                  </a:lnTo>
                  <a:lnTo>
                    <a:pt x="109280" y="515904"/>
                  </a:lnTo>
                  <a:lnTo>
                    <a:pt x="110074" y="517321"/>
                  </a:lnTo>
                  <a:lnTo>
                    <a:pt x="110774" y="519214"/>
                  </a:lnTo>
                  <a:lnTo>
                    <a:pt x="109566" y="519411"/>
                  </a:lnTo>
                  <a:lnTo>
                    <a:pt x="110035" y="520920"/>
                  </a:lnTo>
                  <a:lnTo>
                    <a:pt x="110551" y="521806"/>
                  </a:lnTo>
                  <a:lnTo>
                    <a:pt x="110494" y="524963"/>
                  </a:lnTo>
                  <a:lnTo>
                    <a:pt x="110025" y="532558"/>
                  </a:lnTo>
                  <a:lnTo>
                    <a:pt x="108848" y="534185"/>
                  </a:lnTo>
                  <a:lnTo>
                    <a:pt x="108532" y="534624"/>
                  </a:lnTo>
                  <a:lnTo>
                    <a:pt x="108175" y="536260"/>
                  </a:lnTo>
                  <a:lnTo>
                    <a:pt x="107426" y="543526"/>
                  </a:lnTo>
                  <a:lnTo>
                    <a:pt x="107185" y="548235"/>
                  </a:lnTo>
                  <a:lnTo>
                    <a:pt x="107506" y="551274"/>
                  </a:lnTo>
                  <a:lnTo>
                    <a:pt x="108922" y="557651"/>
                  </a:lnTo>
                  <a:lnTo>
                    <a:pt x="108388" y="561789"/>
                  </a:lnTo>
                  <a:lnTo>
                    <a:pt x="107492" y="564040"/>
                  </a:lnTo>
                  <a:lnTo>
                    <a:pt x="103618" y="568660"/>
                  </a:lnTo>
                  <a:lnTo>
                    <a:pt x="102070" y="570507"/>
                  </a:lnTo>
                  <a:lnTo>
                    <a:pt x="99630" y="571771"/>
                  </a:lnTo>
                  <a:lnTo>
                    <a:pt x="95699" y="571987"/>
                  </a:lnTo>
                  <a:lnTo>
                    <a:pt x="94245" y="571699"/>
                  </a:lnTo>
                  <a:lnTo>
                    <a:pt x="90878" y="567497"/>
                  </a:lnTo>
                  <a:lnTo>
                    <a:pt x="88376" y="564975"/>
                  </a:lnTo>
                  <a:lnTo>
                    <a:pt x="86088" y="562967"/>
                  </a:lnTo>
                  <a:lnTo>
                    <a:pt x="83862" y="561763"/>
                  </a:lnTo>
                  <a:lnTo>
                    <a:pt x="84180" y="561157"/>
                  </a:lnTo>
                  <a:lnTo>
                    <a:pt x="84329" y="560072"/>
                  </a:lnTo>
                  <a:lnTo>
                    <a:pt x="83704" y="559460"/>
                  </a:lnTo>
                  <a:lnTo>
                    <a:pt x="83248" y="559328"/>
                  </a:lnTo>
                  <a:lnTo>
                    <a:pt x="81781" y="561512"/>
                  </a:lnTo>
                  <a:lnTo>
                    <a:pt x="81166" y="563740"/>
                  </a:lnTo>
                  <a:lnTo>
                    <a:pt x="80989" y="565699"/>
                  </a:lnTo>
                  <a:lnTo>
                    <a:pt x="80959" y="570388"/>
                  </a:lnTo>
                  <a:lnTo>
                    <a:pt x="81219" y="574322"/>
                  </a:lnTo>
                  <a:lnTo>
                    <a:pt x="82273" y="584017"/>
                  </a:lnTo>
                  <a:lnTo>
                    <a:pt x="82381" y="589284"/>
                  </a:lnTo>
                  <a:lnTo>
                    <a:pt x="81881" y="595926"/>
                  </a:lnTo>
                  <a:lnTo>
                    <a:pt x="82580" y="599831"/>
                  </a:lnTo>
                  <a:lnTo>
                    <a:pt x="83429" y="601597"/>
                  </a:lnTo>
                  <a:lnTo>
                    <a:pt x="85338" y="603340"/>
                  </a:lnTo>
                  <a:lnTo>
                    <a:pt x="86078" y="604528"/>
                  </a:lnTo>
                  <a:lnTo>
                    <a:pt x="86893" y="604338"/>
                  </a:lnTo>
                  <a:lnTo>
                    <a:pt x="87143" y="604800"/>
                  </a:lnTo>
                  <a:lnTo>
                    <a:pt x="87023" y="605657"/>
                  </a:lnTo>
                  <a:lnTo>
                    <a:pt x="86543" y="607333"/>
                  </a:lnTo>
                  <a:lnTo>
                    <a:pt x="86573" y="609108"/>
                  </a:lnTo>
                  <a:lnTo>
                    <a:pt x="88021" y="609633"/>
                  </a:lnTo>
                  <a:lnTo>
                    <a:pt x="89519" y="609275"/>
                  </a:lnTo>
                  <a:lnTo>
                    <a:pt x="91093" y="608491"/>
                  </a:lnTo>
                  <a:lnTo>
                    <a:pt x="91464" y="607258"/>
                  </a:lnTo>
                  <a:lnTo>
                    <a:pt x="91474" y="604679"/>
                  </a:lnTo>
                  <a:lnTo>
                    <a:pt x="89631" y="604226"/>
                  </a:lnTo>
                  <a:lnTo>
                    <a:pt x="89866" y="603265"/>
                  </a:lnTo>
                  <a:lnTo>
                    <a:pt x="91262" y="602217"/>
                  </a:lnTo>
                  <a:lnTo>
                    <a:pt x="93092" y="600497"/>
                  </a:lnTo>
                  <a:lnTo>
                    <a:pt x="94028" y="600180"/>
                  </a:lnTo>
                  <a:lnTo>
                    <a:pt x="94663" y="601334"/>
                  </a:lnTo>
                  <a:lnTo>
                    <a:pt x="95093" y="602390"/>
                  </a:lnTo>
                  <a:lnTo>
                    <a:pt x="95621" y="605169"/>
                  </a:lnTo>
                  <a:lnTo>
                    <a:pt x="95947" y="608828"/>
                  </a:lnTo>
                  <a:lnTo>
                    <a:pt x="95961" y="613232"/>
                  </a:lnTo>
                  <a:lnTo>
                    <a:pt x="95741" y="617375"/>
                  </a:lnTo>
                  <a:lnTo>
                    <a:pt x="95480" y="618850"/>
                  </a:lnTo>
                  <a:lnTo>
                    <a:pt x="95019" y="620610"/>
                  </a:lnTo>
                  <a:lnTo>
                    <a:pt x="91728" y="622855"/>
                  </a:lnTo>
                  <a:lnTo>
                    <a:pt x="90806" y="622269"/>
                  </a:lnTo>
                  <a:lnTo>
                    <a:pt x="89948" y="619141"/>
                  </a:lnTo>
                  <a:lnTo>
                    <a:pt x="89679" y="615907"/>
                  </a:lnTo>
                  <a:lnTo>
                    <a:pt x="88945" y="613725"/>
                  </a:lnTo>
                  <a:lnTo>
                    <a:pt x="87373" y="611988"/>
                  </a:lnTo>
                  <a:lnTo>
                    <a:pt x="85809" y="612519"/>
                  </a:lnTo>
                  <a:lnTo>
                    <a:pt x="84257" y="615526"/>
                  </a:lnTo>
                  <a:lnTo>
                    <a:pt x="82730" y="616504"/>
                  </a:lnTo>
                  <a:lnTo>
                    <a:pt x="82190" y="619240"/>
                  </a:lnTo>
                  <a:lnTo>
                    <a:pt x="86014" y="623675"/>
                  </a:lnTo>
                  <a:lnTo>
                    <a:pt x="87818" y="624907"/>
                  </a:lnTo>
                  <a:lnTo>
                    <a:pt x="88406" y="624864"/>
                  </a:lnTo>
                  <a:lnTo>
                    <a:pt x="88994" y="625447"/>
                  </a:lnTo>
                  <a:lnTo>
                    <a:pt x="88451" y="627091"/>
                  </a:lnTo>
                  <a:lnTo>
                    <a:pt x="87907" y="628113"/>
                  </a:lnTo>
                  <a:lnTo>
                    <a:pt x="85186" y="630370"/>
                  </a:lnTo>
                  <a:lnTo>
                    <a:pt x="83988" y="631945"/>
                  </a:lnTo>
                  <a:lnTo>
                    <a:pt x="82588" y="635038"/>
                  </a:lnTo>
                  <a:lnTo>
                    <a:pt x="80625" y="641791"/>
                  </a:lnTo>
                  <a:lnTo>
                    <a:pt x="80023" y="643263"/>
                  </a:lnTo>
                  <a:lnTo>
                    <a:pt x="79722" y="644980"/>
                  </a:lnTo>
                  <a:lnTo>
                    <a:pt x="79520" y="649634"/>
                  </a:lnTo>
                  <a:lnTo>
                    <a:pt x="80155" y="657353"/>
                  </a:lnTo>
                  <a:lnTo>
                    <a:pt x="79484" y="660588"/>
                  </a:lnTo>
                  <a:lnTo>
                    <a:pt x="79896" y="664178"/>
                  </a:lnTo>
                  <a:lnTo>
                    <a:pt x="79662" y="666573"/>
                  </a:lnTo>
                  <a:lnTo>
                    <a:pt x="78976" y="670018"/>
                  </a:lnTo>
                  <a:lnTo>
                    <a:pt x="76223" y="675458"/>
                  </a:lnTo>
                  <a:lnTo>
                    <a:pt x="75735" y="679440"/>
                  </a:lnTo>
                  <a:lnTo>
                    <a:pt x="76689" y="681786"/>
                  </a:lnTo>
                  <a:lnTo>
                    <a:pt x="76626" y="683838"/>
                  </a:lnTo>
                  <a:lnTo>
                    <a:pt x="76308" y="685693"/>
                  </a:lnTo>
                  <a:lnTo>
                    <a:pt x="75164" y="685673"/>
                  </a:lnTo>
                  <a:lnTo>
                    <a:pt x="71007" y="684421"/>
                  </a:lnTo>
                  <a:lnTo>
                    <a:pt x="69492" y="686455"/>
                  </a:lnTo>
                  <a:lnTo>
                    <a:pt x="68090" y="688937"/>
                  </a:lnTo>
                  <a:lnTo>
                    <a:pt x="67707" y="690126"/>
                  </a:lnTo>
                  <a:lnTo>
                    <a:pt x="67211" y="690867"/>
                  </a:lnTo>
                  <a:lnTo>
                    <a:pt x="64351" y="692189"/>
                  </a:lnTo>
                  <a:lnTo>
                    <a:pt x="63785" y="693066"/>
                  </a:lnTo>
                  <a:lnTo>
                    <a:pt x="60745" y="702519"/>
                  </a:lnTo>
                  <a:lnTo>
                    <a:pt x="59443" y="708380"/>
                  </a:lnTo>
                  <a:lnTo>
                    <a:pt x="57870" y="714128"/>
                  </a:lnTo>
                  <a:lnTo>
                    <a:pt x="57458" y="716564"/>
                  </a:lnTo>
                  <a:lnTo>
                    <a:pt x="57368" y="719940"/>
                  </a:lnTo>
                  <a:lnTo>
                    <a:pt x="57587" y="722976"/>
                  </a:lnTo>
                  <a:lnTo>
                    <a:pt x="57805" y="725218"/>
                  </a:lnTo>
                  <a:lnTo>
                    <a:pt x="58353" y="728095"/>
                  </a:lnTo>
                  <a:lnTo>
                    <a:pt x="59505" y="731376"/>
                  </a:lnTo>
                  <a:lnTo>
                    <a:pt x="65367" y="744734"/>
                  </a:lnTo>
                  <a:lnTo>
                    <a:pt x="66583" y="745899"/>
                  </a:lnTo>
                  <a:lnTo>
                    <a:pt x="72849" y="747331"/>
                  </a:lnTo>
                  <a:lnTo>
                    <a:pt x="74242" y="749192"/>
                  </a:lnTo>
                  <a:lnTo>
                    <a:pt x="75055" y="752147"/>
                  </a:lnTo>
                  <a:lnTo>
                    <a:pt x="75353" y="754752"/>
                  </a:lnTo>
                  <a:lnTo>
                    <a:pt x="74994" y="761355"/>
                  </a:lnTo>
                  <a:lnTo>
                    <a:pt x="74620" y="763418"/>
                  </a:lnTo>
                  <a:lnTo>
                    <a:pt x="73928" y="765291"/>
                  </a:lnTo>
                  <a:lnTo>
                    <a:pt x="72445" y="767706"/>
                  </a:lnTo>
                  <a:lnTo>
                    <a:pt x="70670" y="768990"/>
                  </a:lnTo>
                  <a:lnTo>
                    <a:pt x="71178" y="769902"/>
                  </a:lnTo>
                  <a:lnTo>
                    <a:pt x="71899" y="769772"/>
                  </a:lnTo>
                  <a:lnTo>
                    <a:pt x="73467" y="768990"/>
                  </a:lnTo>
                  <a:lnTo>
                    <a:pt x="74146" y="769772"/>
                  </a:lnTo>
                  <a:lnTo>
                    <a:pt x="74661" y="772369"/>
                  </a:lnTo>
                  <a:lnTo>
                    <a:pt x="73680" y="773423"/>
                  </a:lnTo>
                  <a:lnTo>
                    <a:pt x="73379" y="774681"/>
                  </a:lnTo>
                  <a:lnTo>
                    <a:pt x="72670" y="776600"/>
                  </a:lnTo>
                  <a:lnTo>
                    <a:pt x="69054" y="784226"/>
                  </a:lnTo>
                  <a:lnTo>
                    <a:pt x="67103" y="786506"/>
                  </a:lnTo>
                  <a:lnTo>
                    <a:pt x="65310" y="789562"/>
                  </a:lnTo>
                  <a:lnTo>
                    <a:pt x="62903" y="792658"/>
                  </a:lnTo>
                  <a:lnTo>
                    <a:pt x="61963" y="794436"/>
                  </a:lnTo>
                  <a:lnTo>
                    <a:pt x="60690" y="798170"/>
                  </a:lnTo>
                  <a:lnTo>
                    <a:pt x="58739" y="802233"/>
                  </a:lnTo>
                  <a:lnTo>
                    <a:pt x="56637" y="810948"/>
                  </a:lnTo>
                  <a:lnTo>
                    <a:pt x="56552" y="812642"/>
                  </a:lnTo>
                  <a:lnTo>
                    <a:pt x="56858" y="813770"/>
                  </a:lnTo>
                  <a:lnTo>
                    <a:pt x="55689" y="829038"/>
                  </a:lnTo>
                  <a:lnTo>
                    <a:pt x="55281" y="830833"/>
                  </a:lnTo>
                  <a:lnTo>
                    <a:pt x="54435" y="832749"/>
                  </a:lnTo>
                  <a:lnTo>
                    <a:pt x="52208" y="835908"/>
                  </a:lnTo>
                  <a:lnTo>
                    <a:pt x="51135" y="836298"/>
                  </a:lnTo>
                  <a:lnTo>
                    <a:pt x="49718" y="834469"/>
                  </a:lnTo>
                  <a:lnTo>
                    <a:pt x="48917" y="832555"/>
                  </a:lnTo>
                  <a:lnTo>
                    <a:pt x="48135" y="829277"/>
                  </a:lnTo>
                  <a:lnTo>
                    <a:pt x="47190" y="825895"/>
                  </a:lnTo>
                  <a:lnTo>
                    <a:pt x="47141" y="827104"/>
                  </a:lnTo>
                  <a:lnTo>
                    <a:pt x="47470" y="829159"/>
                  </a:lnTo>
                  <a:lnTo>
                    <a:pt x="47247" y="831309"/>
                  </a:lnTo>
                  <a:lnTo>
                    <a:pt x="44831" y="832284"/>
                  </a:lnTo>
                  <a:lnTo>
                    <a:pt x="44190" y="833297"/>
                  </a:lnTo>
                  <a:lnTo>
                    <a:pt x="46372" y="832844"/>
                  </a:lnTo>
                  <a:lnTo>
                    <a:pt x="47859" y="833487"/>
                  </a:lnTo>
                  <a:lnTo>
                    <a:pt x="48488" y="834275"/>
                  </a:lnTo>
                  <a:lnTo>
                    <a:pt x="49054" y="835908"/>
                  </a:lnTo>
                  <a:lnTo>
                    <a:pt x="49552" y="837874"/>
                  </a:lnTo>
                  <a:lnTo>
                    <a:pt x="49133" y="838961"/>
                  </a:lnTo>
                  <a:lnTo>
                    <a:pt x="47942" y="839862"/>
                  </a:lnTo>
                  <a:lnTo>
                    <a:pt x="46399" y="841515"/>
                  </a:lnTo>
                  <a:lnTo>
                    <a:pt x="44576" y="844505"/>
                  </a:lnTo>
                  <a:lnTo>
                    <a:pt x="43564" y="847956"/>
                  </a:lnTo>
                  <a:lnTo>
                    <a:pt x="43127" y="850438"/>
                  </a:lnTo>
                  <a:lnTo>
                    <a:pt x="42635" y="855444"/>
                  </a:lnTo>
                  <a:lnTo>
                    <a:pt x="42504" y="858751"/>
                  </a:lnTo>
                  <a:lnTo>
                    <a:pt x="41733" y="861296"/>
                  </a:lnTo>
                  <a:lnTo>
                    <a:pt x="40547" y="863588"/>
                  </a:lnTo>
                  <a:lnTo>
                    <a:pt x="40612" y="864110"/>
                  </a:lnTo>
                  <a:lnTo>
                    <a:pt x="41418" y="862938"/>
                  </a:lnTo>
                  <a:lnTo>
                    <a:pt x="42062" y="862569"/>
                  </a:lnTo>
                  <a:lnTo>
                    <a:pt x="42615" y="865622"/>
                  </a:lnTo>
                  <a:lnTo>
                    <a:pt x="43362" y="871725"/>
                  </a:lnTo>
                  <a:lnTo>
                    <a:pt x="43710" y="875950"/>
                  </a:lnTo>
                  <a:lnTo>
                    <a:pt x="43655" y="877205"/>
                  </a:lnTo>
                  <a:lnTo>
                    <a:pt x="43434" y="878925"/>
                  </a:lnTo>
                  <a:lnTo>
                    <a:pt x="41898" y="879340"/>
                  </a:lnTo>
                  <a:lnTo>
                    <a:pt x="40528" y="879288"/>
                  </a:lnTo>
                  <a:lnTo>
                    <a:pt x="39520" y="880027"/>
                  </a:lnTo>
                  <a:lnTo>
                    <a:pt x="40061" y="880789"/>
                  </a:lnTo>
                  <a:lnTo>
                    <a:pt x="40985" y="880518"/>
                  </a:lnTo>
                  <a:lnTo>
                    <a:pt x="42263" y="882327"/>
                  </a:lnTo>
                  <a:lnTo>
                    <a:pt x="43682" y="881557"/>
                  </a:lnTo>
                  <a:lnTo>
                    <a:pt x="44327" y="882766"/>
                  </a:lnTo>
                  <a:lnTo>
                    <a:pt x="44794" y="883874"/>
                  </a:lnTo>
                  <a:lnTo>
                    <a:pt x="46966" y="892692"/>
                  </a:lnTo>
                  <a:lnTo>
                    <a:pt x="48863" y="898143"/>
                  </a:lnTo>
                  <a:lnTo>
                    <a:pt x="49822" y="901378"/>
                  </a:lnTo>
                  <a:lnTo>
                    <a:pt x="49346" y="902844"/>
                  </a:lnTo>
                  <a:lnTo>
                    <a:pt x="49176" y="900887"/>
                  </a:lnTo>
                  <a:lnTo>
                    <a:pt x="47938" y="900383"/>
                  </a:lnTo>
                  <a:lnTo>
                    <a:pt x="46732" y="899855"/>
                  </a:lnTo>
                  <a:lnTo>
                    <a:pt x="44719" y="898455"/>
                  </a:lnTo>
                  <a:lnTo>
                    <a:pt x="42012" y="896328"/>
                  </a:lnTo>
                  <a:lnTo>
                    <a:pt x="39299" y="896328"/>
                  </a:lnTo>
                  <a:lnTo>
                    <a:pt x="37143" y="894533"/>
                  </a:lnTo>
                  <a:lnTo>
                    <a:pt x="34763" y="892548"/>
                  </a:lnTo>
                  <a:lnTo>
                    <a:pt x="29738" y="892372"/>
                  </a:lnTo>
                  <a:lnTo>
                    <a:pt x="25313" y="892251"/>
                  </a:lnTo>
                  <a:lnTo>
                    <a:pt x="20780" y="892127"/>
                  </a:lnTo>
                  <a:lnTo>
                    <a:pt x="17878" y="892049"/>
                  </a:lnTo>
                  <a:lnTo>
                    <a:pt x="15935" y="891997"/>
                  </a:lnTo>
                  <a:lnTo>
                    <a:pt x="15431" y="891247"/>
                  </a:lnTo>
                  <a:lnTo>
                    <a:pt x="15601" y="888771"/>
                  </a:lnTo>
                  <a:lnTo>
                    <a:pt x="14880" y="886947"/>
                  </a:lnTo>
                  <a:lnTo>
                    <a:pt x="13836" y="884742"/>
                  </a:lnTo>
                  <a:lnTo>
                    <a:pt x="12567" y="883178"/>
                  </a:lnTo>
                  <a:lnTo>
                    <a:pt x="11937" y="881086"/>
                  </a:lnTo>
                  <a:lnTo>
                    <a:pt x="11234" y="878737"/>
                  </a:lnTo>
                  <a:lnTo>
                    <a:pt x="11631" y="876654"/>
                  </a:lnTo>
                  <a:lnTo>
                    <a:pt x="12238" y="871589"/>
                  </a:lnTo>
                  <a:lnTo>
                    <a:pt x="12251" y="869356"/>
                  </a:lnTo>
                  <a:lnTo>
                    <a:pt x="11700" y="867792"/>
                  </a:lnTo>
                  <a:lnTo>
                    <a:pt x="11531" y="865576"/>
                  </a:lnTo>
                  <a:lnTo>
                    <a:pt x="11700" y="864534"/>
                  </a:lnTo>
                  <a:lnTo>
                    <a:pt x="12198" y="863743"/>
                  </a:lnTo>
                  <a:lnTo>
                    <a:pt x="12497" y="860105"/>
                  </a:lnTo>
                  <a:lnTo>
                    <a:pt x="12263" y="856538"/>
                  </a:lnTo>
                  <a:lnTo>
                    <a:pt x="11882" y="853355"/>
                  </a:lnTo>
                  <a:lnTo>
                    <a:pt x="11379" y="851950"/>
                  </a:lnTo>
                  <a:lnTo>
                    <a:pt x="10729" y="851283"/>
                  </a:lnTo>
                  <a:lnTo>
                    <a:pt x="10252" y="851159"/>
                  </a:lnTo>
                  <a:lnTo>
                    <a:pt x="9189" y="852345"/>
                  </a:lnTo>
                  <a:lnTo>
                    <a:pt x="7428" y="852051"/>
                  </a:lnTo>
                  <a:lnTo>
                    <a:pt x="6828" y="852507"/>
                  </a:lnTo>
                  <a:lnTo>
                    <a:pt x="5967" y="853788"/>
                  </a:lnTo>
                  <a:lnTo>
                    <a:pt x="4748" y="855675"/>
                  </a:lnTo>
                  <a:lnTo>
                    <a:pt x="4069" y="855023"/>
                  </a:lnTo>
                  <a:lnTo>
                    <a:pt x="3862" y="853006"/>
                  </a:lnTo>
                  <a:lnTo>
                    <a:pt x="3409" y="851254"/>
                  </a:lnTo>
                  <a:lnTo>
                    <a:pt x="3121" y="849711"/>
                  </a:lnTo>
                  <a:lnTo>
                    <a:pt x="2904" y="847171"/>
                  </a:lnTo>
                  <a:lnTo>
                    <a:pt x="2543" y="843902"/>
                  </a:lnTo>
                  <a:lnTo>
                    <a:pt x="1823" y="840038"/>
                  </a:lnTo>
                  <a:lnTo>
                    <a:pt x="720" y="836910"/>
                  </a:lnTo>
                  <a:lnTo>
                    <a:pt x="659" y="834102"/>
                  </a:lnTo>
                  <a:lnTo>
                    <a:pt x="455" y="830576"/>
                  </a:lnTo>
                  <a:lnTo>
                    <a:pt x="1017" y="827136"/>
                  </a:lnTo>
                  <a:lnTo>
                    <a:pt x="689" y="824285"/>
                  </a:lnTo>
                  <a:lnTo>
                    <a:pt x="0" y="820883"/>
                  </a:lnTo>
                  <a:lnTo>
                    <a:pt x="212" y="817365"/>
                  </a:lnTo>
                  <a:lnTo>
                    <a:pt x="890" y="815409"/>
                  </a:lnTo>
                  <a:lnTo>
                    <a:pt x="1102" y="812933"/>
                  </a:lnTo>
                  <a:lnTo>
                    <a:pt x="4239" y="812543"/>
                  </a:lnTo>
                  <a:lnTo>
                    <a:pt x="4108" y="809213"/>
                  </a:lnTo>
                  <a:lnTo>
                    <a:pt x="4630" y="806521"/>
                  </a:lnTo>
                  <a:lnTo>
                    <a:pt x="5216" y="804083"/>
                  </a:lnTo>
                  <a:lnTo>
                    <a:pt x="5715" y="802972"/>
                  </a:lnTo>
                  <a:lnTo>
                    <a:pt x="6833" y="802002"/>
                  </a:lnTo>
                  <a:lnTo>
                    <a:pt x="8150" y="800594"/>
                  </a:lnTo>
                  <a:lnTo>
                    <a:pt x="8892" y="798978"/>
                  </a:lnTo>
                  <a:lnTo>
                    <a:pt x="9247" y="797538"/>
                  </a:lnTo>
                  <a:lnTo>
                    <a:pt x="9464" y="795671"/>
                  </a:lnTo>
                  <a:lnTo>
                    <a:pt x="9520" y="793686"/>
                  </a:lnTo>
                  <a:lnTo>
                    <a:pt x="9304" y="789455"/>
                  </a:lnTo>
                  <a:lnTo>
                    <a:pt x="9550" y="788157"/>
                  </a:lnTo>
                  <a:lnTo>
                    <a:pt x="10364" y="786443"/>
                  </a:lnTo>
                  <a:lnTo>
                    <a:pt x="11743" y="784919"/>
                  </a:lnTo>
                  <a:lnTo>
                    <a:pt x="12336" y="780879"/>
                  </a:lnTo>
                  <a:lnTo>
                    <a:pt x="11997" y="777362"/>
                  </a:lnTo>
                  <a:lnTo>
                    <a:pt x="11232" y="774580"/>
                  </a:lnTo>
                  <a:lnTo>
                    <a:pt x="10259" y="773322"/>
                  </a:lnTo>
                  <a:lnTo>
                    <a:pt x="10174" y="770456"/>
                  </a:lnTo>
                  <a:lnTo>
                    <a:pt x="10613" y="767732"/>
                  </a:lnTo>
                  <a:lnTo>
                    <a:pt x="11187" y="764818"/>
                  </a:lnTo>
                  <a:lnTo>
                    <a:pt x="11870" y="761465"/>
                  </a:lnTo>
                  <a:lnTo>
                    <a:pt x="11827" y="759118"/>
                  </a:lnTo>
                  <a:lnTo>
                    <a:pt x="12433" y="757748"/>
                  </a:lnTo>
                  <a:lnTo>
                    <a:pt x="14159" y="754689"/>
                  </a:lnTo>
                  <a:lnTo>
                    <a:pt x="14752" y="751694"/>
                  </a:lnTo>
                  <a:lnTo>
                    <a:pt x="15360" y="750880"/>
                  </a:lnTo>
                  <a:lnTo>
                    <a:pt x="16067" y="750519"/>
                  </a:lnTo>
                  <a:lnTo>
                    <a:pt x="16109" y="748825"/>
                  </a:lnTo>
                  <a:lnTo>
                    <a:pt x="15593" y="747146"/>
                  </a:lnTo>
                  <a:lnTo>
                    <a:pt x="15509" y="745034"/>
                  </a:lnTo>
                  <a:lnTo>
                    <a:pt x="15570" y="742693"/>
                  </a:lnTo>
                  <a:lnTo>
                    <a:pt x="15728" y="739574"/>
                  </a:lnTo>
                  <a:lnTo>
                    <a:pt x="16533" y="738402"/>
                  </a:lnTo>
                  <a:lnTo>
                    <a:pt x="17723" y="735869"/>
                  </a:lnTo>
                  <a:lnTo>
                    <a:pt x="18041" y="734259"/>
                  </a:lnTo>
                  <a:lnTo>
                    <a:pt x="18083" y="732103"/>
                  </a:lnTo>
                  <a:lnTo>
                    <a:pt x="17736" y="727653"/>
                  </a:lnTo>
                  <a:lnTo>
                    <a:pt x="17440" y="724462"/>
                  </a:lnTo>
                  <a:lnTo>
                    <a:pt x="17291" y="723285"/>
                  </a:lnTo>
                  <a:lnTo>
                    <a:pt x="16748" y="721120"/>
                  </a:lnTo>
                  <a:lnTo>
                    <a:pt x="16348" y="719755"/>
                  </a:lnTo>
                  <a:lnTo>
                    <a:pt x="16987" y="718047"/>
                  </a:lnTo>
                  <a:lnTo>
                    <a:pt x="18187" y="716249"/>
                  </a:lnTo>
                  <a:lnTo>
                    <a:pt x="18695" y="713644"/>
                  </a:lnTo>
                  <a:lnTo>
                    <a:pt x="18229" y="711427"/>
                  </a:lnTo>
                  <a:lnTo>
                    <a:pt x="17550" y="710256"/>
                  </a:lnTo>
                  <a:lnTo>
                    <a:pt x="17339" y="706868"/>
                  </a:lnTo>
                  <a:lnTo>
                    <a:pt x="17593" y="702568"/>
                  </a:lnTo>
                  <a:lnTo>
                    <a:pt x="18102" y="701264"/>
                  </a:lnTo>
                  <a:lnTo>
                    <a:pt x="19882" y="700612"/>
                  </a:lnTo>
                  <a:lnTo>
                    <a:pt x="20052" y="698396"/>
                  </a:lnTo>
                  <a:lnTo>
                    <a:pt x="21409" y="695271"/>
                  </a:lnTo>
                  <a:lnTo>
                    <a:pt x="21366" y="692272"/>
                  </a:lnTo>
                  <a:lnTo>
                    <a:pt x="20504" y="690434"/>
                  </a:lnTo>
                  <a:lnTo>
                    <a:pt x="19659" y="687468"/>
                  </a:lnTo>
                  <a:lnTo>
                    <a:pt x="19034" y="684848"/>
                  </a:lnTo>
                  <a:lnTo>
                    <a:pt x="16957" y="683413"/>
                  </a:lnTo>
                  <a:lnTo>
                    <a:pt x="14752" y="682631"/>
                  </a:lnTo>
                  <a:lnTo>
                    <a:pt x="14456" y="680156"/>
                  </a:lnTo>
                  <a:lnTo>
                    <a:pt x="14541" y="678721"/>
                  </a:lnTo>
                  <a:lnTo>
                    <a:pt x="15566" y="679301"/>
                  </a:lnTo>
                  <a:lnTo>
                    <a:pt x="17241" y="678796"/>
                  </a:lnTo>
                  <a:lnTo>
                    <a:pt x="18502" y="678678"/>
                  </a:lnTo>
                  <a:lnTo>
                    <a:pt x="19379" y="678430"/>
                  </a:lnTo>
                  <a:lnTo>
                    <a:pt x="20391" y="678069"/>
                  </a:lnTo>
                  <a:lnTo>
                    <a:pt x="21324" y="679114"/>
                  </a:lnTo>
                  <a:lnTo>
                    <a:pt x="22256" y="678462"/>
                  </a:lnTo>
                  <a:lnTo>
                    <a:pt x="22638" y="674552"/>
                  </a:lnTo>
                  <a:lnTo>
                    <a:pt x="23231" y="672468"/>
                  </a:lnTo>
                  <a:lnTo>
                    <a:pt x="23316" y="670512"/>
                  </a:lnTo>
                  <a:lnTo>
                    <a:pt x="22723" y="668951"/>
                  </a:lnTo>
                  <a:lnTo>
                    <a:pt x="21635" y="668469"/>
                  </a:lnTo>
                  <a:lnTo>
                    <a:pt x="16883" y="667234"/>
                  </a:lnTo>
                  <a:lnTo>
                    <a:pt x="16739" y="665670"/>
                  </a:lnTo>
                  <a:lnTo>
                    <a:pt x="16780" y="663047"/>
                  </a:lnTo>
                  <a:lnTo>
                    <a:pt x="16959" y="660369"/>
                  </a:lnTo>
                  <a:lnTo>
                    <a:pt x="16957" y="659047"/>
                  </a:lnTo>
                  <a:lnTo>
                    <a:pt x="17391" y="657884"/>
                  </a:lnTo>
                  <a:lnTo>
                    <a:pt x="17882" y="655454"/>
                  </a:lnTo>
                  <a:lnTo>
                    <a:pt x="18229" y="653833"/>
                  </a:lnTo>
                  <a:lnTo>
                    <a:pt x="17884" y="651729"/>
                  </a:lnTo>
                  <a:lnTo>
                    <a:pt x="17127" y="648621"/>
                  </a:lnTo>
                  <a:lnTo>
                    <a:pt x="17678" y="647187"/>
                  </a:lnTo>
                  <a:lnTo>
                    <a:pt x="17722" y="645476"/>
                  </a:lnTo>
                  <a:lnTo>
                    <a:pt x="17550" y="643802"/>
                  </a:lnTo>
                  <a:lnTo>
                    <a:pt x="16764" y="641941"/>
                  </a:lnTo>
                  <a:lnTo>
                    <a:pt x="16067" y="639370"/>
                  </a:lnTo>
                  <a:lnTo>
                    <a:pt x="16067" y="636634"/>
                  </a:lnTo>
                  <a:lnTo>
                    <a:pt x="16882" y="635907"/>
                  </a:lnTo>
                  <a:lnTo>
                    <a:pt x="17423" y="635070"/>
                  </a:lnTo>
                  <a:lnTo>
                    <a:pt x="17550" y="633376"/>
                  </a:lnTo>
                  <a:lnTo>
                    <a:pt x="17254" y="631293"/>
                  </a:lnTo>
                  <a:lnTo>
                    <a:pt x="16128" y="630658"/>
                  </a:lnTo>
                  <a:lnTo>
                    <a:pt x="14627" y="629377"/>
                  </a:lnTo>
                  <a:lnTo>
                    <a:pt x="14169" y="628303"/>
                  </a:lnTo>
                  <a:lnTo>
                    <a:pt x="13745" y="626070"/>
                  </a:lnTo>
                  <a:lnTo>
                    <a:pt x="14061" y="619768"/>
                  </a:lnTo>
                  <a:lnTo>
                    <a:pt x="13903" y="615970"/>
                  </a:lnTo>
                  <a:lnTo>
                    <a:pt x="13772" y="613869"/>
                  </a:lnTo>
                  <a:lnTo>
                    <a:pt x="14140" y="612253"/>
                  </a:lnTo>
                  <a:lnTo>
                    <a:pt x="14639" y="610799"/>
                  </a:lnTo>
                  <a:lnTo>
                    <a:pt x="14402" y="607408"/>
                  </a:lnTo>
                  <a:lnTo>
                    <a:pt x="13955" y="605631"/>
                  </a:lnTo>
                  <a:lnTo>
                    <a:pt x="14113" y="604257"/>
                  </a:lnTo>
                  <a:lnTo>
                    <a:pt x="14534" y="602884"/>
                  </a:lnTo>
                  <a:lnTo>
                    <a:pt x="14902" y="601187"/>
                  </a:lnTo>
                  <a:lnTo>
                    <a:pt x="15217" y="600783"/>
                  </a:lnTo>
                  <a:lnTo>
                    <a:pt x="15691" y="601752"/>
                  </a:lnTo>
                  <a:lnTo>
                    <a:pt x="16492" y="601184"/>
                  </a:lnTo>
                  <a:lnTo>
                    <a:pt x="17451" y="599813"/>
                  </a:lnTo>
                  <a:lnTo>
                    <a:pt x="17557" y="598197"/>
                  </a:lnTo>
                  <a:lnTo>
                    <a:pt x="17364" y="595886"/>
                  </a:lnTo>
                  <a:lnTo>
                    <a:pt x="16648" y="590077"/>
                  </a:lnTo>
                  <a:lnTo>
                    <a:pt x="16006" y="586485"/>
                  </a:lnTo>
                  <a:lnTo>
                    <a:pt x="16138" y="585192"/>
                  </a:lnTo>
                  <a:lnTo>
                    <a:pt x="16392" y="583830"/>
                  </a:lnTo>
                  <a:lnTo>
                    <a:pt x="16190" y="578890"/>
                  </a:lnTo>
                  <a:lnTo>
                    <a:pt x="16253" y="575906"/>
                  </a:lnTo>
                  <a:lnTo>
                    <a:pt x="16300" y="567107"/>
                  </a:lnTo>
                  <a:lnTo>
                    <a:pt x="16374" y="564103"/>
                  </a:lnTo>
                  <a:lnTo>
                    <a:pt x="15717" y="561036"/>
                  </a:lnTo>
                  <a:lnTo>
                    <a:pt x="15806" y="558156"/>
                  </a:lnTo>
                  <a:lnTo>
                    <a:pt x="16270" y="556055"/>
                  </a:lnTo>
                  <a:lnTo>
                    <a:pt x="16706" y="553213"/>
                  </a:lnTo>
                  <a:lnTo>
                    <a:pt x="17031" y="550694"/>
                  </a:lnTo>
                  <a:lnTo>
                    <a:pt x="17373" y="549563"/>
                  </a:lnTo>
                  <a:lnTo>
                    <a:pt x="17951" y="548997"/>
                  </a:lnTo>
                  <a:lnTo>
                    <a:pt x="18082" y="547624"/>
                  </a:lnTo>
                  <a:lnTo>
                    <a:pt x="17819" y="546573"/>
                  </a:lnTo>
                  <a:lnTo>
                    <a:pt x="17070" y="544937"/>
                  </a:lnTo>
                  <a:lnTo>
                    <a:pt x="16900" y="542937"/>
                  </a:lnTo>
                  <a:lnTo>
                    <a:pt x="17057" y="541402"/>
                  </a:lnTo>
                  <a:lnTo>
                    <a:pt x="17425" y="540513"/>
                  </a:lnTo>
                  <a:lnTo>
                    <a:pt x="17995" y="540522"/>
                  </a:lnTo>
                  <a:lnTo>
                    <a:pt x="18424" y="538332"/>
                  </a:lnTo>
                  <a:lnTo>
                    <a:pt x="18546" y="535625"/>
                  </a:lnTo>
                  <a:lnTo>
                    <a:pt x="18634" y="534373"/>
                  </a:lnTo>
                  <a:lnTo>
                    <a:pt x="18306" y="532791"/>
                  </a:lnTo>
                  <a:lnTo>
                    <a:pt x="18068" y="529060"/>
                  </a:lnTo>
                  <a:lnTo>
                    <a:pt x="17846" y="526939"/>
                  </a:lnTo>
                  <a:lnTo>
                    <a:pt x="18109" y="526050"/>
                  </a:lnTo>
                  <a:lnTo>
                    <a:pt x="18477" y="525727"/>
                  </a:lnTo>
                  <a:lnTo>
                    <a:pt x="19123" y="526226"/>
                  </a:lnTo>
                  <a:lnTo>
                    <a:pt x="19581" y="525970"/>
                  </a:lnTo>
                  <a:lnTo>
                    <a:pt x="19660" y="524838"/>
                  </a:lnTo>
                  <a:lnTo>
                    <a:pt x="19712" y="523627"/>
                  </a:lnTo>
                  <a:lnTo>
                    <a:pt x="19885" y="522801"/>
                  </a:lnTo>
                  <a:lnTo>
                    <a:pt x="20293" y="520057"/>
                  </a:lnTo>
                  <a:lnTo>
                    <a:pt x="20729" y="516655"/>
                  </a:lnTo>
                  <a:lnTo>
                    <a:pt x="20831" y="514254"/>
                  </a:lnTo>
                  <a:lnTo>
                    <a:pt x="20675" y="507744"/>
                  </a:lnTo>
                  <a:lnTo>
                    <a:pt x="20906" y="506249"/>
                  </a:lnTo>
                  <a:lnTo>
                    <a:pt x="21371" y="504884"/>
                  </a:lnTo>
                  <a:lnTo>
                    <a:pt x="22020" y="503600"/>
                  </a:lnTo>
                  <a:lnTo>
                    <a:pt x="22870" y="502535"/>
                  </a:lnTo>
                  <a:lnTo>
                    <a:pt x="23929" y="501003"/>
                  </a:lnTo>
                  <a:lnTo>
                    <a:pt x="25232" y="500440"/>
                  </a:lnTo>
                  <a:lnTo>
                    <a:pt x="25758" y="498744"/>
                  </a:lnTo>
                  <a:lnTo>
                    <a:pt x="26126" y="496481"/>
                  </a:lnTo>
                  <a:lnTo>
                    <a:pt x="26231" y="494623"/>
                  </a:lnTo>
                  <a:lnTo>
                    <a:pt x="25731" y="493330"/>
                  </a:lnTo>
                  <a:lnTo>
                    <a:pt x="25075" y="491795"/>
                  </a:lnTo>
                  <a:lnTo>
                    <a:pt x="24762" y="487922"/>
                  </a:lnTo>
                  <a:lnTo>
                    <a:pt x="24592" y="484350"/>
                  </a:lnTo>
                  <a:lnTo>
                    <a:pt x="24496" y="479837"/>
                  </a:lnTo>
                  <a:lnTo>
                    <a:pt x="23842" y="475958"/>
                  </a:lnTo>
                  <a:lnTo>
                    <a:pt x="23156" y="471595"/>
                  </a:lnTo>
                  <a:lnTo>
                    <a:pt x="22972" y="467717"/>
                  </a:lnTo>
                  <a:lnTo>
                    <a:pt x="23201" y="465593"/>
                  </a:lnTo>
                  <a:lnTo>
                    <a:pt x="23471" y="462223"/>
                  </a:lnTo>
                  <a:lnTo>
                    <a:pt x="23182" y="460690"/>
                  </a:lnTo>
                  <a:lnTo>
                    <a:pt x="22840" y="457943"/>
                  </a:lnTo>
                  <a:lnTo>
                    <a:pt x="23195" y="455791"/>
                  </a:lnTo>
                  <a:lnTo>
                    <a:pt x="23628" y="452449"/>
                  </a:lnTo>
                  <a:lnTo>
                    <a:pt x="23576" y="450752"/>
                  </a:lnTo>
                  <a:lnTo>
                    <a:pt x="23235" y="446712"/>
                  </a:lnTo>
                  <a:lnTo>
                    <a:pt x="22919" y="444450"/>
                  </a:lnTo>
                  <a:lnTo>
                    <a:pt x="23235" y="442026"/>
                  </a:lnTo>
                  <a:lnTo>
                    <a:pt x="23734" y="439764"/>
                  </a:lnTo>
                  <a:lnTo>
                    <a:pt x="24128" y="438552"/>
                  </a:lnTo>
                  <a:lnTo>
                    <a:pt x="24063" y="436601"/>
                  </a:lnTo>
                  <a:lnTo>
                    <a:pt x="24233" y="434997"/>
                  </a:lnTo>
                  <a:lnTo>
                    <a:pt x="24979" y="433920"/>
                  </a:lnTo>
                  <a:lnTo>
                    <a:pt x="25679" y="431929"/>
                  </a:lnTo>
                  <a:lnTo>
                    <a:pt x="26178" y="431687"/>
                  </a:lnTo>
                  <a:lnTo>
                    <a:pt x="26783" y="431687"/>
                  </a:lnTo>
                  <a:lnTo>
                    <a:pt x="27177" y="431121"/>
                  </a:lnTo>
                  <a:lnTo>
                    <a:pt x="27335" y="429586"/>
                  </a:lnTo>
                  <a:lnTo>
                    <a:pt x="27440" y="427889"/>
                  </a:lnTo>
                  <a:lnTo>
                    <a:pt x="28402" y="425783"/>
                  </a:lnTo>
                  <a:lnTo>
                    <a:pt x="28964" y="423846"/>
                  </a:lnTo>
                  <a:lnTo>
                    <a:pt x="29990" y="423442"/>
                  </a:lnTo>
                  <a:lnTo>
                    <a:pt x="30489" y="421345"/>
                  </a:lnTo>
                  <a:lnTo>
                    <a:pt x="30500" y="418649"/>
                  </a:lnTo>
                  <a:lnTo>
                    <a:pt x="30384" y="415931"/>
                  </a:lnTo>
                  <a:lnTo>
                    <a:pt x="30726" y="412780"/>
                  </a:lnTo>
                  <a:lnTo>
                    <a:pt x="30345" y="407973"/>
                  </a:lnTo>
                  <a:lnTo>
                    <a:pt x="30384" y="405427"/>
                  </a:lnTo>
                  <a:lnTo>
                    <a:pt x="29990" y="403327"/>
                  </a:lnTo>
                  <a:lnTo>
                    <a:pt x="30068" y="401064"/>
                  </a:lnTo>
                  <a:lnTo>
                    <a:pt x="29858" y="399610"/>
                  </a:lnTo>
                  <a:lnTo>
                    <a:pt x="29263" y="399070"/>
                  </a:lnTo>
                  <a:lnTo>
                    <a:pt x="29043" y="397267"/>
                  </a:lnTo>
                  <a:lnTo>
                    <a:pt x="29332" y="396378"/>
                  </a:lnTo>
                  <a:lnTo>
                    <a:pt x="29895" y="395694"/>
                  </a:lnTo>
                  <a:lnTo>
                    <a:pt x="30601" y="394312"/>
                  </a:lnTo>
                  <a:lnTo>
                    <a:pt x="31130" y="387660"/>
                  </a:lnTo>
                  <a:lnTo>
                    <a:pt x="31380" y="385687"/>
                  </a:lnTo>
                  <a:lnTo>
                    <a:pt x="31624" y="383309"/>
                  </a:lnTo>
                  <a:lnTo>
                    <a:pt x="31593" y="382077"/>
                  </a:lnTo>
                  <a:lnTo>
                    <a:pt x="31932" y="380299"/>
                  </a:lnTo>
                  <a:lnTo>
                    <a:pt x="32355" y="377598"/>
                  </a:lnTo>
                  <a:lnTo>
                    <a:pt x="33022" y="374987"/>
                  </a:lnTo>
                  <a:lnTo>
                    <a:pt x="33405" y="373189"/>
                  </a:lnTo>
                  <a:lnTo>
                    <a:pt x="33775" y="370765"/>
                  </a:lnTo>
                  <a:lnTo>
                    <a:pt x="33880" y="369311"/>
                  </a:lnTo>
                  <a:lnTo>
                    <a:pt x="34353" y="368586"/>
                  </a:lnTo>
                  <a:lnTo>
                    <a:pt x="34896" y="368399"/>
                  </a:lnTo>
                  <a:lnTo>
                    <a:pt x="35536" y="367940"/>
                  </a:lnTo>
                  <a:lnTo>
                    <a:pt x="35799" y="367051"/>
                  </a:lnTo>
                  <a:lnTo>
                    <a:pt x="35752" y="365756"/>
                  </a:lnTo>
                  <a:lnTo>
                    <a:pt x="35712" y="362893"/>
                  </a:lnTo>
                  <a:lnTo>
                    <a:pt x="35520" y="358348"/>
                  </a:lnTo>
                  <a:lnTo>
                    <a:pt x="35396" y="352484"/>
                  </a:lnTo>
                  <a:lnTo>
                    <a:pt x="35509" y="348632"/>
                  </a:lnTo>
                  <a:lnTo>
                    <a:pt x="35931" y="344754"/>
                  </a:lnTo>
                  <a:lnTo>
                    <a:pt x="36325" y="342653"/>
                  </a:lnTo>
                  <a:lnTo>
                    <a:pt x="36220" y="341037"/>
                  </a:lnTo>
                  <a:lnTo>
                    <a:pt x="36115" y="339259"/>
                  </a:lnTo>
                  <a:lnTo>
                    <a:pt x="35378" y="338290"/>
                  </a:lnTo>
                  <a:lnTo>
                    <a:pt x="34678" y="339130"/>
                  </a:lnTo>
                  <a:lnTo>
                    <a:pt x="34190" y="338896"/>
                  </a:lnTo>
                  <a:lnTo>
                    <a:pt x="33565" y="336836"/>
                  </a:lnTo>
                  <a:lnTo>
                    <a:pt x="33381" y="334654"/>
                  </a:lnTo>
                  <a:lnTo>
                    <a:pt x="33486" y="331664"/>
                  </a:lnTo>
                  <a:lnTo>
                    <a:pt x="33975" y="329800"/>
                  </a:lnTo>
                  <a:lnTo>
                    <a:pt x="34169" y="327463"/>
                  </a:lnTo>
                  <a:lnTo>
                    <a:pt x="33880" y="326736"/>
                  </a:lnTo>
                  <a:lnTo>
                    <a:pt x="33264" y="325183"/>
                  </a:lnTo>
                  <a:lnTo>
                    <a:pt x="32679" y="319825"/>
                  </a:lnTo>
                  <a:lnTo>
                    <a:pt x="32750" y="315262"/>
                  </a:lnTo>
                  <a:lnTo>
                    <a:pt x="32171" y="314050"/>
                  </a:lnTo>
                  <a:lnTo>
                    <a:pt x="31902" y="310484"/>
                  </a:lnTo>
                  <a:lnTo>
                    <a:pt x="31304" y="309205"/>
                  </a:lnTo>
                  <a:lnTo>
                    <a:pt x="31067" y="306539"/>
                  </a:lnTo>
                  <a:lnTo>
                    <a:pt x="30883" y="303792"/>
                  </a:lnTo>
                  <a:lnTo>
                    <a:pt x="30962" y="302577"/>
                  </a:lnTo>
                  <a:lnTo>
                    <a:pt x="31584" y="302242"/>
                  </a:lnTo>
                  <a:lnTo>
                    <a:pt x="31935" y="300075"/>
                  </a:lnTo>
                  <a:lnTo>
                    <a:pt x="31672" y="298860"/>
                  </a:lnTo>
                  <a:lnTo>
                    <a:pt x="31199" y="297810"/>
                  </a:lnTo>
                  <a:lnTo>
                    <a:pt x="30594" y="297891"/>
                  </a:lnTo>
                  <a:lnTo>
                    <a:pt x="30053" y="296653"/>
                  </a:lnTo>
                  <a:lnTo>
                    <a:pt x="29327" y="291467"/>
                  </a:lnTo>
                  <a:lnTo>
                    <a:pt x="28755" y="288602"/>
                  </a:lnTo>
                  <a:lnTo>
                    <a:pt x="28935" y="284421"/>
                  </a:lnTo>
                  <a:lnTo>
                    <a:pt x="29048" y="281154"/>
                  </a:lnTo>
                  <a:lnTo>
                    <a:pt x="29294" y="278361"/>
                  </a:lnTo>
                  <a:lnTo>
                    <a:pt x="29385" y="276162"/>
                  </a:lnTo>
                  <a:lnTo>
                    <a:pt x="29832" y="275109"/>
                  </a:lnTo>
                  <a:lnTo>
                    <a:pt x="30252" y="275596"/>
                  </a:lnTo>
                  <a:lnTo>
                    <a:pt x="30647" y="275354"/>
                  </a:lnTo>
                  <a:lnTo>
                    <a:pt x="31010" y="273562"/>
                  </a:lnTo>
                  <a:lnTo>
                    <a:pt x="31409" y="272445"/>
                  </a:lnTo>
                  <a:lnTo>
                    <a:pt x="31383" y="271556"/>
                  </a:lnTo>
                  <a:lnTo>
                    <a:pt x="31146" y="270587"/>
                  </a:lnTo>
                  <a:lnTo>
                    <a:pt x="31034" y="268890"/>
                  </a:lnTo>
                  <a:lnTo>
                    <a:pt x="31311" y="266870"/>
                  </a:lnTo>
                  <a:lnTo>
                    <a:pt x="31791" y="262239"/>
                  </a:lnTo>
                  <a:lnTo>
                    <a:pt x="32516" y="257140"/>
                  </a:lnTo>
                  <a:lnTo>
                    <a:pt x="32829" y="255235"/>
                  </a:lnTo>
                  <a:lnTo>
                    <a:pt x="32750" y="253619"/>
                  </a:lnTo>
                  <a:lnTo>
                    <a:pt x="32907" y="252892"/>
                  </a:lnTo>
                  <a:lnTo>
                    <a:pt x="33400" y="253700"/>
                  </a:lnTo>
                  <a:lnTo>
                    <a:pt x="34800" y="252811"/>
                  </a:lnTo>
                  <a:lnTo>
                    <a:pt x="35273" y="250549"/>
                  </a:lnTo>
                  <a:lnTo>
                    <a:pt x="35457" y="248529"/>
                  </a:lnTo>
                  <a:lnTo>
                    <a:pt x="35878" y="247398"/>
                  </a:lnTo>
                  <a:lnTo>
                    <a:pt x="35694" y="245782"/>
                  </a:lnTo>
                  <a:lnTo>
                    <a:pt x="35116" y="245297"/>
                  </a:lnTo>
                  <a:lnTo>
                    <a:pt x="34765" y="244541"/>
                  </a:lnTo>
                  <a:lnTo>
                    <a:pt x="34905" y="242711"/>
                  </a:lnTo>
                  <a:lnTo>
                    <a:pt x="35110" y="238504"/>
                  </a:lnTo>
                  <a:lnTo>
                    <a:pt x="35076" y="235405"/>
                  </a:lnTo>
                  <a:lnTo>
                    <a:pt x="34548" y="228794"/>
                  </a:lnTo>
                  <a:lnTo>
                    <a:pt x="34123" y="222252"/>
                  </a:lnTo>
                  <a:lnTo>
                    <a:pt x="34423" y="220065"/>
                  </a:lnTo>
                  <a:lnTo>
                    <a:pt x="35339" y="217075"/>
                  </a:lnTo>
                  <a:lnTo>
                    <a:pt x="36035" y="215728"/>
                  </a:lnTo>
                  <a:lnTo>
                    <a:pt x="36160" y="214022"/>
                  </a:lnTo>
                  <a:lnTo>
                    <a:pt x="36850" y="206292"/>
                  </a:lnTo>
                  <a:lnTo>
                    <a:pt x="36929" y="202073"/>
                  </a:lnTo>
                  <a:lnTo>
                    <a:pt x="37381" y="199735"/>
                  </a:lnTo>
                  <a:lnTo>
                    <a:pt x="37679" y="195349"/>
                  </a:lnTo>
                  <a:lnTo>
                    <a:pt x="38926" y="191569"/>
                  </a:lnTo>
                  <a:lnTo>
                    <a:pt x="39294" y="189064"/>
                  </a:lnTo>
                  <a:lnTo>
                    <a:pt x="39794" y="188822"/>
                  </a:lnTo>
                  <a:lnTo>
                    <a:pt x="40057" y="188014"/>
                  </a:lnTo>
                  <a:lnTo>
                    <a:pt x="40719" y="185221"/>
                  </a:lnTo>
                  <a:lnTo>
                    <a:pt x="41579" y="182349"/>
                  </a:lnTo>
                  <a:lnTo>
                    <a:pt x="42317" y="180904"/>
                  </a:lnTo>
                  <a:lnTo>
                    <a:pt x="42501" y="178641"/>
                  </a:lnTo>
                  <a:lnTo>
                    <a:pt x="42855" y="175551"/>
                  </a:lnTo>
                  <a:lnTo>
                    <a:pt x="43589" y="170423"/>
                  </a:lnTo>
                  <a:lnTo>
                    <a:pt x="44000" y="166848"/>
                  </a:lnTo>
                  <a:lnTo>
                    <a:pt x="44552" y="165552"/>
                  </a:lnTo>
                  <a:lnTo>
                    <a:pt x="45195" y="160869"/>
                  </a:lnTo>
                  <a:lnTo>
                    <a:pt x="45471" y="158122"/>
                  </a:lnTo>
                  <a:lnTo>
                    <a:pt x="46207" y="156990"/>
                  </a:lnTo>
                  <a:lnTo>
                    <a:pt x="46786" y="156667"/>
                  </a:lnTo>
                  <a:lnTo>
                    <a:pt x="47338" y="157963"/>
                  </a:lnTo>
                  <a:lnTo>
                    <a:pt x="47916" y="157717"/>
                  </a:lnTo>
                  <a:lnTo>
                    <a:pt x="48442" y="156101"/>
                  </a:lnTo>
                  <a:lnTo>
                    <a:pt x="49711" y="155002"/>
                  </a:lnTo>
                  <a:lnTo>
                    <a:pt x="50282" y="154405"/>
                  </a:lnTo>
                  <a:lnTo>
                    <a:pt x="50544" y="152789"/>
                  </a:lnTo>
                  <a:lnTo>
                    <a:pt x="50544" y="149961"/>
                  </a:lnTo>
                  <a:lnTo>
                    <a:pt x="50019" y="147860"/>
                  </a:lnTo>
                  <a:lnTo>
                    <a:pt x="48944" y="143838"/>
                  </a:lnTo>
                  <a:lnTo>
                    <a:pt x="48021" y="139347"/>
                  </a:lnTo>
                  <a:lnTo>
                    <a:pt x="47920" y="137931"/>
                  </a:lnTo>
                  <a:lnTo>
                    <a:pt x="47915" y="136384"/>
                  </a:lnTo>
                  <a:lnTo>
                    <a:pt x="48072" y="134430"/>
                  </a:lnTo>
                  <a:lnTo>
                    <a:pt x="48514" y="132214"/>
                  </a:lnTo>
                  <a:lnTo>
                    <a:pt x="49623" y="128572"/>
                  </a:lnTo>
                  <a:lnTo>
                    <a:pt x="49505" y="125964"/>
                  </a:lnTo>
                  <a:lnTo>
                    <a:pt x="48697" y="116378"/>
                  </a:lnTo>
                  <a:lnTo>
                    <a:pt x="48398" y="113734"/>
                  </a:lnTo>
                  <a:lnTo>
                    <a:pt x="47837" y="108832"/>
                  </a:lnTo>
                  <a:lnTo>
                    <a:pt x="47916" y="106893"/>
                  </a:lnTo>
                  <a:lnTo>
                    <a:pt x="48409" y="101476"/>
                  </a:lnTo>
                  <a:lnTo>
                    <a:pt x="48836" y="99298"/>
                  </a:lnTo>
                  <a:lnTo>
                    <a:pt x="49467" y="98894"/>
                  </a:lnTo>
                  <a:lnTo>
                    <a:pt x="49808" y="98166"/>
                  </a:lnTo>
                  <a:lnTo>
                    <a:pt x="49914" y="97197"/>
                  </a:lnTo>
                  <a:lnTo>
                    <a:pt x="49493" y="95988"/>
                  </a:lnTo>
                  <a:lnTo>
                    <a:pt x="49309" y="94450"/>
                  </a:lnTo>
                  <a:lnTo>
                    <a:pt x="49125" y="92271"/>
                  </a:lnTo>
                  <a:lnTo>
                    <a:pt x="48541" y="91503"/>
                  </a:lnTo>
                  <a:lnTo>
                    <a:pt x="48205" y="89685"/>
                  </a:lnTo>
                  <a:lnTo>
                    <a:pt x="48205" y="87016"/>
                  </a:lnTo>
                  <a:lnTo>
                    <a:pt x="48731" y="83542"/>
                  </a:lnTo>
                  <a:lnTo>
                    <a:pt x="49309" y="82572"/>
                  </a:lnTo>
                  <a:lnTo>
                    <a:pt x="49545" y="81040"/>
                  </a:lnTo>
                  <a:lnTo>
                    <a:pt x="50165" y="79626"/>
                  </a:lnTo>
                  <a:lnTo>
                    <a:pt x="50728" y="78535"/>
                  </a:lnTo>
                  <a:lnTo>
                    <a:pt x="51202" y="76515"/>
                  </a:lnTo>
                  <a:lnTo>
                    <a:pt x="53153" y="74042"/>
                  </a:lnTo>
                  <a:lnTo>
                    <a:pt x="54702" y="72123"/>
                  </a:lnTo>
                  <a:lnTo>
                    <a:pt x="57725" y="68447"/>
                  </a:lnTo>
                  <a:lnTo>
                    <a:pt x="59797" y="65931"/>
                  </a:lnTo>
                  <a:lnTo>
                    <a:pt x="59995" y="64188"/>
                  </a:lnTo>
                  <a:lnTo>
                    <a:pt x="60153" y="63002"/>
                  </a:lnTo>
                  <a:lnTo>
                    <a:pt x="61115" y="54117"/>
                  </a:lnTo>
                  <a:lnTo>
                    <a:pt x="62359" y="42626"/>
                  </a:lnTo>
                  <a:lnTo>
                    <a:pt x="63137" y="35424"/>
                  </a:lnTo>
                  <a:lnTo>
                    <a:pt x="61348" y="30114"/>
                  </a:lnTo>
                  <a:lnTo>
                    <a:pt x="61665" y="28700"/>
                  </a:lnTo>
                  <a:lnTo>
                    <a:pt x="62689" y="25067"/>
                  </a:lnTo>
                  <a:lnTo>
                    <a:pt x="62899" y="22153"/>
                  </a:lnTo>
                  <a:lnTo>
                    <a:pt x="63307" y="20900"/>
                  </a:lnTo>
                  <a:lnTo>
                    <a:pt x="65141" y="17940"/>
                  </a:lnTo>
                  <a:lnTo>
                    <a:pt x="65457" y="15972"/>
                  </a:lnTo>
                  <a:lnTo>
                    <a:pt x="65619" y="13793"/>
                  </a:lnTo>
                  <a:lnTo>
                    <a:pt x="65993" y="12226"/>
                  </a:lnTo>
                  <a:lnTo>
                    <a:pt x="66692" y="11903"/>
                  </a:lnTo>
                  <a:lnTo>
                    <a:pt x="67961" y="10515"/>
                  </a:lnTo>
                  <a:lnTo>
                    <a:pt x="69324" y="9196"/>
                  </a:lnTo>
                  <a:lnTo>
                    <a:pt x="69735" y="7404"/>
                  </a:lnTo>
                  <a:lnTo>
                    <a:pt x="70123" y="4282"/>
                  </a:lnTo>
                  <a:lnTo>
                    <a:pt x="70455" y="825"/>
                  </a:lnTo>
                  <a:lnTo>
                    <a:pt x="70719" y="0"/>
                  </a:lnTo>
                  <a:lnTo>
                    <a:pt x="71156" y="92"/>
                  </a:lnTo>
                  <a:lnTo>
                    <a:pt x="71887" y="960"/>
                  </a:lnTo>
                  <a:lnTo>
                    <a:pt x="72272" y="2273"/>
                  </a:lnTo>
                  <a:lnTo>
                    <a:pt x="74180" y="6417"/>
                  </a:lnTo>
                  <a:lnTo>
                    <a:pt x="75036" y="8778"/>
                  </a:lnTo>
                  <a:lnTo>
                    <a:pt x="75852" y="9092"/>
                  </a:lnTo>
                  <a:lnTo>
                    <a:pt x="77461" y="8628"/>
                  </a:lnTo>
                  <a:lnTo>
                    <a:pt x="77788" y="8734"/>
                  </a:lnTo>
                  <a:lnTo>
                    <a:pt x="81893" y="8870"/>
                  </a:lnTo>
                  <a:lnTo>
                    <a:pt x="82520" y="9075"/>
                  </a:lnTo>
                  <a:lnTo>
                    <a:pt x="83958" y="10088"/>
                  </a:lnTo>
                  <a:lnTo>
                    <a:pt x="84769" y="10896"/>
                  </a:lnTo>
                  <a:lnTo>
                    <a:pt x="85332" y="11317"/>
                  </a:lnTo>
                  <a:lnTo>
                    <a:pt x="86241" y="12595"/>
                  </a:lnTo>
                  <a:lnTo>
                    <a:pt x="87028" y="16814"/>
                  </a:lnTo>
                  <a:lnTo>
                    <a:pt x="87470" y="20176"/>
                  </a:lnTo>
                  <a:lnTo>
                    <a:pt x="87780" y="23131"/>
                  </a:lnTo>
                  <a:lnTo>
                    <a:pt x="88467" y="28322"/>
                  </a:lnTo>
                  <a:lnTo>
                    <a:pt x="88935" y="30290"/>
                  </a:lnTo>
                  <a:lnTo>
                    <a:pt x="89102" y="29335"/>
                  </a:lnTo>
                  <a:lnTo>
                    <a:pt x="89501" y="23662"/>
                  </a:lnTo>
                  <a:lnTo>
                    <a:pt x="90052" y="20352"/>
                  </a:lnTo>
                  <a:lnTo>
                    <a:pt x="90795" y="16644"/>
                  </a:lnTo>
                  <a:lnTo>
                    <a:pt x="92292" y="7978"/>
                  </a:lnTo>
                  <a:lnTo>
                    <a:pt x="92815" y="6680"/>
                  </a:lnTo>
                  <a:lnTo>
                    <a:pt x="93399" y="6048"/>
                  </a:lnTo>
                  <a:lnTo>
                    <a:pt x="93806" y="5996"/>
                  </a:lnTo>
                  <a:lnTo>
                    <a:pt x="94220" y="6639"/>
                  </a:lnTo>
                  <a:lnTo>
                    <a:pt x="94784" y="6648"/>
                  </a:lnTo>
                  <a:lnTo>
                    <a:pt x="95184" y="5961"/>
                  </a:lnTo>
                  <a:lnTo>
                    <a:pt x="99108" y="5852"/>
                  </a:lnTo>
                  <a:lnTo>
                    <a:pt x="103269" y="5808"/>
                  </a:lnTo>
                  <a:lnTo>
                    <a:pt x="103454" y="7300"/>
                  </a:lnTo>
                  <a:lnTo>
                    <a:pt x="104132" y="10558"/>
                  </a:lnTo>
                  <a:lnTo>
                    <a:pt x="104894" y="1227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260061" y="2432463"/>
              <a:ext cx="802" cy="1929"/>
            </a:xfrm>
            <a:custGeom>
              <a:avLst/>
              <a:pathLst>
                <a:path w="802" h="1929">
                  <a:moveTo>
                    <a:pt x="706" y="1441"/>
                  </a:moveTo>
                  <a:lnTo>
                    <a:pt x="341" y="1929"/>
                  </a:lnTo>
                  <a:lnTo>
                    <a:pt x="0" y="1709"/>
                  </a:lnTo>
                  <a:lnTo>
                    <a:pt x="0" y="487"/>
                  </a:lnTo>
                  <a:lnTo>
                    <a:pt x="246" y="0"/>
                  </a:lnTo>
                  <a:lnTo>
                    <a:pt x="532" y="24"/>
                  </a:lnTo>
                  <a:lnTo>
                    <a:pt x="802" y="46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240455" y="2413961"/>
              <a:ext cx="30237" cy="71565"/>
            </a:xfrm>
            <a:custGeom>
              <a:avLst/>
              <a:pathLst>
                <a:path w="30237" h="71565">
                  <a:moveTo>
                    <a:pt x="29332" y="70453"/>
                  </a:moveTo>
                  <a:lnTo>
                    <a:pt x="27671" y="70277"/>
                  </a:lnTo>
                  <a:lnTo>
                    <a:pt x="26251" y="71565"/>
                  </a:lnTo>
                  <a:lnTo>
                    <a:pt x="25716" y="71307"/>
                  </a:lnTo>
                  <a:lnTo>
                    <a:pt x="25360" y="69029"/>
                  </a:lnTo>
                  <a:lnTo>
                    <a:pt x="25057" y="67177"/>
                  </a:lnTo>
                  <a:lnTo>
                    <a:pt x="24153" y="62432"/>
                  </a:lnTo>
                  <a:lnTo>
                    <a:pt x="24399" y="60488"/>
                  </a:lnTo>
                  <a:lnTo>
                    <a:pt x="23895" y="59365"/>
                  </a:lnTo>
                  <a:lnTo>
                    <a:pt x="22680" y="57347"/>
                  </a:lnTo>
                  <a:lnTo>
                    <a:pt x="22369" y="56512"/>
                  </a:lnTo>
                  <a:lnTo>
                    <a:pt x="22541" y="55366"/>
                  </a:lnTo>
                  <a:lnTo>
                    <a:pt x="22659" y="53272"/>
                  </a:lnTo>
                  <a:lnTo>
                    <a:pt x="22544" y="51573"/>
                  </a:lnTo>
                  <a:lnTo>
                    <a:pt x="22217" y="51061"/>
                  </a:lnTo>
                  <a:lnTo>
                    <a:pt x="21611" y="51028"/>
                  </a:lnTo>
                  <a:lnTo>
                    <a:pt x="20874" y="51449"/>
                  </a:lnTo>
                  <a:lnTo>
                    <a:pt x="19394" y="53084"/>
                  </a:lnTo>
                  <a:lnTo>
                    <a:pt x="18366" y="52038"/>
                  </a:lnTo>
                  <a:lnTo>
                    <a:pt x="17774" y="50983"/>
                  </a:lnTo>
                  <a:lnTo>
                    <a:pt x="17430" y="50100"/>
                  </a:lnTo>
                  <a:lnTo>
                    <a:pt x="16661" y="50834"/>
                  </a:lnTo>
                  <a:lnTo>
                    <a:pt x="16471" y="50478"/>
                  </a:lnTo>
                  <a:lnTo>
                    <a:pt x="16431" y="48294"/>
                  </a:lnTo>
                  <a:lnTo>
                    <a:pt x="16200" y="47119"/>
                  </a:lnTo>
                  <a:lnTo>
                    <a:pt x="15737" y="45746"/>
                  </a:lnTo>
                  <a:lnTo>
                    <a:pt x="15306" y="45086"/>
                  </a:lnTo>
                  <a:lnTo>
                    <a:pt x="13725" y="46445"/>
                  </a:lnTo>
                  <a:lnTo>
                    <a:pt x="12774" y="46907"/>
                  </a:lnTo>
                  <a:lnTo>
                    <a:pt x="12443" y="45637"/>
                  </a:lnTo>
                  <a:lnTo>
                    <a:pt x="10776" y="41468"/>
                  </a:lnTo>
                  <a:lnTo>
                    <a:pt x="9230" y="38272"/>
                  </a:lnTo>
                  <a:lnTo>
                    <a:pt x="8169" y="36953"/>
                  </a:lnTo>
                  <a:lnTo>
                    <a:pt x="7100" y="37090"/>
                  </a:lnTo>
                  <a:lnTo>
                    <a:pt x="5440" y="37729"/>
                  </a:lnTo>
                  <a:lnTo>
                    <a:pt x="4831" y="37462"/>
                  </a:lnTo>
                  <a:lnTo>
                    <a:pt x="3386" y="36070"/>
                  </a:lnTo>
                  <a:lnTo>
                    <a:pt x="2180" y="34412"/>
                  </a:lnTo>
                  <a:lnTo>
                    <a:pt x="2344" y="33724"/>
                  </a:lnTo>
                  <a:lnTo>
                    <a:pt x="2599" y="33226"/>
                  </a:lnTo>
                  <a:lnTo>
                    <a:pt x="2294" y="31075"/>
                  </a:lnTo>
                  <a:lnTo>
                    <a:pt x="1624" y="27609"/>
                  </a:lnTo>
                  <a:lnTo>
                    <a:pt x="1695" y="26524"/>
                  </a:lnTo>
                  <a:lnTo>
                    <a:pt x="1483" y="25025"/>
                  </a:lnTo>
                  <a:lnTo>
                    <a:pt x="1248" y="23893"/>
                  </a:lnTo>
                  <a:lnTo>
                    <a:pt x="2195" y="21183"/>
                  </a:lnTo>
                  <a:lnTo>
                    <a:pt x="2628" y="19006"/>
                  </a:lnTo>
                  <a:lnTo>
                    <a:pt x="2722" y="16885"/>
                  </a:lnTo>
                  <a:lnTo>
                    <a:pt x="2471" y="14680"/>
                  </a:lnTo>
                  <a:lnTo>
                    <a:pt x="1847" y="10695"/>
                  </a:lnTo>
                  <a:lnTo>
                    <a:pt x="1463" y="9537"/>
                  </a:lnTo>
                  <a:lnTo>
                    <a:pt x="750" y="8454"/>
                  </a:lnTo>
                  <a:lnTo>
                    <a:pt x="152" y="6686"/>
                  </a:lnTo>
                  <a:lnTo>
                    <a:pt x="0" y="5432"/>
                  </a:lnTo>
                  <a:lnTo>
                    <a:pt x="505" y="5184"/>
                  </a:lnTo>
                  <a:lnTo>
                    <a:pt x="1976" y="5150"/>
                  </a:lnTo>
                  <a:lnTo>
                    <a:pt x="3400" y="4723"/>
                  </a:lnTo>
                  <a:lnTo>
                    <a:pt x="4515" y="3900"/>
                  </a:lnTo>
                  <a:lnTo>
                    <a:pt x="6131" y="3204"/>
                  </a:lnTo>
                  <a:lnTo>
                    <a:pt x="6797" y="2588"/>
                  </a:lnTo>
                  <a:lnTo>
                    <a:pt x="7574" y="2294"/>
                  </a:lnTo>
                  <a:lnTo>
                    <a:pt x="9936" y="2953"/>
                  </a:lnTo>
                  <a:lnTo>
                    <a:pt x="10819" y="2445"/>
                  </a:lnTo>
                  <a:lnTo>
                    <a:pt x="13477" y="2351"/>
                  </a:lnTo>
                  <a:lnTo>
                    <a:pt x="13546" y="2091"/>
                  </a:lnTo>
                  <a:lnTo>
                    <a:pt x="13185" y="1252"/>
                  </a:lnTo>
                  <a:lnTo>
                    <a:pt x="13188" y="933"/>
                  </a:lnTo>
                  <a:lnTo>
                    <a:pt x="14770" y="398"/>
                  </a:lnTo>
                  <a:lnTo>
                    <a:pt x="15015" y="0"/>
                  </a:lnTo>
                  <a:lnTo>
                    <a:pt x="15223" y="1337"/>
                  </a:lnTo>
                  <a:lnTo>
                    <a:pt x="15817" y="2822"/>
                  </a:lnTo>
                  <a:lnTo>
                    <a:pt x="16467" y="3422"/>
                  </a:lnTo>
                  <a:lnTo>
                    <a:pt x="16815" y="4241"/>
                  </a:lnTo>
                  <a:lnTo>
                    <a:pt x="16831" y="4863"/>
                  </a:lnTo>
                  <a:lnTo>
                    <a:pt x="15682" y="5618"/>
                  </a:lnTo>
                  <a:lnTo>
                    <a:pt x="15604" y="5993"/>
                  </a:lnTo>
                  <a:lnTo>
                    <a:pt x="15680" y="6364"/>
                  </a:lnTo>
                  <a:lnTo>
                    <a:pt x="16022" y="6548"/>
                  </a:lnTo>
                  <a:lnTo>
                    <a:pt x="17631" y="8413"/>
                  </a:lnTo>
                  <a:lnTo>
                    <a:pt x="18549" y="8453"/>
                  </a:lnTo>
                  <a:lnTo>
                    <a:pt x="19032" y="9020"/>
                  </a:lnTo>
                  <a:lnTo>
                    <a:pt x="19273" y="10134"/>
                  </a:lnTo>
                  <a:lnTo>
                    <a:pt x="20040" y="11649"/>
                  </a:lnTo>
                  <a:lnTo>
                    <a:pt x="20650" y="13121"/>
                  </a:lnTo>
                  <a:lnTo>
                    <a:pt x="20688" y="13628"/>
                  </a:lnTo>
                  <a:lnTo>
                    <a:pt x="20572" y="14374"/>
                  </a:lnTo>
                  <a:lnTo>
                    <a:pt x="18861" y="17251"/>
                  </a:lnTo>
                  <a:lnTo>
                    <a:pt x="18645" y="18243"/>
                  </a:lnTo>
                  <a:lnTo>
                    <a:pt x="18618" y="19292"/>
                  </a:lnTo>
                  <a:lnTo>
                    <a:pt x="19370" y="22415"/>
                  </a:lnTo>
                  <a:lnTo>
                    <a:pt x="20477" y="25829"/>
                  </a:lnTo>
                  <a:lnTo>
                    <a:pt x="22075" y="28422"/>
                  </a:lnTo>
                  <a:lnTo>
                    <a:pt x="24276" y="31238"/>
                  </a:lnTo>
                  <a:lnTo>
                    <a:pt x="24304" y="32981"/>
                  </a:lnTo>
                  <a:lnTo>
                    <a:pt x="23955" y="35053"/>
                  </a:lnTo>
                  <a:lnTo>
                    <a:pt x="23655" y="36460"/>
                  </a:lnTo>
                  <a:lnTo>
                    <a:pt x="23519" y="37412"/>
                  </a:lnTo>
                  <a:lnTo>
                    <a:pt x="23252" y="37813"/>
                  </a:lnTo>
                  <a:lnTo>
                    <a:pt x="21060" y="37726"/>
                  </a:lnTo>
                  <a:lnTo>
                    <a:pt x="20732" y="38063"/>
                  </a:lnTo>
                  <a:lnTo>
                    <a:pt x="20587" y="38471"/>
                  </a:lnTo>
                  <a:lnTo>
                    <a:pt x="20576" y="38810"/>
                  </a:lnTo>
                  <a:lnTo>
                    <a:pt x="21365" y="39441"/>
                  </a:lnTo>
                  <a:lnTo>
                    <a:pt x="22594" y="41660"/>
                  </a:lnTo>
                  <a:lnTo>
                    <a:pt x="23300" y="43809"/>
                  </a:lnTo>
                  <a:lnTo>
                    <a:pt x="24038" y="44749"/>
                  </a:lnTo>
                  <a:lnTo>
                    <a:pt x="24865" y="46463"/>
                  </a:lnTo>
                  <a:lnTo>
                    <a:pt x="25527" y="48061"/>
                  </a:lnTo>
                  <a:lnTo>
                    <a:pt x="26558" y="50129"/>
                  </a:lnTo>
                  <a:lnTo>
                    <a:pt x="27708" y="49451"/>
                  </a:lnTo>
                  <a:lnTo>
                    <a:pt x="29244" y="51290"/>
                  </a:lnTo>
                  <a:lnTo>
                    <a:pt x="29308" y="52541"/>
                  </a:lnTo>
                  <a:lnTo>
                    <a:pt x="29212" y="53657"/>
                  </a:lnTo>
                  <a:lnTo>
                    <a:pt x="28246" y="54875"/>
                  </a:lnTo>
                  <a:lnTo>
                    <a:pt x="28126" y="55379"/>
                  </a:lnTo>
                  <a:lnTo>
                    <a:pt x="28127" y="55802"/>
                  </a:lnTo>
                  <a:lnTo>
                    <a:pt x="28254" y="56400"/>
                  </a:lnTo>
                  <a:lnTo>
                    <a:pt x="28820" y="57397"/>
                  </a:lnTo>
                  <a:lnTo>
                    <a:pt x="29486" y="58874"/>
                  </a:lnTo>
                  <a:lnTo>
                    <a:pt x="30237" y="61086"/>
                  </a:lnTo>
                  <a:lnTo>
                    <a:pt x="29903" y="61744"/>
                  </a:lnTo>
                  <a:lnTo>
                    <a:pt x="29203" y="61839"/>
                  </a:lnTo>
                  <a:lnTo>
                    <a:pt x="28656" y="61568"/>
                  </a:lnTo>
                  <a:lnTo>
                    <a:pt x="28464" y="62016"/>
                  </a:lnTo>
                  <a:lnTo>
                    <a:pt x="28475" y="62741"/>
                  </a:lnTo>
                  <a:lnTo>
                    <a:pt x="29186" y="64419"/>
                  </a:lnTo>
                  <a:lnTo>
                    <a:pt x="29325" y="65644"/>
                  </a:lnTo>
                  <a:lnTo>
                    <a:pt x="29295" y="677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255062" y="2420030"/>
              <a:ext cx="671" cy="2061"/>
            </a:xfrm>
            <a:custGeom>
              <a:avLst/>
              <a:pathLst>
                <a:path w="671" h="2061">
                  <a:moveTo>
                    <a:pt x="97" y="1724"/>
                  </a:moveTo>
                  <a:lnTo>
                    <a:pt x="414" y="2061"/>
                  </a:lnTo>
                  <a:lnTo>
                    <a:pt x="622" y="1724"/>
                  </a:lnTo>
                  <a:lnTo>
                    <a:pt x="671" y="937"/>
                  </a:lnTo>
                  <a:lnTo>
                    <a:pt x="598" y="224"/>
                  </a:lnTo>
                  <a:lnTo>
                    <a:pt x="340" y="0"/>
                  </a:lnTo>
                  <a:lnTo>
                    <a:pt x="24" y="187"/>
                  </a:lnTo>
                  <a:lnTo>
                    <a:pt x="0" y="97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180631" y="4055363"/>
              <a:ext cx="2426" cy="3024"/>
            </a:xfrm>
            <a:custGeom>
              <a:avLst/>
              <a:pathLst>
                <a:path w="2426" h="3024">
                  <a:moveTo>
                    <a:pt x="905" y="2770"/>
                  </a:moveTo>
                  <a:lnTo>
                    <a:pt x="492" y="3024"/>
                  </a:lnTo>
                  <a:lnTo>
                    <a:pt x="0" y="1615"/>
                  </a:lnTo>
                  <a:lnTo>
                    <a:pt x="958" y="548"/>
                  </a:lnTo>
                  <a:lnTo>
                    <a:pt x="1262" y="0"/>
                  </a:lnTo>
                  <a:lnTo>
                    <a:pt x="2426" y="277"/>
                  </a:lnTo>
                  <a:lnTo>
                    <a:pt x="1730" y="7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1248163" y="6081992"/>
              <a:ext cx="20773" cy="8838"/>
            </a:xfrm>
            <a:custGeom>
              <a:avLst/>
              <a:pathLst>
                <a:path w="20773" h="8838">
                  <a:moveTo>
                    <a:pt x="17325" y="8157"/>
                  </a:moveTo>
                  <a:lnTo>
                    <a:pt x="14334" y="8838"/>
                  </a:lnTo>
                  <a:lnTo>
                    <a:pt x="7204" y="7508"/>
                  </a:lnTo>
                  <a:lnTo>
                    <a:pt x="5324" y="6412"/>
                  </a:lnTo>
                  <a:lnTo>
                    <a:pt x="4302" y="5286"/>
                  </a:lnTo>
                  <a:lnTo>
                    <a:pt x="2344" y="4285"/>
                  </a:lnTo>
                  <a:lnTo>
                    <a:pt x="1866" y="3719"/>
                  </a:lnTo>
                  <a:lnTo>
                    <a:pt x="1862" y="2501"/>
                  </a:lnTo>
                  <a:lnTo>
                    <a:pt x="1553" y="1760"/>
                  </a:lnTo>
                  <a:lnTo>
                    <a:pt x="884" y="1082"/>
                  </a:lnTo>
                  <a:lnTo>
                    <a:pt x="582" y="418"/>
                  </a:lnTo>
                  <a:lnTo>
                    <a:pt x="0" y="0"/>
                  </a:lnTo>
                  <a:lnTo>
                    <a:pt x="9589" y="655"/>
                  </a:lnTo>
                  <a:lnTo>
                    <a:pt x="13318" y="1670"/>
                  </a:lnTo>
                  <a:lnTo>
                    <a:pt x="13998" y="2366"/>
                  </a:lnTo>
                  <a:lnTo>
                    <a:pt x="20773" y="5445"/>
                  </a:lnTo>
                  <a:lnTo>
                    <a:pt x="18917" y="590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1294378" y="6050570"/>
              <a:ext cx="11095" cy="9831"/>
            </a:xfrm>
            <a:custGeom>
              <a:avLst/>
              <a:pathLst>
                <a:path w="11095" h="9831">
                  <a:moveTo>
                    <a:pt x="9625" y="9623"/>
                  </a:moveTo>
                  <a:lnTo>
                    <a:pt x="8772" y="9831"/>
                  </a:lnTo>
                  <a:lnTo>
                    <a:pt x="8023" y="8250"/>
                  </a:lnTo>
                  <a:lnTo>
                    <a:pt x="4262" y="5009"/>
                  </a:lnTo>
                  <a:lnTo>
                    <a:pt x="2072" y="2842"/>
                  </a:lnTo>
                  <a:lnTo>
                    <a:pt x="599" y="1162"/>
                  </a:lnTo>
                  <a:lnTo>
                    <a:pt x="0" y="0"/>
                  </a:lnTo>
                  <a:lnTo>
                    <a:pt x="720" y="14"/>
                  </a:lnTo>
                  <a:lnTo>
                    <a:pt x="6171" y="3581"/>
                  </a:lnTo>
                  <a:lnTo>
                    <a:pt x="6997" y="4963"/>
                  </a:lnTo>
                  <a:lnTo>
                    <a:pt x="11095" y="743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1246670" y="6035859"/>
              <a:ext cx="33494" cy="9349"/>
            </a:xfrm>
            <a:custGeom>
              <a:avLst/>
              <a:pathLst>
                <a:path w="33494" h="9349">
                  <a:moveTo>
                    <a:pt x="33494" y="9101"/>
                  </a:moveTo>
                  <a:lnTo>
                    <a:pt x="32496" y="9349"/>
                  </a:lnTo>
                  <a:lnTo>
                    <a:pt x="6711" y="5938"/>
                  </a:lnTo>
                  <a:lnTo>
                    <a:pt x="1779" y="4827"/>
                  </a:lnTo>
                  <a:lnTo>
                    <a:pt x="587" y="4201"/>
                  </a:lnTo>
                  <a:lnTo>
                    <a:pt x="115" y="3624"/>
                  </a:lnTo>
                  <a:lnTo>
                    <a:pt x="0" y="3234"/>
                  </a:lnTo>
                  <a:lnTo>
                    <a:pt x="203" y="2089"/>
                  </a:lnTo>
                  <a:lnTo>
                    <a:pt x="790" y="1258"/>
                  </a:lnTo>
                  <a:lnTo>
                    <a:pt x="7215" y="0"/>
                  </a:lnTo>
                  <a:lnTo>
                    <a:pt x="14369" y="940"/>
                  </a:lnTo>
                  <a:lnTo>
                    <a:pt x="23001" y="3405"/>
                  </a:lnTo>
                  <a:lnTo>
                    <a:pt x="28969" y="5379"/>
                  </a:lnTo>
                  <a:lnTo>
                    <a:pt x="32055" y="7110"/>
                  </a:lnTo>
                  <a:lnTo>
                    <a:pt x="33318" y="84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1325503" y="5991065"/>
              <a:ext cx="17503" cy="7993"/>
            </a:xfrm>
            <a:custGeom>
              <a:avLst/>
              <a:pathLst>
                <a:path w="17503" h="7993">
                  <a:moveTo>
                    <a:pt x="17503" y="7912"/>
                  </a:moveTo>
                  <a:lnTo>
                    <a:pt x="15738" y="7993"/>
                  </a:lnTo>
                  <a:lnTo>
                    <a:pt x="13481" y="7699"/>
                  </a:lnTo>
                  <a:lnTo>
                    <a:pt x="11745" y="6942"/>
                  </a:lnTo>
                  <a:lnTo>
                    <a:pt x="7782" y="5932"/>
                  </a:lnTo>
                  <a:lnTo>
                    <a:pt x="6791" y="3967"/>
                  </a:lnTo>
                  <a:lnTo>
                    <a:pt x="2170" y="2392"/>
                  </a:lnTo>
                  <a:lnTo>
                    <a:pt x="0" y="1893"/>
                  </a:lnTo>
                  <a:lnTo>
                    <a:pt x="739" y="0"/>
                  </a:lnTo>
                  <a:lnTo>
                    <a:pt x="5661" y="2516"/>
                  </a:lnTo>
                  <a:lnTo>
                    <a:pt x="11690" y="5023"/>
                  </a:lnTo>
                  <a:lnTo>
                    <a:pt x="16590" y="656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2180927" y="5990341"/>
              <a:ext cx="71616" cy="35669"/>
            </a:xfrm>
            <a:custGeom>
              <a:avLst/>
              <a:pathLst>
                <a:path w="71616" h="35669">
                  <a:moveTo>
                    <a:pt x="67653" y="17821"/>
                  </a:moveTo>
                  <a:lnTo>
                    <a:pt x="67270" y="24144"/>
                  </a:lnTo>
                  <a:lnTo>
                    <a:pt x="67293" y="27052"/>
                  </a:lnTo>
                  <a:lnTo>
                    <a:pt x="66773" y="29320"/>
                  </a:lnTo>
                  <a:lnTo>
                    <a:pt x="65803" y="30532"/>
                  </a:lnTo>
                  <a:lnTo>
                    <a:pt x="63897" y="32495"/>
                  </a:lnTo>
                  <a:lnTo>
                    <a:pt x="62516" y="33695"/>
                  </a:lnTo>
                  <a:lnTo>
                    <a:pt x="59492" y="35669"/>
                  </a:lnTo>
                  <a:lnTo>
                    <a:pt x="45643" y="33923"/>
                  </a:lnTo>
                  <a:lnTo>
                    <a:pt x="39422" y="32304"/>
                  </a:lnTo>
                  <a:lnTo>
                    <a:pt x="36827" y="30281"/>
                  </a:lnTo>
                  <a:lnTo>
                    <a:pt x="36388" y="29358"/>
                  </a:lnTo>
                  <a:lnTo>
                    <a:pt x="35605" y="26192"/>
                  </a:lnTo>
                  <a:lnTo>
                    <a:pt x="34870" y="25229"/>
                  </a:lnTo>
                  <a:lnTo>
                    <a:pt x="29381" y="25884"/>
                  </a:lnTo>
                  <a:lnTo>
                    <a:pt x="26015" y="26871"/>
                  </a:lnTo>
                  <a:lnTo>
                    <a:pt x="25425" y="27387"/>
                  </a:lnTo>
                  <a:lnTo>
                    <a:pt x="24526" y="29341"/>
                  </a:lnTo>
                  <a:lnTo>
                    <a:pt x="24061" y="29771"/>
                  </a:lnTo>
                  <a:lnTo>
                    <a:pt x="15077" y="25601"/>
                  </a:lnTo>
                  <a:lnTo>
                    <a:pt x="5647" y="20713"/>
                  </a:lnTo>
                  <a:lnTo>
                    <a:pt x="1727" y="18219"/>
                  </a:lnTo>
                  <a:lnTo>
                    <a:pt x="361" y="17065"/>
                  </a:lnTo>
                  <a:lnTo>
                    <a:pt x="0" y="16335"/>
                  </a:lnTo>
                  <a:lnTo>
                    <a:pt x="865" y="15348"/>
                  </a:lnTo>
                  <a:lnTo>
                    <a:pt x="1756" y="14702"/>
                  </a:lnTo>
                  <a:lnTo>
                    <a:pt x="2773" y="14283"/>
                  </a:lnTo>
                  <a:lnTo>
                    <a:pt x="3789" y="14220"/>
                  </a:lnTo>
                  <a:lnTo>
                    <a:pt x="4569" y="14589"/>
                  </a:lnTo>
                  <a:lnTo>
                    <a:pt x="5323" y="15282"/>
                  </a:lnTo>
                  <a:lnTo>
                    <a:pt x="5801" y="17882"/>
                  </a:lnTo>
                  <a:lnTo>
                    <a:pt x="6303" y="18326"/>
                  </a:lnTo>
                  <a:lnTo>
                    <a:pt x="7605" y="19013"/>
                  </a:lnTo>
                  <a:lnTo>
                    <a:pt x="40880" y="18684"/>
                  </a:lnTo>
                  <a:lnTo>
                    <a:pt x="43639" y="18545"/>
                  </a:lnTo>
                  <a:lnTo>
                    <a:pt x="49393" y="17821"/>
                  </a:lnTo>
                  <a:lnTo>
                    <a:pt x="52474" y="16710"/>
                  </a:lnTo>
                  <a:lnTo>
                    <a:pt x="53616" y="15236"/>
                  </a:lnTo>
                  <a:lnTo>
                    <a:pt x="50821" y="14858"/>
                  </a:lnTo>
                  <a:lnTo>
                    <a:pt x="49738" y="13735"/>
                  </a:lnTo>
                  <a:lnTo>
                    <a:pt x="48806" y="11623"/>
                  </a:lnTo>
                  <a:lnTo>
                    <a:pt x="48590" y="9701"/>
                  </a:lnTo>
                  <a:lnTo>
                    <a:pt x="48904" y="8235"/>
                  </a:lnTo>
                  <a:lnTo>
                    <a:pt x="52575" y="7528"/>
                  </a:lnTo>
                  <a:lnTo>
                    <a:pt x="53114" y="7011"/>
                  </a:lnTo>
                  <a:lnTo>
                    <a:pt x="52153" y="6192"/>
                  </a:lnTo>
                  <a:lnTo>
                    <a:pt x="52183" y="4308"/>
                  </a:lnTo>
                  <a:lnTo>
                    <a:pt x="54376" y="3580"/>
                  </a:lnTo>
                  <a:lnTo>
                    <a:pt x="55228" y="2005"/>
                  </a:lnTo>
                  <a:lnTo>
                    <a:pt x="59531" y="0"/>
                  </a:lnTo>
                  <a:lnTo>
                    <a:pt x="66313" y="1061"/>
                  </a:lnTo>
                  <a:lnTo>
                    <a:pt x="67918" y="3967"/>
                  </a:lnTo>
                  <a:lnTo>
                    <a:pt x="67475" y="5820"/>
                  </a:lnTo>
                  <a:lnTo>
                    <a:pt x="67156" y="7684"/>
                  </a:lnTo>
                  <a:lnTo>
                    <a:pt x="67135" y="10636"/>
                  </a:lnTo>
                  <a:lnTo>
                    <a:pt x="69920" y="11051"/>
                  </a:lnTo>
                  <a:lnTo>
                    <a:pt x="70788" y="12110"/>
                  </a:lnTo>
                  <a:lnTo>
                    <a:pt x="71616" y="13450"/>
                  </a:lnTo>
                  <a:lnTo>
                    <a:pt x="70607" y="13493"/>
                  </a:lnTo>
                  <a:lnTo>
                    <a:pt x="69613" y="13799"/>
                  </a:lnTo>
                  <a:lnTo>
                    <a:pt x="68821" y="15201"/>
                  </a:lnTo>
                  <a:lnTo>
                    <a:pt x="68140" y="1697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2515202" y="5987187"/>
              <a:ext cx="22936" cy="11126"/>
            </a:xfrm>
            <a:custGeom>
              <a:avLst/>
              <a:pathLst>
                <a:path w="22936" h="11126">
                  <a:moveTo>
                    <a:pt x="8473" y="4850"/>
                  </a:moveTo>
                  <a:lnTo>
                    <a:pt x="9760" y="5442"/>
                  </a:lnTo>
                  <a:lnTo>
                    <a:pt x="11146" y="4048"/>
                  </a:lnTo>
                  <a:lnTo>
                    <a:pt x="10948" y="2706"/>
                  </a:lnTo>
                  <a:lnTo>
                    <a:pt x="11732" y="386"/>
                  </a:lnTo>
                  <a:lnTo>
                    <a:pt x="12883" y="2920"/>
                  </a:lnTo>
                  <a:lnTo>
                    <a:pt x="20471" y="5583"/>
                  </a:lnTo>
                  <a:lnTo>
                    <a:pt x="22936" y="8134"/>
                  </a:lnTo>
                  <a:lnTo>
                    <a:pt x="21914" y="8734"/>
                  </a:lnTo>
                  <a:lnTo>
                    <a:pt x="21151" y="8619"/>
                  </a:lnTo>
                  <a:lnTo>
                    <a:pt x="18951" y="8919"/>
                  </a:lnTo>
                  <a:lnTo>
                    <a:pt x="15172" y="11126"/>
                  </a:lnTo>
                  <a:lnTo>
                    <a:pt x="11112" y="8988"/>
                  </a:lnTo>
                  <a:lnTo>
                    <a:pt x="3903" y="7488"/>
                  </a:lnTo>
                  <a:lnTo>
                    <a:pt x="1693" y="6360"/>
                  </a:lnTo>
                  <a:lnTo>
                    <a:pt x="0" y="2900"/>
                  </a:lnTo>
                  <a:lnTo>
                    <a:pt x="3075" y="0"/>
                  </a:lnTo>
                  <a:lnTo>
                    <a:pt x="3801" y="3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2509598" y="5984102"/>
              <a:ext cx="6247" cy="4518"/>
            </a:xfrm>
            <a:custGeom>
              <a:avLst/>
              <a:pathLst>
                <a:path w="6247" h="4518">
                  <a:moveTo>
                    <a:pt x="2314" y="4247"/>
                  </a:moveTo>
                  <a:lnTo>
                    <a:pt x="657" y="4518"/>
                  </a:lnTo>
                  <a:lnTo>
                    <a:pt x="0" y="3794"/>
                  </a:lnTo>
                  <a:lnTo>
                    <a:pt x="792" y="1843"/>
                  </a:lnTo>
                  <a:lnTo>
                    <a:pt x="1986" y="141"/>
                  </a:lnTo>
                  <a:lnTo>
                    <a:pt x="4165" y="0"/>
                  </a:lnTo>
                  <a:lnTo>
                    <a:pt x="6247" y="1122"/>
                  </a:lnTo>
                  <a:lnTo>
                    <a:pt x="6023" y="2184"/>
                  </a:lnTo>
                  <a:lnTo>
                    <a:pt x="5595" y="227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2170952" y="5984059"/>
              <a:ext cx="22152" cy="16341"/>
            </a:xfrm>
            <a:custGeom>
              <a:avLst/>
              <a:pathLst>
                <a:path w="22152" h="16341">
                  <a:moveTo>
                    <a:pt x="15719" y="16234"/>
                  </a:moveTo>
                  <a:lnTo>
                    <a:pt x="14820" y="16341"/>
                  </a:lnTo>
                  <a:lnTo>
                    <a:pt x="14317" y="16153"/>
                  </a:lnTo>
                  <a:lnTo>
                    <a:pt x="13861" y="15539"/>
                  </a:lnTo>
                  <a:lnTo>
                    <a:pt x="13443" y="13147"/>
                  </a:lnTo>
                  <a:lnTo>
                    <a:pt x="8695" y="11242"/>
                  </a:lnTo>
                  <a:lnTo>
                    <a:pt x="8136" y="10171"/>
                  </a:lnTo>
                  <a:lnTo>
                    <a:pt x="7835" y="7828"/>
                  </a:lnTo>
                  <a:lnTo>
                    <a:pt x="7032" y="6896"/>
                  </a:lnTo>
                  <a:lnTo>
                    <a:pt x="861" y="2712"/>
                  </a:lnTo>
                  <a:lnTo>
                    <a:pt x="365" y="1803"/>
                  </a:lnTo>
                  <a:lnTo>
                    <a:pt x="0" y="516"/>
                  </a:lnTo>
                  <a:lnTo>
                    <a:pt x="1161" y="0"/>
                  </a:lnTo>
                  <a:lnTo>
                    <a:pt x="3561" y="943"/>
                  </a:lnTo>
                  <a:lnTo>
                    <a:pt x="7977" y="1188"/>
                  </a:lnTo>
                  <a:lnTo>
                    <a:pt x="8916" y="1590"/>
                  </a:lnTo>
                  <a:lnTo>
                    <a:pt x="9839" y="2351"/>
                  </a:lnTo>
                  <a:lnTo>
                    <a:pt x="14756" y="2469"/>
                  </a:lnTo>
                  <a:lnTo>
                    <a:pt x="17252" y="2836"/>
                  </a:lnTo>
                  <a:lnTo>
                    <a:pt x="18635" y="6184"/>
                  </a:lnTo>
                  <a:lnTo>
                    <a:pt x="21433" y="7162"/>
                  </a:lnTo>
                  <a:lnTo>
                    <a:pt x="21815" y="9115"/>
                  </a:lnTo>
                  <a:lnTo>
                    <a:pt x="22152" y="12584"/>
                  </a:lnTo>
                  <a:lnTo>
                    <a:pt x="18359" y="15132"/>
                  </a:lnTo>
                  <a:lnTo>
                    <a:pt x="17490" y="1553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2163836" y="5974770"/>
              <a:ext cx="14230" cy="8484"/>
            </a:xfrm>
            <a:custGeom>
              <a:avLst/>
              <a:pathLst>
                <a:path w="14230" h="8484">
                  <a:moveTo>
                    <a:pt x="12372" y="7049"/>
                  </a:moveTo>
                  <a:lnTo>
                    <a:pt x="10715" y="8484"/>
                  </a:lnTo>
                  <a:lnTo>
                    <a:pt x="3724" y="7814"/>
                  </a:lnTo>
                  <a:lnTo>
                    <a:pt x="1353" y="7384"/>
                  </a:lnTo>
                  <a:lnTo>
                    <a:pt x="0" y="6599"/>
                  </a:lnTo>
                  <a:lnTo>
                    <a:pt x="1217" y="3520"/>
                  </a:lnTo>
                  <a:lnTo>
                    <a:pt x="2158" y="2487"/>
                  </a:lnTo>
                  <a:lnTo>
                    <a:pt x="3037" y="2095"/>
                  </a:lnTo>
                  <a:lnTo>
                    <a:pt x="4964" y="386"/>
                  </a:lnTo>
                  <a:lnTo>
                    <a:pt x="8025" y="0"/>
                  </a:lnTo>
                  <a:lnTo>
                    <a:pt x="10329" y="262"/>
                  </a:lnTo>
                  <a:lnTo>
                    <a:pt x="14230" y="1607"/>
                  </a:lnTo>
                  <a:lnTo>
                    <a:pt x="13228" y="2880"/>
                  </a:lnTo>
                  <a:lnTo>
                    <a:pt x="12588" y="3356"/>
                  </a:lnTo>
                  <a:lnTo>
                    <a:pt x="11959" y="531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2470975" y="5971105"/>
              <a:ext cx="25635" cy="7892"/>
            </a:xfrm>
            <a:custGeom>
              <a:avLst/>
              <a:pathLst>
                <a:path w="25635" h="7892">
                  <a:moveTo>
                    <a:pt x="25635" y="6806"/>
                  </a:moveTo>
                  <a:lnTo>
                    <a:pt x="24522" y="7892"/>
                  </a:lnTo>
                  <a:lnTo>
                    <a:pt x="1148" y="6028"/>
                  </a:lnTo>
                  <a:lnTo>
                    <a:pt x="0" y="5693"/>
                  </a:lnTo>
                  <a:lnTo>
                    <a:pt x="334" y="3508"/>
                  </a:lnTo>
                  <a:lnTo>
                    <a:pt x="3489" y="3122"/>
                  </a:lnTo>
                  <a:lnTo>
                    <a:pt x="5314" y="2692"/>
                  </a:lnTo>
                  <a:lnTo>
                    <a:pt x="7792" y="1739"/>
                  </a:lnTo>
                  <a:lnTo>
                    <a:pt x="9647" y="54"/>
                  </a:lnTo>
                  <a:lnTo>
                    <a:pt x="10249" y="0"/>
                  </a:lnTo>
                  <a:lnTo>
                    <a:pt x="21239" y="3927"/>
                  </a:lnTo>
                  <a:lnTo>
                    <a:pt x="25053" y="5569"/>
                  </a:lnTo>
                  <a:lnTo>
                    <a:pt x="25510" y="63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1243494" y="5960145"/>
              <a:ext cx="50808" cy="33254"/>
            </a:xfrm>
            <a:custGeom>
              <a:avLst/>
              <a:pathLst>
                <a:path w="50808" h="33254">
                  <a:moveTo>
                    <a:pt x="50266" y="32157"/>
                  </a:moveTo>
                  <a:lnTo>
                    <a:pt x="38257" y="33254"/>
                  </a:lnTo>
                  <a:lnTo>
                    <a:pt x="33406" y="32293"/>
                  </a:lnTo>
                  <a:lnTo>
                    <a:pt x="23227" y="29087"/>
                  </a:lnTo>
                  <a:lnTo>
                    <a:pt x="9271" y="23215"/>
                  </a:lnTo>
                  <a:lnTo>
                    <a:pt x="5472" y="21359"/>
                  </a:lnTo>
                  <a:lnTo>
                    <a:pt x="2987" y="19786"/>
                  </a:lnTo>
                  <a:lnTo>
                    <a:pt x="536" y="17778"/>
                  </a:lnTo>
                  <a:lnTo>
                    <a:pt x="0" y="15553"/>
                  </a:lnTo>
                  <a:lnTo>
                    <a:pt x="353" y="12367"/>
                  </a:lnTo>
                  <a:lnTo>
                    <a:pt x="789" y="9799"/>
                  </a:lnTo>
                  <a:lnTo>
                    <a:pt x="1500" y="8160"/>
                  </a:lnTo>
                  <a:lnTo>
                    <a:pt x="4489" y="6195"/>
                  </a:lnTo>
                  <a:lnTo>
                    <a:pt x="5973" y="4037"/>
                  </a:lnTo>
                  <a:lnTo>
                    <a:pt x="9001" y="1794"/>
                  </a:lnTo>
                  <a:lnTo>
                    <a:pt x="9859" y="86"/>
                  </a:lnTo>
                  <a:lnTo>
                    <a:pt x="11127" y="0"/>
                  </a:lnTo>
                  <a:lnTo>
                    <a:pt x="13544" y="179"/>
                  </a:lnTo>
                  <a:lnTo>
                    <a:pt x="15959" y="669"/>
                  </a:lnTo>
                  <a:lnTo>
                    <a:pt x="18185" y="1211"/>
                  </a:lnTo>
                  <a:lnTo>
                    <a:pt x="20389" y="2196"/>
                  </a:lnTo>
                  <a:lnTo>
                    <a:pt x="25367" y="5373"/>
                  </a:lnTo>
                  <a:lnTo>
                    <a:pt x="28823" y="8507"/>
                  </a:lnTo>
                  <a:lnTo>
                    <a:pt x="33813" y="12189"/>
                  </a:lnTo>
                  <a:lnTo>
                    <a:pt x="38762" y="16321"/>
                  </a:lnTo>
                  <a:lnTo>
                    <a:pt x="41512" y="17882"/>
                  </a:lnTo>
                  <a:lnTo>
                    <a:pt x="44199" y="20190"/>
                  </a:lnTo>
                  <a:lnTo>
                    <a:pt x="46749" y="23313"/>
                  </a:lnTo>
                  <a:lnTo>
                    <a:pt x="47253" y="24409"/>
                  </a:lnTo>
                  <a:lnTo>
                    <a:pt x="48313" y="25762"/>
                  </a:lnTo>
                  <a:lnTo>
                    <a:pt x="48952" y="27130"/>
                  </a:lnTo>
                  <a:lnTo>
                    <a:pt x="49634" y="28230"/>
                  </a:lnTo>
                  <a:lnTo>
                    <a:pt x="50282" y="28821"/>
                  </a:lnTo>
                  <a:lnTo>
                    <a:pt x="50808" y="30022"/>
                  </a:lnTo>
                  <a:lnTo>
                    <a:pt x="50683" y="313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2132739" y="5948225"/>
              <a:ext cx="48601" cy="40402"/>
            </a:xfrm>
            <a:custGeom>
              <a:avLst/>
              <a:pathLst>
                <a:path w="48601" h="40402">
                  <a:moveTo>
                    <a:pt x="13934" y="40309"/>
                  </a:moveTo>
                  <a:lnTo>
                    <a:pt x="11834" y="40402"/>
                  </a:lnTo>
                  <a:lnTo>
                    <a:pt x="7689" y="40148"/>
                  </a:lnTo>
                  <a:lnTo>
                    <a:pt x="3552" y="39138"/>
                  </a:lnTo>
                  <a:lnTo>
                    <a:pt x="2478" y="38647"/>
                  </a:lnTo>
                  <a:lnTo>
                    <a:pt x="931" y="37005"/>
                  </a:lnTo>
                  <a:lnTo>
                    <a:pt x="464" y="36134"/>
                  </a:lnTo>
                  <a:lnTo>
                    <a:pt x="55" y="35011"/>
                  </a:lnTo>
                  <a:lnTo>
                    <a:pt x="0" y="33349"/>
                  </a:lnTo>
                  <a:lnTo>
                    <a:pt x="1115" y="27480"/>
                  </a:lnTo>
                  <a:lnTo>
                    <a:pt x="3168" y="24028"/>
                  </a:lnTo>
                  <a:lnTo>
                    <a:pt x="5086" y="21982"/>
                  </a:lnTo>
                  <a:lnTo>
                    <a:pt x="11129" y="17310"/>
                  </a:lnTo>
                  <a:lnTo>
                    <a:pt x="11916" y="16782"/>
                  </a:lnTo>
                  <a:lnTo>
                    <a:pt x="17416" y="14586"/>
                  </a:lnTo>
                  <a:lnTo>
                    <a:pt x="19572" y="13398"/>
                  </a:lnTo>
                  <a:lnTo>
                    <a:pt x="22931" y="10945"/>
                  </a:lnTo>
                  <a:lnTo>
                    <a:pt x="41387" y="1382"/>
                  </a:lnTo>
                  <a:lnTo>
                    <a:pt x="45620" y="0"/>
                  </a:lnTo>
                  <a:lnTo>
                    <a:pt x="47523" y="1004"/>
                  </a:lnTo>
                  <a:lnTo>
                    <a:pt x="48601" y="2008"/>
                  </a:lnTo>
                  <a:lnTo>
                    <a:pt x="48035" y="3130"/>
                  </a:lnTo>
                  <a:lnTo>
                    <a:pt x="45543" y="5863"/>
                  </a:lnTo>
                  <a:lnTo>
                    <a:pt x="44387" y="7499"/>
                  </a:lnTo>
                  <a:lnTo>
                    <a:pt x="41363" y="10835"/>
                  </a:lnTo>
                  <a:lnTo>
                    <a:pt x="34864" y="16404"/>
                  </a:lnTo>
                  <a:lnTo>
                    <a:pt x="30240" y="20609"/>
                  </a:lnTo>
                  <a:lnTo>
                    <a:pt x="24348" y="26435"/>
                  </a:lnTo>
                  <a:lnTo>
                    <a:pt x="22968" y="28487"/>
                  </a:lnTo>
                  <a:lnTo>
                    <a:pt x="20160" y="33320"/>
                  </a:lnTo>
                  <a:lnTo>
                    <a:pt x="20660" y="35513"/>
                  </a:lnTo>
                  <a:lnTo>
                    <a:pt x="19725" y="38491"/>
                  </a:lnTo>
                  <a:lnTo>
                    <a:pt x="16028" y="3989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4418831" y="5938670"/>
              <a:ext cx="15672" cy="9280"/>
            </a:xfrm>
            <a:custGeom>
              <a:avLst/>
              <a:pathLst>
                <a:path w="15672" h="9280">
                  <a:moveTo>
                    <a:pt x="15672" y="4403"/>
                  </a:moveTo>
                  <a:lnTo>
                    <a:pt x="14468" y="6608"/>
                  </a:lnTo>
                  <a:lnTo>
                    <a:pt x="13117" y="7583"/>
                  </a:lnTo>
                  <a:lnTo>
                    <a:pt x="8880" y="6798"/>
                  </a:lnTo>
                  <a:lnTo>
                    <a:pt x="5897" y="8625"/>
                  </a:lnTo>
                  <a:lnTo>
                    <a:pt x="2618" y="9280"/>
                  </a:lnTo>
                  <a:lnTo>
                    <a:pt x="1051" y="8339"/>
                  </a:lnTo>
                  <a:lnTo>
                    <a:pt x="366" y="6530"/>
                  </a:lnTo>
                  <a:lnTo>
                    <a:pt x="0" y="4103"/>
                  </a:lnTo>
                  <a:lnTo>
                    <a:pt x="3" y="3237"/>
                  </a:lnTo>
                  <a:lnTo>
                    <a:pt x="948" y="2874"/>
                  </a:lnTo>
                  <a:lnTo>
                    <a:pt x="5331" y="4599"/>
                  </a:lnTo>
                  <a:lnTo>
                    <a:pt x="7184" y="6074"/>
                  </a:lnTo>
                  <a:lnTo>
                    <a:pt x="8182" y="6028"/>
                  </a:lnTo>
                  <a:lnTo>
                    <a:pt x="10819" y="4066"/>
                  </a:lnTo>
                  <a:lnTo>
                    <a:pt x="12993" y="1578"/>
                  </a:lnTo>
                  <a:lnTo>
                    <a:pt x="13553" y="415"/>
                  </a:lnTo>
                  <a:lnTo>
                    <a:pt x="14279" y="0"/>
                  </a:lnTo>
                  <a:lnTo>
                    <a:pt x="15202" y="883"/>
                  </a:lnTo>
                  <a:lnTo>
                    <a:pt x="15644" y="352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2300132" y="5932550"/>
              <a:ext cx="109854" cy="91154"/>
            </a:xfrm>
            <a:custGeom>
              <a:avLst/>
              <a:pathLst>
                <a:path w="109854" h="91154">
                  <a:moveTo>
                    <a:pt x="87954" y="30302"/>
                  </a:moveTo>
                  <a:lnTo>
                    <a:pt x="89214" y="30405"/>
                  </a:lnTo>
                  <a:lnTo>
                    <a:pt x="94264" y="30111"/>
                  </a:lnTo>
                  <a:lnTo>
                    <a:pt x="99313" y="30180"/>
                  </a:lnTo>
                  <a:lnTo>
                    <a:pt x="102380" y="30530"/>
                  </a:lnTo>
                  <a:lnTo>
                    <a:pt x="103291" y="31346"/>
                  </a:lnTo>
                  <a:lnTo>
                    <a:pt x="104089" y="32997"/>
                  </a:lnTo>
                  <a:lnTo>
                    <a:pt x="104990" y="35588"/>
                  </a:lnTo>
                  <a:lnTo>
                    <a:pt x="105826" y="38399"/>
                  </a:lnTo>
                  <a:lnTo>
                    <a:pt x="106753" y="40713"/>
                  </a:lnTo>
                  <a:lnTo>
                    <a:pt x="107298" y="44759"/>
                  </a:lnTo>
                  <a:lnTo>
                    <a:pt x="108181" y="46236"/>
                  </a:lnTo>
                  <a:lnTo>
                    <a:pt x="109655" y="49990"/>
                  </a:lnTo>
                  <a:lnTo>
                    <a:pt x="109854" y="53006"/>
                  </a:lnTo>
                  <a:lnTo>
                    <a:pt x="109418" y="59571"/>
                  </a:lnTo>
                  <a:lnTo>
                    <a:pt x="108688" y="62234"/>
                  </a:lnTo>
                  <a:lnTo>
                    <a:pt x="106753" y="64811"/>
                  </a:lnTo>
                  <a:lnTo>
                    <a:pt x="104556" y="64537"/>
                  </a:lnTo>
                  <a:lnTo>
                    <a:pt x="103551" y="64673"/>
                  </a:lnTo>
                  <a:lnTo>
                    <a:pt x="102557" y="65152"/>
                  </a:lnTo>
                  <a:lnTo>
                    <a:pt x="102187" y="65530"/>
                  </a:lnTo>
                  <a:lnTo>
                    <a:pt x="102033" y="66049"/>
                  </a:lnTo>
                  <a:lnTo>
                    <a:pt x="104611" y="68265"/>
                  </a:lnTo>
                  <a:lnTo>
                    <a:pt x="104911" y="69079"/>
                  </a:lnTo>
                  <a:lnTo>
                    <a:pt x="104960" y="70025"/>
                  </a:lnTo>
                  <a:lnTo>
                    <a:pt x="104618" y="70704"/>
                  </a:lnTo>
                  <a:lnTo>
                    <a:pt x="104247" y="71099"/>
                  </a:lnTo>
                  <a:lnTo>
                    <a:pt x="49838" y="84437"/>
                  </a:lnTo>
                  <a:lnTo>
                    <a:pt x="47694" y="85149"/>
                  </a:lnTo>
                  <a:lnTo>
                    <a:pt x="45586" y="86491"/>
                  </a:lnTo>
                  <a:lnTo>
                    <a:pt x="44898" y="87700"/>
                  </a:lnTo>
                  <a:lnTo>
                    <a:pt x="44208" y="88615"/>
                  </a:lnTo>
                  <a:lnTo>
                    <a:pt x="2010" y="91154"/>
                  </a:lnTo>
                  <a:lnTo>
                    <a:pt x="1629" y="90970"/>
                  </a:lnTo>
                  <a:lnTo>
                    <a:pt x="1252" y="90470"/>
                  </a:lnTo>
                  <a:lnTo>
                    <a:pt x="199" y="87911"/>
                  </a:lnTo>
                  <a:lnTo>
                    <a:pt x="0" y="83871"/>
                  </a:lnTo>
                  <a:lnTo>
                    <a:pt x="234" y="82269"/>
                  </a:lnTo>
                  <a:lnTo>
                    <a:pt x="2326" y="80705"/>
                  </a:lnTo>
                  <a:lnTo>
                    <a:pt x="3140" y="79848"/>
                  </a:lnTo>
                  <a:lnTo>
                    <a:pt x="6686" y="73826"/>
                  </a:lnTo>
                  <a:lnTo>
                    <a:pt x="8549" y="71027"/>
                  </a:lnTo>
                  <a:lnTo>
                    <a:pt x="9399" y="68658"/>
                  </a:lnTo>
                  <a:lnTo>
                    <a:pt x="9854" y="68825"/>
                  </a:lnTo>
                  <a:lnTo>
                    <a:pt x="11489" y="70199"/>
                  </a:lnTo>
                  <a:lnTo>
                    <a:pt x="12671" y="70614"/>
                  </a:lnTo>
                  <a:lnTo>
                    <a:pt x="15039" y="70052"/>
                  </a:lnTo>
                  <a:lnTo>
                    <a:pt x="17350" y="68369"/>
                  </a:lnTo>
                  <a:lnTo>
                    <a:pt x="18367" y="67411"/>
                  </a:lnTo>
                  <a:lnTo>
                    <a:pt x="19366" y="67743"/>
                  </a:lnTo>
                  <a:lnTo>
                    <a:pt x="19549" y="69169"/>
                  </a:lnTo>
                  <a:lnTo>
                    <a:pt x="19942" y="69616"/>
                  </a:lnTo>
                  <a:lnTo>
                    <a:pt x="25574" y="65143"/>
                  </a:lnTo>
                  <a:lnTo>
                    <a:pt x="30645" y="60116"/>
                  </a:lnTo>
                  <a:lnTo>
                    <a:pt x="35640" y="54414"/>
                  </a:lnTo>
                  <a:lnTo>
                    <a:pt x="38166" y="51015"/>
                  </a:lnTo>
                  <a:lnTo>
                    <a:pt x="38765" y="50063"/>
                  </a:lnTo>
                  <a:lnTo>
                    <a:pt x="39191" y="48591"/>
                  </a:lnTo>
                  <a:lnTo>
                    <a:pt x="38841" y="47165"/>
                  </a:lnTo>
                  <a:lnTo>
                    <a:pt x="38386" y="45887"/>
                  </a:lnTo>
                  <a:lnTo>
                    <a:pt x="37993" y="45388"/>
                  </a:lnTo>
                  <a:lnTo>
                    <a:pt x="37567" y="45151"/>
                  </a:lnTo>
                  <a:lnTo>
                    <a:pt x="34979" y="44248"/>
                  </a:lnTo>
                  <a:lnTo>
                    <a:pt x="35787" y="42773"/>
                  </a:lnTo>
                  <a:lnTo>
                    <a:pt x="36515" y="40984"/>
                  </a:lnTo>
                  <a:lnTo>
                    <a:pt x="37024" y="38979"/>
                  </a:lnTo>
                  <a:lnTo>
                    <a:pt x="37197" y="36537"/>
                  </a:lnTo>
                  <a:lnTo>
                    <a:pt x="37088" y="35300"/>
                  </a:lnTo>
                  <a:lnTo>
                    <a:pt x="37196" y="34414"/>
                  </a:lnTo>
                  <a:lnTo>
                    <a:pt x="38375" y="33614"/>
                  </a:lnTo>
                  <a:lnTo>
                    <a:pt x="39164" y="32414"/>
                  </a:lnTo>
                  <a:lnTo>
                    <a:pt x="39700" y="30968"/>
                  </a:lnTo>
                  <a:lnTo>
                    <a:pt x="38802" y="30524"/>
                  </a:lnTo>
                  <a:lnTo>
                    <a:pt x="38398" y="29407"/>
                  </a:lnTo>
                  <a:lnTo>
                    <a:pt x="39198" y="26911"/>
                  </a:lnTo>
                  <a:lnTo>
                    <a:pt x="39915" y="24230"/>
                  </a:lnTo>
                  <a:lnTo>
                    <a:pt x="40665" y="22796"/>
                  </a:lnTo>
                  <a:lnTo>
                    <a:pt x="42606" y="20003"/>
                  </a:lnTo>
                  <a:lnTo>
                    <a:pt x="48235" y="12918"/>
                  </a:lnTo>
                  <a:lnTo>
                    <a:pt x="50259" y="9118"/>
                  </a:lnTo>
                  <a:lnTo>
                    <a:pt x="50859" y="7747"/>
                  </a:lnTo>
                  <a:lnTo>
                    <a:pt x="64214" y="1621"/>
                  </a:lnTo>
                  <a:lnTo>
                    <a:pt x="66412" y="998"/>
                  </a:lnTo>
                  <a:lnTo>
                    <a:pt x="70580" y="155"/>
                  </a:lnTo>
                  <a:lnTo>
                    <a:pt x="72543" y="0"/>
                  </a:lnTo>
                  <a:lnTo>
                    <a:pt x="78002" y="580"/>
                  </a:lnTo>
                  <a:lnTo>
                    <a:pt x="80547" y="1229"/>
                  </a:lnTo>
                  <a:lnTo>
                    <a:pt x="84997" y="2842"/>
                  </a:lnTo>
                  <a:lnTo>
                    <a:pt x="91518" y="6002"/>
                  </a:lnTo>
                  <a:lnTo>
                    <a:pt x="93993" y="7384"/>
                  </a:lnTo>
                  <a:lnTo>
                    <a:pt x="96441" y="9089"/>
                  </a:lnTo>
                  <a:lnTo>
                    <a:pt x="98805" y="11288"/>
                  </a:lnTo>
                  <a:lnTo>
                    <a:pt x="101107" y="13983"/>
                  </a:lnTo>
                  <a:lnTo>
                    <a:pt x="101549" y="14811"/>
                  </a:lnTo>
                  <a:lnTo>
                    <a:pt x="101780" y="16283"/>
                  </a:lnTo>
                  <a:lnTo>
                    <a:pt x="101855" y="17723"/>
                  </a:lnTo>
                  <a:lnTo>
                    <a:pt x="101744" y="19128"/>
                  </a:lnTo>
                  <a:lnTo>
                    <a:pt x="101128" y="22003"/>
                  </a:lnTo>
                  <a:lnTo>
                    <a:pt x="100216" y="24002"/>
                  </a:lnTo>
                  <a:lnTo>
                    <a:pt x="89443" y="25889"/>
                  </a:lnTo>
                  <a:lnTo>
                    <a:pt x="88046" y="26646"/>
                  </a:lnTo>
                  <a:lnTo>
                    <a:pt x="87261" y="28206"/>
                  </a:lnTo>
                  <a:lnTo>
                    <a:pt x="86707" y="297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1384039" y="5917464"/>
              <a:ext cx="7051" cy="3312"/>
            </a:xfrm>
            <a:custGeom>
              <a:avLst/>
              <a:pathLst>
                <a:path w="7051" h="3312">
                  <a:moveTo>
                    <a:pt x="4270" y="1820"/>
                  </a:moveTo>
                  <a:lnTo>
                    <a:pt x="7051" y="3312"/>
                  </a:lnTo>
                  <a:lnTo>
                    <a:pt x="2150" y="2833"/>
                  </a:lnTo>
                  <a:lnTo>
                    <a:pt x="0" y="776"/>
                  </a:lnTo>
                  <a:lnTo>
                    <a:pt x="1381" y="0"/>
                  </a:lnTo>
                  <a:lnTo>
                    <a:pt x="2758" y="156"/>
                  </a:lnTo>
                  <a:lnTo>
                    <a:pt x="3972" y="119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1366260" y="5915848"/>
              <a:ext cx="11107" cy="4541"/>
            </a:xfrm>
            <a:custGeom>
              <a:avLst/>
              <a:pathLst>
                <a:path w="11107" h="4541">
                  <a:moveTo>
                    <a:pt x="10715" y="4406"/>
                  </a:moveTo>
                  <a:lnTo>
                    <a:pt x="9967" y="4541"/>
                  </a:lnTo>
                  <a:lnTo>
                    <a:pt x="1606" y="2253"/>
                  </a:lnTo>
                  <a:lnTo>
                    <a:pt x="0" y="1575"/>
                  </a:lnTo>
                  <a:lnTo>
                    <a:pt x="2822" y="190"/>
                  </a:lnTo>
                  <a:lnTo>
                    <a:pt x="4711" y="0"/>
                  </a:lnTo>
                  <a:lnTo>
                    <a:pt x="9733" y="3398"/>
                  </a:lnTo>
                  <a:lnTo>
                    <a:pt x="11107" y="381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4420795" y="5914125"/>
              <a:ext cx="30147" cy="20366"/>
            </a:xfrm>
            <a:custGeom>
              <a:avLst/>
              <a:pathLst>
                <a:path w="30147" h="20366">
                  <a:moveTo>
                    <a:pt x="8337" y="4726"/>
                  </a:moveTo>
                  <a:lnTo>
                    <a:pt x="11960" y="6873"/>
                  </a:lnTo>
                  <a:lnTo>
                    <a:pt x="21476" y="6631"/>
                  </a:lnTo>
                  <a:lnTo>
                    <a:pt x="29406" y="8656"/>
                  </a:lnTo>
                  <a:lnTo>
                    <a:pt x="30147" y="10726"/>
                  </a:lnTo>
                  <a:lnTo>
                    <a:pt x="27884" y="11784"/>
                  </a:lnTo>
                  <a:lnTo>
                    <a:pt x="24397" y="14526"/>
                  </a:lnTo>
                  <a:lnTo>
                    <a:pt x="22131" y="15351"/>
                  </a:lnTo>
                  <a:lnTo>
                    <a:pt x="20244" y="15389"/>
                  </a:lnTo>
                  <a:lnTo>
                    <a:pt x="16350" y="14255"/>
                  </a:lnTo>
                  <a:lnTo>
                    <a:pt x="11300" y="14387"/>
                  </a:lnTo>
                  <a:lnTo>
                    <a:pt x="10216" y="15983"/>
                  </a:lnTo>
                  <a:lnTo>
                    <a:pt x="7770" y="17573"/>
                  </a:lnTo>
                  <a:lnTo>
                    <a:pt x="4924" y="20366"/>
                  </a:lnTo>
                  <a:lnTo>
                    <a:pt x="4168" y="18093"/>
                  </a:lnTo>
                  <a:lnTo>
                    <a:pt x="3035" y="15917"/>
                  </a:lnTo>
                  <a:lnTo>
                    <a:pt x="192" y="11398"/>
                  </a:lnTo>
                  <a:lnTo>
                    <a:pt x="0" y="10722"/>
                  </a:lnTo>
                  <a:lnTo>
                    <a:pt x="1553" y="9819"/>
                  </a:lnTo>
                  <a:lnTo>
                    <a:pt x="2318" y="8333"/>
                  </a:lnTo>
                  <a:lnTo>
                    <a:pt x="3937" y="6354"/>
                  </a:lnTo>
                  <a:lnTo>
                    <a:pt x="3752" y="5136"/>
                  </a:lnTo>
                  <a:lnTo>
                    <a:pt x="2424" y="3757"/>
                  </a:lnTo>
                  <a:lnTo>
                    <a:pt x="1887" y="2666"/>
                  </a:lnTo>
                  <a:lnTo>
                    <a:pt x="2783" y="816"/>
                  </a:lnTo>
                  <a:lnTo>
                    <a:pt x="4803" y="0"/>
                  </a:lnTo>
                  <a:lnTo>
                    <a:pt x="7407" y="732"/>
                  </a:lnTo>
                  <a:lnTo>
                    <a:pt x="8556" y="3217"/>
                  </a:lnTo>
                  <a:lnTo>
                    <a:pt x="8346" y="43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1387498" y="5906397"/>
              <a:ext cx="8294" cy="3514"/>
            </a:xfrm>
            <a:custGeom>
              <a:avLst/>
              <a:pathLst>
                <a:path w="8294" h="3514">
                  <a:moveTo>
                    <a:pt x="6793" y="3150"/>
                  </a:moveTo>
                  <a:lnTo>
                    <a:pt x="2767" y="3514"/>
                  </a:lnTo>
                  <a:lnTo>
                    <a:pt x="554" y="2744"/>
                  </a:lnTo>
                  <a:lnTo>
                    <a:pt x="0" y="461"/>
                  </a:lnTo>
                  <a:lnTo>
                    <a:pt x="619" y="0"/>
                  </a:lnTo>
                  <a:lnTo>
                    <a:pt x="5753" y="1047"/>
                  </a:lnTo>
                  <a:lnTo>
                    <a:pt x="7629" y="1607"/>
                  </a:lnTo>
                  <a:lnTo>
                    <a:pt x="8294" y="2273"/>
                  </a:lnTo>
                  <a:lnTo>
                    <a:pt x="7962" y="28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1373212" y="5905653"/>
              <a:ext cx="14976" cy="7730"/>
            </a:xfrm>
            <a:custGeom>
              <a:avLst/>
              <a:pathLst>
                <a:path w="14976" h="7730">
                  <a:moveTo>
                    <a:pt x="14976" y="7254"/>
                  </a:moveTo>
                  <a:lnTo>
                    <a:pt x="14373" y="7730"/>
                  </a:lnTo>
                  <a:lnTo>
                    <a:pt x="10189" y="7491"/>
                  </a:lnTo>
                  <a:lnTo>
                    <a:pt x="9340" y="7066"/>
                  </a:lnTo>
                  <a:lnTo>
                    <a:pt x="8961" y="6631"/>
                  </a:lnTo>
                  <a:lnTo>
                    <a:pt x="3140" y="5930"/>
                  </a:lnTo>
                  <a:lnTo>
                    <a:pt x="507" y="3820"/>
                  </a:lnTo>
                  <a:lnTo>
                    <a:pt x="0" y="3151"/>
                  </a:lnTo>
                  <a:lnTo>
                    <a:pt x="1041" y="2170"/>
                  </a:lnTo>
                  <a:lnTo>
                    <a:pt x="3006" y="1509"/>
                  </a:lnTo>
                  <a:lnTo>
                    <a:pt x="3799" y="701"/>
                  </a:lnTo>
                  <a:lnTo>
                    <a:pt x="8824" y="0"/>
                  </a:lnTo>
                  <a:lnTo>
                    <a:pt x="9601" y="421"/>
                  </a:lnTo>
                  <a:lnTo>
                    <a:pt x="10055" y="1537"/>
                  </a:lnTo>
                  <a:lnTo>
                    <a:pt x="12332" y="3742"/>
                  </a:lnTo>
                  <a:lnTo>
                    <a:pt x="12947" y="5147"/>
                  </a:lnTo>
                  <a:lnTo>
                    <a:pt x="13191" y="6025"/>
                  </a:lnTo>
                  <a:lnTo>
                    <a:pt x="14422" y="64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1408522" y="5904533"/>
              <a:ext cx="9148" cy="4980"/>
            </a:xfrm>
            <a:custGeom>
              <a:avLst/>
              <a:pathLst>
                <a:path w="9148" h="4980">
                  <a:moveTo>
                    <a:pt x="4892" y="3670"/>
                  </a:moveTo>
                  <a:lnTo>
                    <a:pt x="1289" y="4980"/>
                  </a:lnTo>
                  <a:lnTo>
                    <a:pt x="352" y="4599"/>
                  </a:lnTo>
                  <a:lnTo>
                    <a:pt x="687" y="2735"/>
                  </a:lnTo>
                  <a:lnTo>
                    <a:pt x="135" y="1460"/>
                  </a:lnTo>
                  <a:lnTo>
                    <a:pt x="0" y="860"/>
                  </a:lnTo>
                  <a:lnTo>
                    <a:pt x="278" y="5"/>
                  </a:lnTo>
                  <a:lnTo>
                    <a:pt x="2394" y="0"/>
                  </a:lnTo>
                  <a:lnTo>
                    <a:pt x="8375" y="1359"/>
                  </a:lnTo>
                  <a:lnTo>
                    <a:pt x="9148" y="329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1385898" y="5900995"/>
              <a:ext cx="11037" cy="3780"/>
            </a:xfrm>
            <a:custGeom>
              <a:avLst/>
              <a:pathLst>
                <a:path w="11037" h="3780">
                  <a:moveTo>
                    <a:pt x="1304" y="0"/>
                  </a:moveTo>
                  <a:lnTo>
                    <a:pt x="5201" y="375"/>
                  </a:lnTo>
                  <a:lnTo>
                    <a:pt x="7751" y="92"/>
                  </a:lnTo>
                  <a:lnTo>
                    <a:pt x="10428" y="799"/>
                  </a:lnTo>
                  <a:lnTo>
                    <a:pt x="11037" y="1604"/>
                  </a:lnTo>
                  <a:lnTo>
                    <a:pt x="10555" y="2291"/>
                  </a:lnTo>
                  <a:lnTo>
                    <a:pt x="7685" y="2501"/>
                  </a:lnTo>
                  <a:lnTo>
                    <a:pt x="6290" y="3644"/>
                  </a:lnTo>
                  <a:lnTo>
                    <a:pt x="4663" y="3780"/>
                  </a:lnTo>
                  <a:lnTo>
                    <a:pt x="2215" y="2966"/>
                  </a:lnTo>
                  <a:lnTo>
                    <a:pt x="0" y="117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372395" y="5900225"/>
              <a:ext cx="7582" cy="2885"/>
            </a:xfrm>
            <a:custGeom>
              <a:avLst/>
              <a:pathLst>
                <a:path w="7582" h="2885">
                  <a:moveTo>
                    <a:pt x="6162" y="2516"/>
                  </a:moveTo>
                  <a:lnTo>
                    <a:pt x="2099" y="2885"/>
                  </a:lnTo>
                  <a:lnTo>
                    <a:pt x="414" y="2074"/>
                  </a:lnTo>
                  <a:lnTo>
                    <a:pt x="0" y="1341"/>
                  </a:lnTo>
                  <a:lnTo>
                    <a:pt x="345" y="675"/>
                  </a:lnTo>
                  <a:lnTo>
                    <a:pt x="6692" y="0"/>
                  </a:lnTo>
                  <a:lnTo>
                    <a:pt x="7402" y="813"/>
                  </a:lnTo>
                  <a:lnTo>
                    <a:pt x="7582" y="129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1400010" y="5896286"/>
              <a:ext cx="4058" cy="3096"/>
            </a:xfrm>
            <a:custGeom>
              <a:avLst/>
              <a:pathLst>
                <a:path w="4058" h="3096">
                  <a:moveTo>
                    <a:pt x="3968" y="2712"/>
                  </a:moveTo>
                  <a:lnTo>
                    <a:pt x="4058" y="3096"/>
                  </a:lnTo>
                  <a:lnTo>
                    <a:pt x="2609" y="2819"/>
                  </a:lnTo>
                  <a:lnTo>
                    <a:pt x="449" y="1157"/>
                  </a:lnTo>
                  <a:lnTo>
                    <a:pt x="0" y="565"/>
                  </a:lnTo>
                  <a:lnTo>
                    <a:pt x="974" y="0"/>
                  </a:lnTo>
                  <a:lnTo>
                    <a:pt x="2224" y="557"/>
                  </a:lnTo>
                  <a:lnTo>
                    <a:pt x="3383" y="15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1406218" y="5895504"/>
              <a:ext cx="5434" cy="5393"/>
            </a:xfrm>
            <a:custGeom>
              <a:avLst/>
              <a:pathLst>
                <a:path w="5434" h="5393">
                  <a:moveTo>
                    <a:pt x="5434" y="3000"/>
                  </a:moveTo>
                  <a:lnTo>
                    <a:pt x="4302" y="5393"/>
                  </a:lnTo>
                  <a:lnTo>
                    <a:pt x="1287" y="4117"/>
                  </a:lnTo>
                  <a:lnTo>
                    <a:pt x="0" y="2579"/>
                  </a:lnTo>
                  <a:lnTo>
                    <a:pt x="737" y="620"/>
                  </a:lnTo>
                  <a:lnTo>
                    <a:pt x="2115" y="0"/>
                  </a:lnTo>
                  <a:lnTo>
                    <a:pt x="3920" y="692"/>
                  </a:lnTo>
                  <a:lnTo>
                    <a:pt x="4589" y="9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1405587" y="5881653"/>
              <a:ext cx="7025" cy="5854"/>
            </a:xfrm>
            <a:custGeom>
              <a:avLst/>
              <a:pathLst>
                <a:path w="7025" h="5854">
                  <a:moveTo>
                    <a:pt x="7025" y="5424"/>
                  </a:moveTo>
                  <a:lnTo>
                    <a:pt x="5060" y="5854"/>
                  </a:lnTo>
                  <a:lnTo>
                    <a:pt x="2595" y="3979"/>
                  </a:lnTo>
                  <a:lnTo>
                    <a:pt x="725" y="2478"/>
                  </a:lnTo>
                  <a:lnTo>
                    <a:pt x="126" y="1234"/>
                  </a:lnTo>
                  <a:lnTo>
                    <a:pt x="0" y="810"/>
                  </a:lnTo>
                  <a:lnTo>
                    <a:pt x="27" y="314"/>
                  </a:lnTo>
                  <a:lnTo>
                    <a:pt x="579" y="0"/>
                  </a:lnTo>
                  <a:lnTo>
                    <a:pt x="4536" y="104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4385940" y="5866717"/>
              <a:ext cx="3623" cy="4103"/>
            </a:xfrm>
            <a:custGeom>
              <a:avLst/>
              <a:pathLst>
                <a:path w="3623" h="4103">
                  <a:moveTo>
                    <a:pt x="3623" y="288"/>
                  </a:moveTo>
                  <a:lnTo>
                    <a:pt x="1894" y="4103"/>
                  </a:lnTo>
                  <a:lnTo>
                    <a:pt x="679" y="3976"/>
                  </a:lnTo>
                  <a:lnTo>
                    <a:pt x="0" y="3286"/>
                  </a:lnTo>
                  <a:lnTo>
                    <a:pt x="1238" y="1163"/>
                  </a:lnTo>
                  <a:lnTo>
                    <a:pt x="2414" y="262"/>
                  </a:lnTo>
                  <a:lnTo>
                    <a:pt x="313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1417797" y="5865164"/>
              <a:ext cx="8774" cy="6244"/>
            </a:xfrm>
            <a:custGeom>
              <a:avLst/>
              <a:pathLst>
                <a:path w="8774" h="6244">
                  <a:moveTo>
                    <a:pt x="8774" y="6100"/>
                  </a:moveTo>
                  <a:lnTo>
                    <a:pt x="7714" y="6244"/>
                  </a:lnTo>
                  <a:lnTo>
                    <a:pt x="5861" y="5551"/>
                  </a:lnTo>
                  <a:lnTo>
                    <a:pt x="1038" y="3165"/>
                  </a:lnTo>
                  <a:lnTo>
                    <a:pt x="0" y="2031"/>
                  </a:lnTo>
                  <a:lnTo>
                    <a:pt x="722" y="845"/>
                  </a:lnTo>
                  <a:lnTo>
                    <a:pt x="2454" y="0"/>
                  </a:lnTo>
                  <a:lnTo>
                    <a:pt x="3749" y="268"/>
                  </a:lnTo>
                  <a:lnTo>
                    <a:pt x="7051" y="2458"/>
                  </a:lnTo>
                  <a:lnTo>
                    <a:pt x="8031" y="4037"/>
                  </a:lnTo>
                  <a:lnTo>
                    <a:pt x="8638" y="526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4396957" y="5838657"/>
              <a:ext cx="4530" cy="6648"/>
            </a:xfrm>
            <a:custGeom>
              <a:avLst/>
              <a:pathLst>
                <a:path w="4530" h="6648">
                  <a:moveTo>
                    <a:pt x="2295" y="6648"/>
                  </a:moveTo>
                  <a:lnTo>
                    <a:pt x="1032" y="6648"/>
                  </a:lnTo>
                  <a:lnTo>
                    <a:pt x="251" y="5765"/>
                  </a:lnTo>
                  <a:lnTo>
                    <a:pt x="0" y="3725"/>
                  </a:lnTo>
                  <a:lnTo>
                    <a:pt x="43" y="3067"/>
                  </a:lnTo>
                  <a:lnTo>
                    <a:pt x="2549" y="626"/>
                  </a:lnTo>
                  <a:lnTo>
                    <a:pt x="4530" y="0"/>
                  </a:lnTo>
                  <a:lnTo>
                    <a:pt x="3471" y="3670"/>
                  </a:lnTo>
                  <a:lnTo>
                    <a:pt x="3095" y="42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1545598" y="5832124"/>
              <a:ext cx="4757" cy="3304"/>
            </a:xfrm>
            <a:custGeom>
              <a:avLst/>
              <a:pathLst>
                <a:path w="4757" h="3304">
                  <a:moveTo>
                    <a:pt x="4479" y="1633"/>
                  </a:moveTo>
                  <a:lnTo>
                    <a:pt x="2988" y="3304"/>
                  </a:lnTo>
                  <a:lnTo>
                    <a:pt x="0" y="2219"/>
                  </a:lnTo>
                  <a:lnTo>
                    <a:pt x="244" y="1033"/>
                  </a:lnTo>
                  <a:lnTo>
                    <a:pt x="2929" y="0"/>
                  </a:lnTo>
                  <a:lnTo>
                    <a:pt x="4757" y="6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1552275" y="5830268"/>
              <a:ext cx="11592" cy="8301"/>
            </a:xfrm>
            <a:custGeom>
              <a:avLst/>
              <a:pathLst>
                <a:path w="11592" h="8301">
                  <a:moveTo>
                    <a:pt x="10536" y="7681"/>
                  </a:moveTo>
                  <a:lnTo>
                    <a:pt x="9457" y="8301"/>
                  </a:lnTo>
                  <a:lnTo>
                    <a:pt x="5428" y="6792"/>
                  </a:lnTo>
                  <a:lnTo>
                    <a:pt x="3093" y="6463"/>
                  </a:lnTo>
                  <a:lnTo>
                    <a:pt x="2020" y="5629"/>
                  </a:lnTo>
                  <a:lnTo>
                    <a:pt x="1322" y="4870"/>
                  </a:lnTo>
                  <a:lnTo>
                    <a:pt x="1089" y="4137"/>
                  </a:lnTo>
                  <a:lnTo>
                    <a:pt x="0" y="3012"/>
                  </a:lnTo>
                  <a:lnTo>
                    <a:pt x="2161" y="747"/>
                  </a:lnTo>
                  <a:lnTo>
                    <a:pt x="3844" y="0"/>
                  </a:lnTo>
                  <a:lnTo>
                    <a:pt x="5465" y="173"/>
                  </a:lnTo>
                  <a:lnTo>
                    <a:pt x="5797" y="1284"/>
                  </a:lnTo>
                  <a:lnTo>
                    <a:pt x="8928" y="2651"/>
                  </a:lnTo>
                  <a:lnTo>
                    <a:pt x="11358" y="2666"/>
                  </a:lnTo>
                  <a:lnTo>
                    <a:pt x="11592" y="3912"/>
                  </a:lnTo>
                  <a:lnTo>
                    <a:pt x="11491" y="565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1591010" y="5829925"/>
              <a:ext cx="9501" cy="9701"/>
            </a:xfrm>
            <a:custGeom>
              <a:avLst/>
              <a:pathLst>
                <a:path w="9501" h="9701">
                  <a:moveTo>
                    <a:pt x="7379" y="9173"/>
                  </a:moveTo>
                  <a:lnTo>
                    <a:pt x="5919" y="9701"/>
                  </a:lnTo>
                  <a:lnTo>
                    <a:pt x="3041" y="7753"/>
                  </a:lnTo>
                  <a:lnTo>
                    <a:pt x="2097" y="6807"/>
                  </a:lnTo>
                  <a:lnTo>
                    <a:pt x="1282" y="5237"/>
                  </a:lnTo>
                  <a:lnTo>
                    <a:pt x="605" y="4905"/>
                  </a:lnTo>
                  <a:lnTo>
                    <a:pt x="357" y="4550"/>
                  </a:lnTo>
                  <a:lnTo>
                    <a:pt x="0" y="450"/>
                  </a:lnTo>
                  <a:lnTo>
                    <a:pt x="870" y="0"/>
                  </a:lnTo>
                  <a:lnTo>
                    <a:pt x="2696" y="580"/>
                  </a:lnTo>
                  <a:lnTo>
                    <a:pt x="6220" y="2750"/>
                  </a:lnTo>
                  <a:lnTo>
                    <a:pt x="8688" y="3338"/>
                  </a:lnTo>
                  <a:lnTo>
                    <a:pt x="9501" y="4963"/>
                  </a:lnTo>
                  <a:lnTo>
                    <a:pt x="8666" y="78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1694215" y="5816726"/>
              <a:ext cx="11952" cy="9669"/>
            </a:xfrm>
            <a:custGeom>
              <a:avLst/>
              <a:pathLst>
                <a:path w="11952" h="9669">
                  <a:moveTo>
                    <a:pt x="6341" y="8850"/>
                  </a:moveTo>
                  <a:lnTo>
                    <a:pt x="1614" y="9669"/>
                  </a:lnTo>
                  <a:lnTo>
                    <a:pt x="339" y="8729"/>
                  </a:lnTo>
                  <a:lnTo>
                    <a:pt x="0" y="7592"/>
                  </a:lnTo>
                  <a:lnTo>
                    <a:pt x="209" y="6420"/>
                  </a:lnTo>
                  <a:lnTo>
                    <a:pt x="9776" y="0"/>
                  </a:lnTo>
                  <a:lnTo>
                    <a:pt x="11494" y="888"/>
                  </a:lnTo>
                  <a:lnTo>
                    <a:pt x="11952" y="1327"/>
                  </a:lnTo>
                  <a:lnTo>
                    <a:pt x="9102" y="4495"/>
                  </a:lnTo>
                  <a:lnTo>
                    <a:pt x="7822" y="5615"/>
                  </a:lnTo>
                  <a:lnTo>
                    <a:pt x="7591" y="5999"/>
                  </a:lnTo>
                  <a:lnTo>
                    <a:pt x="8307" y="6434"/>
                  </a:lnTo>
                  <a:lnTo>
                    <a:pt x="8500" y="6795"/>
                  </a:lnTo>
                  <a:lnTo>
                    <a:pt x="7954" y="768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1670115" y="5814048"/>
              <a:ext cx="9880" cy="10258"/>
            </a:xfrm>
            <a:custGeom>
              <a:avLst/>
              <a:pathLst>
                <a:path w="9880" h="10258">
                  <a:moveTo>
                    <a:pt x="3424" y="9909"/>
                  </a:moveTo>
                  <a:lnTo>
                    <a:pt x="1411" y="10258"/>
                  </a:lnTo>
                  <a:lnTo>
                    <a:pt x="808" y="10186"/>
                  </a:lnTo>
                  <a:lnTo>
                    <a:pt x="172" y="9525"/>
                  </a:lnTo>
                  <a:lnTo>
                    <a:pt x="0" y="9060"/>
                  </a:lnTo>
                  <a:lnTo>
                    <a:pt x="1042" y="7514"/>
                  </a:lnTo>
                  <a:lnTo>
                    <a:pt x="2032" y="6833"/>
                  </a:lnTo>
                  <a:lnTo>
                    <a:pt x="2341" y="6336"/>
                  </a:lnTo>
                  <a:lnTo>
                    <a:pt x="985" y="1174"/>
                  </a:lnTo>
                  <a:lnTo>
                    <a:pt x="2269" y="1015"/>
                  </a:lnTo>
                  <a:lnTo>
                    <a:pt x="3737" y="0"/>
                  </a:lnTo>
                  <a:lnTo>
                    <a:pt x="6623" y="80"/>
                  </a:lnTo>
                  <a:lnTo>
                    <a:pt x="9093" y="1021"/>
                  </a:lnTo>
                  <a:lnTo>
                    <a:pt x="9568" y="1754"/>
                  </a:lnTo>
                  <a:lnTo>
                    <a:pt x="9880" y="3047"/>
                  </a:lnTo>
                  <a:lnTo>
                    <a:pt x="8799" y="5676"/>
                  </a:lnTo>
                  <a:lnTo>
                    <a:pt x="8138" y="6582"/>
                  </a:lnTo>
                  <a:lnTo>
                    <a:pt x="4389" y="890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1637033" y="5811035"/>
              <a:ext cx="29549" cy="21575"/>
            </a:xfrm>
            <a:custGeom>
              <a:avLst/>
              <a:pathLst>
                <a:path w="29549" h="21575">
                  <a:moveTo>
                    <a:pt x="26821" y="2455"/>
                  </a:moveTo>
                  <a:lnTo>
                    <a:pt x="28534" y="5404"/>
                  </a:lnTo>
                  <a:lnTo>
                    <a:pt x="29166" y="7358"/>
                  </a:lnTo>
                  <a:lnTo>
                    <a:pt x="29549" y="9343"/>
                  </a:lnTo>
                  <a:lnTo>
                    <a:pt x="22656" y="14304"/>
                  </a:lnTo>
                  <a:lnTo>
                    <a:pt x="22372" y="14788"/>
                  </a:lnTo>
                  <a:lnTo>
                    <a:pt x="22035" y="17345"/>
                  </a:lnTo>
                  <a:lnTo>
                    <a:pt x="22205" y="17916"/>
                  </a:lnTo>
                  <a:lnTo>
                    <a:pt x="22510" y="18318"/>
                  </a:lnTo>
                  <a:lnTo>
                    <a:pt x="22532" y="19307"/>
                  </a:lnTo>
                  <a:lnTo>
                    <a:pt x="21955" y="19630"/>
                  </a:lnTo>
                  <a:lnTo>
                    <a:pt x="10186" y="21575"/>
                  </a:lnTo>
                  <a:lnTo>
                    <a:pt x="4682" y="19789"/>
                  </a:lnTo>
                  <a:lnTo>
                    <a:pt x="3920" y="18589"/>
                  </a:lnTo>
                  <a:lnTo>
                    <a:pt x="3750" y="16765"/>
                  </a:lnTo>
                  <a:lnTo>
                    <a:pt x="4379" y="16373"/>
                  </a:lnTo>
                  <a:lnTo>
                    <a:pt x="5589" y="16124"/>
                  </a:lnTo>
                  <a:lnTo>
                    <a:pt x="5306" y="15291"/>
                  </a:lnTo>
                  <a:lnTo>
                    <a:pt x="4527" y="13836"/>
                  </a:lnTo>
                  <a:lnTo>
                    <a:pt x="4474" y="12589"/>
                  </a:lnTo>
                  <a:lnTo>
                    <a:pt x="6116" y="9476"/>
                  </a:lnTo>
                  <a:lnTo>
                    <a:pt x="6936" y="8645"/>
                  </a:lnTo>
                  <a:lnTo>
                    <a:pt x="3797" y="5722"/>
                  </a:lnTo>
                  <a:lnTo>
                    <a:pt x="3409" y="5058"/>
                  </a:lnTo>
                  <a:lnTo>
                    <a:pt x="2994" y="4865"/>
                  </a:lnTo>
                  <a:lnTo>
                    <a:pt x="1493" y="5211"/>
                  </a:lnTo>
                  <a:lnTo>
                    <a:pt x="0" y="5026"/>
                  </a:lnTo>
                  <a:lnTo>
                    <a:pt x="522" y="3843"/>
                  </a:lnTo>
                  <a:lnTo>
                    <a:pt x="933" y="1942"/>
                  </a:lnTo>
                  <a:lnTo>
                    <a:pt x="2249" y="273"/>
                  </a:lnTo>
                  <a:lnTo>
                    <a:pt x="3208" y="0"/>
                  </a:lnTo>
                  <a:lnTo>
                    <a:pt x="4189" y="199"/>
                  </a:lnTo>
                  <a:lnTo>
                    <a:pt x="8753" y="256"/>
                  </a:lnTo>
                  <a:lnTo>
                    <a:pt x="13261" y="1148"/>
                  </a:lnTo>
                  <a:lnTo>
                    <a:pt x="17774" y="1768"/>
                  </a:lnTo>
                  <a:lnTo>
                    <a:pt x="25226" y="233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2611002" y="5809448"/>
              <a:ext cx="15611" cy="25809"/>
            </a:xfrm>
            <a:custGeom>
              <a:avLst/>
              <a:pathLst>
                <a:path w="15611" h="25809">
                  <a:moveTo>
                    <a:pt x="13727" y="7901"/>
                  </a:moveTo>
                  <a:lnTo>
                    <a:pt x="13277" y="14353"/>
                  </a:lnTo>
                  <a:lnTo>
                    <a:pt x="13402" y="15701"/>
                  </a:lnTo>
                  <a:lnTo>
                    <a:pt x="13795" y="17068"/>
                  </a:lnTo>
                  <a:lnTo>
                    <a:pt x="15497" y="20629"/>
                  </a:lnTo>
                  <a:lnTo>
                    <a:pt x="15611" y="23322"/>
                  </a:lnTo>
                  <a:lnTo>
                    <a:pt x="15561" y="24352"/>
                  </a:lnTo>
                  <a:lnTo>
                    <a:pt x="14865" y="25809"/>
                  </a:lnTo>
                  <a:lnTo>
                    <a:pt x="12481" y="25463"/>
                  </a:lnTo>
                  <a:lnTo>
                    <a:pt x="11706" y="24689"/>
                  </a:lnTo>
                  <a:lnTo>
                    <a:pt x="11437" y="24187"/>
                  </a:lnTo>
                  <a:lnTo>
                    <a:pt x="10176" y="17902"/>
                  </a:lnTo>
                  <a:lnTo>
                    <a:pt x="9461" y="16454"/>
                  </a:lnTo>
                  <a:lnTo>
                    <a:pt x="8352" y="15170"/>
                  </a:lnTo>
                  <a:lnTo>
                    <a:pt x="4090" y="13963"/>
                  </a:lnTo>
                  <a:lnTo>
                    <a:pt x="0" y="14399"/>
                  </a:lnTo>
                  <a:lnTo>
                    <a:pt x="1009" y="12925"/>
                  </a:lnTo>
                  <a:lnTo>
                    <a:pt x="7182" y="10936"/>
                  </a:lnTo>
                  <a:lnTo>
                    <a:pt x="8738" y="9473"/>
                  </a:lnTo>
                  <a:lnTo>
                    <a:pt x="9717" y="7707"/>
                  </a:lnTo>
                  <a:lnTo>
                    <a:pt x="10153" y="5058"/>
                  </a:lnTo>
                  <a:lnTo>
                    <a:pt x="11231" y="1697"/>
                  </a:lnTo>
                  <a:lnTo>
                    <a:pt x="12932" y="176"/>
                  </a:lnTo>
                  <a:lnTo>
                    <a:pt x="13989" y="0"/>
                  </a:lnTo>
                  <a:lnTo>
                    <a:pt x="14561" y="2735"/>
                  </a:lnTo>
                  <a:lnTo>
                    <a:pt x="14561" y="52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4452162" y="5800618"/>
              <a:ext cx="4622" cy="9009"/>
            </a:xfrm>
            <a:custGeom>
              <a:avLst/>
              <a:pathLst>
                <a:path w="4622" h="9009">
                  <a:moveTo>
                    <a:pt x="3500" y="8408"/>
                  </a:moveTo>
                  <a:lnTo>
                    <a:pt x="2208" y="9009"/>
                  </a:lnTo>
                  <a:lnTo>
                    <a:pt x="412" y="7124"/>
                  </a:lnTo>
                  <a:lnTo>
                    <a:pt x="0" y="6472"/>
                  </a:lnTo>
                  <a:lnTo>
                    <a:pt x="1729" y="2885"/>
                  </a:lnTo>
                  <a:lnTo>
                    <a:pt x="1595" y="1734"/>
                  </a:lnTo>
                  <a:lnTo>
                    <a:pt x="1849" y="759"/>
                  </a:lnTo>
                  <a:lnTo>
                    <a:pt x="2504" y="0"/>
                  </a:lnTo>
                  <a:lnTo>
                    <a:pt x="2919" y="112"/>
                  </a:lnTo>
                  <a:lnTo>
                    <a:pt x="3913" y="4086"/>
                  </a:lnTo>
                  <a:lnTo>
                    <a:pt x="4622" y="5731"/>
                  </a:lnTo>
                  <a:lnTo>
                    <a:pt x="3646" y="731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1597782" y="5799392"/>
              <a:ext cx="34884" cy="28876"/>
            </a:xfrm>
            <a:custGeom>
              <a:avLst/>
              <a:pathLst>
                <a:path w="34884" h="28876">
                  <a:moveTo>
                    <a:pt x="10567" y="216"/>
                  </a:moveTo>
                  <a:lnTo>
                    <a:pt x="13110" y="1061"/>
                  </a:lnTo>
                  <a:lnTo>
                    <a:pt x="13970" y="2302"/>
                  </a:lnTo>
                  <a:lnTo>
                    <a:pt x="15116" y="3231"/>
                  </a:lnTo>
                  <a:lnTo>
                    <a:pt x="16278" y="3745"/>
                  </a:lnTo>
                  <a:lnTo>
                    <a:pt x="17326" y="5150"/>
                  </a:lnTo>
                  <a:lnTo>
                    <a:pt x="17955" y="7609"/>
                  </a:lnTo>
                  <a:lnTo>
                    <a:pt x="18507" y="8379"/>
                  </a:lnTo>
                  <a:lnTo>
                    <a:pt x="20216" y="10015"/>
                  </a:lnTo>
                  <a:lnTo>
                    <a:pt x="20814" y="11450"/>
                  </a:lnTo>
                  <a:lnTo>
                    <a:pt x="20697" y="12163"/>
                  </a:lnTo>
                  <a:lnTo>
                    <a:pt x="17464" y="12760"/>
                  </a:lnTo>
                  <a:lnTo>
                    <a:pt x="16399" y="12523"/>
                  </a:lnTo>
                  <a:lnTo>
                    <a:pt x="15387" y="12985"/>
                  </a:lnTo>
                  <a:lnTo>
                    <a:pt x="15085" y="13879"/>
                  </a:lnTo>
                  <a:lnTo>
                    <a:pt x="15112" y="14811"/>
                  </a:lnTo>
                  <a:lnTo>
                    <a:pt x="15674" y="15455"/>
                  </a:lnTo>
                  <a:lnTo>
                    <a:pt x="16868" y="16052"/>
                  </a:lnTo>
                  <a:lnTo>
                    <a:pt x="18041" y="15992"/>
                  </a:lnTo>
                  <a:lnTo>
                    <a:pt x="20209" y="15265"/>
                  </a:lnTo>
                  <a:lnTo>
                    <a:pt x="21194" y="15420"/>
                  </a:lnTo>
                  <a:lnTo>
                    <a:pt x="22306" y="16165"/>
                  </a:lnTo>
                  <a:lnTo>
                    <a:pt x="23415" y="16277"/>
                  </a:lnTo>
                  <a:lnTo>
                    <a:pt x="26290" y="13908"/>
                  </a:lnTo>
                  <a:lnTo>
                    <a:pt x="27029" y="13484"/>
                  </a:lnTo>
                  <a:lnTo>
                    <a:pt x="27774" y="13617"/>
                  </a:lnTo>
                  <a:lnTo>
                    <a:pt x="31730" y="16401"/>
                  </a:lnTo>
                  <a:lnTo>
                    <a:pt x="32561" y="17772"/>
                  </a:lnTo>
                  <a:lnTo>
                    <a:pt x="31999" y="18554"/>
                  </a:lnTo>
                  <a:lnTo>
                    <a:pt x="31506" y="19659"/>
                  </a:lnTo>
                  <a:lnTo>
                    <a:pt x="31722" y="20453"/>
                  </a:lnTo>
                  <a:lnTo>
                    <a:pt x="33616" y="21544"/>
                  </a:lnTo>
                  <a:lnTo>
                    <a:pt x="34396" y="22992"/>
                  </a:lnTo>
                  <a:lnTo>
                    <a:pt x="34884" y="23561"/>
                  </a:lnTo>
                  <a:lnTo>
                    <a:pt x="34782" y="24776"/>
                  </a:lnTo>
                  <a:lnTo>
                    <a:pt x="34515" y="26279"/>
                  </a:lnTo>
                  <a:lnTo>
                    <a:pt x="34535" y="27976"/>
                  </a:lnTo>
                  <a:lnTo>
                    <a:pt x="33567" y="28876"/>
                  </a:lnTo>
                  <a:lnTo>
                    <a:pt x="33134" y="28873"/>
                  </a:lnTo>
                  <a:lnTo>
                    <a:pt x="31048" y="27973"/>
                  </a:lnTo>
                  <a:lnTo>
                    <a:pt x="24572" y="27462"/>
                  </a:lnTo>
                  <a:lnTo>
                    <a:pt x="22491" y="26698"/>
                  </a:lnTo>
                  <a:lnTo>
                    <a:pt x="19306" y="23373"/>
                  </a:lnTo>
                  <a:lnTo>
                    <a:pt x="18071" y="23160"/>
                  </a:lnTo>
                  <a:lnTo>
                    <a:pt x="16788" y="22354"/>
                  </a:lnTo>
                  <a:lnTo>
                    <a:pt x="14826" y="19965"/>
                  </a:lnTo>
                  <a:lnTo>
                    <a:pt x="11391" y="18084"/>
                  </a:lnTo>
                  <a:lnTo>
                    <a:pt x="9203" y="15755"/>
                  </a:lnTo>
                  <a:lnTo>
                    <a:pt x="9262" y="13810"/>
                  </a:lnTo>
                  <a:lnTo>
                    <a:pt x="8969" y="12448"/>
                  </a:lnTo>
                  <a:lnTo>
                    <a:pt x="8562" y="11857"/>
                  </a:lnTo>
                  <a:lnTo>
                    <a:pt x="8136" y="11554"/>
                  </a:lnTo>
                  <a:lnTo>
                    <a:pt x="6903" y="11072"/>
                  </a:lnTo>
                  <a:lnTo>
                    <a:pt x="5679" y="11181"/>
                  </a:lnTo>
                  <a:lnTo>
                    <a:pt x="5070" y="11756"/>
                  </a:lnTo>
                  <a:lnTo>
                    <a:pt x="4063" y="13204"/>
                  </a:lnTo>
                  <a:lnTo>
                    <a:pt x="2951" y="13452"/>
                  </a:lnTo>
                  <a:lnTo>
                    <a:pt x="2090" y="13164"/>
                  </a:lnTo>
                  <a:lnTo>
                    <a:pt x="1897" y="12841"/>
                  </a:lnTo>
                  <a:lnTo>
                    <a:pt x="1885" y="9060"/>
                  </a:lnTo>
                  <a:lnTo>
                    <a:pt x="932" y="8527"/>
                  </a:lnTo>
                  <a:lnTo>
                    <a:pt x="141" y="7015"/>
                  </a:lnTo>
                  <a:lnTo>
                    <a:pt x="0" y="4963"/>
                  </a:lnTo>
                  <a:lnTo>
                    <a:pt x="333" y="3052"/>
                  </a:lnTo>
                  <a:lnTo>
                    <a:pt x="1551" y="741"/>
                  </a:lnTo>
                  <a:lnTo>
                    <a:pt x="2937" y="455"/>
                  </a:lnTo>
                  <a:lnTo>
                    <a:pt x="4337" y="860"/>
                  </a:lnTo>
                  <a:lnTo>
                    <a:pt x="5759" y="351"/>
                  </a:lnTo>
                  <a:lnTo>
                    <a:pt x="800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2110022" y="5794117"/>
              <a:ext cx="5808" cy="8146"/>
            </a:xfrm>
            <a:custGeom>
              <a:avLst/>
              <a:pathLst>
                <a:path w="5808" h="8146">
                  <a:moveTo>
                    <a:pt x="2578" y="7577"/>
                  </a:moveTo>
                  <a:lnTo>
                    <a:pt x="1651" y="8146"/>
                  </a:lnTo>
                  <a:lnTo>
                    <a:pt x="1041" y="7834"/>
                  </a:lnTo>
                  <a:lnTo>
                    <a:pt x="0" y="6354"/>
                  </a:lnTo>
                  <a:lnTo>
                    <a:pt x="117" y="5208"/>
                  </a:lnTo>
                  <a:lnTo>
                    <a:pt x="597" y="4400"/>
                  </a:lnTo>
                  <a:lnTo>
                    <a:pt x="941" y="3540"/>
                  </a:lnTo>
                  <a:lnTo>
                    <a:pt x="3023" y="380"/>
                  </a:lnTo>
                  <a:lnTo>
                    <a:pt x="4541" y="0"/>
                  </a:lnTo>
                  <a:lnTo>
                    <a:pt x="5808" y="692"/>
                  </a:lnTo>
                  <a:lnTo>
                    <a:pt x="4464" y="3681"/>
                  </a:lnTo>
                  <a:lnTo>
                    <a:pt x="4088" y="578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1812141" y="5789407"/>
              <a:ext cx="5709" cy="8010"/>
            </a:xfrm>
            <a:custGeom>
              <a:avLst/>
              <a:pathLst>
                <a:path w="5709" h="8010">
                  <a:moveTo>
                    <a:pt x="5709" y="6657"/>
                  </a:moveTo>
                  <a:lnTo>
                    <a:pt x="4539" y="8010"/>
                  </a:lnTo>
                  <a:lnTo>
                    <a:pt x="2411" y="7669"/>
                  </a:lnTo>
                  <a:lnTo>
                    <a:pt x="758" y="5465"/>
                  </a:lnTo>
                  <a:lnTo>
                    <a:pt x="80" y="2522"/>
                  </a:lnTo>
                  <a:lnTo>
                    <a:pt x="0" y="1491"/>
                  </a:lnTo>
                  <a:lnTo>
                    <a:pt x="453" y="735"/>
                  </a:lnTo>
                  <a:lnTo>
                    <a:pt x="153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2091277" y="5785844"/>
              <a:ext cx="18001" cy="23370"/>
            </a:xfrm>
            <a:custGeom>
              <a:avLst/>
              <a:pathLst>
                <a:path w="18001" h="23370">
                  <a:moveTo>
                    <a:pt x="16746" y="8215"/>
                  </a:moveTo>
                  <a:lnTo>
                    <a:pt x="15357" y="12079"/>
                  </a:lnTo>
                  <a:lnTo>
                    <a:pt x="15131" y="12514"/>
                  </a:lnTo>
                  <a:lnTo>
                    <a:pt x="13735" y="13441"/>
                  </a:lnTo>
                  <a:lnTo>
                    <a:pt x="14237" y="14508"/>
                  </a:lnTo>
                  <a:lnTo>
                    <a:pt x="14621" y="14990"/>
                  </a:lnTo>
                  <a:lnTo>
                    <a:pt x="14860" y="16214"/>
                  </a:lnTo>
                  <a:lnTo>
                    <a:pt x="15663" y="17928"/>
                  </a:lnTo>
                  <a:lnTo>
                    <a:pt x="16634" y="19024"/>
                  </a:lnTo>
                  <a:lnTo>
                    <a:pt x="15807" y="22014"/>
                  </a:lnTo>
                  <a:lnTo>
                    <a:pt x="14629" y="23370"/>
                  </a:lnTo>
                  <a:lnTo>
                    <a:pt x="1880" y="15135"/>
                  </a:lnTo>
                  <a:lnTo>
                    <a:pt x="895" y="13816"/>
                  </a:lnTo>
                  <a:lnTo>
                    <a:pt x="415" y="12832"/>
                  </a:lnTo>
                  <a:lnTo>
                    <a:pt x="57" y="11300"/>
                  </a:lnTo>
                  <a:lnTo>
                    <a:pt x="0" y="9753"/>
                  </a:lnTo>
                  <a:lnTo>
                    <a:pt x="326" y="8521"/>
                  </a:lnTo>
                  <a:lnTo>
                    <a:pt x="756" y="7831"/>
                  </a:lnTo>
                  <a:lnTo>
                    <a:pt x="1910" y="6971"/>
                  </a:lnTo>
                  <a:lnTo>
                    <a:pt x="3093" y="6911"/>
                  </a:lnTo>
                  <a:lnTo>
                    <a:pt x="5677" y="8524"/>
                  </a:lnTo>
                  <a:lnTo>
                    <a:pt x="6045" y="8293"/>
                  </a:lnTo>
                  <a:lnTo>
                    <a:pt x="6529" y="6830"/>
                  </a:lnTo>
                  <a:lnTo>
                    <a:pt x="7884" y="6795"/>
                  </a:lnTo>
                  <a:lnTo>
                    <a:pt x="8196" y="5583"/>
                  </a:lnTo>
                  <a:lnTo>
                    <a:pt x="6315" y="5136"/>
                  </a:lnTo>
                  <a:lnTo>
                    <a:pt x="4769" y="3907"/>
                  </a:lnTo>
                  <a:lnTo>
                    <a:pt x="3793" y="2677"/>
                  </a:lnTo>
                  <a:lnTo>
                    <a:pt x="3512" y="1740"/>
                  </a:lnTo>
                  <a:lnTo>
                    <a:pt x="6917" y="0"/>
                  </a:lnTo>
                  <a:lnTo>
                    <a:pt x="15598" y="2167"/>
                  </a:lnTo>
                  <a:lnTo>
                    <a:pt x="16928" y="2911"/>
                  </a:lnTo>
                  <a:lnTo>
                    <a:pt x="17502" y="3866"/>
                  </a:lnTo>
                  <a:lnTo>
                    <a:pt x="18001" y="52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1918070" y="5785823"/>
              <a:ext cx="3435" cy="2969"/>
            </a:xfrm>
            <a:custGeom>
              <a:avLst/>
              <a:pathLst>
                <a:path w="3435" h="2969">
                  <a:moveTo>
                    <a:pt x="3053" y="2955"/>
                  </a:moveTo>
                  <a:lnTo>
                    <a:pt x="1419" y="2969"/>
                  </a:lnTo>
                  <a:lnTo>
                    <a:pt x="337" y="1895"/>
                  </a:lnTo>
                  <a:lnTo>
                    <a:pt x="0" y="1191"/>
                  </a:lnTo>
                  <a:lnTo>
                    <a:pt x="636" y="98"/>
                  </a:lnTo>
                  <a:lnTo>
                    <a:pt x="1047" y="0"/>
                  </a:lnTo>
                  <a:lnTo>
                    <a:pt x="3015" y="1841"/>
                  </a:lnTo>
                  <a:lnTo>
                    <a:pt x="3435" y="25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1941557" y="5777775"/>
              <a:ext cx="8835" cy="19495"/>
            </a:xfrm>
            <a:custGeom>
              <a:avLst/>
              <a:pathLst>
                <a:path w="8835" h="19495">
                  <a:moveTo>
                    <a:pt x="4896" y="18759"/>
                  </a:moveTo>
                  <a:lnTo>
                    <a:pt x="3132" y="19495"/>
                  </a:lnTo>
                  <a:lnTo>
                    <a:pt x="1530" y="19152"/>
                  </a:lnTo>
                  <a:lnTo>
                    <a:pt x="2111" y="12425"/>
                  </a:lnTo>
                  <a:lnTo>
                    <a:pt x="3010" y="10700"/>
                  </a:lnTo>
                  <a:lnTo>
                    <a:pt x="2767" y="9470"/>
                  </a:lnTo>
                  <a:lnTo>
                    <a:pt x="1139" y="6094"/>
                  </a:lnTo>
                  <a:lnTo>
                    <a:pt x="0" y="2256"/>
                  </a:lnTo>
                  <a:lnTo>
                    <a:pt x="553" y="1373"/>
                  </a:lnTo>
                  <a:lnTo>
                    <a:pt x="3523" y="0"/>
                  </a:lnTo>
                  <a:lnTo>
                    <a:pt x="6946" y="265"/>
                  </a:lnTo>
                  <a:lnTo>
                    <a:pt x="8295" y="1869"/>
                  </a:lnTo>
                  <a:lnTo>
                    <a:pt x="8716" y="3950"/>
                  </a:lnTo>
                  <a:lnTo>
                    <a:pt x="8554" y="5448"/>
                  </a:lnTo>
                  <a:lnTo>
                    <a:pt x="7447" y="8163"/>
                  </a:lnTo>
                  <a:lnTo>
                    <a:pt x="8592" y="9060"/>
                  </a:lnTo>
                  <a:lnTo>
                    <a:pt x="8835" y="10910"/>
                  </a:lnTo>
                  <a:lnTo>
                    <a:pt x="8598" y="13167"/>
                  </a:lnTo>
                  <a:lnTo>
                    <a:pt x="7469" y="15856"/>
                  </a:lnTo>
                  <a:lnTo>
                    <a:pt x="6456" y="17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1906920" y="5775432"/>
              <a:ext cx="8142" cy="5961"/>
            </a:xfrm>
            <a:custGeom>
              <a:avLst/>
              <a:pathLst>
                <a:path w="8142" h="5961">
                  <a:moveTo>
                    <a:pt x="2364" y="5820"/>
                  </a:moveTo>
                  <a:lnTo>
                    <a:pt x="514" y="5961"/>
                  </a:lnTo>
                  <a:lnTo>
                    <a:pt x="0" y="5283"/>
                  </a:lnTo>
                  <a:lnTo>
                    <a:pt x="551" y="3880"/>
                  </a:lnTo>
                  <a:lnTo>
                    <a:pt x="4998" y="1451"/>
                  </a:lnTo>
                  <a:lnTo>
                    <a:pt x="6795" y="0"/>
                  </a:lnTo>
                  <a:lnTo>
                    <a:pt x="7061" y="227"/>
                  </a:lnTo>
                  <a:lnTo>
                    <a:pt x="7297" y="698"/>
                  </a:lnTo>
                  <a:lnTo>
                    <a:pt x="8065" y="3577"/>
                  </a:lnTo>
                  <a:lnTo>
                    <a:pt x="8142" y="427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2664058" y="5775152"/>
              <a:ext cx="3961" cy="7216"/>
            </a:xfrm>
            <a:custGeom>
              <a:avLst/>
              <a:pathLst>
                <a:path w="3961" h="7216">
                  <a:moveTo>
                    <a:pt x="3961" y="6515"/>
                  </a:moveTo>
                  <a:lnTo>
                    <a:pt x="3285" y="7216"/>
                  </a:lnTo>
                  <a:lnTo>
                    <a:pt x="1912" y="7196"/>
                  </a:lnTo>
                  <a:lnTo>
                    <a:pt x="610" y="5725"/>
                  </a:lnTo>
                  <a:lnTo>
                    <a:pt x="65" y="3653"/>
                  </a:lnTo>
                  <a:lnTo>
                    <a:pt x="0" y="2135"/>
                  </a:lnTo>
                  <a:lnTo>
                    <a:pt x="588" y="441"/>
                  </a:lnTo>
                  <a:lnTo>
                    <a:pt x="1544" y="0"/>
                  </a:lnTo>
                  <a:lnTo>
                    <a:pt x="2054" y="574"/>
                  </a:lnTo>
                  <a:lnTo>
                    <a:pt x="3307" y="41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3480503" y="5764236"/>
              <a:ext cx="4148" cy="6235"/>
            </a:xfrm>
            <a:custGeom>
              <a:avLst/>
              <a:pathLst>
                <a:path w="4148" h="6235">
                  <a:moveTo>
                    <a:pt x="507" y="6233"/>
                  </a:moveTo>
                  <a:lnTo>
                    <a:pt x="0" y="6235"/>
                  </a:lnTo>
                  <a:lnTo>
                    <a:pt x="261" y="5061"/>
                  </a:lnTo>
                  <a:lnTo>
                    <a:pt x="1513" y="2983"/>
                  </a:lnTo>
                  <a:lnTo>
                    <a:pt x="2482" y="412"/>
                  </a:lnTo>
                  <a:lnTo>
                    <a:pt x="3080" y="0"/>
                  </a:lnTo>
                  <a:lnTo>
                    <a:pt x="4148" y="2253"/>
                  </a:lnTo>
                  <a:lnTo>
                    <a:pt x="3925" y="4123"/>
                  </a:lnTo>
                  <a:lnTo>
                    <a:pt x="2505" y="55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2698218" y="5761622"/>
              <a:ext cx="4368" cy="5774"/>
            </a:xfrm>
            <a:custGeom>
              <a:avLst/>
              <a:pathLst>
                <a:path w="4368" h="5774">
                  <a:moveTo>
                    <a:pt x="4368" y="5101"/>
                  </a:moveTo>
                  <a:lnTo>
                    <a:pt x="3603" y="5774"/>
                  </a:lnTo>
                  <a:lnTo>
                    <a:pt x="2337" y="5526"/>
                  </a:lnTo>
                  <a:lnTo>
                    <a:pt x="719" y="4031"/>
                  </a:lnTo>
                  <a:lnTo>
                    <a:pt x="188" y="2902"/>
                  </a:lnTo>
                  <a:lnTo>
                    <a:pt x="0" y="1884"/>
                  </a:lnTo>
                  <a:lnTo>
                    <a:pt x="466" y="412"/>
                  </a:lnTo>
                  <a:lnTo>
                    <a:pt x="844" y="0"/>
                  </a:lnTo>
                  <a:lnTo>
                    <a:pt x="1676" y="173"/>
                  </a:lnTo>
                  <a:lnTo>
                    <a:pt x="3140" y="2086"/>
                  </a:lnTo>
                  <a:lnTo>
                    <a:pt x="4119" y="41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3492844" y="5758467"/>
              <a:ext cx="2170" cy="4513"/>
            </a:xfrm>
            <a:custGeom>
              <a:avLst/>
              <a:pathLst>
                <a:path w="2170" h="4513">
                  <a:moveTo>
                    <a:pt x="2170" y="704"/>
                  </a:moveTo>
                  <a:lnTo>
                    <a:pt x="955" y="4513"/>
                  </a:lnTo>
                  <a:lnTo>
                    <a:pt x="490" y="4438"/>
                  </a:lnTo>
                  <a:lnTo>
                    <a:pt x="0" y="2196"/>
                  </a:lnTo>
                  <a:lnTo>
                    <a:pt x="428" y="828"/>
                  </a:lnTo>
                  <a:lnTo>
                    <a:pt x="995" y="0"/>
                  </a:lnTo>
                  <a:lnTo>
                    <a:pt x="1948" y="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1839233" y="5754621"/>
              <a:ext cx="65205" cy="24069"/>
            </a:xfrm>
            <a:custGeom>
              <a:avLst/>
              <a:pathLst>
                <a:path w="65205" h="24069">
                  <a:moveTo>
                    <a:pt x="40593" y="4394"/>
                  </a:moveTo>
                  <a:lnTo>
                    <a:pt x="39778" y="7525"/>
                  </a:lnTo>
                  <a:lnTo>
                    <a:pt x="39854" y="10616"/>
                  </a:lnTo>
                  <a:lnTo>
                    <a:pt x="42208" y="10425"/>
                  </a:lnTo>
                  <a:lnTo>
                    <a:pt x="43238" y="4582"/>
                  </a:lnTo>
                  <a:lnTo>
                    <a:pt x="45461" y="3512"/>
                  </a:lnTo>
                  <a:lnTo>
                    <a:pt x="46531" y="6989"/>
                  </a:lnTo>
                  <a:lnTo>
                    <a:pt x="45488" y="9791"/>
                  </a:lnTo>
                  <a:lnTo>
                    <a:pt x="46030" y="11389"/>
                  </a:lnTo>
                  <a:lnTo>
                    <a:pt x="46658" y="12544"/>
                  </a:lnTo>
                  <a:lnTo>
                    <a:pt x="47764" y="12567"/>
                  </a:lnTo>
                  <a:lnTo>
                    <a:pt x="48756" y="10876"/>
                  </a:lnTo>
                  <a:lnTo>
                    <a:pt x="49203" y="9669"/>
                  </a:lnTo>
                  <a:lnTo>
                    <a:pt x="49595" y="8322"/>
                  </a:lnTo>
                  <a:lnTo>
                    <a:pt x="50230" y="5327"/>
                  </a:lnTo>
                  <a:lnTo>
                    <a:pt x="52338" y="2577"/>
                  </a:lnTo>
                  <a:lnTo>
                    <a:pt x="57011" y="2144"/>
                  </a:lnTo>
                  <a:lnTo>
                    <a:pt x="59495" y="3892"/>
                  </a:lnTo>
                  <a:lnTo>
                    <a:pt x="57830" y="8313"/>
                  </a:lnTo>
                  <a:lnTo>
                    <a:pt x="53823" y="10870"/>
                  </a:lnTo>
                  <a:lnTo>
                    <a:pt x="51286" y="13536"/>
                  </a:lnTo>
                  <a:lnTo>
                    <a:pt x="52139" y="14278"/>
                  </a:lnTo>
                  <a:lnTo>
                    <a:pt x="53018" y="14647"/>
                  </a:lnTo>
                  <a:lnTo>
                    <a:pt x="53798" y="14529"/>
                  </a:lnTo>
                  <a:lnTo>
                    <a:pt x="56060" y="13115"/>
                  </a:lnTo>
                  <a:lnTo>
                    <a:pt x="61597" y="10584"/>
                  </a:lnTo>
                  <a:lnTo>
                    <a:pt x="63721" y="8654"/>
                  </a:lnTo>
                  <a:lnTo>
                    <a:pt x="64452" y="9003"/>
                  </a:lnTo>
                  <a:lnTo>
                    <a:pt x="64450" y="12151"/>
                  </a:lnTo>
                  <a:lnTo>
                    <a:pt x="65205" y="14330"/>
                  </a:lnTo>
                  <a:lnTo>
                    <a:pt x="64779" y="19094"/>
                  </a:lnTo>
                  <a:lnTo>
                    <a:pt x="62372" y="19951"/>
                  </a:lnTo>
                  <a:lnTo>
                    <a:pt x="59945" y="20390"/>
                  </a:lnTo>
                  <a:lnTo>
                    <a:pt x="60559" y="22485"/>
                  </a:lnTo>
                  <a:lnTo>
                    <a:pt x="60409" y="23359"/>
                  </a:lnTo>
                  <a:lnTo>
                    <a:pt x="60199" y="24037"/>
                  </a:lnTo>
                  <a:lnTo>
                    <a:pt x="54037" y="23163"/>
                  </a:lnTo>
                  <a:lnTo>
                    <a:pt x="52968" y="23469"/>
                  </a:lnTo>
                  <a:lnTo>
                    <a:pt x="51902" y="24069"/>
                  </a:lnTo>
                  <a:lnTo>
                    <a:pt x="50817" y="23936"/>
                  </a:lnTo>
                  <a:lnTo>
                    <a:pt x="48677" y="22372"/>
                  </a:lnTo>
                  <a:lnTo>
                    <a:pt x="47569" y="22398"/>
                  </a:lnTo>
                  <a:lnTo>
                    <a:pt x="45357" y="23163"/>
                  </a:lnTo>
                  <a:lnTo>
                    <a:pt x="43120" y="23440"/>
                  </a:lnTo>
                  <a:lnTo>
                    <a:pt x="39898" y="23411"/>
                  </a:lnTo>
                  <a:lnTo>
                    <a:pt x="37549" y="23163"/>
                  </a:lnTo>
                  <a:lnTo>
                    <a:pt x="35310" y="21452"/>
                  </a:lnTo>
                  <a:lnTo>
                    <a:pt x="32994" y="20964"/>
                  </a:lnTo>
                  <a:lnTo>
                    <a:pt x="30425" y="20927"/>
                  </a:lnTo>
                  <a:lnTo>
                    <a:pt x="27680" y="18996"/>
                  </a:lnTo>
                  <a:lnTo>
                    <a:pt x="25392" y="18205"/>
                  </a:lnTo>
                  <a:lnTo>
                    <a:pt x="22105" y="16211"/>
                  </a:lnTo>
                  <a:lnTo>
                    <a:pt x="21242" y="15461"/>
                  </a:lnTo>
                  <a:lnTo>
                    <a:pt x="20365" y="15037"/>
                  </a:lnTo>
                  <a:lnTo>
                    <a:pt x="18806" y="15199"/>
                  </a:lnTo>
                  <a:lnTo>
                    <a:pt x="6841" y="12171"/>
                  </a:lnTo>
                  <a:lnTo>
                    <a:pt x="5084" y="12232"/>
                  </a:lnTo>
                  <a:lnTo>
                    <a:pt x="3944" y="12604"/>
                  </a:lnTo>
                  <a:lnTo>
                    <a:pt x="2802" y="12446"/>
                  </a:lnTo>
                  <a:lnTo>
                    <a:pt x="469" y="10977"/>
                  </a:lnTo>
                  <a:lnTo>
                    <a:pt x="0" y="9375"/>
                  </a:lnTo>
                  <a:lnTo>
                    <a:pt x="243" y="7930"/>
                  </a:lnTo>
                  <a:lnTo>
                    <a:pt x="741" y="7254"/>
                  </a:lnTo>
                  <a:lnTo>
                    <a:pt x="1783" y="6550"/>
                  </a:lnTo>
                  <a:lnTo>
                    <a:pt x="18388" y="3012"/>
                  </a:lnTo>
                  <a:lnTo>
                    <a:pt x="20140" y="2043"/>
                  </a:lnTo>
                  <a:lnTo>
                    <a:pt x="21428" y="2161"/>
                  </a:lnTo>
                  <a:lnTo>
                    <a:pt x="22385" y="5191"/>
                  </a:lnTo>
                  <a:lnTo>
                    <a:pt x="23845" y="8342"/>
                  </a:lnTo>
                  <a:lnTo>
                    <a:pt x="24319" y="8290"/>
                  </a:lnTo>
                  <a:lnTo>
                    <a:pt x="24790" y="7955"/>
                  </a:lnTo>
                  <a:lnTo>
                    <a:pt x="26442" y="5353"/>
                  </a:lnTo>
                  <a:lnTo>
                    <a:pt x="29413" y="6158"/>
                  </a:lnTo>
                  <a:lnTo>
                    <a:pt x="31066" y="4986"/>
                  </a:lnTo>
                  <a:lnTo>
                    <a:pt x="32196" y="2675"/>
                  </a:lnTo>
                  <a:lnTo>
                    <a:pt x="35553" y="0"/>
                  </a:lnTo>
                  <a:lnTo>
                    <a:pt x="37679" y="525"/>
                  </a:lnTo>
                  <a:lnTo>
                    <a:pt x="39651" y="16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2790119" y="5733582"/>
              <a:ext cx="4315" cy="5462"/>
            </a:xfrm>
            <a:custGeom>
              <a:avLst/>
              <a:pathLst>
                <a:path w="4315" h="5462">
                  <a:moveTo>
                    <a:pt x="4315" y="4787"/>
                  </a:moveTo>
                  <a:lnTo>
                    <a:pt x="3300" y="5462"/>
                  </a:lnTo>
                  <a:lnTo>
                    <a:pt x="1945" y="5274"/>
                  </a:lnTo>
                  <a:lnTo>
                    <a:pt x="908" y="4406"/>
                  </a:lnTo>
                  <a:lnTo>
                    <a:pt x="175" y="2695"/>
                  </a:lnTo>
                  <a:lnTo>
                    <a:pt x="0" y="2011"/>
                  </a:lnTo>
                  <a:lnTo>
                    <a:pt x="116" y="868"/>
                  </a:lnTo>
                  <a:lnTo>
                    <a:pt x="46" y="305"/>
                  </a:lnTo>
                  <a:lnTo>
                    <a:pt x="1353" y="0"/>
                  </a:lnTo>
                  <a:lnTo>
                    <a:pt x="1836" y="715"/>
                  </a:lnTo>
                  <a:lnTo>
                    <a:pt x="2042" y="12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2236923" y="5729513"/>
              <a:ext cx="4135" cy="4273"/>
            </a:xfrm>
            <a:custGeom>
              <a:avLst/>
              <a:pathLst>
                <a:path w="4135" h="4273">
                  <a:moveTo>
                    <a:pt x="3790" y="4103"/>
                  </a:moveTo>
                  <a:lnTo>
                    <a:pt x="2829" y="4273"/>
                  </a:lnTo>
                  <a:lnTo>
                    <a:pt x="1506" y="3754"/>
                  </a:lnTo>
                  <a:lnTo>
                    <a:pt x="385" y="2758"/>
                  </a:lnTo>
                  <a:lnTo>
                    <a:pt x="0" y="1575"/>
                  </a:lnTo>
                  <a:lnTo>
                    <a:pt x="552" y="600"/>
                  </a:lnTo>
                  <a:lnTo>
                    <a:pt x="1573" y="0"/>
                  </a:lnTo>
                  <a:lnTo>
                    <a:pt x="3204" y="178"/>
                  </a:lnTo>
                  <a:lnTo>
                    <a:pt x="3972" y="1431"/>
                  </a:lnTo>
                  <a:lnTo>
                    <a:pt x="4135" y="2524"/>
                  </a:lnTo>
                  <a:lnTo>
                    <a:pt x="3946" y="374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2788477" y="5722431"/>
              <a:ext cx="14251" cy="14569"/>
            </a:xfrm>
            <a:custGeom>
              <a:avLst/>
              <a:pathLst>
                <a:path w="14251" h="14569">
                  <a:moveTo>
                    <a:pt x="10015" y="2758"/>
                  </a:moveTo>
                  <a:lnTo>
                    <a:pt x="11067" y="3722"/>
                  </a:lnTo>
                  <a:lnTo>
                    <a:pt x="12681" y="3595"/>
                  </a:lnTo>
                  <a:lnTo>
                    <a:pt x="14251" y="4328"/>
                  </a:lnTo>
                  <a:lnTo>
                    <a:pt x="13993" y="5347"/>
                  </a:lnTo>
                  <a:lnTo>
                    <a:pt x="13093" y="6712"/>
                  </a:lnTo>
                  <a:lnTo>
                    <a:pt x="12319" y="9560"/>
                  </a:lnTo>
                  <a:lnTo>
                    <a:pt x="11591" y="10933"/>
                  </a:lnTo>
                  <a:lnTo>
                    <a:pt x="9305" y="13790"/>
                  </a:lnTo>
                  <a:lnTo>
                    <a:pt x="7605" y="14569"/>
                  </a:lnTo>
                  <a:lnTo>
                    <a:pt x="7205" y="12950"/>
                  </a:lnTo>
                  <a:lnTo>
                    <a:pt x="7237" y="11297"/>
                  </a:lnTo>
                  <a:lnTo>
                    <a:pt x="7397" y="10056"/>
                  </a:lnTo>
                  <a:lnTo>
                    <a:pt x="7442" y="9095"/>
                  </a:lnTo>
                  <a:lnTo>
                    <a:pt x="5878" y="7857"/>
                  </a:lnTo>
                  <a:lnTo>
                    <a:pt x="5764" y="6172"/>
                  </a:lnTo>
                  <a:lnTo>
                    <a:pt x="5457" y="5231"/>
                  </a:lnTo>
                  <a:lnTo>
                    <a:pt x="823" y="1817"/>
                  </a:lnTo>
                  <a:lnTo>
                    <a:pt x="0" y="848"/>
                  </a:lnTo>
                  <a:lnTo>
                    <a:pt x="361" y="262"/>
                  </a:lnTo>
                  <a:lnTo>
                    <a:pt x="5139" y="0"/>
                  </a:lnTo>
                  <a:lnTo>
                    <a:pt x="7929" y="5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2087286" y="5718842"/>
              <a:ext cx="28467" cy="17134"/>
            </a:xfrm>
            <a:custGeom>
              <a:avLst/>
              <a:pathLst>
                <a:path w="28467" h="17134">
                  <a:moveTo>
                    <a:pt x="26965" y="2429"/>
                  </a:moveTo>
                  <a:lnTo>
                    <a:pt x="28467" y="5038"/>
                  </a:lnTo>
                  <a:lnTo>
                    <a:pt x="27081" y="7133"/>
                  </a:lnTo>
                  <a:lnTo>
                    <a:pt x="22173" y="10968"/>
                  </a:lnTo>
                  <a:lnTo>
                    <a:pt x="19292" y="12425"/>
                  </a:lnTo>
                  <a:lnTo>
                    <a:pt x="16398" y="13573"/>
                  </a:lnTo>
                  <a:lnTo>
                    <a:pt x="3222" y="17123"/>
                  </a:lnTo>
                  <a:lnTo>
                    <a:pt x="2309" y="17134"/>
                  </a:lnTo>
                  <a:lnTo>
                    <a:pt x="1418" y="16661"/>
                  </a:lnTo>
                  <a:lnTo>
                    <a:pt x="865" y="15882"/>
                  </a:lnTo>
                  <a:lnTo>
                    <a:pt x="0" y="12939"/>
                  </a:lnTo>
                  <a:lnTo>
                    <a:pt x="108" y="11479"/>
                  </a:lnTo>
                  <a:lnTo>
                    <a:pt x="1287" y="10082"/>
                  </a:lnTo>
                  <a:lnTo>
                    <a:pt x="2525" y="9184"/>
                  </a:lnTo>
                  <a:lnTo>
                    <a:pt x="4585" y="8362"/>
                  </a:lnTo>
                  <a:lnTo>
                    <a:pt x="12512" y="6489"/>
                  </a:lnTo>
                  <a:lnTo>
                    <a:pt x="13310" y="5875"/>
                  </a:lnTo>
                  <a:lnTo>
                    <a:pt x="13955" y="4510"/>
                  </a:lnTo>
                  <a:lnTo>
                    <a:pt x="14170" y="2885"/>
                  </a:lnTo>
                  <a:lnTo>
                    <a:pt x="14459" y="1653"/>
                  </a:lnTo>
                  <a:lnTo>
                    <a:pt x="14977" y="1102"/>
                  </a:lnTo>
                  <a:lnTo>
                    <a:pt x="15507" y="1110"/>
                  </a:lnTo>
                  <a:lnTo>
                    <a:pt x="16545" y="2305"/>
                  </a:lnTo>
                  <a:lnTo>
                    <a:pt x="18475" y="7063"/>
                  </a:lnTo>
                  <a:lnTo>
                    <a:pt x="19077" y="6406"/>
                  </a:lnTo>
                  <a:lnTo>
                    <a:pt x="19639" y="5133"/>
                  </a:lnTo>
                  <a:lnTo>
                    <a:pt x="19759" y="998"/>
                  </a:lnTo>
                  <a:lnTo>
                    <a:pt x="20290" y="678"/>
                  </a:lnTo>
                  <a:lnTo>
                    <a:pt x="21981" y="1823"/>
                  </a:lnTo>
                  <a:lnTo>
                    <a:pt x="23043" y="3027"/>
                  </a:lnTo>
                  <a:lnTo>
                    <a:pt x="23062" y="703"/>
                  </a:lnTo>
                  <a:lnTo>
                    <a:pt x="23776" y="0"/>
                  </a:lnTo>
                  <a:lnTo>
                    <a:pt x="24550" y="236"/>
                  </a:lnTo>
                  <a:lnTo>
                    <a:pt x="25303" y="74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2236644" y="5717537"/>
              <a:ext cx="5062" cy="5961"/>
            </a:xfrm>
            <a:custGeom>
              <a:avLst/>
              <a:pathLst>
                <a:path w="5062" h="5961">
                  <a:moveTo>
                    <a:pt x="2258" y="5961"/>
                  </a:moveTo>
                  <a:lnTo>
                    <a:pt x="1436" y="5961"/>
                  </a:lnTo>
                  <a:lnTo>
                    <a:pt x="759" y="5344"/>
                  </a:lnTo>
                  <a:lnTo>
                    <a:pt x="168" y="3552"/>
                  </a:lnTo>
                  <a:lnTo>
                    <a:pt x="0" y="2669"/>
                  </a:lnTo>
                  <a:lnTo>
                    <a:pt x="324" y="701"/>
                  </a:lnTo>
                  <a:lnTo>
                    <a:pt x="881" y="259"/>
                  </a:lnTo>
                  <a:lnTo>
                    <a:pt x="4055" y="0"/>
                  </a:lnTo>
                  <a:lnTo>
                    <a:pt x="5028" y="1047"/>
                  </a:lnTo>
                  <a:lnTo>
                    <a:pt x="5062" y="2793"/>
                  </a:lnTo>
                  <a:lnTo>
                    <a:pt x="4689" y="407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2760950" y="5714461"/>
              <a:ext cx="5228" cy="6111"/>
            </a:xfrm>
            <a:custGeom>
              <a:avLst/>
              <a:pathLst>
                <a:path w="5228" h="6111">
                  <a:moveTo>
                    <a:pt x="5228" y="4360"/>
                  </a:moveTo>
                  <a:lnTo>
                    <a:pt x="2709" y="6111"/>
                  </a:lnTo>
                  <a:lnTo>
                    <a:pt x="2471" y="5344"/>
                  </a:lnTo>
                  <a:lnTo>
                    <a:pt x="1652" y="4299"/>
                  </a:lnTo>
                  <a:lnTo>
                    <a:pt x="0" y="1416"/>
                  </a:lnTo>
                  <a:lnTo>
                    <a:pt x="1868" y="1211"/>
                  </a:lnTo>
                  <a:lnTo>
                    <a:pt x="3554" y="0"/>
                  </a:lnTo>
                  <a:lnTo>
                    <a:pt x="4483" y="496"/>
                  </a:lnTo>
                  <a:lnTo>
                    <a:pt x="4696" y="8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2847691" y="5713780"/>
              <a:ext cx="6491" cy="7147"/>
            </a:xfrm>
            <a:custGeom>
              <a:avLst/>
              <a:pathLst>
                <a:path w="6491" h="7147">
                  <a:moveTo>
                    <a:pt x="4347" y="6374"/>
                  </a:moveTo>
                  <a:lnTo>
                    <a:pt x="1087" y="7147"/>
                  </a:lnTo>
                  <a:lnTo>
                    <a:pt x="366" y="6255"/>
                  </a:lnTo>
                  <a:lnTo>
                    <a:pt x="0" y="4518"/>
                  </a:lnTo>
                  <a:lnTo>
                    <a:pt x="449" y="3508"/>
                  </a:lnTo>
                  <a:lnTo>
                    <a:pt x="4686" y="0"/>
                  </a:lnTo>
                  <a:lnTo>
                    <a:pt x="5846" y="325"/>
                  </a:lnTo>
                  <a:lnTo>
                    <a:pt x="6209" y="620"/>
                  </a:lnTo>
                  <a:lnTo>
                    <a:pt x="6491" y="1985"/>
                  </a:lnTo>
                  <a:lnTo>
                    <a:pt x="6120" y="4062"/>
                  </a:lnTo>
                  <a:lnTo>
                    <a:pt x="5637" y="509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2789225" y="5710768"/>
              <a:ext cx="7826" cy="7557"/>
            </a:xfrm>
            <a:custGeom>
              <a:avLst/>
              <a:pathLst>
                <a:path w="7826" h="7557">
                  <a:moveTo>
                    <a:pt x="2082" y="7508"/>
                  </a:moveTo>
                  <a:lnTo>
                    <a:pt x="528" y="7557"/>
                  </a:lnTo>
                  <a:lnTo>
                    <a:pt x="63" y="6746"/>
                  </a:lnTo>
                  <a:lnTo>
                    <a:pt x="0" y="6166"/>
                  </a:lnTo>
                  <a:lnTo>
                    <a:pt x="2012" y="1901"/>
                  </a:lnTo>
                  <a:lnTo>
                    <a:pt x="3110" y="816"/>
                  </a:lnTo>
                  <a:lnTo>
                    <a:pt x="5257" y="0"/>
                  </a:lnTo>
                  <a:lnTo>
                    <a:pt x="6649" y="259"/>
                  </a:lnTo>
                  <a:lnTo>
                    <a:pt x="7530" y="1197"/>
                  </a:lnTo>
                  <a:lnTo>
                    <a:pt x="7810" y="2851"/>
                  </a:lnTo>
                  <a:lnTo>
                    <a:pt x="7826" y="5393"/>
                  </a:lnTo>
                  <a:lnTo>
                    <a:pt x="7294" y="67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2132627" y="5710338"/>
              <a:ext cx="4374" cy="5234"/>
            </a:xfrm>
            <a:custGeom>
              <a:avLst/>
              <a:pathLst>
                <a:path w="4374" h="5234">
                  <a:moveTo>
                    <a:pt x="963" y="0"/>
                  </a:moveTo>
                  <a:lnTo>
                    <a:pt x="1418" y="894"/>
                  </a:lnTo>
                  <a:lnTo>
                    <a:pt x="3496" y="63"/>
                  </a:lnTo>
                  <a:lnTo>
                    <a:pt x="4233" y="966"/>
                  </a:lnTo>
                  <a:lnTo>
                    <a:pt x="4374" y="1546"/>
                  </a:lnTo>
                  <a:lnTo>
                    <a:pt x="3437" y="3733"/>
                  </a:lnTo>
                  <a:lnTo>
                    <a:pt x="2346" y="5133"/>
                  </a:lnTo>
                  <a:lnTo>
                    <a:pt x="1063" y="5234"/>
                  </a:lnTo>
                  <a:lnTo>
                    <a:pt x="127" y="1587"/>
                  </a:lnTo>
                  <a:lnTo>
                    <a:pt x="0" y="6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3511538" y="5710312"/>
              <a:ext cx="4424" cy="10896"/>
            </a:xfrm>
            <a:custGeom>
              <a:avLst/>
              <a:pathLst>
                <a:path w="4424" h="10896">
                  <a:moveTo>
                    <a:pt x="3510" y="10884"/>
                  </a:moveTo>
                  <a:lnTo>
                    <a:pt x="2806" y="10896"/>
                  </a:lnTo>
                  <a:lnTo>
                    <a:pt x="1962" y="10570"/>
                  </a:lnTo>
                  <a:lnTo>
                    <a:pt x="852" y="8417"/>
                  </a:lnTo>
                  <a:lnTo>
                    <a:pt x="214" y="6890"/>
                  </a:lnTo>
                  <a:lnTo>
                    <a:pt x="0" y="5297"/>
                  </a:lnTo>
                  <a:lnTo>
                    <a:pt x="91" y="2129"/>
                  </a:lnTo>
                  <a:lnTo>
                    <a:pt x="653" y="594"/>
                  </a:lnTo>
                  <a:lnTo>
                    <a:pt x="1533" y="0"/>
                  </a:lnTo>
                  <a:lnTo>
                    <a:pt x="1931" y="1416"/>
                  </a:lnTo>
                  <a:lnTo>
                    <a:pt x="2057" y="3055"/>
                  </a:lnTo>
                  <a:lnTo>
                    <a:pt x="2334" y="4175"/>
                  </a:lnTo>
                  <a:lnTo>
                    <a:pt x="3488" y="5690"/>
                  </a:lnTo>
                  <a:lnTo>
                    <a:pt x="4023" y="6994"/>
                  </a:lnTo>
                  <a:lnTo>
                    <a:pt x="4194" y="7690"/>
                  </a:lnTo>
                  <a:lnTo>
                    <a:pt x="4424" y="9170"/>
                  </a:lnTo>
                  <a:lnTo>
                    <a:pt x="4239" y="101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2861967" y="5709619"/>
              <a:ext cx="5266" cy="7736"/>
            </a:xfrm>
            <a:custGeom>
              <a:avLst/>
              <a:pathLst>
                <a:path w="5266" h="7736">
                  <a:moveTo>
                    <a:pt x="4385" y="7029"/>
                  </a:moveTo>
                  <a:lnTo>
                    <a:pt x="2840" y="7736"/>
                  </a:lnTo>
                  <a:lnTo>
                    <a:pt x="1057" y="6218"/>
                  </a:lnTo>
                  <a:lnTo>
                    <a:pt x="575" y="5205"/>
                  </a:lnTo>
                  <a:lnTo>
                    <a:pt x="61" y="2496"/>
                  </a:lnTo>
                  <a:lnTo>
                    <a:pt x="0" y="1460"/>
                  </a:lnTo>
                  <a:lnTo>
                    <a:pt x="403" y="767"/>
                  </a:lnTo>
                  <a:lnTo>
                    <a:pt x="1791" y="0"/>
                  </a:lnTo>
                  <a:lnTo>
                    <a:pt x="4088" y="311"/>
                  </a:lnTo>
                  <a:lnTo>
                    <a:pt x="4965" y="1578"/>
                  </a:lnTo>
                  <a:lnTo>
                    <a:pt x="5266" y="3777"/>
                  </a:lnTo>
                  <a:lnTo>
                    <a:pt x="5001" y="566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3072357" y="5704292"/>
              <a:ext cx="8851" cy="11447"/>
            </a:xfrm>
            <a:custGeom>
              <a:avLst/>
              <a:pathLst>
                <a:path w="8851" h="11447">
                  <a:moveTo>
                    <a:pt x="8682" y="9473"/>
                  </a:moveTo>
                  <a:lnTo>
                    <a:pt x="8064" y="10602"/>
                  </a:lnTo>
                  <a:lnTo>
                    <a:pt x="6293" y="10396"/>
                  </a:lnTo>
                  <a:lnTo>
                    <a:pt x="4961" y="11447"/>
                  </a:lnTo>
                  <a:lnTo>
                    <a:pt x="3879" y="11043"/>
                  </a:lnTo>
                  <a:lnTo>
                    <a:pt x="492" y="9231"/>
                  </a:lnTo>
                  <a:lnTo>
                    <a:pt x="97" y="6914"/>
                  </a:lnTo>
                  <a:lnTo>
                    <a:pt x="0" y="5935"/>
                  </a:lnTo>
                  <a:lnTo>
                    <a:pt x="273" y="4117"/>
                  </a:lnTo>
                  <a:lnTo>
                    <a:pt x="3335" y="352"/>
                  </a:lnTo>
                  <a:lnTo>
                    <a:pt x="4532" y="0"/>
                  </a:lnTo>
                  <a:lnTo>
                    <a:pt x="6255" y="522"/>
                  </a:lnTo>
                  <a:lnTo>
                    <a:pt x="7038" y="1592"/>
                  </a:lnTo>
                  <a:lnTo>
                    <a:pt x="7530" y="3708"/>
                  </a:lnTo>
                  <a:lnTo>
                    <a:pt x="8851" y="79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2831972" y="5703175"/>
              <a:ext cx="4915" cy="10596"/>
            </a:xfrm>
            <a:custGeom>
              <a:avLst/>
              <a:pathLst>
                <a:path w="4915" h="10596">
                  <a:moveTo>
                    <a:pt x="3361" y="6867"/>
                  </a:moveTo>
                  <a:lnTo>
                    <a:pt x="2517" y="10596"/>
                  </a:lnTo>
                  <a:lnTo>
                    <a:pt x="1987" y="10501"/>
                  </a:lnTo>
                  <a:lnTo>
                    <a:pt x="1489" y="8316"/>
                  </a:lnTo>
                  <a:lnTo>
                    <a:pt x="391" y="5956"/>
                  </a:lnTo>
                  <a:lnTo>
                    <a:pt x="28" y="4319"/>
                  </a:lnTo>
                  <a:lnTo>
                    <a:pt x="0" y="2106"/>
                  </a:lnTo>
                  <a:lnTo>
                    <a:pt x="741" y="799"/>
                  </a:lnTo>
                  <a:lnTo>
                    <a:pt x="3511" y="0"/>
                  </a:lnTo>
                  <a:lnTo>
                    <a:pt x="4447" y="530"/>
                  </a:lnTo>
                  <a:lnTo>
                    <a:pt x="4915" y="333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2232522" y="5698258"/>
              <a:ext cx="2849" cy="3592"/>
            </a:xfrm>
            <a:custGeom>
              <a:avLst/>
              <a:pathLst>
                <a:path w="2849" h="3592">
                  <a:moveTo>
                    <a:pt x="2363" y="3529"/>
                  </a:moveTo>
                  <a:lnTo>
                    <a:pt x="919" y="3592"/>
                  </a:lnTo>
                  <a:lnTo>
                    <a:pt x="248" y="2761"/>
                  </a:lnTo>
                  <a:lnTo>
                    <a:pt x="0" y="2250"/>
                  </a:lnTo>
                  <a:lnTo>
                    <a:pt x="171" y="1090"/>
                  </a:lnTo>
                  <a:lnTo>
                    <a:pt x="742" y="0"/>
                  </a:lnTo>
                  <a:lnTo>
                    <a:pt x="2427" y="790"/>
                  </a:lnTo>
                  <a:lnTo>
                    <a:pt x="2849" y="29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2094002" y="5694461"/>
              <a:ext cx="13218" cy="13340"/>
            </a:xfrm>
            <a:custGeom>
              <a:avLst/>
              <a:pathLst>
                <a:path w="13218" h="13340">
                  <a:moveTo>
                    <a:pt x="7939" y="0"/>
                  </a:moveTo>
                  <a:lnTo>
                    <a:pt x="9640" y="727"/>
                  </a:lnTo>
                  <a:lnTo>
                    <a:pt x="12144" y="3933"/>
                  </a:lnTo>
                  <a:lnTo>
                    <a:pt x="12954" y="5586"/>
                  </a:lnTo>
                  <a:lnTo>
                    <a:pt x="13218" y="6553"/>
                  </a:lnTo>
                  <a:lnTo>
                    <a:pt x="13006" y="7205"/>
                  </a:lnTo>
                  <a:lnTo>
                    <a:pt x="11868" y="7984"/>
                  </a:lnTo>
                  <a:lnTo>
                    <a:pt x="10970" y="11935"/>
                  </a:lnTo>
                  <a:lnTo>
                    <a:pt x="9268" y="13340"/>
                  </a:lnTo>
                  <a:lnTo>
                    <a:pt x="5234" y="12457"/>
                  </a:lnTo>
                  <a:lnTo>
                    <a:pt x="828" y="10881"/>
                  </a:lnTo>
                  <a:lnTo>
                    <a:pt x="466" y="10555"/>
                  </a:lnTo>
                  <a:lnTo>
                    <a:pt x="84" y="9170"/>
                  </a:lnTo>
                  <a:lnTo>
                    <a:pt x="0" y="7569"/>
                  </a:lnTo>
                  <a:lnTo>
                    <a:pt x="513" y="5563"/>
                  </a:lnTo>
                  <a:lnTo>
                    <a:pt x="1265" y="4544"/>
                  </a:lnTo>
                  <a:lnTo>
                    <a:pt x="4547" y="3321"/>
                  </a:lnTo>
                  <a:lnTo>
                    <a:pt x="4797" y="2629"/>
                  </a:lnTo>
                  <a:lnTo>
                    <a:pt x="5272" y="635"/>
                  </a:lnTo>
                  <a:lnTo>
                    <a:pt x="6094" y="216"/>
                  </a:lnTo>
                  <a:lnTo>
                    <a:pt x="6504" y="3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2972456" y="5693786"/>
              <a:ext cx="10218" cy="10844"/>
            </a:xfrm>
            <a:custGeom>
              <a:avLst/>
              <a:pathLst>
                <a:path w="10218" h="10844">
                  <a:moveTo>
                    <a:pt x="6345" y="8942"/>
                  </a:moveTo>
                  <a:lnTo>
                    <a:pt x="5736" y="10844"/>
                  </a:lnTo>
                  <a:lnTo>
                    <a:pt x="2714" y="8186"/>
                  </a:lnTo>
                  <a:lnTo>
                    <a:pt x="969" y="7389"/>
                  </a:lnTo>
                  <a:lnTo>
                    <a:pt x="492" y="6916"/>
                  </a:lnTo>
                  <a:lnTo>
                    <a:pt x="80" y="5312"/>
                  </a:lnTo>
                  <a:lnTo>
                    <a:pt x="0" y="4663"/>
                  </a:lnTo>
                  <a:lnTo>
                    <a:pt x="329" y="3635"/>
                  </a:lnTo>
                  <a:lnTo>
                    <a:pt x="1311" y="2017"/>
                  </a:lnTo>
                  <a:lnTo>
                    <a:pt x="3335" y="692"/>
                  </a:lnTo>
                  <a:lnTo>
                    <a:pt x="6578" y="0"/>
                  </a:lnTo>
                  <a:lnTo>
                    <a:pt x="9717" y="539"/>
                  </a:lnTo>
                  <a:lnTo>
                    <a:pt x="10218" y="1338"/>
                  </a:lnTo>
                  <a:lnTo>
                    <a:pt x="7237" y="41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2121455" y="5685160"/>
              <a:ext cx="9344" cy="9663"/>
            </a:xfrm>
            <a:custGeom>
              <a:avLst/>
              <a:pathLst>
                <a:path w="9344" h="9663">
                  <a:moveTo>
                    <a:pt x="9344" y="8431"/>
                  </a:moveTo>
                  <a:lnTo>
                    <a:pt x="7260" y="9663"/>
                  </a:lnTo>
                  <a:lnTo>
                    <a:pt x="5890" y="8685"/>
                  </a:lnTo>
                  <a:lnTo>
                    <a:pt x="1735" y="6853"/>
                  </a:lnTo>
                  <a:lnTo>
                    <a:pt x="0" y="3428"/>
                  </a:lnTo>
                  <a:lnTo>
                    <a:pt x="197" y="1647"/>
                  </a:lnTo>
                  <a:lnTo>
                    <a:pt x="961" y="591"/>
                  </a:lnTo>
                  <a:lnTo>
                    <a:pt x="2222" y="0"/>
                  </a:lnTo>
                  <a:lnTo>
                    <a:pt x="4739" y="1145"/>
                  </a:lnTo>
                  <a:lnTo>
                    <a:pt x="6019" y="23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2221338" y="5677268"/>
              <a:ext cx="7536" cy="17241"/>
            </a:xfrm>
            <a:custGeom>
              <a:avLst/>
              <a:pathLst>
                <a:path w="7536" h="17241">
                  <a:moveTo>
                    <a:pt x="5480" y="17016"/>
                  </a:moveTo>
                  <a:lnTo>
                    <a:pt x="4638" y="17241"/>
                  </a:lnTo>
                  <a:lnTo>
                    <a:pt x="3804" y="14497"/>
                  </a:lnTo>
                  <a:lnTo>
                    <a:pt x="3380" y="10310"/>
                  </a:lnTo>
                  <a:lnTo>
                    <a:pt x="686" y="4201"/>
                  </a:lnTo>
                  <a:lnTo>
                    <a:pt x="0" y="1018"/>
                  </a:lnTo>
                  <a:lnTo>
                    <a:pt x="498" y="254"/>
                  </a:lnTo>
                  <a:lnTo>
                    <a:pt x="1206" y="0"/>
                  </a:lnTo>
                  <a:lnTo>
                    <a:pt x="3160" y="880"/>
                  </a:lnTo>
                  <a:lnTo>
                    <a:pt x="4323" y="2031"/>
                  </a:lnTo>
                  <a:lnTo>
                    <a:pt x="5665" y="4562"/>
                  </a:lnTo>
                  <a:lnTo>
                    <a:pt x="7226" y="6801"/>
                  </a:lnTo>
                  <a:lnTo>
                    <a:pt x="7536" y="8743"/>
                  </a:lnTo>
                  <a:lnTo>
                    <a:pt x="7311" y="10893"/>
                  </a:lnTo>
                  <a:lnTo>
                    <a:pt x="6309" y="11447"/>
                  </a:lnTo>
                  <a:lnTo>
                    <a:pt x="6343" y="13048"/>
                  </a:lnTo>
                  <a:lnTo>
                    <a:pt x="5744" y="161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2098138" y="5666718"/>
              <a:ext cx="68784" cy="114672"/>
            </a:xfrm>
            <a:custGeom>
              <a:avLst/>
              <a:pathLst>
                <a:path w="68784" h="114672">
                  <a:moveTo>
                    <a:pt x="51256" y="11822"/>
                  </a:moveTo>
                  <a:lnTo>
                    <a:pt x="50984" y="15423"/>
                  </a:lnTo>
                  <a:lnTo>
                    <a:pt x="52581" y="14133"/>
                  </a:lnTo>
                  <a:lnTo>
                    <a:pt x="53141" y="14407"/>
                  </a:lnTo>
                  <a:lnTo>
                    <a:pt x="54558" y="15718"/>
                  </a:lnTo>
                  <a:lnTo>
                    <a:pt x="57352" y="23468"/>
                  </a:lnTo>
                  <a:lnTo>
                    <a:pt x="57967" y="25924"/>
                  </a:lnTo>
                  <a:lnTo>
                    <a:pt x="59113" y="33098"/>
                  </a:lnTo>
                  <a:lnTo>
                    <a:pt x="60483" y="38454"/>
                  </a:lnTo>
                  <a:lnTo>
                    <a:pt x="63951" y="47844"/>
                  </a:lnTo>
                  <a:lnTo>
                    <a:pt x="65653" y="52966"/>
                  </a:lnTo>
                  <a:lnTo>
                    <a:pt x="66557" y="55964"/>
                  </a:lnTo>
                  <a:lnTo>
                    <a:pt x="66641" y="59952"/>
                  </a:lnTo>
                  <a:lnTo>
                    <a:pt x="67744" y="61080"/>
                  </a:lnTo>
                  <a:lnTo>
                    <a:pt x="67956" y="62725"/>
                  </a:lnTo>
                  <a:lnTo>
                    <a:pt x="68303" y="68202"/>
                  </a:lnTo>
                  <a:lnTo>
                    <a:pt x="68548" y="74596"/>
                  </a:lnTo>
                  <a:lnTo>
                    <a:pt x="68784" y="86762"/>
                  </a:lnTo>
                  <a:lnTo>
                    <a:pt x="68657" y="89628"/>
                  </a:lnTo>
                  <a:lnTo>
                    <a:pt x="67188" y="94150"/>
                  </a:lnTo>
                  <a:lnTo>
                    <a:pt x="66545" y="97405"/>
                  </a:lnTo>
                  <a:lnTo>
                    <a:pt x="65758" y="99540"/>
                  </a:lnTo>
                  <a:lnTo>
                    <a:pt x="64821" y="101081"/>
                  </a:lnTo>
                  <a:lnTo>
                    <a:pt x="59926" y="107487"/>
                  </a:lnTo>
                  <a:lnTo>
                    <a:pt x="59348" y="110667"/>
                  </a:lnTo>
                  <a:lnTo>
                    <a:pt x="51141" y="113385"/>
                  </a:lnTo>
                  <a:lnTo>
                    <a:pt x="46522" y="114517"/>
                  </a:lnTo>
                  <a:lnTo>
                    <a:pt x="44716" y="113290"/>
                  </a:lnTo>
                  <a:lnTo>
                    <a:pt x="42874" y="112999"/>
                  </a:lnTo>
                  <a:lnTo>
                    <a:pt x="40609" y="113408"/>
                  </a:lnTo>
                  <a:lnTo>
                    <a:pt x="33999" y="113775"/>
                  </a:lnTo>
                  <a:lnTo>
                    <a:pt x="28987" y="114672"/>
                  </a:lnTo>
                  <a:lnTo>
                    <a:pt x="28354" y="114335"/>
                  </a:lnTo>
                  <a:lnTo>
                    <a:pt x="27906" y="113123"/>
                  </a:lnTo>
                  <a:lnTo>
                    <a:pt x="27417" y="112303"/>
                  </a:lnTo>
                  <a:lnTo>
                    <a:pt x="26077" y="112491"/>
                  </a:lnTo>
                  <a:lnTo>
                    <a:pt x="25018" y="112038"/>
                  </a:lnTo>
                  <a:lnTo>
                    <a:pt x="23986" y="111036"/>
                  </a:lnTo>
                  <a:lnTo>
                    <a:pt x="22838" y="109187"/>
                  </a:lnTo>
                  <a:lnTo>
                    <a:pt x="22354" y="108107"/>
                  </a:lnTo>
                  <a:lnTo>
                    <a:pt x="22076" y="106933"/>
                  </a:lnTo>
                  <a:lnTo>
                    <a:pt x="24302" y="103871"/>
                  </a:lnTo>
                  <a:lnTo>
                    <a:pt x="25430" y="103173"/>
                  </a:lnTo>
                  <a:lnTo>
                    <a:pt x="26576" y="103011"/>
                  </a:lnTo>
                  <a:lnTo>
                    <a:pt x="28904" y="103638"/>
                  </a:lnTo>
                  <a:lnTo>
                    <a:pt x="31222" y="104673"/>
                  </a:lnTo>
                  <a:lnTo>
                    <a:pt x="36314" y="105490"/>
                  </a:lnTo>
                  <a:lnTo>
                    <a:pt x="43358" y="105710"/>
                  </a:lnTo>
                  <a:lnTo>
                    <a:pt x="45295" y="105412"/>
                  </a:lnTo>
                  <a:lnTo>
                    <a:pt x="47635" y="104414"/>
                  </a:lnTo>
                  <a:lnTo>
                    <a:pt x="49767" y="101612"/>
                  </a:lnTo>
                  <a:lnTo>
                    <a:pt x="48726" y="100527"/>
                  </a:lnTo>
                  <a:lnTo>
                    <a:pt x="47669" y="99840"/>
                  </a:lnTo>
                  <a:lnTo>
                    <a:pt x="46621" y="99710"/>
                  </a:lnTo>
                  <a:lnTo>
                    <a:pt x="45581" y="99895"/>
                  </a:lnTo>
                  <a:lnTo>
                    <a:pt x="42661" y="101652"/>
                  </a:lnTo>
                  <a:lnTo>
                    <a:pt x="40425" y="102685"/>
                  </a:lnTo>
                  <a:lnTo>
                    <a:pt x="38167" y="103288"/>
                  </a:lnTo>
                  <a:lnTo>
                    <a:pt x="35774" y="102264"/>
                  </a:lnTo>
                  <a:lnTo>
                    <a:pt x="33556" y="99399"/>
                  </a:lnTo>
                  <a:lnTo>
                    <a:pt x="33505" y="98452"/>
                  </a:lnTo>
                  <a:lnTo>
                    <a:pt x="41108" y="96273"/>
                  </a:lnTo>
                  <a:lnTo>
                    <a:pt x="41803" y="95904"/>
                  </a:lnTo>
                  <a:lnTo>
                    <a:pt x="43180" y="94510"/>
                  </a:lnTo>
                  <a:lnTo>
                    <a:pt x="43627" y="93281"/>
                  </a:lnTo>
                  <a:lnTo>
                    <a:pt x="43854" y="92121"/>
                  </a:lnTo>
                  <a:lnTo>
                    <a:pt x="38721" y="90049"/>
                  </a:lnTo>
                  <a:lnTo>
                    <a:pt x="37666" y="90092"/>
                  </a:lnTo>
                  <a:lnTo>
                    <a:pt x="36611" y="90468"/>
                  </a:lnTo>
                  <a:lnTo>
                    <a:pt x="34287" y="89619"/>
                  </a:lnTo>
                  <a:lnTo>
                    <a:pt x="32078" y="87189"/>
                  </a:lnTo>
                  <a:lnTo>
                    <a:pt x="30029" y="84281"/>
                  </a:lnTo>
                  <a:lnTo>
                    <a:pt x="29284" y="84015"/>
                  </a:lnTo>
                  <a:lnTo>
                    <a:pt x="28557" y="84904"/>
                  </a:lnTo>
                  <a:lnTo>
                    <a:pt x="23602" y="92568"/>
                  </a:lnTo>
                  <a:lnTo>
                    <a:pt x="23175" y="92626"/>
                  </a:lnTo>
                  <a:lnTo>
                    <a:pt x="21303" y="92063"/>
                  </a:lnTo>
                  <a:lnTo>
                    <a:pt x="18965" y="90543"/>
                  </a:lnTo>
                  <a:lnTo>
                    <a:pt x="16822" y="90006"/>
                  </a:lnTo>
                  <a:lnTo>
                    <a:pt x="15446" y="90418"/>
                  </a:lnTo>
                  <a:lnTo>
                    <a:pt x="14928" y="91048"/>
                  </a:lnTo>
                  <a:lnTo>
                    <a:pt x="16267" y="92796"/>
                  </a:lnTo>
                  <a:lnTo>
                    <a:pt x="17404" y="94320"/>
                  </a:lnTo>
                  <a:lnTo>
                    <a:pt x="17743" y="95543"/>
                  </a:lnTo>
                  <a:lnTo>
                    <a:pt x="14261" y="99384"/>
                  </a:lnTo>
                  <a:lnTo>
                    <a:pt x="13335" y="99901"/>
                  </a:lnTo>
                  <a:lnTo>
                    <a:pt x="11822" y="99575"/>
                  </a:lnTo>
                  <a:lnTo>
                    <a:pt x="11284" y="99087"/>
                  </a:lnTo>
                  <a:lnTo>
                    <a:pt x="10199" y="97029"/>
                  </a:lnTo>
                  <a:lnTo>
                    <a:pt x="9165" y="96524"/>
                  </a:lnTo>
                  <a:lnTo>
                    <a:pt x="6916" y="96949"/>
                  </a:lnTo>
                  <a:lnTo>
                    <a:pt x="5738" y="96761"/>
                  </a:lnTo>
                  <a:lnTo>
                    <a:pt x="4561" y="95867"/>
                  </a:lnTo>
                  <a:lnTo>
                    <a:pt x="3447" y="94542"/>
                  </a:lnTo>
                  <a:lnTo>
                    <a:pt x="2432" y="93818"/>
                  </a:lnTo>
                  <a:lnTo>
                    <a:pt x="1190" y="92340"/>
                  </a:lnTo>
                  <a:lnTo>
                    <a:pt x="284" y="91290"/>
                  </a:lnTo>
                  <a:lnTo>
                    <a:pt x="0" y="89798"/>
                  </a:lnTo>
                  <a:lnTo>
                    <a:pt x="91" y="88390"/>
                  </a:lnTo>
                  <a:lnTo>
                    <a:pt x="498" y="87565"/>
                  </a:lnTo>
                  <a:lnTo>
                    <a:pt x="555" y="86774"/>
                  </a:lnTo>
                  <a:lnTo>
                    <a:pt x="284" y="85418"/>
                  </a:lnTo>
                  <a:lnTo>
                    <a:pt x="454" y="84399"/>
                  </a:lnTo>
                  <a:lnTo>
                    <a:pt x="866" y="83505"/>
                  </a:lnTo>
                  <a:lnTo>
                    <a:pt x="2721" y="81744"/>
                  </a:lnTo>
                  <a:lnTo>
                    <a:pt x="4995" y="81389"/>
                  </a:lnTo>
                  <a:lnTo>
                    <a:pt x="7174" y="83580"/>
                  </a:lnTo>
                  <a:lnTo>
                    <a:pt x="8606" y="84289"/>
                  </a:lnTo>
                  <a:lnTo>
                    <a:pt x="9268" y="84341"/>
                  </a:lnTo>
                  <a:lnTo>
                    <a:pt x="9526" y="84191"/>
                  </a:lnTo>
                  <a:lnTo>
                    <a:pt x="9703" y="83594"/>
                  </a:lnTo>
                  <a:lnTo>
                    <a:pt x="9639" y="82454"/>
                  </a:lnTo>
                  <a:lnTo>
                    <a:pt x="9252" y="80322"/>
                  </a:lnTo>
                  <a:lnTo>
                    <a:pt x="9203" y="78835"/>
                  </a:lnTo>
                  <a:lnTo>
                    <a:pt x="9687" y="77595"/>
                  </a:lnTo>
                  <a:lnTo>
                    <a:pt x="10332" y="77150"/>
                  </a:lnTo>
                  <a:lnTo>
                    <a:pt x="11023" y="76810"/>
                  </a:lnTo>
                  <a:lnTo>
                    <a:pt x="11493" y="76651"/>
                  </a:lnTo>
                  <a:lnTo>
                    <a:pt x="12899" y="77462"/>
                  </a:lnTo>
                  <a:lnTo>
                    <a:pt x="13897" y="78282"/>
                  </a:lnTo>
                  <a:lnTo>
                    <a:pt x="15943" y="80610"/>
                  </a:lnTo>
                  <a:lnTo>
                    <a:pt x="17663" y="82266"/>
                  </a:lnTo>
                  <a:lnTo>
                    <a:pt x="18301" y="82434"/>
                  </a:lnTo>
                  <a:lnTo>
                    <a:pt x="18800" y="81848"/>
                  </a:lnTo>
                  <a:lnTo>
                    <a:pt x="19251" y="80933"/>
                  </a:lnTo>
                  <a:lnTo>
                    <a:pt x="17213" y="78573"/>
                  </a:lnTo>
                  <a:lnTo>
                    <a:pt x="16974" y="77052"/>
                  </a:lnTo>
                  <a:lnTo>
                    <a:pt x="17095" y="75699"/>
                  </a:lnTo>
                  <a:lnTo>
                    <a:pt x="18349" y="74934"/>
                  </a:lnTo>
                  <a:lnTo>
                    <a:pt x="19086" y="74824"/>
                  </a:lnTo>
                  <a:lnTo>
                    <a:pt x="22716" y="76227"/>
                  </a:lnTo>
                  <a:lnTo>
                    <a:pt x="24627" y="76668"/>
                  </a:lnTo>
                  <a:lnTo>
                    <a:pt x="26544" y="76810"/>
                  </a:lnTo>
                  <a:lnTo>
                    <a:pt x="30485" y="75234"/>
                  </a:lnTo>
                  <a:lnTo>
                    <a:pt x="28385" y="73460"/>
                  </a:lnTo>
                  <a:lnTo>
                    <a:pt x="23815" y="71927"/>
                  </a:lnTo>
                  <a:lnTo>
                    <a:pt x="22959" y="70845"/>
                  </a:lnTo>
                  <a:lnTo>
                    <a:pt x="22325" y="69085"/>
                  </a:lnTo>
                  <a:lnTo>
                    <a:pt x="25690" y="67489"/>
                  </a:lnTo>
                  <a:lnTo>
                    <a:pt x="29094" y="67544"/>
                  </a:lnTo>
                  <a:lnTo>
                    <a:pt x="35226" y="69622"/>
                  </a:lnTo>
                  <a:lnTo>
                    <a:pt x="37283" y="68629"/>
                  </a:lnTo>
                  <a:lnTo>
                    <a:pt x="39177" y="65654"/>
                  </a:lnTo>
                  <a:lnTo>
                    <a:pt x="40268" y="64883"/>
                  </a:lnTo>
                  <a:lnTo>
                    <a:pt x="44622" y="65114"/>
                  </a:lnTo>
                  <a:lnTo>
                    <a:pt x="48087" y="63749"/>
                  </a:lnTo>
                  <a:lnTo>
                    <a:pt x="48643" y="63891"/>
                  </a:lnTo>
                  <a:lnTo>
                    <a:pt x="49174" y="64292"/>
                  </a:lnTo>
                  <a:lnTo>
                    <a:pt x="52550" y="69287"/>
                  </a:lnTo>
                  <a:lnTo>
                    <a:pt x="52999" y="69047"/>
                  </a:lnTo>
                  <a:lnTo>
                    <a:pt x="53332" y="68069"/>
                  </a:lnTo>
                  <a:lnTo>
                    <a:pt x="53450" y="66329"/>
                  </a:lnTo>
                  <a:lnTo>
                    <a:pt x="53453" y="64549"/>
                  </a:lnTo>
                  <a:lnTo>
                    <a:pt x="53377" y="62783"/>
                  </a:lnTo>
                  <a:lnTo>
                    <a:pt x="52941" y="61669"/>
                  </a:lnTo>
                  <a:lnTo>
                    <a:pt x="52389" y="61799"/>
                  </a:lnTo>
                  <a:lnTo>
                    <a:pt x="51814" y="62292"/>
                  </a:lnTo>
                  <a:lnTo>
                    <a:pt x="50843" y="61865"/>
                  </a:lnTo>
                  <a:lnTo>
                    <a:pt x="49861" y="60918"/>
                  </a:lnTo>
                  <a:lnTo>
                    <a:pt x="48876" y="60491"/>
                  </a:lnTo>
                  <a:lnTo>
                    <a:pt x="45396" y="59952"/>
                  </a:lnTo>
                  <a:lnTo>
                    <a:pt x="42932" y="59005"/>
                  </a:lnTo>
                  <a:lnTo>
                    <a:pt x="41658" y="58304"/>
                  </a:lnTo>
                  <a:lnTo>
                    <a:pt x="40474" y="56853"/>
                  </a:lnTo>
                  <a:lnTo>
                    <a:pt x="40306" y="55274"/>
                  </a:lnTo>
                  <a:lnTo>
                    <a:pt x="41546" y="51656"/>
                  </a:lnTo>
                  <a:lnTo>
                    <a:pt x="46343" y="47725"/>
                  </a:lnTo>
                  <a:lnTo>
                    <a:pt x="48593" y="46458"/>
                  </a:lnTo>
                  <a:lnTo>
                    <a:pt x="50878" y="46147"/>
                  </a:lnTo>
                  <a:lnTo>
                    <a:pt x="51985" y="46427"/>
                  </a:lnTo>
                  <a:lnTo>
                    <a:pt x="54611" y="48040"/>
                  </a:lnTo>
                  <a:lnTo>
                    <a:pt x="55017" y="47968"/>
                  </a:lnTo>
                  <a:lnTo>
                    <a:pt x="55416" y="47546"/>
                  </a:lnTo>
                  <a:lnTo>
                    <a:pt x="52872" y="44802"/>
                  </a:lnTo>
                  <a:lnTo>
                    <a:pt x="50614" y="42704"/>
                  </a:lnTo>
                  <a:lnTo>
                    <a:pt x="49497" y="41117"/>
                  </a:lnTo>
                  <a:lnTo>
                    <a:pt x="48597" y="40503"/>
                  </a:lnTo>
                  <a:lnTo>
                    <a:pt x="44830" y="39905"/>
                  </a:lnTo>
                  <a:lnTo>
                    <a:pt x="42843" y="41469"/>
                  </a:lnTo>
                  <a:lnTo>
                    <a:pt x="41905" y="41735"/>
                  </a:lnTo>
                  <a:lnTo>
                    <a:pt x="40975" y="41590"/>
                  </a:lnTo>
                  <a:lnTo>
                    <a:pt x="35441" y="37787"/>
                  </a:lnTo>
                  <a:lnTo>
                    <a:pt x="35130" y="37372"/>
                  </a:lnTo>
                  <a:lnTo>
                    <a:pt x="34347" y="35938"/>
                  </a:lnTo>
                  <a:lnTo>
                    <a:pt x="33927" y="34878"/>
                  </a:lnTo>
                  <a:lnTo>
                    <a:pt x="33681" y="33095"/>
                  </a:lnTo>
                  <a:lnTo>
                    <a:pt x="33792" y="31268"/>
                  </a:lnTo>
                  <a:lnTo>
                    <a:pt x="33943" y="30082"/>
                  </a:lnTo>
                  <a:lnTo>
                    <a:pt x="34765" y="25425"/>
                  </a:lnTo>
                  <a:lnTo>
                    <a:pt x="35229" y="21720"/>
                  </a:lnTo>
                  <a:lnTo>
                    <a:pt x="34991" y="18727"/>
                  </a:lnTo>
                  <a:lnTo>
                    <a:pt x="34120" y="17074"/>
                  </a:lnTo>
                  <a:lnTo>
                    <a:pt x="32873" y="15948"/>
                  </a:lnTo>
                  <a:lnTo>
                    <a:pt x="31744" y="14131"/>
                  </a:lnTo>
                  <a:lnTo>
                    <a:pt x="31420" y="12895"/>
                  </a:lnTo>
                  <a:lnTo>
                    <a:pt x="31220" y="11453"/>
                  </a:lnTo>
                  <a:lnTo>
                    <a:pt x="31194" y="9620"/>
                  </a:lnTo>
                  <a:lnTo>
                    <a:pt x="31475" y="8010"/>
                  </a:lnTo>
                  <a:lnTo>
                    <a:pt x="31964" y="6264"/>
                  </a:lnTo>
                  <a:lnTo>
                    <a:pt x="32615" y="5373"/>
                  </a:lnTo>
                  <a:lnTo>
                    <a:pt x="33779" y="4492"/>
                  </a:lnTo>
                  <a:lnTo>
                    <a:pt x="38369" y="2499"/>
                  </a:lnTo>
                  <a:lnTo>
                    <a:pt x="47738" y="0"/>
                  </a:lnTo>
                  <a:lnTo>
                    <a:pt x="48748" y="1278"/>
                  </a:lnTo>
                  <a:lnTo>
                    <a:pt x="50264" y="3959"/>
                  </a:lnTo>
                  <a:lnTo>
                    <a:pt x="50733" y="5035"/>
                  </a:lnTo>
                  <a:lnTo>
                    <a:pt x="51240" y="103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1951344" y="5664447"/>
              <a:ext cx="1320" cy="2637"/>
            </a:xfrm>
            <a:custGeom>
              <a:avLst/>
              <a:pathLst>
                <a:path w="1320" h="2637">
                  <a:moveTo>
                    <a:pt x="1008" y="2548"/>
                  </a:moveTo>
                  <a:lnTo>
                    <a:pt x="821" y="2542"/>
                  </a:lnTo>
                  <a:lnTo>
                    <a:pt x="684" y="2556"/>
                  </a:lnTo>
                  <a:lnTo>
                    <a:pt x="546" y="2602"/>
                  </a:lnTo>
                  <a:lnTo>
                    <a:pt x="273" y="2637"/>
                  </a:lnTo>
                  <a:lnTo>
                    <a:pt x="227" y="2507"/>
                  </a:lnTo>
                  <a:lnTo>
                    <a:pt x="131" y="2251"/>
                  </a:lnTo>
                  <a:lnTo>
                    <a:pt x="47" y="1997"/>
                  </a:lnTo>
                  <a:lnTo>
                    <a:pt x="0" y="1737"/>
                  </a:lnTo>
                  <a:lnTo>
                    <a:pt x="38" y="1402"/>
                  </a:lnTo>
                  <a:lnTo>
                    <a:pt x="142" y="1252"/>
                  </a:lnTo>
                  <a:lnTo>
                    <a:pt x="147" y="1039"/>
                  </a:lnTo>
                  <a:lnTo>
                    <a:pt x="147" y="761"/>
                  </a:lnTo>
                  <a:lnTo>
                    <a:pt x="198" y="522"/>
                  </a:lnTo>
                  <a:lnTo>
                    <a:pt x="227" y="274"/>
                  </a:lnTo>
                  <a:lnTo>
                    <a:pt x="339" y="0"/>
                  </a:lnTo>
                  <a:lnTo>
                    <a:pt x="599" y="26"/>
                  </a:lnTo>
                  <a:lnTo>
                    <a:pt x="995" y="184"/>
                  </a:lnTo>
                  <a:lnTo>
                    <a:pt x="1121" y="481"/>
                  </a:lnTo>
                  <a:lnTo>
                    <a:pt x="1220" y="779"/>
                  </a:lnTo>
                  <a:lnTo>
                    <a:pt x="1220" y="912"/>
                  </a:lnTo>
                  <a:lnTo>
                    <a:pt x="1241" y="1085"/>
                  </a:lnTo>
                  <a:lnTo>
                    <a:pt x="1258" y="1292"/>
                  </a:lnTo>
                  <a:lnTo>
                    <a:pt x="1277" y="1541"/>
                  </a:lnTo>
                  <a:lnTo>
                    <a:pt x="1320" y="1748"/>
                  </a:lnTo>
                  <a:lnTo>
                    <a:pt x="1287" y="210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2236265" y="5663518"/>
              <a:ext cx="3451" cy="3379"/>
            </a:xfrm>
            <a:custGeom>
              <a:avLst/>
              <a:pathLst>
                <a:path w="3451" h="3379">
                  <a:moveTo>
                    <a:pt x="3451" y="2568"/>
                  </a:moveTo>
                  <a:lnTo>
                    <a:pt x="3091" y="3379"/>
                  </a:lnTo>
                  <a:lnTo>
                    <a:pt x="1873" y="2888"/>
                  </a:lnTo>
                  <a:lnTo>
                    <a:pt x="1162" y="2311"/>
                  </a:lnTo>
                  <a:lnTo>
                    <a:pt x="0" y="859"/>
                  </a:lnTo>
                  <a:lnTo>
                    <a:pt x="651" y="0"/>
                  </a:lnTo>
                  <a:lnTo>
                    <a:pt x="1935" y="207"/>
                  </a:lnTo>
                  <a:lnTo>
                    <a:pt x="2981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2171581" y="5631308"/>
              <a:ext cx="5709" cy="5751"/>
            </a:xfrm>
            <a:custGeom>
              <a:avLst/>
              <a:pathLst>
                <a:path w="5709" h="5751">
                  <a:moveTo>
                    <a:pt x="3791" y="5188"/>
                  </a:moveTo>
                  <a:lnTo>
                    <a:pt x="1910" y="5751"/>
                  </a:lnTo>
                  <a:lnTo>
                    <a:pt x="479" y="5107"/>
                  </a:lnTo>
                  <a:lnTo>
                    <a:pt x="514" y="2868"/>
                  </a:lnTo>
                  <a:lnTo>
                    <a:pt x="121" y="2625"/>
                  </a:lnTo>
                  <a:lnTo>
                    <a:pt x="0" y="2086"/>
                  </a:lnTo>
                  <a:lnTo>
                    <a:pt x="1793" y="409"/>
                  </a:lnTo>
                  <a:lnTo>
                    <a:pt x="3130" y="0"/>
                  </a:lnTo>
                  <a:lnTo>
                    <a:pt x="4773" y="239"/>
                  </a:lnTo>
                  <a:lnTo>
                    <a:pt x="5464" y="1001"/>
                  </a:lnTo>
                  <a:lnTo>
                    <a:pt x="5709" y="1760"/>
                  </a:lnTo>
                  <a:lnTo>
                    <a:pt x="4456" y="3584"/>
                  </a:lnTo>
                  <a:lnTo>
                    <a:pt x="4264" y="433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4405626" y="5621520"/>
              <a:ext cx="2688" cy="9144"/>
            </a:xfrm>
            <a:custGeom>
              <a:avLst/>
              <a:pathLst>
                <a:path w="2688" h="9144">
                  <a:moveTo>
                    <a:pt x="1871" y="8305"/>
                  </a:moveTo>
                  <a:lnTo>
                    <a:pt x="1031" y="9144"/>
                  </a:lnTo>
                  <a:lnTo>
                    <a:pt x="510" y="8885"/>
                  </a:lnTo>
                  <a:lnTo>
                    <a:pt x="0" y="7113"/>
                  </a:lnTo>
                  <a:lnTo>
                    <a:pt x="551" y="4386"/>
                  </a:lnTo>
                  <a:lnTo>
                    <a:pt x="348" y="871"/>
                  </a:lnTo>
                  <a:lnTo>
                    <a:pt x="432" y="0"/>
                  </a:lnTo>
                  <a:lnTo>
                    <a:pt x="1788" y="1971"/>
                  </a:lnTo>
                  <a:lnTo>
                    <a:pt x="2029" y="3082"/>
                  </a:lnTo>
                  <a:lnTo>
                    <a:pt x="2579" y="4703"/>
                  </a:lnTo>
                  <a:lnTo>
                    <a:pt x="2688" y="5558"/>
                  </a:lnTo>
                  <a:lnTo>
                    <a:pt x="2129" y="72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2173023" y="5606082"/>
              <a:ext cx="3232" cy="4876"/>
            </a:xfrm>
            <a:custGeom>
              <a:avLst/>
              <a:pathLst>
                <a:path w="3232" h="4876">
                  <a:moveTo>
                    <a:pt x="2219" y="4657"/>
                  </a:moveTo>
                  <a:lnTo>
                    <a:pt x="1769" y="4876"/>
                  </a:lnTo>
                  <a:lnTo>
                    <a:pt x="696" y="4738"/>
                  </a:lnTo>
                  <a:lnTo>
                    <a:pt x="0" y="4097"/>
                  </a:lnTo>
                  <a:lnTo>
                    <a:pt x="901" y="1971"/>
                  </a:lnTo>
                  <a:lnTo>
                    <a:pt x="792" y="571"/>
                  </a:lnTo>
                  <a:lnTo>
                    <a:pt x="1608" y="0"/>
                  </a:lnTo>
                  <a:lnTo>
                    <a:pt x="2514" y="490"/>
                  </a:lnTo>
                  <a:lnTo>
                    <a:pt x="3119" y="2314"/>
                  </a:lnTo>
                  <a:lnTo>
                    <a:pt x="3232" y="30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3643027" y="5605681"/>
              <a:ext cx="5991" cy="7574"/>
            </a:xfrm>
            <a:custGeom>
              <a:avLst/>
              <a:pathLst>
                <a:path w="5991" h="7574">
                  <a:moveTo>
                    <a:pt x="4882" y="6795"/>
                  </a:moveTo>
                  <a:lnTo>
                    <a:pt x="3226" y="7574"/>
                  </a:lnTo>
                  <a:lnTo>
                    <a:pt x="2959" y="7150"/>
                  </a:lnTo>
                  <a:lnTo>
                    <a:pt x="2912" y="6723"/>
                  </a:lnTo>
                  <a:lnTo>
                    <a:pt x="426" y="3869"/>
                  </a:lnTo>
                  <a:lnTo>
                    <a:pt x="0" y="1555"/>
                  </a:lnTo>
                  <a:lnTo>
                    <a:pt x="248" y="0"/>
                  </a:lnTo>
                  <a:lnTo>
                    <a:pt x="2291" y="152"/>
                  </a:lnTo>
                  <a:lnTo>
                    <a:pt x="4727" y="1514"/>
                  </a:lnTo>
                  <a:lnTo>
                    <a:pt x="5991" y="50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3287124" y="5605020"/>
              <a:ext cx="4726" cy="3142"/>
            </a:xfrm>
            <a:custGeom>
              <a:avLst/>
              <a:pathLst>
                <a:path w="4726" h="3142">
                  <a:moveTo>
                    <a:pt x="2423" y="2458"/>
                  </a:moveTo>
                  <a:lnTo>
                    <a:pt x="807" y="3142"/>
                  </a:lnTo>
                  <a:lnTo>
                    <a:pt x="101" y="2862"/>
                  </a:lnTo>
                  <a:lnTo>
                    <a:pt x="19" y="2152"/>
                  </a:lnTo>
                  <a:lnTo>
                    <a:pt x="0" y="1451"/>
                  </a:lnTo>
                  <a:lnTo>
                    <a:pt x="65" y="686"/>
                  </a:lnTo>
                  <a:lnTo>
                    <a:pt x="613" y="83"/>
                  </a:lnTo>
                  <a:lnTo>
                    <a:pt x="3305" y="0"/>
                  </a:lnTo>
                  <a:lnTo>
                    <a:pt x="4394" y="551"/>
                  </a:lnTo>
                  <a:lnTo>
                    <a:pt x="4696" y="891"/>
                  </a:lnTo>
                  <a:lnTo>
                    <a:pt x="4726" y="1968"/>
                  </a:lnTo>
                  <a:lnTo>
                    <a:pt x="4621" y="22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4390732" y="5604651"/>
              <a:ext cx="2041" cy="5716"/>
            </a:xfrm>
            <a:custGeom>
              <a:avLst/>
              <a:pathLst>
                <a:path w="2041" h="5716">
                  <a:moveTo>
                    <a:pt x="2041" y="3921"/>
                  </a:moveTo>
                  <a:lnTo>
                    <a:pt x="1864" y="5716"/>
                  </a:lnTo>
                  <a:lnTo>
                    <a:pt x="1393" y="5303"/>
                  </a:lnTo>
                  <a:lnTo>
                    <a:pt x="713" y="3860"/>
                  </a:lnTo>
                  <a:lnTo>
                    <a:pt x="0" y="357"/>
                  </a:lnTo>
                  <a:lnTo>
                    <a:pt x="639" y="0"/>
                  </a:lnTo>
                  <a:lnTo>
                    <a:pt x="1425" y="600"/>
                  </a:lnTo>
                  <a:lnTo>
                    <a:pt x="1744" y="2337"/>
                  </a:lnTo>
                  <a:lnTo>
                    <a:pt x="2013" y="32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3651850" y="5604247"/>
              <a:ext cx="4035" cy="3462"/>
            </a:xfrm>
            <a:custGeom>
              <a:avLst/>
              <a:pathLst>
                <a:path w="4035" h="3462">
                  <a:moveTo>
                    <a:pt x="2976" y="2738"/>
                  </a:moveTo>
                  <a:lnTo>
                    <a:pt x="1869" y="3462"/>
                  </a:lnTo>
                  <a:lnTo>
                    <a:pt x="1007" y="3332"/>
                  </a:lnTo>
                  <a:lnTo>
                    <a:pt x="0" y="1716"/>
                  </a:lnTo>
                  <a:lnTo>
                    <a:pt x="437" y="646"/>
                  </a:lnTo>
                  <a:lnTo>
                    <a:pt x="1452" y="0"/>
                  </a:lnTo>
                  <a:lnTo>
                    <a:pt x="2772" y="357"/>
                  </a:lnTo>
                  <a:lnTo>
                    <a:pt x="3119" y="914"/>
                  </a:lnTo>
                  <a:lnTo>
                    <a:pt x="4035" y="128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2158172" y="5602755"/>
              <a:ext cx="14006" cy="33363"/>
            </a:xfrm>
            <a:custGeom>
              <a:avLst/>
              <a:pathLst>
                <a:path w="14006" h="33363">
                  <a:moveTo>
                    <a:pt x="11051" y="25119"/>
                  </a:moveTo>
                  <a:lnTo>
                    <a:pt x="10051" y="27018"/>
                  </a:lnTo>
                  <a:lnTo>
                    <a:pt x="9257" y="27595"/>
                  </a:lnTo>
                  <a:lnTo>
                    <a:pt x="8533" y="27047"/>
                  </a:lnTo>
                  <a:lnTo>
                    <a:pt x="7815" y="26833"/>
                  </a:lnTo>
                  <a:lnTo>
                    <a:pt x="7275" y="27511"/>
                  </a:lnTo>
                  <a:lnTo>
                    <a:pt x="6716" y="30492"/>
                  </a:lnTo>
                  <a:lnTo>
                    <a:pt x="6069" y="31996"/>
                  </a:lnTo>
                  <a:lnTo>
                    <a:pt x="5360" y="32755"/>
                  </a:lnTo>
                  <a:lnTo>
                    <a:pt x="4957" y="32452"/>
                  </a:lnTo>
                  <a:lnTo>
                    <a:pt x="4556" y="32460"/>
                  </a:lnTo>
                  <a:lnTo>
                    <a:pt x="3887" y="33136"/>
                  </a:lnTo>
                  <a:lnTo>
                    <a:pt x="3073" y="33363"/>
                  </a:lnTo>
                  <a:lnTo>
                    <a:pt x="2275" y="33092"/>
                  </a:lnTo>
                  <a:lnTo>
                    <a:pt x="1497" y="31194"/>
                  </a:lnTo>
                  <a:lnTo>
                    <a:pt x="389" y="28911"/>
                  </a:lnTo>
                  <a:lnTo>
                    <a:pt x="169" y="28178"/>
                  </a:lnTo>
                  <a:lnTo>
                    <a:pt x="0" y="26325"/>
                  </a:lnTo>
                  <a:lnTo>
                    <a:pt x="51" y="24476"/>
                  </a:lnTo>
                  <a:lnTo>
                    <a:pt x="534" y="23013"/>
                  </a:lnTo>
                  <a:lnTo>
                    <a:pt x="3058" y="18003"/>
                  </a:lnTo>
                  <a:lnTo>
                    <a:pt x="3888" y="15747"/>
                  </a:lnTo>
                  <a:lnTo>
                    <a:pt x="4630" y="13181"/>
                  </a:lnTo>
                  <a:lnTo>
                    <a:pt x="5416" y="10881"/>
                  </a:lnTo>
                  <a:lnTo>
                    <a:pt x="6933" y="6766"/>
                  </a:lnTo>
                  <a:lnTo>
                    <a:pt x="7711" y="5251"/>
                  </a:lnTo>
                  <a:lnTo>
                    <a:pt x="11540" y="961"/>
                  </a:lnTo>
                  <a:lnTo>
                    <a:pt x="12570" y="0"/>
                  </a:lnTo>
                  <a:lnTo>
                    <a:pt x="13717" y="257"/>
                  </a:lnTo>
                  <a:lnTo>
                    <a:pt x="14006" y="2501"/>
                  </a:lnTo>
                  <a:lnTo>
                    <a:pt x="13432" y="3601"/>
                  </a:lnTo>
                  <a:lnTo>
                    <a:pt x="11590" y="6507"/>
                  </a:lnTo>
                  <a:lnTo>
                    <a:pt x="11236" y="10573"/>
                  </a:lnTo>
                  <a:lnTo>
                    <a:pt x="11244" y="12053"/>
                  </a:lnTo>
                  <a:lnTo>
                    <a:pt x="11431" y="12425"/>
                  </a:lnTo>
                  <a:lnTo>
                    <a:pt x="12132" y="12945"/>
                  </a:lnTo>
                  <a:lnTo>
                    <a:pt x="12596" y="13522"/>
                  </a:lnTo>
                  <a:lnTo>
                    <a:pt x="13236" y="14734"/>
                  </a:lnTo>
                  <a:lnTo>
                    <a:pt x="13941" y="15455"/>
                  </a:lnTo>
                  <a:lnTo>
                    <a:pt x="12401" y="17576"/>
                  </a:lnTo>
                  <a:lnTo>
                    <a:pt x="11360" y="18647"/>
                  </a:lnTo>
                  <a:lnTo>
                    <a:pt x="10651" y="19965"/>
                  </a:lnTo>
                  <a:lnTo>
                    <a:pt x="9256" y="21270"/>
                  </a:lnTo>
                  <a:lnTo>
                    <a:pt x="8680" y="22092"/>
                  </a:lnTo>
                  <a:lnTo>
                    <a:pt x="9552" y="22401"/>
                  </a:lnTo>
                  <a:lnTo>
                    <a:pt x="10873" y="23451"/>
                  </a:lnTo>
                  <a:lnTo>
                    <a:pt x="11234" y="2440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3640665" y="5599630"/>
              <a:ext cx="2497" cy="3690"/>
            </a:xfrm>
            <a:custGeom>
              <a:avLst/>
              <a:pathLst>
                <a:path w="2497" h="3690">
                  <a:moveTo>
                    <a:pt x="2497" y="2758"/>
                  </a:moveTo>
                  <a:lnTo>
                    <a:pt x="1477" y="3690"/>
                  </a:lnTo>
                  <a:lnTo>
                    <a:pt x="647" y="3503"/>
                  </a:lnTo>
                  <a:lnTo>
                    <a:pt x="104" y="2533"/>
                  </a:lnTo>
                  <a:lnTo>
                    <a:pt x="0" y="1927"/>
                  </a:lnTo>
                  <a:lnTo>
                    <a:pt x="503" y="0"/>
                  </a:lnTo>
                  <a:lnTo>
                    <a:pt x="922" y="89"/>
                  </a:lnTo>
                  <a:lnTo>
                    <a:pt x="1203" y="11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3770716" y="5595217"/>
              <a:ext cx="3396" cy="3321"/>
            </a:xfrm>
            <a:custGeom>
              <a:avLst/>
              <a:pathLst>
                <a:path w="3396" h="3321">
                  <a:moveTo>
                    <a:pt x="2399" y="2972"/>
                  </a:moveTo>
                  <a:lnTo>
                    <a:pt x="1492" y="3321"/>
                  </a:lnTo>
                  <a:lnTo>
                    <a:pt x="563" y="2484"/>
                  </a:lnTo>
                  <a:lnTo>
                    <a:pt x="83" y="906"/>
                  </a:lnTo>
                  <a:lnTo>
                    <a:pt x="0" y="395"/>
                  </a:lnTo>
                  <a:lnTo>
                    <a:pt x="1462" y="0"/>
                  </a:lnTo>
                  <a:lnTo>
                    <a:pt x="3396" y="151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4383114" y="5591732"/>
              <a:ext cx="3020" cy="8091"/>
            </a:xfrm>
            <a:custGeom>
              <a:avLst/>
              <a:pathLst>
                <a:path w="3020" h="8091">
                  <a:moveTo>
                    <a:pt x="3020" y="6680"/>
                  </a:moveTo>
                  <a:lnTo>
                    <a:pt x="2498" y="8091"/>
                  </a:lnTo>
                  <a:lnTo>
                    <a:pt x="2058" y="7943"/>
                  </a:lnTo>
                  <a:lnTo>
                    <a:pt x="52" y="4385"/>
                  </a:lnTo>
                  <a:lnTo>
                    <a:pt x="279" y="2842"/>
                  </a:lnTo>
                  <a:lnTo>
                    <a:pt x="0" y="1549"/>
                  </a:lnTo>
                  <a:lnTo>
                    <a:pt x="46" y="395"/>
                  </a:lnTo>
                  <a:lnTo>
                    <a:pt x="127" y="0"/>
                  </a:lnTo>
                  <a:lnTo>
                    <a:pt x="2557" y="535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3784942" y="5587628"/>
              <a:ext cx="2059" cy="3460"/>
            </a:xfrm>
            <a:custGeom>
              <a:avLst/>
              <a:pathLst>
                <a:path w="2059" h="3460">
                  <a:moveTo>
                    <a:pt x="1812" y="3079"/>
                  </a:moveTo>
                  <a:lnTo>
                    <a:pt x="547" y="3460"/>
                  </a:lnTo>
                  <a:lnTo>
                    <a:pt x="55" y="2669"/>
                  </a:lnTo>
                  <a:lnTo>
                    <a:pt x="0" y="2236"/>
                  </a:lnTo>
                  <a:lnTo>
                    <a:pt x="943" y="551"/>
                  </a:lnTo>
                  <a:lnTo>
                    <a:pt x="2059" y="0"/>
                  </a:lnTo>
                  <a:lnTo>
                    <a:pt x="1973" y="199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2180000" y="5586281"/>
              <a:ext cx="2810" cy="7266"/>
            </a:xfrm>
            <a:custGeom>
              <a:avLst/>
              <a:pathLst>
                <a:path w="2810" h="7266">
                  <a:moveTo>
                    <a:pt x="2617" y="3956"/>
                  </a:moveTo>
                  <a:lnTo>
                    <a:pt x="469" y="7266"/>
                  </a:lnTo>
                  <a:lnTo>
                    <a:pt x="168" y="7052"/>
                  </a:lnTo>
                  <a:lnTo>
                    <a:pt x="0" y="6709"/>
                  </a:lnTo>
                  <a:lnTo>
                    <a:pt x="5" y="6146"/>
                  </a:lnTo>
                  <a:lnTo>
                    <a:pt x="730" y="4928"/>
                  </a:lnTo>
                  <a:lnTo>
                    <a:pt x="851" y="1301"/>
                  </a:lnTo>
                  <a:lnTo>
                    <a:pt x="2270" y="0"/>
                  </a:lnTo>
                  <a:lnTo>
                    <a:pt x="2810" y="461"/>
                  </a:lnTo>
                  <a:lnTo>
                    <a:pt x="2352" y="1982"/>
                  </a:lnTo>
                  <a:lnTo>
                    <a:pt x="2642" y="33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3748706" y="5585366"/>
              <a:ext cx="6843" cy="5589"/>
            </a:xfrm>
            <a:custGeom>
              <a:avLst/>
              <a:pathLst>
                <a:path w="6843" h="5589">
                  <a:moveTo>
                    <a:pt x="2938" y="0"/>
                  </a:moveTo>
                  <a:lnTo>
                    <a:pt x="4040" y="738"/>
                  </a:lnTo>
                  <a:lnTo>
                    <a:pt x="6004" y="666"/>
                  </a:lnTo>
                  <a:lnTo>
                    <a:pt x="6715" y="1800"/>
                  </a:lnTo>
                  <a:lnTo>
                    <a:pt x="6843" y="3061"/>
                  </a:lnTo>
                  <a:lnTo>
                    <a:pt x="6812" y="3786"/>
                  </a:lnTo>
                  <a:lnTo>
                    <a:pt x="6027" y="4873"/>
                  </a:lnTo>
                  <a:lnTo>
                    <a:pt x="841" y="5589"/>
                  </a:lnTo>
                  <a:lnTo>
                    <a:pt x="0" y="4432"/>
                  </a:lnTo>
                  <a:lnTo>
                    <a:pt x="882" y="1310"/>
                  </a:lnTo>
                  <a:lnTo>
                    <a:pt x="1853" y="2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3709685" y="5575506"/>
              <a:ext cx="4052" cy="3531"/>
            </a:xfrm>
            <a:custGeom>
              <a:avLst/>
              <a:pathLst>
                <a:path w="4052" h="3531">
                  <a:moveTo>
                    <a:pt x="3395" y="3136"/>
                  </a:moveTo>
                  <a:lnTo>
                    <a:pt x="2137" y="3531"/>
                  </a:lnTo>
                  <a:lnTo>
                    <a:pt x="815" y="3105"/>
                  </a:lnTo>
                  <a:lnTo>
                    <a:pt x="140" y="1711"/>
                  </a:lnTo>
                  <a:lnTo>
                    <a:pt x="0" y="1116"/>
                  </a:lnTo>
                  <a:lnTo>
                    <a:pt x="512" y="135"/>
                  </a:lnTo>
                  <a:lnTo>
                    <a:pt x="2386" y="0"/>
                  </a:lnTo>
                  <a:lnTo>
                    <a:pt x="3707" y="842"/>
                  </a:lnTo>
                  <a:lnTo>
                    <a:pt x="4003" y="1722"/>
                  </a:lnTo>
                  <a:lnTo>
                    <a:pt x="4052" y="21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186596" y="5570337"/>
              <a:ext cx="5234" cy="10448"/>
            </a:xfrm>
            <a:custGeom>
              <a:avLst/>
              <a:pathLst>
                <a:path w="5234" h="10448">
                  <a:moveTo>
                    <a:pt x="3231" y="9314"/>
                  </a:moveTo>
                  <a:lnTo>
                    <a:pt x="1129" y="10448"/>
                  </a:lnTo>
                  <a:lnTo>
                    <a:pt x="59" y="10024"/>
                  </a:lnTo>
                  <a:lnTo>
                    <a:pt x="0" y="8838"/>
                  </a:lnTo>
                  <a:lnTo>
                    <a:pt x="268" y="7283"/>
                  </a:lnTo>
                  <a:lnTo>
                    <a:pt x="1267" y="6426"/>
                  </a:lnTo>
                  <a:lnTo>
                    <a:pt x="1100" y="4103"/>
                  </a:lnTo>
                  <a:lnTo>
                    <a:pt x="1747" y="3119"/>
                  </a:lnTo>
                  <a:lnTo>
                    <a:pt x="2049" y="1292"/>
                  </a:lnTo>
                  <a:lnTo>
                    <a:pt x="3344" y="0"/>
                  </a:lnTo>
                  <a:lnTo>
                    <a:pt x="5234" y="605"/>
                  </a:lnTo>
                  <a:lnTo>
                    <a:pt x="4936" y="2923"/>
                  </a:lnTo>
                  <a:lnTo>
                    <a:pt x="4919" y="3713"/>
                  </a:lnTo>
                  <a:lnTo>
                    <a:pt x="3823" y="4345"/>
                  </a:lnTo>
                  <a:lnTo>
                    <a:pt x="3533" y="4709"/>
                  </a:lnTo>
                  <a:lnTo>
                    <a:pt x="3274" y="6241"/>
                  </a:lnTo>
                  <a:lnTo>
                    <a:pt x="3323" y="84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3786808" y="5565931"/>
              <a:ext cx="9504" cy="9548"/>
            </a:xfrm>
            <a:custGeom>
              <a:avLst/>
              <a:pathLst>
                <a:path w="9504" h="9548">
                  <a:moveTo>
                    <a:pt x="6836" y="8847"/>
                  </a:moveTo>
                  <a:lnTo>
                    <a:pt x="2658" y="9548"/>
                  </a:lnTo>
                  <a:lnTo>
                    <a:pt x="2326" y="8783"/>
                  </a:lnTo>
                  <a:lnTo>
                    <a:pt x="771" y="8711"/>
                  </a:lnTo>
                  <a:lnTo>
                    <a:pt x="214" y="8071"/>
                  </a:lnTo>
                  <a:lnTo>
                    <a:pt x="0" y="6654"/>
                  </a:lnTo>
                  <a:lnTo>
                    <a:pt x="517" y="4212"/>
                  </a:lnTo>
                  <a:lnTo>
                    <a:pt x="1336" y="2585"/>
                  </a:lnTo>
                  <a:lnTo>
                    <a:pt x="2641" y="911"/>
                  </a:lnTo>
                  <a:lnTo>
                    <a:pt x="3236" y="539"/>
                  </a:lnTo>
                  <a:lnTo>
                    <a:pt x="5894" y="0"/>
                  </a:lnTo>
                  <a:lnTo>
                    <a:pt x="7771" y="721"/>
                  </a:lnTo>
                  <a:lnTo>
                    <a:pt x="9135" y="2781"/>
                  </a:lnTo>
                  <a:lnTo>
                    <a:pt x="9504" y="4417"/>
                  </a:lnTo>
                  <a:lnTo>
                    <a:pt x="9306" y="55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3810739" y="5558590"/>
              <a:ext cx="6130" cy="10013"/>
            </a:xfrm>
            <a:custGeom>
              <a:avLst/>
              <a:pathLst>
                <a:path w="6130" h="10013">
                  <a:moveTo>
                    <a:pt x="6130" y="9326"/>
                  </a:moveTo>
                  <a:lnTo>
                    <a:pt x="5553" y="10013"/>
                  </a:lnTo>
                  <a:lnTo>
                    <a:pt x="4003" y="9603"/>
                  </a:lnTo>
                  <a:lnTo>
                    <a:pt x="3642" y="9023"/>
                  </a:lnTo>
                  <a:lnTo>
                    <a:pt x="3505" y="6166"/>
                  </a:lnTo>
                  <a:lnTo>
                    <a:pt x="3395" y="5387"/>
                  </a:lnTo>
                  <a:lnTo>
                    <a:pt x="2834" y="4599"/>
                  </a:lnTo>
                  <a:lnTo>
                    <a:pt x="280" y="3139"/>
                  </a:lnTo>
                  <a:lnTo>
                    <a:pt x="0" y="1128"/>
                  </a:lnTo>
                  <a:lnTo>
                    <a:pt x="351" y="196"/>
                  </a:lnTo>
                  <a:lnTo>
                    <a:pt x="1281" y="0"/>
                  </a:lnTo>
                  <a:lnTo>
                    <a:pt x="3626" y="1800"/>
                  </a:lnTo>
                  <a:lnTo>
                    <a:pt x="4145" y="3174"/>
                  </a:lnTo>
                  <a:lnTo>
                    <a:pt x="4058" y="5260"/>
                  </a:lnTo>
                  <a:lnTo>
                    <a:pt x="4100" y="5935"/>
                  </a:lnTo>
                  <a:lnTo>
                    <a:pt x="4820" y="7318"/>
                  </a:lnTo>
                  <a:lnTo>
                    <a:pt x="5954" y="87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2211814" y="5546773"/>
              <a:ext cx="3663" cy="5223"/>
            </a:xfrm>
            <a:custGeom>
              <a:avLst/>
              <a:pathLst>
                <a:path w="3663" h="5223">
                  <a:moveTo>
                    <a:pt x="2327" y="3881"/>
                  </a:moveTo>
                  <a:lnTo>
                    <a:pt x="806" y="5223"/>
                  </a:lnTo>
                  <a:lnTo>
                    <a:pt x="0" y="5205"/>
                  </a:lnTo>
                  <a:lnTo>
                    <a:pt x="952" y="1965"/>
                  </a:lnTo>
                  <a:lnTo>
                    <a:pt x="1840" y="1841"/>
                  </a:lnTo>
                  <a:lnTo>
                    <a:pt x="3258" y="0"/>
                  </a:lnTo>
                  <a:lnTo>
                    <a:pt x="3663" y="265"/>
                  </a:lnTo>
                  <a:lnTo>
                    <a:pt x="2897" y="18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2270557" y="5535049"/>
              <a:ext cx="5318" cy="7023"/>
            </a:xfrm>
            <a:custGeom>
              <a:avLst/>
              <a:pathLst>
                <a:path w="5318" h="7023">
                  <a:moveTo>
                    <a:pt x="1994" y="6908"/>
                  </a:moveTo>
                  <a:lnTo>
                    <a:pt x="1169" y="7023"/>
                  </a:lnTo>
                  <a:lnTo>
                    <a:pt x="139" y="6123"/>
                  </a:lnTo>
                  <a:lnTo>
                    <a:pt x="0" y="4593"/>
                  </a:lnTo>
                  <a:lnTo>
                    <a:pt x="19" y="3748"/>
                  </a:lnTo>
                  <a:lnTo>
                    <a:pt x="791" y="3125"/>
                  </a:lnTo>
                  <a:lnTo>
                    <a:pt x="1282" y="3024"/>
                  </a:lnTo>
                  <a:lnTo>
                    <a:pt x="4089" y="571"/>
                  </a:lnTo>
                  <a:lnTo>
                    <a:pt x="5318" y="0"/>
                  </a:lnTo>
                  <a:lnTo>
                    <a:pt x="4770" y="1439"/>
                  </a:lnTo>
                  <a:lnTo>
                    <a:pt x="4832" y="2784"/>
                  </a:lnTo>
                  <a:lnTo>
                    <a:pt x="4392" y="398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204952" y="5532908"/>
              <a:ext cx="13800" cy="16953"/>
            </a:xfrm>
            <a:custGeom>
              <a:avLst/>
              <a:pathLst>
                <a:path w="13800" h="16953">
                  <a:moveTo>
                    <a:pt x="10493" y="6175"/>
                  </a:moveTo>
                  <a:lnTo>
                    <a:pt x="9566" y="9242"/>
                  </a:lnTo>
                  <a:lnTo>
                    <a:pt x="10974" y="9214"/>
                  </a:lnTo>
                  <a:lnTo>
                    <a:pt x="11920" y="8108"/>
                  </a:lnTo>
                  <a:lnTo>
                    <a:pt x="12919" y="7646"/>
                  </a:lnTo>
                  <a:lnTo>
                    <a:pt x="13800" y="9199"/>
                  </a:lnTo>
                  <a:lnTo>
                    <a:pt x="11983" y="10353"/>
                  </a:lnTo>
                  <a:lnTo>
                    <a:pt x="10281" y="12402"/>
                  </a:lnTo>
                  <a:lnTo>
                    <a:pt x="9581" y="13499"/>
                  </a:lnTo>
                  <a:lnTo>
                    <a:pt x="8817" y="13986"/>
                  </a:lnTo>
                  <a:lnTo>
                    <a:pt x="7828" y="13793"/>
                  </a:lnTo>
                  <a:lnTo>
                    <a:pt x="6860" y="13995"/>
                  </a:lnTo>
                  <a:lnTo>
                    <a:pt x="6010" y="16029"/>
                  </a:lnTo>
                  <a:lnTo>
                    <a:pt x="5119" y="16953"/>
                  </a:lnTo>
                  <a:lnTo>
                    <a:pt x="4827" y="16188"/>
                  </a:lnTo>
                  <a:lnTo>
                    <a:pt x="4496" y="15689"/>
                  </a:lnTo>
                  <a:lnTo>
                    <a:pt x="2547" y="15011"/>
                  </a:lnTo>
                  <a:lnTo>
                    <a:pt x="1662" y="13952"/>
                  </a:lnTo>
                  <a:lnTo>
                    <a:pt x="849" y="13268"/>
                  </a:lnTo>
                  <a:lnTo>
                    <a:pt x="0" y="12913"/>
                  </a:lnTo>
                  <a:lnTo>
                    <a:pt x="440" y="11075"/>
                  </a:lnTo>
                  <a:lnTo>
                    <a:pt x="970" y="9496"/>
                  </a:lnTo>
                  <a:lnTo>
                    <a:pt x="3892" y="7364"/>
                  </a:lnTo>
                  <a:lnTo>
                    <a:pt x="3606" y="6694"/>
                  </a:lnTo>
                  <a:lnTo>
                    <a:pt x="3421" y="5811"/>
                  </a:lnTo>
                  <a:lnTo>
                    <a:pt x="5745" y="4752"/>
                  </a:lnTo>
                  <a:lnTo>
                    <a:pt x="5804" y="3647"/>
                  </a:lnTo>
                  <a:lnTo>
                    <a:pt x="5662" y="2429"/>
                  </a:lnTo>
                  <a:lnTo>
                    <a:pt x="6407" y="1584"/>
                  </a:lnTo>
                  <a:lnTo>
                    <a:pt x="7093" y="366"/>
                  </a:lnTo>
                  <a:lnTo>
                    <a:pt x="7560" y="0"/>
                  </a:lnTo>
                  <a:lnTo>
                    <a:pt x="9022" y="167"/>
                  </a:lnTo>
                  <a:lnTo>
                    <a:pt x="10021" y="1864"/>
                  </a:lnTo>
                  <a:lnTo>
                    <a:pt x="9626" y="35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219279" y="5525575"/>
              <a:ext cx="6953" cy="14829"/>
            </a:xfrm>
            <a:custGeom>
              <a:avLst/>
              <a:pathLst>
                <a:path w="6953" h="14829">
                  <a:moveTo>
                    <a:pt x="4383" y="12174"/>
                  </a:moveTo>
                  <a:lnTo>
                    <a:pt x="3709" y="13363"/>
                  </a:lnTo>
                  <a:lnTo>
                    <a:pt x="3139" y="13571"/>
                  </a:lnTo>
                  <a:lnTo>
                    <a:pt x="2631" y="13051"/>
                  </a:lnTo>
                  <a:lnTo>
                    <a:pt x="1942" y="14829"/>
                  </a:lnTo>
                  <a:lnTo>
                    <a:pt x="526" y="14289"/>
                  </a:lnTo>
                  <a:lnTo>
                    <a:pt x="0" y="13787"/>
                  </a:lnTo>
                  <a:lnTo>
                    <a:pt x="336" y="13571"/>
                  </a:lnTo>
                  <a:lnTo>
                    <a:pt x="585" y="12768"/>
                  </a:lnTo>
                  <a:lnTo>
                    <a:pt x="1334" y="11204"/>
                  </a:lnTo>
                  <a:lnTo>
                    <a:pt x="2670" y="7121"/>
                  </a:lnTo>
                  <a:lnTo>
                    <a:pt x="2903" y="5857"/>
                  </a:lnTo>
                  <a:lnTo>
                    <a:pt x="1841" y="3759"/>
                  </a:lnTo>
                  <a:lnTo>
                    <a:pt x="1644" y="3070"/>
                  </a:lnTo>
                  <a:lnTo>
                    <a:pt x="1885" y="1866"/>
                  </a:lnTo>
                  <a:lnTo>
                    <a:pt x="2276" y="983"/>
                  </a:lnTo>
                  <a:lnTo>
                    <a:pt x="3176" y="0"/>
                  </a:lnTo>
                  <a:lnTo>
                    <a:pt x="4355" y="31"/>
                  </a:lnTo>
                  <a:lnTo>
                    <a:pt x="4943" y="813"/>
                  </a:lnTo>
                  <a:lnTo>
                    <a:pt x="4932" y="2294"/>
                  </a:lnTo>
                  <a:lnTo>
                    <a:pt x="6953" y="3713"/>
                  </a:lnTo>
                  <a:lnTo>
                    <a:pt x="6613" y="6564"/>
                  </a:lnTo>
                  <a:lnTo>
                    <a:pt x="5840" y="8379"/>
                  </a:lnTo>
                  <a:lnTo>
                    <a:pt x="5730" y="10532"/>
                  </a:lnTo>
                  <a:lnTo>
                    <a:pt x="4596" y="1149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226373" y="5524222"/>
              <a:ext cx="2361" cy="3361"/>
            </a:xfrm>
            <a:custGeom>
              <a:avLst/>
              <a:pathLst>
                <a:path w="2361" h="3361">
                  <a:moveTo>
                    <a:pt x="879" y="3266"/>
                  </a:moveTo>
                  <a:lnTo>
                    <a:pt x="0" y="3361"/>
                  </a:lnTo>
                  <a:lnTo>
                    <a:pt x="222" y="1794"/>
                  </a:lnTo>
                  <a:lnTo>
                    <a:pt x="1034" y="698"/>
                  </a:lnTo>
                  <a:lnTo>
                    <a:pt x="2361" y="0"/>
                  </a:lnTo>
                  <a:lnTo>
                    <a:pt x="1515" y="1783"/>
                  </a:lnTo>
                  <a:lnTo>
                    <a:pt x="1276" y="25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2261038" y="5519412"/>
              <a:ext cx="11688" cy="17914"/>
            </a:xfrm>
            <a:custGeom>
              <a:avLst/>
              <a:pathLst>
                <a:path w="11688" h="17914">
                  <a:moveTo>
                    <a:pt x="5692" y="7389"/>
                  </a:moveTo>
                  <a:lnTo>
                    <a:pt x="6052" y="7794"/>
                  </a:lnTo>
                  <a:lnTo>
                    <a:pt x="6387" y="7615"/>
                  </a:lnTo>
                  <a:lnTo>
                    <a:pt x="6700" y="7211"/>
                  </a:lnTo>
                  <a:lnTo>
                    <a:pt x="6999" y="6244"/>
                  </a:lnTo>
                  <a:lnTo>
                    <a:pt x="8125" y="4824"/>
                  </a:lnTo>
                  <a:lnTo>
                    <a:pt x="9213" y="4663"/>
                  </a:lnTo>
                  <a:lnTo>
                    <a:pt x="8854" y="6111"/>
                  </a:lnTo>
                  <a:lnTo>
                    <a:pt x="11427" y="8665"/>
                  </a:lnTo>
                  <a:lnTo>
                    <a:pt x="11202" y="10708"/>
                  </a:lnTo>
                  <a:lnTo>
                    <a:pt x="11688" y="12339"/>
                  </a:lnTo>
                  <a:lnTo>
                    <a:pt x="10675" y="12823"/>
                  </a:lnTo>
                  <a:lnTo>
                    <a:pt x="9845" y="14540"/>
                  </a:lnTo>
                  <a:lnTo>
                    <a:pt x="10572" y="15201"/>
                  </a:lnTo>
                  <a:lnTo>
                    <a:pt x="10992" y="16641"/>
                  </a:lnTo>
                  <a:lnTo>
                    <a:pt x="10096" y="16993"/>
                  </a:lnTo>
                  <a:lnTo>
                    <a:pt x="8242" y="16150"/>
                  </a:lnTo>
                  <a:lnTo>
                    <a:pt x="7257" y="16352"/>
                  </a:lnTo>
                  <a:lnTo>
                    <a:pt x="7376" y="14985"/>
                  </a:lnTo>
                  <a:lnTo>
                    <a:pt x="7063" y="14462"/>
                  </a:lnTo>
                  <a:lnTo>
                    <a:pt x="5914" y="14722"/>
                  </a:lnTo>
                  <a:lnTo>
                    <a:pt x="5447" y="17645"/>
                  </a:lnTo>
                  <a:lnTo>
                    <a:pt x="5079" y="17914"/>
                  </a:lnTo>
                  <a:lnTo>
                    <a:pt x="4670" y="17440"/>
                  </a:lnTo>
                  <a:lnTo>
                    <a:pt x="4973" y="15585"/>
                  </a:lnTo>
                  <a:lnTo>
                    <a:pt x="4489" y="15265"/>
                  </a:lnTo>
                  <a:lnTo>
                    <a:pt x="4004" y="15299"/>
                  </a:lnTo>
                  <a:lnTo>
                    <a:pt x="2582" y="16687"/>
                  </a:lnTo>
                  <a:lnTo>
                    <a:pt x="2153" y="16722"/>
                  </a:lnTo>
                  <a:lnTo>
                    <a:pt x="1284" y="15091"/>
                  </a:lnTo>
                  <a:lnTo>
                    <a:pt x="4019" y="12947"/>
                  </a:lnTo>
                  <a:lnTo>
                    <a:pt x="2887" y="11888"/>
                  </a:lnTo>
                  <a:lnTo>
                    <a:pt x="2652" y="10547"/>
                  </a:lnTo>
                  <a:lnTo>
                    <a:pt x="2797" y="8674"/>
                  </a:lnTo>
                  <a:lnTo>
                    <a:pt x="1803" y="8954"/>
                  </a:lnTo>
                  <a:lnTo>
                    <a:pt x="827" y="9658"/>
                  </a:lnTo>
                  <a:lnTo>
                    <a:pt x="389" y="9779"/>
                  </a:lnTo>
                  <a:lnTo>
                    <a:pt x="0" y="9150"/>
                  </a:lnTo>
                  <a:lnTo>
                    <a:pt x="126" y="7799"/>
                  </a:lnTo>
                  <a:lnTo>
                    <a:pt x="924" y="5629"/>
                  </a:lnTo>
                  <a:lnTo>
                    <a:pt x="1569" y="3321"/>
                  </a:lnTo>
                  <a:lnTo>
                    <a:pt x="2811" y="2181"/>
                  </a:lnTo>
                  <a:lnTo>
                    <a:pt x="3535" y="1289"/>
                  </a:lnTo>
                  <a:lnTo>
                    <a:pt x="4493" y="911"/>
                  </a:lnTo>
                  <a:lnTo>
                    <a:pt x="4926" y="66"/>
                  </a:lnTo>
                  <a:lnTo>
                    <a:pt x="5832" y="0"/>
                  </a:lnTo>
                  <a:lnTo>
                    <a:pt x="6331" y="1904"/>
                  </a:lnTo>
                  <a:lnTo>
                    <a:pt x="6320" y="3044"/>
                  </a:lnTo>
                  <a:lnTo>
                    <a:pt x="5875" y="429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2268295" y="5519045"/>
              <a:ext cx="5568" cy="2574"/>
            </a:xfrm>
            <a:custGeom>
              <a:avLst/>
              <a:pathLst>
                <a:path w="5568" h="2574">
                  <a:moveTo>
                    <a:pt x="2971" y="467"/>
                  </a:moveTo>
                  <a:lnTo>
                    <a:pt x="3105" y="986"/>
                  </a:lnTo>
                  <a:lnTo>
                    <a:pt x="5022" y="718"/>
                  </a:lnTo>
                  <a:lnTo>
                    <a:pt x="5568" y="1471"/>
                  </a:lnTo>
                  <a:lnTo>
                    <a:pt x="4472" y="2487"/>
                  </a:lnTo>
                  <a:lnTo>
                    <a:pt x="4186" y="2274"/>
                  </a:lnTo>
                  <a:lnTo>
                    <a:pt x="3263" y="2574"/>
                  </a:lnTo>
                  <a:lnTo>
                    <a:pt x="643" y="1838"/>
                  </a:lnTo>
                  <a:lnTo>
                    <a:pt x="0" y="629"/>
                  </a:lnTo>
                  <a:lnTo>
                    <a:pt x="2344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2236676" y="5515424"/>
              <a:ext cx="3939" cy="6893"/>
            </a:xfrm>
            <a:custGeom>
              <a:avLst/>
              <a:pathLst>
                <a:path w="3939" h="6893">
                  <a:moveTo>
                    <a:pt x="3067" y="5843"/>
                  </a:moveTo>
                  <a:lnTo>
                    <a:pt x="1869" y="6893"/>
                  </a:lnTo>
                  <a:lnTo>
                    <a:pt x="1150" y="6564"/>
                  </a:lnTo>
                  <a:lnTo>
                    <a:pt x="0" y="5324"/>
                  </a:lnTo>
                  <a:lnTo>
                    <a:pt x="1558" y="4957"/>
                  </a:lnTo>
                  <a:lnTo>
                    <a:pt x="1687" y="1413"/>
                  </a:lnTo>
                  <a:lnTo>
                    <a:pt x="2473" y="0"/>
                  </a:lnTo>
                  <a:lnTo>
                    <a:pt x="3939" y="799"/>
                  </a:lnTo>
                  <a:lnTo>
                    <a:pt x="3040" y="2663"/>
                  </a:lnTo>
                  <a:lnTo>
                    <a:pt x="2723" y="4109"/>
                  </a:lnTo>
                  <a:lnTo>
                    <a:pt x="3049" y="535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2282216" y="5507696"/>
              <a:ext cx="4960" cy="5101"/>
            </a:xfrm>
            <a:custGeom>
              <a:avLst/>
              <a:pathLst>
                <a:path w="4960" h="5101">
                  <a:moveTo>
                    <a:pt x="3486" y="3791"/>
                  </a:moveTo>
                  <a:lnTo>
                    <a:pt x="2677" y="5101"/>
                  </a:lnTo>
                  <a:lnTo>
                    <a:pt x="546" y="3130"/>
                  </a:lnTo>
                  <a:lnTo>
                    <a:pt x="0" y="1818"/>
                  </a:lnTo>
                  <a:lnTo>
                    <a:pt x="243" y="874"/>
                  </a:lnTo>
                  <a:lnTo>
                    <a:pt x="3627" y="0"/>
                  </a:lnTo>
                  <a:lnTo>
                    <a:pt x="4551" y="435"/>
                  </a:lnTo>
                  <a:lnTo>
                    <a:pt x="4960" y="25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1092383" y="5502346"/>
              <a:ext cx="3457269" cy="649071"/>
            </a:xfrm>
            <a:custGeom>
              <a:avLst/>
              <a:pathLst>
                <a:path w="3457269" h="649071">
                  <a:moveTo>
                    <a:pt x="0" y="624232"/>
                  </a:moveTo>
                  <a:lnTo>
                    <a:pt x="15482" y="623816"/>
                  </a:lnTo>
                  <a:lnTo>
                    <a:pt x="18563" y="624255"/>
                  </a:lnTo>
                  <a:lnTo>
                    <a:pt x="21819" y="625522"/>
                  </a:lnTo>
                  <a:lnTo>
                    <a:pt x="28980" y="625643"/>
                  </a:lnTo>
                  <a:lnTo>
                    <a:pt x="35676" y="626206"/>
                  </a:lnTo>
                  <a:lnTo>
                    <a:pt x="37422" y="627888"/>
                  </a:lnTo>
                  <a:lnTo>
                    <a:pt x="39660" y="628924"/>
                  </a:lnTo>
                  <a:lnTo>
                    <a:pt x="44405" y="628021"/>
                  </a:lnTo>
                  <a:lnTo>
                    <a:pt x="48196" y="627596"/>
                  </a:lnTo>
                  <a:lnTo>
                    <a:pt x="51306" y="627516"/>
                  </a:lnTo>
                  <a:lnTo>
                    <a:pt x="79758" y="629870"/>
                  </a:lnTo>
                  <a:lnTo>
                    <a:pt x="108944" y="634043"/>
                  </a:lnTo>
                  <a:lnTo>
                    <a:pt x="114896" y="635373"/>
                  </a:lnTo>
                  <a:lnTo>
                    <a:pt x="120245" y="638478"/>
                  </a:lnTo>
                  <a:lnTo>
                    <a:pt x="125832" y="638051"/>
                  </a:lnTo>
                  <a:lnTo>
                    <a:pt x="158974" y="640464"/>
                  </a:lnTo>
                  <a:lnTo>
                    <a:pt x="164072" y="640472"/>
                  </a:lnTo>
                  <a:lnTo>
                    <a:pt x="184381" y="642997"/>
                  </a:lnTo>
                  <a:lnTo>
                    <a:pt x="219888" y="648878"/>
                  </a:lnTo>
                  <a:lnTo>
                    <a:pt x="222938" y="649071"/>
                  </a:lnTo>
                  <a:lnTo>
                    <a:pt x="226314" y="648890"/>
                  </a:lnTo>
                  <a:lnTo>
                    <a:pt x="224548" y="645739"/>
                  </a:lnTo>
                  <a:lnTo>
                    <a:pt x="221226" y="642867"/>
                  </a:lnTo>
                  <a:lnTo>
                    <a:pt x="216750" y="640804"/>
                  </a:lnTo>
                  <a:lnTo>
                    <a:pt x="219676" y="640181"/>
                  </a:lnTo>
                  <a:lnTo>
                    <a:pt x="226020" y="640120"/>
                  </a:lnTo>
                  <a:lnTo>
                    <a:pt x="224758" y="638654"/>
                  </a:lnTo>
                  <a:lnTo>
                    <a:pt x="221245" y="637812"/>
                  </a:lnTo>
                  <a:lnTo>
                    <a:pt x="208583" y="636833"/>
                  </a:lnTo>
                  <a:lnTo>
                    <a:pt x="157966" y="629467"/>
                  </a:lnTo>
                  <a:lnTo>
                    <a:pt x="156842" y="629005"/>
                  </a:lnTo>
                  <a:lnTo>
                    <a:pt x="156135" y="628404"/>
                  </a:lnTo>
                  <a:lnTo>
                    <a:pt x="154808" y="627744"/>
                  </a:lnTo>
                  <a:lnTo>
                    <a:pt x="152721" y="627005"/>
                  </a:lnTo>
                  <a:lnTo>
                    <a:pt x="145004" y="626589"/>
                  </a:lnTo>
                  <a:lnTo>
                    <a:pt x="142903" y="625954"/>
                  </a:lnTo>
                  <a:lnTo>
                    <a:pt x="141893" y="625109"/>
                  </a:lnTo>
                  <a:lnTo>
                    <a:pt x="142428" y="624763"/>
                  </a:lnTo>
                  <a:lnTo>
                    <a:pt x="143001" y="624913"/>
                  </a:lnTo>
                  <a:lnTo>
                    <a:pt x="154788" y="624264"/>
                  </a:lnTo>
                  <a:lnTo>
                    <a:pt x="156075" y="623424"/>
                  </a:lnTo>
                  <a:lnTo>
                    <a:pt x="156148" y="622870"/>
                  </a:lnTo>
                  <a:lnTo>
                    <a:pt x="155535" y="622428"/>
                  </a:lnTo>
                  <a:lnTo>
                    <a:pt x="153509" y="621941"/>
                  </a:lnTo>
                  <a:lnTo>
                    <a:pt x="148739" y="619488"/>
                  </a:lnTo>
                  <a:lnTo>
                    <a:pt x="147232" y="618411"/>
                  </a:lnTo>
                  <a:lnTo>
                    <a:pt x="148023" y="616700"/>
                  </a:lnTo>
                  <a:lnTo>
                    <a:pt x="148987" y="615959"/>
                  </a:lnTo>
                  <a:lnTo>
                    <a:pt x="152627" y="615425"/>
                  </a:lnTo>
                  <a:lnTo>
                    <a:pt x="153709" y="614305"/>
                  </a:lnTo>
                  <a:lnTo>
                    <a:pt x="153021" y="612250"/>
                  </a:lnTo>
                  <a:lnTo>
                    <a:pt x="144677" y="608107"/>
                  </a:lnTo>
                  <a:lnTo>
                    <a:pt x="139048" y="606653"/>
                  </a:lnTo>
                  <a:lnTo>
                    <a:pt x="135343" y="607645"/>
                  </a:lnTo>
                  <a:lnTo>
                    <a:pt x="128347" y="607697"/>
                  </a:lnTo>
                  <a:lnTo>
                    <a:pt x="119662" y="608254"/>
                  </a:lnTo>
                  <a:lnTo>
                    <a:pt x="117274" y="607662"/>
                  </a:lnTo>
                  <a:lnTo>
                    <a:pt x="114857" y="606026"/>
                  </a:lnTo>
                  <a:lnTo>
                    <a:pt x="112024" y="603112"/>
                  </a:lnTo>
                  <a:lnTo>
                    <a:pt x="110583" y="602359"/>
                  </a:lnTo>
                  <a:lnTo>
                    <a:pt x="107817" y="599935"/>
                  </a:lnTo>
                  <a:lnTo>
                    <a:pt x="104138" y="597586"/>
                  </a:lnTo>
                  <a:lnTo>
                    <a:pt x="84717" y="591872"/>
                  </a:lnTo>
                  <a:lnTo>
                    <a:pt x="81337" y="590314"/>
                  </a:lnTo>
                  <a:lnTo>
                    <a:pt x="57047" y="581342"/>
                  </a:lnTo>
                  <a:lnTo>
                    <a:pt x="56028" y="579796"/>
                  </a:lnTo>
                  <a:lnTo>
                    <a:pt x="55413" y="578191"/>
                  </a:lnTo>
                  <a:lnTo>
                    <a:pt x="66611" y="581807"/>
                  </a:lnTo>
                  <a:lnTo>
                    <a:pt x="68723" y="581836"/>
                  </a:lnTo>
                  <a:lnTo>
                    <a:pt x="71209" y="580872"/>
                  </a:lnTo>
                  <a:lnTo>
                    <a:pt x="73140" y="581135"/>
                  </a:lnTo>
                  <a:lnTo>
                    <a:pt x="75713" y="580229"/>
                  </a:lnTo>
                  <a:lnTo>
                    <a:pt x="78627" y="579787"/>
                  </a:lnTo>
                  <a:lnTo>
                    <a:pt x="86222" y="582609"/>
                  </a:lnTo>
                  <a:lnTo>
                    <a:pt x="101512" y="587131"/>
                  </a:lnTo>
                  <a:lnTo>
                    <a:pt x="105595" y="588735"/>
                  </a:lnTo>
                  <a:lnTo>
                    <a:pt x="107767" y="589846"/>
                  </a:lnTo>
                  <a:lnTo>
                    <a:pt x="109559" y="590250"/>
                  </a:lnTo>
                  <a:lnTo>
                    <a:pt x="111348" y="591055"/>
                  </a:lnTo>
                  <a:lnTo>
                    <a:pt x="113527" y="590597"/>
                  </a:lnTo>
                  <a:lnTo>
                    <a:pt x="114837" y="590989"/>
                  </a:lnTo>
                  <a:lnTo>
                    <a:pt x="118014" y="590718"/>
                  </a:lnTo>
                  <a:lnTo>
                    <a:pt x="132506" y="590227"/>
                  </a:lnTo>
                  <a:lnTo>
                    <a:pt x="138252" y="590663"/>
                  </a:lnTo>
                  <a:lnTo>
                    <a:pt x="145016" y="592865"/>
                  </a:lnTo>
                  <a:lnTo>
                    <a:pt x="147624" y="596483"/>
                  </a:lnTo>
                  <a:lnTo>
                    <a:pt x="149535" y="598114"/>
                  </a:lnTo>
                  <a:lnTo>
                    <a:pt x="153257" y="596844"/>
                  </a:lnTo>
                  <a:lnTo>
                    <a:pt x="156381" y="595318"/>
                  </a:lnTo>
                  <a:lnTo>
                    <a:pt x="162364" y="594019"/>
                  </a:lnTo>
                  <a:lnTo>
                    <a:pt x="164277" y="594550"/>
                  </a:lnTo>
                  <a:lnTo>
                    <a:pt x="167526" y="596429"/>
                  </a:lnTo>
                  <a:lnTo>
                    <a:pt x="171149" y="599629"/>
                  </a:lnTo>
                  <a:lnTo>
                    <a:pt x="186555" y="598760"/>
                  </a:lnTo>
                  <a:lnTo>
                    <a:pt x="193008" y="598913"/>
                  </a:lnTo>
                  <a:lnTo>
                    <a:pt x="197614" y="600344"/>
                  </a:lnTo>
                  <a:lnTo>
                    <a:pt x="214391" y="595560"/>
                  </a:lnTo>
                  <a:lnTo>
                    <a:pt x="216995" y="594530"/>
                  </a:lnTo>
                  <a:lnTo>
                    <a:pt x="220847" y="591220"/>
                  </a:lnTo>
                  <a:lnTo>
                    <a:pt x="217693" y="590158"/>
                  </a:lnTo>
                  <a:lnTo>
                    <a:pt x="215449" y="589832"/>
                  </a:lnTo>
                  <a:lnTo>
                    <a:pt x="214581" y="588121"/>
                  </a:lnTo>
                  <a:lnTo>
                    <a:pt x="216097" y="587446"/>
                  </a:lnTo>
                  <a:lnTo>
                    <a:pt x="220938" y="586516"/>
                  </a:lnTo>
                  <a:lnTo>
                    <a:pt x="230372" y="585088"/>
                  </a:lnTo>
                  <a:lnTo>
                    <a:pt x="235924" y="583726"/>
                  </a:lnTo>
                  <a:lnTo>
                    <a:pt x="238897" y="580110"/>
                  </a:lnTo>
                  <a:lnTo>
                    <a:pt x="251664" y="574524"/>
                  </a:lnTo>
                  <a:lnTo>
                    <a:pt x="255736" y="572068"/>
                  </a:lnTo>
                  <a:lnTo>
                    <a:pt x="259474" y="568031"/>
                  </a:lnTo>
                  <a:lnTo>
                    <a:pt x="251083" y="559962"/>
                  </a:lnTo>
                  <a:lnTo>
                    <a:pt x="243058" y="552994"/>
                  </a:lnTo>
                  <a:lnTo>
                    <a:pt x="245615" y="550832"/>
                  </a:lnTo>
                  <a:lnTo>
                    <a:pt x="248143" y="549147"/>
                  </a:lnTo>
                  <a:lnTo>
                    <a:pt x="249365" y="547814"/>
                  </a:lnTo>
                  <a:lnTo>
                    <a:pt x="250372" y="545886"/>
                  </a:lnTo>
                  <a:lnTo>
                    <a:pt x="247724" y="543612"/>
                  </a:lnTo>
                  <a:lnTo>
                    <a:pt x="245291" y="541927"/>
                  </a:lnTo>
                  <a:lnTo>
                    <a:pt x="241227" y="540277"/>
                  </a:lnTo>
                  <a:lnTo>
                    <a:pt x="225992" y="536335"/>
                  </a:lnTo>
                  <a:lnTo>
                    <a:pt x="220801" y="534627"/>
                  </a:lnTo>
                  <a:lnTo>
                    <a:pt x="222891" y="532021"/>
                  </a:lnTo>
                  <a:lnTo>
                    <a:pt x="225649" y="529992"/>
                  </a:lnTo>
                  <a:lnTo>
                    <a:pt x="231486" y="529138"/>
                  </a:lnTo>
                  <a:lnTo>
                    <a:pt x="268848" y="526053"/>
                  </a:lnTo>
                  <a:lnTo>
                    <a:pt x="306457" y="522264"/>
                  </a:lnTo>
                  <a:lnTo>
                    <a:pt x="307412" y="520343"/>
                  </a:lnTo>
                  <a:lnTo>
                    <a:pt x="302417" y="518106"/>
                  </a:lnTo>
                  <a:lnTo>
                    <a:pt x="298175" y="517558"/>
                  </a:lnTo>
                  <a:lnTo>
                    <a:pt x="296608" y="516883"/>
                  </a:lnTo>
                  <a:lnTo>
                    <a:pt x="296029" y="515457"/>
                  </a:lnTo>
                  <a:lnTo>
                    <a:pt x="295965" y="513501"/>
                  </a:lnTo>
                  <a:lnTo>
                    <a:pt x="295481" y="513172"/>
                  </a:lnTo>
                  <a:lnTo>
                    <a:pt x="293903" y="512970"/>
                  </a:lnTo>
                  <a:lnTo>
                    <a:pt x="287133" y="510731"/>
                  </a:lnTo>
                  <a:lnTo>
                    <a:pt x="285701" y="509845"/>
                  </a:lnTo>
                  <a:lnTo>
                    <a:pt x="283448" y="507747"/>
                  </a:lnTo>
                  <a:lnTo>
                    <a:pt x="282878" y="506099"/>
                  </a:lnTo>
                  <a:lnTo>
                    <a:pt x="284223" y="501883"/>
                  </a:lnTo>
                  <a:lnTo>
                    <a:pt x="286288" y="500080"/>
                  </a:lnTo>
                  <a:lnTo>
                    <a:pt x="289896" y="499124"/>
                  </a:lnTo>
                  <a:lnTo>
                    <a:pt x="292470" y="498778"/>
                  </a:lnTo>
                  <a:lnTo>
                    <a:pt x="300272" y="498842"/>
                  </a:lnTo>
                  <a:lnTo>
                    <a:pt x="303330" y="498322"/>
                  </a:lnTo>
                  <a:lnTo>
                    <a:pt x="304588" y="497745"/>
                  </a:lnTo>
                  <a:lnTo>
                    <a:pt x="304370" y="495728"/>
                  </a:lnTo>
                  <a:lnTo>
                    <a:pt x="303500" y="494799"/>
                  </a:lnTo>
                  <a:lnTo>
                    <a:pt x="303469" y="493564"/>
                  </a:lnTo>
                  <a:lnTo>
                    <a:pt x="304787" y="492886"/>
                  </a:lnTo>
                  <a:lnTo>
                    <a:pt x="306394" y="492920"/>
                  </a:lnTo>
                  <a:lnTo>
                    <a:pt x="306839" y="491414"/>
                  </a:lnTo>
                  <a:lnTo>
                    <a:pt x="305940" y="489025"/>
                  </a:lnTo>
                  <a:lnTo>
                    <a:pt x="303623" y="487712"/>
                  </a:lnTo>
                  <a:lnTo>
                    <a:pt x="297529" y="485510"/>
                  </a:lnTo>
                  <a:lnTo>
                    <a:pt x="283693" y="482220"/>
                  </a:lnTo>
                  <a:lnTo>
                    <a:pt x="278330" y="479681"/>
                  </a:lnTo>
                  <a:lnTo>
                    <a:pt x="275256" y="477722"/>
                  </a:lnTo>
                  <a:lnTo>
                    <a:pt x="272680" y="475485"/>
                  </a:lnTo>
                  <a:lnTo>
                    <a:pt x="270109" y="474389"/>
                  </a:lnTo>
                  <a:lnTo>
                    <a:pt x="268303" y="473237"/>
                  </a:lnTo>
                  <a:lnTo>
                    <a:pt x="268669" y="471794"/>
                  </a:lnTo>
                  <a:lnTo>
                    <a:pt x="267858" y="469524"/>
                  </a:lnTo>
                  <a:lnTo>
                    <a:pt x="266841" y="469134"/>
                  </a:lnTo>
                  <a:lnTo>
                    <a:pt x="262439" y="470083"/>
                  </a:lnTo>
                  <a:lnTo>
                    <a:pt x="254593" y="469564"/>
                  </a:lnTo>
                  <a:lnTo>
                    <a:pt x="244978" y="467475"/>
                  </a:lnTo>
                  <a:lnTo>
                    <a:pt x="238323" y="465059"/>
                  </a:lnTo>
                  <a:lnTo>
                    <a:pt x="229626" y="458552"/>
                  </a:lnTo>
                  <a:lnTo>
                    <a:pt x="226216" y="455323"/>
                  </a:lnTo>
                  <a:lnTo>
                    <a:pt x="228729" y="453058"/>
                  </a:lnTo>
                  <a:lnTo>
                    <a:pt x="231499" y="451630"/>
                  </a:lnTo>
                  <a:lnTo>
                    <a:pt x="243068" y="448314"/>
                  </a:lnTo>
                  <a:lnTo>
                    <a:pt x="244786" y="447154"/>
                  </a:lnTo>
                  <a:lnTo>
                    <a:pt x="247138" y="444205"/>
                  </a:lnTo>
                  <a:lnTo>
                    <a:pt x="243273" y="442961"/>
                  </a:lnTo>
                  <a:lnTo>
                    <a:pt x="239989" y="443074"/>
                  </a:lnTo>
                  <a:lnTo>
                    <a:pt x="237058" y="442222"/>
                  </a:lnTo>
                  <a:lnTo>
                    <a:pt x="225255" y="442049"/>
                  </a:lnTo>
                  <a:lnTo>
                    <a:pt x="218549" y="442453"/>
                  </a:lnTo>
                  <a:lnTo>
                    <a:pt x="212961" y="438734"/>
                  </a:lnTo>
                  <a:lnTo>
                    <a:pt x="208752" y="435095"/>
                  </a:lnTo>
                  <a:lnTo>
                    <a:pt x="207588" y="433234"/>
                  </a:lnTo>
                  <a:lnTo>
                    <a:pt x="206690" y="429999"/>
                  </a:lnTo>
                  <a:lnTo>
                    <a:pt x="208122" y="425168"/>
                  </a:lnTo>
                  <a:lnTo>
                    <a:pt x="209289" y="421705"/>
                  </a:lnTo>
                  <a:lnTo>
                    <a:pt x="209131" y="417469"/>
                  </a:lnTo>
                  <a:lnTo>
                    <a:pt x="209447" y="411643"/>
                  </a:lnTo>
                  <a:lnTo>
                    <a:pt x="211471" y="409695"/>
                  </a:lnTo>
                  <a:lnTo>
                    <a:pt x="213019" y="409340"/>
                  </a:lnTo>
                  <a:lnTo>
                    <a:pt x="216640" y="413833"/>
                  </a:lnTo>
                  <a:lnTo>
                    <a:pt x="219775" y="414154"/>
                  </a:lnTo>
                  <a:lnTo>
                    <a:pt x="224309" y="413294"/>
                  </a:lnTo>
                  <a:lnTo>
                    <a:pt x="227188" y="410982"/>
                  </a:lnTo>
                  <a:lnTo>
                    <a:pt x="228697" y="410122"/>
                  </a:lnTo>
                  <a:lnTo>
                    <a:pt x="231501" y="409897"/>
                  </a:lnTo>
                  <a:lnTo>
                    <a:pt x="236891" y="410939"/>
                  </a:lnTo>
                  <a:lnTo>
                    <a:pt x="239363" y="410532"/>
                  </a:lnTo>
                  <a:lnTo>
                    <a:pt x="242120" y="410751"/>
                  </a:lnTo>
                  <a:lnTo>
                    <a:pt x="250820" y="413706"/>
                  </a:lnTo>
                  <a:lnTo>
                    <a:pt x="252718" y="415103"/>
                  </a:lnTo>
                  <a:lnTo>
                    <a:pt x="253742" y="416165"/>
                  </a:lnTo>
                  <a:lnTo>
                    <a:pt x="254059" y="417729"/>
                  </a:lnTo>
                  <a:lnTo>
                    <a:pt x="255140" y="419293"/>
                  </a:lnTo>
                  <a:lnTo>
                    <a:pt x="258829" y="420075"/>
                  </a:lnTo>
                  <a:lnTo>
                    <a:pt x="269198" y="419192"/>
                  </a:lnTo>
                  <a:lnTo>
                    <a:pt x="271884" y="419584"/>
                  </a:lnTo>
                  <a:lnTo>
                    <a:pt x="279215" y="423947"/>
                  </a:lnTo>
                  <a:lnTo>
                    <a:pt x="285472" y="428614"/>
                  </a:lnTo>
                  <a:lnTo>
                    <a:pt x="287599" y="429782"/>
                  </a:lnTo>
                  <a:lnTo>
                    <a:pt x="291123" y="430564"/>
                  </a:lnTo>
                  <a:lnTo>
                    <a:pt x="292366" y="429877"/>
                  </a:lnTo>
                  <a:lnTo>
                    <a:pt x="293466" y="428123"/>
                  </a:lnTo>
                  <a:lnTo>
                    <a:pt x="296812" y="425991"/>
                  </a:lnTo>
                  <a:lnTo>
                    <a:pt x="304369" y="423287"/>
                  </a:lnTo>
                  <a:lnTo>
                    <a:pt x="306140" y="420661"/>
                  </a:lnTo>
                  <a:lnTo>
                    <a:pt x="305139" y="419192"/>
                  </a:lnTo>
                  <a:lnTo>
                    <a:pt x="302260" y="417677"/>
                  </a:lnTo>
                  <a:lnTo>
                    <a:pt x="300481" y="417143"/>
                  </a:lnTo>
                  <a:lnTo>
                    <a:pt x="299527" y="415383"/>
                  </a:lnTo>
                  <a:lnTo>
                    <a:pt x="299571" y="412979"/>
                  </a:lnTo>
                  <a:lnTo>
                    <a:pt x="300162" y="410694"/>
                  </a:lnTo>
                  <a:lnTo>
                    <a:pt x="302134" y="410105"/>
                  </a:lnTo>
                  <a:lnTo>
                    <a:pt x="305749" y="413245"/>
                  </a:lnTo>
                  <a:lnTo>
                    <a:pt x="310230" y="416153"/>
                  </a:lnTo>
                  <a:lnTo>
                    <a:pt x="311805" y="416612"/>
                  </a:lnTo>
                  <a:lnTo>
                    <a:pt x="312999" y="416477"/>
                  </a:lnTo>
                  <a:lnTo>
                    <a:pt x="315258" y="415446"/>
                  </a:lnTo>
                  <a:lnTo>
                    <a:pt x="317947" y="414679"/>
                  </a:lnTo>
                  <a:lnTo>
                    <a:pt x="323109" y="420961"/>
                  </a:lnTo>
                  <a:lnTo>
                    <a:pt x="326156" y="421382"/>
                  </a:lnTo>
                  <a:lnTo>
                    <a:pt x="329968" y="421422"/>
                  </a:lnTo>
                  <a:lnTo>
                    <a:pt x="330704" y="420453"/>
                  </a:lnTo>
                  <a:lnTo>
                    <a:pt x="330232" y="418771"/>
                  </a:lnTo>
                  <a:lnTo>
                    <a:pt x="329615" y="416999"/>
                  </a:lnTo>
                  <a:lnTo>
                    <a:pt x="328842" y="416751"/>
                  </a:lnTo>
                  <a:lnTo>
                    <a:pt x="328710" y="415074"/>
                  </a:lnTo>
                  <a:lnTo>
                    <a:pt x="330377" y="413539"/>
                  </a:lnTo>
                  <a:lnTo>
                    <a:pt x="331520" y="412887"/>
                  </a:lnTo>
                  <a:lnTo>
                    <a:pt x="331064" y="411779"/>
                  </a:lnTo>
                  <a:lnTo>
                    <a:pt x="329237" y="410053"/>
                  </a:lnTo>
                  <a:lnTo>
                    <a:pt x="328169" y="409782"/>
                  </a:lnTo>
                  <a:lnTo>
                    <a:pt x="327181" y="409032"/>
                  </a:lnTo>
                  <a:lnTo>
                    <a:pt x="327499" y="407857"/>
                  </a:lnTo>
                  <a:lnTo>
                    <a:pt x="328726" y="407358"/>
                  </a:lnTo>
                  <a:lnTo>
                    <a:pt x="330428" y="405632"/>
                  </a:lnTo>
                  <a:lnTo>
                    <a:pt x="329886" y="403586"/>
                  </a:lnTo>
                  <a:lnTo>
                    <a:pt x="329982" y="400992"/>
                  </a:lnTo>
                  <a:lnTo>
                    <a:pt x="329263" y="399584"/>
                  </a:lnTo>
                  <a:lnTo>
                    <a:pt x="325264" y="396883"/>
                  </a:lnTo>
                  <a:lnTo>
                    <a:pt x="319398" y="392433"/>
                  </a:lnTo>
                  <a:lnTo>
                    <a:pt x="313978" y="390405"/>
                  </a:lnTo>
                  <a:lnTo>
                    <a:pt x="301858" y="392027"/>
                  </a:lnTo>
                  <a:lnTo>
                    <a:pt x="297582" y="390985"/>
                  </a:lnTo>
                  <a:lnTo>
                    <a:pt x="294758" y="389830"/>
                  </a:lnTo>
                  <a:lnTo>
                    <a:pt x="291733" y="388246"/>
                  </a:lnTo>
                  <a:lnTo>
                    <a:pt x="295284" y="386648"/>
                  </a:lnTo>
                  <a:lnTo>
                    <a:pt x="299034" y="385482"/>
                  </a:lnTo>
                  <a:lnTo>
                    <a:pt x="300135" y="384492"/>
                  </a:lnTo>
                  <a:lnTo>
                    <a:pt x="301563" y="382414"/>
                  </a:lnTo>
                  <a:lnTo>
                    <a:pt x="303224" y="380937"/>
                  </a:lnTo>
                  <a:lnTo>
                    <a:pt x="304557" y="380539"/>
                  </a:lnTo>
                  <a:lnTo>
                    <a:pt x="308981" y="381318"/>
                  </a:lnTo>
                  <a:lnTo>
                    <a:pt x="319007" y="386850"/>
                  </a:lnTo>
                  <a:lnTo>
                    <a:pt x="321121" y="387432"/>
                  </a:lnTo>
                  <a:lnTo>
                    <a:pt x="327963" y="389989"/>
                  </a:lnTo>
                  <a:lnTo>
                    <a:pt x="329874" y="390122"/>
                  </a:lnTo>
                  <a:lnTo>
                    <a:pt x="332228" y="389542"/>
                  </a:lnTo>
                  <a:lnTo>
                    <a:pt x="330303" y="387075"/>
                  </a:lnTo>
                  <a:lnTo>
                    <a:pt x="328206" y="385329"/>
                  </a:lnTo>
                  <a:lnTo>
                    <a:pt x="323182" y="380397"/>
                  </a:lnTo>
                  <a:lnTo>
                    <a:pt x="323754" y="378051"/>
                  </a:lnTo>
                  <a:lnTo>
                    <a:pt x="326982" y="374164"/>
                  </a:lnTo>
                  <a:lnTo>
                    <a:pt x="335463" y="373873"/>
                  </a:lnTo>
                  <a:lnTo>
                    <a:pt x="339157" y="372491"/>
                  </a:lnTo>
                  <a:lnTo>
                    <a:pt x="343971" y="369516"/>
                  </a:lnTo>
                  <a:lnTo>
                    <a:pt x="350184" y="364555"/>
                  </a:lnTo>
                  <a:lnTo>
                    <a:pt x="355492" y="363961"/>
                  </a:lnTo>
                  <a:lnTo>
                    <a:pt x="362148" y="362408"/>
                  </a:lnTo>
                  <a:lnTo>
                    <a:pt x="364413" y="363557"/>
                  </a:lnTo>
                  <a:lnTo>
                    <a:pt x="370071" y="368304"/>
                  </a:lnTo>
                  <a:lnTo>
                    <a:pt x="373638" y="369946"/>
                  </a:lnTo>
                  <a:lnTo>
                    <a:pt x="374846" y="370087"/>
                  </a:lnTo>
                  <a:lnTo>
                    <a:pt x="376141" y="369943"/>
                  </a:lnTo>
                  <a:lnTo>
                    <a:pt x="372785" y="364033"/>
                  </a:lnTo>
                  <a:lnTo>
                    <a:pt x="374945" y="363268"/>
                  </a:lnTo>
                  <a:lnTo>
                    <a:pt x="377727" y="362607"/>
                  </a:lnTo>
                  <a:lnTo>
                    <a:pt x="380018" y="361118"/>
                  </a:lnTo>
                  <a:lnTo>
                    <a:pt x="381722" y="359895"/>
                  </a:lnTo>
                  <a:lnTo>
                    <a:pt x="387515" y="354190"/>
                  </a:lnTo>
                  <a:lnTo>
                    <a:pt x="392729" y="352634"/>
                  </a:lnTo>
                  <a:lnTo>
                    <a:pt x="407444" y="350136"/>
                  </a:lnTo>
                  <a:lnTo>
                    <a:pt x="412521" y="352412"/>
                  </a:lnTo>
                  <a:lnTo>
                    <a:pt x="416753" y="352681"/>
                  </a:lnTo>
                  <a:lnTo>
                    <a:pt x="417718" y="352023"/>
                  </a:lnTo>
                  <a:lnTo>
                    <a:pt x="418560" y="348961"/>
                  </a:lnTo>
                  <a:lnTo>
                    <a:pt x="420811" y="343057"/>
                  </a:lnTo>
                  <a:lnTo>
                    <a:pt x="422712" y="340968"/>
                  </a:lnTo>
                  <a:lnTo>
                    <a:pt x="429134" y="338755"/>
                  </a:lnTo>
                  <a:lnTo>
                    <a:pt x="434149" y="338864"/>
                  </a:lnTo>
                  <a:lnTo>
                    <a:pt x="437757" y="341288"/>
                  </a:lnTo>
                  <a:lnTo>
                    <a:pt x="441102" y="342869"/>
                  </a:lnTo>
                  <a:lnTo>
                    <a:pt x="444186" y="343605"/>
                  </a:lnTo>
                  <a:lnTo>
                    <a:pt x="447277" y="343525"/>
                  </a:lnTo>
                  <a:lnTo>
                    <a:pt x="451922" y="342174"/>
                  </a:lnTo>
                  <a:lnTo>
                    <a:pt x="458078" y="341678"/>
                  </a:lnTo>
                  <a:lnTo>
                    <a:pt x="460981" y="340979"/>
                  </a:lnTo>
                  <a:lnTo>
                    <a:pt x="464277" y="342315"/>
                  </a:lnTo>
                  <a:lnTo>
                    <a:pt x="472439" y="342760"/>
                  </a:lnTo>
                  <a:lnTo>
                    <a:pt x="478802" y="344670"/>
                  </a:lnTo>
                  <a:lnTo>
                    <a:pt x="482694" y="344693"/>
                  </a:lnTo>
                  <a:lnTo>
                    <a:pt x="488006" y="342846"/>
                  </a:lnTo>
                  <a:lnTo>
                    <a:pt x="490867" y="342589"/>
                  </a:lnTo>
                  <a:lnTo>
                    <a:pt x="501224" y="339606"/>
                  </a:lnTo>
                  <a:lnTo>
                    <a:pt x="509330" y="338974"/>
                  </a:lnTo>
                  <a:lnTo>
                    <a:pt x="515446" y="340295"/>
                  </a:lnTo>
                  <a:lnTo>
                    <a:pt x="525353" y="339470"/>
                  </a:lnTo>
                  <a:lnTo>
                    <a:pt x="535361" y="340094"/>
                  </a:lnTo>
                  <a:lnTo>
                    <a:pt x="539428" y="341196"/>
                  </a:lnTo>
                  <a:lnTo>
                    <a:pt x="561977" y="340515"/>
                  </a:lnTo>
                  <a:lnTo>
                    <a:pt x="579925" y="337695"/>
                  </a:lnTo>
                  <a:lnTo>
                    <a:pt x="582374" y="336720"/>
                  </a:lnTo>
                  <a:lnTo>
                    <a:pt x="586218" y="333655"/>
                  </a:lnTo>
                  <a:lnTo>
                    <a:pt x="588328" y="330830"/>
                  </a:lnTo>
                  <a:lnTo>
                    <a:pt x="589742" y="329959"/>
                  </a:lnTo>
                  <a:lnTo>
                    <a:pt x="592759" y="329627"/>
                  </a:lnTo>
                  <a:lnTo>
                    <a:pt x="597910" y="330259"/>
                  </a:lnTo>
                  <a:lnTo>
                    <a:pt x="605004" y="332337"/>
                  </a:lnTo>
                  <a:lnTo>
                    <a:pt x="611111" y="331563"/>
                  </a:lnTo>
                  <a:lnTo>
                    <a:pt x="622748" y="332755"/>
                  </a:lnTo>
                  <a:lnTo>
                    <a:pt x="623877" y="331800"/>
                  </a:lnTo>
                  <a:lnTo>
                    <a:pt x="624974" y="326479"/>
                  </a:lnTo>
                  <a:lnTo>
                    <a:pt x="626897" y="318015"/>
                  </a:lnTo>
                  <a:lnTo>
                    <a:pt x="628505" y="315484"/>
                  </a:lnTo>
                  <a:lnTo>
                    <a:pt x="631176" y="316137"/>
                  </a:lnTo>
                  <a:lnTo>
                    <a:pt x="639227" y="320979"/>
                  </a:lnTo>
                  <a:lnTo>
                    <a:pt x="639410" y="323033"/>
                  </a:lnTo>
                  <a:lnTo>
                    <a:pt x="638591" y="324496"/>
                  </a:lnTo>
                  <a:lnTo>
                    <a:pt x="637255" y="325082"/>
                  </a:lnTo>
                  <a:lnTo>
                    <a:pt x="636873" y="329189"/>
                  </a:lnTo>
                  <a:lnTo>
                    <a:pt x="637955" y="330360"/>
                  </a:lnTo>
                  <a:lnTo>
                    <a:pt x="639748" y="330002"/>
                  </a:lnTo>
                  <a:lnTo>
                    <a:pt x="640914" y="331774"/>
                  </a:lnTo>
                  <a:lnTo>
                    <a:pt x="638373" y="334865"/>
                  </a:lnTo>
                  <a:lnTo>
                    <a:pt x="636587" y="336619"/>
                  </a:lnTo>
                  <a:lnTo>
                    <a:pt x="635430" y="337395"/>
                  </a:lnTo>
                  <a:lnTo>
                    <a:pt x="634648" y="343262"/>
                  </a:lnTo>
                  <a:lnTo>
                    <a:pt x="633567" y="345215"/>
                  </a:lnTo>
                  <a:lnTo>
                    <a:pt x="633440" y="347365"/>
                  </a:lnTo>
                  <a:lnTo>
                    <a:pt x="635157" y="347365"/>
                  </a:lnTo>
                  <a:lnTo>
                    <a:pt x="636880" y="346488"/>
                  </a:lnTo>
                  <a:lnTo>
                    <a:pt x="638410" y="346237"/>
                  </a:lnTo>
                  <a:lnTo>
                    <a:pt x="643235" y="344702"/>
                  </a:lnTo>
                  <a:lnTo>
                    <a:pt x="652094" y="342945"/>
                  </a:lnTo>
                  <a:lnTo>
                    <a:pt x="654996" y="342027"/>
                  </a:lnTo>
                  <a:lnTo>
                    <a:pt x="656649" y="341761"/>
                  </a:lnTo>
                  <a:lnTo>
                    <a:pt x="657724" y="340541"/>
                  </a:lnTo>
                  <a:lnTo>
                    <a:pt x="656241" y="337661"/>
                  </a:lnTo>
                  <a:lnTo>
                    <a:pt x="655760" y="335246"/>
                  </a:lnTo>
                  <a:lnTo>
                    <a:pt x="656652" y="333249"/>
                  </a:lnTo>
                  <a:lnTo>
                    <a:pt x="656399" y="329777"/>
                  </a:lnTo>
                  <a:lnTo>
                    <a:pt x="655591" y="326323"/>
                  </a:lnTo>
                  <a:lnTo>
                    <a:pt x="657286" y="323715"/>
                  </a:lnTo>
                  <a:lnTo>
                    <a:pt x="658855" y="324286"/>
                  </a:lnTo>
                  <a:lnTo>
                    <a:pt x="661610" y="323911"/>
                  </a:lnTo>
                  <a:lnTo>
                    <a:pt x="663152" y="325163"/>
                  </a:lnTo>
                  <a:lnTo>
                    <a:pt x="665550" y="326300"/>
                  </a:lnTo>
                  <a:lnTo>
                    <a:pt x="667823" y="326889"/>
                  </a:lnTo>
                  <a:lnTo>
                    <a:pt x="670004" y="329189"/>
                  </a:lnTo>
                  <a:lnTo>
                    <a:pt x="670747" y="334201"/>
                  </a:lnTo>
                  <a:lnTo>
                    <a:pt x="670068" y="339352"/>
                  </a:lnTo>
                  <a:lnTo>
                    <a:pt x="667842" y="343066"/>
                  </a:lnTo>
                  <a:lnTo>
                    <a:pt x="663654" y="346462"/>
                  </a:lnTo>
                  <a:lnTo>
                    <a:pt x="658890" y="351844"/>
                  </a:lnTo>
                  <a:lnTo>
                    <a:pt x="659893" y="354401"/>
                  </a:lnTo>
                  <a:lnTo>
                    <a:pt x="662341" y="353541"/>
                  </a:lnTo>
                  <a:lnTo>
                    <a:pt x="673052" y="353786"/>
                  </a:lnTo>
                  <a:lnTo>
                    <a:pt x="679953" y="353370"/>
                  </a:lnTo>
                  <a:lnTo>
                    <a:pt x="684278" y="354008"/>
                  </a:lnTo>
                  <a:lnTo>
                    <a:pt x="689737" y="355364"/>
                  </a:lnTo>
                  <a:lnTo>
                    <a:pt x="694061" y="357405"/>
                  </a:lnTo>
                  <a:lnTo>
                    <a:pt x="699232" y="357785"/>
                  </a:lnTo>
                  <a:lnTo>
                    <a:pt x="702450" y="357044"/>
                  </a:lnTo>
                  <a:lnTo>
                    <a:pt x="705461" y="358065"/>
                  </a:lnTo>
                  <a:lnTo>
                    <a:pt x="717185" y="353743"/>
                  </a:lnTo>
                  <a:lnTo>
                    <a:pt x="721968" y="351304"/>
                  </a:lnTo>
                  <a:lnTo>
                    <a:pt x="724699" y="352519"/>
                  </a:lnTo>
                  <a:lnTo>
                    <a:pt x="729103" y="351469"/>
                  </a:lnTo>
                  <a:lnTo>
                    <a:pt x="731587" y="352409"/>
                  </a:lnTo>
                  <a:lnTo>
                    <a:pt x="736167" y="350895"/>
                  </a:lnTo>
                  <a:lnTo>
                    <a:pt x="739088" y="350716"/>
                  </a:lnTo>
                  <a:lnTo>
                    <a:pt x="742450" y="351359"/>
                  </a:lnTo>
                  <a:lnTo>
                    <a:pt x="752672" y="351665"/>
                  </a:lnTo>
                  <a:lnTo>
                    <a:pt x="753443" y="354455"/>
                  </a:lnTo>
                  <a:lnTo>
                    <a:pt x="756559" y="358712"/>
                  </a:lnTo>
                  <a:lnTo>
                    <a:pt x="759101" y="360368"/>
                  </a:lnTo>
                  <a:lnTo>
                    <a:pt x="762302" y="359667"/>
                  </a:lnTo>
                  <a:lnTo>
                    <a:pt x="764638" y="358345"/>
                  </a:lnTo>
                  <a:lnTo>
                    <a:pt x="768297" y="358847"/>
                  </a:lnTo>
                  <a:lnTo>
                    <a:pt x="773598" y="357032"/>
                  </a:lnTo>
                  <a:lnTo>
                    <a:pt x="778897" y="357578"/>
                  </a:lnTo>
                  <a:lnTo>
                    <a:pt x="781087" y="357272"/>
                  </a:lnTo>
                  <a:lnTo>
                    <a:pt x="782113" y="356091"/>
                  </a:lnTo>
                  <a:lnTo>
                    <a:pt x="782957" y="353509"/>
                  </a:lnTo>
                  <a:lnTo>
                    <a:pt x="781329" y="352063"/>
                  </a:lnTo>
                  <a:lnTo>
                    <a:pt x="776705" y="350222"/>
                  </a:lnTo>
                  <a:lnTo>
                    <a:pt x="772439" y="346390"/>
                  </a:lnTo>
                  <a:lnTo>
                    <a:pt x="770549" y="345588"/>
                  </a:lnTo>
                  <a:lnTo>
                    <a:pt x="767516" y="346067"/>
                  </a:lnTo>
                  <a:lnTo>
                    <a:pt x="766084" y="345371"/>
                  </a:lnTo>
                  <a:lnTo>
                    <a:pt x="764542" y="344130"/>
                  </a:lnTo>
                  <a:lnTo>
                    <a:pt x="766546" y="342670"/>
                  </a:lnTo>
                  <a:lnTo>
                    <a:pt x="768971" y="337918"/>
                  </a:lnTo>
                  <a:lnTo>
                    <a:pt x="767953" y="333572"/>
                  </a:lnTo>
                  <a:lnTo>
                    <a:pt x="766803" y="332660"/>
                  </a:lnTo>
                  <a:lnTo>
                    <a:pt x="763989" y="332799"/>
                  </a:lnTo>
                  <a:lnTo>
                    <a:pt x="760615" y="334342"/>
                  </a:lnTo>
                  <a:lnTo>
                    <a:pt x="759257" y="333275"/>
                  </a:lnTo>
                  <a:lnTo>
                    <a:pt x="757059" y="332706"/>
                  </a:lnTo>
                  <a:lnTo>
                    <a:pt x="756184" y="328698"/>
                  </a:lnTo>
                  <a:lnTo>
                    <a:pt x="753839" y="321201"/>
                  </a:lnTo>
                  <a:lnTo>
                    <a:pt x="752601" y="319054"/>
                  </a:lnTo>
                  <a:lnTo>
                    <a:pt x="748855" y="317103"/>
                  </a:lnTo>
                  <a:lnTo>
                    <a:pt x="745628" y="316160"/>
                  </a:lnTo>
                  <a:lnTo>
                    <a:pt x="742497" y="314919"/>
                  </a:lnTo>
                  <a:lnTo>
                    <a:pt x="741571" y="311959"/>
                  </a:lnTo>
                  <a:lnTo>
                    <a:pt x="742179" y="307884"/>
                  </a:lnTo>
                  <a:lnTo>
                    <a:pt x="745918" y="307018"/>
                  </a:lnTo>
                  <a:lnTo>
                    <a:pt x="749513" y="307437"/>
                  </a:lnTo>
                  <a:lnTo>
                    <a:pt x="751515" y="308172"/>
                  </a:lnTo>
                  <a:lnTo>
                    <a:pt x="753832" y="308507"/>
                  </a:lnTo>
                  <a:lnTo>
                    <a:pt x="756492" y="309347"/>
                  </a:lnTo>
                  <a:lnTo>
                    <a:pt x="758227" y="310518"/>
                  </a:lnTo>
                  <a:lnTo>
                    <a:pt x="759619" y="311179"/>
                  </a:lnTo>
                  <a:lnTo>
                    <a:pt x="762192" y="311197"/>
                  </a:lnTo>
                  <a:lnTo>
                    <a:pt x="771197" y="310083"/>
                  </a:lnTo>
                  <a:lnTo>
                    <a:pt x="772398" y="309315"/>
                  </a:lnTo>
                  <a:lnTo>
                    <a:pt x="773505" y="307866"/>
                  </a:lnTo>
                  <a:lnTo>
                    <a:pt x="775406" y="307543"/>
                  </a:lnTo>
                  <a:lnTo>
                    <a:pt x="777150" y="307739"/>
                  </a:lnTo>
                  <a:lnTo>
                    <a:pt x="779705" y="306862"/>
                  </a:lnTo>
                  <a:lnTo>
                    <a:pt x="776780" y="305676"/>
                  </a:lnTo>
                  <a:lnTo>
                    <a:pt x="773631" y="303434"/>
                  </a:lnTo>
                  <a:lnTo>
                    <a:pt x="768893" y="300699"/>
                  </a:lnTo>
                  <a:lnTo>
                    <a:pt x="764898" y="299238"/>
                  </a:lnTo>
                  <a:lnTo>
                    <a:pt x="757658" y="298197"/>
                  </a:lnTo>
                  <a:lnTo>
                    <a:pt x="753963" y="298543"/>
                  </a:lnTo>
                  <a:lnTo>
                    <a:pt x="751635" y="298000"/>
                  </a:lnTo>
                  <a:lnTo>
                    <a:pt x="743376" y="298286"/>
                  </a:lnTo>
                  <a:lnTo>
                    <a:pt x="741129" y="297230"/>
                  </a:lnTo>
                  <a:lnTo>
                    <a:pt x="739520" y="294258"/>
                  </a:lnTo>
                  <a:lnTo>
                    <a:pt x="737294" y="287188"/>
                  </a:lnTo>
                  <a:lnTo>
                    <a:pt x="736647" y="283451"/>
                  </a:lnTo>
                  <a:lnTo>
                    <a:pt x="738169" y="282069"/>
                  </a:lnTo>
                  <a:lnTo>
                    <a:pt x="739193" y="280565"/>
                  </a:lnTo>
                  <a:lnTo>
                    <a:pt x="741638" y="280418"/>
                  </a:lnTo>
                  <a:lnTo>
                    <a:pt x="745205" y="280993"/>
                  </a:lnTo>
                  <a:lnTo>
                    <a:pt x="746377" y="281717"/>
                  </a:lnTo>
                  <a:lnTo>
                    <a:pt x="747250" y="283927"/>
                  </a:lnTo>
                  <a:lnTo>
                    <a:pt x="746376" y="286187"/>
                  </a:lnTo>
                  <a:lnTo>
                    <a:pt x="745231" y="287361"/>
                  </a:lnTo>
                  <a:lnTo>
                    <a:pt x="745931" y="288432"/>
                  </a:lnTo>
                  <a:lnTo>
                    <a:pt x="749588" y="288749"/>
                  </a:lnTo>
                  <a:lnTo>
                    <a:pt x="751389" y="289421"/>
                  </a:lnTo>
                  <a:lnTo>
                    <a:pt x="752930" y="289687"/>
                  </a:lnTo>
                  <a:lnTo>
                    <a:pt x="756289" y="288668"/>
                  </a:lnTo>
                  <a:lnTo>
                    <a:pt x="761205" y="288247"/>
                  </a:lnTo>
                  <a:lnTo>
                    <a:pt x="763675" y="289263"/>
                  </a:lnTo>
                  <a:lnTo>
                    <a:pt x="766605" y="290024"/>
                  </a:lnTo>
                  <a:lnTo>
                    <a:pt x="770912" y="288801"/>
                  </a:lnTo>
                  <a:lnTo>
                    <a:pt x="786315" y="289462"/>
                  </a:lnTo>
                  <a:lnTo>
                    <a:pt x="788201" y="289785"/>
                  </a:lnTo>
                  <a:lnTo>
                    <a:pt x="790065" y="291811"/>
                  </a:lnTo>
                  <a:lnTo>
                    <a:pt x="791675" y="293072"/>
                  </a:lnTo>
                  <a:lnTo>
                    <a:pt x="793353" y="292535"/>
                  </a:lnTo>
                  <a:lnTo>
                    <a:pt x="798359" y="294904"/>
                  </a:lnTo>
                  <a:lnTo>
                    <a:pt x="801050" y="296739"/>
                  </a:lnTo>
                  <a:lnTo>
                    <a:pt x="803757" y="297703"/>
                  </a:lnTo>
                  <a:lnTo>
                    <a:pt x="806085" y="297943"/>
                  </a:lnTo>
                  <a:lnTo>
                    <a:pt x="808696" y="297487"/>
                  </a:lnTo>
                  <a:lnTo>
                    <a:pt x="812073" y="295937"/>
                  </a:lnTo>
                  <a:lnTo>
                    <a:pt x="814886" y="295308"/>
                  </a:lnTo>
                  <a:lnTo>
                    <a:pt x="816877" y="295865"/>
                  </a:lnTo>
                  <a:lnTo>
                    <a:pt x="821137" y="296177"/>
                  </a:lnTo>
                  <a:lnTo>
                    <a:pt x="824408" y="298052"/>
                  </a:lnTo>
                  <a:lnTo>
                    <a:pt x="826922" y="297276"/>
                  </a:lnTo>
                  <a:lnTo>
                    <a:pt x="829602" y="295158"/>
                  </a:lnTo>
                  <a:lnTo>
                    <a:pt x="838038" y="293669"/>
                  </a:lnTo>
                  <a:lnTo>
                    <a:pt x="843685" y="294076"/>
                  </a:lnTo>
                  <a:lnTo>
                    <a:pt x="853994" y="297877"/>
                  </a:lnTo>
                  <a:lnTo>
                    <a:pt x="856376" y="298234"/>
                  </a:lnTo>
                  <a:lnTo>
                    <a:pt x="861087" y="295992"/>
                  </a:lnTo>
                  <a:lnTo>
                    <a:pt x="862598" y="292310"/>
                  </a:lnTo>
                  <a:lnTo>
                    <a:pt x="862389" y="288152"/>
                  </a:lnTo>
                  <a:lnTo>
                    <a:pt x="863764" y="287165"/>
                  </a:lnTo>
                  <a:lnTo>
                    <a:pt x="864891" y="287627"/>
                  </a:lnTo>
                  <a:lnTo>
                    <a:pt x="866982" y="284744"/>
                  </a:lnTo>
                  <a:lnTo>
                    <a:pt x="869821" y="284989"/>
                  </a:lnTo>
                  <a:lnTo>
                    <a:pt x="871562" y="285540"/>
                  </a:lnTo>
                  <a:lnTo>
                    <a:pt x="872638" y="283656"/>
                  </a:lnTo>
                  <a:lnTo>
                    <a:pt x="873621" y="279737"/>
                  </a:lnTo>
                  <a:lnTo>
                    <a:pt x="876958" y="279437"/>
                  </a:lnTo>
                  <a:lnTo>
                    <a:pt x="879391" y="280009"/>
                  </a:lnTo>
                  <a:lnTo>
                    <a:pt x="882591" y="282525"/>
                  </a:lnTo>
                  <a:lnTo>
                    <a:pt x="882587" y="284625"/>
                  </a:lnTo>
                  <a:lnTo>
                    <a:pt x="881268" y="286865"/>
                  </a:lnTo>
                  <a:lnTo>
                    <a:pt x="879066" y="292371"/>
                  </a:lnTo>
                  <a:lnTo>
                    <a:pt x="880425" y="295571"/>
                  </a:lnTo>
                  <a:lnTo>
                    <a:pt x="882486" y="295291"/>
                  </a:lnTo>
                  <a:lnTo>
                    <a:pt x="885069" y="295923"/>
                  </a:lnTo>
                  <a:lnTo>
                    <a:pt x="888221" y="294552"/>
                  </a:lnTo>
                  <a:lnTo>
                    <a:pt x="890215" y="294477"/>
                  </a:lnTo>
                  <a:lnTo>
                    <a:pt x="893706" y="299262"/>
                  </a:lnTo>
                  <a:lnTo>
                    <a:pt x="896080" y="299550"/>
                  </a:lnTo>
                  <a:lnTo>
                    <a:pt x="897895" y="299256"/>
                  </a:lnTo>
                  <a:lnTo>
                    <a:pt x="903869" y="294965"/>
                  </a:lnTo>
                  <a:lnTo>
                    <a:pt x="905593" y="294480"/>
                  </a:lnTo>
                  <a:lnTo>
                    <a:pt x="907701" y="296457"/>
                  </a:lnTo>
                  <a:lnTo>
                    <a:pt x="910793" y="301016"/>
                  </a:lnTo>
                  <a:lnTo>
                    <a:pt x="913479" y="303639"/>
                  </a:lnTo>
                  <a:lnTo>
                    <a:pt x="917419" y="305255"/>
                  </a:lnTo>
                  <a:lnTo>
                    <a:pt x="920853" y="305728"/>
                  </a:lnTo>
                  <a:lnTo>
                    <a:pt x="924870" y="307866"/>
                  </a:lnTo>
                  <a:lnTo>
                    <a:pt x="927095" y="309664"/>
                  </a:lnTo>
                  <a:lnTo>
                    <a:pt x="932122" y="309702"/>
                  </a:lnTo>
                  <a:lnTo>
                    <a:pt x="934301" y="310443"/>
                  </a:lnTo>
                  <a:lnTo>
                    <a:pt x="940375" y="314123"/>
                  </a:lnTo>
                  <a:lnTo>
                    <a:pt x="945926" y="312316"/>
                  </a:lnTo>
                  <a:lnTo>
                    <a:pt x="948784" y="310619"/>
                  </a:lnTo>
                  <a:lnTo>
                    <a:pt x="950184" y="307491"/>
                  </a:lnTo>
                  <a:lnTo>
                    <a:pt x="949484" y="302802"/>
                  </a:lnTo>
                  <a:lnTo>
                    <a:pt x="949230" y="298110"/>
                  </a:lnTo>
                  <a:lnTo>
                    <a:pt x="950056" y="296156"/>
                  </a:lnTo>
                  <a:lnTo>
                    <a:pt x="951519" y="295764"/>
                  </a:lnTo>
                  <a:lnTo>
                    <a:pt x="958132" y="301042"/>
                  </a:lnTo>
                  <a:lnTo>
                    <a:pt x="957715" y="297908"/>
                  </a:lnTo>
                  <a:lnTo>
                    <a:pt x="957148" y="295452"/>
                  </a:lnTo>
                  <a:lnTo>
                    <a:pt x="955461" y="291268"/>
                  </a:lnTo>
                  <a:lnTo>
                    <a:pt x="955716" y="288143"/>
                  </a:lnTo>
                  <a:lnTo>
                    <a:pt x="957115" y="287165"/>
                  </a:lnTo>
                  <a:lnTo>
                    <a:pt x="959907" y="288807"/>
                  </a:lnTo>
                  <a:lnTo>
                    <a:pt x="963212" y="289635"/>
                  </a:lnTo>
                  <a:lnTo>
                    <a:pt x="965964" y="291450"/>
                  </a:lnTo>
                  <a:lnTo>
                    <a:pt x="971329" y="298035"/>
                  </a:lnTo>
                  <a:lnTo>
                    <a:pt x="973035" y="303778"/>
                  </a:lnTo>
                  <a:lnTo>
                    <a:pt x="976672" y="305226"/>
                  </a:lnTo>
                  <a:lnTo>
                    <a:pt x="979208" y="304969"/>
                  </a:lnTo>
                  <a:lnTo>
                    <a:pt x="982078" y="304023"/>
                  </a:lnTo>
                  <a:lnTo>
                    <a:pt x="985938" y="303223"/>
                  </a:lnTo>
                  <a:lnTo>
                    <a:pt x="988904" y="303454"/>
                  </a:lnTo>
                  <a:lnTo>
                    <a:pt x="991645" y="302410"/>
                  </a:lnTo>
                  <a:lnTo>
                    <a:pt x="992471" y="305538"/>
                  </a:lnTo>
                  <a:lnTo>
                    <a:pt x="989890" y="310034"/>
                  </a:lnTo>
                  <a:lnTo>
                    <a:pt x="988910" y="312966"/>
                  </a:lnTo>
                  <a:lnTo>
                    <a:pt x="989737" y="313747"/>
                  </a:lnTo>
                  <a:lnTo>
                    <a:pt x="991289" y="313049"/>
                  </a:lnTo>
                  <a:lnTo>
                    <a:pt x="992563" y="312131"/>
                  </a:lnTo>
                  <a:lnTo>
                    <a:pt x="997021" y="312602"/>
                  </a:lnTo>
                  <a:lnTo>
                    <a:pt x="1000626" y="310565"/>
                  </a:lnTo>
                  <a:lnTo>
                    <a:pt x="1003714" y="309820"/>
                  </a:lnTo>
                  <a:lnTo>
                    <a:pt x="1006617" y="307679"/>
                  </a:lnTo>
                  <a:lnTo>
                    <a:pt x="1009016" y="307866"/>
                  </a:lnTo>
                  <a:lnTo>
                    <a:pt x="1010824" y="308248"/>
                  </a:lnTo>
                  <a:lnTo>
                    <a:pt x="1013337" y="309938"/>
                  </a:lnTo>
                  <a:lnTo>
                    <a:pt x="1015729" y="309012"/>
                  </a:lnTo>
                  <a:lnTo>
                    <a:pt x="1017151" y="309356"/>
                  </a:lnTo>
                  <a:lnTo>
                    <a:pt x="1019086" y="309483"/>
                  </a:lnTo>
                  <a:lnTo>
                    <a:pt x="1029342" y="302040"/>
                  </a:lnTo>
                  <a:lnTo>
                    <a:pt x="1031667" y="302170"/>
                  </a:lnTo>
                  <a:lnTo>
                    <a:pt x="1034614" y="301758"/>
                  </a:lnTo>
                  <a:lnTo>
                    <a:pt x="1038331" y="300009"/>
                  </a:lnTo>
                  <a:lnTo>
                    <a:pt x="1041183" y="299236"/>
                  </a:lnTo>
                  <a:lnTo>
                    <a:pt x="1043537" y="299279"/>
                  </a:lnTo>
                  <a:lnTo>
                    <a:pt x="1047724" y="296569"/>
                  </a:lnTo>
                  <a:lnTo>
                    <a:pt x="1054401" y="296901"/>
                  </a:lnTo>
                  <a:lnTo>
                    <a:pt x="1057805" y="295496"/>
                  </a:lnTo>
                  <a:lnTo>
                    <a:pt x="1064403" y="293816"/>
                  </a:lnTo>
                  <a:lnTo>
                    <a:pt x="1068838" y="291920"/>
                  </a:lnTo>
                  <a:lnTo>
                    <a:pt x="1076727" y="286899"/>
                  </a:lnTo>
                  <a:lnTo>
                    <a:pt x="1079931" y="283916"/>
                  </a:lnTo>
                  <a:lnTo>
                    <a:pt x="1083395" y="277313"/>
                  </a:lnTo>
                  <a:lnTo>
                    <a:pt x="1085579" y="270708"/>
                  </a:lnTo>
                  <a:lnTo>
                    <a:pt x="1088000" y="261927"/>
                  </a:lnTo>
                  <a:lnTo>
                    <a:pt x="1086809" y="256219"/>
                  </a:lnTo>
                  <a:lnTo>
                    <a:pt x="1085535" y="253706"/>
                  </a:lnTo>
                  <a:lnTo>
                    <a:pt x="1084462" y="250950"/>
                  </a:lnTo>
                  <a:lnTo>
                    <a:pt x="1081918" y="245271"/>
                  </a:lnTo>
                  <a:lnTo>
                    <a:pt x="1081249" y="238115"/>
                  </a:lnTo>
                  <a:lnTo>
                    <a:pt x="1081493" y="231414"/>
                  </a:lnTo>
                  <a:lnTo>
                    <a:pt x="1080591" y="225115"/>
                  </a:lnTo>
                  <a:lnTo>
                    <a:pt x="1079689" y="220431"/>
                  </a:lnTo>
                  <a:lnTo>
                    <a:pt x="1077802" y="212617"/>
                  </a:lnTo>
                  <a:lnTo>
                    <a:pt x="1075522" y="207541"/>
                  </a:lnTo>
                  <a:lnTo>
                    <a:pt x="1072853" y="200740"/>
                  </a:lnTo>
                  <a:lnTo>
                    <a:pt x="1072849" y="194518"/>
                  </a:lnTo>
                  <a:lnTo>
                    <a:pt x="1072213" y="189633"/>
                  </a:lnTo>
                  <a:lnTo>
                    <a:pt x="1070601" y="186161"/>
                  </a:lnTo>
                  <a:lnTo>
                    <a:pt x="1069924" y="183380"/>
                  </a:lnTo>
                  <a:lnTo>
                    <a:pt x="1071154" y="182802"/>
                  </a:lnTo>
                  <a:lnTo>
                    <a:pt x="1072293" y="181954"/>
                  </a:lnTo>
                  <a:lnTo>
                    <a:pt x="1075376" y="180878"/>
                  </a:lnTo>
                  <a:lnTo>
                    <a:pt x="1082770" y="182791"/>
                  </a:lnTo>
                  <a:lnTo>
                    <a:pt x="1083418" y="179992"/>
                  </a:lnTo>
                  <a:lnTo>
                    <a:pt x="1085282" y="177937"/>
                  </a:lnTo>
                  <a:lnTo>
                    <a:pt x="1086585" y="175366"/>
                  </a:lnTo>
                  <a:lnTo>
                    <a:pt x="1086140" y="171456"/>
                  </a:lnTo>
                  <a:lnTo>
                    <a:pt x="1084540" y="169852"/>
                  </a:lnTo>
                  <a:lnTo>
                    <a:pt x="1082589" y="166507"/>
                  </a:lnTo>
                  <a:lnTo>
                    <a:pt x="1083469" y="163832"/>
                  </a:lnTo>
                  <a:lnTo>
                    <a:pt x="1085059" y="163832"/>
                  </a:lnTo>
                  <a:lnTo>
                    <a:pt x="1085822" y="160900"/>
                  </a:lnTo>
                  <a:lnTo>
                    <a:pt x="1085220" y="158044"/>
                  </a:lnTo>
                  <a:lnTo>
                    <a:pt x="1085949" y="154448"/>
                  </a:lnTo>
                  <a:lnTo>
                    <a:pt x="1087368" y="149854"/>
                  </a:lnTo>
                  <a:lnTo>
                    <a:pt x="1088330" y="148163"/>
                  </a:lnTo>
                  <a:lnTo>
                    <a:pt x="1086559" y="145396"/>
                  </a:lnTo>
                  <a:lnTo>
                    <a:pt x="1084903" y="141786"/>
                  </a:lnTo>
                  <a:lnTo>
                    <a:pt x="1085318" y="138993"/>
                  </a:lnTo>
                  <a:lnTo>
                    <a:pt x="1086139" y="136078"/>
                  </a:lnTo>
                  <a:lnTo>
                    <a:pt x="1087157" y="131975"/>
                  </a:lnTo>
                  <a:lnTo>
                    <a:pt x="1088556" y="129043"/>
                  </a:lnTo>
                  <a:lnTo>
                    <a:pt x="1089447" y="128065"/>
                  </a:lnTo>
                  <a:lnTo>
                    <a:pt x="1089180" y="127087"/>
                  </a:lnTo>
                  <a:lnTo>
                    <a:pt x="1087083" y="126036"/>
                  </a:lnTo>
                  <a:lnTo>
                    <a:pt x="1085149" y="125843"/>
                  </a:lnTo>
                  <a:lnTo>
                    <a:pt x="1081663" y="127672"/>
                  </a:lnTo>
                  <a:lnTo>
                    <a:pt x="1081109" y="127309"/>
                  </a:lnTo>
                  <a:lnTo>
                    <a:pt x="1080915" y="126371"/>
                  </a:lnTo>
                  <a:lnTo>
                    <a:pt x="1080712" y="124368"/>
                  </a:lnTo>
                  <a:lnTo>
                    <a:pt x="1081053" y="119465"/>
                  </a:lnTo>
                  <a:lnTo>
                    <a:pt x="1081601" y="114843"/>
                  </a:lnTo>
                  <a:lnTo>
                    <a:pt x="1082109" y="114190"/>
                  </a:lnTo>
                  <a:lnTo>
                    <a:pt x="1083469" y="113602"/>
                  </a:lnTo>
                  <a:lnTo>
                    <a:pt x="1084804" y="110084"/>
                  </a:lnTo>
                  <a:lnTo>
                    <a:pt x="1086012" y="109888"/>
                  </a:lnTo>
                  <a:lnTo>
                    <a:pt x="1086776" y="111059"/>
                  </a:lnTo>
                  <a:lnTo>
                    <a:pt x="1087030" y="115752"/>
                  </a:lnTo>
                  <a:lnTo>
                    <a:pt x="1087438" y="116828"/>
                  </a:lnTo>
                  <a:lnTo>
                    <a:pt x="1087285" y="119073"/>
                  </a:lnTo>
                  <a:lnTo>
                    <a:pt x="1087920" y="119855"/>
                  </a:lnTo>
                  <a:lnTo>
                    <a:pt x="1088677" y="118380"/>
                  </a:lnTo>
                  <a:lnTo>
                    <a:pt x="1090093" y="117673"/>
                  </a:lnTo>
                  <a:lnTo>
                    <a:pt x="1090655" y="119269"/>
                  </a:lnTo>
                  <a:lnTo>
                    <a:pt x="1091163" y="120051"/>
                  </a:lnTo>
                  <a:lnTo>
                    <a:pt x="1091418" y="118683"/>
                  </a:lnTo>
                  <a:lnTo>
                    <a:pt x="1091237" y="114886"/>
                  </a:lnTo>
                  <a:lnTo>
                    <a:pt x="1091005" y="113356"/>
                  </a:lnTo>
                  <a:lnTo>
                    <a:pt x="1090830" y="110898"/>
                  </a:lnTo>
                  <a:lnTo>
                    <a:pt x="1091130" y="109741"/>
                  </a:lnTo>
                  <a:lnTo>
                    <a:pt x="1091490" y="107822"/>
                  </a:lnTo>
                  <a:lnTo>
                    <a:pt x="1090893" y="103848"/>
                  </a:lnTo>
                  <a:lnTo>
                    <a:pt x="1091116" y="102345"/>
                  </a:lnTo>
                  <a:lnTo>
                    <a:pt x="1092392" y="99953"/>
                  </a:lnTo>
                  <a:lnTo>
                    <a:pt x="1093010" y="99454"/>
                  </a:lnTo>
                  <a:lnTo>
                    <a:pt x="1094209" y="99468"/>
                  </a:lnTo>
                  <a:lnTo>
                    <a:pt x="1096402" y="101038"/>
                  </a:lnTo>
                  <a:lnTo>
                    <a:pt x="1097424" y="101162"/>
                  </a:lnTo>
                  <a:lnTo>
                    <a:pt x="1098203" y="100426"/>
                  </a:lnTo>
                  <a:lnTo>
                    <a:pt x="1098669" y="98899"/>
                  </a:lnTo>
                  <a:lnTo>
                    <a:pt x="1099049" y="93861"/>
                  </a:lnTo>
                  <a:lnTo>
                    <a:pt x="1098113" y="92083"/>
                  </a:lnTo>
                  <a:lnTo>
                    <a:pt x="1098125" y="90470"/>
                  </a:lnTo>
                  <a:lnTo>
                    <a:pt x="1098674" y="89481"/>
                  </a:lnTo>
                  <a:lnTo>
                    <a:pt x="1099637" y="85957"/>
                  </a:lnTo>
                  <a:lnTo>
                    <a:pt x="1101100" y="85781"/>
                  </a:lnTo>
                  <a:lnTo>
                    <a:pt x="1102530" y="86093"/>
                  </a:lnTo>
                  <a:lnTo>
                    <a:pt x="1103917" y="85412"/>
                  </a:lnTo>
                  <a:lnTo>
                    <a:pt x="1103436" y="83983"/>
                  </a:lnTo>
                  <a:lnTo>
                    <a:pt x="1103000" y="81790"/>
                  </a:lnTo>
                  <a:lnTo>
                    <a:pt x="1104561" y="80717"/>
                  </a:lnTo>
                  <a:lnTo>
                    <a:pt x="1105583" y="80374"/>
                  </a:lnTo>
                  <a:lnTo>
                    <a:pt x="1108247" y="81747"/>
                  </a:lnTo>
                  <a:lnTo>
                    <a:pt x="1109287" y="82523"/>
                  </a:lnTo>
                  <a:lnTo>
                    <a:pt x="1110240" y="80766"/>
                  </a:lnTo>
                  <a:lnTo>
                    <a:pt x="1109923" y="79006"/>
                  </a:lnTo>
                  <a:lnTo>
                    <a:pt x="1108905" y="78028"/>
                  </a:lnTo>
                  <a:lnTo>
                    <a:pt x="1108714" y="76466"/>
                  </a:lnTo>
                  <a:lnTo>
                    <a:pt x="1108969" y="74510"/>
                  </a:lnTo>
                  <a:lnTo>
                    <a:pt x="1110622" y="75488"/>
                  </a:lnTo>
                  <a:lnTo>
                    <a:pt x="1110999" y="75116"/>
                  </a:lnTo>
                  <a:lnTo>
                    <a:pt x="1111435" y="73347"/>
                  </a:lnTo>
                  <a:lnTo>
                    <a:pt x="1111178" y="72502"/>
                  </a:lnTo>
                  <a:lnTo>
                    <a:pt x="1110965" y="71341"/>
                  </a:lnTo>
                  <a:lnTo>
                    <a:pt x="1113132" y="71114"/>
                  </a:lnTo>
                  <a:lnTo>
                    <a:pt x="1113454" y="70655"/>
                  </a:lnTo>
                  <a:lnTo>
                    <a:pt x="1113914" y="69269"/>
                  </a:lnTo>
                  <a:lnTo>
                    <a:pt x="1114551" y="68773"/>
                  </a:lnTo>
                  <a:lnTo>
                    <a:pt x="1116510" y="68839"/>
                  </a:lnTo>
                  <a:lnTo>
                    <a:pt x="1116933" y="68118"/>
                  </a:lnTo>
                  <a:lnTo>
                    <a:pt x="1117127" y="66606"/>
                  </a:lnTo>
                  <a:lnTo>
                    <a:pt x="1116069" y="66222"/>
                  </a:lnTo>
                  <a:lnTo>
                    <a:pt x="1114692" y="64739"/>
                  </a:lnTo>
                  <a:lnTo>
                    <a:pt x="1114501" y="60633"/>
                  </a:lnTo>
                  <a:lnTo>
                    <a:pt x="1114819" y="57701"/>
                  </a:lnTo>
                  <a:lnTo>
                    <a:pt x="1116027" y="55162"/>
                  </a:lnTo>
                  <a:lnTo>
                    <a:pt x="1117490" y="53401"/>
                  </a:lnTo>
                  <a:lnTo>
                    <a:pt x="1120163" y="54922"/>
                  </a:lnTo>
                  <a:lnTo>
                    <a:pt x="1122259" y="54573"/>
                  </a:lnTo>
                  <a:lnTo>
                    <a:pt x="1123086" y="56137"/>
                  </a:lnTo>
                  <a:lnTo>
                    <a:pt x="1124231" y="56529"/>
                  </a:lnTo>
                  <a:lnTo>
                    <a:pt x="1124485" y="54769"/>
                  </a:lnTo>
                  <a:lnTo>
                    <a:pt x="1123975" y="53237"/>
                  </a:lnTo>
                  <a:lnTo>
                    <a:pt x="1123646" y="50712"/>
                  </a:lnTo>
                  <a:lnTo>
                    <a:pt x="1126965" y="47734"/>
                  </a:lnTo>
                  <a:lnTo>
                    <a:pt x="1128024" y="48201"/>
                  </a:lnTo>
                  <a:lnTo>
                    <a:pt x="1129341" y="47489"/>
                  </a:lnTo>
                  <a:lnTo>
                    <a:pt x="1128873" y="45192"/>
                  </a:lnTo>
                  <a:lnTo>
                    <a:pt x="1129572" y="42260"/>
                  </a:lnTo>
                  <a:lnTo>
                    <a:pt x="1130526" y="41870"/>
                  </a:lnTo>
                  <a:lnTo>
                    <a:pt x="1131162" y="44410"/>
                  </a:lnTo>
                  <a:lnTo>
                    <a:pt x="1132073" y="44932"/>
                  </a:lnTo>
                  <a:lnTo>
                    <a:pt x="1133070" y="44338"/>
                  </a:lnTo>
                  <a:lnTo>
                    <a:pt x="1135542" y="41342"/>
                  </a:lnTo>
                  <a:lnTo>
                    <a:pt x="1136754" y="40883"/>
                  </a:lnTo>
                  <a:lnTo>
                    <a:pt x="1137952" y="40731"/>
                  </a:lnTo>
                  <a:lnTo>
                    <a:pt x="1139214" y="38985"/>
                  </a:lnTo>
                  <a:lnTo>
                    <a:pt x="1139507" y="36916"/>
                  </a:lnTo>
                  <a:lnTo>
                    <a:pt x="1140219" y="35484"/>
                  </a:lnTo>
                  <a:lnTo>
                    <a:pt x="1142357" y="33574"/>
                  </a:lnTo>
                  <a:lnTo>
                    <a:pt x="1143236" y="32163"/>
                  </a:lnTo>
                  <a:lnTo>
                    <a:pt x="1145116" y="27286"/>
                  </a:lnTo>
                  <a:lnTo>
                    <a:pt x="1144775" y="26051"/>
                  </a:lnTo>
                  <a:lnTo>
                    <a:pt x="1145332" y="25033"/>
                  </a:lnTo>
                  <a:lnTo>
                    <a:pt x="1150974" y="20615"/>
                  </a:lnTo>
                  <a:lnTo>
                    <a:pt x="1153737" y="20190"/>
                  </a:lnTo>
                  <a:lnTo>
                    <a:pt x="1158349" y="17564"/>
                  </a:lnTo>
                  <a:lnTo>
                    <a:pt x="1161161" y="14408"/>
                  </a:lnTo>
                  <a:lnTo>
                    <a:pt x="1162903" y="13121"/>
                  </a:lnTo>
                  <a:lnTo>
                    <a:pt x="1164483" y="9620"/>
                  </a:lnTo>
                  <a:lnTo>
                    <a:pt x="1166392" y="9104"/>
                  </a:lnTo>
                  <a:lnTo>
                    <a:pt x="1170794" y="6648"/>
                  </a:lnTo>
                  <a:lnTo>
                    <a:pt x="1174135" y="2732"/>
                  </a:lnTo>
                  <a:lnTo>
                    <a:pt x="1178735" y="0"/>
                  </a:lnTo>
                  <a:lnTo>
                    <a:pt x="1180863" y="251"/>
                  </a:lnTo>
                  <a:lnTo>
                    <a:pt x="1181743" y="1070"/>
                  </a:lnTo>
                  <a:lnTo>
                    <a:pt x="1182282" y="4331"/>
                  </a:lnTo>
                  <a:lnTo>
                    <a:pt x="1183179" y="8253"/>
                  </a:lnTo>
                  <a:lnTo>
                    <a:pt x="1184578" y="10206"/>
                  </a:lnTo>
                  <a:lnTo>
                    <a:pt x="1184069" y="11966"/>
                  </a:lnTo>
                  <a:lnTo>
                    <a:pt x="1182733" y="11770"/>
                  </a:lnTo>
                  <a:lnTo>
                    <a:pt x="1181335" y="12160"/>
                  </a:lnTo>
                  <a:lnTo>
                    <a:pt x="1181017" y="10206"/>
                  </a:lnTo>
                  <a:lnTo>
                    <a:pt x="1181541" y="8783"/>
                  </a:lnTo>
                  <a:lnTo>
                    <a:pt x="1181017" y="7471"/>
                  </a:lnTo>
                  <a:lnTo>
                    <a:pt x="1179751" y="7811"/>
                  </a:lnTo>
                  <a:lnTo>
                    <a:pt x="1178052" y="8489"/>
                  </a:lnTo>
                  <a:lnTo>
                    <a:pt x="1176890" y="9465"/>
                  </a:lnTo>
                  <a:lnTo>
                    <a:pt x="1175396" y="11533"/>
                  </a:lnTo>
                  <a:lnTo>
                    <a:pt x="1174244" y="12722"/>
                  </a:lnTo>
                  <a:lnTo>
                    <a:pt x="1170339" y="15871"/>
                  </a:lnTo>
                  <a:lnTo>
                    <a:pt x="1167753" y="20364"/>
                  </a:lnTo>
                  <a:lnTo>
                    <a:pt x="1165918" y="25151"/>
                  </a:lnTo>
                  <a:lnTo>
                    <a:pt x="1164801" y="28383"/>
                  </a:lnTo>
                  <a:lnTo>
                    <a:pt x="1163202" y="28622"/>
                  </a:lnTo>
                  <a:lnTo>
                    <a:pt x="1162798" y="29791"/>
                  </a:lnTo>
                  <a:lnTo>
                    <a:pt x="1163472" y="30720"/>
                  </a:lnTo>
                  <a:lnTo>
                    <a:pt x="1163993" y="31115"/>
                  </a:lnTo>
                  <a:lnTo>
                    <a:pt x="1165182" y="31511"/>
                  </a:lnTo>
                  <a:lnTo>
                    <a:pt x="1164992" y="32878"/>
                  </a:lnTo>
                  <a:lnTo>
                    <a:pt x="1164165" y="33268"/>
                  </a:lnTo>
                  <a:lnTo>
                    <a:pt x="1164258" y="34353"/>
                  </a:lnTo>
                  <a:lnTo>
                    <a:pt x="1165119" y="36007"/>
                  </a:lnTo>
                  <a:lnTo>
                    <a:pt x="1165310" y="38353"/>
                  </a:lnTo>
                  <a:lnTo>
                    <a:pt x="1164292" y="38742"/>
                  </a:lnTo>
                  <a:lnTo>
                    <a:pt x="1162766" y="36200"/>
                  </a:lnTo>
                  <a:lnTo>
                    <a:pt x="1161048" y="35969"/>
                  </a:lnTo>
                  <a:lnTo>
                    <a:pt x="1159699" y="34786"/>
                  </a:lnTo>
                  <a:lnTo>
                    <a:pt x="1158824" y="33075"/>
                  </a:lnTo>
                  <a:lnTo>
                    <a:pt x="1157997" y="33464"/>
                  </a:lnTo>
                  <a:lnTo>
                    <a:pt x="1157368" y="35868"/>
                  </a:lnTo>
                  <a:lnTo>
                    <a:pt x="1157743" y="38546"/>
                  </a:lnTo>
                  <a:lnTo>
                    <a:pt x="1157043" y="40110"/>
                  </a:lnTo>
                  <a:lnTo>
                    <a:pt x="1156193" y="39377"/>
                  </a:lnTo>
                  <a:lnTo>
                    <a:pt x="1155898" y="36200"/>
                  </a:lnTo>
                  <a:lnTo>
                    <a:pt x="1155080" y="35675"/>
                  </a:lnTo>
                  <a:lnTo>
                    <a:pt x="1153994" y="35608"/>
                  </a:lnTo>
                  <a:lnTo>
                    <a:pt x="1151308" y="39022"/>
                  </a:lnTo>
                  <a:lnTo>
                    <a:pt x="1150366" y="39132"/>
                  </a:lnTo>
                  <a:lnTo>
                    <a:pt x="1149855" y="40869"/>
                  </a:lnTo>
                  <a:lnTo>
                    <a:pt x="1148295" y="42854"/>
                  </a:lnTo>
                  <a:lnTo>
                    <a:pt x="1147295" y="44410"/>
                  </a:lnTo>
                  <a:lnTo>
                    <a:pt x="1144839" y="49659"/>
                  </a:lnTo>
                  <a:lnTo>
                    <a:pt x="1143450" y="51858"/>
                  </a:lnTo>
                  <a:lnTo>
                    <a:pt x="1140836" y="53116"/>
                  </a:lnTo>
                  <a:lnTo>
                    <a:pt x="1139801" y="52934"/>
                  </a:lnTo>
                  <a:lnTo>
                    <a:pt x="1139190" y="52403"/>
                  </a:lnTo>
                  <a:lnTo>
                    <a:pt x="1138227" y="52051"/>
                  </a:lnTo>
                  <a:lnTo>
                    <a:pt x="1137266" y="52033"/>
                  </a:lnTo>
                  <a:lnTo>
                    <a:pt x="1136948" y="53401"/>
                  </a:lnTo>
                  <a:lnTo>
                    <a:pt x="1138474" y="57897"/>
                  </a:lnTo>
                  <a:lnTo>
                    <a:pt x="1137648" y="59461"/>
                  </a:lnTo>
                  <a:lnTo>
                    <a:pt x="1135800" y="59366"/>
                  </a:lnTo>
                  <a:lnTo>
                    <a:pt x="1134913" y="58093"/>
                  </a:lnTo>
                  <a:lnTo>
                    <a:pt x="1134176" y="59282"/>
                  </a:lnTo>
                  <a:lnTo>
                    <a:pt x="1133598" y="60486"/>
                  </a:lnTo>
                  <a:lnTo>
                    <a:pt x="1133015" y="62214"/>
                  </a:lnTo>
                  <a:lnTo>
                    <a:pt x="1133896" y="65911"/>
                  </a:lnTo>
                  <a:lnTo>
                    <a:pt x="1135341" y="67584"/>
                  </a:lnTo>
                  <a:lnTo>
                    <a:pt x="1136376" y="67864"/>
                  </a:lnTo>
                  <a:lnTo>
                    <a:pt x="1136758" y="69232"/>
                  </a:lnTo>
                  <a:lnTo>
                    <a:pt x="1134495" y="69821"/>
                  </a:lnTo>
                  <a:lnTo>
                    <a:pt x="1132964" y="73061"/>
                  </a:lnTo>
                  <a:lnTo>
                    <a:pt x="1132274" y="75312"/>
                  </a:lnTo>
                  <a:lnTo>
                    <a:pt x="1131480" y="77246"/>
                  </a:lnTo>
                  <a:lnTo>
                    <a:pt x="1131593" y="79490"/>
                  </a:lnTo>
                  <a:lnTo>
                    <a:pt x="1132786" y="82887"/>
                  </a:lnTo>
                  <a:lnTo>
                    <a:pt x="1134364" y="85296"/>
                  </a:lnTo>
                  <a:lnTo>
                    <a:pt x="1135959" y="85493"/>
                  </a:lnTo>
                  <a:lnTo>
                    <a:pt x="1138019" y="84760"/>
                  </a:lnTo>
                  <a:lnTo>
                    <a:pt x="1138501" y="84073"/>
                  </a:lnTo>
                  <a:lnTo>
                    <a:pt x="1140573" y="83698"/>
                  </a:lnTo>
                  <a:lnTo>
                    <a:pt x="1141467" y="81369"/>
                  </a:lnTo>
                  <a:lnTo>
                    <a:pt x="1142121" y="81207"/>
                  </a:lnTo>
                  <a:lnTo>
                    <a:pt x="1142703" y="81626"/>
                  </a:lnTo>
                  <a:lnTo>
                    <a:pt x="1143648" y="81724"/>
                  </a:lnTo>
                  <a:lnTo>
                    <a:pt x="1144140" y="80195"/>
                  </a:lnTo>
                  <a:lnTo>
                    <a:pt x="1144864" y="79623"/>
                  </a:lnTo>
                  <a:lnTo>
                    <a:pt x="1145824" y="80013"/>
                  </a:lnTo>
                  <a:lnTo>
                    <a:pt x="1147695" y="79984"/>
                  </a:lnTo>
                  <a:lnTo>
                    <a:pt x="1148204" y="81352"/>
                  </a:lnTo>
                  <a:lnTo>
                    <a:pt x="1147632" y="82916"/>
                  </a:lnTo>
                  <a:lnTo>
                    <a:pt x="1146487" y="85066"/>
                  </a:lnTo>
                  <a:lnTo>
                    <a:pt x="1145406" y="83891"/>
                  </a:lnTo>
                  <a:lnTo>
                    <a:pt x="1144452" y="84087"/>
                  </a:lnTo>
                  <a:lnTo>
                    <a:pt x="1143937" y="85227"/>
                  </a:lnTo>
                  <a:lnTo>
                    <a:pt x="1144961" y="87605"/>
                  </a:lnTo>
                  <a:lnTo>
                    <a:pt x="1144579" y="89755"/>
                  </a:lnTo>
                  <a:lnTo>
                    <a:pt x="1143753" y="91905"/>
                  </a:lnTo>
                  <a:lnTo>
                    <a:pt x="1142735" y="90537"/>
                  </a:lnTo>
                  <a:lnTo>
                    <a:pt x="1142586" y="88217"/>
                  </a:lnTo>
                  <a:lnTo>
                    <a:pt x="1141209" y="86823"/>
                  </a:lnTo>
                  <a:lnTo>
                    <a:pt x="1139873" y="86237"/>
                  </a:lnTo>
                  <a:lnTo>
                    <a:pt x="1138968" y="88629"/>
                  </a:lnTo>
                  <a:lnTo>
                    <a:pt x="1137530" y="89333"/>
                  </a:lnTo>
                  <a:lnTo>
                    <a:pt x="1137330" y="92101"/>
                  </a:lnTo>
                  <a:lnTo>
                    <a:pt x="1136758" y="94643"/>
                  </a:lnTo>
                  <a:lnTo>
                    <a:pt x="1135931" y="93861"/>
                  </a:lnTo>
                  <a:lnTo>
                    <a:pt x="1135610" y="90710"/>
                  </a:lnTo>
                  <a:lnTo>
                    <a:pt x="1133292" y="88136"/>
                  </a:lnTo>
                  <a:lnTo>
                    <a:pt x="1132093" y="87784"/>
                  </a:lnTo>
                  <a:lnTo>
                    <a:pt x="1129662" y="88442"/>
                  </a:lnTo>
                  <a:lnTo>
                    <a:pt x="1128809" y="88387"/>
                  </a:lnTo>
                  <a:lnTo>
                    <a:pt x="1127855" y="88973"/>
                  </a:lnTo>
                  <a:lnTo>
                    <a:pt x="1127155" y="91125"/>
                  </a:lnTo>
                  <a:lnTo>
                    <a:pt x="1128160" y="92707"/>
                  </a:lnTo>
                  <a:lnTo>
                    <a:pt x="1128496" y="94836"/>
                  </a:lnTo>
                  <a:lnTo>
                    <a:pt x="1128472" y="96429"/>
                  </a:lnTo>
                  <a:lnTo>
                    <a:pt x="1128283" y="97064"/>
                  </a:lnTo>
                  <a:lnTo>
                    <a:pt x="1128114" y="98391"/>
                  </a:lnTo>
                  <a:lnTo>
                    <a:pt x="1129190" y="100310"/>
                  </a:lnTo>
                  <a:lnTo>
                    <a:pt x="1129254" y="102853"/>
                  </a:lnTo>
                  <a:lnTo>
                    <a:pt x="1128366" y="102827"/>
                  </a:lnTo>
                  <a:lnTo>
                    <a:pt x="1127637" y="102056"/>
                  </a:lnTo>
                  <a:lnTo>
                    <a:pt x="1124830" y="95341"/>
                  </a:lnTo>
                  <a:lnTo>
                    <a:pt x="1123072" y="92378"/>
                  </a:lnTo>
                  <a:lnTo>
                    <a:pt x="1122323" y="89755"/>
                  </a:lnTo>
                  <a:lnTo>
                    <a:pt x="1120486" y="89163"/>
                  </a:lnTo>
                  <a:lnTo>
                    <a:pt x="1119159" y="89103"/>
                  </a:lnTo>
                  <a:lnTo>
                    <a:pt x="1117564" y="90168"/>
                  </a:lnTo>
                  <a:lnTo>
                    <a:pt x="1118189" y="91411"/>
                  </a:lnTo>
                  <a:lnTo>
                    <a:pt x="1118507" y="93275"/>
                  </a:lnTo>
                  <a:lnTo>
                    <a:pt x="1117534" y="94046"/>
                  </a:lnTo>
                  <a:lnTo>
                    <a:pt x="1116334" y="96911"/>
                  </a:lnTo>
                  <a:lnTo>
                    <a:pt x="1115528" y="99358"/>
                  </a:lnTo>
                  <a:lnTo>
                    <a:pt x="1115040" y="99886"/>
                  </a:lnTo>
                  <a:lnTo>
                    <a:pt x="1114437" y="101289"/>
                  </a:lnTo>
                  <a:lnTo>
                    <a:pt x="1117023" y="104446"/>
                  </a:lnTo>
                  <a:lnTo>
                    <a:pt x="1117405" y="105695"/>
                  </a:lnTo>
                  <a:lnTo>
                    <a:pt x="1117543" y="107755"/>
                  </a:lnTo>
                  <a:lnTo>
                    <a:pt x="1116727" y="108910"/>
                  </a:lnTo>
                  <a:lnTo>
                    <a:pt x="1114775" y="109360"/>
                  </a:lnTo>
                  <a:lnTo>
                    <a:pt x="1111330" y="107175"/>
                  </a:lnTo>
                  <a:lnTo>
                    <a:pt x="1109859" y="107129"/>
                  </a:lnTo>
                  <a:lnTo>
                    <a:pt x="1109350" y="105588"/>
                  </a:lnTo>
                  <a:lnTo>
                    <a:pt x="1108587" y="105785"/>
                  </a:lnTo>
                  <a:lnTo>
                    <a:pt x="1108114" y="108382"/>
                  </a:lnTo>
                  <a:lnTo>
                    <a:pt x="1107558" y="110681"/>
                  </a:lnTo>
                  <a:lnTo>
                    <a:pt x="1106743" y="112234"/>
                  </a:lnTo>
                  <a:lnTo>
                    <a:pt x="1106974" y="114606"/>
                  </a:lnTo>
                  <a:lnTo>
                    <a:pt x="1107633" y="115166"/>
                  </a:lnTo>
                  <a:lnTo>
                    <a:pt x="1107122" y="116121"/>
                  </a:lnTo>
                  <a:lnTo>
                    <a:pt x="1106043" y="116923"/>
                  </a:lnTo>
                  <a:lnTo>
                    <a:pt x="1105313" y="117835"/>
                  </a:lnTo>
                  <a:lnTo>
                    <a:pt x="1106934" y="118683"/>
                  </a:lnTo>
                  <a:lnTo>
                    <a:pt x="1107239" y="119463"/>
                  </a:lnTo>
                  <a:lnTo>
                    <a:pt x="1107308" y="120591"/>
                  </a:lnTo>
                  <a:lnTo>
                    <a:pt x="1104806" y="121419"/>
                  </a:lnTo>
                  <a:lnTo>
                    <a:pt x="1103182" y="121615"/>
                  </a:lnTo>
                  <a:lnTo>
                    <a:pt x="1102205" y="120698"/>
                  </a:lnTo>
                  <a:lnTo>
                    <a:pt x="1101311" y="121148"/>
                  </a:lnTo>
                  <a:lnTo>
                    <a:pt x="1100734" y="122657"/>
                  </a:lnTo>
                  <a:lnTo>
                    <a:pt x="1100539" y="124648"/>
                  </a:lnTo>
                  <a:lnTo>
                    <a:pt x="1100727" y="127118"/>
                  </a:lnTo>
                  <a:lnTo>
                    <a:pt x="1101045" y="128881"/>
                  </a:lnTo>
                  <a:lnTo>
                    <a:pt x="1101276" y="129539"/>
                  </a:lnTo>
                  <a:lnTo>
                    <a:pt x="1101552" y="130999"/>
                  </a:lnTo>
                  <a:lnTo>
                    <a:pt x="1100053" y="134805"/>
                  </a:lnTo>
                  <a:lnTo>
                    <a:pt x="1099906" y="135631"/>
                  </a:lnTo>
                  <a:lnTo>
                    <a:pt x="1099803" y="137385"/>
                  </a:lnTo>
                  <a:lnTo>
                    <a:pt x="1100497" y="138990"/>
                  </a:lnTo>
                  <a:lnTo>
                    <a:pt x="1101058" y="141338"/>
                  </a:lnTo>
                  <a:lnTo>
                    <a:pt x="1100272" y="142487"/>
                  </a:lnTo>
                  <a:lnTo>
                    <a:pt x="1099423" y="144917"/>
                  </a:lnTo>
                  <a:lnTo>
                    <a:pt x="1100320" y="145393"/>
                  </a:lnTo>
                  <a:lnTo>
                    <a:pt x="1101846" y="145503"/>
                  </a:lnTo>
                  <a:lnTo>
                    <a:pt x="1103475" y="145197"/>
                  </a:lnTo>
                  <a:lnTo>
                    <a:pt x="1105967" y="143055"/>
                  </a:lnTo>
                  <a:lnTo>
                    <a:pt x="1106679" y="142724"/>
                  </a:lnTo>
                  <a:lnTo>
                    <a:pt x="1106980" y="143514"/>
                  </a:lnTo>
                  <a:lnTo>
                    <a:pt x="1107210" y="144824"/>
                  </a:lnTo>
                  <a:lnTo>
                    <a:pt x="1106571" y="146034"/>
                  </a:lnTo>
                  <a:lnTo>
                    <a:pt x="1102060" y="149554"/>
                  </a:lnTo>
                  <a:lnTo>
                    <a:pt x="1101226" y="151008"/>
                  </a:lnTo>
                  <a:lnTo>
                    <a:pt x="1102385" y="151819"/>
                  </a:lnTo>
                  <a:lnTo>
                    <a:pt x="1104708" y="151998"/>
                  </a:lnTo>
                  <a:lnTo>
                    <a:pt x="1105605" y="153109"/>
                  </a:lnTo>
                  <a:lnTo>
                    <a:pt x="1105047" y="154336"/>
                  </a:lnTo>
                  <a:lnTo>
                    <a:pt x="1104224" y="155516"/>
                  </a:lnTo>
                  <a:lnTo>
                    <a:pt x="1103248" y="158292"/>
                  </a:lnTo>
                  <a:lnTo>
                    <a:pt x="1104049" y="159319"/>
                  </a:lnTo>
                  <a:lnTo>
                    <a:pt x="1106549" y="160955"/>
                  </a:lnTo>
                  <a:lnTo>
                    <a:pt x="1111061" y="163105"/>
                  </a:lnTo>
                  <a:lnTo>
                    <a:pt x="1114430" y="163847"/>
                  </a:lnTo>
                  <a:lnTo>
                    <a:pt x="1113677" y="161356"/>
                  </a:lnTo>
                  <a:lnTo>
                    <a:pt x="1113558" y="158272"/>
                  </a:lnTo>
                  <a:lnTo>
                    <a:pt x="1115911" y="155764"/>
                  </a:lnTo>
                  <a:lnTo>
                    <a:pt x="1117141" y="154939"/>
                  </a:lnTo>
                  <a:lnTo>
                    <a:pt x="1122716" y="153435"/>
                  </a:lnTo>
                  <a:lnTo>
                    <a:pt x="1124255" y="153490"/>
                  </a:lnTo>
                  <a:lnTo>
                    <a:pt x="1125440" y="154137"/>
                  </a:lnTo>
                  <a:lnTo>
                    <a:pt x="1124994" y="155429"/>
                  </a:lnTo>
                  <a:lnTo>
                    <a:pt x="1123695" y="154965"/>
                  </a:lnTo>
                  <a:lnTo>
                    <a:pt x="1121458" y="155816"/>
                  </a:lnTo>
                  <a:lnTo>
                    <a:pt x="1117998" y="158557"/>
                  </a:lnTo>
                  <a:lnTo>
                    <a:pt x="1117363" y="159729"/>
                  </a:lnTo>
                  <a:lnTo>
                    <a:pt x="1117617" y="161879"/>
                  </a:lnTo>
                  <a:lnTo>
                    <a:pt x="1120542" y="163639"/>
                  </a:lnTo>
                  <a:lnTo>
                    <a:pt x="1121496" y="165007"/>
                  </a:lnTo>
                  <a:lnTo>
                    <a:pt x="1120201" y="169165"/>
                  </a:lnTo>
                  <a:lnTo>
                    <a:pt x="1120415" y="171846"/>
                  </a:lnTo>
                  <a:lnTo>
                    <a:pt x="1121900" y="174775"/>
                  </a:lnTo>
                  <a:lnTo>
                    <a:pt x="1123891" y="178085"/>
                  </a:lnTo>
                  <a:lnTo>
                    <a:pt x="1124855" y="180327"/>
                  </a:lnTo>
                  <a:lnTo>
                    <a:pt x="1126339" y="181596"/>
                  </a:lnTo>
                  <a:lnTo>
                    <a:pt x="1128771" y="184710"/>
                  </a:lnTo>
                  <a:lnTo>
                    <a:pt x="1130081" y="187875"/>
                  </a:lnTo>
                  <a:lnTo>
                    <a:pt x="1130498" y="195052"/>
                  </a:lnTo>
                  <a:lnTo>
                    <a:pt x="1132466" y="200982"/>
                  </a:lnTo>
                  <a:lnTo>
                    <a:pt x="1134786" y="203706"/>
                  </a:lnTo>
                  <a:lnTo>
                    <a:pt x="1135041" y="206052"/>
                  </a:lnTo>
                  <a:lnTo>
                    <a:pt x="1134278" y="208398"/>
                  </a:lnTo>
                  <a:lnTo>
                    <a:pt x="1132318" y="207048"/>
                  </a:lnTo>
                  <a:lnTo>
                    <a:pt x="1131225" y="208398"/>
                  </a:lnTo>
                  <a:lnTo>
                    <a:pt x="1130780" y="210937"/>
                  </a:lnTo>
                  <a:lnTo>
                    <a:pt x="1132179" y="212698"/>
                  </a:lnTo>
                  <a:lnTo>
                    <a:pt x="1134405" y="214848"/>
                  </a:lnTo>
                  <a:lnTo>
                    <a:pt x="1139174" y="214652"/>
                  </a:lnTo>
                  <a:lnTo>
                    <a:pt x="1139302" y="216997"/>
                  </a:lnTo>
                  <a:lnTo>
                    <a:pt x="1138206" y="218380"/>
                  </a:lnTo>
                  <a:lnTo>
                    <a:pt x="1137330" y="220125"/>
                  </a:lnTo>
                  <a:lnTo>
                    <a:pt x="1136249" y="221101"/>
                  </a:lnTo>
                  <a:lnTo>
                    <a:pt x="1134468" y="221686"/>
                  </a:lnTo>
                  <a:lnTo>
                    <a:pt x="1134023" y="223836"/>
                  </a:lnTo>
                  <a:lnTo>
                    <a:pt x="1134786" y="226768"/>
                  </a:lnTo>
                  <a:lnTo>
                    <a:pt x="1137276" y="225472"/>
                  </a:lnTo>
                  <a:lnTo>
                    <a:pt x="1139090" y="225308"/>
                  </a:lnTo>
                  <a:lnTo>
                    <a:pt x="1141018" y="225793"/>
                  </a:lnTo>
                  <a:lnTo>
                    <a:pt x="1141606" y="229772"/>
                  </a:lnTo>
                  <a:lnTo>
                    <a:pt x="1143860" y="234637"/>
                  </a:lnTo>
                  <a:lnTo>
                    <a:pt x="1144389" y="236934"/>
                  </a:lnTo>
                  <a:lnTo>
                    <a:pt x="1143996" y="239142"/>
                  </a:lnTo>
                  <a:lnTo>
                    <a:pt x="1142599" y="239809"/>
                  </a:lnTo>
                  <a:lnTo>
                    <a:pt x="1141744" y="241543"/>
                  </a:lnTo>
                  <a:lnTo>
                    <a:pt x="1140476" y="243072"/>
                  </a:lnTo>
                  <a:lnTo>
                    <a:pt x="1139066" y="243863"/>
                  </a:lnTo>
                  <a:lnTo>
                    <a:pt x="1136435" y="247908"/>
                  </a:lnTo>
                  <a:lnTo>
                    <a:pt x="1135281" y="248347"/>
                  </a:lnTo>
                  <a:lnTo>
                    <a:pt x="1134808" y="249143"/>
                  </a:lnTo>
                  <a:lnTo>
                    <a:pt x="1137052" y="249579"/>
                  </a:lnTo>
                  <a:lnTo>
                    <a:pt x="1138615" y="249660"/>
                  </a:lnTo>
                  <a:lnTo>
                    <a:pt x="1141973" y="246373"/>
                  </a:lnTo>
                  <a:lnTo>
                    <a:pt x="1143244" y="247098"/>
                  </a:lnTo>
                  <a:lnTo>
                    <a:pt x="1144071" y="249247"/>
                  </a:lnTo>
                  <a:lnTo>
                    <a:pt x="1144516" y="251787"/>
                  </a:lnTo>
                  <a:lnTo>
                    <a:pt x="1143689" y="253937"/>
                  </a:lnTo>
                  <a:lnTo>
                    <a:pt x="1137829" y="255203"/>
                  </a:lnTo>
                  <a:lnTo>
                    <a:pt x="1134999" y="256407"/>
                  </a:lnTo>
                  <a:lnTo>
                    <a:pt x="1131945" y="259774"/>
                  </a:lnTo>
                  <a:lnTo>
                    <a:pt x="1135431" y="261353"/>
                  </a:lnTo>
                  <a:lnTo>
                    <a:pt x="1137988" y="260813"/>
                  </a:lnTo>
                  <a:lnTo>
                    <a:pt x="1139289" y="261402"/>
                  </a:lnTo>
                  <a:lnTo>
                    <a:pt x="1141043" y="262585"/>
                  </a:lnTo>
                  <a:lnTo>
                    <a:pt x="1142993" y="261959"/>
                  </a:lnTo>
                  <a:lnTo>
                    <a:pt x="1144490" y="260738"/>
                  </a:lnTo>
                  <a:lnTo>
                    <a:pt x="1145629" y="260778"/>
                  </a:lnTo>
                  <a:lnTo>
                    <a:pt x="1146723" y="261402"/>
                  </a:lnTo>
                  <a:lnTo>
                    <a:pt x="1146869" y="263514"/>
                  </a:lnTo>
                  <a:lnTo>
                    <a:pt x="1146996" y="267228"/>
                  </a:lnTo>
                  <a:lnTo>
                    <a:pt x="1147250" y="269967"/>
                  </a:lnTo>
                  <a:lnTo>
                    <a:pt x="1146618" y="271842"/>
                  </a:lnTo>
                  <a:lnTo>
                    <a:pt x="1143569" y="273158"/>
                  </a:lnTo>
                  <a:lnTo>
                    <a:pt x="1141336" y="273092"/>
                  </a:lnTo>
                  <a:lnTo>
                    <a:pt x="1141275" y="277007"/>
                  </a:lnTo>
                  <a:lnTo>
                    <a:pt x="1144611" y="279931"/>
                  </a:lnTo>
                  <a:lnTo>
                    <a:pt x="1146678" y="278369"/>
                  </a:lnTo>
                  <a:lnTo>
                    <a:pt x="1148522" y="279151"/>
                  </a:lnTo>
                  <a:lnTo>
                    <a:pt x="1148522" y="283844"/>
                  </a:lnTo>
                  <a:lnTo>
                    <a:pt x="1149941" y="289020"/>
                  </a:lnTo>
                  <a:lnTo>
                    <a:pt x="1151193" y="289315"/>
                  </a:lnTo>
                  <a:lnTo>
                    <a:pt x="1152210" y="286969"/>
                  </a:lnTo>
                  <a:lnTo>
                    <a:pt x="1153546" y="286969"/>
                  </a:lnTo>
                  <a:lnTo>
                    <a:pt x="1154054" y="289707"/>
                  </a:lnTo>
                  <a:lnTo>
                    <a:pt x="1153482" y="294396"/>
                  </a:lnTo>
                  <a:lnTo>
                    <a:pt x="1152465" y="296939"/>
                  </a:lnTo>
                  <a:lnTo>
                    <a:pt x="1149758" y="295903"/>
                  </a:lnTo>
                  <a:lnTo>
                    <a:pt x="1148249" y="295051"/>
                  </a:lnTo>
                  <a:lnTo>
                    <a:pt x="1147039" y="296812"/>
                  </a:lnTo>
                  <a:lnTo>
                    <a:pt x="1145027" y="298272"/>
                  </a:lnTo>
                  <a:lnTo>
                    <a:pt x="1143244" y="298503"/>
                  </a:lnTo>
                  <a:lnTo>
                    <a:pt x="1141698" y="296200"/>
                  </a:lnTo>
                  <a:lnTo>
                    <a:pt x="1139907" y="294460"/>
                  </a:lnTo>
                  <a:lnTo>
                    <a:pt x="1137042" y="293554"/>
                  </a:lnTo>
                  <a:lnTo>
                    <a:pt x="1134332" y="293167"/>
                  </a:lnTo>
                  <a:lnTo>
                    <a:pt x="1135232" y="295178"/>
                  </a:lnTo>
                  <a:lnTo>
                    <a:pt x="1136454" y="296335"/>
                  </a:lnTo>
                  <a:lnTo>
                    <a:pt x="1136934" y="299899"/>
                  </a:lnTo>
                  <a:lnTo>
                    <a:pt x="1137902" y="303584"/>
                  </a:lnTo>
                  <a:lnTo>
                    <a:pt x="1140128" y="302606"/>
                  </a:lnTo>
                  <a:lnTo>
                    <a:pt x="1143259" y="304721"/>
                  </a:lnTo>
                  <a:lnTo>
                    <a:pt x="1145190" y="306888"/>
                  </a:lnTo>
                  <a:lnTo>
                    <a:pt x="1146042" y="309837"/>
                  </a:lnTo>
                  <a:lnTo>
                    <a:pt x="1144961" y="314529"/>
                  </a:lnTo>
                  <a:lnTo>
                    <a:pt x="1143177" y="316269"/>
                  </a:lnTo>
                  <a:lnTo>
                    <a:pt x="1142070" y="317072"/>
                  </a:lnTo>
                  <a:lnTo>
                    <a:pt x="1140141" y="315280"/>
                  </a:lnTo>
                  <a:lnTo>
                    <a:pt x="1138782" y="315280"/>
                  </a:lnTo>
                  <a:lnTo>
                    <a:pt x="1137376" y="316102"/>
                  </a:lnTo>
                  <a:lnTo>
                    <a:pt x="1136896" y="318240"/>
                  </a:lnTo>
                  <a:lnTo>
                    <a:pt x="1135967" y="319299"/>
                  </a:lnTo>
                  <a:lnTo>
                    <a:pt x="1140955" y="319415"/>
                  </a:lnTo>
                  <a:lnTo>
                    <a:pt x="1142481" y="320000"/>
                  </a:lnTo>
                  <a:lnTo>
                    <a:pt x="1143625" y="321957"/>
                  </a:lnTo>
                  <a:lnTo>
                    <a:pt x="1141845" y="324496"/>
                  </a:lnTo>
                  <a:lnTo>
                    <a:pt x="1138538" y="324107"/>
                  </a:lnTo>
                  <a:lnTo>
                    <a:pt x="1137121" y="325094"/>
                  </a:lnTo>
                  <a:lnTo>
                    <a:pt x="1135924" y="326912"/>
                  </a:lnTo>
                  <a:lnTo>
                    <a:pt x="1140836" y="328063"/>
                  </a:lnTo>
                  <a:lnTo>
                    <a:pt x="1142866" y="327422"/>
                  </a:lnTo>
                  <a:lnTo>
                    <a:pt x="1146105" y="325475"/>
                  </a:lnTo>
                  <a:lnTo>
                    <a:pt x="1146869" y="327428"/>
                  </a:lnTo>
                  <a:lnTo>
                    <a:pt x="1145579" y="329373"/>
                  </a:lnTo>
                  <a:lnTo>
                    <a:pt x="1143922" y="332487"/>
                  </a:lnTo>
                  <a:lnTo>
                    <a:pt x="1140467" y="333477"/>
                  </a:lnTo>
                  <a:lnTo>
                    <a:pt x="1137873" y="333529"/>
                  </a:lnTo>
                  <a:lnTo>
                    <a:pt x="1134465" y="332412"/>
                  </a:lnTo>
                  <a:lnTo>
                    <a:pt x="1133558" y="331734"/>
                  </a:lnTo>
                  <a:lnTo>
                    <a:pt x="1132150" y="331393"/>
                  </a:lnTo>
                  <a:lnTo>
                    <a:pt x="1132242" y="333292"/>
                  </a:lnTo>
                  <a:lnTo>
                    <a:pt x="1133136" y="334605"/>
                  </a:lnTo>
                  <a:lnTo>
                    <a:pt x="1135427" y="339424"/>
                  </a:lnTo>
                  <a:lnTo>
                    <a:pt x="1135804" y="341306"/>
                  </a:lnTo>
                  <a:lnTo>
                    <a:pt x="1135104" y="343848"/>
                  </a:lnTo>
                  <a:lnTo>
                    <a:pt x="1133087" y="345726"/>
                  </a:lnTo>
                  <a:lnTo>
                    <a:pt x="1130831" y="346488"/>
                  </a:lnTo>
                  <a:lnTo>
                    <a:pt x="1128963" y="344823"/>
                  </a:lnTo>
                  <a:lnTo>
                    <a:pt x="1127601" y="340134"/>
                  </a:lnTo>
                  <a:lnTo>
                    <a:pt x="1125884" y="338766"/>
                  </a:lnTo>
                  <a:lnTo>
                    <a:pt x="1124103" y="338374"/>
                  </a:lnTo>
                  <a:lnTo>
                    <a:pt x="1123086" y="338570"/>
                  </a:lnTo>
                  <a:lnTo>
                    <a:pt x="1123184" y="340945"/>
                  </a:lnTo>
                  <a:lnTo>
                    <a:pt x="1123594" y="343455"/>
                  </a:lnTo>
                  <a:lnTo>
                    <a:pt x="1122895" y="345215"/>
                  </a:lnTo>
                  <a:lnTo>
                    <a:pt x="1121366" y="344306"/>
                  </a:lnTo>
                  <a:lnTo>
                    <a:pt x="1119426" y="345115"/>
                  </a:lnTo>
                  <a:lnTo>
                    <a:pt x="1117580" y="346494"/>
                  </a:lnTo>
                  <a:lnTo>
                    <a:pt x="1115909" y="348035"/>
                  </a:lnTo>
                  <a:lnTo>
                    <a:pt x="1119309" y="348797"/>
                  </a:lnTo>
                  <a:lnTo>
                    <a:pt x="1121560" y="348929"/>
                  </a:lnTo>
                  <a:lnTo>
                    <a:pt x="1123133" y="351293"/>
                  </a:lnTo>
                  <a:lnTo>
                    <a:pt x="1122577" y="352447"/>
                  </a:lnTo>
                  <a:lnTo>
                    <a:pt x="1119497" y="352969"/>
                  </a:lnTo>
                  <a:lnTo>
                    <a:pt x="1116555" y="353994"/>
                  </a:lnTo>
                  <a:lnTo>
                    <a:pt x="1112497" y="356556"/>
                  </a:lnTo>
                  <a:lnTo>
                    <a:pt x="1115450" y="357635"/>
                  </a:lnTo>
                  <a:lnTo>
                    <a:pt x="1118276" y="357592"/>
                  </a:lnTo>
                  <a:lnTo>
                    <a:pt x="1120233" y="357840"/>
                  </a:lnTo>
                  <a:lnTo>
                    <a:pt x="1121878" y="358310"/>
                  </a:lnTo>
                  <a:lnTo>
                    <a:pt x="1122323" y="359678"/>
                  </a:lnTo>
                  <a:lnTo>
                    <a:pt x="1121305" y="361243"/>
                  </a:lnTo>
                  <a:lnTo>
                    <a:pt x="1114679" y="365028"/>
                  </a:lnTo>
                  <a:lnTo>
                    <a:pt x="1107703" y="369715"/>
                  </a:lnTo>
                  <a:lnTo>
                    <a:pt x="1105144" y="371172"/>
                  </a:lnTo>
                  <a:lnTo>
                    <a:pt x="1102478" y="371988"/>
                  </a:lnTo>
                  <a:lnTo>
                    <a:pt x="1096287" y="376023"/>
                  </a:lnTo>
                  <a:lnTo>
                    <a:pt x="1092396" y="377846"/>
                  </a:lnTo>
                  <a:lnTo>
                    <a:pt x="1081362" y="380694"/>
                  </a:lnTo>
                  <a:lnTo>
                    <a:pt x="1064190" y="387816"/>
                  </a:lnTo>
                  <a:lnTo>
                    <a:pt x="1058317" y="392875"/>
                  </a:lnTo>
                  <a:lnTo>
                    <a:pt x="1056585" y="396791"/>
                  </a:lnTo>
                  <a:lnTo>
                    <a:pt x="1055482" y="397371"/>
                  </a:lnTo>
                  <a:lnTo>
                    <a:pt x="1052208" y="398669"/>
                  </a:lnTo>
                  <a:lnTo>
                    <a:pt x="1048898" y="399298"/>
                  </a:lnTo>
                  <a:lnTo>
                    <a:pt x="1040211" y="399694"/>
                  </a:lnTo>
                  <a:lnTo>
                    <a:pt x="1031331" y="397812"/>
                  </a:lnTo>
                  <a:lnTo>
                    <a:pt x="1024126" y="397411"/>
                  </a:lnTo>
                  <a:lnTo>
                    <a:pt x="1020204" y="398040"/>
                  </a:lnTo>
                  <a:lnTo>
                    <a:pt x="1006855" y="394632"/>
                  </a:lnTo>
                  <a:lnTo>
                    <a:pt x="1005171" y="394788"/>
                  </a:lnTo>
                  <a:lnTo>
                    <a:pt x="1003096" y="395423"/>
                  </a:lnTo>
                  <a:lnTo>
                    <a:pt x="1001442" y="395423"/>
                  </a:lnTo>
                  <a:lnTo>
                    <a:pt x="1000178" y="394947"/>
                  </a:lnTo>
                  <a:lnTo>
                    <a:pt x="997473" y="394748"/>
                  </a:lnTo>
                  <a:lnTo>
                    <a:pt x="988380" y="396061"/>
                  </a:lnTo>
                  <a:lnTo>
                    <a:pt x="987447" y="398184"/>
                  </a:lnTo>
                  <a:lnTo>
                    <a:pt x="988592" y="402092"/>
                  </a:lnTo>
                  <a:lnTo>
                    <a:pt x="991903" y="406807"/>
                  </a:lnTo>
                  <a:lnTo>
                    <a:pt x="997431" y="415123"/>
                  </a:lnTo>
                  <a:lnTo>
                    <a:pt x="1000424" y="416883"/>
                  </a:lnTo>
                  <a:lnTo>
                    <a:pt x="1002242" y="418774"/>
                  </a:lnTo>
                  <a:lnTo>
                    <a:pt x="1005715" y="421013"/>
                  </a:lnTo>
                  <a:lnTo>
                    <a:pt x="1013466" y="421125"/>
                  </a:lnTo>
                  <a:lnTo>
                    <a:pt x="1024064" y="422825"/>
                  </a:lnTo>
                  <a:lnTo>
                    <a:pt x="1030085" y="424441"/>
                  </a:lnTo>
                  <a:lnTo>
                    <a:pt x="1029862" y="427503"/>
                  </a:lnTo>
                  <a:lnTo>
                    <a:pt x="1026243" y="433424"/>
                  </a:lnTo>
                  <a:lnTo>
                    <a:pt x="1023999" y="435686"/>
                  </a:lnTo>
                  <a:lnTo>
                    <a:pt x="1018643" y="439781"/>
                  </a:lnTo>
                  <a:lnTo>
                    <a:pt x="1011241" y="441804"/>
                  </a:lnTo>
                  <a:lnTo>
                    <a:pt x="1005604" y="441212"/>
                  </a:lnTo>
                  <a:lnTo>
                    <a:pt x="995612" y="437853"/>
                  </a:lnTo>
                  <a:lnTo>
                    <a:pt x="983072" y="434786"/>
                  </a:lnTo>
                  <a:lnTo>
                    <a:pt x="964452" y="431898"/>
                  </a:lnTo>
                  <a:lnTo>
                    <a:pt x="960365" y="430538"/>
                  </a:lnTo>
                  <a:lnTo>
                    <a:pt x="955583" y="429220"/>
                  </a:lnTo>
                  <a:lnTo>
                    <a:pt x="952824" y="430570"/>
                  </a:lnTo>
                  <a:lnTo>
                    <a:pt x="950761" y="431874"/>
                  </a:lnTo>
                  <a:lnTo>
                    <a:pt x="946167" y="432001"/>
                  </a:lnTo>
                  <a:lnTo>
                    <a:pt x="947513" y="433170"/>
                  </a:lnTo>
                  <a:lnTo>
                    <a:pt x="966080" y="441108"/>
                  </a:lnTo>
                  <a:lnTo>
                    <a:pt x="981958" y="446920"/>
                  </a:lnTo>
                  <a:lnTo>
                    <a:pt x="983816" y="448412"/>
                  </a:lnTo>
                  <a:lnTo>
                    <a:pt x="986049" y="449393"/>
                  </a:lnTo>
                  <a:lnTo>
                    <a:pt x="985858" y="453107"/>
                  </a:lnTo>
                  <a:lnTo>
                    <a:pt x="984967" y="456039"/>
                  </a:lnTo>
                  <a:lnTo>
                    <a:pt x="981852" y="458578"/>
                  </a:lnTo>
                  <a:lnTo>
                    <a:pt x="973752" y="458772"/>
                  </a:lnTo>
                  <a:lnTo>
                    <a:pt x="963610" y="460800"/>
                  </a:lnTo>
                  <a:lnTo>
                    <a:pt x="958556" y="460861"/>
                  </a:lnTo>
                  <a:lnTo>
                    <a:pt x="953518" y="458838"/>
                  </a:lnTo>
                  <a:lnTo>
                    <a:pt x="942819" y="453069"/>
                  </a:lnTo>
                  <a:lnTo>
                    <a:pt x="936289" y="448735"/>
                  </a:lnTo>
                  <a:lnTo>
                    <a:pt x="931732" y="443838"/>
                  </a:lnTo>
                  <a:lnTo>
                    <a:pt x="928564" y="439937"/>
                  </a:lnTo>
                  <a:lnTo>
                    <a:pt x="925036" y="436064"/>
                  </a:lnTo>
                  <a:lnTo>
                    <a:pt x="925295" y="438508"/>
                  </a:lnTo>
                  <a:lnTo>
                    <a:pt x="925913" y="440924"/>
                  </a:lnTo>
                  <a:lnTo>
                    <a:pt x="927639" y="443879"/>
                  </a:lnTo>
                  <a:lnTo>
                    <a:pt x="930161" y="447099"/>
                  </a:lnTo>
                  <a:lnTo>
                    <a:pt x="930343" y="448415"/>
                  </a:lnTo>
                  <a:lnTo>
                    <a:pt x="929112" y="448594"/>
                  </a:lnTo>
                  <a:lnTo>
                    <a:pt x="927291" y="447047"/>
                  </a:lnTo>
                  <a:lnTo>
                    <a:pt x="925739" y="448490"/>
                  </a:lnTo>
                  <a:lnTo>
                    <a:pt x="925192" y="450175"/>
                  </a:lnTo>
                  <a:lnTo>
                    <a:pt x="925828" y="452426"/>
                  </a:lnTo>
                  <a:lnTo>
                    <a:pt x="926803" y="454605"/>
                  </a:lnTo>
                  <a:lnTo>
                    <a:pt x="930025" y="459426"/>
                  </a:lnTo>
                  <a:lnTo>
                    <a:pt x="932806" y="460682"/>
                  </a:lnTo>
                  <a:lnTo>
                    <a:pt x="936474" y="463625"/>
                  </a:lnTo>
                  <a:lnTo>
                    <a:pt x="945399" y="469047"/>
                  </a:lnTo>
                  <a:lnTo>
                    <a:pt x="946917" y="470911"/>
                  </a:lnTo>
                  <a:lnTo>
                    <a:pt x="949617" y="474899"/>
                  </a:lnTo>
                  <a:lnTo>
                    <a:pt x="950184" y="477929"/>
                  </a:lnTo>
                  <a:lnTo>
                    <a:pt x="952791" y="480928"/>
                  </a:lnTo>
                  <a:lnTo>
                    <a:pt x="954591" y="481381"/>
                  </a:lnTo>
                  <a:lnTo>
                    <a:pt x="956225" y="481251"/>
                  </a:lnTo>
                  <a:lnTo>
                    <a:pt x="956763" y="478691"/>
                  </a:lnTo>
                  <a:lnTo>
                    <a:pt x="956670" y="475583"/>
                  </a:lnTo>
                  <a:lnTo>
                    <a:pt x="957369" y="474801"/>
                  </a:lnTo>
                  <a:lnTo>
                    <a:pt x="959913" y="474019"/>
                  </a:lnTo>
                  <a:lnTo>
                    <a:pt x="966599" y="475093"/>
                  </a:lnTo>
                  <a:lnTo>
                    <a:pt x="995022" y="475722"/>
                  </a:lnTo>
                  <a:lnTo>
                    <a:pt x="997728" y="477540"/>
                  </a:lnTo>
                  <a:lnTo>
                    <a:pt x="998810" y="479843"/>
                  </a:lnTo>
                  <a:lnTo>
                    <a:pt x="999517" y="484627"/>
                  </a:lnTo>
                  <a:lnTo>
                    <a:pt x="996514" y="490355"/>
                  </a:lnTo>
                  <a:lnTo>
                    <a:pt x="994458" y="492796"/>
                  </a:lnTo>
                  <a:lnTo>
                    <a:pt x="991130" y="494326"/>
                  </a:lnTo>
                  <a:lnTo>
                    <a:pt x="988070" y="495474"/>
                  </a:lnTo>
                  <a:lnTo>
                    <a:pt x="983460" y="495930"/>
                  </a:lnTo>
                  <a:lnTo>
                    <a:pt x="973939" y="495512"/>
                  </a:lnTo>
                  <a:lnTo>
                    <a:pt x="964631" y="495555"/>
                  </a:lnTo>
                  <a:lnTo>
                    <a:pt x="971873" y="498296"/>
                  </a:lnTo>
                  <a:lnTo>
                    <a:pt x="978901" y="500576"/>
                  </a:lnTo>
                  <a:lnTo>
                    <a:pt x="988665" y="500166"/>
                  </a:lnTo>
                  <a:lnTo>
                    <a:pt x="992542" y="499526"/>
                  </a:lnTo>
                  <a:lnTo>
                    <a:pt x="995905" y="498452"/>
                  </a:lnTo>
                  <a:lnTo>
                    <a:pt x="997325" y="500377"/>
                  </a:lnTo>
                  <a:lnTo>
                    <a:pt x="999959" y="504365"/>
                  </a:lnTo>
                  <a:lnTo>
                    <a:pt x="1001528" y="505640"/>
                  </a:lnTo>
                  <a:lnTo>
                    <a:pt x="1002618" y="506956"/>
                  </a:lnTo>
                  <a:lnTo>
                    <a:pt x="1004099" y="511334"/>
                  </a:lnTo>
                  <a:lnTo>
                    <a:pt x="1004680" y="513893"/>
                  </a:lnTo>
                  <a:lnTo>
                    <a:pt x="1006122" y="516891"/>
                  </a:lnTo>
                  <a:lnTo>
                    <a:pt x="1007161" y="519364"/>
                  </a:lnTo>
                  <a:lnTo>
                    <a:pt x="1008708" y="521061"/>
                  </a:lnTo>
                  <a:lnTo>
                    <a:pt x="1011294" y="521843"/>
                  </a:lnTo>
                  <a:lnTo>
                    <a:pt x="1014134" y="520409"/>
                  </a:lnTo>
                  <a:lnTo>
                    <a:pt x="1019646" y="519757"/>
                  </a:lnTo>
                  <a:lnTo>
                    <a:pt x="1024976" y="522054"/>
                  </a:lnTo>
                  <a:lnTo>
                    <a:pt x="1028378" y="522752"/>
                  </a:lnTo>
                  <a:lnTo>
                    <a:pt x="1032957" y="520856"/>
                  </a:lnTo>
                  <a:lnTo>
                    <a:pt x="1036607" y="518219"/>
                  </a:lnTo>
                  <a:lnTo>
                    <a:pt x="1044236" y="515806"/>
                  </a:lnTo>
                  <a:lnTo>
                    <a:pt x="1045672" y="514759"/>
                  </a:lnTo>
                  <a:lnTo>
                    <a:pt x="1047719" y="513939"/>
                  </a:lnTo>
                  <a:lnTo>
                    <a:pt x="1050890" y="514153"/>
                  </a:lnTo>
                  <a:lnTo>
                    <a:pt x="1052119" y="514753"/>
                  </a:lnTo>
                  <a:lnTo>
                    <a:pt x="1053730" y="517379"/>
                  </a:lnTo>
                  <a:lnTo>
                    <a:pt x="1055204" y="520960"/>
                  </a:lnTo>
                  <a:lnTo>
                    <a:pt x="1057383" y="522766"/>
                  </a:lnTo>
                  <a:lnTo>
                    <a:pt x="1059692" y="524059"/>
                  </a:lnTo>
                  <a:lnTo>
                    <a:pt x="1061022" y="524186"/>
                  </a:lnTo>
                  <a:lnTo>
                    <a:pt x="1065371" y="525341"/>
                  </a:lnTo>
                  <a:lnTo>
                    <a:pt x="1071060" y="524250"/>
                  </a:lnTo>
                  <a:lnTo>
                    <a:pt x="1073591" y="525318"/>
                  </a:lnTo>
                  <a:lnTo>
                    <a:pt x="1073994" y="527378"/>
                  </a:lnTo>
                  <a:lnTo>
                    <a:pt x="1075348" y="529049"/>
                  </a:lnTo>
                  <a:lnTo>
                    <a:pt x="1077062" y="529577"/>
                  </a:lnTo>
                  <a:lnTo>
                    <a:pt x="1100056" y="538805"/>
                  </a:lnTo>
                  <a:lnTo>
                    <a:pt x="1107973" y="540612"/>
                  </a:lnTo>
                  <a:lnTo>
                    <a:pt x="1120206" y="541543"/>
                  </a:lnTo>
                  <a:lnTo>
                    <a:pt x="1129699" y="541647"/>
                  </a:lnTo>
                  <a:lnTo>
                    <a:pt x="1131012" y="542236"/>
                  </a:lnTo>
                  <a:lnTo>
                    <a:pt x="1132822" y="543994"/>
                  </a:lnTo>
                  <a:lnTo>
                    <a:pt x="1129203" y="545240"/>
                  </a:lnTo>
                  <a:lnTo>
                    <a:pt x="1125319" y="545407"/>
                  </a:lnTo>
                  <a:lnTo>
                    <a:pt x="1119473" y="544911"/>
                  </a:lnTo>
                  <a:lnTo>
                    <a:pt x="1117409" y="545174"/>
                  </a:lnTo>
                  <a:lnTo>
                    <a:pt x="1112948" y="544692"/>
                  </a:lnTo>
                  <a:lnTo>
                    <a:pt x="1110612" y="545044"/>
                  </a:lnTo>
                  <a:lnTo>
                    <a:pt x="1108493" y="544472"/>
                  </a:lnTo>
                  <a:lnTo>
                    <a:pt x="1105364" y="545777"/>
                  </a:lnTo>
                  <a:lnTo>
                    <a:pt x="1099613" y="546746"/>
                  </a:lnTo>
                  <a:lnTo>
                    <a:pt x="1100893" y="548097"/>
                  </a:lnTo>
                  <a:lnTo>
                    <a:pt x="1103035" y="548411"/>
                  </a:lnTo>
                  <a:lnTo>
                    <a:pt x="1107392" y="548916"/>
                  </a:lnTo>
                  <a:lnTo>
                    <a:pt x="1113356" y="548683"/>
                  </a:lnTo>
                  <a:lnTo>
                    <a:pt x="1113867" y="550884"/>
                  </a:lnTo>
                  <a:lnTo>
                    <a:pt x="1108396" y="551421"/>
                  </a:lnTo>
                  <a:lnTo>
                    <a:pt x="1096763" y="551857"/>
                  </a:lnTo>
                  <a:lnTo>
                    <a:pt x="1095551" y="552200"/>
                  </a:lnTo>
                  <a:lnTo>
                    <a:pt x="1094671" y="553369"/>
                  </a:lnTo>
                  <a:lnTo>
                    <a:pt x="1096409" y="553888"/>
                  </a:lnTo>
                  <a:lnTo>
                    <a:pt x="1097459" y="554546"/>
                  </a:lnTo>
                  <a:lnTo>
                    <a:pt x="1098009" y="556090"/>
                  </a:lnTo>
                  <a:lnTo>
                    <a:pt x="1096792" y="560159"/>
                  </a:lnTo>
                  <a:lnTo>
                    <a:pt x="1098707" y="562995"/>
                  </a:lnTo>
                  <a:lnTo>
                    <a:pt x="1100073" y="563443"/>
                  </a:lnTo>
                  <a:lnTo>
                    <a:pt x="1101491" y="563030"/>
                  </a:lnTo>
                  <a:lnTo>
                    <a:pt x="1103936" y="564150"/>
                  </a:lnTo>
                  <a:lnTo>
                    <a:pt x="1106344" y="565694"/>
                  </a:lnTo>
                  <a:lnTo>
                    <a:pt x="1111372" y="565809"/>
                  </a:lnTo>
                  <a:lnTo>
                    <a:pt x="1117368" y="563737"/>
                  </a:lnTo>
                  <a:lnTo>
                    <a:pt x="1120316" y="563812"/>
                  </a:lnTo>
                  <a:lnTo>
                    <a:pt x="1128208" y="562519"/>
                  </a:lnTo>
                  <a:lnTo>
                    <a:pt x="1135357" y="562756"/>
                  </a:lnTo>
                  <a:lnTo>
                    <a:pt x="1145381" y="560263"/>
                  </a:lnTo>
                  <a:lnTo>
                    <a:pt x="1147034" y="560318"/>
                  </a:lnTo>
                  <a:lnTo>
                    <a:pt x="1148566" y="560652"/>
                  </a:lnTo>
                  <a:lnTo>
                    <a:pt x="1145783" y="562894"/>
                  </a:lnTo>
                  <a:lnTo>
                    <a:pt x="1133503" y="568533"/>
                  </a:lnTo>
                  <a:lnTo>
                    <a:pt x="1129096" y="569618"/>
                  </a:lnTo>
                  <a:lnTo>
                    <a:pt x="1127340" y="570328"/>
                  </a:lnTo>
                  <a:lnTo>
                    <a:pt x="1128347" y="573086"/>
                  </a:lnTo>
                  <a:lnTo>
                    <a:pt x="1129936" y="575967"/>
                  </a:lnTo>
                  <a:lnTo>
                    <a:pt x="1133176" y="579045"/>
                  </a:lnTo>
                  <a:lnTo>
                    <a:pt x="1135210" y="583605"/>
                  </a:lnTo>
                  <a:lnTo>
                    <a:pt x="1137210" y="584589"/>
                  </a:lnTo>
                  <a:lnTo>
                    <a:pt x="1141018" y="582496"/>
                  </a:lnTo>
                  <a:lnTo>
                    <a:pt x="1141926" y="584052"/>
                  </a:lnTo>
                  <a:lnTo>
                    <a:pt x="1142099" y="587189"/>
                  </a:lnTo>
                  <a:lnTo>
                    <a:pt x="1141111" y="589737"/>
                  </a:lnTo>
                  <a:lnTo>
                    <a:pt x="1139831" y="591162"/>
                  </a:lnTo>
                  <a:lnTo>
                    <a:pt x="1138925" y="592550"/>
                  </a:lnTo>
                  <a:lnTo>
                    <a:pt x="1138355" y="594377"/>
                  </a:lnTo>
                  <a:lnTo>
                    <a:pt x="1139937" y="595984"/>
                  </a:lnTo>
                  <a:lnTo>
                    <a:pt x="1144187" y="596928"/>
                  </a:lnTo>
                  <a:lnTo>
                    <a:pt x="1149823" y="597317"/>
                  </a:lnTo>
                  <a:lnTo>
                    <a:pt x="1155045" y="597366"/>
                  </a:lnTo>
                  <a:lnTo>
                    <a:pt x="1158292" y="597840"/>
                  </a:lnTo>
                  <a:lnTo>
                    <a:pt x="1170079" y="587861"/>
                  </a:lnTo>
                  <a:lnTo>
                    <a:pt x="1174811" y="583071"/>
                  </a:lnTo>
                  <a:lnTo>
                    <a:pt x="1177124" y="581051"/>
                  </a:lnTo>
                  <a:lnTo>
                    <a:pt x="1179081" y="579573"/>
                  </a:lnTo>
                  <a:lnTo>
                    <a:pt x="1189038" y="573462"/>
                  </a:lnTo>
                  <a:lnTo>
                    <a:pt x="1191373" y="571595"/>
                  </a:lnTo>
                  <a:lnTo>
                    <a:pt x="1194010" y="568882"/>
                  </a:lnTo>
                  <a:lnTo>
                    <a:pt x="1198875" y="568481"/>
                  </a:lnTo>
                  <a:lnTo>
                    <a:pt x="1205542" y="564089"/>
                  </a:lnTo>
                  <a:lnTo>
                    <a:pt x="1211455" y="560673"/>
                  </a:lnTo>
                  <a:lnTo>
                    <a:pt x="1213825" y="560018"/>
                  </a:lnTo>
                  <a:lnTo>
                    <a:pt x="1215575" y="559752"/>
                  </a:lnTo>
                  <a:lnTo>
                    <a:pt x="1217675" y="559016"/>
                  </a:lnTo>
                  <a:lnTo>
                    <a:pt x="1222869" y="559284"/>
                  </a:lnTo>
                  <a:lnTo>
                    <a:pt x="1226560" y="558730"/>
                  </a:lnTo>
                  <a:lnTo>
                    <a:pt x="1233138" y="556563"/>
                  </a:lnTo>
                  <a:lnTo>
                    <a:pt x="1238147" y="555195"/>
                  </a:lnTo>
                  <a:lnTo>
                    <a:pt x="1243498" y="554021"/>
                  </a:lnTo>
                  <a:lnTo>
                    <a:pt x="1249495" y="553790"/>
                  </a:lnTo>
                  <a:lnTo>
                    <a:pt x="1265535" y="551563"/>
                  </a:lnTo>
                  <a:lnTo>
                    <a:pt x="1270092" y="552535"/>
                  </a:lnTo>
                  <a:lnTo>
                    <a:pt x="1275154" y="554864"/>
                  </a:lnTo>
                  <a:lnTo>
                    <a:pt x="1278426" y="554841"/>
                  </a:lnTo>
                  <a:lnTo>
                    <a:pt x="1282783" y="554131"/>
                  </a:lnTo>
                  <a:lnTo>
                    <a:pt x="1285750" y="553178"/>
                  </a:lnTo>
                  <a:lnTo>
                    <a:pt x="1287085" y="555914"/>
                  </a:lnTo>
                  <a:lnTo>
                    <a:pt x="1287785" y="559435"/>
                  </a:lnTo>
                  <a:lnTo>
                    <a:pt x="1286322" y="562756"/>
                  </a:lnTo>
                  <a:lnTo>
                    <a:pt x="1283921" y="564787"/>
                  </a:lnTo>
                  <a:lnTo>
                    <a:pt x="1283263" y="568178"/>
                  </a:lnTo>
                  <a:lnTo>
                    <a:pt x="1286546" y="569863"/>
                  </a:lnTo>
                  <a:lnTo>
                    <a:pt x="1290263" y="569370"/>
                  </a:lnTo>
                  <a:lnTo>
                    <a:pt x="1297424" y="567687"/>
                  </a:lnTo>
                  <a:lnTo>
                    <a:pt x="1303085" y="565558"/>
                  </a:lnTo>
                  <a:lnTo>
                    <a:pt x="1304653" y="564135"/>
                  </a:lnTo>
                  <a:lnTo>
                    <a:pt x="1306841" y="564539"/>
                  </a:lnTo>
                  <a:lnTo>
                    <a:pt x="1310637" y="562727"/>
                  </a:lnTo>
                  <a:lnTo>
                    <a:pt x="1315338" y="555253"/>
                  </a:lnTo>
                  <a:lnTo>
                    <a:pt x="1321258" y="547701"/>
                  </a:lnTo>
                  <a:lnTo>
                    <a:pt x="1326240" y="542862"/>
                  </a:lnTo>
                  <a:lnTo>
                    <a:pt x="1329458" y="537244"/>
                  </a:lnTo>
                  <a:lnTo>
                    <a:pt x="1332128" y="533995"/>
                  </a:lnTo>
                  <a:lnTo>
                    <a:pt x="1335089" y="531545"/>
                  </a:lnTo>
                  <a:lnTo>
                    <a:pt x="1337121" y="530289"/>
                  </a:lnTo>
                  <a:lnTo>
                    <a:pt x="1341675" y="530076"/>
                  </a:lnTo>
                  <a:lnTo>
                    <a:pt x="1348198" y="526143"/>
                  </a:lnTo>
                  <a:lnTo>
                    <a:pt x="1357721" y="521719"/>
                  </a:lnTo>
                  <a:lnTo>
                    <a:pt x="1365035" y="523846"/>
                  </a:lnTo>
                  <a:lnTo>
                    <a:pt x="1372742" y="527083"/>
                  </a:lnTo>
                  <a:lnTo>
                    <a:pt x="1376557" y="524449"/>
                  </a:lnTo>
                  <a:lnTo>
                    <a:pt x="1379565" y="524002"/>
                  </a:lnTo>
                  <a:lnTo>
                    <a:pt x="1382118" y="522847"/>
                  </a:lnTo>
                  <a:lnTo>
                    <a:pt x="1384697" y="521973"/>
                  </a:lnTo>
                  <a:lnTo>
                    <a:pt x="1386522" y="519662"/>
                  </a:lnTo>
                  <a:lnTo>
                    <a:pt x="1388977" y="517682"/>
                  </a:lnTo>
                  <a:lnTo>
                    <a:pt x="1390837" y="514874"/>
                  </a:lnTo>
                  <a:lnTo>
                    <a:pt x="1400230" y="513478"/>
                  </a:lnTo>
                  <a:lnTo>
                    <a:pt x="1410048" y="511616"/>
                  </a:lnTo>
                  <a:lnTo>
                    <a:pt x="1411369" y="510973"/>
                  </a:lnTo>
                  <a:lnTo>
                    <a:pt x="1412658" y="511357"/>
                  </a:lnTo>
                  <a:lnTo>
                    <a:pt x="1416033" y="510832"/>
                  </a:lnTo>
                  <a:lnTo>
                    <a:pt x="1420364" y="509262"/>
                  </a:lnTo>
                  <a:lnTo>
                    <a:pt x="1426339" y="508786"/>
                  </a:lnTo>
                  <a:lnTo>
                    <a:pt x="1429435" y="508947"/>
                  </a:lnTo>
                  <a:lnTo>
                    <a:pt x="1432287" y="504751"/>
                  </a:lnTo>
                  <a:lnTo>
                    <a:pt x="1437961" y="503912"/>
                  </a:lnTo>
                  <a:lnTo>
                    <a:pt x="1443998" y="502247"/>
                  </a:lnTo>
                  <a:lnTo>
                    <a:pt x="1446554" y="501020"/>
                  </a:lnTo>
                  <a:lnTo>
                    <a:pt x="1448499" y="500732"/>
                  </a:lnTo>
                  <a:lnTo>
                    <a:pt x="1497421" y="497477"/>
                  </a:lnTo>
                  <a:lnTo>
                    <a:pt x="1499541" y="495913"/>
                  </a:lnTo>
                  <a:lnTo>
                    <a:pt x="1503822" y="494608"/>
                  </a:lnTo>
                  <a:lnTo>
                    <a:pt x="1505434" y="491480"/>
                  </a:lnTo>
                  <a:lnTo>
                    <a:pt x="1498883" y="490176"/>
                  </a:lnTo>
                  <a:lnTo>
                    <a:pt x="1496849" y="488875"/>
                  </a:lnTo>
                  <a:lnTo>
                    <a:pt x="1494599" y="488494"/>
                  </a:lnTo>
                  <a:lnTo>
                    <a:pt x="1493286" y="488987"/>
                  </a:lnTo>
                  <a:lnTo>
                    <a:pt x="1487631" y="488629"/>
                  </a:lnTo>
                  <a:lnTo>
                    <a:pt x="1442537" y="483799"/>
                  </a:lnTo>
                  <a:lnTo>
                    <a:pt x="1441578" y="483395"/>
                  </a:lnTo>
                  <a:lnTo>
                    <a:pt x="1440019" y="480437"/>
                  </a:lnTo>
                  <a:lnTo>
                    <a:pt x="1440339" y="475090"/>
                  </a:lnTo>
                  <a:lnTo>
                    <a:pt x="1439012" y="470917"/>
                  </a:lnTo>
                  <a:lnTo>
                    <a:pt x="1435846" y="469766"/>
                  </a:lnTo>
                  <a:lnTo>
                    <a:pt x="1432578" y="469878"/>
                  </a:lnTo>
                  <a:lnTo>
                    <a:pt x="1428467" y="470389"/>
                  </a:lnTo>
                  <a:lnTo>
                    <a:pt x="1417613" y="472663"/>
                  </a:lnTo>
                  <a:lnTo>
                    <a:pt x="1413264" y="472859"/>
                  </a:lnTo>
                  <a:lnTo>
                    <a:pt x="1401697" y="469356"/>
                  </a:lnTo>
                  <a:lnTo>
                    <a:pt x="1394030" y="465434"/>
                  </a:lnTo>
                  <a:lnTo>
                    <a:pt x="1389021" y="464119"/>
                  </a:lnTo>
                  <a:lnTo>
                    <a:pt x="1385424" y="461476"/>
                  </a:lnTo>
                  <a:lnTo>
                    <a:pt x="1382068" y="459426"/>
                  </a:lnTo>
                  <a:lnTo>
                    <a:pt x="1381814" y="454737"/>
                  </a:lnTo>
                  <a:lnTo>
                    <a:pt x="1382629" y="450389"/>
                  </a:lnTo>
                  <a:lnTo>
                    <a:pt x="1389085" y="437767"/>
                  </a:lnTo>
                  <a:lnTo>
                    <a:pt x="1393139" y="431736"/>
                  </a:lnTo>
                  <a:lnTo>
                    <a:pt x="1395824" y="431248"/>
                  </a:lnTo>
                  <a:lnTo>
                    <a:pt x="1398293" y="428527"/>
                  </a:lnTo>
                  <a:lnTo>
                    <a:pt x="1400805" y="422421"/>
                  </a:lnTo>
                  <a:lnTo>
                    <a:pt x="1402866" y="419570"/>
                  </a:lnTo>
                  <a:lnTo>
                    <a:pt x="1407525" y="416197"/>
                  </a:lnTo>
                  <a:lnTo>
                    <a:pt x="1409586" y="415323"/>
                  </a:lnTo>
                  <a:lnTo>
                    <a:pt x="1416919" y="411161"/>
                  </a:lnTo>
                  <a:lnTo>
                    <a:pt x="1418926" y="411026"/>
                  </a:lnTo>
                  <a:lnTo>
                    <a:pt x="1422213" y="411724"/>
                  </a:lnTo>
                  <a:lnTo>
                    <a:pt x="1425939" y="407978"/>
                  </a:lnTo>
                  <a:lnTo>
                    <a:pt x="1437346" y="399976"/>
                  </a:lnTo>
                  <a:lnTo>
                    <a:pt x="1439915" y="396964"/>
                  </a:lnTo>
                  <a:lnTo>
                    <a:pt x="1443092" y="395120"/>
                  </a:lnTo>
                  <a:lnTo>
                    <a:pt x="1452301" y="388394"/>
                  </a:lnTo>
                  <a:lnTo>
                    <a:pt x="1460514" y="385069"/>
                  </a:lnTo>
                  <a:lnTo>
                    <a:pt x="1464612" y="384140"/>
                  </a:lnTo>
                  <a:lnTo>
                    <a:pt x="1469597" y="382100"/>
                  </a:lnTo>
                  <a:lnTo>
                    <a:pt x="1475120" y="379067"/>
                  </a:lnTo>
                  <a:lnTo>
                    <a:pt x="1479934" y="376187"/>
                  </a:lnTo>
                  <a:lnTo>
                    <a:pt x="1497140" y="370566"/>
                  </a:lnTo>
                  <a:lnTo>
                    <a:pt x="1507449" y="369109"/>
                  </a:lnTo>
                  <a:lnTo>
                    <a:pt x="1514484" y="367435"/>
                  </a:lnTo>
                  <a:lnTo>
                    <a:pt x="1519458" y="368413"/>
                  </a:lnTo>
                  <a:lnTo>
                    <a:pt x="1524402" y="368087"/>
                  </a:lnTo>
                  <a:lnTo>
                    <a:pt x="1528678" y="366647"/>
                  </a:lnTo>
                  <a:lnTo>
                    <a:pt x="1530656" y="365453"/>
                  </a:lnTo>
                  <a:lnTo>
                    <a:pt x="1533499" y="362440"/>
                  </a:lnTo>
                  <a:lnTo>
                    <a:pt x="1543060" y="363857"/>
                  </a:lnTo>
                  <a:lnTo>
                    <a:pt x="1549233" y="361796"/>
                  </a:lnTo>
                  <a:lnTo>
                    <a:pt x="1551788" y="361571"/>
                  </a:lnTo>
                  <a:lnTo>
                    <a:pt x="1554485" y="360648"/>
                  </a:lnTo>
                  <a:lnTo>
                    <a:pt x="1553422" y="359618"/>
                  </a:lnTo>
                  <a:lnTo>
                    <a:pt x="1552444" y="359424"/>
                  </a:lnTo>
                  <a:lnTo>
                    <a:pt x="1551479" y="358019"/>
                  </a:lnTo>
                  <a:lnTo>
                    <a:pt x="1550211" y="355055"/>
                  </a:lnTo>
                  <a:lnTo>
                    <a:pt x="1551479" y="351310"/>
                  </a:lnTo>
                  <a:lnTo>
                    <a:pt x="1552444" y="349437"/>
                  </a:lnTo>
                  <a:lnTo>
                    <a:pt x="1555287" y="347149"/>
                  </a:lnTo>
                  <a:lnTo>
                    <a:pt x="1556757" y="343853"/>
                  </a:lnTo>
                  <a:lnTo>
                    <a:pt x="1558156" y="339014"/>
                  </a:lnTo>
                  <a:lnTo>
                    <a:pt x="1562837" y="329555"/>
                  </a:lnTo>
                  <a:lnTo>
                    <a:pt x="1564152" y="328219"/>
                  </a:lnTo>
                  <a:lnTo>
                    <a:pt x="1567130" y="327803"/>
                  </a:lnTo>
                  <a:lnTo>
                    <a:pt x="1569651" y="328034"/>
                  </a:lnTo>
                  <a:lnTo>
                    <a:pt x="1572511" y="327925"/>
                  </a:lnTo>
                  <a:lnTo>
                    <a:pt x="1579789" y="330389"/>
                  </a:lnTo>
                  <a:lnTo>
                    <a:pt x="1581147" y="329451"/>
                  </a:lnTo>
                  <a:lnTo>
                    <a:pt x="1583469" y="326652"/>
                  </a:lnTo>
                  <a:lnTo>
                    <a:pt x="1585397" y="323178"/>
                  </a:lnTo>
                  <a:lnTo>
                    <a:pt x="1589533" y="318024"/>
                  </a:lnTo>
                  <a:lnTo>
                    <a:pt x="1590352" y="316506"/>
                  </a:lnTo>
                  <a:lnTo>
                    <a:pt x="1589990" y="313972"/>
                  </a:lnTo>
                  <a:lnTo>
                    <a:pt x="1583759" y="315069"/>
                  </a:lnTo>
                  <a:lnTo>
                    <a:pt x="1579055" y="316746"/>
                  </a:lnTo>
                  <a:lnTo>
                    <a:pt x="1574525" y="315863"/>
                  </a:lnTo>
                  <a:lnTo>
                    <a:pt x="1573931" y="314423"/>
                  </a:lnTo>
                  <a:lnTo>
                    <a:pt x="1574902" y="313338"/>
                  </a:lnTo>
                  <a:lnTo>
                    <a:pt x="1576611" y="312914"/>
                  </a:lnTo>
                  <a:lnTo>
                    <a:pt x="1577259" y="311191"/>
                  </a:lnTo>
                  <a:lnTo>
                    <a:pt x="1575704" y="309756"/>
                  </a:lnTo>
                  <a:lnTo>
                    <a:pt x="1572913" y="308937"/>
                  </a:lnTo>
                  <a:lnTo>
                    <a:pt x="1571653" y="307835"/>
                  </a:lnTo>
                  <a:lnTo>
                    <a:pt x="1571766" y="305232"/>
                  </a:lnTo>
                  <a:lnTo>
                    <a:pt x="1572457" y="301382"/>
                  </a:lnTo>
                  <a:lnTo>
                    <a:pt x="1573958" y="300283"/>
                  </a:lnTo>
                  <a:lnTo>
                    <a:pt x="1575208" y="298687"/>
                  </a:lnTo>
                  <a:lnTo>
                    <a:pt x="1578536" y="293300"/>
                  </a:lnTo>
                  <a:lnTo>
                    <a:pt x="1580525" y="291664"/>
                  </a:lnTo>
                  <a:lnTo>
                    <a:pt x="1586187" y="290206"/>
                  </a:lnTo>
                  <a:lnTo>
                    <a:pt x="1592782" y="292440"/>
                  </a:lnTo>
                  <a:lnTo>
                    <a:pt x="1594285" y="291831"/>
                  </a:lnTo>
                  <a:lnTo>
                    <a:pt x="1595867" y="288821"/>
                  </a:lnTo>
                  <a:lnTo>
                    <a:pt x="1594250" y="284172"/>
                  </a:lnTo>
                  <a:lnTo>
                    <a:pt x="1593001" y="282438"/>
                  </a:lnTo>
                  <a:lnTo>
                    <a:pt x="1593006" y="280915"/>
                  </a:lnTo>
                  <a:lnTo>
                    <a:pt x="1596455" y="281601"/>
                  </a:lnTo>
                  <a:lnTo>
                    <a:pt x="1599686" y="282660"/>
                  </a:lnTo>
                  <a:lnTo>
                    <a:pt x="1603476" y="282453"/>
                  </a:lnTo>
                  <a:lnTo>
                    <a:pt x="1607915" y="277838"/>
                  </a:lnTo>
                  <a:lnTo>
                    <a:pt x="1614185" y="273974"/>
                  </a:lnTo>
                  <a:lnTo>
                    <a:pt x="1617236" y="272376"/>
                  </a:lnTo>
                  <a:lnTo>
                    <a:pt x="1619931" y="271456"/>
                  </a:lnTo>
                  <a:lnTo>
                    <a:pt x="1621378" y="267577"/>
                  </a:lnTo>
                  <a:lnTo>
                    <a:pt x="1623542" y="260187"/>
                  </a:lnTo>
                  <a:lnTo>
                    <a:pt x="1625112" y="256358"/>
                  </a:lnTo>
                  <a:lnTo>
                    <a:pt x="1625084" y="254006"/>
                  </a:lnTo>
                  <a:lnTo>
                    <a:pt x="1624620" y="252101"/>
                  </a:lnTo>
                  <a:lnTo>
                    <a:pt x="1622985" y="252661"/>
                  </a:lnTo>
                  <a:lnTo>
                    <a:pt x="1621507" y="252918"/>
                  </a:lnTo>
                  <a:lnTo>
                    <a:pt x="1618010" y="250962"/>
                  </a:lnTo>
                  <a:lnTo>
                    <a:pt x="1613671" y="247839"/>
                  </a:lnTo>
                  <a:lnTo>
                    <a:pt x="1612360" y="244336"/>
                  </a:lnTo>
                  <a:lnTo>
                    <a:pt x="1611718" y="241223"/>
                  </a:lnTo>
                  <a:lnTo>
                    <a:pt x="1613098" y="239523"/>
                  </a:lnTo>
                  <a:lnTo>
                    <a:pt x="1614387" y="238478"/>
                  </a:lnTo>
                  <a:lnTo>
                    <a:pt x="1615806" y="238236"/>
                  </a:lnTo>
                  <a:lnTo>
                    <a:pt x="1618335" y="239494"/>
                  </a:lnTo>
                  <a:lnTo>
                    <a:pt x="1621555" y="242700"/>
                  </a:lnTo>
                  <a:lnTo>
                    <a:pt x="1623169" y="243924"/>
                  </a:lnTo>
                  <a:lnTo>
                    <a:pt x="1624999" y="246255"/>
                  </a:lnTo>
                  <a:lnTo>
                    <a:pt x="1626387" y="246056"/>
                  </a:lnTo>
                  <a:lnTo>
                    <a:pt x="1627983" y="242787"/>
                  </a:lnTo>
                  <a:lnTo>
                    <a:pt x="1629323" y="238438"/>
                  </a:lnTo>
                  <a:lnTo>
                    <a:pt x="1630413" y="237102"/>
                  </a:lnTo>
                  <a:lnTo>
                    <a:pt x="1632106" y="235645"/>
                  </a:lnTo>
                  <a:lnTo>
                    <a:pt x="1634001" y="233567"/>
                  </a:lnTo>
                  <a:lnTo>
                    <a:pt x="1633147" y="231506"/>
                  </a:lnTo>
                  <a:lnTo>
                    <a:pt x="1631141" y="230416"/>
                  </a:lnTo>
                  <a:lnTo>
                    <a:pt x="1630862" y="229186"/>
                  </a:lnTo>
                  <a:lnTo>
                    <a:pt x="1631721" y="227807"/>
                  </a:lnTo>
                  <a:lnTo>
                    <a:pt x="1633374" y="227530"/>
                  </a:lnTo>
                  <a:lnTo>
                    <a:pt x="1635400" y="230514"/>
                  </a:lnTo>
                  <a:lnTo>
                    <a:pt x="1638174" y="232522"/>
                  </a:lnTo>
                  <a:lnTo>
                    <a:pt x="1640068" y="233180"/>
                  </a:lnTo>
                  <a:lnTo>
                    <a:pt x="1641719" y="234848"/>
                  </a:lnTo>
                  <a:lnTo>
                    <a:pt x="1644264" y="240383"/>
                  </a:lnTo>
                  <a:lnTo>
                    <a:pt x="1647335" y="249585"/>
                  </a:lnTo>
                  <a:lnTo>
                    <a:pt x="1648765" y="249646"/>
                  </a:lnTo>
                  <a:lnTo>
                    <a:pt x="1651469" y="248826"/>
                  </a:lnTo>
                  <a:lnTo>
                    <a:pt x="1654359" y="248480"/>
                  </a:lnTo>
                  <a:lnTo>
                    <a:pt x="1656302" y="245854"/>
                  </a:lnTo>
                  <a:lnTo>
                    <a:pt x="1656732" y="239289"/>
                  </a:lnTo>
                  <a:lnTo>
                    <a:pt x="1657490" y="236317"/>
                  </a:lnTo>
                  <a:lnTo>
                    <a:pt x="1657223" y="233296"/>
                  </a:lnTo>
                  <a:lnTo>
                    <a:pt x="1655887" y="230214"/>
                  </a:lnTo>
                  <a:lnTo>
                    <a:pt x="1654766" y="227943"/>
                  </a:lnTo>
                  <a:lnTo>
                    <a:pt x="1654945" y="226295"/>
                  </a:lnTo>
                  <a:lnTo>
                    <a:pt x="1655927" y="225060"/>
                  </a:lnTo>
                  <a:lnTo>
                    <a:pt x="1657205" y="224653"/>
                  </a:lnTo>
                  <a:lnTo>
                    <a:pt x="1659432" y="223409"/>
                  </a:lnTo>
                  <a:lnTo>
                    <a:pt x="1662860" y="224835"/>
                  </a:lnTo>
                  <a:lnTo>
                    <a:pt x="1664719" y="225112"/>
                  </a:lnTo>
                  <a:lnTo>
                    <a:pt x="1667514" y="224295"/>
                  </a:lnTo>
                  <a:lnTo>
                    <a:pt x="1670420" y="222489"/>
                  </a:lnTo>
                  <a:lnTo>
                    <a:pt x="1673390" y="221216"/>
                  </a:lnTo>
                  <a:lnTo>
                    <a:pt x="1675712" y="222180"/>
                  </a:lnTo>
                  <a:lnTo>
                    <a:pt x="1676739" y="225472"/>
                  </a:lnTo>
                  <a:lnTo>
                    <a:pt x="1675578" y="228768"/>
                  </a:lnTo>
                  <a:lnTo>
                    <a:pt x="1673702" y="231238"/>
                  </a:lnTo>
                  <a:lnTo>
                    <a:pt x="1672006" y="234260"/>
                  </a:lnTo>
                  <a:lnTo>
                    <a:pt x="1671559" y="237555"/>
                  </a:lnTo>
                  <a:lnTo>
                    <a:pt x="1671648" y="239338"/>
                  </a:lnTo>
                  <a:lnTo>
                    <a:pt x="1673258" y="239800"/>
                  </a:lnTo>
                  <a:lnTo>
                    <a:pt x="1687677" y="239390"/>
                  </a:lnTo>
                  <a:lnTo>
                    <a:pt x="1689570" y="239708"/>
                  </a:lnTo>
                  <a:lnTo>
                    <a:pt x="1692055" y="239719"/>
                  </a:lnTo>
                  <a:lnTo>
                    <a:pt x="1694762" y="240775"/>
                  </a:lnTo>
                  <a:lnTo>
                    <a:pt x="1699315" y="240357"/>
                  </a:lnTo>
                  <a:lnTo>
                    <a:pt x="1703426" y="239191"/>
                  </a:lnTo>
                  <a:lnTo>
                    <a:pt x="1705365" y="239185"/>
                  </a:lnTo>
                  <a:lnTo>
                    <a:pt x="1708720" y="240259"/>
                  </a:lnTo>
                  <a:lnTo>
                    <a:pt x="1711092" y="242512"/>
                  </a:lnTo>
                  <a:lnTo>
                    <a:pt x="1716033" y="241889"/>
                  </a:lnTo>
                  <a:lnTo>
                    <a:pt x="1717440" y="241136"/>
                  </a:lnTo>
                  <a:lnTo>
                    <a:pt x="1718766" y="238103"/>
                  </a:lnTo>
                  <a:lnTo>
                    <a:pt x="1720194" y="237555"/>
                  </a:lnTo>
                  <a:lnTo>
                    <a:pt x="1721847" y="240025"/>
                  </a:lnTo>
                  <a:lnTo>
                    <a:pt x="1722383" y="245655"/>
                  </a:lnTo>
                  <a:lnTo>
                    <a:pt x="1723154" y="248330"/>
                  </a:lnTo>
                  <a:lnTo>
                    <a:pt x="1725238" y="250765"/>
                  </a:lnTo>
                  <a:lnTo>
                    <a:pt x="1727316" y="248673"/>
                  </a:lnTo>
                  <a:lnTo>
                    <a:pt x="1728685" y="246221"/>
                  </a:lnTo>
                  <a:lnTo>
                    <a:pt x="1730459" y="243629"/>
                  </a:lnTo>
                  <a:lnTo>
                    <a:pt x="1731942" y="241465"/>
                  </a:lnTo>
                  <a:lnTo>
                    <a:pt x="1735636" y="237809"/>
                  </a:lnTo>
                  <a:lnTo>
                    <a:pt x="1738486" y="235685"/>
                  </a:lnTo>
                  <a:lnTo>
                    <a:pt x="1745382" y="232078"/>
                  </a:lnTo>
                  <a:lnTo>
                    <a:pt x="1748809" y="229813"/>
                  </a:lnTo>
                  <a:lnTo>
                    <a:pt x="1755546" y="226754"/>
                  </a:lnTo>
                  <a:lnTo>
                    <a:pt x="1764174" y="225109"/>
                  </a:lnTo>
                  <a:lnTo>
                    <a:pt x="1779615" y="219531"/>
                  </a:lnTo>
                  <a:lnTo>
                    <a:pt x="1784718" y="218960"/>
                  </a:lnTo>
                  <a:lnTo>
                    <a:pt x="1793025" y="217485"/>
                  </a:lnTo>
                  <a:lnTo>
                    <a:pt x="1797284" y="215973"/>
                  </a:lnTo>
                  <a:lnTo>
                    <a:pt x="1801612" y="214767"/>
                  </a:lnTo>
                  <a:lnTo>
                    <a:pt x="1804261" y="210687"/>
                  </a:lnTo>
                  <a:lnTo>
                    <a:pt x="1810318" y="213797"/>
                  </a:lnTo>
                  <a:lnTo>
                    <a:pt x="1812397" y="214158"/>
                  </a:lnTo>
                  <a:lnTo>
                    <a:pt x="1815228" y="211705"/>
                  </a:lnTo>
                  <a:lnTo>
                    <a:pt x="1818344" y="205585"/>
                  </a:lnTo>
                  <a:lnTo>
                    <a:pt x="1822880" y="208107"/>
                  </a:lnTo>
                  <a:lnTo>
                    <a:pt x="1825496" y="212063"/>
                  </a:lnTo>
                  <a:lnTo>
                    <a:pt x="1828689" y="215165"/>
                  </a:lnTo>
                  <a:lnTo>
                    <a:pt x="1835910" y="220478"/>
                  </a:lnTo>
                  <a:lnTo>
                    <a:pt x="1838166" y="221690"/>
                  </a:lnTo>
                  <a:lnTo>
                    <a:pt x="1842952" y="222809"/>
                  </a:lnTo>
                  <a:lnTo>
                    <a:pt x="1844224" y="221920"/>
                  </a:lnTo>
                  <a:lnTo>
                    <a:pt x="1846477" y="218374"/>
                  </a:lnTo>
                  <a:lnTo>
                    <a:pt x="1848792" y="213255"/>
                  </a:lnTo>
                  <a:lnTo>
                    <a:pt x="1850261" y="211093"/>
                  </a:lnTo>
                  <a:lnTo>
                    <a:pt x="1852379" y="209278"/>
                  </a:lnTo>
                  <a:lnTo>
                    <a:pt x="1854758" y="206462"/>
                  </a:lnTo>
                  <a:lnTo>
                    <a:pt x="1854135" y="204953"/>
                  </a:lnTo>
                  <a:lnTo>
                    <a:pt x="1852778" y="204402"/>
                  </a:lnTo>
                  <a:lnTo>
                    <a:pt x="1851545" y="203625"/>
                  </a:lnTo>
                  <a:lnTo>
                    <a:pt x="1851844" y="202096"/>
                  </a:lnTo>
                  <a:lnTo>
                    <a:pt x="1856068" y="201741"/>
                  </a:lnTo>
                  <a:lnTo>
                    <a:pt x="1858301" y="206941"/>
                  </a:lnTo>
                  <a:lnTo>
                    <a:pt x="1860557" y="208652"/>
                  </a:lnTo>
                  <a:lnTo>
                    <a:pt x="1863346" y="210297"/>
                  </a:lnTo>
                  <a:lnTo>
                    <a:pt x="1869779" y="209010"/>
                  </a:lnTo>
                  <a:lnTo>
                    <a:pt x="1875278" y="208866"/>
                  </a:lnTo>
                  <a:lnTo>
                    <a:pt x="1880076" y="209931"/>
                  </a:lnTo>
                  <a:lnTo>
                    <a:pt x="1882422" y="209731"/>
                  </a:lnTo>
                  <a:lnTo>
                    <a:pt x="1884520" y="205873"/>
                  </a:lnTo>
                  <a:lnTo>
                    <a:pt x="1887941" y="204445"/>
                  </a:lnTo>
                  <a:lnTo>
                    <a:pt x="1889901" y="206179"/>
                  </a:lnTo>
                  <a:lnTo>
                    <a:pt x="1891096" y="211896"/>
                  </a:lnTo>
                  <a:lnTo>
                    <a:pt x="1895494" y="213480"/>
                  </a:lnTo>
                  <a:lnTo>
                    <a:pt x="1904703" y="216123"/>
                  </a:lnTo>
                  <a:lnTo>
                    <a:pt x="1905736" y="215471"/>
                  </a:lnTo>
                  <a:lnTo>
                    <a:pt x="1906883" y="212435"/>
                  </a:lnTo>
                  <a:lnTo>
                    <a:pt x="1907664" y="208724"/>
                  </a:lnTo>
                  <a:lnTo>
                    <a:pt x="1909536" y="208118"/>
                  </a:lnTo>
                  <a:lnTo>
                    <a:pt x="1911939" y="206107"/>
                  </a:lnTo>
                  <a:lnTo>
                    <a:pt x="1913209" y="206425"/>
                  </a:lnTo>
                  <a:lnTo>
                    <a:pt x="1915007" y="208820"/>
                  </a:lnTo>
                  <a:lnTo>
                    <a:pt x="1914391" y="214692"/>
                  </a:lnTo>
                  <a:lnTo>
                    <a:pt x="1913374" y="220074"/>
                  </a:lnTo>
                  <a:lnTo>
                    <a:pt x="1914589" y="224414"/>
                  </a:lnTo>
                  <a:lnTo>
                    <a:pt x="1915668" y="226820"/>
                  </a:lnTo>
                  <a:lnTo>
                    <a:pt x="1917054" y="227253"/>
                  </a:lnTo>
                  <a:lnTo>
                    <a:pt x="1919386" y="227360"/>
                  </a:lnTo>
                  <a:lnTo>
                    <a:pt x="1922197" y="227051"/>
                  </a:lnTo>
                  <a:lnTo>
                    <a:pt x="1923965" y="227270"/>
                  </a:lnTo>
                  <a:lnTo>
                    <a:pt x="1933027" y="225080"/>
                  </a:lnTo>
                  <a:lnTo>
                    <a:pt x="1934135" y="220267"/>
                  </a:lnTo>
                  <a:lnTo>
                    <a:pt x="1935589" y="214787"/>
                  </a:lnTo>
                  <a:lnTo>
                    <a:pt x="1939124" y="207795"/>
                  </a:lnTo>
                  <a:lnTo>
                    <a:pt x="1940508" y="208335"/>
                  </a:lnTo>
                  <a:lnTo>
                    <a:pt x="1941598" y="209033"/>
                  </a:lnTo>
                  <a:lnTo>
                    <a:pt x="1944035" y="212487"/>
                  </a:lnTo>
                  <a:lnTo>
                    <a:pt x="1945479" y="214195"/>
                  </a:lnTo>
                  <a:lnTo>
                    <a:pt x="1945772" y="216743"/>
                  </a:lnTo>
                  <a:lnTo>
                    <a:pt x="1944207" y="219147"/>
                  </a:lnTo>
                  <a:lnTo>
                    <a:pt x="1944631" y="220711"/>
                  </a:lnTo>
                  <a:lnTo>
                    <a:pt x="1946242" y="222016"/>
                  </a:lnTo>
                  <a:lnTo>
                    <a:pt x="1951372" y="224102"/>
                  </a:lnTo>
                  <a:lnTo>
                    <a:pt x="1953015" y="223686"/>
                  </a:lnTo>
                  <a:lnTo>
                    <a:pt x="1955485" y="221528"/>
                  </a:lnTo>
                  <a:lnTo>
                    <a:pt x="1957965" y="217147"/>
                  </a:lnTo>
                  <a:lnTo>
                    <a:pt x="1959299" y="212112"/>
                  </a:lnTo>
                  <a:lnTo>
                    <a:pt x="1961419" y="212372"/>
                  </a:lnTo>
                  <a:lnTo>
                    <a:pt x="1963454" y="213413"/>
                  </a:lnTo>
                  <a:lnTo>
                    <a:pt x="1964896" y="216022"/>
                  </a:lnTo>
                  <a:lnTo>
                    <a:pt x="1964896" y="220971"/>
                  </a:lnTo>
                  <a:lnTo>
                    <a:pt x="1966844" y="224399"/>
                  </a:lnTo>
                  <a:lnTo>
                    <a:pt x="1968462" y="226517"/>
                  </a:lnTo>
                  <a:lnTo>
                    <a:pt x="1972603" y="228849"/>
                  </a:lnTo>
                  <a:lnTo>
                    <a:pt x="1977052" y="229429"/>
                  </a:lnTo>
                  <a:lnTo>
                    <a:pt x="1980166" y="230811"/>
                  </a:lnTo>
                  <a:lnTo>
                    <a:pt x="1985210" y="230283"/>
                  </a:lnTo>
                  <a:lnTo>
                    <a:pt x="1987667" y="228739"/>
                  </a:lnTo>
                  <a:lnTo>
                    <a:pt x="1989240" y="228338"/>
                  </a:lnTo>
                  <a:lnTo>
                    <a:pt x="1992017" y="227074"/>
                  </a:lnTo>
                  <a:lnTo>
                    <a:pt x="1994918" y="224189"/>
                  </a:lnTo>
                  <a:lnTo>
                    <a:pt x="1996736" y="222982"/>
                  </a:lnTo>
                  <a:lnTo>
                    <a:pt x="2003357" y="220310"/>
                  </a:lnTo>
                  <a:lnTo>
                    <a:pt x="2008405" y="217387"/>
                  </a:lnTo>
                  <a:lnTo>
                    <a:pt x="2013715" y="212161"/>
                  </a:lnTo>
                  <a:lnTo>
                    <a:pt x="2018901" y="209022"/>
                  </a:lnTo>
                  <a:lnTo>
                    <a:pt x="2026888" y="207434"/>
                  </a:lnTo>
                  <a:lnTo>
                    <a:pt x="2029088" y="206797"/>
                  </a:lnTo>
                  <a:lnTo>
                    <a:pt x="2032125" y="206828"/>
                  </a:lnTo>
                  <a:lnTo>
                    <a:pt x="2039631" y="203106"/>
                  </a:lnTo>
                  <a:lnTo>
                    <a:pt x="2042486" y="200924"/>
                  </a:lnTo>
                  <a:lnTo>
                    <a:pt x="2044070" y="200174"/>
                  </a:lnTo>
                  <a:lnTo>
                    <a:pt x="2045882" y="197479"/>
                  </a:lnTo>
                  <a:lnTo>
                    <a:pt x="2046860" y="192288"/>
                  </a:lnTo>
                  <a:lnTo>
                    <a:pt x="2047608" y="189053"/>
                  </a:lnTo>
                  <a:lnTo>
                    <a:pt x="2047479" y="185884"/>
                  </a:lnTo>
                  <a:lnTo>
                    <a:pt x="2046779" y="181798"/>
                  </a:lnTo>
                  <a:lnTo>
                    <a:pt x="2045192" y="178139"/>
                  </a:lnTo>
                  <a:lnTo>
                    <a:pt x="2043553" y="172801"/>
                  </a:lnTo>
                  <a:lnTo>
                    <a:pt x="2044265" y="166735"/>
                  </a:lnTo>
                  <a:lnTo>
                    <a:pt x="2045559" y="164199"/>
                  </a:lnTo>
                  <a:lnTo>
                    <a:pt x="2048878" y="161423"/>
                  </a:lnTo>
                  <a:lnTo>
                    <a:pt x="2052187" y="160877"/>
                  </a:lnTo>
                  <a:lnTo>
                    <a:pt x="2055916" y="161241"/>
                  </a:lnTo>
                  <a:lnTo>
                    <a:pt x="2059178" y="161815"/>
                  </a:lnTo>
                  <a:lnTo>
                    <a:pt x="2059433" y="164421"/>
                  </a:lnTo>
                  <a:lnTo>
                    <a:pt x="2058038" y="167220"/>
                  </a:lnTo>
                  <a:lnTo>
                    <a:pt x="2056217" y="169996"/>
                  </a:lnTo>
                  <a:lnTo>
                    <a:pt x="2055133" y="171199"/>
                  </a:lnTo>
                  <a:lnTo>
                    <a:pt x="2055533" y="173543"/>
                  </a:lnTo>
                  <a:lnTo>
                    <a:pt x="2057887" y="173874"/>
                  </a:lnTo>
                  <a:lnTo>
                    <a:pt x="2063053" y="173401"/>
                  </a:lnTo>
                  <a:lnTo>
                    <a:pt x="2064530" y="175562"/>
                  </a:lnTo>
                  <a:lnTo>
                    <a:pt x="2068200" y="184996"/>
                  </a:lnTo>
                  <a:lnTo>
                    <a:pt x="2069099" y="189440"/>
                  </a:lnTo>
                  <a:lnTo>
                    <a:pt x="2070370" y="190741"/>
                  </a:lnTo>
                  <a:lnTo>
                    <a:pt x="2072395" y="190112"/>
                  </a:lnTo>
                  <a:lnTo>
                    <a:pt x="2076722" y="190164"/>
                  </a:lnTo>
                  <a:lnTo>
                    <a:pt x="2079735" y="189500"/>
                  </a:lnTo>
                  <a:lnTo>
                    <a:pt x="2082184" y="189457"/>
                  </a:lnTo>
                  <a:lnTo>
                    <a:pt x="2083461" y="189881"/>
                  </a:lnTo>
                  <a:lnTo>
                    <a:pt x="2084778" y="192048"/>
                  </a:lnTo>
                  <a:lnTo>
                    <a:pt x="2087269" y="194556"/>
                  </a:lnTo>
                  <a:lnTo>
                    <a:pt x="2089766" y="192706"/>
                  </a:lnTo>
                  <a:lnTo>
                    <a:pt x="2091547" y="191834"/>
                  </a:lnTo>
                  <a:lnTo>
                    <a:pt x="2093732" y="192051"/>
                  </a:lnTo>
                  <a:lnTo>
                    <a:pt x="2097166" y="194963"/>
                  </a:lnTo>
                  <a:lnTo>
                    <a:pt x="2100580" y="201816"/>
                  </a:lnTo>
                  <a:lnTo>
                    <a:pt x="2104292" y="205236"/>
                  </a:lnTo>
                  <a:lnTo>
                    <a:pt x="2104544" y="203048"/>
                  </a:lnTo>
                  <a:lnTo>
                    <a:pt x="2104040" y="200336"/>
                  </a:lnTo>
                  <a:lnTo>
                    <a:pt x="2105573" y="197917"/>
                  </a:lnTo>
                  <a:lnTo>
                    <a:pt x="2107424" y="193831"/>
                  </a:lnTo>
                  <a:lnTo>
                    <a:pt x="2110074" y="188574"/>
                  </a:lnTo>
                  <a:lnTo>
                    <a:pt x="2112171" y="183184"/>
                  </a:lnTo>
                  <a:lnTo>
                    <a:pt x="2112721" y="175730"/>
                  </a:lnTo>
                  <a:lnTo>
                    <a:pt x="2113697" y="169632"/>
                  </a:lnTo>
                  <a:lnTo>
                    <a:pt x="2115407" y="166701"/>
                  </a:lnTo>
                  <a:lnTo>
                    <a:pt x="2117079" y="164842"/>
                  </a:lnTo>
                  <a:lnTo>
                    <a:pt x="2119658" y="162892"/>
                  </a:lnTo>
                  <a:lnTo>
                    <a:pt x="2122861" y="162441"/>
                  </a:lnTo>
                  <a:lnTo>
                    <a:pt x="2125896" y="158052"/>
                  </a:lnTo>
                  <a:lnTo>
                    <a:pt x="2128046" y="156275"/>
                  </a:lnTo>
                  <a:lnTo>
                    <a:pt x="2132547" y="153842"/>
                  </a:lnTo>
                  <a:lnTo>
                    <a:pt x="2138163" y="151456"/>
                  </a:lnTo>
                  <a:lnTo>
                    <a:pt x="2142112" y="144700"/>
                  </a:lnTo>
                  <a:lnTo>
                    <a:pt x="2143472" y="143875"/>
                  </a:lnTo>
                  <a:lnTo>
                    <a:pt x="2145490" y="142825"/>
                  </a:lnTo>
                  <a:lnTo>
                    <a:pt x="2149174" y="142406"/>
                  </a:lnTo>
                  <a:lnTo>
                    <a:pt x="2155168" y="140245"/>
                  </a:lnTo>
                  <a:lnTo>
                    <a:pt x="2157045" y="139916"/>
                  </a:lnTo>
                  <a:lnTo>
                    <a:pt x="2160188" y="138231"/>
                  </a:lnTo>
                  <a:lnTo>
                    <a:pt x="2162974" y="134240"/>
                  </a:lnTo>
                  <a:lnTo>
                    <a:pt x="2164968" y="133115"/>
                  </a:lnTo>
                  <a:lnTo>
                    <a:pt x="2168548" y="133270"/>
                  </a:lnTo>
                  <a:lnTo>
                    <a:pt x="2171608" y="131005"/>
                  </a:lnTo>
                  <a:lnTo>
                    <a:pt x="2174168" y="130924"/>
                  </a:lnTo>
                  <a:lnTo>
                    <a:pt x="2176524" y="129758"/>
                  </a:lnTo>
                  <a:lnTo>
                    <a:pt x="2176885" y="127271"/>
                  </a:lnTo>
                  <a:lnTo>
                    <a:pt x="2175762" y="125592"/>
                  </a:lnTo>
                  <a:lnTo>
                    <a:pt x="2175738" y="123387"/>
                  </a:lnTo>
                  <a:lnTo>
                    <a:pt x="2177054" y="120481"/>
                  </a:lnTo>
                  <a:lnTo>
                    <a:pt x="2178069" y="119434"/>
                  </a:lnTo>
                  <a:lnTo>
                    <a:pt x="2181185" y="119630"/>
                  </a:lnTo>
                  <a:lnTo>
                    <a:pt x="2183786" y="122065"/>
                  </a:lnTo>
                  <a:lnTo>
                    <a:pt x="2185682" y="122204"/>
                  </a:lnTo>
                  <a:lnTo>
                    <a:pt x="2186175" y="123601"/>
                  </a:lnTo>
                  <a:lnTo>
                    <a:pt x="2184526" y="125346"/>
                  </a:lnTo>
                  <a:lnTo>
                    <a:pt x="2183428" y="128431"/>
                  </a:lnTo>
                  <a:lnTo>
                    <a:pt x="2185322" y="131158"/>
                  </a:lnTo>
                  <a:lnTo>
                    <a:pt x="2187011" y="133019"/>
                  </a:lnTo>
                  <a:lnTo>
                    <a:pt x="2189065" y="132673"/>
                  </a:lnTo>
                  <a:lnTo>
                    <a:pt x="2191517" y="131014"/>
                  </a:lnTo>
                  <a:lnTo>
                    <a:pt x="2193934" y="132174"/>
                  </a:lnTo>
                  <a:lnTo>
                    <a:pt x="2195008" y="134713"/>
                  </a:lnTo>
                  <a:lnTo>
                    <a:pt x="2195008" y="138620"/>
                  </a:lnTo>
                  <a:lnTo>
                    <a:pt x="2195516" y="140707"/>
                  </a:lnTo>
                  <a:lnTo>
                    <a:pt x="2197212" y="138883"/>
                  </a:lnTo>
                  <a:lnTo>
                    <a:pt x="2198146" y="134973"/>
                  </a:lnTo>
                  <a:lnTo>
                    <a:pt x="2197876" y="129984"/>
                  </a:lnTo>
                  <a:lnTo>
                    <a:pt x="2197976" y="126893"/>
                  </a:lnTo>
                  <a:lnTo>
                    <a:pt x="2202038" y="121924"/>
                  </a:lnTo>
                  <a:lnTo>
                    <a:pt x="2203638" y="118213"/>
                  </a:lnTo>
                  <a:lnTo>
                    <a:pt x="2200789" y="117411"/>
                  </a:lnTo>
                  <a:lnTo>
                    <a:pt x="2198776" y="117919"/>
                  </a:lnTo>
                  <a:lnTo>
                    <a:pt x="2197669" y="116571"/>
                  </a:lnTo>
                  <a:lnTo>
                    <a:pt x="2196388" y="112794"/>
                  </a:lnTo>
                  <a:lnTo>
                    <a:pt x="2199897" y="109686"/>
                  </a:lnTo>
                  <a:lnTo>
                    <a:pt x="2203904" y="109784"/>
                  </a:lnTo>
                  <a:lnTo>
                    <a:pt x="2206227" y="112424"/>
                  </a:lnTo>
                  <a:lnTo>
                    <a:pt x="2211202" y="116686"/>
                  </a:lnTo>
                  <a:lnTo>
                    <a:pt x="2213959" y="116597"/>
                  </a:lnTo>
                  <a:lnTo>
                    <a:pt x="2216459" y="117252"/>
                  </a:lnTo>
                  <a:lnTo>
                    <a:pt x="2216968" y="115948"/>
                  </a:lnTo>
                  <a:lnTo>
                    <a:pt x="2216035" y="109695"/>
                  </a:lnTo>
                  <a:lnTo>
                    <a:pt x="2216150" y="106191"/>
                  </a:lnTo>
                  <a:lnTo>
                    <a:pt x="2214085" y="104221"/>
                  </a:lnTo>
                  <a:lnTo>
                    <a:pt x="2213492" y="99791"/>
                  </a:lnTo>
                  <a:lnTo>
                    <a:pt x="2214339" y="95099"/>
                  </a:lnTo>
                  <a:lnTo>
                    <a:pt x="2216798" y="92493"/>
                  </a:lnTo>
                  <a:lnTo>
                    <a:pt x="2220150" y="91281"/>
                  </a:lnTo>
                  <a:lnTo>
                    <a:pt x="2227366" y="84093"/>
                  </a:lnTo>
                  <a:lnTo>
                    <a:pt x="2229260" y="82552"/>
                  </a:lnTo>
                  <a:lnTo>
                    <a:pt x="2234006" y="81049"/>
                  </a:lnTo>
                  <a:lnTo>
                    <a:pt x="2239554" y="80351"/>
                  </a:lnTo>
                  <a:lnTo>
                    <a:pt x="2246442" y="77785"/>
                  </a:lnTo>
                  <a:lnTo>
                    <a:pt x="2258710" y="79488"/>
                  </a:lnTo>
                  <a:lnTo>
                    <a:pt x="2262003" y="80607"/>
                  </a:lnTo>
                  <a:lnTo>
                    <a:pt x="2264061" y="82039"/>
                  </a:lnTo>
                  <a:lnTo>
                    <a:pt x="2266040" y="84324"/>
                  </a:lnTo>
                  <a:lnTo>
                    <a:pt x="2268575" y="88147"/>
                  </a:lnTo>
                  <a:lnTo>
                    <a:pt x="2272300" y="92975"/>
                  </a:lnTo>
                  <a:lnTo>
                    <a:pt x="2277086" y="94473"/>
                  </a:lnTo>
                  <a:lnTo>
                    <a:pt x="2278441" y="95990"/>
                  </a:lnTo>
                  <a:lnTo>
                    <a:pt x="2280221" y="100082"/>
                  </a:lnTo>
                  <a:lnTo>
                    <a:pt x="2278309" y="102775"/>
                  </a:lnTo>
                  <a:lnTo>
                    <a:pt x="2276743" y="103020"/>
                  </a:lnTo>
                  <a:lnTo>
                    <a:pt x="2273728" y="101442"/>
                  </a:lnTo>
                  <a:lnTo>
                    <a:pt x="2271656" y="99791"/>
                  </a:lnTo>
                  <a:lnTo>
                    <a:pt x="2270227" y="100461"/>
                  </a:lnTo>
                  <a:lnTo>
                    <a:pt x="2271631" y="103268"/>
                  </a:lnTo>
                  <a:lnTo>
                    <a:pt x="2273182" y="105003"/>
                  </a:lnTo>
                  <a:lnTo>
                    <a:pt x="2273436" y="107348"/>
                  </a:lnTo>
                  <a:lnTo>
                    <a:pt x="2272588" y="110736"/>
                  </a:lnTo>
                  <a:lnTo>
                    <a:pt x="2266928" y="117399"/>
                  </a:lnTo>
                  <a:lnTo>
                    <a:pt x="2270314" y="119327"/>
                  </a:lnTo>
                  <a:lnTo>
                    <a:pt x="2272343" y="117789"/>
                  </a:lnTo>
                  <a:lnTo>
                    <a:pt x="2274229" y="114935"/>
                  </a:lnTo>
                  <a:lnTo>
                    <a:pt x="2276132" y="113677"/>
                  </a:lnTo>
                  <a:lnTo>
                    <a:pt x="2277396" y="113172"/>
                  </a:lnTo>
                  <a:lnTo>
                    <a:pt x="2281910" y="113065"/>
                  </a:lnTo>
                  <a:lnTo>
                    <a:pt x="2284470" y="111925"/>
                  </a:lnTo>
                  <a:lnTo>
                    <a:pt x="2286400" y="112730"/>
                  </a:lnTo>
                  <a:lnTo>
                    <a:pt x="2288309" y="114566"/>
                  </a:lnTo>
                  <a:lnTo>
                    <a:pt x="2291104" y="116329"/>
                  </a:lnTo>
                  <a:lnTo>
                    <a:pt x="2295141" y="118294"/>
                  </a:lnTo>
                  <a:lnTo>
                    <a:pt x="2300077" y="125840"/>
                  </a:lnTo>
                  <a:lnTo>
                    <a:pt x="2303916" y="125061"/>
                  </a:lnTo>
                  <a:lnTo>
                    <a:pt x="2306006" y="123422"/>
                  </a:lnTo>
                  <a:lnTo>
                    <a:pt x="2311913" y="122891"/>
                  </a:lnTo>
                  <a:lnTo>
                    <a:pt x="2317009" y="126270"/>
                  </a:lnTo>
                  <a:lnTo>
                    <a:pt x="2319864" y="127473"/>
                  </a:lnTo>
                  <a:lnTo>
                    <a:pt x="2328179" y="128515"/>
                  </a:lnTo>
                  <a:lnTo>
                    <a:pt x="2333120" y="130644"/>
                  </a:lnTo>
                  <a:lnTo>
                    <a:pt x="2336290" y="128111"/>
                  </a:lnTo>
                  <a:lnTo>
                    <a:pt x="2338405" y="127078"/>
                  </a:lnTo>
                  <a:lnTo>
                    <a:pt x="2342841" y="126529"/>
                  </a:lnTo>
                  <a:lnTo>
                    <a:pt x="2345073" y="127055"/>
                  </a:lnTo>
                  <a:lnTo>
                    <a:pt x="2351249" y="129842"/>
                  </a:lnTo>
                  <a:lnTo>
                    <a:pt x="2362150" y="132679"/>
                  </a:lnTo>
                  <a:lnTo>
                    <a:pt x="2369657" y="134130"/>
                  </a:lnTo>
                  <a:lnTo>
                    <a:pt x="2376256" y="134202"/>
                  </a:lnTo>
                  <a:lnTo>
                    <a:pt x="2379405" y="135449"/>
                  </a:lnTo>
                  <a:lnTo>
                    <a:pt x="2385136" y="136748"/>
                  </a:lnTo>
                  <a:lnTo>
                    <a:pt x="2387341" y="137795"/>
                  </a:lnTo>
                  <a:lnTo>
                    <a:pt x="2392836" y="136984"/>
                  </a:lnTo>
                  <a:lnTo>
                    <a:pt x="2395410" y="135882"/>
                  </a:lnTo>
                  <a:lnTo>
                    <a:pt x="2397806" y="133464"/>
                  </a:lnTo>
                  <a:lnTo>
                    <a:pt x="2399178" y="134061"/>
                  </a:lnTo>
                  <a:lnTo>
                    <a:pt x="2400109" y="137056"/>
                  </a:lnTo>
                  <a:lnTo>
                    <a:pt x="2399600" y="142271"/>
                  </a:lnTo>
                  <a:lnTo>
                    <a:pt x="2400575" y="145811"/>
                  </a:lnTo>
                  <a:lnTo>
                    <a:pt x="2401384" y="149318"/>
                  </a:lnTo>
                  <a:lnTo>
                    <a:pt x="2402526" y="152272"/>
                  </a:lnTo>
                  <a:lnTo>
                    <a:pt x="2403245" y="154777"/>
                  </a:lnTo>
                  <a:lnTo>
                    <a:pt x="2402723" y="156878"/>
                  </a:lnTo>
                  <a:lnTo>
                    <a:pt x="2401127" y="158745"/>
                  </a:lnTo>
                  <a:lnTo>
                    <a:pt x="2398938" y="162834"/>
                  </a:lnTo>
                  <a:lnTo>
                    <a:pt x="2399060" y="166371"/>
                  </a:lnTo>
                  <a:lnTo>
                    <a:pt x="2400009" y="168605"/>
                  </a:lnTo>
                  <a:lnTo>
                    <a:pt x="2398905" y="171317"/>
                  </a:lnTo>
                  <a:lnTo>
                    <a:pt x="2399711" y="175150"/>
                  </a:lnTo>
                  <a:lnTo>
                    <a:pt x="2399854" y="177452"/>
                  </a:lnTo>
                  <a:lnTo>
                    <a:pt x="2399084" y="179288"/>
                  </a:lnTo>
                  <a:lnTo>
                    <a:pt x="2397377" y="180402"/>
                  </a:lnTo>
                  <a:lnTo>
                    <a:pt x="2394427" y="180578"/>
                  </a:lnTo>
                  <a:lnTo>
                    <a:pt x="2392901" y="181622"/>
                  </a:lnTo>
                  <a:lnTo>
                    <a:pt x="2392647" y="184488"/>
                  </a:lnTo>
                  <a:lnTo>
                    <a:pt x="2393410" y="186571"/>
                  </a:lnTo>
                  <a:lnTo>
                    <a:pt x="2395105" y="187685"/>
                  </a:lnTo>
                  <a:lnTo>
                    <a:pt x="2395614" y="189959"/>
                  </a:lnTo>
                  <a:lnTo>
                    <a:pt x="2395360" y="193350"/>
                  </a:lnTo>
                  <a:lnTo>
                    <a:pt x="2394597" y="196215"/>
                  </a:lnTo>
                  <a:lnTo>
                    <a:pt x="2393038" y="197551"/>
                  </a:lnTo>
                  <a:lnTo>
                    <a:pt x="2391339" y="197834"/>
                  </a:lnTo>
                  <a:lnTo>
                    <a:pt x="2388181" y="197266"/>
                  </a:lnTo>
                  <a:lnTo>
                    <a:pt x="2385901" y="195349"/>
                  </a:lnTo>
                  <a:lnTo>
                    <a:pt x="2384450" y="197037"/>
                  </a:lnTo>
                  <a:lnTo>
                    <a:pt x="2383391" y="198760"/>
                  </a:lnTo>
                  <a:lnTo>
                    <a:pt x="2380107" y="202754"/>
                  </a:lnTo>
                  <a:lnTo>
                    <a:pt x="2378580" y="205391"/>
                  </a:lnTo>
                  <a:lnTo>
                    <a:pt x="2377151" y="208228"/>
                  </a:lnTo>
                  <a:lnTo>
                    <a:pt x="2380910" y="209789"/>
                  </a:lnTo>
                  <a:lnTo>
                    <a:pt x="2383620" y="212652"/>
                  </a:lnTo>
                  <a:lnTo>
                    <a:pt x="2389566" y="212346"/>
                  </a:lnTo>
                  <a:lnTo>
                    <a:pt x="2391470" y="211088"/>
                  </a:lnTo>
                  <a:lnTo>
                    <a:pt x="2394003" y="209766"/>
                  </a:lnTo>
                  <a:lnTo>
                    <a:pt x="2395360" y="210026"/>
                  </a:lnTo>
                  <a:lnTo>
                    <a:pt x="2396208" y="212894"/>
                  </a:lnTo>
                  <a:lnTo>
                    <a:pt x="2395693" y="217450"/>
                  </a:lnTo>
                  <a:lnTo>
                    <a:pt x="2395613" y="220977"/>
                  </a:lnTo>
                  <a:lnTo>
                    <a:pt x="2392579" y="230745"/>
                  </a:lnTo>
                  <a:lnTo>
                    <a:pt x="2391572" y="232387"/>
                  </a:lnTo>
                  <a:lnTo>
                    <a:pt x="2390185" y="235067"/>
                  </a:lnTo>
                  <a:lnTo>
                    <a:pt x="2388491" y="237139"/>
                  </a:lnTo>
                  <a:lnTo>
                    <a:pt x="2387174" y="238172"/>
                  </a:lnTo>
                  <a:lnTo>
                    <a:pt x="2384548" y="241260"/>
                  </a:lnTo>
                  <a:lnTo>
                    <a:pt x="2382971" y="246838"/>
                  </a:lnTo>
                  <a:lnTo>
                    <a:pt x="2381243" y="251475"/>
                  </a:lnTo>
                  <a:lnTo>
                    <a:pt x="2378730" y="259341"/>
                  </a:lnTo>
                  <a:lnTo>
                    <a:pt x="2377277" y="267843"/>
                  </a:lnTo>
                  <a:lnTo>
                    <a:pt x="2376641" y="272890"/>
                  </a:lnTo>
                  <a:lnTo>
                    <a:pt x="2375665" y="278199"/>
                  </a:lnTo>
                  <a:lnTo>
                    <a:pt x="2373538" y="287286"/>
                  </a:lnTo>
                  <a:lnTo>
                    <a:pt x="2372138" y="288798"/>
                  </a:lnTo>
                  <a:lnTo>
                    <a:pt x="2369746" y="292512"/>
                  </a:lnTo>
                  <a:lnTo>
                    <a:pt x="2370433" y="294985"/>
                  </a:lnTo>
                  <a:lnTo>
                    <a:pt x="2372313" y="295213"/>
                  </a:lnTo>
                  <a:lnTo>
                    <a:pt x="2374605" y="295790"/>
                  </a:lnTo>
                  <a:lnTo>
                    <a:pt x="2377671" y="297677"/>
                  </a:lnTo>
                  <a:lnTo>
                    <a:pt x="2381772" y="293773"/>
                  </a:lnTo>
                  <a:lnTo>
                    <a:pt x="2383914" y="291335"/>
                  </a:lnTo>
                  <a:lnTo>
                    <a:pt x="2384338" y="286386"/>
                  </a:lnTo>
                  <a:lnTo>
                    <a:pt x="2383914" y="281434"/>
                  </a:lnTo>
                  <a:lnTo>
                    <a:pt x="2385216" y="278482"/>
                  </a:lnTo>
                  <a:lnTo>
                    <a:pt x="2388225" y="274474"/>
                  </a:lnTo>
                  <a:lnTo>
                    <a:pt x="2395312" y="271626"/>
                  </a:lnTo>
                  <a:lnTo>
                    <a:pt x="2396778" y="271334"/>
                  </a:lnTo>
                  <a:lnTo>
                    <a:pt x="2399135" y="270321"/>
                  </a:lnTo>
                  <a:lnTo>
                    <a:pt x="2401202" y="266749"/>
                  </a:lnTo>
                  <a:lnTo>
                    <a:pt x="2403052" y="263182"/>
                  </a:lnTo>
                  <a:lnTo>
                    <a:pt x="2406246" y="260891"/>
                  </a:lnTo>
                  <a:lnTo>
                    <a:pt x="2408923" y="257215"/>
                  </a:lnTo>
                  <a:lnTo>
                    <a:pt x="2409340" y="254589"/>
                  </a:lnTo>
                  <a:lnTo>
                    <a:pt x="2410450" y="254003"/>
                  </a:lnTo>
                  <a:lnTo>
                    <a:pt x="2413787" y="251475"/>
                  </a:lnTo>
                  <a:lnTo>
                    <a:pt x="2414644" y="249550"/>
                  </a:lnTo>
                  <a:lnTo>
                    <a:pt x="2415690" y="248142"/>
                  </a:lnTo>
                  <a:lnTo>
                    <a:pt x="2416387" y="244890"/>
                  </a:lnTo>
                  <a:lnTo>
                    <a:pt x="2416671" y="238842"/>
                  </a:lnTo>
                  <a:lnTo>
                    <a:pt x="2417499" y="234274"/>
                  </a:lnTo>
                  <a:lnTo>
                    <a:pt x="2419124" y="228205"/>
                  </a:lnTo>
                  <a:lnTo>
                    <a:pt x="2420446" y="223834"/>
                  </a:lnTo>
                  <a:lnTo>
                    <a:pt x="2421729" y="221037"/>
                  </a:lnTo>
                  <a:lnTo>
                    <a:pt x="2425168" y="219563"/>
                  </a:lnTo>
                  <a:lnTo>
                    <a:pt x="2426662" y="217846"/>
                  </a:lnTo>
                  <a:lnTo>
                    <a:pt x="2428627" y="214106"/>
                  </a:lnTo>
                  <a:lnTo>
                    <a:pt x="2429953" y="211849"/>
                  </a:lnTo>
                  <a:lnTo>
                    <a:pt x="2429799" y="207224"/>
                  </a:lnTo>
                  <a:lnTo>
                    <a:pt x="2430546" y="202990"/>
                  </a:lnTo>
                  <a:lnTo>
                    <a:pt x="2432655" y="200442"/>
                  </a:lnTo>
                  <a:lnTo>
                    <a:pt x="2435380" y="195693"/>
                  </a:lnTo>
                  <a:lnTo>
                    <a:pt x="2438757" y="195009"/>
                  </a:lnTo>
                  <a:lnTo>
                    <a:pt x="2441315" y="192568"/>
                  </a:lnTo>
                  <a:lnTo>
                    <a:pt x="2444051" y="194259"/>
                  </a:lnTo>
                  <a:lnTo>
                    <a:pt x="2447361" y="196599"/>
                  </a:lnTo>
                  <a:lnTo>
                    <a:pt x="2452906" y="195886"/>
                  </a:lnTo>
                  <a:lnTo>
                    <a:pt x="2455559" y="196997"/>
                  </a:lnTo>
                  <a:lnTo>
                    <a:pt x="2457594" y="195693"/>
                  </a:lnTo>
                  <a:lnTo>
                    <a:pt x="2459374" y="192045"/>
                  </a:lnTo>
                  <a:lnTo>
                    <a:pt x="2460052" y="187616"/>
                  </a:lnTo>
                  <a:lnTo>
                    <a:pt x="2462172" y="185010"/>
                  </a:lnTo>
                  <a:lnTo>
                    <a:pt x="2464557" y="185094"/>
                  </a:lnTo>
                  <a:lnTo>
                    <a:pt x="2468502" y="180644"/>
                  </a:lnTo>
                  <a:lnTo>
                    <a:pt x="2472558" y="176694"/>
                  </a:lnTo>
                  <a:lnTo>
                    <a:pt x="2475912" y="175762"/>
                  </a:lnTo>
                  <a:lnTo>
                    <a:pt x="2478571" y="172645"/>
                  </a:lnTo>
                  <a:lnTo>
                    <a:pt x="2480471" y="167413"/>
                  </a:lnTo>
                  <a:lnTo>
                    <a:pt x="2482522" y="163402"/>
                  </a:lnTo>
                  <a:lnTo>
                    <a:pt x="2485026" y="159550"/>
                  </a:lnTo>
                  <a:lnTo>
                    <a:pt x="2485742" y="152694"/>
                  </a:lnTo>
                  <a:lnTo>
                    <a:pt x="2487308" y="149268"/>
                  </a:lnTo>
                  <a:lnTo>
                    <a:pt x="2490277" y="146241"/>
                  </a:lnTo>
                  <a:lnTo>
                    <a:pt x="2492706" y="144585"/>
                  </a:lnTo>
                  <a:lnTo>
                    <a:pt x="2503043" y="139489"/>
                  </a:lnTo>
                  <a:lnTo>
                    <a:pt x="2510968" y="136072"/>
                  </a:lnTo>
                  <a:lnTo>
                    <a:pt x="2518943" y="131899"/>
                  </a:lnTo>
                  <a:lnTo>
                    <a:pt x="2521407" y="131949"/>
                  </a:lnTo>
                  <a:lnTo>
                    <a:pt x="2524616" y="129626"/>
                  </a:lnTo>
                  <a:lnTo>
                    <a:pt x="2529911" y="129551"/>
                  </a:lnTo>
                  <a:lnTo>
                    <a:pt x="2531319" y="129329"/>
                  </a:lnTo>
                  <a:lnTo>
                    <a:pt x="2533140" y="124547"/>
                  </a:lnTo>
                  <a:lnTo>
                    <a:pt x="2537082" y="120138"/>
                  </a:lnTo>
                  <a:lnTo>
                    <a:pt x="2539553" y="118724"/>
                  </a:lnTo>
                  <a:lnTo>
                    <a:pt x="2542672" y="114892"/>
                  </a:lnTo>
                  <a:lnTo>
                    <a:pt x="2545202" y="114531"/>
                  </a:lnTo>
                  <a:lnTo>
                    <a:pt x="2548744" y="115220"/>
                  </a:lnTo>
                  <a:lnTo>
                    <a:pt x="2551745" y="116265"/>
                  </a:lnTo>
                  <a:lnTo>
                    <a:pt x="2554454" y="116277"/>
                  </a:lnTo>
                  <a:lnTo>
                    <a:pt x="2558373" y="113134"/>
                  </a:lnTo>
                  <a:lnTo>
                    <a:pt x="2564447" y="112606"/>
                  </a:lnTo>
                  <a:lnTo>
                    <a:pt x="2566335" y="111082"/>
                  </a:lnTo>
                  <a:lnTo>
                    <a:pt x="2567664" y="109741"/>
                  </a:lnTo>
                  <a:lnTo>
                    <a:pt x="2576272" y="105260"/>
                  </a:lnTo>
                  <a:lnTo>
                    <a:pt x="2579482" y="106116"/>
                  </a:lnTo>
                  <a:lnTo>
                    <a:pt x="2584052" y="105363"/>
                  </a:lnTo>
                  <a:lnTo>
                    <a:pt x="2586812" y="105583"/>
                  </a:lnTo>
                  <a:lnTo>
                    <a:pt x="2589457" y="106136"/>
                  </a:lnTo>
                  <a:lnTo>
                    <a:pt x="2592790" y="106281"/>
                  </a:lnTo>
                  <a:lnTo>
                    <a:pt x="2598506" y="104702"/>
                  </a:lnTo>
                  <a:lnTo>
                    <a:pt x="2600951" y="103658"/>
                  </a:lnTo>
                  <a:lnTo>
                    <a:pt x="2605512" y="99774"/>
                  </a:lnTo>
                  <a:lnTo>
                    <a:pt x="2610553" y="98865"/>
                  </a:lnTo>
                  <a:lnTo>
                    <a:pt x="2612773" y="97843"/>
                  </a:lnTo>
                  <a:lnTo>
                    <a:pt x="2615623" y="96969"/>
                  </a:lnTo>
                  <a:lnTo>
                    <a:pt x="2617919" y="98467"/>
                  </a:lnTo>
                  <a:lnTo>
                    <a:pt x="2619587" y="99817"/>
                  </a:lnTo>
                  <a:lnTo>
                    <a:pt x="2620608" y="100117"/>
                  </a:lnTo>
                  <a:lnTo>
                    <a:pt x="2621940" y="100411"/>
                  </a:lnTo>
                  <a:lnTo>
                    <a:pt x="2625251" y="98836"/>
                  </a:lnTo>
                  <a:lnTo>
                    <a:pt x="2627972" y="99260"/>
                  </a:lnTo>
                  <a:lnTo>
                    <a:pt x="2631468" y="100960"/>
                  </a:lnTo>
                  <a:lnTo>
                    <a:pt x="2633800" y="102339"/>
                  </a:lnTo>
                  <a:lnTo>
                    <a:pt x="2634998" y="102316"/>
                  </a:lnTo>
                  <a:lnTo>
                    <a:pt x="2637158" y="101084"/>
                  </a:lnTo>
                  <a:lnTo>
                    <a:pt x="2639786" y="98022"/>
                  </a:lnTo>
                  <a:lnTo>
                    <a:pt x="2642218" y="96775"/>
                  </a:lnTo>
                  <a:lnTo>
                    <a:pt x="2644565" y="97546"/>
                  </a:lnTo>
                  <a:lnTo>
                    <a:pt x="2646141" y="98839"/>
                  </a:lnTo>
                  <a:lnTo>
                    <a:pt x="2648959" y="100605"/>
                  </a:lnTo>
                  <a:lnTo>
                    <a:pt x="2653289" y="100316"/>
                  </a:lnTo>
                  <a:lnTo>
                    <a:pt x="2657445" y="99678"/>
                  </a:lnTo>
                  <a:lnTo>
                    <a:pt x="2660955" y="98230"/>
                  </a:lnTo>
                  <a:lnTo>
                    <a:pt x="2663952" y="96718"/>
                  </a:lnTo>
                  <a:lnTo>
                    <a:pt x="2666720" y="99058"/>
                  </a:lnTo>
                  <a:lnTo>
                    <a:pt x="2669905" y="99906"/>
                  </a:lnTo>
                  <a:lnTo>
                    <a:pt x="2675075" y="95774"/>
                  </a:lnTo>
                  <a:lnTo>
                    <a:pt x="2677038" y="96692"/>
                  </a:lnTo>
                  <a:lnTo>
                    <a:pt x="2678397" y="97762"/>
                  </a:lnTo>
                  <a:lnTo>
                    <a:pt x="2679522" y="98305"/>
                  </a:lnTo>
                  <a:lnTo>
                    <a:pt x="2680856" y="101782"/>
                  </a:lnTo>
                  <a:lnTo>
                    <a:pt x="2685771" y="101115"/>
                  </a:lnTo>
                  <a:lnTo>
                    <a:pt x="2690137" y="98172"/>
                  </a:lnTo>
                  <a:lnTo>
                    <a:pt x="2693861" y="95965"/>
                  </a:lnTo>
                  <a:lnTo>
                    <a:pt x="2697510" y="94525"/>
                  </a:lnTo>
                  <a:lnTo>
                    <a:pt x="2700373" y="92539"/>
                  </a:lnTo>
                  <a:lnTo>
                    <a:pt x="2704585" y="84930"/>
                  </a:lnTo>
                  <a:lnTo>
                    <a:pt x="2704525" y="82578"/>
                  </a:lnTo>
                  <a:lnTo>
                    <a:pt x="2705106" y="81164"/>
                  </a:lnTo>
                  <a:lnTo>
                    <a:pt x="2706001" y="80518"/>
                  </a:lnTo>
                  <a:lnTo>
                    <a:pt x="2712727" y="80607"/>
                  </a:lnTo>
                  <a:lnTo>
                    <a:pt x="2714824" y="79970"/>
                  </a:lnTo>
                  <a:lnTo>
                    <a:pt x="2717535" y="77976"/>
                  </a:lnTo>
                  <a:lnTo>
                    <a:pt x="2722269" y="79505"/>
                  </a:lnTo>
                  <a:lnTo>
                    <a:pt x="2726808" y="81929"/>
                  </a:lnTo>
                  <a:lnTo>
                    <a:pt x="2728007" y="81658"/>
                  </a:lnTo>
                  <a:lnTo>
                    <a:pt x="2729811" y="81608"/>
                  </a:lnTo>
                  <a:lnTo>
                    <a:pt x="2733060" y="83118"/>
                  </a:lnTo>
                  <a:lnTo>
                    <a:pt x="2736693" y="86003"/>
                  </a:lnTo>
                  <a:lnTo>
                    <a:pt x="2739898" y="86809"/>
                  </a:lnTo>
                  <a:lnTo>
                    <a:pt x="2753228" y="94095"/>
                  </a:lnTo>
                  <a:lnTo>
                    <a:pt x="2760765" y="95861"/>
                  </a:lnTo>
                  <a:lnTo>
                    <a:pt x="2764559" y="98282"/>
                  </a:lnTo>
                  <a:lnTo>
                    <a:pt x="2765537" y="99110"/>
                  </a:lnTo>
                  <a:lnTo>
                    <a:pt x="2766669" y="101583"/>
                  </a:lnTo>
                  <a:lnTo>
                    <a:pt x="2768656" y="101820"/>
                  </a:lnTo>
                  <a:lnTo>
                    <a:pt x="2770254" y="100844"/>
                  </a:lnTo>
                  <a:lnTo>
                    <a:pt x="2772352" y="104590"/>
                  </a:lnTo>
                  <a:lnTo>
                    <a:pt x="2777484" y="107429"/>
                  </a:lnTo>
                  <a:lnTo>
                    <a:pt x="2782798" y="108812"/>
                  </a:lnTo>
                  <a:lnTo>
                    <a:pt x="2786268" y="106595"/>
                  </a:lnTo>
                  <a:lnTo>
                    <a:pt x="2792164" y="100313"/>
                  </a:lnTo>
                  <a:lnTo>
                    <a:pt x="2793945" y="97445"/>
                  </a:lnTo>
                  <a:lnTo>
                    <a:pt x="2793606" y="91189"/>
                  </a:lnTo>
                  <a:lnTo>
                    <a:pt x="2796680" y="84226"/>
                  </a:lnTo>
                  <a:lnTo>
                    <a:pt x="2801933" y="80806"/>
                  </a:lnTo>
                  <a:lnTo>
                    <a:pt x="2808442" y="79008"/>
                  </a:lnTo>
                  <a:lnTo>
                    <a:pt x="2812457" y="77468"/>
                  </a:lnTo>
                  <a:lnTo>
                    <a:pt x="2817760" y="76048"/>
                  </a:lnTo>
                  <a:lnTo>
                    <a:pt x="2820341" y="77491"/>
                  </a:lnTo>
                  <a:lnTo>
                    <a:pt x="2821631" y="78602"/>
                  </a:lnTo>
                  <a:lnTo>
                    <a:pt x="2823627" y="79880"/>
                  </a:lnTo>
                  <a:lnTo>
                    <a:pt x="2825980" y="83747"/>
                  </a:lnTo>
                  <a:lnTo>
                    <a:pt x="2829656" y="92603"/>
                  </a:lnTo>
                  <a:lnTo>
                    <a:pt x="2832364" y="95789"/>
                  </a:lnTo>
                  <a:lnTo>
                    <a:pt x="2834777" y="96054"/>
                  </a:lnTo>
                  <a:lnTo>
                    <a:pt x="2836823" y="96528"/>
                  </a:lnTo>
                  <a:lnTo>
                    <a:pt x="2839015" y="98533"/>
                  </a:lnTo>
                  <a:lnTo>
                    <a:pt x="2842139" y="104749"/>
                  </a:lnTo>
                  <a:lnTo>
                    <a:pt x="2840279" y="110269"/>
                  </a:lnTo>
                  <a:lnTo>
                    <a:pt x="2838663" y="112335"/>
                  </a:lnTo>
                  <a:lnTo>
                    <a:pt x="2831903" y="114715"/>
                  </a:lnTo>
                  <a:lnTo>
                    <a:pt x="2828915" y="116600"/>
                  </a:lnTo>
                  <a:lnTo>
                    <a:pt x="2826333" y="117772"/>
                  </a:lnTo>
                  <a:lnTo>
                    <a:pt x="2825576" y="122374"/>
                  </a:lnTo>
                  <a:lnTo>
                    <a:pt x="2826673" y="124547"/>
                  </a:lnTo>
                  <a:lnTo>
                    <a:pt x="2829485" y="123497"/>
                  </a:lnTo>
                  <a:lnTo>
                    <a:pt x="2832742" y="122971"/>
                  </a:lnTo>
                  <a:lnTo>
                    <a:pt x="2835318" y="122045"/>
                  </a:lnTo>
                  <a:lnTo>
                    <a:pt x="2837683" y="120605"/>
                  </a:lnTo>
                  <a:lnTo>
                    <a:pt x="2839724" y="118545"/>
                  </a:lnTo>
                  <a:lnTo>
                    <a:pt x="2844542" y="117477"/>
                  </a:lnTo>
                  <a:lnTo>
                    <a:pt x="2847708" y="115729"/>
                  </a:lnTo>
                  <a:lnTo>
                    <a:pt x="2850539" y="114698"/>
                  </a:lnTo>
                  <a:lnTo>
                    <a:pt x="2852504" y="112903"/>
                  </a:lnTo>
                  <a:lnTo>
                    <a:pt x="2854524" y="113149"/>
                  </a:lnTo>
                  <a:lnTo>
                    <a:pt x="2856527" y="114889"/>
                  </a:lnTo>
                  <a:lnTo>
                    <a:pt x="2858122" y="114739"/>
                  </a:lnTo>
                  <a:lnTo>
                    <a:pt x="2862418" y="115307"/>
                  </a:lnTo>
                  <a:lnTo>
                    <a:pt x="2864410" y="114032"/>
                  </a:lnTo>
                  <a:lnTo>
                    <a:pt x="2866205" y="113945"/>
                  </a:lnTo>
                  <a:lnTo>
                    <a:pt x="2868004" y="114909"/>
                  </a:lnTo>
                  <a:lnTo>
                    <a:pt x="2869861" y="116265"/>
                  </a:lnTo>
                  <a:lnTo>
                    <a:pt x="2871735" y="116583"/>
                  </a:lnTo>
                  <a:lnTo>
                    <a:pt x="2874146" y="115789"/>
                  </a:lnTo>
                  <a:lnTo>
                    <a:pt x="2877545" y="113602"/>
                  </a:lnTo>
                  <a:lnTo>
                    <a:pt x="2881869" y="111259"/>
                  </a:lnTo>
                  <a:lnTo>
                    <a:pt x="2885900" y="110511"/>
                  </a:lnTo>
                  <a:lnTo>
                    <a:pt x="2886880" y="110523"/>
                  </a:lnTo>
                  <a:lnTo>
                    <a:pt x="2887703" y="111031"/>
                  </a:lnTo>
                  <a:lnTo>
                    <a:pt x="2883654" y="113752"/>
                  </a:lnTo>
                  <a:lnTo>
                    <a:pt x="2877184" y="117396"/>
                  </a:lnTo>
                  <a:lnTo>
                    <a:pt x="2873733" y="120957"/>
                  </a:lnTo>
                  <a:lnTo>
                    <a:pt x="2875764" y="122464"/>
                  </a:lnTo>
                  <a:lnTo>
                    <a:pt x="2887949" y="118484"/>
                  </a:lnTo>
                  <a:lnTo>
                    <a:pt x="2893508" y="115521"/>
                  </a:lnTo>
                  <a:lnTo>
                    <a:pt x="2898401" y="114190"/>
                  </a:lnTo>
                  <a:lnTo>
                    <a:pt x="2899608" y="113195"/>
                  </a:lnTo>
                  <a:lnTo>
                    <a:pt x="2903645" y="108607"/>
                  </a:lnTo>
                  <a:lnTo>
                    <a:pt x="2905084" y="107357"/>
                  </a:lnTo>
                  <a:lnTo>
                    <a:pt x="2909412" y="105744"/>
                  </a:lnTo>
                  <a:lnTo>
                    <a:pt x="2915072" y="103978"/>
                  </a:lnTo>
                  <a:lnTo>
                    <a:pt x="2919349" y="101961"/>
                  </a:lnTo>
                  <a:lnTo>
                    <a:pt x="2922259" y="99930"/>
                  </a:lnTo>
                  <a:lnTo>
                    <a:pt x="2924440" y="99713"/>
                  </a:lnTo>
                  <a:lnTo>
                    <a:pt x="2926116" y="101234"/>
                  </a:lnTo>
                  <a:lnTo>
                    <a:pt x="2928302" y="102887"/>
                  </a:lnTo>
                  <a:lnTo>
                    <a:pt x="2930453" y="102483"/>
                  </a:lnTo>
                  <a:lnTo>
                    <a:pt x="2933082" y="100905"/>
                  </a:lnTo>
                  <a:lnTo>
                    <a:pt x="2934920" y="97202"/>
                  </a:lnTo>
                  <a:lnTo>
                    <a:pt x="2935993" y="94502"/>
                  </a:lnTo>
                  <a:lnTo>
                    <a:pt x="2937965" y="93584"/>
                  </a:lnTo>
                  <a:lnTo>
                    <a:pt x="2940489" y="92730"/>
                  </a:lnTo>
                  <a:lnTo>
                    <a:pt x="2942523" y="93647"/>
                  </a:lnTo>
                  <a:lnTo>
                    <a:pt x="2945855" y="95624"/>
                  </a:lnTo>
                  <a:lnTo>
                    <a:pt x="2948172" y="96663"/>
                  </a:lnTo>
                  <a:lnTo>
                    <a:pt x="2950180" y="104399"/>
                  </a:lnTo>
                  <a:lnTo>
                    <a:pt x="2954908" y="111204"/>
                  </a:lnTo>
                  <a:lnTo>
                    <a:pt x="2956598" y="113019"/>
                  </a:lnTo>
                  <a:lnTo>
                    <a:pt x="2960702" y="112335"/>
                  </a:lnTo>
                  <a:lnTo>
                    <a:pt x="2965148" y="115030"/>
                  </a:lnTo>
                  <a:lnTo>
                    <a:pt x="2967044" y="114675"/>
                  </a:lnTo>
                  <a:lnTo>
                    <a:pt x="2968857" y="113885"/>
                  </a:lnTo>
                  <a:lnTo>
                    <a:pt x="2970453" y="114413"/>
                  </a:lnTo>
                  <a:lnTo>
                    <a:pt x="2972900" y="112739"/>
                  </a:lnTo>
                  <a:lnTo>
                    <a:pt x="2975429" y="104209"/>
                  </a:lnTo>
                  <a:lnTo>
                    <a:pt x="2977748" y="95806"/>
                  </a:lnTo>
                  <a:lnTo>
                    <a:pt x="2980003" y="92150"/>
                  </a:lnTo>
                  <a:lnTo>
                    <a:pt x="2981395" y="90574"/>
                  </a:lnTo>
                  <a:lnTo>
                    <a:pt x="2983126" y="89893"/>
                  </a:lnTo>
                  <a:lnTo>
                    <a:pt x="2985798" y="88124"/>
                  </a:lnTo>
                  <a:lnTo>
                    <a:pt x="2989386" y="87616"/>
                  </a:lnTo>
                  <a:lnTo>
                    <a:pt x="2992080" y="88329"/>
                  </a:lnTo>
                  <a:lnTo>
                    <a:pt x="2997837" y="88929"/>
                  </a:lnTo>
                  <a:lnTo>
                    <a:pt x="3002543" y="86849"/>
                  </a:lnTo>
                  <a:lnTo>
                    <a:pt x="3007869" y="87221"/>
                  </a:lnTo>
                  <a:lnTo>
                    <a:pt x="3010502" y="84763"/>
                  </a:lnTo>
                  <a:lnTo>
                    <a:pt x="3013351" y="84367"/>
                  </a:lnTo>
                  <a:lnTo>
                    <a:pt x="3017179" y="86500"/>
                  </a:lnTo>
                  <a:lnTo>
                    <a:pt x="3018282" y="87997"/>
                  </a:lnTo>
                  <a:lnTo>
                    <a:pt x="3020411" y="90147"/>
                  </a:lnTo>
                  <a:lnTo>
                    <a:pt x="3020920" y="92234"/>
                  </a:lnTo>
                  <a:lnTo>
                    <a:pt x="3021473" y="96048"/>
                  </a:lnTo>
                  <a:lnTo>
                    <a:pt x="3022518" y="96141"/>
                  </a:lnTo>
                  <a:lnTo>
                    <a:pt x="3026091" y="92401"/>
                  </a:lnTo>
                  <a:lnTo>
                    <a:pt x="3028030" y="91717"/>
                  </a:lnTo>
                  <a:lnTo>
                    <a:pt x="3031688" y="85718"/>
                  </a:lnTo>
                  <a:lnTo>
                    <a:pt x="3033638" y="87282"/>
                  </a:lnTo>
                  <a:lnTo>
                    <a:pt x="3038008" y="89844"/>
                  </a:lnTo>
                  <a:lnTo>
                    <a:pt x="3039783" y="90595"/>
                  </a:lnTo>
                  <a:lnTo>
                    <a:pt x="3043238" y="94932"/>
                  </a:lnTo>
                  <a:lnTo>
                    <a:pt x="3045029" y="94008"/>
                  </a:lnTo>
                  <a:lnTo>
                    <a:pt x="3046466" y="91997"/>
                  </a:lnTo>
                  <a:lnTo>
                    <a:pt x="3050764" y="92199"/>
                  </a:lnTo>
                  <a:lnTo>
                    <a:pt x="3054779" y="93971"/>
                  </a:lnTo>
                  <a:lnTo>
                    <a:pt x="3056432" y="95463"/>
                  </a:lnTo>
                  <a:lnTo>
                    <a:pt x="3058491" y="98034"/>
                  </a:lnTo>
                  <a:lnTo>
                    <a:pt x="3059751" y="98640"/>
                  </a:lnTo>
                  <a:lnTo>
                    <a:pt x="3060765" y="97930"/>
                  </a:lnTo>
                  <a:lnTo>
                    <a:pt x="3069082" y="98923"/>
                  </a:lnTo>
                  <a:lnTo>
                    <a:pt x="3072654" y="100801"/>
                  </a:lnTo>
                  <a:lnTo>
                    <a:pt x="3075412" y="103092"/>
                  </a:lnTo>
                  <a:lnTo>
                    <a:pt x="3085040" y="104180"/>
                  </a:lnTo>
                  <a:lnTo>
                    <a:pt x="3088735" y="106541"/>
                  </a:lnTo>
                  <a:lnTo>
                    <a:pt x="3090959" y="105424"/>
                  </a:lnTo>
                  <a:lnTo>
                    <a:pt x="3095339" y="105799"/>
                  </a:lnTo>
                  <a:lnTo>
                    <a:pt x="3097128" y="107776"/>
                  </a:lnTo>
                  <a:lnTo>
                    <a:pt x="3098740" y="109983"/>
                  </a:lnTo>
                  <a:lnTo>
                    <a:pt x="3102209" y="111888"/>
                  </a:lnTo>
                  <a:lnTo>
                    <a:pt x="3104141" y="111513"/>
                  </a:lnTo>
                  <a:lnTo>
                    <a:pt x="3106838" y="109992"/>
                  </a:lnTo>
                  <a:lnTo>
                    <a:pt x="3109523" y="107868"/>
                  </a:lnTo>
                  <a:lnTo>
                    <a:pt x="3112235" y="107868"/>
                  </a:lnTo>
                  <a:lnTo>
                    <a:pt x="3113507" y="109695"/>
                  </a:lnTo>
                  <a:lnTo>
                    <a:pt x="3113973" y="114190"/>
                  </a:lnTo>
                  <a:lnTo>
                    <a:pt x="3115959" y="114101"/>
                  </a:lnTo>
                  <a:lnTo>
                    <a:pt x="3118172" y="112041"/>
                  </a:lnTo>
                  <a:lnTo>
                    <a:pt x="3120121" y="112560"/>
                  </a:lnTo>
                  <a:lnTo>
                    <a:pt x="3120799" y="115688"/>
                  </a:lnTo>
                  <a:lnTo>
                    <a:pt x="3119782" y="119858"/>
                  </a:lnTo>
                  <a:lnTo>
                    <a:pt x="3117324" y="125655"/>
                  </a:lnTo>
                  <a:lnTo>
                    <a:pt x="3116305" y="130543"/>
                  </a:lnTo>
                  <a:lnTo>
                    <a:pt x="3114270" y="134973"/>
                  </a:lnTo>
                  <a:lnTo>
                    <a:pt x="3114610" y="137056"/>
                  </a:lnTo>
                  <a:lnTo>
                    <a:pt x="3116645" y="138098"/>
                  </a:lnTo>
                  <a:lnTo>
                    <a:pt x="3118714" y="134979"/>
                  </a:lnTo>
                  <a:lnTo>
                    <a:pt x="3123279" y="132811"/>
                  </a:lnTo>
                  <a:lnTo>
                    <a:pt x="3125671" y="130007"/>
                  </a:lnTo>
                  <a:lnTo>
                    <a:pt x="3129791" y="128971"/>
                  </a:lnTo>
                  <a:lnTo>
                    <a:pt x="3133816" y="129955"/>
                  </a:lnTo>
                  <a:lnTo>
                    <a:pt x="3136712" y="133697"/>
                  </a:lnTo>
                  <a:lnTo>
                    <a:pt x="3142013" y="140014"/>
                  </a:lnTo>
                  <a:lnTo>
                    <a:pt x="3142250" y="142271"/>
                  </a:lnTo>
                  <a:lnTo>
                    <a:pt x="3142674" y="144614"/>
                  </a:lnTo>
                  <a:lnTo>
                    <a:pt x="3142498" y="146709"/>
                  </a:lnTo>
                  <a:lnTo>
                    <a:pt x="3141723" y="149144"/>
                  </a:lnTo>
                  <a:lnTo>
                    <a:pt x="3144569" y="151952"/>
                  </a:lnTo>
                  <a:lnTo>
                    <a:pt x="3147070" y="152414"/>
                  </a:lnTo>
                  <a:lnTo>
                    <a:pt x="3149134" y="152143"/>
                  </a:lnTo>
                  <a:lnTo>
                    <a:pt x="3157668" y="154858"/>
                  </a:lnTo>
                  <a:lnTo>
                    <a:pt x="3161748" y="153799"/>
                  </a:lnTo>
                  <a:lnTo>
                    <a:pt x="3165421" y="153805"/>
                  </a:lnTo>
                  <a:lnTo>
                    <a:pt x="3169788" y="153403"/>
                  </a:lnTo>
                  <a:lnTo>
                    <a:pt x="3173139" y="153467"/>
                  </a:lnTo>
                  <a:lnTo>
                    <a:pt x="3175799" y="153935"/>
                  </a:lnTo>
                  <a:lnTo>
                    <a:pt x="3178970" y="152965"/>
                  </a:lnTo>
                  <a:lnTo>
                    <a:pt x="3181507" y="151652"/>
                  </a:lnTo>
                  <a:lnTo>
                    <a:pt x="3182779" y="152434"/>
                  </a:lnTo>
                  <a:lnTo>
                    <a:pt x="3183287" y="159469"/>
                  </a:lnTo>
                  <a:lnTo>
                    <a:pt x="3183458" y="163639"/>
                  </a:lnTo>
                  <a:lnTo>
                    <a:pt x="3184899" y="165203"/>
                  </a:lnTo>
                  <a:lnTo>
                    <a:pt x="3186426" y="163639"/>
                  </a:lnTo>
                  <a:lnTo>
                    <a:pt x="3187527" y="161555"/>
                  </a:lnTo>
                  <a:lnTo>
                    <a:pt x="3194287" y="162499"/>
                  </a:lnTo>
                  <a:lnTo>
                    <a:pt x="3196981" y="162617"/>
                  </a:lnTo>
                  <a:lnTo>
                    <a:pt x="3199564" y="163743"/>
                  </a:lnTo>
                  <a:lnTo>
                    <a:pt x="3202137" y="166377"/>
                  </a:lnTo>
                  <a:lnTo>
                    <a:pt x="3204619" y="165229"/>
                  </a:lnTo>
                  <a:lnTo>
                    <a:pt x="3206116" y="163645"/>
                  </a:lnTo>
                  <a:lnTo>
                    <a:pt x="3208131" y="162597"/>
                  </a:lnTo>
                  <a:lnTo>
                    <a:pt x="3208724" y="159989"/>
                  </a:lnTo>
                  <a:lnTo>
                    <a:pt x="3208968" y="155637"/>
                  </a:lnTo>
                  <a:lnTo>
                    <a:pt x="3208894" y="151389"/>
                  </a:lnTo>
                  <a:lnTo>
                    <a:pt x="3210080" y="150607"/>
                  </a:lnTo>
                  <a:lnTo>
                    <a:pt x="3211267" y="151389"/>
                  </a:lnTo>
                  <a:lnTo>
                    <a:pt x="3212884" y="153406"/>
                  </a:lnTo>
                  <a:lnTo>
                    <a:pt x="3216505" y="159801"/>
                  </a:lnTo>
                  <a:lnTo>
                    <a:pt x="3219290" y="163939"/>
                  </a:lnTo>
                  <a:lnTo>
                    <a:pt x="3220458" y="165919"/>
                  </a:lnTo>
                  <a:lnTo>
                    <a:pt x="3222154" y="167494"/>
                  </a:lnTo>
                  <a:lnTo>
                    <a:pt x="3225580" y="171329"/>
                  </a:lnTo>
                  <a:lnTo>
                    <a:pt x="3230296" y="172908"/>
                  </a:lnTo>
                  <a:lnTo>
                    <a:pt x="3234889" y="176015"/>
                  </a:lnTo>
                  <a:lnTo>
                    <a:pt x="3240251" y="175816"/>
                  </a:lnTo>
                  <a:lnTo>
                    <a:pt x="3244433" y="179729"/>
                  </a:lnTo>
                  <a:lnTo>
                    <a:pt x="3247263" y="176656"/>
                  </a:lnTo>
                  <a:lnTo>
                    <a:pt x="3248770" y="175949"/>
                  </a:lnTo>
                  <a:lnTo>
                    <a:pt x="3250936" y="176780"/>
                  </a:lnTo>
                  <a:lnTo>
                    <a:pt x="3253578" y="179455"/>
                  </a:lnTo>
                  <a:lnTo>
                    <a:pt x="3255640" y="180067"/>
                  </a:lnTo>
                  <a:lnTo>
                    <a:pt x="3262746" y="184447"/>
                  </a:lnTo>
                  <a:lnTo>
                    <a:pt x="3266569" y="186029"/>
                  </a:lnTo>
                  <a:lnTo>
                    <a:pt x="3267982" y="189240"/>
                  </a:lnTo>
                  <a:lnTo>
                    <a:pt x="3269855" y="192305"/>
                  </a:lnTo>
                  <a:lnTo>
                    <a:pt x="3269855" y="195433"/>
                  </a:lnTo>
                  <a:lnTo>
                    <a:pt x="3270662" y="199415"/>
                  </a:lnTo>
                  <a:lnTo>
                    <a:pt x="3274913" y="202537"/>
                  </a:lnTo>
                  <a:lnTo>
                    <a:pt x="3276594" y="205536"/>
                  </a:lnTo>
                  <a:lnTo>
                    <a:pt x="3278615" y="209529"/>
                  </a:lnTo>
                  <a:lnTo>
                    <a:pt x="3282341" y="224587"/>
                  </a:lnTo>
                  <a:lnTo>
                    <a:pt x="3284269" y="227227"/>
                  </a:lnTo>
                  <a:lnTo>
                    <a:pt x="3287067" y="226967"/>
                  </a:lnTo>
                  <a:lnTo>
                    <a:pt x="3289695" y="230875"/>
                  </a:lnTo>
                  <a:lnTo>
                    <a:pt x="3290543" y="230352"/>
                  </a:lnTo>
                  <a:lnTo>
                    <a:pt x="3290628" y="228791"/>
                  </a:lnTo>
                  <a:lnTo>
                    <a:pt x="3288255" y="218625"/>
                  </a:lnTo>
                  <a:lnTo>
                    <a:pt x="3288085" y="213154"/>
                  </a:lnTo>
                  <a:lnTo>
                    <a:pt x="3289950" y="210026"/>
                  </a:lnTo>
                  <a:lnTo>
                    <a:pt x="3294361" y="209157"/>
                  </a:lnTo>
                  <a:lnTo>
                    <a:pt x="3297741" y="214972"/>
                  </a:lnTo>
                  <a:lnTo>
                    <a:pt x="3300840" y="218504"/>
                  </a:lnTo>
                  <a:lnTo>
                    <a:pt x="3302933" y="219136"/>
                  </a:lnTo>
                  <a:lnTo>
                    <a:pt x="3307086" y="218966"/>
                  </a:lnTo>
                  <a:lnTo>
                    <a:pt x="3310977" y="215240"/>
                  </a:lnTo>
                  <a:lnTo>
                    <a:pt x="3313984" y="216602"/>
                  </a:lnTo>
                  <a:lnTo>
                    <a:pt x="3318727" y="217023"/>
                  </a:lnTo>
                  <a:lnTo>
                    <a:pt x="3324923" y="219225"/>
                  </a:lnTo>
                  <a:lnTo>
                    <a:pt x="3327597" y="218856"/>
                  </a:lnTo>
                  <a:lnTo>
                    <a:pt x="3332355" y="219785"/>
                  </a:lnTo>
                  <a:lnTo>
                    <a:pt x="3338141" y="222948"/>
                  </a:lnTo>
                  <a:lnTo>
                    <a:pt x="3341416" y="224099"/>
                  </a:lnTo>
                  <a:lnTo>
                    <a:pt x="3342095" y="225403"/>
                  </a:lnTo>
                  <a:lnTo>
                    <a:pt x="3343621" y="227487"/>
                  </a:lnTo>
                  <a:lnTo>
                    <a:pt x="3344384" y="230092"/>
                  </a:lnTo>
                  <a:lnTo>
                    <a:pt x="3345231" y="232439"/>
                  </a:lnTo>
                  <a:lnTo>
                    <a:pt x="3347215" y="235119"/>
                  </a:lnTo>
                  <a:lnTo>
                    <a:pt x="3349236" y="235538"/>
                  </a:lnTo>
                  <a:lnTo>
                    <a:pt x="3353226" y="237826"/>
                  </a:lnTo>
                  <a:lnTo>
                    <a:pt x="3361550" y="244815"/>
                  </a:lnTo>
                  <a:lnTo>
                    <a:pt x="3364561" y="246864"/>
                  </a:lnTo>
                  <a:lnTo>
                    <a:pt x="3366343" y="248336"/>
                  </a:lnTo>
                  <a:lnTo>
                    <a:pt x="3367191" y="246512"/>
                  </a:lnTo>
                  <a:lnTo>
                    <a:pt x="3367444" y="242824"/>
                  </a:lnTo>
                  <a:lnTo>
                    <a:pt x="3368972" y="242080"/>
                  </a:lnTo>
                  <a:lnTo>
                    <a:pt x="3370583" y="247554"/>
                  </a:lnTo>
                  <a:lnTo>
                    <a:pt x="3372278" y="251723"/>
                  </a:lnTo>
                  <a:lnTo>
                    <a:pt x="3373042" y="255371"/>
                  </a:lnTo>
                  <a:lnTo>
                    <a:pt x="3371276" y="258326"/>
                  </a:lnTo>
                  <a:lnTo>
                    <a:pt x="3368717" y="257717"/>
                  </a:lnTo>
                  <a:lnTo>
                    <a:pt x="3366936" y="257717"/>
                  </a:lnTo>
                  <a:lnTo>
                    <a:pt x="3365072" y="262669"/>
                  </a:lnTo>
                  <a:lnTo>
                    <a:pt x="3364336" y="271158"/>
                  </a:lnTo>
                  <a:lnTo>
                    <a:pt x="3366005" y="271008"/>
                  </a:lnTo>
                  <a:lnTo>
                    <a:pt x="3367276" y="270226"/>
                  </a:lnTo>
                  <a:lnTo>
                    <a:pt x="3367531" y="273354"/>
                  </a:lnTo>
                  <a:lnTo>
                    <a:pt x="3366767" y="275960"/>
                  </a:lnTo>
                  <a:lnTo>
                    <a:pt x="3365242" y="277002"/>
                  </a:lnTo>
                  <a:lnTo>
                    <a:pt x="3362619" y="275028"/>
                  </a:lnTo>
                  <a:lnTo>
                    <a:pt x="3359402" y="273640"/>
                  </a:lnTo>
                  <a:lnTo>
                    <a:pt x="3355865" y="273106"/>
                  </a:lnTo>
                  <a:lnTo>
                    <a:pt x="3352466" y="270616"/>
                  </a:lnTo>
                  <a:lnTo>
                    <a:pt x="3351095" y="270457"/>
                  </a:lnTo>
                  <a:lnTo>
                    <a:pt x="3349674" y="270584"/>
                  </a:lnTo>
                  <a:lnTo>
                    <a:pt x="3351532" y="273221"/>
                  </a:lnTo>
                  <a:lnTo>
                    <a:pt x="3353439" y="275579"/>
                  </a:lnTo>
                  <a:lnTo>
                    <a:pt x="3357760" y="277613"/>
                  </a:lnTo>
                  <a:lnTo>
                    <a:pt x="3363135" y="280791"/>
                  </a:lnTo>
                  <a:lnTo>
                    <a:pt x="3363291" y="282735"/>
                  </a:lnTo>
                  <a:lnTo>
                    <a:pt x="3362015" y="285168"/>
                  </a:lnTo>
                  <a:lnTo>
                    <a:pt x="3360409" y="290293"/>
                  </a:lnTo>
                  <a:lnTo>
                    <a:pt x="3355490" y="294725"/>
                  </a:lnTo>
                  <a:lnTo>
                    <a:pt x="3352631" y="291499"/>
                  </a:lnTo>
                  <a:lnTo>
                    <a:pt x="3349222" y="290752"/>
                  </a:lnTo>
                  <a:lnTo>
                    <a:pt x="3347521" y="292639"/>
                  </a:lnTo>
                  <a:lnTo>
                    <a:pt x="3344142" y="292422"/>
                  </a:lnTo>
                  <a:lnTo>
                    <a:pt x="3337438" y="293155"/>
                  </a:lnTo>
                  <a:lnTo>
                    <a:pt x="3334815" y="289136"/>
                  </a:lnTo>
                  <a:lnTo>
                    <a:pt x="3330681" y="286914"/>
                  </a:lnTo>
                  <a:lnTo>
                    <a:pt x="3330818" y="288729"/>
                  </a:lnTo>
                  <a:lnTo>
                    <a:pt x="3334346" y="295432"/>
                  </a:lnTo>
                  <a:lnTo>
                    <a:pt x="3338110" y="296953"/>
                  </a:lnTo>
                  <a:lnTo>
                    <a:pt x="3341862" y="298756"/>
                  </a:lnTo>
                  <a:lnTo>
                    <a:pt x="3342759" y="300453"/>
                  </a:lnTo>
                  <a:lnTo>
                    <a:pt x="3341077" y="302020"/>
                  </a:lnTo>
                  <a:lnTo>
                    <a:pt x="3338792" y="301807"/>
                  </a:lnTo>
                  <a:lnTo>
                    <a:pt x="3335904" y="304888"/>
                  </a:lnTo>
                  <a:lnTo>
                    <a:pt x="3330451" y="304375"/>
                  </a:lnTo>
                  <a:lnTo>
                    <a:pt x="3327860" y="304577"/>
                  </a:lnTo>
                  <a:lnTo>
                    <a:pt x="3326338" y="305844"/>
                  </a:lnTo>
                  <a:lnTo>
                    <a:pt x="3324984" y="306317"/>
                  </a:lnTo>
                  <a:lnTo>
                    <a:pt x="3326046" y="307443"/>
                  </a:lnTo>
                  <a:lnTo>
                    <a:pt x="3327348" y="310527"/>
                  </a:lnTo>
                  <a:lnTo>
                    <a:pt x="3325494" y="313118"/>
                  </a:lnTo>
                  <a:lnTo>
                    <a:pt x="3323768" y="314414"/>
                  </a:lnTo>
                  <a:lnTo>
                    <a:pt x="3321992" y="313805"/>
                  </a:lnTo>
                  <a:lnTo>
                    <a:pt x="3320050" y="314789"/>
                  </a:lnTo>
                  <a:lnTo>
                    <a:pt x="3319117" y="311924"/>
                  </a:lnTo>
                  <a:lnTo>
                    <a:pt x="3319065" y="305682"/>
                  </a:lnTo>
                  <a:lnTo>
                    <a:pt x="3317959" y="300110"/>
                  </a:lnTo>
                  <a:lnTo>
                    <a:pt x="3316761" y="299870"/>
                  </a:lnTo>
                  <a:lnTo>
                    <a:pt x="3314917" y="300528"/>
                  </a:lnTo>
                  <a:lnTo>
                    <a:pt x="3314307" y="305315"/>
                  </a:lnTo>
                  <a:lnTo>
                    <a:pt x="3315635" y="313557"/>
                  </a:lnTo>
                  <a:lnTo>
                    <a:pt x="3316521" y="316163"/>
                  </a:lnTo>
                  <a:lnTo>
                    <a:pt x="3315810" y="318440"/>
                  </a:lnTo>
                  <a:lnTo>
                    <a:pt x="3314558" y="319195"/>
                  </a:lnTo>
                  <a:lnTo>
                    <a:pt x="3317072" y="326139"/>
                  </a:lnTo>
                  <a:lnTo>
                    <a:pt x="3319244" y="330946"/>
                  </a:lnTo>
                  <a:lnTo>
                    <a:pt x="3320558" y="332513"/>
                  </a:lnTo>
                  <a:lnTo>
                    <a:pt x="3320642" y="334859"/>
                  </a:lnTo>
                  <a:lnTo>
                    <a:pt x="3319626" y="335898"/>
                  </a:lnTo>
                  <a:lnTo>
                    <a:pt x="3316726" y="334980"/>
                  </a:lnTo>
                  <a:lnTo>
                    <a:pt x="3315301" y="335442"/>
                  </a:lnTo>
                  <a:lnTo>
                    <a:pt x="3313724" y="335147"/>
                  </a:lnTo>
                  <a:lnTo>
                    <a:pt x="3311049" y="334114"/>
                  </a:lnTo>
                  <a:lnTo>
                    <a:pt x="3308774" y="333814"/>
                  </a:lnTo>
                  <a:lnTo>
                    <a:pt x="3306484" y="335119"/>
                  </a:lnTo>
                  <a:lnTo>
                    <a:pt x="3304555" y="335012"/>
                  </a:lnTo>
                  <a:lnTo>
                    <a:pt x="3302838" y="330686"/>
                  </a:lnTo>
                  <a:lnTo>
                    <a:pt x="3301312" y="329644"/>
                  </a:lnTo>
                  <a:lnTo>
                    <a:pt x="3300040" y="330949"/>
                  </a:lnTo>
                  <a:lnTo>
                    <a:pt x="3299096" y="336140"/>
                  </a:lnTo>
                  <a:lnTo>
                    <a:pt x="3297114" y="337739"/>
                  </a:lnTo>
                  <a:lnTo>
                    <a:pt x="3295103" y="340105"/>
                  </a:lnTo>
                  <a:lnTo>
                    <a:pt x="3293681" y="342676"/>
                  </a:lnTo>
                  <a:lnTo>
                    <a:pt x="3293003" y="352839"/>
                  </a:lnTo>
                  <a:lnTo>
                    <a:pt x="3291815" y="354923"/>
                  </a:lnTo>
                  <a:lnTo>
                    <a:pt x="3290042" y="354833"/>
                  </a:lnTo>
                  <a:lnTo>
                    <a:pt x="3288717" y="355633"/>
                  </a:lnTo>
                  <a:lnTo>
                    <a:pt x="3287012" y="354813"/>
                  </a:lnTo>
                  <a:lnTo>
                    <a:pt x="3284793" y="354337"/>
                  </a:lnTo>
                  <a:lnTo>
                    <a:pt x="3277402" y="357791"/>
                  </a:lnTo>
                  <a:lnTo>
                    <a:pt x="3278576" y="359600"/>
                  </a:lnTo>
                  <a:lnTo>
                    <a:pt x="3280445" y="359312"/>
                  </a:lnTo>
                  <a:lnTo>
                    <a:pt x="3286946" y="359846"/>
                  </a:lnTo>
                  <a:lnTo>
                    <a:pt x="3289697" y="361698"/>
                  </a:lnTo>
                  <a:lnTo>
                    <a:pt x="3290172" y="366272"/>
                  </a:lnTo>
                  <a:lnTo>
                    <a:pt x="3291257" y="368188"/>
                  </a:lnTo>
                  <a:lnTo>
                    <a:pt x="3293427" y="370300"/>
                  </a:lnTo>
                  <a:lnTo>
                    <a:pt x="3295122" y="371342"/>
                  </a:lnTo>
                  <a:lnTo>
                    <a:pt x="3295715" y="372906"/>
                  </a:lnTo>
                  <a:lnTo>
                    <a:pt x="3295037" y="376031"/>
                  </a:lnTo>
                  <a:lnTo>
                    <a:pt x="3294105" y="378900"/>
                  </a:lnTo>
                  <a:lnTo>
                    <a:pt x="3292070" y="382028"/>
                  </a:lnTo>
                  <a:lnTo>
                    <a:pt x="3292663" y="383589"/>
                  </a:lnTo>
                  <a:lnTo>
                    <a:pt x="3294868" y="384111"/>
                  </a:lnTo>
                  <a:lnTo>
                    <a:pt x="3295801" y="391149"/>
                  </a:lnTo>
                  <a:lnTo>
                    <a:pt x="3294359" y="394274"/>
                  </a:lnTo>
                  <a:lnTo>
                    <a:pt x="3295038" y="396880"/>
                  </a:lnTo>
                  <a:lnTo>
                    <a:pt x="3295207" y="399486"/>
                  </a:lnTo>
                  <a:lnTo>
                    <a:pt x="3293733" y="401939"/>
                  </a:lnTo>
                  <a:lnTo>
                    <a:pt x="3292579" y="403136"/>
                  </a:lnTo>
                  <a:lnTo>
                    <a:pt x="3292202" y="405690"/>
                  </a:lnTo>
                  <a:lnTo>
                    <a:pt x="3294402" y="407199"/>
                  </a:lnTo>
                  <a:lnTo>
                    <a:pt x="3296047" y="407696"/>
                  </a:lnTo>
                  <a:lnTo>
                    <a:pt x="3298323" y="407955"/>
                  </a:lnTo>
                  <a:lnTo>
                    <a:pt x="3299890" y="410737"/>
                  </a:lnTo>
                  <a:lnTo>
                    <a:pt x="3301895" y="414959"/>
                  </a:lnTo>
                  <a:lnTo>
                    <a:pt x="3303329" y="418459"/>
                  </a:lnTo>
                  <a:lnTo>
                    <a:pt x="3303439" y="424207"/>
                  </a:lnTo>
                  <a:lnTo>
                    <a:pt x="3304853" y="427682"/>
                  </a:lnTo>
                  <a:lnTo>
                    <a:pt x="3307535" y="429889"/>
                  </a:lnTo>
                  <a:lnTo>
                    <a:pt x="3307451" y="432206"/>
                  </a:lnTo>
                  <a:lnTo>
                    <a:pt x="3309331" y="432916"/>
                  </a:lnTo>
                  <a:lnTo>
                    <a:pt x="3311147" y="433106"/>
                  </a:lnTo>
                  <a:lnTo>
                    <a:pt x="3311826" y="435190"/>
                  </a:lnTo>
                  <a:lnTo>
                    <a:pt x="3311232" y="437796"/>
                  </a:lnTo>
                  <a:lnTo>
                    <a:pt x="3308137" y="440886"/>
                  </a:lnTo>
                  <a:lnTo>
                    <a:pt x="3306886" y="443163"/>
                  </a:lnTo>
                  <a:lnTo>
                    <a:pt x="3309959" y="443529"/>
                  </a:lnTo>
                  <a:lnTo>
                    <a:pt x="3313139" y="445876"/>
                  </a:lnTo>
                  <a:lnTo>
                    <a:pt x="3317201" y="443229"/>
                  </a:lnTo>
                  <a:lnTo>
                    <a:pt x="3319349" y="440350"/>
                  </a:lnTo>
                  <a:lnTo>
                    <a:pt x="3320729" y="437796"/>
                  </a:lnTo>
                  <a:lnTo>
                    <a:pt x="3321752" y="438428"/>
                  </a:lnTo>
                  <a:lnTo>
                    <a:pt x="3321850" y="441094"/>
                  </a:lnTo>
                  <a:lnTo>
                    <a:pt x="3323088" y="445581"/>
                  </a:lnTo>
                  <a:lnTo>
                    <a:pt x="3328333" y="449895"/>
                  </a:lnTo>
                  <a:lnTo>
                    <a:pt x="3331234" y="451246"/>
                  </a:lnTo>
                  <a:lnTo>
                    <a:pt x="3334030" y="451961"/>
                  </a:lnTo>
                  <a:lnTo>
                    <a:pt x="3336499" y="451869"/>
                  </a:lnTo>
                  <a:lnTo>
                    <a:pt x="3337194" y="454460"/>
                  </a:lnTo>
                  <a:lnTo>
                    <a:pt x="3336413" y="456821"/>
                  </a:lnTo>
                  <a:lnTo>
                    <a:pt x="3334500" y="456639"/>
                  </a:lnTo>
                  <a:lnTo>
                    <a:pt x="3331371" y="457083"/>
                  </a:lnTo>
                  <a:lnTo>
                    <a:pt x="3329083" y="455101"/>
                  </a:lnTo>
                  <a:lnTo>
                    <a:pt x="3327451" y="453425"/>
                  </a:lnTo>
                  <a:lnTo>
                    <a:pt x="3313203" y="454374"/>
                  </a:lnTo>
                  <a:lnTo>
                    <a:pt x="3309990" y="455167"/>
                  </a:lnTo>
                  <a:lnTo>
                    <a:pt x="3306156" y="457738"/>
                  </a:lnTo>
                  <a:lnTo>
                    <a:pt x="3302324" y="458965"/>
                  </a:lnTo>
                  <a:lnTo>
                    <a:pt x="3296479" y="461513"/>
                  </a:lnTo>
                  <a:lnTo>
                    <a:pt x="3294021" y="463077"/>
                  </a:lnTo>
                  <a:lnTo>
                    <a:pt x="3287628" y="457063"/>
                  </a:lnTo>
                  <a:lnTo>
                    <a:pt x="3285541" y="452651"/>
                  </a:lnTo>
                  <a:lnTo>
                    <a:pt x="3284694" y="452391"/>
                  </a:lnTo>
                  <a:lnTo>
                    <a:pt x="3283167" y="453433"/>
                  </a:lnTo>
                  <a:lnTo>
                    <a:pt x="3283084" y="456561"/>
                  </a:lnTo>
                  <a:lnTo>
                    <a:pt x="3286079" y="463362"/>
                  </a:lnTo>
                  <a:lnTo>
                    <a:pt x="3287407" y="465160"/>
                  </a:lnTo>
                  <a:lnTo>
                    <a:pt x="3287407" y="466984"/>
                  </a:lnTo>
                  <a:lnTo>
                    <a:pt x="3286568" y="467899"/>
                  </a:lnTo>
                  <a:lnTo>
                    <a:pt x="3285348" y="467870"/>
                  </a:lnTo>
                  <a:lnTo>
                    <a:pt x="3283510" y="466543"/>
                  </a:lnTo>
                  <a:lnTo>
                    <a:pt x="3280091" y="465469"/>
                  </a:lnTo>
                  <a:lnTo>
                    <a:pt x="3277044" y="467567"/>
                  </a:lnTo>
                  <a:lnTo>
                    <a:pt x="3273287" y="472051"/>
                  </a:lnTo>
                  <a:lnTo>
                    <a:pt x="3274101" y="475032"/>
                  </a:lnTo>
                  <a:lnTo>
                    <a:pt x="3275089" y="476703"/>
                  </a:lnTo>
                  <a:lnTo>
                    <a:pt x="3274857" y="478711"/>
                  </a:lnTo>
                  <a:lnTo>
                    <a:pt x="3270657" y="482480"/>
                  </a:lnTo>
                  <a:lnTo>
                    <a:pt x="3269299" y="482682"/>
                  </a:lnTo>
                  <a:lnTo>
                    <a:pt x="3268414" y="483404"/>
                  </a:lnTo>
                  <a:lnTo>
                    <a:pt x="3269450" y="484789"/>
                  </a:lnTo>
                  <a:lnTo>
                    <a:pt x="3271749" y="484878"/>
                  </a:lnTo>
                  <a:lnTo>
                    <a:pt x="3271975" y="486532"/>
                  </a:lnTo>
                  <a:lnTo>
                    <a:pt x="3271192" y="487865"/>
                  </a:lnTo>
                  <a:lnTo>
                    <a:pt x="3267414" y="489437"/>
                  </a:lnTo>
                  <a:lnTo>
                    <a:pt x="3267651" y="491480"/>
                  </a:lnTo>
                  <a:lnTo>
                    <a:pt x="3269717" y="492470"/>
                  </a:lnTo>
                  <a:lnTo>
                    <a:pt x="3272370" y="492086"/>
                  </a:lnTo>
                  <a:lnTo>
                    <a:pt x="3274011" y="493567"/>
                  </a:lnTo>
                  <a:lnTo>
                    <a:pt x="3274018" y="495959"/>
                  </a:lnTo>
                  <a:lnTo>
                    <a:pt x="3272316" y="497257"/>
                  </a:lnTo>
                  <a:lnTo>
                    <a:pt x="3270371" y="498250"/>
                  </a:lnTo>
                  <a:lnTo>
                    <a:pt x="3256797" y="504316"/>
                  </a:lnTo>
                  <a:lnTo>
                    <a:pt x="3254806" y="505958"/>
                  </a:lnTo>
                  <a:lnTo>
                    <a:pt x="3254933" y="508159"/>
                  </a:lnTo>
                  <a:lnTo>
                    <a:pt x="3259659" y="508725"/>
                  </a:lnTo>
                  <a:lnTo>
                    <a:pt x="3273858" y="508206"/>
                  </a:lnTo>
                  <a:lnTo>
                    <a:pt x="3274773" y="508942"/>
                  </a:lnTo>
                  <a:lnTo>
                    <a:pt x="3274446" y="510647"/>
                  </a:lnTo>
                  <a:lnTo>
                    <a:pt x="3273658" y="512886"/>
                  </a:lnTo>
                  <a:lnTo>
                    <a:pt x="3274427" y="514456"/>
                  </a:lnTo>
                  <a:lnTo>
                    <a:pt x="3276560" y="515564"/>
                  </a:lnTo>
                  <a:lnTo>
                    <a:pt x="3276628" y="517215"/>
                  </a:lnTo>
                  <a:lnTo>
                    <a:pt x="3275568" y="517901"/>
                  </a:lnTo>
                  <a:lnTo>
                    <a:pt x="3273477" y="518675"/>
                  </a:lnTo>
                  <a:lnTo>
                    <a:pt x="3271147" y="518894"/>
                  </a:lnTo>
                  <a:lnTo>
                    <a:pt x="3271297" y="520669"/>
                  </a:lnTo>
                  <a:lnTo>
                    <a:pt x="3274484" y="522276"/>
                  </a:lnTo>
                  <a:lnTo>
                    <a:pt x="3275537" y="522461"/>
                  </a:lnTo>
                  <a:lnTo>
                    <a:pt x="3275644" y="528532"/>
                  </a:lnTo>
                  <a:lnTo>
                    <a:pt x="3275536" y="531095"/>
                  </a:lnTo>
                  <a:lnTo>
                    <a:pt x="3273838" y="532338"/>
                  </a:lnTo>
                  <a:lnTo>
                    <a:pt x="3273247" y="533178"/>
                  </a:lnTo>
                  <a:lnTo>
                    <a:pt x="3273163" y="535262"/>
                  </a:lnTo>
                  <a:lnTo>
                    <a:pt x="3277373" y="536727"/>
                  </a:lnTo>
                  <a:lnTo>
                    <a:pt x="3283856" y="543214"/>
                  </a:lnTo>
                  <a:lnTo>
                    <a:pt x="3285279" y="543235"/>
                  </a:lnTo>
                  <a:lnTo>
                    <a:pt x="3287836" y="544492"/>
                  </a:lnTo>
                  <a:lnTo>
                    <a:pt x="3291962" y="547799"/>
                  </a:lnTo>
                  <a:lnTo>
                    <a:pt x="3293417" y="549782"/>
                  </a:lnTo>
                  <a:lnTo>
                    <a:pt x="3295768" y="550792"/>
                  </a:lnTo>
                  <a:lnTo>
                    <a:pt x="3296087" y="552402"/>
                  </a:lnTo>
                  <a:lnTo>
                    <a:pt x="3297528" y="553828"/>
                  </a:lnTo>
                  <a:lnTo>
                    <a:pt x="3303278" y="558309"/>
                  </a:lnTo>
                  <a:lnTo>
                    <a:pt x="3304025" y="560280"/>
                  </a:lnTo>
                  <a:lnTo>
                    <a:pt x="3291974" y="564037"/>
                  </a:lnTo>
                  <a:lnTo>
                    <a:pt x="3279860" y="566796"/>
                  </a:lnTo>
                  <a:lnTo>
                    <a:pt x="3280982" y="569223"/>
                  </a:lnTo>
                  <a:lnTo>
                    <a:pt x="3294062" y="568975"/>
                  </a:lnTo>
                  <a:lnTo>
                    <a:pt x="3297601" y="570553"/>
                  </a:lnTo>
                  <a:lnTo>
                    <a:pt x="3299167" y="570080"/>
                  </a:lnTo>
                  <a:lnTo>
                    <a:pt x="3300069" y="568435"/>
                  </a:lnTo>
                  <a:lnTo>
                    <a:pt x="3307114" y="566470"/>
                  </a:lnTo>
                  <a:lnTo>
                    <a:pt x="3314284" y="565218"/>
                  </a:lnTo>
                  <a:lnTo>
                    <a:pt x="3316523" y="566121"/>
                  </a:lnTo>
                  <a:lnTo>
                    <a:pt x="3326152" y="573352"/>
                  </a:lnTo>
                  <a:lnTo>
                    <a:pt x="3330615" y="576085"/>
                  </a:lnTo>
                  <a:lnTo>
                    <a:pt x="3333463" y="577115"/>
                  </a:lnTo>
                  <a:lnTo>
                    <a:pt x="3335526" y="577340"/>
                  </a:lnTo>
                  <a:lnTo>
                    <a:pt x="3337060" y="578422"/>
                  </a:lnTo>
                  <a:lnTo>
                    <a:pt x="3338550" y="580731"/>
                  </a:lnTo>
                  <a:lnTo>
                    <a:pt x="3338178" y="582886"/>
                  </a:lnTo>
                  <a:lnTo>
                    <a:pt x="3338801" y="583876"/>
                  </a:lnTo>
                  <a:lnTo>
                    <a:pt x="3339830" y="584260"/>
                  </a:lnTo>
                  <a:lnTo>
                    <a:pt x="3341729" y="585697"/>
                  </a:lnTo>
                  <a:lnTo>
                    <a:pt x="3343897" y="585203"/>
                  </a:lnTo>
                  <a:lnTo>
                    <a:pt x="3346438" y="583547"/>
                  </a:lnTo>
                  <a:lnTo>
                    <a:pt x="3348208" y="583916"/>
                  </a:lnTo>
                  <a:lnTo>
                    <a:pt x="3351394" y="586225"/>
                  </a:lnTo>
                  <a:lnTo>
                    <a:pt x="3350186" y="588040"/>
                  </a:lnTo>
                  <a:lnTo>
                    <a:pt x="3349482" y="588877"/>
                  </a:lnTo>
                  <a:lnTo>
                    <a:pt x="3348632" y="590522"/>
                  </a:lnTo>
                  <a:lnTo>
                    <a:pt x="3347865" y="591087"/>
                  </a:lnTo>
                  <a:lnTo>
                    <a:pt x="3345296" y="591480"/>
                  </a:lnTo>
                  <a:lnTo>
                    <a:pt x="3343877" y="591474"/>
                  </a:lnTo>
                  <a:lnTo>
                    <a:pt x="3342425" y="591133"/>
                  </a:lnTo>
                  <a:lnTo>
                    <a:pt x="3342264" y="592337"/>
                  </a:lnTo>
                  <a:lnTo>
                    <a:pt x="3344044" y="593638"/>
                  </a:lnTo>
                  <a:lnTo>
                    <a:pt x="3346613" y="594992"/>
                  </a:lnTo>
                  <a:lnTo>
                    <a:pt x="3363224" y="596085"/>
                  </a:lnTo>
                  <a:lnTo>
                    <a:pt x="3367975" y="598443"/>
                  </a:lnTo>
                  <a:lnTo>
                    <a:pt x="3372642" y="597170"/>
                  </a:lnTo>
                  <a:lnTo>
                    <a:pt x="3374740" y="597545"/>
                  </a:lnTo>
                  <a:lnTo>
                    <a:pt x="3376518" y="598330"/>
                  </a:lnTo>
                  <a:lnTo>
                    <a:pt x="3377177" y="600708"/>
                  </a:lnTo>
                  <a:lnTo>
                    <a:pt x="3379560" y="601473"/>
                  </a:lnTo>
                  <a:lnTo>
                    <a:pt x="3383214" y="603325"/>
                  </a:lnTo>
                  <a:lnTo>
                    <a:pt x="3388337" y="604252"/>
                  </a:lnTo>
                  <a:lnTo>
                    <a:pt x="3392412" y="604185"/>
                  </a:lnTo>
                  <a:lnTo>
                    <a:pt x="3397443" y="606716"/>
                  </a:lnTo>
                  <a:lnTo>
                    <a:pt x="3399986" y="606779"/>
                  </a:lnTo>
                  <a:lnTo>
                    <a:pt x="3401530" y="608234"/>
                  </a:lnTo>
                  <a:lnTo>
                    <a:pt x="3412957" y="609088"/>
                  </a:lnTo>
                  <a:lnTo>
                    <a:pt x="3414653" y="610222"/>
                  </a:lnTo>
                  <a:lnTo>
                    <a:pt x="3415955" y="612072"/>
                  </a:lnTo>
                  <a:lnTo>
                    <a:pt x="3418675" y="612886"/>
                  </a:lnTo>
                  <a:lnTo>
                    <a:pt x="3421611" y="613050"/>
                  </a:lnTo>
                  <a:lnTo>
                    <a:pt x="3437664" y="616057"/>
                  </a:lnTo>
                  <a:lnTo>
                    <a:pt x="3443697" y="617681"/>
                  </a:lnTo>
                  <a:lnTo>
                    <a:pt x="3445082" y="617586"/>
                  </a:lnTo>
                  <a:lnTo>
                    <a:pt x="3446460" y="617854"/>
                  </a:lnTo>
                  <a:lnTo>
                    <a:pt x="3450771" y="619205"/>
                  </a:lnTo>
                  <a:lnTo>
                    <a:pt x="3455180" y="619935"/>
                  </a:lnTo>
                  <a:lnTo>
                    <a:pt x="3457269" y="6217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2279619" y="5499452"/>
              <a:ext cx="13748" cy="9130"/>
            </a:xfrm>
            <a:custGeom>
              <a:avLst/>
              <a:pathLst>
                <a:path w="13748" h="9130">
                  <a:moveTo>
                    <a:pt x="9395" y="1336"/>
                  </a:moveTo>
                  <a:lnTo>
                    <a:pt x="9989" y="2106"/>
                  </a:lnTo>
                  <a:lnTo>
                    <a:pt x="12399" y="2077"/>
                  </a:lnTo>
                  <a:lnTo>
                    <a:pt x="12969" y="2259"/>
                  </a:lnTo>
                  <a:lnTo>
                    <a:pt x="13448" y="3575"/>
                  </a:lnTo>
                  <a:lnTo>
                    <a:pt x="13748" y="5791"/>
                  </a:lnTo>
                  <a:lnTo>
                    <a:pt x="12964" y="6642"/>
                  </a:lnTo>
                  <a:lnTo>
                    <a:pt x="8764" y="6132"/>
                  </a:lnTo>
                  <a:lnTo>
                    <a:pt x="7259" y="4974"/>
                  </a:lnTo>
                  <a:lnTo>
                    <a:pt x="6487" y="5026"/>
                  </a:lnTo>
                  <a:lnTo>
                    <a:pt x="4770" y="6299"/>
                  </a:lnTo>
                  <a:lnTo>
                    <a:pt x="4059" y="7514"/>
                  </a:lnTo>
                  <a:lnTo>
                    <a:pt x="1219" y="9130"/>
                  </a:lnTo>
                  <a:lnTo>
                    <a:pt x="408" y="8561"/>
                  </a:lnTo>
                  <a:lnTo>
                    <a:pt x="60" y="6775"/>
                  </a:lnTo>
                  <a:lnTo>
                    <a:pt x="0" y="6085"/>
                  </a:lnTo>
                  <a:lnTo>
                    <a:pt x="288" y="5612"/>
                  </a:lnTo>
                  <a:lnTo>
                    <a:pt x="430" y="5130"/>
                  </a:lnTo>
                  <a:lnTo>
                    <a:pt x="378" y="4585"/>
                  </a:lnTo>
                  <a:lnTo>
                    <a:pt x="1155" y="3125"/>
                  </a:lnTo>
                  <a:lnTo>
                    <a:pt x="4452" y="851"/>
                  </a:lnTo>
                  <a:lnTo>
                    <a:pt x="8802" y="0"/>
                  </a:lnTo>
                  <a:lnTo>
                    <a:pt x="9388" y="84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2278573" y="5495135"/>
              <a:ext cx="5413" cy="5641"/>
            </a:xfrm>
            <a:custGeom>
              <a:avLst/>
              <a:pathLst>
                <a:path w="5413" h="5641">
                  <a:moveTo>
                    <a:pt x="5327" y="2845"/>
                  </a:moveTo>
                  <a:lnTo>
                    <a:pt x="3414" y="5641"/>
                  </a:lnTo>
                  <a:lnTo>
                    <a:pt x="2500" y="5514"/>
                  </a:lnTo>
                  <a:lnTo>
                    <a:pt x="656" y="3430"/>
                  </a:lnTo>
                  <a:lnTo>
                    <a:pt x="130" y="2345"/>
                  </a:lnTo>
                  <a:lnTo>
                    <a:pt x="0" y="1858"/>
                  </a:lnTo>
                  <a:lnTo>
                    <a:pt x="1207" y="0"/>
                  </a:lnTo>
                  <a:lnTo>
                    <a:pt x="4554" y="680"/>
                  </a:lnTo>
                  <a:lnTo>
                    <a:pt x="5310" y="900"/>
                  </a:lnTo>
                  <a:lnTo>
                    <a:pt x="5342" y="1073"/>
                  </a:lnTo>
                  <a:lnTo>
                    <a:pt x="5413" y="21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2238904" y="5492564"/>
              <a:ext cx="2264" cy="3627"/>
            </a:xfrm>
            <a:custGeom>
              <a:avLst/>
              <a:pathLst>
                <a:path w="2264" h="3627">
                  <a:moveTo>
                    <a:pt x="2264" y="2132"/>
                  </a:moveTo>
                  <a:lnTo>
                    <a:pt x="1785" y="2432"/>
                  </a:lnTo>
                  <a:lnTo>
                    <a:pt x="1160" y="2181"/>
                  </a:lnTo>
                  <a:lnTo>
                    <a:pt x="1179" y="2700"/>
                  </a:lnTo>
                  <a:lnTo>
                    <a:pt x="1699" y="3361"/>
                  </a:lnTo>
                  <a:lnTo>
                    <a:pt x="1141" y="3627"/>
                  </a:lnTo>
                  <a:lnTo>
                    <a:pt x="456" y="2969"/>
                  </a:lnTo>
                  <a:lnTo>
                    <a:pt x="0" y="1578"/>
                  </a:lnTo>
                  <a:lnTo>
                    <a:pt x="332" y="305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2220496" y="5491940"/>
              <a:ext cx="3247" cy="5901"/>
            </a:xfrm>
            <a:custGeom>
              <a:avLst/>
              <a:pathLst>
                <a:path w="3247" h="5901">
                  <a:moveTo>
                    <a:pt x="386" y="5768"/>
                  </a:moveTo>
                  <a:lnTo>
                    <a:pt x="0" y="5901"/>
                  </a:lnTo>
                  <a:lnTo>
                    <a:pt x="157" y="4663"/>
                  </a:lnTo>
                  <a:lnTo>
                    <a:pt x="1232" y="1468"/>
                  </a:lnTo>
                  <a:lnTo>
                    <a:pt x="3247" y="0"/>
                  </a:lnTo>
                  <a:lnTo>
                    <a:pt x="2992" y="1290"/>
                  </a:lnTo>
                  <a:lnTo>
                    <a:pt x="2343" y="288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234944" y="5480152"/>
              <a:ext cx="12524" cy="7984"/>
            </a:xfrm>
            <a:custGeom>
              <a:avLst/>
              <a:pathLst>
                <a:path w="12524" h="7984">
                  <a:moveTo>
                    <a:pt x="5070" y="2507"/>
                  </a:moveTo>
                  <a:lnTo>
                    <a:pt x="5538" y="2879"/>
                  </a:lnTo>
                  <a:lnTo>
                    <a:pt x="9733" y="2172"/>
                  </a:lnTo>
                  <a:lnTo>
                    <a:pt x="11052" y="4233"/>
                  </a:lnTo>
                  <a:lnTo>
                    <a:pt x="12524" y="4129"/>
                  </a:lnTo>
                  <a:lnTo>
                    <a:pt x="8954" y="7984"/>
                  </a:lnTo>
                  <a:lnTo>
                    <a:pt x="7987" y="6865"/>
                  </a:lnTo>
                  <a:lnTo>
                    <a:pt x="7677" y="6028"/>
                  </a:lnTo>
                  <a:lnTo>
                    <a:pt x="7444" y="4175"/>
                  </a:lnTo>
                  <a:lnTo>
                    <a:pt x="5121" y="4674"/>
                  </a:lnTo>
                  <a:lnTo>
                    <a:pt x="4378" y="4299"/>
                  </a:lnTo>
                  <a:lnTo>
                    <a:pt x="3427" y="5529"/>
                  </a:lnTo>
                  <a:lnTo>
                    <a:pt x="1512" y="6025"/>
                  </a:lnTo>
                  <a:lnTo>
                    <a:pt x="856" y="6019"/>
                  </a:lnTo>
                  <a:lnTo>
                    <a:pt x="24" y="4697"/>
                  </a:lnTo>
                  <a:lnTo>
                    <a:pt x="0" y="3364"/>
                  </a:lnTo>
                  <a:lnTo>
                    <a:pt x="1708" y="3442"/>
                  </a:lnTo>
                  <a:lnTo>
                    <a:pt x="3024" y="1728"/>
                  </a:lnTo>
                  <a:lnTo>
                    <a:pt x="3394" y="0"/>
                  </a:lnTo>
                  <a:lnTo>
                    <a:pt x="4043" y="46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2249284" y="5476516"/>
              <a:ext cx="2954" cy="2934"/>
            </a:xfrm>
            <a:custGeom>
              <a:avLst/>
              <a:pathLst>
                <a:path w="2954" h="2934">
                  <a:moveTo>
                    <a:pt x="2611" y="2724"/>
                  </a:moveTo>
                  <a:lnTo>
                    <a:pt x="1302" y="2934"/>
                  </a:lnTo>
                  <a:lnTo>
                    <a:pt x="396" y="1266"/>
                  </a:lnTo>
                  <a:lnTo>
                    <a:pt x="0" y="63"/>
                  </a:lnTo>
                  <a:lnTo>
                    <a:pt x="1751" y="0"/>
                  </a:lnTo>
                  <a:lnTo>
                    <a:pt x="2546" y="447"/>
                  </a:lnTo>
                  <a:lnTo>
                    <a:pt x="2954" y="179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2253690" y="5473175"/>
              <a:ext cx="3504" cy="3211"/>
            </a:xfrm>
            <a:custGeom>
              <a:avLst/>
              <a:pathLst>
                <a:path w="3504" h="3211">
                  <a:moveTo>
                    <a:pt x="3504" y="1875"/>
                  </a:moveTo>
                  <a:lnTo>
                    <a:pt x="1374" y="3211"/>
                  </a:lnTo>
                  <a:lnTo>
                    <a:pt x="268" y="1852"/>
                  </a:lnTo>
                  <a:lnTo>
                    <a:pt x="0" y="1301"/>
                  </a:lnTo>
                  <a:lnTo>
                    <a:pt x="1332" y="0"/>
                  </a:lnTo>
                  <a:lnTo>
                    <a:pt x="2036" y="300"/>
                  </a:lnTo>
                  <a:lnTo>
                    <a:pt x="2310" y="733"/>
                  </a:lnTo>
                  <a:lnTo>
                    <a:pt x="3112" y="85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2255600" y="5463508"/>
              <a:ext cx="13143" cy="9923"/>
            </a:xfrm>
            <a:custGeom>
              <a:avLst/>
              <a:pathLst>
                <a:path w="13143" h="9923">
                  <a:moveTo>
                    <a:pt x="9856" y="0"/>
                  </a:moveTo>
                  <a:lnTo>
                    <a:pt x="11097" y="828"/>
                  </a:lnTo>
                  <a:lnTo>
                    <a:pt x="12168" y="274"/>
                  </a:lnTo>
                  <a:lnTo>
                    <a:pt x="12758" y="891"/>
                  </a:lnTo>
                  <a:lnTo>
                    <a:pt x="13143" y="2550"/>
                  </a:lnTo>
                  <a:lnTo>
                    <a:pt x="13114" y="3206"/>
                  </a:lnTo>
                  <a:lnTo>
                    <a:pt x="11507" y="2954"/>
                  </a:lnTo>
                  <a:lnTo>
                    <a:pt x="10007" y="4894"/>
                  </a:lnTo>
                  <a:lnTo>
                    <a:pt x="8230" y="4478"/>
                  </a:lnTo>
                  <a:lnTo>
                    <a:pt x="7993" y="6082"/>
                  </a:lnTo>
                  <a:lnTo>
                    <a:pt x="8369" y="6911"/>
                  </a:lnTo>
                  <a:lnTo>
                    <a:pt x="7889" y="7626"/>
                  </a:lnTo>
                  <a:lnTo>
                    <a:pt x="6366" y="6132"/>
                  </a:lnTo>
                  <a:lnTo>
                    <a:pt x="5163" y="6657"/>
                  </a:lnTo>
                  <a:lnTo>
                    <a:pt x="4772" y="9271"/>
                  </a:lnTo>
                  <a:lnTo>
                    <a:pt x="4246" y="9811"/>
                  </a:lnTo>
                  <a:lnTo>
                    <a:pt x="3938" y="9923"/>
                  </a:lnTo>
                  <a:lnTo>
                    <a:pt x="3458" y="9257"/>
                  </a:lnTo>
                  <a:lnTo>
                    <a:pt x="2480" y="9040"/>
                  </a:lnTo>
                  <a:lnTo>
                    <a:pt x="2387" y="8691"/>
                  </a:lnTo>
                  <a:lnTo>
                    <a:pt x="1775" y="7664"/>
                  </a:lnTo>
                  <a:lnTo>
                    <a:pt x="0" y="8801"/>
                  </a:lnTo>
                  <a:lnTo>
                    <a:pt x="466" y="7456"/>
                  </a:lnTo>
                  <a:lnTo>
                    <a:pt x="2828" y="3924"/>
                  </a:lnTo>
                  <a:lnTo>
                    <a:pt x="3077" y="2845"/>
                  </a:lnTo>
                  <a:lnTo>
                    <a:pt x="5809" y="779"/>
                  </a:lnTo>
                  <a:lnTo>
                    <a:pt x="7099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301856" y="5440558"/>
              <a:ext cx="1614" cy="5119"/>
            </a:xfrm>
            <a:custGeom>
              <a:avLst/>
              <a:pathLst>
                <a:path w="1614" h="5119">
                  <a:moveTo>
                    <a:pt x="1168" y="4842"/>
                  </a:moveTo>
                  <a:lnTo>
                    <a:pt x="738" y="5119"/>
                  </a:lnTo>
                  <a:lnTo>
                    <a:pt x="80" y="3973"/>
                  </a:lnTo>
                  <a:lnTo>
                    <a:pt x="0" y="3289"/>
                  </a:lnTo>
                  <a:lnTo>
                    <a:pt x="675" y="1965"/>
                  </a:lnTo>
                  <a:lnTo>
                    <a:pt x="1368" y="201"/>
                  </a:lnTo>
                  <a:lnTo>
                    <a:pt x="1614" y="0"/>
                  </a:lnTo>
                  <a:lnTo>
                    <a:pt x="1451" y="35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289859" y="5438709"/>
              <a:ext cx="7395" cy="5196"/>
            </a:xfrm>
            <a:custGeom>
              <a:avLst/>
              <a:pathLst>
                <a:path w="7395" h="5196">
                  <a:moveTo>
                    <a:pt x="2641" y="4366"/>
                  </a:moveTo>
                  <a:lnTo>
                    <a:pt x="1376" y="5196"/>
                  </a:lnTo>
                  <a:lnTo>
                    <a:pt x="897" y="4106"/>
                  </a:lnTo>
                  <a:lnTo>
                    <a:pt x="683" y="2178"/>
                  </a:lnTo>
                  <a:lnTo>
                    <a:pt x="0" y="989"/>
                  </a:lnTo>
                  <a:lnTo>
                    <a:pt x="511" y="0"/>
                  </a:lnTo>
                  <a:lnTo>
                    <a:pt x="7395" y="1310"/>
                  </a:lnTo>
                  <a:lnTo>
                    <a:pt x="7020" y="1982"/>
                  </a:lnTo>
                  <a:lnTo>
                    <a:pt x="3678" y="283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381034" y="5422405"/>
              <a:ext cx="7531" cy="6267"/>
            </a:xfrm>
            <a:custGeom>
              <a:avLst/>
              <a:pathLst>
                <a:path w="7531" h="6267">
                  <a:moveTo>
                    <a:pt x="2293" y="0"/>
                  </a:moveTo>
                  <a:lnTo>
                    <a:pt x="4389" y="756"/>
                  </a:lnTo>
                  <a:lnTo>
                    <a:pt x="5479" y="1826"/>
                  </a:lnTo>
                  <a:lnTo>
                    <a:pt x="5757" y="3041"/>
                  </a:lnTo>
                  <a:lnTo>
                    <a:pt x="7000" y="3511"/>
                  </a:lnTo>
                  <a:lnTo>
                    <a:pt x="7165" y="3759"/>
                  </a:lnTo>
                  <a:lnTo>
                    <a:pt x="7401" y="4461"/>
                  </a:lnTo>
                  <a:lnTo>
                    <a:pt x="7531" y="5254"/>
                  </a:lnTo>
                  <a:lnTo>
                    <a:pt x="7523" y="6267"/>
                  </a:lnTo>
                  <a:lnTo>
                    <a:pt x="5366" y="3806"/>
                  </a:lnTo>
                  <a:lnTo>
                    <a:pt x="2375" y="3679"/>
                  </a:lnTo>
                  <a:lnTo>
                    <a:pt x="1694" y="1924"/>
                  </a:lnTo>
                  <a:lnTo>
                    <a:pt x="182" y="2926"/>
                  </a:lnTo>
                  <a:lnTo>
                    <a:pt x="14" y="2262"/>
                  </a:lnTo>
                  <a:lnTo>
                    <a:pt x="0" y="1402"/>
                  </a:lnTo>
                  <a:lnTo>
                    <a:pt x="206" y="167"/>
                  </a:lnTo>
                  <a:lnTo>
                    <a:pt x="1174" y="6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4010827" y="4001185"/>
              <a:ext cx="218" cy="354"/>
            </a:xfrm>
            <a:custGeom>
              <a:avLst/>
              <a:pathLst>
                <a:path w="218" h="354">
                  <a:moveTo>
                    <a:pt x="212" y="51"/>
                  </a:moveTo>
                  <a:lnTo>
                    <a:pt x="218" y="354"/>
                  </a:lnTo>
                  <a:lnTo>
                    <a:pt x="6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3487628" y="5078392"/>
              <a:ext cx="2351" cy="5554"/>
            </a:xfrm>
            <a:custGeom>
              <a:avLst/>
              <a:pathLst>
                <a:path w="2351" h="5554">
                  <a:moveTo>
                    <a:pt x="1272" y="5321"/>
                  </a:moveTo>
                  <a:lnTo>
                    <a:pt x="677" y="5554"/>
                  </a:lnTo>
                  <a:lnTo>
                    <a:pt x="494" y="4593"/>
                  </a:lnTo>
                  <a:lnTo>
                    <a:pt x="517" y="3321"/>
                  </a:lnTo>
                  <a:lnTo>
                    <a:pt x="186" y="2311"/>
                  </a:lnTo>
                  <a:lnTo>
                    <a:pt x="0" y="1188"/>
                  </a:lnTo>
                  <a:lnTo>
                    <a:pt x="164" y="121"/>
                  </a:lnTo>
                  <a:lnTo>
                    <a:pt x="1118" y="0"/>
                  </a:lnTo>
                  <a:lnTo>
                    <a:pt x="2102" y="343"/>
                  </a:lnTo>
                  <a:lnTo>
                    <a:pt x="2351" y="2138"/>
                  </a:lnTo>
                  <a:lnTo>
                    <a:pt x="1644" y="459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3483970" y="5071821"/>
              <a:ext cx="17169" cy="31127"/>
            </a:xfrm>
            <a:custGeom>
              <a:avLst/>
              <a:pathLst>
                <a:path w="17169" h="31127">
                  <a:moveTo>
                    <a:pt x="3992" y="13389"/>
                  </a:moveTo>
                  <a:lnTo>
                    <a:pt x="4764" y="13562"/>
                  </a:lnTo>
                  <a:lnTo>
                    <a:pt x="5236" y="13291"/>
                  </a:lnTo>
                  <a:lnTo>
                    <a:pt x="7358" y="9392"/>
                  </a:lnTo>
                  <a:lnTo>
                    <a:pt x="7914" y="9294"/>
                  </a:lnTo>
                  <a:lnTo>
                    <a:pt x="7861" y="12278"/>
                  </a:lnTo>
                  <a:lnTo>
                    <a:pt x="8407" y="13620"/>
                  </a:lnTo>
                  <a:lnTo>
                    <a:pt x="7717" y="13963"/>
                  </a:lnTo>
                  <a:lnTo>
                    <a:pt x="6409" y="13816"/>
                  </a:lnTo>
                  <a:lnTo>
                    <a:pt x="6109" y="15521"/>
                  </a:lnTo>
                  <a:lnTo>
                    <a:pt x="7429" y="17706"/>
                  </a:lnTo>
                  <a:lnTo>
                    <a:pt x="8087" y="18006"/>
                  </a:lnTo>
                  <a:lnTo>
                    <a:pt x="8624" y="17980"/>
                  </a:lnTo>
                  <a:lnTo>
                    <a:pt x="9624" y="17484"/>
                  </a:lnTo>
                  <a:lnTo>
                    <a:pt x="10429" y="16699"/>
                  </a:lnTo>
                  <a:lnTo>
                    <a:pt x="11675" y="14875"/>
                  </a:lnTo>
                  <a:lnTo>
                    <a:pt x="12418" y="14171"/>
                  </a:lnTo>
                  <a:lnTo>
                    <a:pt x="13832" y="14139"/>
                  </a:lnTo>
                  <a:lnTo>
                    <a:pt x="14568" y="12411"/>
                  </a:lnTo>
                  <a:lnTo>
                    <a:pt x="14907" y="11883"/>
                  </a:lnTo>
                  <a:lnTo>
                    <a:pt x="15734" y="11958"/>
                  </a:lnTo>
                  <a:lnTo>
                    <a:pt x="16485" y="12630"/>
                  </a:lnTo>
                  <a:lnTo>
                    <a:pt x="16932" y="14197"/>
                  </a:lnTo>
                  <a:lnTo>
                    <a:pt x="17169" y="16104"/>
                  </a:lnTo>
                  <a:lnTo>
                    <a:pt x="16990" y="17997"/>
                  </a:lnTo>
                  <a:lnTo>
                    <a:pt x="16492" y="19833"/>
                  </a:lnTo>
                  <a:lnTo>
                    <a:pt x="15577" y="20955"/>
                  </a:lnTo>
                  <a:lnTo>
                    <a:pt x="15784" y="22294"/>
                  </a:lnTo>
                  <a:lnTo>
                    <a:pt x="15541" y="22975"/>
                  </a:lnTo>
                  <a:lnTo>
                    <a:pt x="15082" y="23013"/>
                  </a:lnTo>
                  <a:lnTo>
                    <a:pt x="14690" y="22704"/>
                  </a:lnTo>
                  <a:lnTo>
                    <a:pt x="14115" y="21131"/>
                  </a:lnTo>
                  <a:lnTo>
                    <a:pt x="13423" y="20286"/>
                  </a:lnTo>
                  <a:lnTo>
                    <a:pt x="11763" y="20343"/>
                  </a:lnTo>
                  <a:lnTo>
                    <a:pt x="11018" y="20450"/>
                  </a:lnTo>
                  <a:lnTo>
                    <a:pt x="10888" y="21653"/>
                  </a:lnTo>
                  <a:lnTo>
                    <a:pt x="10494" y="22577"/>
                  </a:lnTo>
                  <a:lnTo>
                    <a:pt x="10083" y="23085"/>
                  </a:lnTo>
                  <a:lnTo>
                    <a:pt x="9521" y="22863"/>
                  </a:lnTo>
                  <a:lnTo>
                    <a:pt x="9418" y="23376"/>
                  </a:lnTo>
                  <a:lnTo>
                    <a:pt x="9716" y="24634"/>
                  </a:lnTo>
                  <a:lnTo>
                    <a:pt x="10444" y="26227"/>
                  </a:lnTo>
                  <a:lnTo>
                    <a:pt x="11698" y="27338"/>
                  </a:lnTo>
                  <a:lnTo>
                    <a:pt x="12433" y="27566"/>
                  </a:lnTo>
                  <a:lnTo>
                    <a:pt x="12535" y="25451"/>
                  </a:lnTo>
                  <a:lnTo>
                    <a:pt x="13423" y="25203"/>
                  </a:lnTo>
                  <a:lnTo>
                    <a:pt x="14211" y="25832"/>
                  </a:lnTo>
                  <a:lnTo>
                    <a:pt x="14781" y="27393"/>
                  </a:lnTo>
                  <a:lnTo>
                    <a:pt x="14317" y="27904"/>
                  </a:lnTo>
                  <a:lnTo>
                    <a:pt x="13907" y="28732"/>
                  </a:lnTo>
                  <a:lnTo>
                    <a:pt x="13823" y="29803"/>
                  </a:lnTo>
                  <a:lnTo>
                    <a:pt x="13024" y="30965"/>
                  </a:lnTo>
                  <a:lnTo>
                    <a:pt x="12551" y="31090"/>
                  </a:lnTo>
                  <a:lnTo>
                    <a:pt x="11050" y="30521"/>
                  </a:lnTo>
                  <a:lnTo>
                    <a:pt x="10157" y="29208"/>
                  </a:lnTo>
                  <a:lnTo>
                    <a:pt x="9944" y="28282"/>
                  </a:lnTo>
                  <a:lnTo>
                    <a:pt x="9393" y="27933"/>
                  </a:lnTo>
                  <a:lnTo>
                    <a:pt x="8772" y="29127"/>
                  </a:lnTo>
                  <a:lnTo>
                    <a:pt x="8107" y="29387"/>
                  </a:lnTo>
                  <a:lnTo>
                    <a:pt x="6807" y="28394"/>
                  </a:lnTo>
                  <a:lnTo>
                    <a:pt x="5606" y="26793"/>
                  </a:lnTo>
                  <a:lnTo>
                    <a:pt x="4855" y="26190"/>
                  </a:lnTo>
                  <a:lnTo>
                    <a:pt x="3687" y="25803"/>
                  </a:lnTo>
                  <a:lnTo>
                    <a:pt x="3041" y="29445"/>
                  </a:lnTo>
                  <a:lnTo>
                    <a:pt x="2148" y="30983"/>
                  </a:lnTo>
                  <a:lnTo>
                    <a:pt x="991" y="31127"/>
                  </a:lnTo>
                  <a:lnTo>
                    <a:pt x="434" y="30824"/>
                  </a:lnTo>
                  <a:lnTo>
                    <a:pt x="127" y="29396"/>
                  </a:lnTo>
                  <a:lnTo>
                    <a:pt x="208" y="27869"/>
                  </a:lnTo>
                  <a:lnTo>
                    <a:pt x="394" y="26409"/>
                  </a:lnTo>
                  <a:lnTo>
                    <a:pt x="757" y="24914"/>
                  </a:lnTo>
                  <a:lnTo>
                    <a:pt x="985" y="23281"/>
                  </a:lnTo>
                  <a:lnTo>
                    <a:pt x="888" y="21740"/>
                  </a:lnTo>
                  <a:lnTo>
                    <a:pt x="470" y="20609"/>
                  </a:lnTo>
                  <a:lnTo>
                    <a:pt x="690" y="18583"/>
                  </a:lnTo>
                  <a:lnTo>
                    <a:pt x="281" y="16996"/>
                  </a:lnTo>
                  <a:lnTo>
                    <a:pt x="423" y="15827"/>
                  </a:lnTo>
                  <a:lnTo>
                    <a:pt x="1094" y="15025"/>
                  </a:lnTo>
                  <a:lnTo>
                    <a:pt x="810" y="14327"/>
                  </a:lnTo>
                  <a:lnTo>
                    <a:pt x="453" y="14142"/>
                  </a:lnTo>
                  <a:lnTo>
                    <a:pt x="198" y="13216"/>
                  </a:lnTo>
                  <a:lnTo>
                    <a:pt x="0" y="12099"/>
                  </a:lnTo>
                  <a:lnTo>
                    <a:pt x="260" y="9995"/>
                  </a:lnTo>
                  <a:lnTo>
                    <a:pt x="647" y="7970"/>
                  </a:lnTo>
                  <a:lnTo>
                    <a:pt x="600" y="5681"/>
                  </a:lnTo>
                  <a:lnTo>
                    <a:pt x="1257" y="3520"/>
                  </a:lnTo>
                  <a:lnTo>
                    <a:pt x="1818" y="1105"/>
                  </a:lnTo>
                  <a:lnTo>
                    <a:pt x="2239" y="141"/>
                  </a:lnTo>
                  <a:lnTo>
                    <a:pt x="2765" y="0"/>
                  </a:lnTo>
                  <a:lnTo>
                    <a:pt x="2996" y="675"/>
                  </a:lnTo>
                  <a:lnTo>
                    <a:pt x="3110" y="1994"/>
                  </a:lnTo>
                  <a:lnTo>
                    <a:pt x="2903" y="2848"/>
                  </a:lnTo>
                  <a:lnTo>
                    <a:pt x="3395" y="3237"/>
                  </a:lnTo>
                  <a:lnTo>
                    <a:pt x="3524" y="6045"/>
                  </a:lnTo>
                  <a:lnTo>
                    <a:pt x="3216" y="7193"/>
                  </a:lnTo>
                  <a:lnTo>
                    <a:pt x="3171" y="8307"/>
                  </a:lnTo>
                  <a:lnTo>
                    <a:pt x="2530" y="10671"/>
                  </a:lnTo>
                  <a:lnTo>
                    <a:pt x="2716" y="125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3319478" y="5002984"/>
              <a:ext cx="1685" cy="3601"/>
            </a:xfrm>
            <a:custGeom>
              <a:avLst/>
              <a:pathLst>
                <a:path w="1685" h="3601">
                  <a:moveTo>
                    <a:pt x="1685" y="3341"/>
                  </a:moveTo>
                  <a:lnTo>
                    <a:pt x="984" y="3601"/>
                  </a:lnTo>
                  <a:lnTo>
                    <a:pt x="358" y="2992"/>
                  </a:lnTo>
                  <a:lnTo>
                    <a:pt x="0" y="1382"/>
                  </a:lnTo>
                  <a:lnTo>
                    <a:pt x="794" y="0"/>
                  </a:lnTo>
                  <a:lnTo>
                    <a:pt x="1200" y="946"/>
                  </a:lnTo>
                  <a:lnTo>
                    <a:pt x="1501" y="20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227880" y="3126744"/>
              <a:ext cx="1933" cy="5075"/>
            </a:xfrm>
            <a:custGeom>
              <a:avLst/>
              <a:pathLst>
                <a:path w="1933" h="5075">
                  <a:moveTo>
                    <a:pt x="1644" y="3898"/>
                  </a:moveTo>
                  <a:lnTo>
                    <a:pt x="1335" y="5075"/>
                  </a:lnTo>
                  <a:lnTo>
                    <a:pt x="263" y="4598"/>
                  </a:lnTo>
                  <a:lnTo>
                    <a:pt x="48" y="3126"/>
                  </a:lnTo>
                  <a:lnTo>
                    <a:pt x="0" y="2092"/>
                  </a:lnTo>
                  <a:lnTo>
                    <a:pt x="671" y="0"/>
                  </a:lnTo>
                  <a:lnTo>
                    <a:pt x="1427" y="900"/>
                  </a:lnTo>
                  <a:lnTo>
                    <a:pt x="1719" y="1887"/>
                  </a:lnTo>
                  <a:lnTo>
                    <a:pt x="1933" y="2083"/>
                  </a:lnTo>
                  <a:lnTo>
                    <a:pt x="1928" y="2928"/>
                  </a:lnTo>
                  <a:lnTo>
                    <a:pt x="1847" y="354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228057" y="3110636"/>
              <a:ext cx="1169" cy="4886"/>
            </a:xfrm>
            <a:custGeom>
              <a:avLst/>
              <a:pathLst>
                <a:path w="1169" h="4886">
                  <a:moveTo>
                    <a:pt x="1169" y="4110"/>
                  </a:moveTo>
                  <a:lnTo>
                    <a:pt x="1026" y="4886"/>
                  </a:lnTo>
                  <a:lnTo>
                    <a:pt x="239" y="3484"/>
                  </a:lnTo>
                  <a:lnTo>
                    <a:pt x="0" y="845"/>
                  </a:lnTo>
                  <a:lnTo>
                    <a:pt x="24" y="288"/>
                  </a:lnTo>
                  <a:lnTo>
                    <a:pt x="156" y="0"/>
                  </a:lnTo>
                  <a:lnTo>
                    <a:pt x="469" y="507"/>
                  </a:lnTo>
                  <a:lnTo>
                    <a:pt x="884" y="696"/>
                  </a:lnTo>
                  <a:lnTo>
                    <a:pt x="1145" y="155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4349838" y="5243676"/>
              <a:ext cx="1181" cy="8180"/>
            </a:xfrm>
            <a:custGeom>
              <a:avLst/>
              <a:pathLst>
                <a:path w="1181" h="8180">
                  <a:moveTo>
                    <a:pt x="412" y="7014"/>
                  </a:moveTo>
                  <a:lnTo>
                    <a:pt x="89" y="8180"/>
                  </a:lnTo>
                  <a:lnTo>
                    <a:pt x="0" y="6844"/>
                  </a:lnTo>
                  <a:lnTo>
                    <a:pt x="586" y="995"/>
                  </a:lnTo>
                  <a:lnTo>
                    <a:pt x="1181" y="0"/>
                  </a:lnTo>
                  <a:lnTo>
                    <a:pt x="1054" y="303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4237058" y="4912920"/>
              <a:ext cx="2416" cy="6556"/>
            </a:xfrm>
            <a:custGeom>
              <a:avLst/>
              <a:pathLst>
                <a:path w="2416" h="6556">
                  <a:moveTo>
                    <a:pt x="2416" y="3488"/>
                  </a:moveTo>
                  <a:lnTo>
                    <a:pt x="1963" y="6556"/>
                  </a:lnTo>
                  <a:lnTo>
                    <a:pt x="1218" y="6033"/>
                  </a:lnTo>
                  <a:lnTo>
                    <a:pt x="472" y="6538"/>
                  </a:lnTo>
                  <a:lnTo>
                    <a:pt x="2" y="4498"/>
                  </a:lnTo>
                  <a:lnTo>
                    <a:pt x="0" y="3959"/>
                  </a:lnTo>
                  <a:lnTo>
                    <a:pt x="561" y="4472"/>
                  </a:lnTo>
                  <a:lnTo>
                    <a:pt x="768" y="3809"/>
                  </a:lnTo>
                  <a:lnTo>
                    <a:pt x="901" y="2963"/>
                  </a:lnTo>
                  <a:lnTo>
                    <a:pt x="1105" y="2732"/>
                  </a:lnTo>
                  <a:lnTo>
                    <a:pt x="1243" y="1523"/>
                  </a:lnTo>
                  <a:lnTo>
                    <a:pt x="1722" y="0"/>
                  </a:lnTo>
                  <a:lnTo>
                    <a:pt x="1997" y="40"/>
                  </a:lnTo>
                  <a:lnTo>
                    <a:pt x="2286" y="199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4238898" y="4907051"/>
              <a:ext cx="1331" cy="4744"/>
            </a:xfrm>
            <a:custGeom>
              <a:avLst/>
              <a:pathLst>
                <a:path w="1331" h="4744">
                  <a:moveTo>
                    <a:pt x="1331" y="4741"/>
                  </a:moveTo>
                  <a:lnTo>
                    <a:pt x="728" y="4744"/>
                  </a:lnTo>
                  <a:lnTo>
                    <a:pt x="506" y="4495"/>
                  </a:lnTo>
                  <a:lnTo>
                    <a:pt x="399" y="3044"/>
                  </a:lnTo>
                  <a:lnTo>
                    <a:pt x="0" y="2406"/>
                  </a:lnTo>
                  <a:lnTo>
                    <a:pt x="221" y="1921"/>
                  </a:lnTo>
                  <a:lnTo>
                    <a:pt x="300" y="1015"/>
                  </a:lnTo>
                  <a:lnTo>
                    <a:pt x="542" y="0"/>
                  </a:lnTo>
                  <a:lnTo>
                    <a:pt x="972" y="112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4245884" y="4892657"/>
              <a:ext cx="1411" cy="3725"/>
            </a:xfrm>
            <a:custGeom>
              <a:avLst/>
              <a:pathLst>
                <a:path w="1411" h="3725">
                  <a:moveTo>
                    <a:pt x="783" y="3465"/>
                  </a:moveTo>
                  <a:lnTo>
                    <a:pt x="244" y="3725"/>
                  </a:lnTo>
                  <a:lnTo>
                    <a:pt x="66" y="3595"/>
                  </a:lnTo>
                  <a:lnTo>
                    <a:pt x="77" y="2074"/>
                  </a:lnTo>
                  <a:lnTo>
                    <a:pt x="0" y="1396"/>
                  </a:lnTo>
                  <a:lnTo>
                    <a:pt x="478" y="0"/>
                  </a:lnTo>
                  <a:lnTo>
                    <a:pt x="1153" y="672"/>
                  </a:lnTo>
                  <a:lnTo>
                    <a:pt x="1411" y="1731"/>
                  </a:lnTo>
                  <a:lnTo>
                    <a:pt x="748" y="258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4213422" y="4835897"/>
              <a:ext cx="35536" cy="87083"/>
            </a:xfrm>
            <a:custGeom>
              <a:avLst/>
              <a:pathLst>
                <a:path w="35536" h="87083">
                  <a:moveTo>
                    <a:pt x="3815" y="3381"/>
                  </a:moveTo>
                  <a:lnTo>
                    <a:pt x="4927" y="3497"/>
                  </a:lnTo>
                  <a:lnTo>
                    <a:pt x="5558" y="2744"/>
                  </a:lnTo>
                  <a:lnTo>
                    <a:pt x="6123" y="2885"/>
                  </a:lnTo>
                  <a:lnTo>
                    <a:pt x="6761" y="4553"/>
                  </a:lnTo>
                  <a:lnTo>
                    <a:pt x="7530" y="5494"/>
                  </a:lnTo>
                  <a:lnTo>
                    <a:pt x="8066" y="5321"/>
                  </a:lnTo>
                  <a:lnTo>
                    <a:pt x="8531" y="5664"/>
                  </a:lnTo>
                  <a:lnTo>
                    <a:pt x="8944" y="6850"/>
                  </a:lnTo>
                  <a:lnTo>
                    <a:pt x="9997" y="7883"/>
                  </a:lnTo>
                  <a:lnTo>
                    <a:pt x="10456" y="8561"/>
                  </a:lnTo>
                  <a:lnTo>
                    <a:pt x="10856" y="9600"/>
                  </a:lnTo>
                  <a:lnTo>
                    <a:pt x="11299" y="10411"/>
                  </a:lnTo>
                  <a:lnTo>
                    <a:pt x="14084" y="13172"/>
                  </a:lnTo>
                  <a:lnTo>
                    <a:pt x="16068" y="14514"/>
                  </a:lnTo>
                  <a:lnTo>
                    <a:pt x="18538" y="13891"/>
                  </a:lnTo>
                  <a:lnTo>
                    <a:pt x="19270" y="13118"/>
                  </a:lnTo>
                  <a:lnTo>
                    <a:pt x="19970" y="11989"/>
                  </a:lnTo>
                  <a:lnTo>
                    <a:pt x="20572" y="13043"/>
                  </a:lnTo>
                  <a:lnTo>
                    <a:pt x="21169" y="14650"/>
                  </a:lnTo>
                  <a:lnTo>
                    <a:pt x="21053" y="12916"/>
                  </a:lnTo>
                  <a:lnTo>
                    <a:pt x="21251" y="11406"/>
                  </a:lnTo>
                  <a:lnTo>
                    <a:pt x="21855" y="10209"/>
                  </a:lnTo>
                  <a:lnTo>
                    <a:pt x="22531" y="9459"/>
                  </a:lnTo>
                  <a:lnTo>
                    <a:pt x="23646" y="9513"/>
                  </a:lnTo>
                  <a:lnTo>
                    <a:pt x="24733" y="9193"/>
                  </a:lnTo>
                  <a:lnTo>
                    <a:pt x="25215" y="8495"/>
                  </a:lnTo>
                  <a:lnTo>
                    <a:pt x="25710" y="8397"/>
                  </a:lnTo>
                  <a:lnTo>
                    <a:pt x="26356" y="9257"/>
                  </a:lnTo>
                  <a:lnTo>
                    <a:pt x="27001" y="9733"/>
                  </a:lnTo>
                  <a:lnTo>
                    <a:pt x="27443" y="8625"/>
                  </a:lnTo>
                  <a:lnTo>
                    <a:pt x="28198" y="6007"/>
                  </a:lnTo>
                  <a:lnTo>
                    <a:pt x="28606" y="5095"/>
                  </a:lnTo>
                  <a:lnTo>
                    <a:pt x="30490" y="5892"/>
                  </a:lnTo>
                  <a:lnTo>
                    <a:pt x="31021" y="5918"/>
                  </a:lnTo>
                  <a:lnTo>
                    <a:pt x="31942" y="3171"/>
                  </a:lnTo>
                  <a:lnTo>
                    <a:pt x="32558" y="3211"/>
                  </a:lnTo>
                  <a:lnTo>
                    <a:pt x="34312" y="5396"/>
                  </a:lnTo>
                  <a:lnTo>
                    <a:pt x="35058" y="8120"/>
                  </a:lnTo>
                  <a:lnTo>
                    <a:pt x="34987" y="13092"/>
                  </a:lnTo>
                  <a:lnTo>
                    <a:pt x="35046" y="14843"/>
                  </a:lnTo>
                  <a:lnTo>
                    <a:pt x="35187" y="16572"/>
                  </a:lnTo>
                  <a:lnTo>
                    <a:pt x="35244" y="20017"/>
                  </a:lnTo>
                  <a:lnTo>
                    <a:pt x="35029" y="23425"/>
                  </a:lnTo>
                  <a:lnTo>
                    <a:pt x="35001" y="26083"/>
                  </a:lnTo>
                  <a:lnTo>
                    <a:pt x="35094" y="28778"/>
                  </a:lnTo>
                  <a:lnTo>
                    <a:pt x="35008" y="33788"/>
                  </a:lnTo>
                  <a:lnTo>
                    <a:pt x="35278" y="37097"/>
                  </a:lnTo>
                  <a:lnTo>
                    <a:pt x="35143" y="39357"/>
                  </a:lnTo>
                  <a:lnTo>
                    <a:pt x="35141" y="40413"/>
                  </a:lnTo>
                  <a:lnTo>
                    <a:pt x="35396" y="41411"/>
                  </a:lnTo>
                  <a:lnTo>
                    <a:pt x="35519" y="42517"/>
                  </a:lnTo>
                  <a:lnTo>
                    <a:pt x="35425" y="43936"/>
                  </a:lnTo>
                  <a:lnTo>
                    <a:pt x="35536" y="45596"/>
                  </a:lnTo>
                  <a:lnTo>
                    <a:pt x="35427" y="46963"/>
                  </a:lnTo>
                  <a:lnTo>
                    <a:pt x="35034" y="46767"/>
                  </a:lnTo>
                  <a:lnTo>
                    <a:pt x="34905" y="45717"/>
                  </a:lnTo>
                  <a:lnTo>
                    <a:pt x="34978" y="44358"/>
                  </a:lnTo>
                  <a:lnTo>
                    <a:pt x="34907" y="43264"/>
                  </a:lnTo>
                  <a:lnTo>
                    <a:pt x="34701" y="42265"/>
                  </a:lnTo>
                  <a:lnTo>
                    <a:pt x="34003" y="41146"/>
                  </a:lnTo>
                  <a:lnTo>
                    <a:pt x="34208" y="40474"/>
                  </a:lnTo>
                  <a:lnTo>
                    <a:pt x="34565" y="39879"/>
                  </a:lnTo>
                  <a:lnTo>
                    <a:pt x="34297" y="38347"/>
                  </a:lnTo>
                  <a:lnTo>
                    <a:pt x="33850" y="39596"/>
                  </a:lnTo>
                  <a:lnTo>
                    <a:pt x="33600" y="41296"/>
                  </a:lnTo>
                  <a:lnTo>
                    <a:pt x="33745" y="41841"/>
                  </a:lnTo>
                  <a:lnTo>
                    <a:pt x="33469" y="42297"/>
                  </a:lnTo>
                  <a:lnTo>
                    <a:pt x="32883" y="44265"/>
                  </a:lnTo>
                  <a:lnTo>
                    <a:pt x="32461" y="46900"/>
                  </a:lnTo>
                  <a:lnTo>
                    <a:pt x="32290" y="49431"/>
                  </a:lnTo>
                  <a:lnTo>
                    <a:pt x="32333" y="52114"/>
                  </a:lnTo>
                  <a:lnTo>
                    <a:pt x="31988" y="54180"/>
                  </a:lnTo>
                  <a:lnTo>
                    <a:pt x="31516" y="56148"/>
                  </a:lnTo>
                  <a:lnTo>
                    <a:pt x="31398" y="58691"/>
                  </a:lnTo>
                  <a:lnTo>
                    <a:pt x="31426" y="63357"/>
                  </a:lnTo>
                  <a:lnTo>
                    <a:pt x="31836" y="67613"/>
                  </a:lnTo>
                  <a:lnTo>
                    <a:pt x="32059" y="73422"/>
                  </a:lnTo>
                  <a:lnTo>
                    <a:pt x="31718" y="74155"/>
                  </a:lnTo>
                  <a:lnTo>
                    <a:pt x="30691" y="74547"/>
                  </a:lnTo>
                  <a:lnTo>
                    <a:pt x="30184" y="75283"/>
                  </a:lnTo>
                  <a:lnTo>
                    <a:pt x="29348" y="72403"/>
                  </a:lnTo>
                  <a:lnTo>
                    <a:pt x="28858" y="69391"/>
                  </a:lnTo>
                  <a:lnTo>
                    <a:pt x="29237" y="68187"/>
                  </a:lnTo>
                  <a:lnTo>
                    <a:pt x="30069" y="68883"/>
                  </a:lnTo>
                  <a:lnTo>
                    <a:pt x="30324" y="68199"/>
                  </a:lnTo>
                  <a:lnTo>
                    <a:pt x="30391" y="67426"/>
                  </a:lnTo>
                  <a:lnTo>
                    <a:pt x="30320" y="66658"/>
                  </a:lnTo>
                  <a:lnTo>
                    <a:pt x="29296" y="64999"/>
                  </a:lnTo>
                  <a:lnTo>
                    <a:pt x="28146" y="64222"/>
                  </a:lnTo>
                  <a:lnTo>
                    <a:pt x="27780" y="65178"/>
                  </a:lnTo>
                  <a:lnTo>
                    <a:pt x="27907" y="68029"/>
                  </a:lnTo>
                  <a:lnTo>
                    <a:pt x="27789" y="68678"/>
                  </a:lnTo>
                  <a:lnTo>
                    <a:pt x="26978" y="69769"/>
                  </a:lnTo>
                  <a:lnTo>
                    <a:pt x="26552" y="65645"/>
                  </a:lnTo>
                  <a:lnTo>
                    <a:pt x="25493" y="62604"/>
                  </a:lnTo>
                  <a:lnTo>
                    <a:pt x="25532" y="64069"/>
                  </a:lnTo>
                  <a:lnTo>
                    <a:pt x="25971" y="66612"/>
                  </a:lnTo>
                  <a:lnTo>
                    <a:pt x="25923" y="67731"/>
                  </a:lnTo>
                  <a:lnTo>
                    <a:pt x="25753" y="69180"/>
                  </a:lnTo>
                  <a:lnTo>
                    <a:pt x="25328" y="69720"/>
                  </a:lnTo>
                  <a:lnTo>
                    <a:pt x="25126" y="70883"/>
                  </a:lnTo>
                  <a:lnTo>
                    <a:pt x="25126" y="72519"/>
                  </a:lnTo>
                  <a:lnTo>
                    <a:pt x="24985" y="75162"/>
                  </a:lnTo>
                  <a:lnTo>
                    <a:pt x="24291" y="76342"/>
                  </a:lnTo>
                  <a:lnTo>
                    <a:pt x="22600" y="73402"/>
                  </a:lnTo>
                  <a:lnTo>
                    <a:pt x="22484" y="74391"/>
                  </a:lnTo>
                  <a:lnTo>
                    <a:pt x="22509" y="75246"/>
                  </a:lnTo>
                  <a:lnTo>
                    <a:pt x="23373" y="76934"/>
                  </a:lnTo>
                  <a:lnTo>
                    <a:pt x="22975" y="78209"/>
                  </a:lnTo>
                  <a:lnTo>
                    <a:pt x="22674" y="79704"/>
                  </a:lnTo>
                  <a:lnTo>
                    <a:pt x="22194" y="83628"/>
                  </a:lnTo>
                  <a:lnTo>
                    <a:pt x="21417" y="86881"/>
                  </a:lnTo>
                  <a:lnTo>
                    <a:pt x="21036" y="87083"/>
                  </a:lnTo>
                  <a:lnTo>
                    <a:pt x="19737" y="86569"/>
                  </a:lnTo>
                  <a:lnTo>
                    <a:pt x="18289" y="83819"/>
                  </a:lnTo>
                  <a:lnTo>
                    <a:pt x="16988" y="84133"/>
                  </a:lnTo>
                  <a:lnTo>
                    <a:pt x="14810" y="83934"/>
                  </a:lnTo>
                  <a:lnTo>
                    <a:pt x="13430" y="84950"/>
                  </a:lnTo>
                  <a:lnTo>
                    <a:pt x="13141" y="81926"/>
                  </a:lnTo>
                  <a:lnTo>
                    <a:pt x="12840" y="80850"/>
                  </a:lnTo>
                  <a:lnTo>
                    <a:pt x="12962" y="79894"/>
                  </a:lnTo>
                  <a:lnTo>
                    <a:pt x="14061" y="79254"/>
                  </a:lnTo>
                  <a:lnTo>
                    <a:pt x="15192" y="79280"/>
                  </a:lnTo>
                  <a:lnTo>
                    <a:pt x="15015" y="78125"/>
                  </a:lnTo>
                  <a:lnTo>
                    <a:pt x="14712" y="77698"/>
                  </a:lnTo>
                  <a:lnTo>
                    <a:pt x="14218" y="77978"/>
                  </a:lnTo>
                  <a:lnTo>
                    <a:pt x="12778" y="76971"/>
                  </a:lnTo>
                  <a:lnTo>
                    <a:pt x="11797" y="77421"/>
                  </a:lnTo>
                  <a:lnTo>
                    <a:pt x="11119" y="75993"/>
                  </a:lnTo>
                  <a:lnTo>
                    <a:pt x="9954" y="71027"/>
                  </a:lnTo>
                  <a:lnTo>
                    <a:pt x="9266" y="68730"/>
                  </a:lnTo>
                  <a:lnTo>
                    <a:pt x="8856" y="67835"/>
                  </a:lnTo>
                  <a:lnTo>
                    <a:pt x="8378" y="67345"/>
                  </a:lnTo>
                  <a:lnTo>
                    <a:pt x="8089" y="66615"/>
                  </a:lnTo>
                  <a:lnTo>
                    <a:pt x="5980" y="55317"/>
                  </a:lnTo>
                  <a:lnTo>
                    <a:pt x="5681" y="52694"/>
                  </a:lnTo>
                  <a:lnTo>
                    <a:pt x="5313" y="46054"/>
                  </a:lnTo>
                  <a:lnTo>
                    <a:pt x="6987" y="49234"/>
                  </a:lnTo>
                  <a:lnTo>
                    <a:pt x="7582" y="51246"/>
                  </a:lnTo>
                  <a:lnTo>
                    <a:pt x="7903" y="53797"/>
                  </a:lnTo>
                  <a:lnTo>
                    <a:pt x="8471" y="50703"/>
                  </a:lnTo>
                  <a:lnTo>
                    <a:pt x="8368" y="49708"/>
                  </a:lnTo>
                  <a:lnTo>
                    <a:pt x="6866" y="45956"/>
                  </a:lnTo>
                  <a:lnTo>
                    <a:pt x="6667" y="44868"/>
                  </a:lnTo>
                  <a:lnTo>
                    <a:pt x="6584" y="43578"/>
                  </a:lnTo>
                  <a:lnTo>
                    <a:pt x="6232" y="44877"/>
                  </a:lnTo>
                  <a:lnTo>
                    <a:pt x="5660" y="45053"/>
                  </a:lnTo>
                  <a:lnTo>
                    <a:pt x="5892" y="42404"/>
                  </a:lnTo>
                  <a:lnTo>
                    <a:pt x="5691" y="39813"/>
                  </a:lnTo>
                  <a:lnTo>
                    <a:pt x="3934" y="34114"/>
                  </a:lnTo>
                  <a:lnTo>
                    <a:pt x="2590" y="28715"/>
                  </a:lnTo>
                  <a:lnTo>
                    <a:pt x="1267" y="22060"/>
                  </a:lnTo>
                  <a:lnTo>
                    <a:pt x="1153" y="21209"/>
                  </a:lnTo>
                  <a:lnTo>
                    <a:pt x="1136" y="19775"/>
                  </a:lnTo>
                  <a:lnTo>
                    <a:pt x="496" y="15319"/>
                  </a:lnTo>
                  <a:lnTo>
                    <a:pt x="156" y="12015"/>
                  </a:lnTo>
                  <a:lnTo>
                    <a:pt x="0" y="9118"/>
                  </a:lnTo>
                  <a:lnTo>
                    <a:pt x="611" y="3269"/>
                  </a:lnTo>
                  <a:lnTo>
                    <a:pt x="696" y="0"/>
                  </a:lnTo>
                  <a:lnTo>
                    <a:pt x="1657" y="146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4246793" y="4830899"/>
              <a:ext cx="1150" cy="2643"/>
            </a:xfrm>
            <a:custGeom>
              <a:avLst/>
              <a:pathLst>
                <a:path w="1150" h="2643">
                  <a:moveTo>
                    <a:pt x="1150" y="354"/>
                  </a:moveTo>
                  <a:lnTo>
                    <a:pt x="678" y="2643"/>
                  </a:lnTo>
                  <a:lnTo>
                    <a:pt x="93" y="1206"/>
                  </a:lnTo>
                  <a:lnTo>
                    <a:pt x="0" y="542"/>
                  </a:lnTo>
                  <a:lnTo>
                    <a:pt x="729" y="0"/>
                  </a:lnTo>
                  <a:lnTo>
                    <a:pt x="971" y="5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4214038" y="4828882"/>
              <a:ext cx="775" cy="4568"/>
            </a:xfrm>
            <a:custGeom>
              <a:avLst/>
              <a:pathLst>
                <a:path w="775" h="4568">
                  <a:moveTo>
                    <a:pt x="713" y="2123"/>
                  </a:moveTo>
                  <a:lnTo>
                    <a:pt x="364" y="4568"/>
                  </a:lnTo>
                  <a:lnTo>
                    <a:pt x="0" y="1488"/>
                  </a:lnTo>
                  <a:lnTo>
                    <a:pt x="394" y="1044"/>
                  </a:lnTo>
                  <a:lnTo>
                    <a:pt x="704" y="0"/>
                  </a:lnTo>
                  <a:lnTo>
                    <a:pt x="775" y="16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4245766" y="4825101"/>
              <a:ext cx="4458" cy="5624"/>
            </a:xfrm>
            <a:custGeom>
              <a:avLst/>
              <a:pathLst>
                <a:path w="4458" h="5624">
                  <a:moveTo>
                    <a:pt x="3036" y="0"/>
                  </a:moveTo>
                  <a:lnTo>
                    <a:pt x="3943" y="1780"/>
                  </a:lnTo>
                  <a:lnTo>
                    <a:pt x="4458" y="3708"/>
                  </a:lnTo>
                  <a:lnTo>
                    <a:pt x="3783" y="5306"/>
                  </a:lnTo>
                  <a:lnTo>
                    <a:pt x="3290" y="5624"/>
                  </a:lnTo>
                  <a:lnTo>
                    <a:pt x="2970" y="3771"/>
                  </a:lnTo>
                  <a:lnTo>
                    <a:pt x="1957" y="4449"/>
                  </a:lnTo>
                  <a:lnTo>
                    <a:pt x="885" y="4276"/>
                  </a:lnTo>
                  <a:lnTo>
                    <a:pt x="92" y="2874"/>
                  </a:lnTo>
                  <a:lnTo>
                    <a:pt x="0" y="2175"/>
                  </a:lnTo>
                  <a:lnTo>
                    <a:pt x="464" y="1474"/>
                  </a:lnTo>
                  <a:lnTo>
                    <a:pt x="1804" y="150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4243427" y="4807935"/>
              <a:ext cx="5345" cy="15842"/>
            </a:xfrm>
            <a:custGeom>
              <a:avLst/>
              <a:pathLst>
                <a:path w="5345" h="15842">
                  <a:moveTo>
                    <a:pt x="2242" y="934"/>
                  </a:moveTo>
                  <a:lnTo>
                    <a:pt x="3948" y="6279"/>
                  </a:lnTo>
                  <a:lnTo>
                    <a:pt x="4834" y="7113"/>
                  </a:lnTo>
                  <a:lnTo>
                    <a:pt x="5096" y="7675"/>
                  </a:lnTo>
                  <a:lnTo>
                    <a:pt x="5024" y="10030"/>
                  </a:lnTo>
                  <a:lnTo>
                    <a:pt x="4649" y="11037"/>
                  </a:lnTo>
                  <a:lnTo>
                    <a:pt x="5345" y="12365"/>
                  </a:lnTo>
                  <a:lnTo>
                    <a:pt x="5252" y="13224"/>
                  </a:lnTo>
                  <a:lnTo>
                    <a:pt x="5116" y="13193"/>
                  </a:lnTo>
                  <a:lnTo>
                    <a:pt x="4260" y="15002"/>
                  </a:lnTo>
                  <a:lnTo>
                    <a:pt x="3253" y="15842"/>
                  </a:lnTo>
                  <a:lnTo>
                    <a:pt x="2946" y="15213"/>
                  </a:lnTo>
                  <a:lnTo>
                    <a:pt x="2688" y="14385"/>
                  </a:lnTo>
                  <a:lnTo>
                    <a:pt x="2476" y="13178"/>
                  </a:lnTo>
                  <a:lnTo>
                    <a:pt x="1185" y="8527"/>
                  </a:lnTo>
                  <a:lnTo>
                    <a:pt x="1334" y="7251"/>
                  </a:lnTo>
                  <a:lnTo>
                    <a:pt x="1048" y="5303"/>
                  </a:lnTo>
                  <a:lnTo>
                    <a:pt x="433" y="5451"/>
                  </a:lnTo>
                  <a:lnTo>
                    <a:pt x="0" y="4265"/>
                  </a:lnTo>
                  <a:lnTo>
                    <a:pt x="691" y="3119"/>
                  </a:lnTo>
                  <a:lnTo>
                    <a:pt x="1594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4205659" y="4803626"/>
              <a:ext cx="2907" cy="15957"/>
            </a:xfrm>
            <a:custGeom>
              <a:avLst/>
              <a:pathLst>
                <a:path w="2907" h="15957">
                  <a:moveTo>
                    <a:pt x="859" y="15836"/>
                  </a:moveTo>
                  <a:lnTo>
                    <a:pt x="578" y="15957"/>
                  </a:lnTo>
                  <a:lnTo>
                    <a:pt x="357" y="14295"/>
                  </a:lnTo>
                  <a:lnTo>
                    <a:pt x="471" y="11920"/>
                  </a:lnTo>
                  <a:lnTo>
                    <a:pt x="0" y="9571"/>
                  </a:lnTo>
                  <a:lnTo>
                    <a:pt x="256" y="7211"/>
                  </a:lnTo>
                  <a:lnTo>
                    <a:pt x="223" y="4663"/>
                  </a:lnTo>
                  <a:lnTo>
                    <a:pt x="392" y="3540"/>
                  </a:lnTo>
                  <a:lnTo>
                    <a:pt x="968" y="2302"/>
                  </a:lnTo>
                  <a:lnTo>
                    <a:pt x="1060" y="103"/>
                  </a:lnTo>
                  <a:lnTo>
                    <a:pt x="1559" y="0"/>
                  </a:lnTo>
                  <a:lnTo>
                    <a:pt x="2429" y="1711"/>
                  </a:lnTo>
                  <a:lnTo>
                    <a:pt x="2714" y="6059"/>
                  </a:lnTo>
                  <a:lnTo>
                    <a:pt x="2571" y="8682"/>
                  </a:lnTo>
                  <a:lnTo>
                    <a:pt x="2907" y="11040"/>
                  </a:lnTo>
                  <a:lnTo>
                    <a:pt x="2627" y="13057"/>
                  </a:lnTo>
                  <a:lnTo>
                    <a:pt x="1888" y="1471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4218059" y="4770485"/>
              <a:ext cx="2178" cy="2908"/>
            </a:xfrm>
            <a:custGeom>
              <a:avLst/>
              <a:pathLst>
                <a:path w="2178" h="2908">
                  <a:moveTo>
                    <a:pt x="1788" y="952"/>
                  </a:moveTo>
                  <a:lnTo>
                    <a:pt x="2122" y="2351"/>
                  </a:lnTo>
                  <a:lnTo>
                    <a:pt x="2178" y="2908"/>
                  </a:lnTo>
                  <a:lnTo>
                    <a:pt x="1369" y="1806"/>
                  </a:lnTo>
                  <a:lnTo>
                    <a:pt x="0" y="2040"/>
                  </a:lnTo>
                  <a:lnTo>
                    <a:pt x="859" y="0"/>
                  </a:lnTo>
                  <a:lnTo>
                    <a:pt x="1533" y="40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4219519" y="4766217"/>
              <a:ext cx="1982" cy="3156"/>
            </a:xfrm>
            <a:custGeom>
              <a:avLst/>
              <a:pathLst>
                <a:path w="1982" h="3156">
                  <a:moveTo>
                    <a:pt x="1982" y="1203"/>
                  </a:moveTo>
                  <a:lnTo>
                    <a:pt x="534" y="3156"/>
                  </a:lnTo>
                  <a:lnTo>
                    <a:pt x="0" y="2259"/>
                  </a:lnTo>
                  <a:lnTo>
                    <a:pt x="53" y="793"/>
                  </a:lnTo>
                  <a:lnTo>
                    <a:pt x="144" y="141"/>
                  </a:lnTo>
                  <a:lnTo>
                    <a:pt x="140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4135499" y="4685794"/>
              <a:ext cx="15216" cy="14252"/>
            </a:xfrm>
            <a:custGeom>
              <a:avLst/>
              <a:pathLst>
                <a:path w="15216" h="14252">
                  <a:moveTo>
                    <a:pt x="10150" y="4319"/>
                  </a:moveTo>
                  <a:lnTo>
                    <a:pt x="12452" y="5012"/>
                  </a:lnTo>
                  <a:lnTo>
                    <a:pt x="13346" y="3947"/>
                  </a:lnTo>
                  <a:lnTo>
                    <a:pt x="14477" y="4807"/>
                  </a:lnTo>
                  <a:lnTo>
                    <a:pt x="15216" y="7678"/>
                  </a:lnTo>
                  <a:lnTo>
                    <a:pt x="14669" y="9104"/>
                  </a:lnTo>
                  <a:lnTo>
                    <a:pt x="14144" y="9311"/>
                  </a:lnTo>
                  <a:lnTo>
                    <a:pt x="12448" y="8134"/>
                  </a:lnTo>
                  <a:lnTo>
                    <a:pt x="10865" y="9026"/>
                  </a:lnTo>
                  <a:lnTo>
                    <a:pt x="10398" y="10212"/>
                  </a:lnTo>
                  <a:lnTo>
                    <a:pt x="10090" y="12844"/>
                  </a:lnTo>
                  <a:lnTo>
                    <a:pt x="8727" y="14252"/>
                  </a:lnTo>
                  <a:lnTo>
                    <a:pt x="8090" y="12659"/>
                  </a:lnTo>
                  <a:lnTo>
                    <a:pt x="6430" y="11522"/>
                  </a:lnTo>
                  <a:lnTo>
                    <a:pt x="5836" y="13196"/>
                  </a:lnTo>
                  <a:lnTo>
                    <a:pt x="4664" y="12748"/>
                  </a:lnTo>
                  <a:lnTo>
                    <a:pt x="3576" y="13421"/>
                  </a:lnTo>
                  <a:lnTo>
                    <a:pt x="2061" y="13020"/>
                  </a:lnTo>
                  <a:lnTo>
                    <a:pt x="467" y="10131"/>
                  </a:lnTo>
                  <a:lnTo>
                    <a:pt x="0" y="8795"/>
                  </a:lnTo>
                  <a:lnTo>
                    <a:pt x="369" y="6388"/>
                  </a:lnTo>
                  <a:lnTo>
                    <a:pt x="942" y="4619"/>
                  </a:lnTo>
                  <a:lnTo>
                    <a:pt x="5298" y="2109"/>
                  </a:lnTo>
                  <a:lnTo>
                    <a:pt x="7627" y="0"/>
                  </a:lnTo>
                  <a:lnTo>
                    <a:pt x="9515" y="372"/>
                  </a:lnTo>
                  <a:lnTo>
                    <a:pt x="10039" y="819"/>
                  </a:lnTo>
                  <a:lnTo>
                    <a:pt x="10525" y="1890"/>
                  </a:lnTo>
                  <a:lnTo>
                    <a:pt x="10166" y="383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4297538" y="4443873"/>
              <a:ext cx="1374" cy="9052"/>
            </a:xfrm>
            <a:custGeom>
              <a:avLst/>
              <a:pathLst>
                <a:path w="1374" h="9052">
                  <a:moveTo>
                    <a:pt x="1374" y="917"/>
                  </a:moveTo>
                  <a:lnTo>
                    <a:pt x="547" y="9052"/>
                  </a:lnTo>
                  <a:lnTo>
                    <a:pt x="295" y="8896"/>
                  </a:lnTo>
                  <a:lnTo>
                    <a:pt x="0" y="7672"/>
                  </a:lnTo>
                  <a:lnTo>
                    <a:pt x="48" y="2963"/>
                  </a:lnTo>
                  <a:lnTo>
                    <a:pt x="381" y="0"/>
                  </a:lnTo>
                  <a:lnTo>
                    <a:pt x="1212" y="50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4297243" y="4432777"/>
              <a:ext cx="978" cy="8896"/>
            </a:xfrm>
            <a:custGeom>
              <a:avLst/>
              <a:pathLst>
                <a:path w="978" h="8896">
                  <a:moveTo>
                    <a:pt x="744" y="8454"/>
                  </a:moveTo>
                  <a:lnTo>
                    <a:pt x="537" y="8896"/>
                  </a:lnTo>
                  <a:lnTo>
                    <a:pt x="110" y="6071"/>
                  </a:lnTo>
                  <a:lnTo>
                    <a:pt x="0" y="3220"/>
                  </a:lnTo>
                  <a:lnTo>
                    <a:pt x="142" y="577"/>
                  </a:lnTo>
                  <a:lnTo>
                    <a:pt x="646" y="0"/>
                  </a:lnTo>
                  <a:lnTo>
                    <a:pt x="978" y="242"/>
                  </a:lnTo>
                  <a:lnTo>
                    <a:pt x="589" y="507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3908304" y="4388168"/>
              <a:ext cx="2641" cy="16970"/>
            </a:xfrm>
            <a:custGeom>
              <a:avLst/>
              <a:pathLst>
                <a:path w="2641" h="16970">
                  <a:moveTo>
                    <a:pt x="2641" y="15747"/>
                  </a:moveTo>
                  <a:lnTo>
                    <a:pt x="2386" y="16970"/>
                  </a:lnTo>
                  <a:lnTo>
                    <a:pt x="538" y="7768"/>
                  </a:lnTo>
                  <a:lnTo>
                    <a:pt x="0" y="1465"/>
                  </a:lnTo>
                  <a:lnTo>
                    <a:pt x="373" y="334"/>
                  </a:lnTo>
                  <a:lnTo>
                    <a:pt x="713" y="0"/>
                  </a:lnTo>
                  <a:lnTo>
                    <a:pt x="1808" y="8711"/>
                  </a:lnTo>
                  <a:lnTo>
                    <a:pt x="2147" y="10708"/>
                  </a:lnTo>
                  <a:lnTo>
                    <a:pt x="2149" y="12757"/>
                  </a:lnTo>
                  <a:lnTo>
                    <a:pt x="2308" y="1340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4293509" y="4364786"/>
              <a:ext cx="3678" cy="31009"/>
            </a:xfrm>
            <a:custGeom>
              <a:avLst/>
              <a:pathLst>
                <a:path w="3678" h="31009">
                  <a:moveTo>
                    <a:pt x="968" y="30195"/>
                  </a:moveTo>
                  <a:lnTo>
                    <a:pt x="723" y="31009"/>
                  </a:lnTo>
                  <a:lnTo>
                    <a:pt x="290" y="29549"/>
                  </a:lnTo>
                  <a:lnTo>
                    <a:pt x="0" y="24302"/>
                  </a:lnTo>
                  <a:lnTo>
                    <a:pt x="214" y="21261"/>
                  </a:lnTo>
                  <a:lnTo>
                    <a:pt x="719" y="18479"/>
                  </a:lnTo>
                  <a:lnTo>
                    <a:pt x="808" y="16941"/>
                  </a:lnTo>
                  <a:lnTo>
                    <a:pt x="590" y="13718"/>
                  </a:lnTo>
                  <a:lnTo>
                    <a:pt x="2043" y="10094"/>
                  </a:lnTo>
                  <a:lnTo>
                    <a:pt x="2411" y="8180"/>
                  </a:lnTo>
                  <a:lnTo>
                    <a:pt x="2550" y="5722"/>
                  </a:lnTo>
                  <a:lnTo>
                    <a:pt x="2015" y="3064"/>
                  </a:lnTo>
                  <a:lnTo>
                    <a:pt x="1606" y="2539"/>
                  </a:lnTo>
                  <a:lnTo>
                    <a:pt x="1963" y="1061"/>
                  </a:lnTo>
                  <a:lnTo>
                    <a:pt x="2369" y="314"/>
                  </a:lnTo>
                  <a:lnTo>
                    <a:pt x="2694" y="0"/>
                  </a:lnTo>
                  <a:lnTo>
                    <a:pt x="2936" y="277"/>
                  </a:lnTo>
                  <a:lnTo>
                    <a:pt x="3088" y="5505"/>
                  </a:lnTo>
                  <a:lnTo>
                    <a:pt x="3678" y="7352"/>
                  </a:lnTo>
                  <a:lnTo>
                    <a:pt x="3590" y="9874"/>
                  </a:lnTo>
                  <a:lnTo>
                    <a:pt x="1583" y="23163"/>
                  </a:lnTo>
                  <a:lnTo>
                    <a:pt x="1029" y="281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4274826" y="4327307"/>
              <a:ext cx="2523" cy="9314"/>
            </a:xfrm>
            <a:custGeom>
              <a:avLst/>
              <a:pathLst>
                <a:path w="2523" h="9314">
                  <a:moveTo>
                    <a:pt x="1089" y="894"/>
                  </a:moveTo>
                  <a:lnTo>
                    <a:pt x="1417" y="1644"/>
                  </a:lnTo>
                  <a:lnTo>
                    <a:pt x="1718" y="1552"/>
                  </a:lnTo>
                  <a:lnTo>
                    <a:pt x="1988" y="2043"/>
                  </a:lnTo>
                  <a:lnTo>
                    <a:pt x="1879" y="3970"/>
                  </a:lnTo>
                  <a:lnTo>
                    <a:pt x="2317" y="6143"/>
                  </a:lnTo>
                  <a:lnTo>
                    <a:pt x="2523" y="7675"/>
                  </a:lnTo>
                  <a:lnTo>
                    <a:pt x="2194" y="8916"/>
                  </a:lnTo>
                  <a:lnTo>
                    <a:pt x="1970" y="9314"/>
                  </a:lnTo>
                  <a:lnTo>
                    <a:pt x="1450" y="8278"/>
                  </a:lnTo>
                  <a:lnTo>
                    <a:pt x="0" y="2057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4269338" y="4290376"/>
              <a:ext cx="830" cy="3367"/>
            </a:xfrm>
            <a:custGeom>
              <a:avLst/>
              <a:pathLst>
                <a:path w="830" h="3367">
                  <a:moveTo>
                    <a:pt x="522" y="3304"/>
                  </a:moveTo>
                  <a:lnTo>
                    <a:pt x="250" y="3367"/>
                  </a:lnTo>
                  <a:lnTo>
                    <a:pt x="0" y="2865"/>
                  </a:lnTo>
                  <a:lnTo>
                    <a:pt x="214" y="1688"/>
                  </a:lnTo>
                  <a:lnTo>
                    <a:pt x="250" y="0"/>
                  </a:lnTo>
                  <a:lnTo>
                    <a:pt x="567" y="519"/>
                  </a:lnTo>
                  <a:lnTo>
                    <a:pt x="830" y="284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4263638" y="4285589"/>
              <a:ext cx="565" cy="5156"/>
            </a:xfrm>
            <a:custGeom>
              <a:avLst/>
              <a:pathLst>
                <a:path w="565" h="5156">
                  <a:moveTo>
                    <a:pt x="565" y="4264"/>
                  </a:moveTo>
                  <a:lnTo>
                    <a:pt x="231" y="5156"/>
                  </a:lnTo>
                  <a:lnTo>
                    <a:pt x="0" y="3003"/>
                  </a:lnTo>
                  <a:lnTo>
                    <a:pt x="56" y="747"/>
                  </a:lnTo>
                  <a:lnTo>
                    <a:pt x="411" y="0"/>
                  </a:lnTo>
                  <a:lnTo>
                    <a:pt x="561" y="297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3931381" y="4244789"/>
              <a:ext cx="1432" cy="5852"/>
            </a:xfrm>
            <a:custGeom>
              <a:avLst/>
              <a:pathLst>
                <a:path w="1432" h="5852">
                  <a:moveTo>
                    <a:pt x="1322" y="3540"/>
                  </a:moveTo>
                  <a:lnTo>
                    <a:pt x="764" y="5852"/>
                  </a:lnTo>
                  <a:lnTo>
                    <a:pt x="91" y="5396"/>
                  </a:lnTo>
                  <a:lnTo>
                    <a:pt x="0" y="4230"/>
                  </a:lnTo>
                  <a:lnTo>
                    <a:pt x="439" y="2314"/>
                  </a:lnTo>
                  <a:lnTo>
                    <a:pt x="1211" y="0"/>
                  </a:lnTo>
                  <a:lnTo>
                    <a:pt x="1432" y="142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4254691" y="4229587"/>
              <a:ext cx="1023" cy="4403"/>
            </a:xfrm>
            <a:custGeom>
              <a:avLst/>
              <a:pathLst>
                <a:path w="1023" h="4403">
                  <a:moveTo>
                    <a:pt x="1008" y="4077"/>
                  </a:moveTo>
                  <a:lnTo>
                    <a:pt x="779" y="4403"/>
                  </a:lnTo>
                  <a:lnTo>
                    <a:pt x="466" y="4380"/>
                  </a:lnTo>
                  <a:lnTo>
                    <a:pt x="0" y="3846"/>
                  </a:lnTo>
                  <a:lnTo>
                    <a:pt x="405" y="0"/>
                  </a:lnTo>
                  <a:lnTo>
                    <a:pt x="629" y="2008"/>
                  </a:lnTo>
                  <a:lnTo>
                    <a:pt x="1023" y="366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4254191" y="4226361"/>
              <a:ext cx="778" cy="3249"/>
            </a:xfrm>
            <a:custGeom>
              <a:avLst/>
              <a:pathLst>
                <a:path w="778" h="3249">
                  <a:moveTo>
                    <a:pt x="467" y="3119"/>
                  </a:moveTo>
                  <a:lnTo>
                    <a:pt x="255" y="3249"/>
                  </a:lnTo>
                  <a:lnTo>
                    <a:pt x="0" y="2931"/>
                  </a:lnTo>
                  <a:lnTo>
                    <a:pt x="187" y="1702"/>
                  </a:lnTo>
                  <a:lnTo>
                    <a:pt x="430" y="727"/>
                  </a:lnTo>
                  <a:lnTo>
                    <a:pt x="778" y="0"/>
                  </a:lnTo>
                  <a:lnTo>
                    <a:pt x="666" y="266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4227388" y="4172627"/>
              <a:ext cx="2337" cy="7649"/>
            </a:xfrm>
            <a:custGeom>
              <a:avLst/>
              <a:pathLst>
                <a:path w="2337" h="7649">
                  <a:moveTo>
                    <a:pt x="1725" y="158"/>
                  </a:moveTo>
                  <a:lnTo>
                    <a:pt x="1922" y="2960"/>
                  </a:lnTo>
                  <a:lnTo>
                    <a:pt x="2337" y="5147"/>
                  </a:lnTo>
                  <a:lnTo>
                    <a:pt x="2194" y="6582"/>
                  </a:lnTo>
                  <a:lnTo>
                    <a:pt x="1922" y="7649"/>
                  </a:lnTo>
                  <a:lnTo>
                    <a:pt x="1315" y="6645"/>
                  </a:lnTo>
                  <a:lnTo>
                    <a:pt x="888" y="4048"/>
                  </a:lnTo>
                  <a:lnTo>
                    <a:pt x="167" y="1965"/>
                  </a:lnTo>
                  <a:lnTo>
                    <a:pt x="0" y="764"/>
                  </a:lnTo>
                  <a:lnTo>
                    <a:pt x="844" y="865"/>
                  </a:lnTo>
                  <a:lnTo>
                    <a:pt x="1269" y="458"/>
                  </a:lnTo>
                  <a:lnTo>
                    <a:pt x="1444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4163066" y="4136121"/>
              <a:ext cx="1564" cy="4172"/>
            </a:xfrm>
            <a:custGeom>
              <a:avLst/>
              <a:pathLst>
                <a:path w="1564" h="4172">
                  <a:moveTo>
                    <a:pt x="490" y="3667"/>
                  </a:moveTo>
                  <a:lnTo>
                    <a:pt x="129" y="4172"/>
                  </a:lnTo>
                  <a:lnTo>
                    <a:pt x="0" y="2960"/>
                  </a:lnTo>
                  <a:lnTo>
                    <a:pt x="490" y="1734"/>
                  </a:lnTo>
                  <a:lnTo>
                    <a:pt x="813" y="0"/>
                  </a:lnTo>
                  <a:lnTo>
                    <a:pt x="1459" y="1523"/>
                  </a:lnTo>
                  <a:lnTo>
                    <a:pt x="1564" y="30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4160562" y="4118533"/>
              <a:ext cx="5288" cy="10238"/>
            </a:xfrm>
            <a:custGeom>
              <a:avLst/>
              <a:pathLst>
                <a:path w="5288" h="10238">
                  <a:moveTo>
                    <a:pt x="3462" y="5254"/>
                  </a:moveTo>
                  <a:lnTo>
                    <a:pt x="2719" y="7854"/>
                  </a:lnTo>
                  <a:lnTo>
                    <a:pt x="2344" y="7488"/>
                  </a:lnTo>
                  <a:lnTo>
                    <a:pt x="1986" y="8905"/>
                  </a:lnTo>
                  <a:lnTo>
                    <a:pt x="1301" y="9580"/>
                  </a:lnTo>
                  <a:lnTo>
                    <a:pt x="878" y="9557"/>
                  </a:lnTo>
                  <a:lnTo>
                    <a:pt x="114" y="10238"/>
                  </a:lnTo>
                  <a:lnTo>
                    <a:pt x="0" y="9415"/>
                  </a:lnTo>
                  <a:lnTo>
                    <a:pt x="144" y="6815"/>
                  </a:lnTo>
                  <a:lnTo>
                    <a:pt x="779" y="3909"/>
                  </a:lnTo>
                  <a:lnTo>
                    <a:pt x="1396" y="2129"/>
                  </a:lnTo>
                  <a:lnTo>
                    <a:pt x="2991" y="1278"/>
                  </a:lnTo>
                  <a:lnTo>
                    <a:pt x="4232" y="0"/>
                  </a:lnTo>
                  <a:lnTo>
                    <a:pt x="4391" y="236"/>
                  </a:lnTo>
                  <a:lnTo>
                    <a:pt x="5288" y="3537"/>
                  </a:lnTo>
                  <a:lnTo>
                    <a:pt x="3961" y="396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4139364" y="4094882"/>
              <a:ext cx="1451" cy="6784"/>
            </a:xfrm>
            <a:custGeom>
              <a:avLst/>
              <a:pathLst>
                <a:path w="1451" h="6784">
                  <a:moveTo>
                    <a:pt x="1451" y="5416"/>
                  </a:moveTo>
                  <a:lnTo>
                    <a:pt x="1040" y="6784"/>
                  </a:lnTo>
                  <a:lnTo>
                    <a:pt x="517" y="5347"/>
                  </a:lnTo>
                  <a:lnTo>
                    <a:pt x="407" y="3875"/>
                  </a:lnTo>
                  <a:lnTo>
                    <a:pt x="0" y="3454"/>
                  </a:lnTo>
                  <a:lnTo>
                    <a:pt x="199" y="2094"/>
                  </a:lnTo>
                  <a:lnTo>
                    <a:pt x="414" y="1702"/>
                  </a:lnTo>
                  <a:lnTo>
                    <a:pt x="643" y="0"/>
                  </a:lnTo>
                  <a:lnTo>
                    <a:pt x="1171" y="2011"/>
                  </a:lnTo>
                  <a:lnTo>
                    <a:pt x="1234" y="423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4135134" y="4093076"/>
              <a:ext cx="1053" cy="2917"/>
            </a:xfrm>
            <a:custGeom>
              <a:avLst/>
              <a:pathLst>
                <a:path w="1053" h="2917">
                  <a:moveTo>
                    <a:pt x="848" y="2793"/>
                  </a:moveTo>
                  <a:lnTo>
                    <a:pt x="273" y="2917"/>
                  </a:lnTo>
                  <a:lnTo>
                    <a:pt x="110" y="2767"/>
                  </a:lnTo>
                  <a:lnTo>
                    <a:pt x="0" y="1460"/>
                  </a:lnTo>
                  <a:lnTo>
                    <a:pt x="190" y="279"/>
                  </a:lnTo>
                  <a:lnTo>
                    <a:pt x="800" y="0"/>
                  </a:lnTo>
                  <a:lnTo>
                    <a:pt x="1053" y="30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4138430" y="4092155"/>
              <a:ext cx="429" cy="3687"/>
            </a:xfrm>
            <a:custGeom>
              <a:avLst/>
              <a:pathLst>
                <a:path w="429" h="3687">
                  <a:moveTo>
                    <a:pt x="164" y="3468"/>
                  </a:moveTo>
                  <a:lnTo>
                    <a:pt x="11" y="3687"/>
                  </a:lnTo>
                  <a:lnTo>
                    <a:pt x="0" y="1226"/>
                  </a:lnTo>
                  <a:lnTo>
                    <a:pt x="300" y="0"/>
                  </a:lnTo>
                  <a:lnTo>
                    <a:pt x="429" y="255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4019579" y="4085209"/>
              <a:ext cx="1175" cy="4807"/>
            </a:xfrm>
            <a:custGeom>
              <a:avLst/>
              <a:pathLst>
                <a:path w="1175" h="4807">
                  <a:moveTo>
                    <a:pt x="1100" y="3973"/>
                  </a:moveTo>
                  <a:lnTo>
                    <a:pt x="737" y="4807"/>
                  </a:lnTo>
                  <a:lnTo>
                    <a:pt x="398" y="4550"/>
                  </a:lnTo>
                  <a:lnTo>
                    <a:pt x="393" y="3396"/>
                  </a:lnTo>
                  <a:lnTo>
                    <a:pt x="0" y="2152"/>
                  </a:lnTo>
                  <a:lnTo>
                    <a:pt x="204" y="738"/>
                  </a:lnTo>
                  <a:lnTo>
                    <a:pt x="351" y="0"/>
                  </a:lnTo>
                  <a:lnTo>
                    <a:pt x="654" y="83"/>
                  </a:lnTo>
                  <a:lnTo>
                    <a:pt x="785" y="1281"/>
                  </a:lnTo>
                  <a:lnTo>
                    <a:pt x="1175" y="263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4025428" y="4061233"/>
              <a:ext cx="1034" cy="5485"/>
            </a:xfrm>
            <a:custGeom>
              <a:avLst/>
              <a:pathLst>
                <a:path w="1034" h="5485">
                  <a:moveTo>
                    <a:pt x="1034" y="3647"/>
                  </a:moveTo>
                  <a:lnTo>
                    <a:pt x="418" y="5485"/>
                  </a:lnTo>
                  <a:lnTo>
                    <a:pt x="0" y="4008"/>
                  </a:lnTo>
                  <a:lnTo>
                    <a:pt x="251" y="1061"/>
                  </a:lnTo>
                  <a:lnTo>
                    <a:pt x="660" y="0"/>
                  </a:lnTo>
                  <a:lnTo>
                    <a:pt x="1028" y="554"/>
                  </a:lnTo>
                  <a:lnTo>
                    <a:pt x="983" y="285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4133526" y="4038179"/>
              <a:ext cx="5915" cy="18237"/>
            </a:xfrm>
            <a:custGeom>
              <a:avLst/>
              <a:pathLst>
                <a:path w="5915" h="18237">
                  <a:moveTo>
                    <a:pt x="3645" y="3783"/>
                  </a:moveTo>
                  <a:lnTo>
                    <a:pt x="4062" y="5009"/>
                  </a:lnTo>
                  <a:lnTo>
                    <a:pt x="4509" y="4922"/>
                  </a:lnTo>
                  <a:lnTo>
                    <a:pt x="4901" y="2219"/>
                  </a:lnTo>
                  <a:lnTo>
                    <a:pt x="5145" y="2594"/>
                  </a:lnTo>
                  <a:lnTo>
                    <a:pt x="5339" y="3272"/>
                  </a:lnTo>
                  <a:lnTo>
                    <a:pt x="5480" y="4464"/>
                  </a:lnTo>
                  <a:lnTo>
                    <a:pt x="4879" y="6521"/>
                  </a:lnTo>
                  <a:lnTo>
                    <a:pt x="4609" y="6838"/>
                  </a:lnTo>
                  <a:lnTo>
                    <a:pt x="4352" y="7975"/>
                  </a:lnTo>
                  <a:lnTo>
                    <a:pt x="3940" y="11724"/>
                  </a:lnTo>
                  <a:lnTo>
                    <a:pt x="3984" y="12982"/>
                  </a:lnTo>
                  <a:lnTo>
                    <a:pt x="4341" y="14240"/>
                  </a:lnTo>
                  <a:lnTo>
                    <a:pt x="5287" y="15406"/>
                  </a:lnTo>
                  <a:lnTo>
                    <a:pt x="5753" y="14866"/>
                  </a:lnTo>
                  <a:lnTo>
                    <a:pt x="5915" y="15022"/>
                  </a:lnTo>
                  <a:lnTo>
                    <a:pt x="5728" y="16846"/>
                  </a:lnTo>
                  <a:lnTo>
                    <a:pt x="5372" y="18237"/>
                  </a:lnTo>
                  <a:lnTo>
                    <a:pt x="4112" y="17657"/>
                  </a:lnTo>
                  <a:lnTo>
                    <a:pt x="3021" y="17865"/>
                  </a:lnTo>
                  <a:lnTo>
                    <a:pt x="1202" y="16508"/>
                  </a:lnTo>
                  <a:lnTo>
                    <a:pt x="267" y="16341"/>
                  </a:lnTo>
                  <a:lnTo>
                    <a:pt x="0" y="15836"/>
                  </a:lnTo>
                  <a:lnTo>
                    <a:pt x="545" y="14762"/>
                  </a:lnTo>
                  <a:lnTo>
                    <a:pt x="887" y="13314"/>
                  </a:lnTo>
                  <a:lnTo>
                    <a:pt x="727" y="9906"/>
                  </a:lnTo>
                  <a:lnTo>
                    <a:pt x="858" y="5583"/>
                  </a:lnTo>
                  <a:lnTo>
                    <a:pt x="1906" y="3482"/>
                  </a:lnTo>
                  <a:lnTo>
                    <a:pt x="2378" y="1336"/>
                  </a:lnTo>
                  <a:lnTo>
                    <a:pt x="3078" y="0"/>
                  </a:lnTo>
                  <a:lnTo>
                    <a:pt x="3523" y="170"/>
                  </a:lnTo>
                  <a:lnTo>
                    <a:pt x="3466" y="148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4131477" y="4037850"/>
              <a:ext cx="1472" cy="5058"/>
            </a:xfrm>
            <a:custGeom>
              <a:avLst/>
              <a:pathLst>
                <a:path w="1472" h="5058">
                  <a:moveTo>
                    <a:pt x="1106" y="4720"/>
                  </a:moveTo>
                  <a:lnTo>
                    <a:pt x="878" y="5058"/>
                  </a:lnTo>
                  <a:lnTo>
                    <a:pt x="3" y="4487"/>
                  </a:lnTo>
                  <a:lnTo>
                    <a:pt x="0" y="3422"/>
                  </a:lnTo>
                  <a:lnTo>
                    <a:pt x="116" y="2611"/>
                  </a:lnTo>
                  <a:lnTo>
                    <a:pt x="358" y="2126"/>
                  </a:lnTo>
                  <a:lnTo>
                    <a:pt x="895" y="0"/>
                  </a:lnTo>
                  <a:lnTo>
                    <a:pt x="1299" y="1237"/>
                  </a:lnTo>
                  <a:lnTo>
                    <a:pt x="1472" y="373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4132034" y="3972877"/>
              <a:ext cx="2874" cy="6230"/>
            </a:xfrm>
            <a:custGeom>
              <a:avLst/>
              <a:pathLst>
                <a:path w="2874" h="6230">
                  <a:moveTo>
                    <a:pt x="1522" y="4031"/>
                  </a:moveTo>
                  <a:lnTo>
                    <a:pt x="0" y="6230"/>
                  </a:lnTo>
                  <a:lnTo>
                    <a:pt x="837" y="3266"/>
                  </a:lnTo>
                  <a:lnTo>
                    <a:pt x="2585" y="626"/>
                  </a:lnTo>
                  <a:lnTo>
                    <a:pt x="2874" y="0"/>
                  </a:lnTo>
                  <a:lnTo>
                    <a:pt x="2790" y="1281"/>
                  </a:lnTo>
                  <a:lnTo>
                    <a:pt x="1914" y="346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4073035" y="3969062"/>
              <a:ext cx="5412" cy="14739"/>
            </a:xfrm>
            <a:custGeom>
              <a:avLst/>
              <a:pathLst>
                <a:path w="5412" h="14739">
                  <a:moveTo>
                    <a:pt x="3999" y="10119"/>
                  </a:moveTo>
                  <a:lnTo>
                    <a:pt x="4792" y="10824"/>
                  </a:lnTo>
                  <a:lnTo>
                    <a:pt x="5158" y="11828"/>
                  </a:lnTo>
                  <a:lnTo>
                    <a:pt x="5378" y="12895"/>
                  </a:lnTo>
                  <a:lnTo>
                    <a:pt x="5412" y="14177"/>
                  </a:lnTo>
                  <a:lnTo>
                    <a:pt x="4415" y="14739"/>
                  </a:lnTo>
                  <a:lnTo>
                    <a:pt x="2636" y="12852"/>
                  </a:lnTo>
                  <a:lnTo>
                    <a:pt x="845" y="14410"/>
                  </a:lnTo>
                  <a:lnTo>
                    <a:pt x="320" y="14439"/>
                  </a:lnTo>
                  <a:lnTo>
                    <a:pt x="0" y="13311"/>
                  </a:lnTo>
                  <a:lnTo>
                    <a:pt x="276" y="10163"/>
                  </a:lnTo>
                  <a:lnTo>
                    <a:pt x="921" y="10645"/>
                  </a:lnTo>
                  <a:lnTo>
                    <a:pt x="1483" y="9496"/>
                  </a:lnTo>
                  <a:lnTo>
                    <a:pt x="1382" y="6039"/>
                  </a:lnTo>
                  <a:lnTo>
                    <a:pt x="1053" y="4158"/>
                  </a:lnTo>
                  <a:lnTo>
                    <a:pt x="1998" y="701"/>
                  </a:lnTo>
                  <a:lnTo>
                    <a:pt x="2419" y="0"/>
                  </a:lnTo>
                  <a:lnTo>
                    <a:pt x="2845" y="5"/>
                  </a:lnTo>
                  <a:lnTo>
                    <a:pt x="3206" y="2461"/>
                  </a:lnTo>
                  <a:lnTo>
                    <a:pt x="3291" y="5113"/>
                  </a:lnTo>
                  <a:lnTo>
                    <a:pt x="3745" y="754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4076162" y="3964442"/>
              <a:ext cx="11248" cy="22043"/>
            </a:xfrm>
            <a:custGeom>
              <a:avLst/>
              <a:pathLst>
                <a:path w="11248" h="22043">
                  <a:moveTo>
                    <a:pt x="2406" y="5779"/>
                  </a:moveTo>
                  <a:lnTo>
                    <a:pt x="3688" y="6025"/>
                  </a:lnTo>
                  <a:lnTo>
                    <a:pt x="5231" y="3806"/>
                  </a:lnTo>
                  <a:lnTo>
                    <a:pt x="5949" y="4709"/>
                  </a:lnTo>
                  <a:lnTo>
                    <a:pt x="6291" y="4547"/>
                  </a:lnTo>
                  <a:lnTo>
                    <a:pt x="7422" y="2441"/>
                  </a:lnTo>
                  <a:lnTo>
                    <a:pt x="8158" y="1835"/>
                  </a:lnTo>
                  <a:lnTo>
                    <a:pt x="8649" y="277"/>
                  </a:lnTo>
                  <a:lnTo>
                    <a:pt x="9151" y="1962"/>
                  </a:lnTo>
                  <a:lnTo>
                    <a:pt x="10270" y="3921"/>
                  </a:lnTo>
                  <a:lnTo>
                    <a:pt x="10621" y="5970"/>
                  </a:lnTo>
                  <a:lnTo>
                    <a:pt x="11091" y="6937"/>
                  </a:lnTo>
                  <a:lnTo>
                    <a:pt x="11248" y="7577"/>
                  </a:lnTo>
                  <a:lnTo>
                    <a:pt x="10568" y="9724"/>
                  </a:lnTo>
                  <a:lnTo>
                    <a:pt x="10479" y="12038"/>
                  </a:lnTo>
                  <a:lnTo>
                    <a:pt x="9750" y="11880"/>
                  </a:lnTo>
                  <a:lnTo>
                    <a:pt x="8878" y="15674"/>
                  </a:lnTo>
                  <a:lnTo>
                    <a:pt x="5599" y="22043"/>
                  </a:lnTo>
                  <a:lnTo>
                    <a:pt x="2656" y="16604"/>
                  </a:lnTo>
                  <a:lnTo>
                    <a:pt x="1378" y="12924"/>
                  </a:lnTo>
                  <a:lnTo>
                    <a:pt x="520" y="7840"/>
                  </a:lnTo>
                  <a:lnTo>
                    <a:pt x="348" y="3679"/>
                  </a:lnTo>
                  <a:lnTo>
                    <a:pt x="0" y="1018"/>
                  </a:lnTo>
                  <a:lnTo>
                    <a:pt x="153" y="346"/>
                  </a:lnTo>
                  <a:lnTo>
                    <a:pt x="330" y="0"/>
                  </a:lnTo>
                  <a:lnTo>
                    <a:pt x="558" y="77"/>
                  </a:lnTo>
                  <a:lnTo>
                    <a:pt x="1447" y="2926"/>
                  </a:lnTo>
                  <a:lnTo>
                    <a:pt x="1838" y="370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4135316" y="3959479"/>
              <a:ext cx="2486" cy="12598"/>
            </a:xfrm>
            <a:custGeom>
              <a:avLst/>
              <a:pathLst>
                <a:path w="2486" h="12598">
                  <a:moveTo>
                    <a:pt x="738" y="10826"/>
                  </a:moveTo>
                  <a:lnTo>
                    <a:pt x="46" y="12598"/>
                  </a:lnTo>
                  <a:lnTo>
                    <a:pt x="0" y="11268"/>
                  </a:lnTo>
                  <a:lnTo>
                    <a:pt x="366" y="10206"/>
                  </a:lnTo>
                  <a:lnTo>
                    <a:pt x="1224" y="5883"/>
                  </a:lnTo>
                  <a:lnTo>
                    <a:pt x="1598" y="4879"/>
                  </a:lnTo>
                  <a:lnTo>
                    <a:pt x="1815" y="4311"/>
                  </a:lnTo>
                  <a:lnTo>
                    <a:pt x="1977" y="2726"/>
                  </a:lnTo>
                  <a:lnTo>
                    <a:pt x="2019" y="357"/>
                  </a:lnTo>
                  <a:lnTo>
                    <a:pt x="2486" y="0"/>
                  </a:lnTo>
                  <a:lnTo>
                    <a:pt x="2112" y="538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4096497" y="3958189"/>
              <a:ext cx="1397" cy="10327"/>
            </a:xfrm>
            <a:custGeom>
              <a:avLst/>
              <a:pathLst>
                <a:path w="1397" h="10327">
                  <a:moveTo>
                    <a:pt x="1053" y="9868"/>
                  </a:moveTo>
                  <a:lnTo>
                    <a:pt x="863" y="10327"/>
                  </a:lnTo>
                  <a:lnTo>
                    <a:pt x="95" y="5756"/>
                  </a:lnTo>
                  <a:lnTo>
                    <a:pt x="312" y="4348"/>
                  </a:lnTo>
                  <a:lnTo>
                    <a:pt x="0" y="2022"/>
                  </a:lnTo>
                  <a:lnTo>
                    <a:pt x="519" y="1760"/>
                  </a:lnTo>
                  <a:lnTo>
                    <a:pt x="913" y="0"/>
                  </a:lnTo>
                  <a:lnTo>
                    <a:pt x="1052" y="851"/>
                  </a:lnTo>
                  <a:lnTo>
                    <a:pt x="1087" y="4065"/>
                  </a:lnTo>
                  <a:lnTo>
                    <a:pt x="1397" y="591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3910963" y="3950461"/>
              <a:ext cx="388700" cy="840321"/>
            </a:xfrm>
            <a:custGeom>
              <a:avLst/>
              <a:pathLst>
                <a:path w="388700" h="840321">
                  <a:moveTo>
                    <a:pt x="288353" y="36852"/>
                  </a:moveTo>
                  <a:lnTo>
                    <a:pt x="288103" y="40439"/>
                  </a:lnTo>
                  <a:lnTo>
                    <a:pt x="287640" y="43209"/>
                  </a:lnTo>
                  <a:lnTo>
                    <a:pt x="287585" y="44874"/>
                  </a:lnTo>
                  <a:lnTo>
                    <a:pt x="287693" y="47165"/>
                  </a:lnTo>
                  <a:lnTo>
                    <a:pt x="288466" y="48871"/>
                  </a:lnTo>
                  <a:lnTo>
                    <a:pt x="289076" y="49947"/>
                  </a:lnTo>
                  <a:lnTo>
                    <a:pt x="289418" y="52937"/>
                  </a:lnTo>
                  <a:lnTo>
                    <a:pt x="290494" y="57106"/>
                  </a:lnTo>
                  <a:lnTo>
                    <a:pt x="290455" y="59949"/>
                  </a:lnTo>
                  <a:lnTo>
                    <a:pt x="291034" y="63484"/>
                  </a:lnTo>
                  <a:lnTo>
                    <a:pt x="291555" y="70539"/>
                  </a:lnTo>
                  <a:lnTo>
                    <a:pt x="291723" y="76723"/>
                  </a:lnTo>
                  <a:lnTo>
                    <a:pt x="292273" y="80855"/>
                  </a:lnTo>
                  <a:lnTo>
                    <a:pt x="291906" y="89642"/>
                  </a:lnTo>
                  <a:lnTo>
                    <a:pt x="292298" y="93241"/>
                  </a:lnTo>
                  <a:lnTo>
                    <a:pt x="292818" y="96221"/>
                  </a:lnTo>
                  <a:lnTo>
                    <a:pt x="293432" y="102157"/>
                  </a:lnTo>
                  <a:lnTo>
                    <a:pt x="293904" y="107602"/>
                  </a:lnTo>
                  <a:lnTo>
                    <a:pt x="294539" y="109146"/>
                  </a:lnTo>
                  <a:lnTo>
                    <a:pt x="295880" y="110973"/>
                  </a:lnTo>
                  <a:lnTo>
                    <a:pt x="297265" y="108953"/>
                  </a:lnTo>
                  <a:lnTo>
                    <a:pt x="298264" y="106217"/>
                  </a:lnTo>
                  <a:lnTo>
                    <a:pt x="299339" y="105551"/>
                  </a:lnTo>
                  <a:lnTo>
                    <a:pt x="300795" y="104145"/>
                  </a:lnTo>
                  <a:lnTo>
                    <a:pt x="301885" y="107776"/>
                  </a:lnTo>
                  <a:lnTo>
                    <a:pt x="302477" y="111847"/>
                  </a:lnTo>
                  <a:lnTo>
                    <a:pt x="305050" y="117220"/>
                  </a:lnTo>
                  <a:lnTo>
                    <a:pt x="306480" y="120669"/>
                  </a:lnTo>
                  <a:lnTo>
                    <a:pt x="307591" y="122617"/>
                  </a:lnTo>
                  <a:lnTo>
                    <a:pt x="308626" y="125165"/>
                  </a:lnTo>
                  <a:lnTo>
                    <a:pt x="308523" y="127713"/>
                  </a:lnTo>
                  <a:lnTo>
                    <a:pt x="308280" y="129724"/>
                  </a:lnTo>
                  <a:lnTo>
                    <a:pt x="308516" y="132869"/>
                  </a:lnTo>
                  <a:lnTo>
                    <a:pt x="308678" y="136514"/>
                  </a:lnTo>
                  <a:lnTo>
                    <a:pt x="308471" y="140929"/>
                  </a:lnTo>
                  <a:lnTo>
                    <a:pt x="309221" y="147574"/>
                  </a:lnTo>
                  <a:lnTo>
                    <a:pt x="309469" y="152878"/>
                  </a:lnTo>
                  <a:lnTo>
                    <a:pt x="310264" y="158061"/>
                  </a:lnTo>
                  <a:lnTo>
                    <a:pt x="310205" y="163394"/>
                  </a:lnTo>
                  <a:lnTo>
                    <a:pt x="310056" y="165405"/>
                  </a:lnTo>
                  <a:lnTo>
                    <a:pt x="309957" y="168394"/>
                  </a:lnTo>
                  <a:lnTo>
                    <a:pt x="310575" y="172117"/>
                  </a:lnTo>
                  <a:lnTo>
                    <a:pt x="311147" y="174864"/>
                  </a:lnTo>
                  <a:lnTo>
                    <a:pt x="311997" y="177848"/>
                  </a:lnTo>
                  <a:lnTo>
                    <a:pt x="313117" y="182381"/>
                  </a:lnTo>
                  <a:lnTo>
                    <a:pt x="313916" y="183293"/>
                  </a:lnTo>
                  <a:lnTo>
                    <a:pt x="314629" y="183357"/>
                  </a:lnTo>
                  <a:lnTo>
                    <a:pt x="314532" y="188017"/>
                  </a:lnTo>
                  <a:lnTo>
                    <a:pt x="315953" y="197202"/>
                  </a:lnTo>
                  <a:lnTo>
                    <a:pt x="316684" y="204713"/>
                  </a:lnTo>
                  <a:lnTo>
                    <a:pt x="316186" y="214822"/>
                  </a:lnTo>
                  <a:lnTo>
                    <a:pt x="315694" y="220685"/>
                  </a:lnTo>
                  <a:lnTo>
                    <a:pt x="315784" y="223554"/>
                  </a:lnTo>
                  <a:lnTo>
                    <a:pt x="317619" y="230557"/>
                  </a:lnTo>
                  <a:lnTo>
                    <a:pt x="318677" y="231853"/>
                  </a:lnTo>
                  <a:lnTo>
                    <a:pt x="318471" y="235191"/>
                  </a:lnTo>
                  <a:lnTo>
                    <a:pt x="318328" y="240348"/>
                  </a:lnTo>
                  <a:lnTo>
                    <a:pt x="319160" y="244362"/>
                  </a:lnTo>
                  <a:lnTo>
                    <a:pt x="320100" y="247366"/>
                  </a:lnTo>
                  <a:lnTo>
                    <a:pt x="321120" y="249161"/>
                  </a:lnTo>
                  <a:lnTo>
                    <a:pt x="322127" y="250578"/>
                  </a:lnTo>
                  <a:lnTo>
                    <a:pt x="323444" y="252006"/>
                  </a:lnTo>
                  <a:lnTo>
                    <a:pt x="325113" y="252606"/>
                  </a:lnTo>
                  <a:lnTo>
                    <a:pt x="325980" y="254869"/>
                  </a:lnTo>
                  <a:lnTo>
                    <a:pt x="326422" y="256658"/>
                  </a:lnTo>
                  <a:lnTo>
                    <a:pt x="327762" y="257278"/>
                  </a:lnTo>
                  <a:lnTo>
                    <a:pt x="328371" y="256946"/>
                  </a:lnTo>
                  <a:lnTo>
                    <a:pt x="329112" y="256213"/>
                  </a:lnTo>
                  <a:lnTo>
                    <a:pt x="329615" y="257431"/>
                  </a:lnTo>
                  <a:lnTo>
                    <a:pt x="329989" y="259050"/>
                  </a:lnTo>
                  <a:lnTo>
                    <a:pt x="330722" y="263442"/>
                  </a:lnTo>
                  <a:lnTo>
                    <a:pt x="332225" y="267796"/>
                  </a:lnTo>
                  <a:lnTo>
                    <a:pt x="333290" y="268524"/>
                  </a:lnTo>
                  <a:lnTo>
                    <a:pt x="333890" y="270725"/>
                  </a:lnTo>
                  <a:lnTo>
                    <a:pt x="334745" y="271325"/>
                  </a:lnTo>
                  <a:lnTo>
                    <a:pt x="335481" y="271594"/>
                  </a:lnTo>
                  <a:lnTo>
                    <a:pt x="336525" y="273285"/>
                  </a:lnTo>
                  <a:lnTo>
                    <a:pt x="338229" y="277175"/>
                  </a:lnTo>
                  <a:lnTo>
                    <a:pt x="339766" y="277807"/>
                  </a:lnTo>
                  <a:lnTo>
                    <a:pt x="340474" y="278880"/>
                  </a:lnTo>
                  <a:lnTo>
                    <a:pt x="342002" y="283145"/>
                  </a:lnTo>
                  <a:lnTo>
                    <a:pt x="342594" y="285416"/>
                  </a:lnTo>
                  <a:lnTo>
                    <a:pt x="343207" y="288798"/>
                  </a:lnTo>
                  <a:lnTo>
                    <a:pt x="342441" y="289118"/>
                  </a:lnTo>
                  <a:lnTo>
                    <a:pt x="341719" y="288411"/>
                  </a:lnTo>
                  <a:lnTo>
                    <a:pt x="341274" y="291733"/>
                  </a:lnTo>
                  <a:lnTo>
                    <a:pt x="342291" y="296327"/>
                  </a:lnTo>
                  <a:lnTo>
                    <a:pt x="343473" y="299564"/>
                  </a:lnTo>
                  <a:lnTo>
                    <a:pt x="344897" y="302990"/>
                  </a:lnTo>
                  <a:lnTo>
                    <a:pt x="346285" y="307835"/>
                  </a:lnTo>
                  <a:lnTo>
                    <a:pt x="346636" y="311531"/>
                  </a:lnTo>
                  <a:lnTo>
                    <a:pt x="347010" y="312989"/>
                  </a:lnTo>
                  <a:lnTo>
                    <a:pt x="347481" y="318206"/>
                  </a:lnTo>
                  <a:lnTo>
                    <a:pt x="348681" y="321239"/>
                  </a:lnTo>
                  <a:lnTo>
                    <a:pt x="348738" y="326756"/>
                  </a:lnTo>
                  <a:lnTo>
                    <a:pt x="349353" y="334386"/>
                  </a:lnTo>
                  <a:lnTo>
                    <a:pt x="350042" y="341300"/>
                  </a:lnTo>
                  <a:lnTo>
                    <a:pt x="350519" y="343389"/>
                  </a:lnTo>
                  <a:lnTo>
                    <a:pt x="351082" y="346704"/>
                  </a:lnTo>
                  <a:lnTo>
                    <a:pt x="351733" y="346283"/>
                  </a:lnTo>
                  <a:lnTo>
                    <a:pt x="352222" y="345207"/>
                  </a:lnTo>
                  <a:lnTo>
                    <a:pt x="353163" y="348502"/>
                  </a:lnTo>
                  <a:lnTo>
                    <a:pt x="353683" y="349959"/>
                  </a:lnTo>
                  <a:lnTo>
                    <a:pt x="353982" y="349100"/>
                  </a:lnTo>
                  <a:lnTo>
                    <a:pt x="353370" y="342792"/>
                  </a:lnTo>
                  <a:lnTo>
                    <a:pt x="353749" y="339132"/>
                  </a:lnTo>
                  <a:lnTo>
                    <a:pt x="354127" y="338662"/>
                  </a:lnTo>
                  <a:lnTo>
                    <a:pt x="354661" y="338547"/>
                  </a:lnTo>
                  <a:lnTo>
                    <a:pt x="355303" y="341531"/>
                  </a:lnTo>
                  <a:lnTo>
                    <a:pt x="356187" y="344708"/>
                  </a:lnTo>
                  <a:lnTo>
                    <a:pt x="357823" y="347544"/>
                  </a:lnTo>
                  <a:lnTo>
                    <a:pt x="359133" y="350208"/>
                  </a:lnTo>
                  <a:lnTo>
                    <a:pt x="359501" y="350110"/>
                  </a:lnTo>
                  <a:lnTo>
                    <a:pt x="359354" y="348052"/>
                  </a:lnTo>
                  <a:lnTo>
                    <a:pt x="359395" y="345034"/>
                  </a:lnTo>
                  <a:lnTo>
                    <a:pt x="359917" y="344540"/>
                  </a:lnTo>
                  <a:lnTo>
                    <a:pt x="360394" y="346044"/>
                  </a:lnTo>
                  <a:lnTo>
                    <a:pt x="361272" y="350713"/>
                  </a:lnTo>
                  <a:lnTo>
                    <a:pt x="361455" y="360368"/>
                  </a:lnTo>
                  <a:lnTo>
                    <a:pt x="361456" y="368454"/>
                  </a:lnTo>
                  <a:lnTo>
                    <a:pt x="362035" y="376770"/>
                  </a:lnTo>
                  <a:lnTo>
                    <a:pt x="362880" y="378954"/>
                  </a:lnTo>
                  <a:lnTo>
                    <a:pt x="363435" y="381018"/>
                  </a:lnTo>
                  <a:lnTo>
                    <a:pt x="364386" y="383805"/>
                  </a:lnTo>
                  <a:lnTo>
                    <a:pt x="365021" y="386405"/>
                  </a:lnTo>
                  <a:lnTo>
                    <a:pt x="365814" y="387614"/>
                  </a:lnTo>
                  <a:lnTo>
                    <a:pt x="368357" y="393152"/>
                  </a:lnTo>
                  <a:lnTo>
                    <a:pt x="369074" y="393778"/>
                  </a:lnTo>
                  <a:lnTo>
                    <a:pt x="370185" y="393919"/>
                  </a:lnTo>
                  <a:lnTo>
                    <a:pt x="371538" y="396418"/>
                  </a:lnTo>
                  <a:lnTo>
                    <a:pt x="372221" y="398724"/>
                  </a:lnTo>
                  <a:lnTo>
                    <a:pt x="373688" y="407395"/>
                  </a:lnTo>
                  <a:lnTo>
                    <a:pt x="374405" y="410443"/>
                  </a:lnTo>
                  <a:lnTo>
                    <a:pt x="375868" y="413450"/>
                  </a:lnTo>
                  <a:lnTo>
                    <a:pt x="376551" y="414431"/>
                  </a:lnTo>
                  <a:lnTo>
                    <a:pt x="377543" y="416497"/>
                  </a:lnTo>
                  <a:lnTo>
                    <a:pt x="377897" y="419498"/>
                  </a:lnTo>
                  <a:lnTo>
                    <a:pt x="377983" y="421270"/>
                  </a:lnTo>
                  <a:lnTo>
                    <a:pt x="378571" y="424464"/>
                  </a:lnTo>
                  <a:lnTo>
                    <a:pt x="379446" y="428302"/>
                  </a:lnTo>
                  <a:lnTo>
                    <a:pt x="380743" y="430434"/>
                  </a:lnTo>
                  <a:lnTo>
                    <a:pt x="381938" y="435103"/>
                  </a:lnTo>
                  <a:lnTo>
                    <a:pt x="382006" y="442681"/>
                  </a:lnTo>
                  <a:lnTo>
                    <a:pt x="382625" y="446453"/>
                  </a:lnTo>
                  <a:lnTo>
                    <a:pt x="383041" y="448051"/>
                  </a:lnTo>
                  <a:lnTo>
                    <a:pt x="383976" y="449598"/>
                  </a:lnTo>
                  <a:lnTo>
                    <a:pt x="384356" y="450824"/>
                  </a:lnTo>
                  <a:lnTo>
                    <a:pt x="383579" y="460861"/>
                  </a:lnTo>
                  <a:lnTo>
                    <a:pt x="384328" y="480922"/>
                  </a:lnTo>
                  <a:lnTo>
                    <a:pt x="383893" y="487178"/>
                  </a:lnTo>
                  <a:lnTo>
                    <a:pt x="384673" y="493391"/>
                  </a:lnTo>
                  <a:lnTo>
                    <a:pt x="386478" y="504143"/>
                  </a:lnTo>
                  <a:lnTo>
                    <a:pt x="386889" y="507957"/>
                  </a:lnTo>
                  <a:lnTo>
                    <a:pt x="387143" y="512410"/>
                  </a:lnTo>
                  <a:lnTo>
                    <a:pt x="388304" y="518089"/>
                  </a:lnTo>
                  <a:lnTo>
                    <a:pt x="388241" y="526743"/>
                  </a:lnTo>
                  <a:lnTo>
                    <a:pt x="388700" y="530869"/>
                  </a:lnTo>
                  <a:lnTo>
                    <a:pt x="388582" y="536231"/>
                  </a:lnTo>
                  <a:lnTo>
                    <a:pt x="387213" y="542014"/>
                  </a:lnTo>
                  <a:lnTo>
                    <a:pt x="386116" y="549113"/>
                  </a:lnTo>
                  <a:lnTo>
                    <a:pt x="386105" y="555204"/>
                  </a:lnTo>
                  <a:lnTo>
                    <a:pt x="385388" y="566903"/>
                  </a:lnTo>
                  <a:lnTo>
                    <a:pt x="384922" y="570039"/>
                  </a:lnTo>
                  <a:lnTo>
                    <a:pt x="384579" y="574922"/>
                  </a:lnTo>
                  <a:lnTo>
                    <a:pt x="383064" y="586727"/>
                  </a:lnTo>
                  <a:lnTo>
                    <a:pt x="382998" y="591358"/>
                  </a:lnTo>
                  <a:lnTo>
                    <a:pt x="383230" y="596884"/>
                  </a:lnTo>
                  <a:lnTo>
                    <a:pt x="382977" y="602188"/>
                  </a:lnTo>
                  <a:lnTo>
                    <a:pt x="382599" y="605798"/>
                  </a:lnTo>
                  <a:lnTo>
                    <a:pt x="382231" y="612478"/>
                  </a:lnTo>
                  <a:lnTo>
                    <a:pt x="380711" y="622864"/>
                  </a:lnTo>
                  <a:lnTo>
                    <a:pt x="378533" y="630528"/>
                  </a:lnTo>
                  <a:lnTo>
                    <a:pt x="378399" y="636360"/>
                  </a:lnTo>
                  <a:lnTo>
                    <a:pt x="378123" y="638934"/>
                  </a:lnTo>
                  <a:lnTo>
                    <a:pt x="377679" y="642152"/>
                  </a:lnTo>
                  <a:lnTo>
                    <a:pt x="376341" y="645652"/>
                  </a:lnTo>
                  <a:lnTo>
                    <a:pt x="375535" y="647164"/>
                  </a:lnTo>
                  <a:lnTo>
                    <a:pt x="375230" y="649216"/>
                  </a:lnTo>
                  <a:lnTo>
                    <a:pt x="374469" y="649216"/>
                  </a:lnTo>
                  <a:lnTo>
                    <a:pt x="374450" y="649859"/>
                  </a:lnTo>
                  <a:lnTo>
                    <a:pt x="374964" y="650503"/>
                  </a:lnTo>
                  <a:lnTo>
                    <a:pt x="374735" y="651559"/>
                  </a:lnTo>
                  <a:lnTo>
                    <a:pt x="372717" y="653417"/>
                  </a:lnTo>
                  <a:lnTo>
                    <a:pt x="371357" y="655804"/>
                  </a:lnTo>
                  <a:lnTo>
                    <a:pt x="369968" y="661641"/>
                  </a:lnTo>
                  <a:lnTo>
                    <a:pt x="369385" y="664692"/>
                  </a:lnTo>
                  <a:lnTo>
                    <a:pt x="368638" y="667620"/>
                  </a:lnTo>
                  <a:lnTo>
                    <a:pt x="368194" y="668994"/>
                  </a:lnTo>
                  <a:lnTo>
                    <a:pt x="367997" y="670469"/>
                  </a:lnTo>
                  <a:lnTo>
                    <a:pt x="367696" y="674139"/>
                  </a:lnTo>
                  <a:lnTo>
                    <a:pt x="366980" y="674800"/>
                  </a:lnTo>
                  <a:lnTo>
                    <a:pt x="366351" y="675893"/>
                  </a:lnTo>
                  <a:lnTo>
                    <a:pt x="366645" y="679391"/>
                  </a:lnTo>
                  <a:lnTo>
                    <a:pt x="366315" y="683396"/>
                  </a:lnTo>
                  <a:lnTo>
                    <a:pt x="366237" y="686109"/>
                  </a:lnTo>
                  <a:lnTo>
                    <a:pt x="365894" y="687834"/>
                  </a:lnTo>
                  <a:lnTo>
                    <a:pt x="365481" y="687214"/>
                  </a:lnTo>
                  <a:lnTo>
                    <a:pt x="365156" y="687491"/>
                  </a:lnTo>
                  <a:lnTo>
                    <a:pt x="364742" y="688432"/>
                  </a:lnTo>
                  <a:lnTo>
                    <a:pt x="365381" y="688726"/>
                  </a:lnTo>
                  <a:lnTo>
                    <a:pt x="365769" y="689153"/>
                  </a:lnTo>
                  <a:lnTo>
                    <a:pt x="364407" y="693078"/>
                  </a:lnTo>
                  <a:lnTo>
                    <a:pt x="363161" y="697054"/>
                  </a:lnTo>
                  <a:lnTo>
                    <a:pt x="362845" y="699700"/>
                  </a:lnTo>
                  <a:lnTo>
                    <a:pt x="362305" y="703024"/>
                  </a:lnTo>
                  <a:lnTo>
                    <a:pt x="361830" y="710415"/>
                  </a:lnTo>
                  <a:lnTo>
                    <a:pt x="361438" y="714639"/>
                  </a:lnTo>
                  <a:lnTo>
                    <a:pt x="361708" y="717643"/>
                  </a:lnTo>
                  <a:lnTo>
                    <a:pt x="361664" y="718206"/>
                  </a:lnTo>
                  <a:lnTo>
                    <a:pt x="361376" y="718428"/>
                  </a:lnTo>
                  <a:lnTo>
                    <a:pt x="361197" y="718035"/>
                  </a:lnTo>
                  <a:lnTo>
                    <a:pt x="360633" y="719063"/>
                  </a:lnTo>
                  <a:lnTo>
                    <a:pt x="360475" y="720090"/>
                  </a:lnTo>
                  <a:lnTo>
                    <a:pt x="360713" y="721363"/>
                  </a:lnTo>
                  <a:lnTo>
                    <a:pt x="360872" y="721801"/>
                  </a:lnTo>
                  <a:lnTo>
                    <a:pt x="360799" y="722410"/>
                  </a:lnTo>
                  <a:lnTo>
                    <a:pt x="360566" y="723077"/>
                  </a:lnTo>
                  <a:lnTo>
                    <a:pt x="360028" y="723074"/>
                  </a:lnTo>
                  <a:lnTo>
                    <a:pt x="359384" y="724156"/>
                  </a:lnTo>
                  <a:lnTo>
                    <a:pt x="357525" y="735087"/>
                  </a:lnTo>
                  <a:lnTo>
                    <a:pt x="356738" y="737987"/>
                  </a:lnTo>
                  <a:lnTo>
                    <a:pt x="355807" y="742457"/>
                  </a:lnTo>
                  <a:lnTo>
                    <a:pt x="355453" y="746505"/>
                  </a:lnTo>
                  <a:lnTo>
                    <a:pt x="355168" y="750932"/>
                  </a:lnTo>
                  <a:lnTo>
                    <a:pt x="354845" y="758386"/>
                  </a:lnTo>
                  <a:lnTo>
                    <a:pt x="354532" y="763637"/>
                  </a:lnTo>
                  <a:lnTo>
                    <a:pt x="353815" y="768731"/>
                  </a:lnTo>
                  <a:lnTo>
                    <a:pt x="353547" y="772358"/>
                  </a:lnTo>
                  <a:lnTo>
                    <a:pt x="353454" y="779295"/>
                  </a:lnTo>
                  <a:lnTo>
                    <a:pt x="353797" y="784558"/>
                  </a:lnTo>
                  <a:lnTo>
                    <a:pt x="353572" y="787355"/>
                  </a:lnTo>
                  <a:lnTo>
                    <a:pt x="353567" y="790038"/>
                  </a:lnTo>
                  <a:lnTo>
                    <a:pt x="353282" y="792540"/>
                  </a:lnTo>
                  <a:lnTo>
                    <a:pt x="352096" y="793111"/>
                  </a:lnTo>
                  <a:lnTo>
                    <a:pt x="351131" y="795155"/>
                  </a:lnTo>
                  <a:lnTo>
                    <a:pt x="349751" y="798493"/>
                  </a:lnTo>
                  <a:lnTo>
                    <a:pt x="348938" y="799711"/>
                  </a:lnTo>
                  <a:lnTo>
                    <a:pt x="347184" y="800626"/>
                  </a:lnTo>
                  <a:lnTo>
                    <a:pt x="343776" y="800222"/>
                  </a:lnTo>
                  <a:lnTo>
                    <a:pt x="337225" y="801468"/>
                  </a:lnTo>
                  <a:lnTo>
                    <a:pt x="335958" y="802219"/>
                  </a:lnTo>
                  <a:lnTo>
                    <a:pt x="333517" y="804527"/>
                  </a:lnTo>
                  <a:lnTo>
                    <a:pt x="331158" y="808117"/>
                  </a:lnTo>
                  <a:lnTo>
                    <a:pt x="328891" y="812947"/>
                  </a:lnTo>
                  <a:lnTo>
                    <a:pt x="323712" y="826077"/>
                  </a:lnTo>
                  <a:lnTo>
                    <a:pt x="319663" y="827506"/>
                  </a:lnTo>
                  <a:lnTo>
                    <a:pt x="318899" y="827506"/>
                  </a:lnTo>
                  <a:lnTo>
                    <a:pt x="318287" y="827151"/>
                  </a:lnTo>
                  <a:lnTo>
                    <a:pt x="317565" y="827967"/>
                  </a:lnTo>
                  <a:lnTo>
                    <a:pt x="317553" y="829600"/>
                  </a:lnTo>
                  <a:lnTo>
                    <a:pt x="318219" y="831300"/>
                  </a:lnTo>
                  <a:lnTo>
                    <a:pt x="318710" y="832896"/>
                  </a:lnTo>
                  <a:lnTo>
                    <a:pt x="319579" y="830691"/>
                  </a:lnTo>
                  <a:lnTo>
                    <a:pt x="319960" y="831303"/>
                  </a:lnTo>
                  <a:lnTo>
                    <a:pt x="320105" y="835369"/>
                  </a:lnTo>
                  <a:lnTo>
                    <a:pt x="320125" y="837943"/>
                  </a:lnTo>
                  <a:lnTo>
                    <a:pt x="319864" y="839340"/>
                  </a:lnTo>
                  <a:lnTo>
                    <a:pt x="319320" y="840321"/>
                  </a:lnTo>
                  <a:lnTo>
                    <a:pt x="318743" y="839680"/>
                  </a:lnTo>
                  <a:lnTo>
                    <a:pt x="318666" y="838286"/>
                  </a:lnTo>
                  <a:lnTo>
                    <a:pt x="317919" y="834971"/>
                  </a:lnTo>
                  <a:lnTo>
                    <a:pt x="316997" y="832053"/>
                  </a:lnTo>
                  <a:lnTo>
                    <a:pt x="316146" y="831118"/>
                  </a:lnTo>
                  <a:lnTo>
                    <a:pt x="315649" y="832094"/>
                  </a:lnTo>
                  <a:lnTo>
                    <a:pt x="314853" y="833118"/>
                  </a:lnTo>
                  <a:lnTo>
                    <a:pt x="314182" y="829401"/>
                  </a:lnTo>
                  <a:lnTo>
                    <a:pt x="313463" y="826181"/>
                  </a:lnTo>
                  <a:lnTo>
                    <a:pt x="312512" y="825846"/>
                  </a:lnTo>
                  <a:lnTo>
                    <a:pt x="311690" y="825881"/>
                  </a:lnTo>
                  <a:lnTo>
                    <a:pt x="311007" y="824487"/>
                  </a:lnTo>
                  <a:lnTo>
                    <a:pt x="309680" y="822291"/>
                  </a:lnTo>
                  <a:lnTo>
                    <a:pt x="309939" y="820577"/>
                  </a:lnTo>
                  <a:lnTo>
                    <a:pt x="310310" y="818774"/>
                  </a:lnTo>
                  <a:lnTo>
                    <a:pt x="311073" y="818110"/>
                  </a:lnTo>
                  <a:lnTo>
                    <a:pt x="310844" y="815674"/>
                  </a:lnTo>
                  <a:lnTo>
                    <a:pt x="310434" y="813675"/>
                  </a:lnTo>
                  <a:lnTo>
                    <a:pt x="309383" y="813141"/>
                  </a:lnTo>
                  <a:lnTo>
                    <a:pt x="308675" y="813493"/>
                  </a:lnTo>
                  <a:lnTo>
                    <a:pt x="308254" y="815077"/>
                  </a:lnTo>
                  <a:lnTo>
                    <a:pt x="307699" y="817807"/>
                  </a:lnTo>
                  <a:lnTo>
                    <a:pt x="305472" y="821270"/>
                  </a:lnTo>
                  <a:lnTo>
                    <a:pt x="304392" y="819365"/>
                  </a:lnTo>
                  <a:lnTo>
                    <a:pt x="303147" y="816529"/>
                  </a:lnTo>
                  <a:lnTo>
                    <a:pt x="303748" y="816736"/>
                  </a:lnTo>
                  <a:lnTo>
                    <a:pt x="305009" y="816638"/>
                  </a:lnTo>
                  <a:lnTo>
                    <a:pt x="306054" y="814107"/>
                  </a:lnTo>
                  <a:lnTo>
                    <a:pt x="306504" y="812526"/>
                  </a:lnTo>
                  <a:lnTo>
                    <a:pt x="307013" y="809170"/>
                  </a:lnTo>
                  <a:lnTo>
                    <a:pt x="306337" y="806795"/>
                  </a:lnTo>
                  <a:lnTo>
                    <a:pt x="305715" y="805061"/>
                  </a:lnTo>
                  <a:lnTo>
                    <a:pt x="304815" y="803511"/>
                  </a:lnTo>
                  <a:lnTo>
                    <a:pt x="301424" y="808752"/>
                  </a:lnTo>
                  <a:lnTo>
                    <a:pt x="300720" y="809502"/>
                  </a:lnTo>
                  <a:lnTo>
                    <a:pt x="300049" y="810518"/>
                  </a:lnTo>
                  <a:lnTo>
                    <a:pt x="301225" y="811389"/>
                  </a:lnTo>
                  <a:lnTo>
                    <a:pt x="301914" y="811129"/>
                  </a:lnTo>
                  <a:lnTo>
                    <a:pt x="302642" y="812676"/>
                  </a:lnTo>
                  <a:lnTo>
                    <a:pt x="301473" y="814866"/>
                  </a:lnTo>
                  <a:lnTo>
                    <a:pt x="300552" y="815446"/>
                  </a:lnTo>
                  <a:lnTo>
                    <a:pt x="299407" y="816762"/>
                  </a:lnTo>
                  <a:lnTo>
                    <a:pt x="297223" y="820133"/>
                  </a:lnTo>
                  <a:lnTo>
                    <a:pt x="294437" y="827122"/>
                  </a:lnTo>
                  <a:lnTo>
                    <a:pt x="293235" y="829133"/>
                  </a:lnTo>
                  <a:lnTo>
                    <a:pt x="291815" y="830729"/>
                  </a:lnTo>
                  <a:lnTo>
                    <a:pt x="289887" y="828865"/>
                  </a:lnTo>
                  <a:lnTo>
                    <a:pt x="288810" y="828432"/>
                  </a:lnTo>
                  <a:lnTo>
                    <a:pt x="287427" y="825558"/>
                  </a:lnTo>
                  <a:lnTo>
                    <a:pt x="285097" y="823636"/>
                  </a:lnTo>
                  <a:lnTo>
                    <a:pt x="282904" y="819818"/>
                  </a:lnTo>
                  <a:lnTo>
                    <a:pt x="281402" y="817888"/>
                  </a:lnTo>
                  <a:lnTo>
                    <a:pt x="280332" y="817469"/>
                  </a:lnTo>
                  <a:lnTo>
                    <a:pt x="278824" y="818274"/>
                  </a:lnTo>
                  <a:lnTo>
                    <a:pt x="276296" y="814858"/>
                  </a:lnTo>
                  <a:lnTo>
                    <a:pt x="274376" y="814491"/>
                  </a:lnTo>
                  <a:lnTo>
                    <a:pt x="273116" y="817931"/>
                  </a:lnTo>
                  <a:lnTo>
                    <a:pt x="272134" y="817694"/>
                  </a:lnTo>
                  <a:lnTo>
                    <a:pt x="271484" y="817212"/>
                  </a:lnTo>
                  <a:lnTo>
                    <a:pt x="269462" y="811554"/>
                  </a:lnTo>
                  <a:lnTo>
                    <a:pt x="267511" y="808746"/>
                  </a:lnTo>
                  <a:lnTo>
                    <a:pt x="263822" y="807312"/>
                  </a:lnTo>
                  <a:lnTo>
                    <a:pt x="261546" y="803419"/>
                  </a:lnTo>
                  <a:lnTo>
                    <a:pt x="259831" y="795899"/>
                  </a:lnTo>
                  <a:lnTo>
                    <a:pt x="256589" y="787326"/>
                  </a:lnTo>
                  <a:lnTo>
                    <a:pt x="255718" y="784186"/>
                  </a:lnTo>
                  <a:lnTo>
                    <a:pt x="255315" y="781110"/>
                  </a:lnTo>
                  <a:lnTo>
                    <a:pt x="255278" y="778683"/>
                  </a:lnTo>
                  <a:lnTo>
                    <a:pt x="255715" y="774046"/>
                  </a:lnTo>
                  <a:lnTo>
                    <a:pt x="256317" y="769478"/>
                  </a:lnTo>
                  <a:lnTo>
                    <a:pt x="256421" y="766939"/>
                  </a:lnTo>
                  <a:lnTo>
                    <a:pt x="255187" y="758348"/>
                  </a:lnTo>
                  <a:lnTo>
                    <a:pt x="253454" y="750231"/>
                  </a:lnTo>
                  <a:lnTo>
                    <a:pt x="252658" y="747680"/>
                  </a:lnTo>
                  <a:lnTo>
                    <a:pt x="250533" y="742272"/>
                  </a:lnTo>
                  <a:lnTo>
                    <a:pt x="248541" y="738192"/>
                  </a:lnTo>
                  <a:lnTo>
                    <a:pt x="248035" y="736074"/>
                  </a:lnTo>
                  <a:lnTo>
                    <a:pt x="247880" y="734986"/>
                  </a:lnTo>
                  <a:lnTo>
                    <a:pt x="248822" y="735508"/>
                  </a:lnTo>
                  <a:lnTo>
                    <a:pt x="249260" y="733849"/>
                  </a:lnTo>
                  <a:lnTo>
                    <a:pt x="249890" y="733280"/>
                  </a:lnTo>
                  <a:lnTo>
                    <a:pt x="250395" y="735485"/>
                  </a:lnTo>
                  <a:lnTo>
                    <a:pt x="250961" y="735889"/>
                  </a:lnTo>
                  <a:lnTo>
                    <a:pt x="250987" y="732184"/>
                  </a:lnTo>
                  <a:lnTo>
                    <a:pt x="251304" y="730432"/>
                  </a:lnTo>
                  <a:lnTo>
                    <a:pt x="251087" y="729627"/>
                  </a:lnTo>
                  <a:lnTo>
                    <a:pt x="250895" y="728917"/>
                  </a:lnTo>
                  <a:lnTo>
                    <a:pt x="250032" y="728086"/>
                  </a:lnTo>
                  <a:lnTo>
                    <a:pt x="249080" y="729336"/>
                  </a:lnTo>
                  <a:lnTo>
                    <a:pt x="248349" y="730923"/>
                  </a:lnTo>
                  <a:lnTo>
                    <a:pt x="247363" y="732270"/>
                  </a:lnTo>
                  <a:lnTo>
                    <a:pt x="246980" y="733687"/>
                  </a:lnTo>
                  <a:lnTo>
                    <a:pt x="245977" y="733733"/>
                  </a:lnTo>
                  <a:lnTo>
                    <a:pt x="245580" y="734100"/>
                  </a:lnTo>
                  <a:lnTo>
                    <a:pt x="243582" y="736807"/>
                  </a:lnTo>
                  <a:lnTo>
                    <a:pt x="242307" y="736876"/>
                  </a:lnTo>
                  <a:lnTo>
                    <a:pt x="240337" y="735929"/>
                  </a:lnTo>
                  <a:lnTo>
                    <a:pt x="240989" y="732201"/>
                  </a:lnTo>
                  <a:lnTo>
                    <a:pt x="241765" y="729991"/>
                  </a:lnTo>
                  <a:lnTo>
                    <a:pt x="242409" y="727451"/>
                  </a:lnTo>
                  <a:lnTo>
                    <a:pt x="243479" y="718546"/>
                  </a:lnTo>
                  <a:lnTo>
                    <a:pt x="243275" y="710839"/>
                  </a:lnTo>
                  <a:lnTo>
                    <a:pt x="242759" y="707667"/>
                  </a:lnTo>
                  <a:lnTo>
                    <a:pt x="241106" y="701287"/>
                  </a:lnTo>
                  <a:lnTo>
                    <a:pt x="240355" y="697354"/>
                  </a:lnTo>
                  <a:lnTo>
                    <a:pt x="239423" y="693294"/>
                  </a:lnTo>
                  <a:lnTo>
                    <a:pt x="238962" y="695657"/>
                  </a:lnTo>
                  <a:lnTo>
                    <a:pt x="238683" y="698148"/>
                  </a:lnTo>
                  <a:lnTo>
                    <a:pt x="237788" y="701752"/>
                  </a:lnTo>
                  <a:lnTo>
                    <a:pt x="237355" y="709771"/>
                  </a:lnTo>
                  <a:lnTo>
                    <a:pt x="235601" y="722050"/>
                  </a:lnTo>
                  <a:lnTo>
                    <a:pt x="234396" y="722200"/>
                  </a:lnTo>
                  <a:lnTo>
                    <a:pt x="233369" y="721706"/>
                  </a:lnTo>
                  <a:lnTo>
                    <a:pt x="231570" y="723106"/>
                  </a:lnTo>
                  <a:lnTo>
                    <a:pt x="230340" y="724811"/>
                  </a:lnTo>
                  <a:lnTo>
                    <a:pt x="229238" y="724814"/>
                  </a:lnTo>
                  <a:lnTo>
                    <a:pt x="228630" y="725356"/>
                  </a:lnTo>
                  <a:lnTo>
                    <a:pt x="227832" y="724909"/>
                  </a:lnTo>
                  <a:lnTo>
                    <a:pt x="229088" y="715337"/>
                  </a:lnTo>
                  <a:lnTo>
                    <a:pt x="230186" y="715600"/>
                  </a:lnTo>
                  <a:lnTo>
                    <a:pt x="231374" y="715211"/>
                  </a:lnTo>
                  <a:lnTo>
                    <a:pt x="231916" y="715372"/>
                  </a:lnTo>
                  <a:lnTo>
                    <a:pt x="232710" y="715262"/>
                  </a:lnTo>
                  <a:lnTo>
                    <a:pt x="233319" y="710865"/>
                  </a:lnTo>
                  <a:lnTo>
                    <a:pt x="233690" y="705939"/>
                  </a:lnTo>
                  <a:lnTo>
                    <a:pt x="233456" y="702762"/>
                  </a:lnTo>
                  <a:lnTo>
                    <a:pt x="233364" y="699472"/>
                  </a:lnTo>
                  <a:lnTo>
                    <a:pt x="233600" y="695727"/>
                  </a:lnTo>
                  <a:lnTo>
                    <a:pt x="233699" y="693037"/>
                  </a:lnTo>
                  <a:lnTo>
                    <a:pt x="235204" y="684112"/>
                  </a:lnTo>
                  <a:lnTo>
                    <a:pt x="236458" y="679503"/>
                  </a:lnTo>
                  <a:lnTo>
                    <a:pt x="237910" y="675839"/>
                  </a:lnTo>
                  <a:lnTo>
                    <a:pt x="237738" y="672359"/>
                  </a:lnTo>
                  <a:lnTo>
                    <a:pt x="237277" y="668007"/>
                  </a:lnTo>
                  <a:lnTo>
                    <a:pt x="237145" y="664660"/>
                  </a:lnTo>
                  <a:lnTo>
                    <a:pt x="237837" y="663606"/>
                  </a:lnTo>
                  <a:lnTo>
                    <a:pt x="238494" y="661511"/>
                  </a:lnTo>
                  <a:lnTo>
                    <a:pt x="237730" y="651951"/>
                  </a:lnTo>
                  <a:lnTo>
                    <a:pt x="237249" y="649086"/>
                  </a:lnTo>
                  <a:lnTo>
                    <a:pt x="236481" y="646261"/>
                  </a:lnTo>
                  <a:lnTo>
                    <a:pt x="236468" y="649920"/>
                  </a:lnTo>
                  <a:lnTo>
                    <a:pt x="236555" y="653504"/>
                  </a:lnTo>
                  <a:lnTo>
                    <a:pt x="235490" y="658078"/>
                  </a:lnTo>
                  <a:lnTo>
                    <a:pt x="234106" y="661361"/>
                  </a:lnTo>
                  <a:lnTo>
                    <a:pt x="233203" y="664446"/>
                  </a:lnTo>
                  <a:lnTo>
                    <a:pt x="232356" y="671438"/>
                  </a:lnTo>
                  <a:lnTo>
                    <a:pt x="231233" y="677328"/>
                  </a:lnTo>
                  <a:lnTo>
                    <a:pt x="230204" y="679501"/>
                  </a:lnTo>
                  <a:lnTo>
                    <a:pt x="229283" y="679988"/>
                  </a:lnTo>
                  <a:lnTo>
                    <a:pt x="228341" y="680894"/>
                  </a:lnTo>
                  <a:lnTo>
                    <a:pt x="226870" y="683243"/>
                  </a:lnTo>
                  <a:lnTo>
                    <a:pt x="225447" y="685220"/>
                  </a:lnTo>
                  <a:lnTo>
                    <a:pt x="224393" y="687808"/>
                  </a:lnTo>
                  <a:lnTo>
                    <a:pt x="223478" y="689162"/>
                  </a:lnTo>
                  <a:lnTo>
                    <a:pt x="220502" y="700944"/>
                  </a:lnTo>
                  <a:lnTo>
                    <a:pt x="219142" y="704880"/>
                  </a:lnTo>
                  <a:lnTo>
                    <a:pt x="218863" y="706470"/>
                  </a:lnTo>
                  <a:lnTo>
                    <a:pt x="218290" y="707806"/>
                  </a:lnTo>
                  <a:lnTo>
                    <a:pt x="218401" y="709664"/>
                  </a:lnTo>
                  <a:lnTo>
                    <a:pt x="218863" y="710934"/>
                  </a:lnTo>
                  <a:lnTo>
                    <a:pt x="219323" y="716163"/>
                  </a:lnTo>
                  <a:lnTo>
                    <a:pt x="219046" y="717288"/>
                  </a:lnTo>
                  <a:lnTo>
                    <a:pt x="218560" y="716699"/>
                  </a:lnTo>
                  <a:lnTo>
                    <a:pt x="217342" y="713785"/>
                  </a:lnTo>
                  <a:lnTo>
                    <a:pt x="216574" y="714847"/>
                  </a:lnTo>
                  <a:lnTo>
                    <a:pt x="215949" y="716042"/>
                  </a:lnTo>
                  <a:lnTo>
                    <a:pt x="214347" y="710680"/>
                  </a:lnTo>
                  <a:lnTo>
                    <a:pt x="213682" y="709419"/>
                  </a:lnTo>
                  <a:lnTo>
                    <a:pt x="212841" y="707266"/>
                  </a:lnTo>
                  <a:lnTo>
                    <a:pt x="211941" y="705408"/>
                  </a:lnTo>
                  <a:lnTo>
                    <a:pt x="211558" y="705197"/>
                  </a:lnTo>
                  <a:lnTo>
                    <a:pt x="210907" y="705584"/>
                  </a:lnTo>
                  <a:lnTo>
                    <a:pt x="210970" y="704130"/>
                  </a:lnTo>
                  <a:lnTo>
                    <a:pt x="211416" y="702949"/>
                  </a:lnTo>
                  <a:lnTo>
                    <a:pt x="211808" y="702675"/>
                  </a:lnTo>
                  <a:lnTo>
                    <a:pt x="212536" y="704398"/>
                  </a:lnTo>
                  <a:lnTo>
                    <a:pt x="213365" y="705936"/>
                  </a:lnTo>
                  <a:lnTo>
                    <a:pt x="213832" y="706063"/>
                  </a:lnTo>
                  <a:lnTo>
                    <a:pt x="214050" y="705445"/>
                  </a:lnTo>
                  <a:lnTo>
                    <a:pt x="213261" y="699374"/>
                  </a:lnTo>
                  <a:lnTo>
                    <a:pt x="212723" y="694053"/>
                  </a:lnTo>
                  <a:lnTo>
                    <a:pt x="212476" y="692480"/>
                  </a:lnTo>
                  <a:lnTo>
                    <a:pt x="211829" y="687087"/>
                  </a:lnTo>
                  <a:lnTo>
                    <a:pt x="211507" y="685520"/>
                  </a:lnTo>
                  <a:lnTo>
                    <a:pt x="210128" y="681708"/>
                  </a:lnTo>
                  <a:lnTo>
                    <a:pt x="208654" y="677235"/>
                  </a:lnTo>
                  <a:lnTo>
                    <a:pt x="208250" y="671865"/>
                  </a:lnTo>
                  <a:lnTo>
                    <a:pt x="207715" y="668428"/>
                  </a:lnTo>
                  <a:lnTo>
                    <a:pt x="207023" y="666267"/>
                  </a:lnTo>
                  <a:lnTo>
                    <a:pt x="205953" y="664345"/>
                  </a:lnTo>
                  <a:lnTo>
                    <a:pt x="203006" y="663604"/>
                  </a:lnTo>
                  <a:lnTo>
                    <a:pt x="201779" y="658109"/>
                  </a:lnTo>
                  <a:lnTo>
                    <a:pt x="201075" y="651299"/>
                  </a:lnTo>
                  <a:lnTo>
                    <a:pt x="201633" y="650849"/>
                  </a:lnTo>
                  <a:lnTo>
                    <a:pt x="202294" y="650765"/>
                  </a:lnTo>
                  <a:lnTo>
                    <a:pt x="202506" y="648641"/>
                  </a:lnTo>
                  <a:lnTo>
                    <a:pt x="202362" y="645386"/>
                  </a:lnTo>
                  <a:lnTo>
                    <a:pt x="199439" y="641344"/>
                  </a:lnTo>
                  <a:lnTo>
                    <a:pt x="198060" y="637122"/>
                  </a:lnTo>
                  <a:lnTo>
                    <a:pt x="196893" y="635301"/>
                  </a:lnTo>
                  <a:lnTo>
                    <a:pt x="195797" y="634582"/>
                  </a:lnTo>
                  <a:lnTo>
                    <a:pt x="194348" y="634747"/>
                  </a:lnTo>
                  <a:lnTo>
                    <a:pt x="192536" y="634609"/>
                  </a:lnTo>
                  <a:lnTo>
                    <a:pt x="188164" y="627885"/>
                  </a:lnTo>
                  <a:lnTo>
                    <a:pt x="187119" y="627680"/>
                  </a:lnTo>
                  <a:lnTo>
                    <a:pt x="183994" y="629769"/>
                  </a:lnTo>
                  <a:lnTo>
                    <a:pt x="182946" y="629388"/>
                  </a:lnTo>
                  <a:lnTo>
                    <a:pt x="178202" y="620203"/>
                  </a:lnTo>
                  <a:lnTo>
                    <a:pt x="175049" y="615837"/>
                  </a:lnTo>
                  <a:lnTo>
                    <a:pt x="174009" y="615024"/>
                  </a:lnTo>
                  <a:lnTo>
                    <a:pt x="172650" y="614276"/>
                  </a:lnTo>
                  <a:lnTo>
                    <a:pt x="171551" y="615344"/>
                  </a:lnTo>
                  <a:lnTo>
                    <a:pt x="170771" y="616348"/>
                  </a:lnTo>
                  <a:lnTo>
                    <a:pt x="169183" y="617476"/>
                  </a:lnTo>
                  <a:lnTo>
                    <a:pt x="162903" y="616741"/>
                  </a:lnTo>
                  <a:lnTo>
                    <a:pt x="157511" y="618163"/>
                  </a:lnTo>
                  <a:lnTo>
                    <a:pt x="153846" y="619130"/>
                  </a:lnTo>
                  <a:lnTo>
                    <a:pt x="151524" y="620391"/>
                  </a:lnTo>
                  <a:lnTo>
                    <a:pt x="147678" y="625859"/>
                  </a:lnTo>
                  <a:lnTo>
                    <a:pt x="143079" y="631143"/>
                  </a:lnTo>
                  <a:lnTo>
                    <a:pt x="139333" y="633648"/>
                  </a:lnTo>
                  <a:lnTo>
                    <a:pt x="135889" y="636980"/>
                  </a:lnTo>
                  <a:lnTo>
                    <a:pt x="133623" y="637950"/>
                  </a:lnTo>
                  <a:lnTo>
                    <a:pt x="130693" y="638366"/>
                  </a:lnTo>
                  <a:lnTo>
                    <a:pt x="124513" y="636767"/>
                  </a:lnTo>
                  <a:lnTo>
                    <a:pt x="122405" y="637953"/>
                  </a:lnTo>
                  <a:lnTo>
                    <a:pt x="119043" y="644125"/>
                  </a:lnTo>
                  <a:lnTo>
                    <a:pt x="118045" y="645623"/>
                  </a:lnTo>
                  <a:lnTo>
                    <a:pt x="116150" y="647334"/>
                  </a:lnTo>
                  <a:lnTo>
                    <a:pt x="111268" y="655261"/>
                  </a:lnTo>
                  <a:lnTo>
                    <a:pt x="109017" y="656958"/>
                  </a:lnTo>
                  <a:lnTo>
                    <a:pt x="107562" y="657497"/>
                  </a:lnTo>
                  <a:lnTo>
                    <a:pt x="106317" y="659177"/>
                  </a:lnTo>
                  <a:lnTo>
                    <a:pt x="105186" y="662550"/>
                  </a:lnTo>
                  <a:lnTo>
                    <a:pt x="103658" y="671914"/>
                  </a:lnTo>
                  <a:lnTo>
                    <a:pt x="102708" y="676349"/>
                  </a:lnTo>
                  <a:lnTo>
                    <a:pt x="100612" y="683439"/>
                  </a:lnTo>
                  <a:lnTo>
                    <a:pt x="99232" y="685800"/>
                  </a:lnTo>
                  <a:lnTo>
                    <a:pt x="97873" y="685480"/>
                  </a:lnTo>
                  <a:lnTo>
                    <a:pt x="96356" y="687930"/>
                  </a:lnTo>
                  <a:lnTo>
                    <a:pt x="95010" y="685338"/>
                  </a:lnTo>
                  <a:lnTo>
                    <a:pt x="93934" y="684842"/>
                  </a:lnTo>
                  <a:lnTo>
                    <a:pt x="92221" y="685050"/>
                  </a:lnTo>
                  <a:lnTo>
                    <a:pt x="86198" y="688033"/>
                  </a:lnTo>
                  <a:lnTo>
                    <a:pt x="85334" y="684565"/>
                  </a:lnTo>
                  <a:lnTo>
                    <a:pt x="84231" y="684043"/>
                  </a:lnTo>
                  <a:lnTo>
                    <a:pt x="82147" y="684213"/>
                  </a:lnTo>
                  <a:lnTo>
                    <a:pt x="79027" y="683157"/>
                  </a:lnTo>
                  <a:lnTo>
                    <a:pt x="73350" y="684473"/>
                  </a:lnTo>
                  <a:lnTo>
                    <a:pt x="70620" y="685904"/>
                  </a:lnTo>
                  <a:lnTo>
                    <a:pt x="69541" y="687185"/>
                  </a:lnTo>
                  <a:lnTo>
                    <a:pt x="67532" y="686368"/>
                  </a:lnTo>
                  <a:lnTo>
                    <a:pt x="64116" y="687528"/>
                  </a:lnTo>
                  <a:lnTo>
                    <a:pt x="62915" y="689502"/>
                  </a:lnTo>
                  <a:lnTo>
                    <a:pt x="62011" y="691265"/>
                  </a:lnTo>
                  <a:lnTo>
                    <a:pt x="60237" y="699158"/>
                  </a:lnTo>
                  <a:lnTo>
                    <a:pt x="58286" y="701763"/>
                  </a:lnTo>
                  <a:lnTo>
                    <a:pt x="56687" y="701850"/>
                  </a:lnTo>
                  <a:lnTo>
                    <a:pt x="54899" y="702456"/>
                  </a:lnTo>
                  <a:lnTo>
                    <a:pt x="51292" y="710057"/>
                  </a:lnTo>
                  <a:lnTo>
                    <a:pt x="47595" y="717429"/>
                  </a:lnTo>
                  <a:lnTo>
                    <a:pt x="46354" y="718217"/>
                  </a:lnTo>
                  <a:lnTo>
                    <a:pt x="44975" y="719450"/>
                  </a:lnTo>
                  <a:lnTo>
                    <a:pt x="43171" y="720038"/>
                  </a:lnTo>
                  <a:lnTo>
                    <a:pt x="42272" y="720713"/>
                  </a:lnTo>
                  <a:lnTo>
                    <a:pt x="38062" y="718820"/>
                  </a:lnTo>
                  <a:lnTo>
                    <a:pt x="35384" y="718610"/>
                  </a:lnTo>
                  <a:lnTo>
                    <a:pt x="32036" y="717467"/>
                  </a:lnTo>
                  <a:lnTo>
                    <a:pt x="29151" y="713860"/>
                  </a:lnTo>
                  <a:lnTo>
                    <a:pt x="26936" y="711768"/>
                  </a:lnTo>
                  <a:lnTo>
                    <a:pt x="24433" y="703821"/>
                  </a:lnTo>
                  <a:lnTo>
                    <a:pt x="22883" y="700857"/>
                  </a:lnTo>
                  <a:lnTo>
                    <a:pt x="20120" y="697256"/>
                  </a:lnTo>
                  <a:lnTo>
                    <a:pt x="19324" y="697392"/>
                  </a:lnTo>
                  <a:lnTo>
                    <a:pt x="18680" y="698376"/>
                  </a:lnTo>
                  <a:lnTo>
                    <a:pt x="17535" y="695836"/>
                  </a:lnTo>
                  <a:lnTo>
                    <a:pt x="17505" y="692564"/>
                  </a:lnTo>
                  <a:lnTo>
                    <a:pt x="17195" y="689788"/>
                  </a:lnTo>
                  <a:lnTo>
                    <a:pt x="17217" y="682490"/>
                  </a:lnTo>
                  <a:lnTo>
                    <a:pt x="17391" y="673954"/>
                  </a:lnTo>
                  <a:lnTo>
                    <a:pt x="18402" y="675873"/>
                  </a:lnTo>
                  <a:lnTo>
                    <a:pt x="19197" y="677740"/>
                  </a:lnTo>
                  <a:lnTo>
                    <a:pt x="20900" y="677636"/>
                  </a:lnTo>
                  <a:lnTo>
                    <a:pt x="22405" y="674428"/>
                  </a:lnTo>
                  <a:lnTo>
                    <a:pt x="23262" y="669727"/>
                  </a:lnTo>
                  <a:lnTo>
                    <a:pt x="24017" y="664426"/>
                  </a:lnTo>
                  <a:lnTo>
                    <a:pt x="23900" y="658790"/>
                  </a:lnTo>
                  <a:lnTo>
                    <a:pt x="23397" y="648887"/>
                  </a:lnTo>
                  <a:lnTo>
                    <a:pt x="23741" y="646806"/>
                  </a:lnTo>
                  <a:lnTo>
                    <a:pt x="24256" y="645961"/>
                  </a:lnTo>
                  <a:lnTo>
                    <a:pt x="24424" y="641029"/>
                  </a:lnTo>
                  <a:lnTo>
                    <a:pt x="24546" y="625865"/>
                  </a:lnTo>
                  <a:lnTo>
                    <a:pt x="24165" y="620151"/>
                  </a:lnTo>
                  <a:lnTo>
                    <a:pt x="21821" y="608568"/>
                  </a:lnTo>
                  <a:lnTo>
                    <a:pt x="20280" y="598500"/>
                  </a:lnTo>
                  <a:lnTo>
                    <a:pt x="19151" y="593956"/>
                  </a:lnTo>
                  <a:lnTo>
                    <a:pt x="18200" y="586640"/>
                  </a:lnTo>
                  <a:lnTo>
                    <a:pt x="17398" y="576468"/>
                  </a:lnTo>
                  <a:lnTo>
                    <a:pt x="17151" y="571329"/>
                  </a:lnTo>
                  <a:lnTo>
                    <a:pt x="16894" y="561853"/>
                  </a:lnTo>
                  <a:lnTo>
                    <a:pt x="17175" y="556480"/>
                  </a:lnTo>
                  <a:lnTo>
                    <a:pt x="17056" y="553343"/>
                  </a:lnTo>
                  <a:lnTo>
                    <a:pt x="16074" y="544755"/>
                  </a:lnTo>
                  <a:lnTo>
                    <a:pt x="13878" y="536742"/>
                  </a:lnTo>
                  <a:lnTo>
                    <a:pt x="13515" y="533784"/>
                  </a:lnTo>
                  <a:lnTo>
                    <a:pt x="13526" y="530667"/>
                  </a:lnTo>
                  <a:lnTo>
                    <a:pt x="13003" y="527023"/>
                  </a:lnTo>
                  <a:lnTo>
                    <a:pt x="11235" y="519696"/>
                  </a:lnTo>
                  <a:lnTo>
                    <a:pt x="9424" y="513365"/>
                  </a:lnTo>
                  <a:lnTo>
                    <a:pt x="9120" y="510286"/>
                  </a:lnTo>
                  <a:lnTo>
                    <a:pt x="8783" y="497514"/>
                  </a:lnTo>
                  <a:lnTo>
                    <a:pt x="8107" y="491694"/>
                  </a:lnTo>
                  <a:lnTo>
                    <a:pt x="5043" y="476934"/>
                  </a:lnTo>
                  <a:lnTo>
                    <a:pt x="1425" y="464217"/>
                  </a:lnTo>
                  <a:lnTo>
                    <a:pt x="444" y="459017"/>
                  </a:lnTo>
                  <a:lnTo>
                    <a:pt x="0" y="457268"/>
                  </a:lnTo>
                  <a:lnTo>
                    <a:pt x="249" y="457031"/>
                  </a:lnTo>
                  <a:lnTo>
                    <a:pt x="657" y="457712"/>
                  </a:lnTo>
                  <a:lnTo>
                    <a:pt x="1108" y="458982"/>
                  </a:lnTo>
                  <a:lnTo>
                    <a:pt x="1331" y="459089"/>
                  </a:lnTo>
                  <a:lnTo>
                    <a:pt x="1543" y="458039"/>
                  </a:lnTo>
                  <a:lnTo>
                    <a:pt x="1519" y="455609"/>
                  </a:lnTo>
                  <a:lnTo>
                    <a:pt x="1646" y="454261"/>
                  </a:lnTo>
                  <a:lnTo>
                    <a:pt x="1963" y="455003"/>
                  </a:lnTo>
                  <a:lnTo>
                    <a:pt x="2333" y="457736"/>
                  </a:lnTo>
                  <a:lnTo>
                    <a:pt x="3478" y="464788"/>
                  </a:lnTo>
                  <a:lnTo>
                    <a:pt x="3815" y="468375"/>
                  </a:lnTo>
                  <a:lnTo>
                    <a:pt x="5277" y="469469"/>
                  </a:lnTo>
                  <a:lnTo>
                    <a:pt x="5725" y="468528"/>
                  </a:lnTo>
                  <a:lnTo>
                    <a:pt x="6264" y="466675"/>
                  </a:lnTo>
                  <a:lnTo>
                    <a:pt x="6422" y="461698"/>
                  </a:lnTo>
                  <a:lnTo>
                    <a:pt x="5681" y="459447"/>
                  </a:lnTo>
                  <a:lnTo>
                    <a:pt x="5015" y="458492"/>
                  </a:lnTo>
                  <a:lnTo>
                    <a:pt x="3886" y="454798"/>
                  </a:lnTo>
                  <a:lnTo>
                    <a:pt x="3159" y="448879"/>
                  </a:lnTo>
                  <a:lnTo>
                    <a:pt x="2024" y="443411"/>
                  </a:lnTo>
                  <a:lnTo>
                    <a:pt x="2043" y="441458"/>
                  </a:lnTo>
                  <a:lnTo>
                    <a:pt x="2563" y="440038"/>
                  </a:lnTo>
                  <a:lnTo>
                    <a:pt x="3409" y="440808"/>
                  </a:lnTo>
                  <a:lnTo>
                    <a:pt x="4195" y="443954"/>
                  </a:lnTo>
                  <a:lnTo>
                    <a:pt x="5079" y="446883"/>
                  </a:lnTo>
                  <a:lnTo>
                    <a:pt x="4932" y="452008"/>
                  </a:lnTo>
                  <a:lnTo>
                    <a:pt x="4795" y="453410"/>
                  </a:lnTo>
                  <a:lnTo>
                    <a:pt x="4873" y="454593"/>
                  </a:lnTo>
                  <a:lnTo>
                    <a:pt x="5181" y="455719"/>
                  </a:lnTo>
                  <a:lnTo>
                    <a:pt x="5586" y="456604"/>
                  </a:lnTo>
                  <a:lnTo>
                    <a:pt x="6028" y="455306"/>
                  </a:lnTo>
                  <a:lnTo>
                    <a:pt x="6432" y="452311"/>
                  </a:lnTo>
                  <a:lnTo>
                    <a:pt x="6682" y="452700"/>
                  </a:lnTo>
                  <a:lnTo>
                    <a:pt x="7283" y="459528"/>
                  </a:lnTo>
                  <a:lnTo>
                    <a:pt x="7760" y="461383"/>
                  </a:lnTo>
                  <a:lnTo>
                    <a:pt x="8705" y="463516"/>
                  </a:lnTo>
                  <a:lnTo>
                    <a:pt x="9529" y="461856"/>
                  </a:lnTo>
                  <a:lnTo>
                    <a:pt x="9911" y="460437"/>
                  </a:lnTo>
                  <a:lnTo>
                    <a:pt x="9791" y="455618"/>
                  </a:lnTo>
                  <a:lnTo>
                    <a:pt x="10034" y="450960"/>
                  </a:lnTo>
                  <a:lnTo>
                    <a:pt x="9897" y="447497"/>
                  </a:lnTo>
                  <a:lnTo>
                    <a:pt x="7767" y="438433"/>
                  </a:lnTo>
                  <a:lnTo>
                    <a:pt x="5841" y="427231"/>
                  </a:lnTo>
                  <a:lnTo>
                    <a:pt x="4672" y="421656"/>
                  </a:lnTo>
                  <a:lnTo>
                    <a:pt x="3696" y="413262"/>
                  </a:lnTo>
                  <a:lnTo>
                    <a:pt x="3064" y="410356"/>
                  </a:lnTo>
                  <a:lnTo>
                    <a:pt x="2239" y="405658"/>
                  </a:lnTo>
                  <a:lnTo>
                    <a:pt x="2194" y="400291"/>
                  </a:lnTo>
                  <a:lnTo>
                    <a:pt x="2273" y="396695"/>
                  </a:lnTo>
                  <a:lnTo>
                    <a:pt x="2932" y="388933"/>
                  </a:lnTo>
                  <a:lnTo>
                    <a:pt x="3539" y="384890"/>
                  </a:lnTo>
                  <a:lnTo>
                    <a:pt x="5501" y="375593"/>
                  </a:lnTo>
                  <a:lnTo>
                    <a:pt x="5597" y="371585"/>
                  </a:lnTo>
                  <a:lnTo>
                    <a:pt x="5576" y="368569"/>
                  </a:lnTo>
                  <a:lnTo>
                    <a:pt x="5865" y="363935"/>
                  </a:lnTo>
                  <a:lnTo>
                    <a:pt x="5867" y="360711"/>
                  </a:lnTo>
                  <a:lnTo>
                    <a:pt x="5605" y="357707"/>
                  </a:lnTo>
                  <a:lnTo>
                    <a:pt x="4787" y="352533"/>
                  </a:lnTo>
                  <a:lnTo>
                    <a:pt x="5866" y="343501"/>
                  </a:lnTo>
                  <a:lnTo>
                    <a:pt x="7437" y="331890"/>
                  </a:lnTo>
                  <a:lnTo>
                    <a:pt x="8057" y="330184"/>
                  </a:lnTo>
                  <a:lnTo>
                    <a:pt x="9028" y="328623"/>
                  </a:lnTo>
                  <a:lnTo>
                    <a:pt x="9208" y="331021"/>
                  </a:lnTo>
                  <a:lnTo>
                    <a:pt x="8729" y="339046"/>
                  </a:lnTo>
                  <a:lnTo>
                    <a:pt x="9412" y="343242"/>
                  </a:lnTo>
                  <a:lnTo>
                    <a:pt x="9198" y="347963"/>
                  </a:lnTo>
                  <a:lnTo>
                    <a:pt x="9809" y="347157"/>
                  </a:lnTo>
                  <a:lnTo>
                    <a:pt x="10755" y="346257"/>
                  </a:lnTo>
                  <a:lnTo>
                    <a:pt x="11468" y="343778"/>
                  </a:lnTo>
                  <a:lnTo>
                    <a:pt x="11846" y="341401"/>
                  </a:lnTo>
                  <a:lnTo>
                    <a:pt x="13632" y="331979"/>
                  </a:lnTo>
                  <a:lnTo>
                    <a:pt x="14656" y="328470"/>
                  </a:lnTo>
                  <a:lnTo>
                    <a:pt x="16096" y="325885"/>
                  </a:lnTo>
                  <a:lnTo>
                    <a:pt x="19005" y="322771"/>
                  </a:lnTo>
                  <a:lnTo>
                    <a:pt x="21836" y="318667"/>
                  </a:lnTo>
                  <a:lnTo>
                    <a:pt x="23181" y="314720"/>
                  </a:lnTo>
                  <a:lnTo>
                    <a:pt x="24867" y="311298"/>
                  </a:lnTo>
                  <a:lnTo>
                    <a:pt x="26041" y="307587"/>
                  </a:lnTo>
                  <a:lnTo>
                    <a:pt x="27169" y="305036"/>
                  </a:lnTo>
                  <a:lnTo>
                    <a:pt x="32889" y="295669"/>
                  </a:lnTo>
                  <a:lnTo>
                    <a:pt x="33858" y="293909"/>
                  </a:lnTo>
                  <a:lnTo>
                    <a:pt x="35104" y="293710"/>
                  </a:lnTo>
                  <a:lnTo>
                    <a:pt x="36633" y="294021"/>
                  </a:lnTo>
                  <a:lnTo>
                    <a:pt x="38015" y="293528"/>
                  </a:lnTo>
                  <a:lnTo>
                    <a:pt x="39493" y="295660"/>
                  </a:lnTo>
                  <a:lnTo>
                    <a:pt x="40583" y="295900"/>
                  </a:lnTo>
                  <a:lnTo>
                    <a:pt x="43252" y="293583"/>
                  </a:lnTo>
                  <a:lnTo>
                    <a:pt x="44680" y="291508"/>
                  </a:lnTo>
                  <a:lnTo>
                    <a:pt x="47131" y="286972"/>
                  </a:lnTo>
                  <a:lnTo>
                    <a:pt x="48207" y="285676"/>
                  </a:lnTo>
                  <a:lnTo>
                    <a:pt x="50698" y="284242"/>
                  </a:lnTo>
                  <a:lnTo>
                    <a:pt x="53516" y="282328"/>
                  </a:lnTo>
                  <a:lnTo>
                    <a:pt x="56910" y="274451"/>
                  </a:lnTo>
                  <a:lnTo>
                    <a:pt x="59354" y="274953"/>
                  </a:lnTo>
                  <a:lnTo>
                    <a:pt x="61538" y="275720"/>
                  </a:lnTo>
                  <a:lnTo>
                    <a:pt x="63286" y="273360"/>
                  </a:lnTo>
                  <a:lnTo>
                    <a:pt x="67406" y="271914"/>
                  </a:lnTo>
                  <a:lnTo>
                    <a:pt x="69688" y="269920"/>
                  </a:lnTo>
                  <a:lnTo>
                    <a:pt x="73964" y="264691"/>
                  </a:lnTo>
                  <a:lnTo>
                    <a:pt x="75113" y="262899"/>
                  </a:lnTo>
                  <a:lnTo>
                    <a:pt x="76861" y="259162"/>
                  </a:lnTo>
                  <a:lnTo>
                    <a:pt x="78379" y="254494"/>
                  </a:lnTo>
                  <a:lnTo>
                    <a:pt x="79877" y="248186"/>
                  </a:lnTo>
                  <a:lnTo>
                    <a:pt x="80799" y="242533"/>
                  </a:lnTo>
                  <a:lnTo>
                    <a:pt x="81196" y="239621"/>
                  </a:lnTo>
                  <a:lnTo>
                    <a:pt x="82073" y="234992"/>
                  </a:lnTo>
                  <a:lnTo>
                    <a:pt x="82678" y="231328"/>
                  </a:lnTo>
                  <a:lnTo>
                    <a:pt x="83148" y="229588"/>
                  </a:lnTo>
                  <a:lnTo>
                    <a:pt x="84806" y="227123"/>
                  </a:lnTo>
                  <a:lnTo>
                    <a:pt x="87266" y="220192"/>
                  </a:lnTo>
                  <a:lnTo>
                    <a:pt x="88067" y="218798"/>
                  </a:lnTo>
                  <a:lnTo>
                    <a:pt x="88216" y="216582"/>
                  </a:lnTo>
                  <a:lnTo>
                    <a:pt x="87686" y="215341"/>
                  </a:lnTo>
                  <a:lnTo>
                    <a:pt x="87028" y="214562"/>
                  </a:lnTo>
                  <a:lnTo>
                    <a:pt x="86585" y="207227"/>
                  </a:lnTo>
                  <a:lnTo>
                    <a:pt x="86164" y="202165"/>
                  </a:lnTo>
                  <a:lnTo>
                    <a:pt x="86123" y="198601"/>
                  </a:lnTo>
                  <a:lnTo>
                    <a:pt x="86287" y="195211"/>
                  </a:lnTo>
                  <a:lnTo>
                    <a:pt x="87255" y="189953"/>
                  </a:lnTo>
                  <a:lnTo>
                    <a:pt x="87945" y="187697"/>
                  </a:lnTo>
                  <a:lnTo>
                    <a:pt x="88900" y="185068"/>
                  </a:lnTo>
                  <a:lnTo>
                    <a:pt x="89770" y="184254"/>
                  </a:lnTo>
                  <a:lnTo>
                    <a:pt x="90495" y="181951"/>
                  </a:lnTo>
                  <a:lnTo>
                    <a:pt x="91672" y="179669"/>
                  </a:lnTo>
                  <a:lnTo>
                    <a:pt x="92169" y="177377"/>
                  </a:lnTo>
                  <a:lnTo>
                    <a:pt x="92899" y="172717"/>
                  </a:lnTo>
                  <a:lnTo>
                    <a:pt x="93560" y="169176"/>
                  </a:lnTo>
                  <a:lnTo>
                    <a:pt x="94078" y="169300"/>
                  </a:lnTo>
                  <a:lnTo>
                    <a:pt x="95075" y="177530"/>
                  </a:lnTo>
                  <a:lnTo>
                    <a:pt x="95726" y="181896"/>
                  </a:lnTo>
                  <a:lnTo>
                    <a:pt x="96916" y="187030"/>
                  </a:lnTo>
                  <a:lnTo>
                    <a:pt x="98044" y="194593"/>
                  </a:lnTo>
                  <a:lnTo>
                    <a:pt x="98963" y="198056"/>
                  </a:lnTo>
                  <a:lnTo>
                    <a:pt x="99409" y="200295"/>
                  </a:lnTo>
                  <a:lnTo>
                    <a:pt x="99773" y="201334"/>
                  </a:lnTo>
                  <a:lnTo>
                    <a:pt x="99854" y="199897"/>
                  </a:lnTo>
                  <a:lnTo>
                    <a:pt x="99761" y="198218"/>
                  </a:lnTo>
                  <a:lnTo>
                    <a:pt x="100204" y="192441"/>
                  </a:lnTo>
                  <a:lnTo>
                    <a:pt x="99997" y="188386"/>
                  </a:lnTo>
                  <a:lnTo>
                    <a:pt x="100066" y="186839"/>
                  </a:lnTo>
                  <a:lnTo>
                    <a:pt x="100298" y="186187"/>
                  </a:lnTo>
                  <a:lnTo>
                    <a:pt x="100744" y="186629"/>
                  </a:lnTo>
                  <a:lnTo>
                    <a:pt x="101607" y="188891"/>
                  </a:lnTo>
                  <a:lnTo>
                    <a:pt x="102041" y="189699"/>
                  </a:lnTo>
                  <a:lnTo>
                    <a:pt x="102349" y="189512"/>
                  </a:lnTo>
                  <a:lnTo>
                    <a:pt x="102334" y="185850"/>
                  </a:lnTo>
                  <a:lnTo>
                    <a:pt x="102766" y="183538"/>
                  </a:lnTo>
                  <a:lnTo>
                    <a:pt x="102592" y="181945"/>
                  </a:lnTo>
                  <a:lnTo>
                    <a:pt x="101840" y="182035"/>
                  </a:lnTo>
                  <a:lnTo>
                    <a:pt x="101522" y="180061"/>
                  </a:lnTo>
                  <a:lnTo>
                    <a:pt x="100902" y="177776"/>
                  </a:lnTo>
                  <a:lnTo>
                    <a:pt x="100197" y="176134"/>
                  </a:lnTo>
                  <a:lnTo>
                    <a:pt x="99339" y="172371"/>
                  </a:lnTo>
                  <a:lnTo>
                    <a:pt x="99075" y="170893"/>
                  </a:lnTo>
                  <a:lnTo>
                    <a:pt x="99408" y="170209"/>
                  </a:lnTo>
                  <a:lnTo>
                    <a:pt x="99949" y="170308"/>
                  </a:lnTo>
                  <a:lnTo>
                    <a:pt x="100378" y="168695"/>
                  </a:lnTo>
                  <a:lnTo>
                    <a:pt x="100575" y="166530"/>
                  </a:lnTo>
                  <a:lnTo>
                    <a:pt x="100196" y="163013"/>
                  </a:lnTo>
                  <a:lnTo>
                    <a:pt x="100584" y="161708"/>
                  </a:lnTo>
                  <a:lnTo>
                    <a:pt x="101367" y="162081"/>
                  </a:lnTo>
                  <a:lnTo>
                    <a:pt x="102620" y="167690"/>
                  </a:lnTo>
                  <a:lnTo>
                    <a:pt x="103159" y="167136"/>
                  </a:lnTo>
                  <a:lnTo>
                    <a:pt x="103602" y="164871"/>
                  </a:lnTo>
                  <a:lnTo>
                    <a:pt x="104401" y="164222"/>
                  </a:lnTo>
                  <a:lnTo>
                    <a:pt x="105221" y="164632"/>
                  </a:lnTo>
                  <a:lnTo>
                    <a:pt x="105762" y="166250"/>
                  </a:lnTo>
                  <a:lnTo>
                    <a:pt x="106861" y="167866"/>
                  </a:lnTo>
                  <a:lnTo>
                    <a:pt x="108326" y="167682"/>
                  </a:lnTo>
                  <a:lnTo>
                    <a:pt x="109069" y="168071"/>
                  </a:lnTo>
                  <a:lnTo>
                    <a:pt x="110630" y="167803"/>
                  </a:lnTo>
                  <a:lnTo>
                    <a:pt x="111395" y="168291"/>
                  </a:lnTo>
                  <a:lnTo>
                    <a:pt x="111251" y="167425"/>
                  </a:lnTo>
                  <a:lnTo>
                    <a:pt x="110407" y="166403"/>
                  </a:lnTo>
                  <a:lnTo>
                    <a:pt x="109456" y="166198"/>
                  </a:lnTo>
                  <a:lnTo>
                    <a:pt x="108343" y="166299"/>
                  </a:lnTo>
                  <a:lnTo>
                    <a:pt x="107866" y="165226"/>
                  </a:lnTo>
                  <a:lnTo>
                    <a:pt x="107706" y="162392"/>
                  </a:lnTo>
                  <a:lnTo>
                    <a:pt x="107977" y="160338"/>
                  </a:lnTo>
                  <a:lnTo>
                    <a:pt x="108151" y="159460"/>
                  </a:lnTo>
                  <a:lnTo>
                    <a:pt x="108876" y="159830"/>
                  </a:lnTo>
                  <a:lnTo>
                    <a:pt x="109519" y="159752"/>
                  </a:lnTo>
                  <a:lnTo>
                    <a:pt x="109598" y="156987"/>
                  </a:lnTo>
                  <a:lnTo>
                    <a:pt x="109824" y="154546"/>
                  </a:lnTo>
                  <a:lnTo>
                    <a:pt x="110208" y="152558"/>
                  </a:lnTo>
                  <a:lnTo>
                    <a:pt x="110207" y="150645"/>
                  </a:lnTo>
                  <a:lnTo>
                    <a:pt x="109806" y="151153"/>
                  </a:lnTo>
                  <a:lnTo>
                    <a:pt x="108822" y="155579"/>
                  </a:lnTo>
                  <a:lnTo>
                    <a:pt x="108350" y="151978"/>
                  </a:lnTo>
                  <a:lnTo>
                    <a:pt x="107642" y="149248"/>
                  </a:lnTo>
                  <a:lnTo>
                    <a:pt x="107786" y="145338"/>
                  </a:lnTo>
                  <a:lnTo>
                    <a:pt x="108199" y="141428"/>
                  </a:lnTo>
                  <a:lnTo>
                    <a:pt x="108835" y="140891"/>
                  </a:lnTo>
                  <a:lnTo>
                    <a:pt x="109373" y="141509"/>
                  </a:lnTo>
                  <a:lnTo>
                    <a:pt x="110168" y="139221"/>
                  </a:lnTo>
                  <a:lnTo>
                    <a:pt x="110616" y="137472"/>
                  </a:lnTo>
                  <a:lnTo>
                    <a:pt x="110512" y="136035"/>
                  </a:lnTo>
                  <a:lnTo>
                    <a:pt x="110632" y="134930"/>
                  </a:lnTo>
                  <a:lnTo>
                    <a:pt x="111188" y="135273"/>
                  </a:lnTo>
                  <a:lnTo>
                    <a:pt x="113319" y="138791"/>
                  </a:lnTo>
                  <a:lnTo>
                    <a:pt x="113745" y="140629"/>
                  </a:lnTo>
                  <a:lnTo>
                    <a:pt x="114193" y="139913"/>
                  </a:lnTo>
                  <a:lnTo>
                    <a:pt x="114336" y="137910"/>
                  </a:lnTo>
                  <a:lnTo>
                    <a:pt x="114289" y="135908"/>
                  </a:lnTo>
                  <a:lnTo>
                    <a:pt x="113818" y="136211"/>
                  </a:lnTo>
                  <a:lnTo>
                    <a:pt x="112714" y="136006"/>
                  </a:lnTo>
                  <a:lnTo>
                    <a:pt x="112460" y="134881"/>
                  </a:lnTo>
                  <a:lnTo>
                    <a:pt x="112555" y="133951"/>
                  </a:lnTo>
                  <a:lnTo>
                    <a:pt x="112040" y="131594"/>
                  </a:lnTo>
                  <a:lnTo>
                    <a:pt x="112762" y="130093"/>
                  </a:lnTo>
                  <a:lnTo>
                    <a:pt x="113382" y="129995"/>
                  </a:lnTo>
                  <a:lnTo>
                    <a:pt x="113811" y="128968"/>
                  </a:lnTo>
                  <a:lnTo>
                    <a:pt x="113818" y="127565"/>
                  </a:lnTo>
                  <a:lnTo>
                    <a:pt x="113954" y="126965"/>
                  </a:lnTo>
                  <a:lnTo>
                    <a:pt x="114289" y="127799"/>
                  </a:lnTo>
                  <a:lnTo>
                    <a:pt x="115401" y="128186"/>
                  </a:lnTo>
                  <a:lnTo>
                    <a:pt x="116494" y="130001"/>
                  </a:lnTo>
                  <a:lnTo>
                    <a:pt x="117006" y="130385"/>
                  </a:lnTo>
                  <a:lnTo>
                    <a:pt x="117198" y="129409"/>
                  </a:lnTo>
                  <a:lnTo>
                    <a:pt x="117277" y="127306"/>
                  </a:lnTo>
                  <a:lnTo>
                    <a:pt x="115926" y="125205"/>
                  </a:lnTo>
                  <a:lnTo>
                    <a:pt x="115889" y="123139"/>
                  </a:lnTo>
                  <a:lnTo>
                    <a:pt x="115321" y="120758"/>
                  </a:lnTo>
                  <a:lnTo>
                    <a:pt x="115305" y="118415"/>
                  </a:lnTo>
                  <a:lnTo>
                    <a:pt x="116149" y="116456"/>
                  </a:lnTo>
                  <a:lnTo>
                    <a:pt x="116323" y="114554"/>
                  </a:lnTo>
                  <a:lnTo>
                    <a:pt x="116812" y="113781"/>
                  </a:lnTo>
                  <a:lnTo>
                    <a:pt x="117778" y="113749"/>
                  </a:lnTo>
                  <a:lnTo>
                    <a:pt x="118430" y="112136"/>
                  </a:lnTo>
                  <a:lnTo>
                    <a:pt x="119161" y="111573"/>
                  </a:lnTo>
                  <a:lnTo>
                    <a:pt x="119339" y="107980"/>
                  </a:lnTo>
                  <a:lnTo>
                    <a:pt x="119327" y="105513"/>
                  </a:lnTo>
                  <a:lnTo>
                    <a:pt x="119622" y="104878"/>
                  </a:lnTo>
                  <a:lnTo>
                    <a:pt x="120361" y="105906"/>
                  </a:lnTo>
                  <a:lnTo>
                    <a:pt x="120136" y="108760"/>
                  </a:lnTo>
                  <a:lnTo>
                    <a:pt x="120134" y="111484"/>
                  </a:lnTo>
                  <a:lnTo>
                    <a:pt x="119948" y="112941"/>
                  </a:lnTo>
                  <a:lnTo>
                    <a:pt x="120226" y="112820"/>
                  </a:lnTo>
                  <a:lnTo>
                    <a:pt x="120398" y="112214"/>
                  </a:lnTo>
                  <a:lnTo>
                    <a:pt x="120687" y="110425"/>
                  </a:lnTo>
                  <a:lnTo>
                    <a:pt x="121466" y="111158"/>
                  </a:lnTo>
                  <a:lnTo>
                    <a:pt x="121658" y="113071"/>
                  </a:lnTo>
                  <a:lnTo>
                    <a:pt x="121760" y="114944"/>
                  </a:lnTo>
                  <a:lnTo>
                    <a:pt x="122149" y="115555"/>
                  </a:lnTo>
                  <a:lnTo>
                    <a:pt x="122683" y="112673"/>
                  </a:lnTo>
                  <a:lnTo>
                    <a:pt x="123400" y="111908"/>
                  </a:lnTo>
                  <a:lnTo>
                    <a:pt x="123361" y="108266"/>
                  </a:lnTo>
                  <a:lnTo>
                    <a:pt x="123632" y="105658"/>
                  </a:lnTo>
                  <a:lnTo>
                    <a:pt x="123716" y="103698"/>
                  </a:lnTo>
                  <a:lnTo>
                    <a:pt x="124171" y="102743"/>
                  </a:lnTo>
                  <a:lnTo>
                    <a:pt x="124271" y="100665"/>
                  </a:lnTo>
                  <a:lnTo>
                    <a:pt x="123907" y="99231"/>
                  </a:lnTo>
                  <a:lnTo>
                    <a:pt x="123719" y="96623"/>
                  </a:lnTo>
                  <a:lnTo>
                    <a:pt x="124345" y="96045"/>
                  </a:lnTo>
                  <a:lnTo>
                    <a:pt x="124972" y="97356"/>
                  </a:lnTo>
                  <a:lnTo>
                    <a:pt x="125395" y="100645"/>
                  </a:lnTo>
                  <a:lnTo>
                    <a:pt x="125686" y="102128"/>
                  </a:lnTo>
                  <a:lnTo>
                    <a:pt x="126074" y="101320"/>
                  </a:lnTo>
                  <a:lnTo>
                    <a:pt x="126307" y="99130"/>
                  </a:lnTo>
                  <a:lnTo>
                    <a:pt x="127076" y="97855"/>
                  </a:lnTo>
                  <a:lnTo>
                    <a:pt x="127839" y="99627"/>
                  </a:lnTo>
                  <a:lnTo>
                    <a:pt x="128678" y="102050"/>
                  </a:lnTo>
                  <a:lnTo>
                    <a:pt x="129729" y="99935"/>
                  </a:lnTo>
                  <a:lnTo>
                    <a:pt x="130706" y="95970"/>
                  </a:lnTo>
                  <a:lnTo>
                    <a:pt x="130550" y="93544"/>
                  </a:lnTo>
                  <a:lnTo>
                    <a:pt x="130657" y="91045"/>
                  </a:lnTo>
                  <a:lnTo>
                    <a:pt x="131884" y="89735"/>
                  </a:lnTo>
                  <a:lnTo>
                    <a:pt x="132873" y="90698"/>
                  </a:lnTo>
                  <a:lnTo>
                    <a:pt x="133768" y="93376"/>
                  </a:lnTo>
                  <a:lnTo>
                    <a:pt x="135632" y="95367"/>
                  </a:lnTo>
                  <a:lnTo>
                    <a:pt x="137214" y="98224"/>
                  </a:lnTo>
                  <a:lnTo>
                    <a:pt x="137920" y="100091"/>
                  </a:lnTo>
                  <a:lnTo>
                    <a:pt x="139283" y="103060"/>
                  </a:lnTo>
                  <a:lnTo>
                    <a:pt x="140154" y="106142"/>
                  </a:lnTo>
                  <a:lnTo>
                    <a:pt x="141348" y="111631"/>
                  </a:lnTo>
                  <a:lnTo>
                    <a:pt x="144163" y="118323"/>
                  </a:lnTo>
                  <a:lnTo>
                    <a:pt x="144345" y="119509"/>
                  </a:lnTo>
                  <a:lnTo>
                    <a:pt x="143965" y="121742"/>
                  </a:lnTo>
                  <a:lnTo>
                    <a:pt x="143624" y="124602"/>
                  </a:lnTo>
                  <a:lnTo>
                    <a:pt x="143202" y="129444"/>
                  </a:lnTo>
                  <a:lnTo>
                    <a:pt x="143096" y="136574"/>
                  </a:lnTo>
                  <a:lnTo>
                    <a:pt x="143502" y="136064"/>
                  </a:lnTo>
                  <a:lnTo>
                    <a:pt x="143923" y="133510"/>
                  </a:lnTo>
                  <a:lnTo>
                    <a:pt x="144368" y="134035"/>
                  </a:lnTo>
                  <a:lnTo>
                    <a:pt x="144877" y="135665"/>
                  </a:lnTo>
                  <a:lnTo>
                    <a:pt x="144918" y="134101"/>
                  </a:lnTo>
                  <a:lnTo>
                    <a:pt x="144613" y="133155"/>
                  </a:lnTo>
                  <a:lnTo>
                    <a:pt x="144091" y="129865"/>
                  </a:lnTo>
                  <a:lnTo>
                    <a:pt x="144111" y="128119"/>
                  </a:lnTo>
                  <a:lnTo>
                    <a:pt x="144527" y="126717"/>
                  </a:lnTo>
                  <a:lnTo>
                    <a:pt x="145170" y="125038"/>
                  </a:lnTo>
                  <a:lnTo>
                    <a:pt x="145872" y="123938"/>
                  </a:lnTo>
                  <a:lnTo>
                    <a:pt x="146305" y="122977"/>
                  </a:lnTo>
                  <a:lnTo>
                    <a:pt x="146369" y="121788"/>
                  </a:lnTo>
                  <a:lnTo>
                    <a:pt x="147018" y="120579"/>
                  </a:lnTo>
                  <a:lnTo>
                    <a:pt x="147964" y="120181"/>
                  </a:lnTo>
                  <a:lnTo>
                    <a:pt x="148538" y="120372"/>
                  </a:lnTo>
                  <a:lnTo>
                    <a:pt x="152601" y="123427"/>
                  </a:lnTo>
                  <a:lnTo>
                    <a:pt x="153629" y="126478"/>
                  </a:lnTo>
                  <a:lnTo>
                    <a:pt x="153726" y="130243"/>
                  </a:lnTo>
                  <a:lnTo>
                    <a:pt x="154117" y="131579"/>
                  </a:lnTo>
                  <a:lnTo>
                    <a:pt x="154329" y="129213"/>
                  </a:lnTo>
                  <a:lnTo>
                    <a:pt x="154288" y="124068"/>
                  </a:lnTo>
                  <a:lnTo>
                    <a:pt x="154614" y="123047"/>
                  </a:lnTo>
                  <a:lnTo>
                    <a:pt x="155707" y="123843"/>
                  </a:lnTo>
                  <a:lnTo>
                    <a:pt x="156454" y="124870"/>
                  </a:lnTo>
                  <a:lnTo>
                    <a:pt x="157494" y="128243"/>
                  </a:lnTo>
                  <a:lnTo>
                    <a:pt x="157692" y="129897"/>
                  </a:lnTo>
                  <a:lnTo>
                    <a:pt x="158144" y="130973"/>
                  </a:lnTo>
                  <a:lnTo>
                    <a:pt x="158294" y="129409"/>
                  </a:lnTo>
                  <a:lnTo>
                    <a:pt x="158081" y="127193"/>
                  </a:lnTo>
                  <a:lnTo>
                    <a:pt x="157932" y="124654"/>
                  </a:lnTo>
                  <a:lnTo>
                    <a:pt x="158167" y="122440"/>
                  </a:lnTo>
                  <a:lnTo>
                    <a:pt x="159382" y="122264"/>
                  </a:lnTo>
                  <a:lnTo>
                    <a:pt x="160201" y="121788"/>
                  </a:lnTo>
                  <a:lnTo>
                    <a:pt x="159814" y="120925"/>
                  </a:lnTo>
                  <a:lnTo>
                    <a:pt x="159286" y="120625"/>
                  </a:lnTo>
                  <a:lnTo>
                    <a:pt x="158416" y="118597"/>
                  </a:lnTo>
                  <a:lnTo>
                    <a:pt x="157855" y="116415"/>
                  </a:lnTo>
                  <a:lnTo>
                    <a:pt x="158758" y="114294"/>
                  </a:lnTo>
                  <a:lnTo>
                    <a:pt x="158752" y="113766"/>
                  </a:lnTo>
                  <a:lnTo>
                    <a:pt x="157886" y="113833"/>
                  </a:lnTo>
                  <a:lnTo>
                    <a:pt x="156694" y="111766"/>
                  </a:lnTo>
                  <a:lnTo>
                    <a:pt x="155683" y="108892"/>
                  </a:lnTo>
                  <a:lnTo>
                    <a:pt x="156456" y="103603"/>
                  </a:lnTo>
                  <a:lnTo>
                    <a:pt x="157999" y="98429"/>
                  </a:lnTo>
                  <a:lnTo>
                    <a:pt x="158866" y="96703"/>
                  </a:lnTo>
                  <a:lnTo>
                    <a:pt x="158948" y="94958"/>
                  </a:lnTo>
                  <a:lnTo>
                    <a:pt x="159365" y="91737"/>
                  </a:lnTo>
                  <a:lnTo>
                    <a:pt x="159630" y="89019"/>
                  </a:lnTo>
                  <a:lnTo>
                    <a:pt x="159706" y="86907"/>
                  </a:lnTo>
                  <a:lnTo>
                    <a:pt x="160106" y="84676"/>
                  </a:lnTo>
                  <a:lnTo>
                    <a:pt x="161058" y="82569"/>
                  </a:lnTo>
                  <a:lnTo>
                    <a:pt x="162354" y="81816"/>
                  </a:lnTo>
                  <a:lnTo>
                    <a:pt x="162962" y="80994"/>
                  </a:lnTo>
                  <a:lnTo>
                    <a:pt x="163572" y="79052"/>
                  </a:lnTo>
                  <a:lnTo>
                    <a:pt x="164153" y="76677"/>
                  </a:lnTo>
                  <a:lnTo>
                    <a:pt x="162953" y="72046"/>
                  </a:lnTo>
                  <a:lnTo>
                    <a:pt x="163052" y="69495"/>
                  </a:lnTo>
                  <a:lnTo>
                    <a:pt x="163272" y="66488"/>
                  </a:lnTo>
                  <a:lnTo>
                    <a:pt x="164712" y="64286"/>
                  </a:lnTo>
                  <a:lnTo>
                    <a:pt x="165500" y="58523"/>
                  </a:lnTo>
                  <a:lnTo>
                    <a:pt x="166022" y="57658"/>
                  </a:lnTo>
                  <a:lnTo>
                    <a:pt x="167153" y="57828"/>
                  </a:lnTo>
                  <a:lnTo>
                    <a:pt x="167592" y="57311"/>
                  </a:lnTo>
                  <a:lnTo>
                    <a:pt x="167516" y="52715"/>
                  </a:lnTo>
                  <a:lnTo>
                    <a:pt x="167641" y="50934"/>
                  </a:lnTo>
                  <a:lnTo>
                    <a:pt x="168119" y="50221"/>
                  </a:lnTo>
                  <a:lnTo>
                    <a:pt x="168732" y="50836"/>
                  </a:lnTo>
                  <a:lnTo>
                    <a:pt x="169121" y="52833"/>
                  </a:lnTo>
                  <a:lnTo>
                    <a:pt x="169994" y="54680"/>
                  </a:lnTo>
                  <a:lnTo>
                    <a:pt x="170291" y="53670"/>
                  </a:lnTo>
                  <a:lnTo>
                    <a:pt x="170144" y="51644"/>
                  </a:lnTo>
                  <a:lnTo>
                    <a:pt x="170056" y="49047"/>
                  </a:lnTo>
                  <a:lnTo>
                    <a:pt x="170852" y="48487"/>
                  </a:lnTo>
                  <a:lnTo>
                    <a:pt x="171495" y="48328"/>
                  </a:lnTo>
                  <a:lnTo>
                    <a:pt x="171558" y="46207"/>
                  </a:lnTo>
                  <a:lnTo>
                    <a:pt x="171457" y="44516"/>
                  </a:lnTo>
                  <a:lnTo>
                    <a:pt x="171709" y="43801"/>
                  </a:lnTo>
                  <a:lnTo>
                    <a:pt x="173383" y="43454"/>
                  </a:lnTo>
                  <a:lnTo>
                    <a:pt x="173821" y="41714"/>
                  </a:lnTo>
                  <a:lnTo>
                    <a:pt x="174073" y="40202"/>
                  </a:lnTo>
                  <a:lnTo>
                    <a:pt x="174286" y="41031"/>
                  </a:lnTo>
                  <a:lnTo>
                    <a:pt x="174558" y="44404"/>
                  </a:lnTo>
                  <a:lnTo>
                    <a:pt x="175483" y="46381"/>
                  </a:lnTo>
                  <a:lnTo>
                    <a:pt x="178251" y="46415"/>
                  </a:lnTo>
                  <a:lnTo>
                    <a:pt x="179806" y="45050"/>
                  </a:lnTo>
                  <a:lnTo>
                    <a:pt x="180467" y="45858"/>
                  </a:lnTo>
                  <a:lnTo>
                    <a:pt x="181499" y="46493"/>
                  </a:lnTo>
                  <a:lnTo>
                    <a:pt x="182636" y="44903"/>
                  </a:lnTo>
                  <a:lnTo>
                    <a:pt x="183317" y="43694"/>
                  </a:lnTo>
                  <a:lnTo>
                    <a:pt x="184460" y="45264"/>
                  </a:lnTo>
                  <a:lnTo>
                    <a:pt x="184834" y="46917"/>
                  </a:lnTo>
                  <a:lnTo>
                    <a:pt x="185128" y="43408"/>
                  </a:lnTo>
                  <a:lnTo>
                    <a:pt x="185791" y="42182"/>
                  </a:lnTo>
                  <a:lnTo>
                    <a:pt x="186495" y="41455"/>
                  </a:lnTo>
                  <a:lnTo>
                    <a:pt x="187385" y="42041"/>
                  </a:lnTo>
                  <a:lnTo>
                    <a:pt x="187735" y="41844"/>
                  </a:lnTo>
                  <a:lnTo>
                    <a:pt x="186944" y="39236"/>
                  </a:lnTo>
                  <a:lnTo>
                    <a:pt x="186990" y="36858"/>
                  </a:lnTo>
                  <a:lnTo>
                    <a:pt x="186938" y="33346"/>
                  </a:lnTo>
                  <a:lnTo>
                    <a:pt x="187081" y="30134"/>
                  </a:lnTo>
                  <a:lnTo>
                    <a:pt x="187365" y="27826"/>
                  </a:lnTo>
                  <a:lnTo>
                    <a:pt x="185451" y="23171"/>
                  </a:lnTo>
                  <a:lnTo>
                    <a:pt x="183555" y="22467"/>
                  </a:lnTo>
                  <a:lnTo>
                    <a:pt x="182167" y="23443"/>
                  </a:lnTo>
                  <a:lnTo>
                    <a:pt x="181583" y="22675"/>
                  </a:lnTo>
                  <a:lnTo>
                    <a:pt x="180351" y="18947"/>
                  </a:lnTo>
                  <a:lnTo>
                    <a:pt x="179176" y="17585"/>
                  </a:lnTo>
                  <a:lnTo>
                    <a:pt x="179074" y="16667"/>
                  </a:lnTo>
                  <a:lnTo>
                    <a:pt x="180513" y="13992"/>
                  </a:lnTo>
                  <a:lnTo>
                    <a:pt x="181061" y="14451"/>
                  </a:lnTo>
                  <a:lnTo>
                    <a:pt x="181900" y="16956"/>
                  </a:lnTo>
                  <a:lnTo>
                    <a:pt x="182378" y="17841"/>
                  </a:lnTo>
                  <a:lnTo>
                    <a:pt x="182784" y="17660"/>
                  </a:lnTo>
                  <a:lnTo>
                    <a:pt x="183046" y="15703"/>
                  </a:lnTo>
                  <a:lnTo>
                    <a:pt x="183408" y="14676"/>
                  </a:lnTo>
                  <a:lnTo>
                    <a:pt x="184094" y="15253"/>
                  </a:lnTo>
                  <a:lnTo>
                    <a:pt x="186241" y="19489"/>
                  </a:lnTo>
                  <a:lnTo>
                    <a:pt x="187447" y="23587"/>
                  </a:lnTo>
                  <a:lnTo>
                    <a:pt x="188065" y="22505"/>
                  </a:lnTo>
                  <a:lnTo>
                    <a:pt x="189123" y="20205"/>
                  </a:lnTo>
                  <a:lnTo>
                    <a:pt x="190122" y="20684"/>
                  </a:lnTo>
                  <a:lnTo>
                    <a:pt x="190736" y="22029"/>
                  </a:lnTo>
                  <a:lnTo>
                    <a:pt x="191596" y="27021"/>
                  </a:lnTo>
                  <a:lnTo>
                    <a:pt x="192278" y="29500"/>
                  </a:lnTo>
                  <a:lnTo>
                    <a:pt x="193920" y="30166"/>
                  </a:lnTo>
                  <a:lnTo>
                    <a:pt x="194757" y="31115"/>
                  </a:lnTo>
                  <a:lnTo>
                    <a:pt x="195623" y="32766"/>
                  </a:lnTo>
                  <a:lnTo>
                    <a:pt x="196789" y="32622"/>
                  </a:lnTo>
                  <a:lnTo>
                    <a:pt x="199189" y="33234"/>
                  </a:lnTo>
                  <a:lnTo>
                    <a:pt x="201451" y="36428"/>
                  </a:lnTo>
                  <a:lnTo>
                    <a:pt x="202390" y="38425"/>
                  </a:lnTo>
                  <a:lnTo>
                    <a:pt x="203485" y="38959"/>
                  </a:lnTo>
                  <a:lnTo>
                    <a:pt x="204123" y="39755"/>
                  </a:lnTo>
                  <a:lnTo>
                    <a:pt x="205283" y="39995"/>
                  </a:lnTo>
                  <a:lnTo>
                    <a:pt x="207131" y="37735"/>
                  </a:lnTo>
                  <a:lnTo>
                    <a:pt x="207959" y="39813"/>
                  </a:lnTo>
                  <a:lnTo>
                    <a:pt x="208327" y="41227"/>
                  </a:lnTo>
                  <a:lnTo>
                    <a:pt x="210009" y="43922"/>
                  </a:lnTo>
                  <a:lnTo>
                    <a:pt x="211819" y="44747"/>
                  </a:lnTo>
                  <a:lnTo>
                    <a:pt x="213111" y="42015"/>
                  </a:lnTo>
                  <a:lnTo>
                    <a:pt x="214999" y="39989"/>
                  </a:lnTo>
                  <a:lnTo>
                    <a:pt x="216314" y="36901"/>
                  </a:lnTo>
                  <a:lnTo>
                    <a:pt x="217304" y="35450"/>
                  </a:lnTo>
                  <a:lnTo>
                    <a:pt x="218234" y="32928"/>
                  </a:lnTo>
                  <a:lnTo>
                    <a:pt x="218592" y="33049"/>
                  </a:lnTo>
                  <a:lnTo>
                    <a:pt x="217833" y="35404"/>
                  </a:lnTo>
                  <a:lnTo>
                    <a:pt x="217742" y="36740"/>
                  </a:lnTo>
                  <a:lnTo>
                    <a:pt x="218336" y="37297"/>
                  </a:lnTo>
                  <a:lnTo>
                    <a:pt x="218275" y="37983"/>
                  </a:lnTo>
                  <a:lnTo>
                    <a:pt x="217456" y="39816"/>
                  </a:lnTo>
                  <a:lnTo>
                    <a:pt x="216478" y="42675"/>
                  </a:lnTo>
                  <a:lnTo>
                    <a:pt x="216496" y="44398"/>
                  </a:lnTo>
                  <a:lnTo>
                    <a:pt x="216876" y="45339"/>
                  </a:lnTo>
                  <a:lnTo>
                    <a:pt x="217327" y="44920"/>
                  </a:lnTo>
                  <a:lnTo>
                    <a:pt x="217967" y="43472"/>
                  </a:lnTo>
                  <a:lnTo>
                    <a:pt x="218740" y="42693"/>
                  </a:lnTo>
                  <a:lnTo>
                    <a:pt x="219419" y="43853"/>
                  </a:lnTo>
                  <a:lnTo>
                    <a:pt x="219640" y="47973"/>
                  </a:lnTo>
                  <a:lnTo>
                    <a:pt x="220124" y="50680"/>
                  </a:lnTo>
                  <a:lnTo>
                    <a:pt x="221190" y="51055"/>
                  </a:lnTo>
                  <a:lnTo>
                    <a:pt x="221843" y="51015"/>
                  </a:lnTo>
                  <a:lnTo>
                    <a:pt x="222496" y="47226"/>
                  </a:lnTo>
                  <a:lnTo>
                    <a:pt x="222144" y="44000"/>
                  </a:lnTo>
                  <a:lnTo>
                    <a:pt x="221740" y="43310"/>
                  </a:lnTo>
                  <a:lnTo>
                    <a:pt x="221934" y="42087"/>
                  </a:lnTo>
                  <a:lnTo>
                    <a:pt x="223600" y="36763"/>
                  </a:lnTo>
                  <a:lnTo>
                    <a:pt x="224531" y="36944"/>
                  </a:lnTo>
                  <a:lnTo>
                    <a:pt x="225200" y="42144"/>
                  </a:lnTo>
                  <a:lnTo>
                    <a:pt x="226254" y="44889"/>
                  </a:lnTo>
                  <a:lnTo>
                    <a:pt x="227379" y="44672"/>
                  </a:lnTo>
                  <a:lnTo>
                    <a:pt x="227965" y="45394"/>
                  </a:lnTo>
                  <a:lnTo>
                    <a:pt x="228446" y="48536"/>
                  </a:lnTo>
                  <a:lnTo>
                    <a:pt x="224500" y="61371"/>
                  </a:lnTo>
                  <a:lnTo>
                    <a:pt x="224315" y="62806"/>
                  </a:lnTo>
                  <a:lnTo>
                    <a:pt x="224847" y="65134"/>
                  </a:lnTo>
                  <a:lnTo>
                    <a:pt x="225051" y="67858"/>
                  </a:lnTo>
                  <a:lnTo>
                    <a:pt x="223770" y="74400"/>
                  </a:lnTo>
                  <a:lnTo>
                    <a:pt x="223297" y="74723"/>
                  </a:lnTo>
                  <a:lnTo>
                    <a:pt x="222842" y="72957"/>
                  </a:lnTo>
                  <a:lnTo>
                    <a:pt x="222165" y="71823"/>
                  </a:lnTo>
                  <a:lnTo>
                    <a:pt x="221571" y="72620"/>
                  </a:lnTo>
                  <a:lnTo>
                    <a:pt x="220935" y="73096"/>
                  </a:lnTo>
                  <a:lnTo>
                    <a:pt x="218639" y="76738"/>
                  </a:lnTo>
                  <a:lnTo>
                    <a:pt x="218657" y="86113"/>
                  </a:lnTo>
                  <a:lnTo>
                    <a:pt x="219237" y="91685"/>
                  </a:lnTo>
                  <a:lnTo>
                    <a:pt x="218900" y="95370"/>
                  </a:lnTo>
                  <a:lnTo>
                    <a:pt x="218217" y="101820"/>
                  </a:lnTo>
                  <a:lnTo>
                    <a:pt x="217476" y="104215"/>
                  </a:lnTo>
                  <a:lnTo>
                    <a:pt x="216882" y="105764"/>
                  </a:lnTo>
                  <a:lnTo>
                    <a:pt x="214904" y="114580"/>
                  </a:lnTo>
                  <a:lnTo>
                    <a:pt x="214273" y="116698"/>
                  </a:lnTo>
                  <a:lnTo>
                    <a:pt x="213619" y="119699"/>
                  </a:lnTo>
                  <a:lnTo>
                    <a:pt x="213839" y="122579"/>
                  </a:lnTo>
                  <a:lnTo>
                    <a:pt x="214082" y="124573"/>
                  </a:lnTo>
                  <a:lnTo>
                    <a:pt x="214826" y="126856"/>
                  </a:lnTo>
                  <a:lnTo>
                    <a:pt x="217728" y="131576"/>
                  </a:lnTo>
                  <a:lnTo>
                    <a:pt x="219045" y="134829"/>
                  </a:lnTo>
                  <a:lnTo>
                    <a:pt x="221312" y="138765"/>
                  </a:lnTo>
                  <a:lnTo>
                    <a:pt x="221830" y="141477"/>
                  </a:lnTo>
                  <a:lnTo>
                    <a:pt x="222139" y="143690"/>
                  </a:lnTo>
                  <a:lnTo>
                    <a:pt x="223778" y="146207"/>
                  </a:lnTo>
                  <a:lnTo>
                    <a:pt x="224948" y="147722"/>
                  </a:lnTo>
                  <a:lnTo>
                    <a:pt x="225286" y="147332"/>
                  </a:lnTo>
                  <a:lnTo>
                    <a:pt x="225530" y="146807"/>
                  </a:lnTo>
                  <a:lnTo>
                    <a:pt x="225823" y="146801"/>
                  </a:lnTo>
                  <a:lnTo>
                    <a:pt x="226114" y="147093"/>
                  </a:lnTo>
                  <a:lnTo>
                    <a:pt x="226068" y="149063"/>
                  </a:lnTo>
                  <a:lnTo>
                    <a:pt x="225939" y="150143"/>
                  </a:lnTo>
                  <a:lnTo>
                    <a:pt x="226049" y="151516"/>
                  </a:lnTo>
                  <a:lnTo>
                    <a:pt x="226881" y="153268"/>
                  </a:lnTo>
                  <a:lnTo>
                    <a:pt x="228208" y="153213"/>
                  </a:lnTo>
                  <a:lnTo>
                    <a:pt x="228972" y="152797"/>
                  </a:lnTo>
                  <a:lnTo>
                    <a:pt x="229815" y="154659"/>
                  </a:lnTo>
                  <a:lnTo>
                    <a:pt x="230575" y="155865"/>
                  </a:lnTo>
                  <a:lnTo>
                    <a:pt x="231829" y="158352"/>
                  </a:lnTo>
                  <a:lnTo>
                    <a:pt x="234012" y="161330"/>
                  </a:lnTo>
                  <a:lnTo>
                    <a:pt x="235717" y="163278"/>
                  </a:lnTo>
                  <a:lnTo>
                    <a:pt x="237727" y="170475"/>
                  </a:lnTo>
                  <a:lnTo>
                    <a:pt x="239253" y="174625"/>
                  </a:lnTo>
                  <a:lnTo>
                    <a:pt x="240920" y="177620"/>
                  </a:lnTo>
                  <a:lnTo>
                    <a:pt x="243426" y="179723"/>
                  </a:lnTo>
                  <a:lnTo>
                    <a:pt x="244580" y="179377"/>
                  </a:lnTo>
                  <a:lnTo>
                    <a:pt x="246451" y="181824"/>
                  </a:lnTo>
                  <a:lnTo>
                    <a:pt x="248273" y="182967"/>
                  </a:lnTo>
                  <a:lnTo>
                    <a:pt x="249239" y="186358"/>
                  </a:lnTo>
                  <a:lnTo>
                    <a:pt x="249568" y="188929"/>
                  </a:lnTo>
                  <a:lnTo>
                    <a:pt x="249660" y="190900"/>
                  </a:lnTo>
                  <a:lnTo>
                    <a:pt x="250567" y="195652"/>
                  </a:lnTo>
                  <a:lnTo>
                    <a:pt x="252414" y="197187"/>
                  </a:lnTo>
                  <a:lnTo>
                    <a:pt x="254809" y="201920"/>
                  </a:lnTo>
                  <a:lnTo>
                    <a:pt x="256778" y="204006"/>
                  </a:lnTo>
                  <a:lnTo>
                    <a:pt x="257273" y="205256"/>
                  </a:lnTo>
                  <a:lnTo>
                    <a:pt x="258137" y="206704"/>
                  </a:lnTo>
                  <a:lnTo>
                    <a:pt x="259808" y="206756"/>
                  </a:lnTo>
                  <a:lnTo>
                    <a:pt x="262706" y="204396"/>
                  </a:lnTo>
                  <a:lnTo>
                    <a:pt x="264026" y="202009"/>
                  </a:lnTo>
                  <a:lnTo>
                    <a:pt x="265776" y="198189"/>
                  </a:lnTo>
                  <a:lnTo>
                    <a:pt x="266597" y="191633"/>
                  </a:lnTo>
                  <a:lnTo>
                    <a:pt x="267079" y="186372"/>
                  </a:lnTo>
                  <a:lnTo>
                    <a:pt x="269513" y="175487"/>
                  </a:lnTo>
                  <a:lnTo>
                    <a:pt x="270207" y="170088"/>
                  </a:lnTo>
                  <a:lnTo>
                    <a:pt x="270825" y="162926"/>
                  </a:lnTo>
                  <a:lnTo>
                    <a:pt x="271366" y="158448"/>
                  </a:lnTo>
                  <a:lnTo>
                    <a:pt x="271186" y="153577"/>
                  </a:lnTo>
                  <a:lnTo>
                    <a:pt x="271747" y="144729"/>
                  </a:lnTo>
                  <a:lnTo>
                    <a:pt x="272996" y="132618"/>
                  </a:lnTo>
                  <a:lnTo>
                    <a:pt x="273419" y="128518"/>
                  </a:lnTo>
                  <a:lnTo>
                    <a:pt x="273208" y="122492"/>
                  </a:lnTo>
                  <a:lnTo>
                    <a:pt x="272433" y="111186"/>
                  </a:lnTo>
                  <a:lnTo>
                    <a:pt x="272780" y="107279"/>
                  </a:lnTo>
                  <a:lnTo>
                    <a:pt x="273120" y="101811"/>
                  </a:lnTo>
                  <a:lnTo>
                    <a:pt x="272553" y="97846"/>
                  </a:lnTo>
                  <a:lnTo>
                    <a:pt x="272027" y="95131"/>
                  </a:lnTo>
                  <a:lnTo>
                    <a:pt x="271949" y="91313"/>
                  </a:lnTo>
                  <a:lnTo>
                    <a:pt x="272541" y="84110"/>
                  </a:lnTo>
                  <a:lnTo>
                    <a:pt x="273066" y="80307"/>
                  </a:lnTo>
                  <a:lnTo>
                    <a:pt x="273611" y="75402"/>
                  </a:lnTo>
                  <a:lnTo>
                    <a:pt x="273305" y="66075"/>
                  </a:lnTo>
                  <a:lnTo>
                    <a:pt x="274468" y="62826"/>
                  </a:lnTo>
                  <a:lnTo>
                    <a:pt x="274926" y="61207"/>
                  </a:lnTo>
                  <a:lnTo>
                    <a:pt x="275825" y="61193"/>
                  </a:lnTo>
                  <a:lnTo>
                    <a:pt x="276253" y="61923"/>
                  </a:lnTo>
                  <a:lnTo>
                    <a:pt x="276345" y="60059"/>
                  </a:lnTo>
                  <a:lnTo>
                    <a:pt x="275990" y="58330"/>
                  </a:lnTo>
                  <a:lnTo>
                    <a:pt x="275850" y="56319"/>
                  </a:lnTo>
                  <a:lnTo>
                    <a:pt x="275598" y="55297"/>
                  </a:lnTo>
                  <a:lnTo>
                    <a:pt x="275044" y="54939"/>
                  </a:lnTo>
                  <a:lnTo>
                    <a:pt x="274584" y="53840"/>
                  </a:lnTo>
                  <a:lnTo>
                    <a:pt x="273921" y="52717"/>
                  </a:lnTo>
                  <a:lnTo>
                    <a:pt x="274026" y="48571"/>
                  </a:lnTo>
                  <a:lnTo>
                    <a:pt x="275152" y="40563"/>
                  </a:lnTo>
                  <a:lnTo>
                    <a:pt x="275775" y="37475"/>
                  </a:lnTo>
                  <a:lnTo>
                    <a:pt x="276183" y="38765"/>
                  </a:lnTo>
                  <a:lnTo>
                    <a:pt x="276646" y="39801"/>
                  </a:lnTo>
                  <a:lnTo>
                    <a:pt x="276710" y="37496"/>
                  </a:lnTo>
                  <a:lnTo>
                    <a:pt x="276554" y="35129"/>
                  </a:lnTo>
                  <a:lnTo>
                    <a:pt x="277409" y="27315"/>
                  </a:lnTo>
                  <a:lnTo>
                    <a:pt x="278355" y="16722"/>
                  </a:lnTo>
                  <a:lnTo>
                    <a:pt x="278638" y="7069"/>
                  </a:lnTo>
                  <a:lnTo>
                    <a:pt x="280158" y="5225"/>
                  </a:lnTo>
                  <a:lnTo>
                    <a:pt x="280931" y="2804"/>
                  </a:lnTo>
                  <a:lnTo>
                    <a:pt x="281408" y="0"/>
                  </a:lnTo>
                  <a:lnTo>
                    <a:pt x="282257" y="0"/>
                  </a:lnTo>
                  <a:lnTo>
                    <a:pt x="282836" y="1209"/>
                  </a:lnTo>
                  <a:lnTo>
                    <a:pt x="282455" y="3312"/>
                  </a:lnTo>
                  <a:lnTo>
                    <a:pt x="282333" y="4937"/>
                  </a:lnTo>
                  <a:lnTo>
                    <a:pt x="283971" y="8957"/>
                  </a:lnTo>
                  <a:lnTo>
                    <a:pt x="284515" y="12056"/>
                  </a:lnTo>
                  <a:lnTo>
                    <a:pt x="284742" y="14970"/>
                  </a:lnTo>
                  <a:lnTo>
                    <a:pt x="285064" y="17717"/>
                  </a:lnTo>
                  <a:lnTo>
                    <a:pt x="285219" y="21420"/>
                  </a:lnTo>
                  <a:lnTo>
                    <a:pt x="285197" y="27332"/>
                  </a:lnTo>
                  <a:lnTo>
                    <a:pt x="285408" y="32919"/>
                  </a:lnTo>
                  <a:lnTo>
                    <a:pt x="285999" y="34673"/>
                  </a:lnTo>
                  <a:lnTo>
                    <a:pt x="286522" y="35805"/>
                  </a:lnTo>
                  <a:lnTo>
                    <a:pt x="287272" y="3595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4189189" y="3947053"/>
              <a:ext cx="1435" cy="5023"/>
            </a:xfrm>
            <a:custGeom>
              <a:avLst/>
              <a:pathLst>
                <a:path w="1435" h="5023">
                  <a:moveTo>
                    <a:pt x="1435" y="3332"/>
                  </a:moveTo>
                  <a:lnTo>
                    <a:pt x="633" y="5023"/>
                  </a:lnTo>
                  <a:lnTo>
                    <a:pt x="112" y="4135"/>
                  </a:lnTo>
                  <a:lnTo>
                    <a:pt x="0" y="2259"/>
                  </a:lnTo>
                  <a:lnTo>
                    <a:pt x="53" y="1437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4189859" y="3933710"/>
              <a:ext cx="1383" cy="3361"/>
            </a:xfrm>
            <a:custGeom>
              <a:avLst/>
              <a:pathLst>
                <a:path w="1383" h="3361">
                  <a:moveTo>
                    <a:pt x="1383" y="1529"/>
                  </a:moveTo>
                  <a:lnTo>
                    <a:pt x="810" y="3361"/>
                  </a:lnTo>
                  <a:lnTo>
                    <a:pt x="202" y="2813"/>
                  </a:lnTo>
                  <a:lnTo>
                    <a:pt x="0" y="1740"/>
                  </a:lnTo>
                  <a:lnTo>
                    <a:pt x="227" y="265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4188922" y="3931090"/>
              <a:ext cx="907" cy="3826"/>
            </a:xfrm>
            <a:custGeom>
              <a:avLst/>
              <a:pathLst>
                <a:path w="907" h="3826">
                  <a:moveTo>
                    <a:pt x="672" y="3024"/>
                  </a:moveTo>
                  <a:lnTo>
                    <a:pt x="426" y="3826"/>
                  </a:lnTo>
                  <a:lnTo>
                    <a:pt x="0" y="2069"/>
                  </a:lnTo>
                  <a:lnTo>
                    <a:pt x="492" y="0"/>
                  </a:lnTo>
                  <a:lnTo>
                    <a:pt x="907" y="98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2914403" y="2186134"/>
              <a:ext cx="73288" cy="76869"/>
            </a:xfrm>
            <a:custGeom>
              <a:avLst/>
              <a:pathLst>
                <a:path w="73288" h="76869">
                  <a:moveTo>
                    <a:pt x="71420" y="11887"/>
                  </a:moveTo>
                  <a:lnTo>
                    <a:pt x="71379" y="12190"/>
                  </a:lnTo>
                  <a:lnTo>
                    <a:pt x="71327" y="13302"/>
                  </a:lnTo>
                  <a:lnTo>
                    <a:pt x="70953" y="14703"/>
                  </a:lnTo>
                  <a:lnTo>
                    <a:pt x="70551" y="16539"/>
                  </a:lnTo>
                  <a:lnTo>
                    <a:pt x="70577" y="18149"/>
                  </a:lnTo>
                  <a:lnTo>
                    <a:pt x="71608" y="23728"/>
                  </a:lnTo>
                  <a:lnTo>
                    <a:pt x="72524" y="27122"/>
                  </a:lnTo>
                  <a:lnTo>
                    <a:pt x="72697" y="28413"/>
                  </a:lnTo>
                  <a:lnTo>
                    <a:pt x="73288" y="29406"/>
                  </a:lnTo>
                  <a:lnTo>
                    <a:pt x="72727" y="30657"/>
                  </a:lnTo>
                  <a:lnTo>
                    <a:pt x="72618" y="32511"/>
                  </a:lnTo>
                  <a:lnTo>
                    <a:pt x="72255" y="33336"/>
                  </a:lnTo>
                  <a:lnTo>
                    <a:pt x="72160" y="34395"/>
                  </a:lnTo>
                  <a:lnTo>
                    <a:pt x="72312" y="35357"/>
                  </a:lnTo>
                  <a:lnTo>
                    <a:pt x="72309" y="36562"/>
                  </a:lnTo>
                  <a:lnTo>
                    <a:pt x="72511" y="38223"/>
                  </a:lnTo>
                  <a:lnTo>
                    <a:pt x="71616" y="38585"/>
                  </a:lnTo>
                  <a:lnTo>
                    <a:pt x="70551" y="38527"/>
                  </a:lnTo>
                  <a:lnTo>
                    <a:pt x="70170" y="38624"/>
                  </a:lnTo>
                  <a:lnTo>
                    <a:pt x="69813" y="39077"/>
                  </a:lnTo>
                  <a:lnTo>
                    <a:pt x="69444" y="38852"/>
                  </a:lnTo>
                  <a:lnTo>
                    <a:pt x="68482" y="37294"/>
                  </a:lnTo>
                  <a:lnTo>
                    <a:pt x="67938" y="36953"/>
                  </a:lnTo>
                  <a:lnTo>
                    <a:pt x="67554" y="37047"/>
                  </a:lnTo>
                  <a:lnTo>
                    <a:pt x="67267" y="37724"/>
                  </a:lnTo>
                  <a:lnTo>
                    <a:pt x="66772" y="38592"/>
                  </a:lnTo>
                  <a:lnTo>
                    <a:pt x="66308" y="39201"/>
                  </a:lnTo>
                  <a:lnTo>
                    <a:pt x="66412" y="39738"/>
                  </a:lnTo>
                  <a:lnTo>
                    <a:pt x="68408" y="41139"/>
                  </a:lnTo>
                  <a:lnTo>
                    <a:pt x="68762" y="43291"/>
                  </a:lnTo>
                  <a:lnTo>
                    <a:pt x="68378" y="45047"/>
                  </a:lnTo>
                  <a:lnTo>
                    <a:pt x="68247" y="45906"/>
                  </a:lnTo>
                  <a:lnTo>
                    <a:pt x="67780" y="46583"/>
                  </a:lnTo>
                  <a:lnTo>
                    <a:pt x="67206" y="47177"/>
                  </a:lnTo>
                  <a:lnTo>
                    <a:pt x="66515" y="47325"/>
                  </a:lnTo>
                  <a:lnTo>
                    <a:pt x="66433" y="48273"/>
                  </a:lnTo>
                  <a:lnTo>
                    <a:pt x="66705" y="51060"/>
                  </a:lnTo>
                  <a:lnTo>
                    <a:pt x="66485" y="51663"/>
                  </a:lnTo>
                  <a:lnTo>
                    <a:pt x="66265" y="52528"/>
                  </a:lnTo>
                  <a:lnTo>
                    <a:pt x="66472" y="54820"/>
                  </a:lnTo>
                  <a:lnTo>
                    <a:pt x="66899" y="54983"/>
                  </a:lnTo>
                  <a:lnTo>
                    <a:pt x="66994" y="55506"/>
                  </a:lnTo>
                  <a:lnTo>
                    <a:pt x="66918" y="56434"/>
                  </a:lnTo>
                  <a:lnTo>
                    <a:pt x="66843" y="57421"/>
                  </a:lnTo>
                  <a:lnTo>
                    <a:pt x="66692" y="58467"/>
                  </a:lnTo>
                  <a:lnTo>
                    <a:pt x="66616" y="58930"/>
                  </a:lnTo>
                  <a:lnTo>
                    <a:pt x="66333" y="59220"/>
                  </a:lnTo>
                  <a:lnTo>
                    <a:pt x="65448" y="59066"/>
                  </a:lnTo>
                  <a:lnTo>
                    <a:pt x="64685" y="59960"/>
                  </a:lnTo>
                  <a:lnTo>
                    <a:pt x="63152" y="63171"/>
                  </a:lnTo>
                  <a:lnTo>
                    <a:pt x="62615" y="63716"/>
                  </a:lnTo>
                  <a:lnTo>
                    <a:pt x="62035" y="65000"/>
                  </a:lnTo>
                  <a:lnTo>
                    <a:pt x="62070" y="67822"/>
                  </a:lnTo>
                  <a:lnTo>
                    <a:pt x="61991" y="68078"/>
                  </a:lnTo>
                  <a:lnTo>
                    <a:pt x="61850" y="68656"/>
                  </a:lnTo>
                  <a:lnTo>
                    <a:pt x="59953" y="67678"/>
                  </a:lnTo>
                  <a:lnTo>
                    <a:pt x="58725" y="68042"/>
                  </a:lnTo>
                  <a:lnTo>
                    <a:pt x="57886" y="69336"/>
                  </a:lnTo>
                  <a:lnTo>
                    <a:pt x="56867" y="70075"/>
                  </a:lnTo>
                  <a:lnTo>
                    <a:pt x="54730" y="69681"/>
                  </a:lnTo>
                  <a:lnTo>
                    <a:pt x="52650" y="70183"/>
                  </a:lnTo>
                  <a:lnTo>
                    <a:pt x="52157" y="70559"/>
                  </a:lnTo>
                  <a:lnTo>
                    <a:pt x="51618" y="70776"/>
                  </a:lnTo>
                  <a:lnTo>
                    <a:pt x="51112" y="71527"/>
                  </a:lnTo>
                  <a:lnTo>
                    <a:pt x="50822" y="72588"/>
                  </a:lnTo>
                  <a:lnTo>
                    <a:pt x="50305" y="73931"/>
                  </a:lnTo>
                  <a:lnTo>
                    <a:pt x="49569" y="74986"/>
                  </a:lnTo>
                  <a:lnTo>
                    <a:pt x="48769" y="75794"/>
                  </a:lnTo>
                  <a:lnTo>
                    <a:pt x="48579" y="76478"/>
                  </a:lnTo>
                  <a:lnTo>
                    <a:pt x="48316" y="76869"/>
                  </a:lnTo>
                  <a:lnTo>
                    <a:pt x="47871" y="76357"/>
                  </a:lnTo>
                  <a:lnTo>
                    <a:pt x="47509" y="76384"/>
                  </a:lnTo>
                  <a:lnTo>
                    <a:pt x="47067" y="76035"/>
                  </a:lnTo>
                  <a:lnTo>
                    <a:pt x="45600" y="75657"/>
                  </a:lnTo>
                  <a:lnTo>
                    <a:pt x="43987" y="75031"/>
                  </a:lnTo>
                  <a:lnTo>
                    <a:pt x="43219" y="74432"/>
                  </a:lnTo>
                  <a:lnTo>
                    <a:pt x="42346" y="73959"/>
                  </a:lnTo>
                  <a:lnTo>
                    <a:pt x="41409" y="73573"/>
                  </a:lnTo>
                  <a:lnTo>
                    <a:pt x="40568" y="73483"/>
                  </a:lnTo>
                  <a:lnTo>
                    <a:pt x="40146" y="73306"/>
                  </a:lnTo>
                  <a:lnTo>
                    <a:pt x="38127" y="72263"/>
                  </a:lnTo>
                  <a:lnTo>
                    <a:pt x="36796" y="72194"/>
                  </a:lnTo>
                  <a:lnTo>
                    <a:pt x="35039" y="71758"/>
                  </a:lnTo>
                  <a:lnTo>
                    <a:pt x="31547" y="70186"/>
                  </a:lnTo>
                  <a:lnTo>
                    <a:pt x="30530" y="69548"/>
                  </a:lnTo>
                  <a:lnTo>
                    <a:pt x="29558" y="69352"/>
                  </a:lnTo>
                  <a:lnTo>
                    <a:pt x="28410" y="68808"/>
                  </a:lnTo>
                  <a:lnTo>
                    <a:pt x="27536" y="67918"/>
                  </a:lnTo>
                  <a:lnTo>
                    <a:pt x="26976" y="66228"/>
                  </a:lnTo>
                  <a:lnTo>
                    <a:pt x="26379" y="63980"/>
                  </a:lnTo>
                  <a:lnTo>
                    <a:pt x="25284" y="61044"/>
                  </a:lnTo>
                  <a:lnTo>
                    <a:pt x="25060" y="59581"/>
                  </a:lnTo>
                  <a:lnTo>
                    <a:pt x="25394" y="58298"/>
                  </a:lnTo>
                  <a:lnTo>
                    <a:pt x="25738" y="57332"/>
                  </a:lnTo>
                  <a:lnTo>
                    <a:pt x="25698" y="56915"/>
                  </a:lnTo>
                  <a:lnTo>
                    <a:pt x="25432" y="56704"/>
                  </a:lnTo>
                  <a:lnTo>
                    <a:pt x="23510" y="57958"/>
                  </a:lnTo>
                  <a:lnTo>
                    <a:pt x="21646" y="59542"/>
                  </a:lnTo>
                  <a:lnTo>
                    <a:pt x="20913" y="59584"/>
                  </a:lnTo>
                  <a:lnTo>
                    <a:pt x="20202" y="59232"/>
                  </a:lnTo>
                  <a:lnTo>
                    <a:pt x="19261" y="59207"/>
                  </a:lnTo>
                  <a:lnTo>
                    <a:pt x="18354" y="59631"/>
                  </a:lnTo>
                  <a:lnTo>
                    <a:pt x="16539" y="59849"/>
                  </a:lnTo>
                  <a:lnTo>
                    <a:pt x="15476" y="61016"/>
                  </a:lnTo>
                  <a:lnTo>
                    <a:pt x="14799" y="63293"/>
                  </a:lnTo>
                  <a:lnTo>
                    <a:pt x="14430" y="65130"/>
                  </a:lnTo>
                  <a:lnTo>
                    <a:pt x="14124" y="65720"/>
                  </a:lnTo>
                  <a:lnTo>
                    <a:pt x="13491" y="65942"/>
                  </a:lnTo>
                  <a:lnTo>
                    <a:pt x="12544" y="65772"/>
                  </a:lnTo>
                  <a:lnTo>
                    <a:pt x="11880" y="65238"/>
                  </a:lnTo>
                  <a:lnTo>
                    <a:pt x="11202" y="63670"/>
                  </a:lnTo>
                  <a:lnTo>
                    <a:pt x="10149" y="63453"/>
                  </a:lnTo>
                  <a:lnTo>
                    <a:pt x="9184" y="63412"/>
                  </a:lnTo>
                  <a:lnTo>
                    <a:pt x="8929" y="63122"/>
                  </a:lnTo>
                  <a:lnTo>
                    <a:pt x="8946" y="62103"/>
                  </a:lnTo>
                  <a:lnTo>
                    <a:pt x="8564" y="60183"/>
                  </a:lnTo>
                  <a:lnTo>
                    <a:pt x="7935" y="59581"/>
                  </a:lnTo>
                  <a:lnTo>
                    <a:pt x="6304" y="63198"/>
                  </a:lnTo>
                  <a:lnTo>
                    <a:pt x="5859" y="63518"/>
                  </a:lnTo>
                  <a:lnTo>
                    <a:pt x="4545" y="62518"/>
                  </a:lnTo>
                  <a:lnTo>
                    <a:pt x="3400" y="60972"/>
                  </a:lnTo>
                  <a:lnTo>
                    <a:pt x="3274" y="59841"/>
                  </a:lnTo>
                  <a:lnTo>
                    <a:pt x="3088" y="58913"/>
                  </a:lnTo>
                  <a:lnTo>
                    <a:pt x="2124" y="58034"/>
                  </a:lnTo>
                  <a:lnTo>
                    <a:pt x="921" y="57433"/>
                  </a:lnTo>
                  <a:lnTo>
                    <a:pt x="540" y="57435"/>
                  </a:lnTo>
                  <a:lnTo>
                    <a:pt x="689" y="56890"/>
                  </a:lnTo>
                  <a:lnTo>
                    <a:pt x="831" y="55965"/>
                  </a:lnTo>
                  <a:lnTo>
                    <a:pt x="741" y="55228"/>
                  </a:lnTo>
                  <a:lnTo>
                    <a:pt x="460" y="54465"/>
                  </a:lnTo>
                  <a:lnTo>
                    <a:pt x="305" y="53649"/>
                  </a:lnTo>
                  <a:lnTo>
                    <a:pt x="260" y="52859"/>
                  </a:lnTo>
                  <a:lnTo>
                    <a:pt x="174" y="52212"/>
                  </a:lnTo>
                  <a:lnTo>
                    <a:pt x="122" y="51606"/>
                  </a:lnTo>
                  <a:lnTo>
                    <a:pt x="33" y="51130"/>
                  </a:lnTo>
                  <a:lnTo>
                    <a:pt x="817" y="47554"/>
                  </a:lnTo>
                  <a:lnTo>
                    <a:pt x="979" y="45330"/>
                  </a:lnTo>
                  <a:lnTo>
                    <a:pt x="291" y="44027"/>
                  </a:lnTo>
                  <a:lnTo>
                    <a:pt x="0" y="43641"/>
                  </a:lnTo>
                  <a:lnTo>
                    <a:pt x="239" y="43351"/>
                  </a:lnTo>
                  <a:lnTo>
                    <a:pt x="1216" y="43592"/>
                  </a:lnTo>
                  <a:lnTo>
                    <a:pt x="1837" y="42856"/>
                  </a:lnTo>
                  <a:lnTo>
                    <a:pt x="2162" y="42124"/>
                  </a:lnTo>
                  <a:lnTo>
                    <a:pt x="3029" y="42811"/>
                  </a:lnTo>
                  <a:lnTo>
                    <a:pt x="4302" y="44199"/>
                  </a:lnTo>
                  <a:lnTo>
                    <a:pt x="4903" y="45137"/>
                  </a:lnTo>
                  <a:lnTo>
                    <a:pt x="5151" y="45861"/>
                  </a:lnTo>
                  <a:lnTo>
                    <a:pt x="5289" y="46468"/>
                  </a:lnTo>
                  <a:lnTo>
                    <a:pt x="5213" y="47507"/>
                  </a:lnTo>
                  <a:lnTo>
                    <a:pt x="5503" y="47914"/>
                  </a:lnTo>
                  <a:lnTo>
                    <a:pt x="6102" y="48071"/>
                  </a:lnTo>
                  <a:lnTo>
                    <a:pt x="6501" y="48392"/>
                  </a:lnTo>
                  <a:lnTo>
                    <a:pt x="6361" y="49758"/>
                  </a:lnTo>
                  <a:lnTo>
                    <a:pt x="6335" y="50892"/>
                  </a:lnTo>
                  <a:lnTo>
                    <a:pt x="6889" y="50735"/>
                  </a:lnTo>
                  <a:lnTo>
                    <a:pt x="7582" y="49869"/>
                  </a:lnTo>
                  <a:lnTo>
                    <a:pt x="8124" y="48314"/>
                  </a:lnTo>
                  <a:lnTo>
                    <a:pt x="8458" y="46809"/>
                  </a:lnTo>
                  <a:lnTo>
                    <a:pt x="8713" y="43143"/>
                  </a:lnTo>
                  <a:lnTo>
                    <a:pt x="8800" y="42833"/>
                  </a:lnTo>
                  <a:lnTo>
                    <a:pt x="9217" y="43121"/>
                  </a:lnTo>
                  <a:lnTo>
                    <a:pt x="10908" y="42961"/>
                  </a:lnTo>
                  <a:lnTo>
                    <a:pt x="11705" y="43643"/>
                  </a:lnTo>
                  <a:lnTo>
                    <a:pt x="12969" y="43759"/>
                  </a:lnTo>
                  <a:lnTo>
                    <a:pt x="12945" y="44333"/>
                  </a:lnTo>
                  <a:lnTo>
                    <a:pt x="13169" y="45229"/>
                  </a:lnTo>
                  <a:lnTo>
                    <a:pt x="13729" y="46522"/>
                  </a:lnTo>
                  <a:lnTo>
                    <a:pt x="14005" y="47366"/>
                  </a:lnTo>
                  <a:lnTo>
                    <a:pt x="14593" y="47515"/>
                  </a:lnTo>
                  <a:lnTo>
                    <a:pt x="15497" y="47049"/>
                  </a:lnTo>
                  <a:lnTo>
                    <a:pt x="16027" y="46567"/>
                  </a:lnTo>
                  <a:lnTo>
                    <a:pt x="16226" y="46909"/>
                  </a:lnTo>
                  <a:lnTo>
                    <a:pt x="17053" y="46575"/>
                  </a:lnTo>
                  <a:lnTo>
                    <a:pt x="17786" y="45531"/>
                  </a:lnTo>
                  <a:lnTo>
                    <a:pt x="17967" y="44736"/>
                  </a:lnTo>
                  <a:lnTo>
                    <a:pt x="18707" y="44176"/>
                  </a:lnTo>
                  <a:lnTo>
                    <a:pt x="19707" y="42886"/>
                  </a:lnTo>
                  <a:lnTo>
                    <a:pt x="21080" y="41889"/>
                  </a:lnTo>
                  <a:lnTo>
                    <a:pt x="25587" y="40824"/>
                  </a:lnTo>
                  <a:lnTo>
                    <a:pt x="25762" y="40021"/>
                  </a:lnTo>
                  <a:lnTo>
                    <a:pt x="25695" y="38178"/>
                  </a:lnTo>
                  <a:lnTo>
                    <a:pt x="25815" y="37907"/>
                  </a:lnTo>
                  <a:lnTo>
                    <a:pt x="26383" y="38366"/>
                  </a:lnTo>
                  <a:lnTo>
                    <a:pt x="27294" y="38796"/>
                  </a:lnTo>
                  <a:lnTo>
                    <a:pt x="27992" y="39448"/>
                  </a:lnTo>
                  <a:lnTo>
                    <a:pt x="28445" y="40299"/>
                  </a:lnTo>
                  <a:lnTo>
                    <a:pt x="28865" y="40334"/>
                  </a:lnTo>
                  <a:lnTo>
                    <a:pt x="29516" y="39738"/>
                  </a:lnTo>
                  <a:lnTo>
                    <a:pt x="30396" y="39353"/>
                  </a:lnTo>
                  <a:lnTo>
                    <a:pt x="31219" y="40237"/>
                  </a:lnTo>
                  <a:lnTo>
                    <a:pt x="31457" y="41194"/>
                  </a:lnTo>
                  <a:lnTo>
                    <a:pt x="31312" y="41684"/>
                  </a:lnTo>
                  <a:lnTo>
                    <a:pt x="31328" y="42460"/>
                  </a:lnTo>
                  <a:lnTo>
                    <a:pt x="31584" y="43110"/>
                  </a:lnTo>
                  <a:lnTo>
                    <a:pt x="32252" y="44166"/>
                  </a:lnTo>
                  <a:lnTo>
                    <a:pt x="33109" y="45075"/>
                  </a:lnTo>
                  <a:lnTo>
                    <a:pt x="33554" y="45004"/>
                  </a:lnTo>
                  <a:lnTo>
                    <a:pt x="33720" y="44119"/>
                  </a:lnTo>
                  <a:lnTo>
                    <a:pt x="33877" y="42017"/>
                  </a:lnTo>
                  <a:lnTo>
                    <a:pt x="33937" y="39772"/>
                  </a:lnTo>
                  <a:lnTo>
                    <a:pt x="33739" y="38484"/>
                  </a:lnTo>
                  <a:lnTo>
                    <a:pt x="33277" y="38168"/>
                  </a:lnTo>
                  <a:lnTo>
                    <a:pt x="32725" y="38067"/>
                  </a:lnTo>
                  <a:lnTo>
                    <a:pt x="32432" y="37800"/>
                  </a:lnTo>
                  <a:lnTo>
                    <a:pt x="32535" y="37093"/>
                  </a:lnTo>
                  <a:lnTo>
                    <a:pt x="32976" y="35262"/>
                  </a:lnTo>
                  <a:lnTo>
                    <a:pt x="32970" y="32814"/>
                  </a:lnTo>
                  <a:lnTo>
                    <a:pt x="31973" y="30030"/>
                  </a:lnTo>
                  <a:lnTo>
                    <a:pt x="31110" y="27337"/>
                  </a:lnTo>
                  <a:lnTo>
                    <a:pt x="31112" y="26420"/>
                  </a:lnTo>
                  <a:lnTo>
                    <a:pt x="31631" y="24829"/>
                  </a:lnTo>
                  <a:lnTo>
                    <a:pt x="32431" y="23562"/>
                  </a:lnTo>
                  <a:lnTo>
                    <a:pt x="34206" y="21453"/>
                  </a:lnTo>
                  <a:lnTo>
                    <a:pt x="34766" y="21014"/>
                  </a:lnTo>
                  <a:lnTo>
                    <a:pt x="35486" y="20661"/>
                  </a:lnTo>
                  <a:lnTo>
                    <a:pt x="36520" y="19794"/>
                  </a:lnTo>
                  <a:lnTo>
                    <a:pt x="37018" y="18903"/>
                  </a:lnTo>
                  <a:lnTo>
                    <a:pt x="37352" y="17935"/>
                  </a:lnTo>
                  <a:lnTo>
                    <a:pt x="37837" y="12900"/>
                  </a:lnTo>
                  <a:lnTo>
                    <a:pt x="37951" y="12685"/>
                  </a:lnTo>
                  <a:lnTo>
                    <a:pt x="38095" y="12389"/>
                  </a:lnTo>
                  <a:lnTo>
                    <a:pt x="39907" y="14126"/>
                  </a:lnTo>
                  <a:lnTo>
                    <a:pt x="40071" y="13839"/>
                  </a:lnTo>
                  <a:lnTo>
                    <a:pt x="40376" y="13555"/>
                  </a:lnTo>
                  <a:lnTo>
                    <a:pt x="40966" y="12223"/>
                  </a:lnTo>
                  <a:lnTo>
                    <a:pt x="41096" y="11212"/>
                  </a:lnTo>
                  <a:lnTo>
                    <a:pt x="41083" y="9299"/>
                  </a:lnTo>
                  <a:lnTo>
                    <a:pt x="41135" y="7494"/>
                  </a:lnTo>
                  <a:lnTo>
                    <a:pt x="41249" y="6919"/>
                  </a:lnTo>
                  <a:lnTo>
                    <a:pt x="41522" y="7128"/>
                  </a:lnTo>
                  <a:lnTo>
                    <a:pt x="42302" y="8069"/>
                  </a:lnTo>
                  <a:lnTo>
                    <a:pt x="42922" y="9121"/>
                  </a:lnTo>
                  <a:lnTo>
                    <a:pt x="43502" y="11779"/>
                  </a:lnTo>
                  <a:lnTo>
                    <a:pt x="44855" y="12486"/>
                  </a:lnTo>
                  <a:lnTo>
                    <a:pt x="46564" y="12555"/>
                  </a:lnTo>
                  <a:lnTo>
                    <a:pt x="47174" y="11372"/>
                  </a:lnTo>
                  <a:lnTo>
                    <a:pt x="47728" y="11098"/>
                  </a:lnTo>
                  <a:lnTo>
                    <a:pt x="48355" y="11458"/>
                  </a:lnTo>
                  <a:lnTo>
                    <a:pt x="49676" y="11875"/>
                  </a:lnTo>
                  <a:lnTo>
                    <a:pt x="49823" y="9727"/>
                  </a:lnTo>
                  <a:lnTo>
                    <a:pt x="50586" y="7498"/>
                  </a:lnTo>
                  <a:lnTo>
                    <a:pt x="50931" y="6710"/>
                  </a:lnTo>
                  <a:lnTo>
                    <a:pt x="51899" y="6788"/>
                  </a:lnTo>
                  <a:lnTo>
                    <a:pt x="52138" y="5123"/>
                  </a:lnTo>
                  <a:lnTo>
                    <a:pt x="52376" y="507"/>
                  </a:lnTo>
                  <a:lnTo>
                    <a:pt x="52581" y="0"/>
                  </a:lnTo>
                  <a:lnTo>
                    <a:pt x="53286" y="96"/>
                  </a:lnTo>
                  <a:lnTo>
                    <a:pt x="53987" y="939"/>
                  </a:lnTo>
                  <a:lnTo>
                    <a:pt x="54198" y="1620"/>
                  </a:lnTo>
                  <a:lnTo>
                    <a:pt x="54563" y="1565"/>
                  </a:lnTo>
                  <a:lnTo>
                    <a:pt x="55073" y="1100"/>
                  </a:lnTo>
                  <a:lnTo>
                    <a:pt x="55633" y="800"/>
                  </a:lnTo>
                  <a:lnTo>
                    <a:pt x="56517" y="1292"/>
                  </a:lnTo>
                  <a:lnTo>
                    <a:pt x="58406" y="3390"/>
                  </a:lnTo>
                  <a:lnTo>
                    <a:pt x="59381" y="4156"/>
                  </a:lnTo>
                  <a:lnTo>
                    <a:pt x="59999" y="4009"/>
                  </a:lnTo>
                  <a:lnTo>
                    <a:pt x="60577" y="4038"/>
                  </a:lnTo>
                  <a:lnTo>
                    <a:pt x="62808" y="7279"/>
                  </a:lnTo>
                  <a:lnTo>
                    <a:pt x="64366" y="7733"/>
                  </a:lnTo>
                  <a:lnTo>
                    <a:pt x="65788" y="7746"/>
                  </a:lnTo>
                  <a:lnTo>
                    <a:pt x="66246" y="6768"/>
                  </a:lnTo>
                  <a:lnTo>
                    <a:pt x="66852" y="5940"/>
                  </a:lnTo>
                  <a:lnTo>
                    <a:pt x="67483" y="6054"/>
                  </a:lnTo>
                  <a:lnTo>
                    <a:pt x="68035" y="6478"/>
                  </a:lnTo>
                  <a:lnTo>
                    <a:pt x="69109" y="7886"/>
                  </a:lnTo>
                  <a:lnTo>
                    <a:pt x="69607" y="8247"/>
                  </a:lnTo>
                  <a:lnTo>
                    <a:pt x="70268" y="8475"/>
                  </a:lnTo>
                  <a:lnTo>
                    <a:pt x="70753" y="8788"/>
                  </a:lnTo>
                  <a:lnTo>
                    <a:pt x="71182" y="112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3253230" y="2459048"/>
              <a:ext cx="12941" cy="26220"/>
            </a:xfrm>
            <a:custGeom>
              <a:avLst/>
              <a:pathLst>
                <a:path w="12941" h="26220">
                  <a:moveTo>
                    <a:pt x="12941" y="26220"/>
                  </a:moveTo>
                  <a:lnTo>
                    <a:pt x="11090" y="25330"/>
                  </a:lnTo>
                  <a:lnTo>
                    <a:pt x="7755" y="23412"/>
                  </a:lnTo>
                  <a:lnTo>
                    <a:pt x="6839" y="22424"/>
                  </a:lnTo>
                  <a:lnTo>
                    <a:pt x="5969" y="19775"/>
                  </a:lnTo>
                  <a:lnTo>
                    <a:pt x="5453" y="18497"/>
                  </a:lnTo>
                  <a:lnTo>
                    <a:pt x="4688" y="16856"/>
                  </a:lnTo>
                  <a:lnTo>
                    <a:pt x="4060" y="16237"/>
                  </a:lnTo>
                  <a:lnTo>
                    <a:pt x="3585" y="15094"/>
                  </a:lnTo>
                  <a:lnTo>
                    <a:pt x="3315" y="13402"/>
                  </a:lnTo>
                  <a:lnTo>
                    <a:pt x="2916" y="11886"/>
                  </a:lnTo>
                  <a:lnTo>
                    <a:pt x="2229" y="10094"/>
                  </a:lnTo>
                  <a:lnTo>
                    <a:pt x="672" y="4019"/>
                  </a:lnTo>
                  <a:lnTo>
                    <a:pt x="470" y="3389"/>
                  </a:lnTo>
                  <a:lnTo>
                    <a:pt x="145" y="2377"/>
                  </a:lnTo>
                  <a:lnTo>
                    <a:pt x="0" y="1820"/>
                  </a:lnTo>
                  <a:lnTo>
                    <a:pt x="951" y="1359"/>
                  </a:lnTo>
                  <a:lnTo>
                    <a:pt x="2532" y="0"/>
                  </a:lnTo>
                  <a:lnTo>
                    <a:pt x="2962" y="659"/>
                  </a:lnTo>
                  <a:lnTo>
                    <a:pt x="3425" y="2032"/>
                  </a:lnTo>
                  <a:lnTo>
                    <a:pt x="3656" y="3207"/>
                  </a:lnTo>
                  <a:lnTo>
                    <a:pt x="3697" y="5391"/>
                  </a:lnTo>
                  <a:lnTo>
                    <a:pt x="3886" y="5748"/>
                  </a:lnTo>
                  <a:lnTo>
                    <a:pt x="4655" y="5013"/>
                  </a:lnTo>
                  <a:lnTo>
                    <a:pt x="4999" y="5896"/>
                  </a:lnTo>
                  <a:lnTo>
                    <a:pt x="5591" y="6951"/>
                  </a:lnTo>
                  <a:lnTo>
                    <a:pt x="6619" y="7997"/>
                  </a:lnTo>
                  <a:lnTo>
                    <a:pt x="8099" y="6362"/>
                  </a:lnTo>
                  <a:lnTo>
                    <a:pt x="8836" y="5941"/>
                  </a:lnTo>
                  <a:lnTo>
                    <a:pt x="9442" y="5974"/>
                  </a:lnTo>
                  <a:lnTo>
                    <a:pt x="9769" y="6486"/>
                  </a:lnTo>
                  <a:lnTo>
                    <a:pt x="9884" y="8185"/>
                  </a:lnTo>
                  <a:lnTo>
                    <a:pt x="9766" y="10280"/>
                  </a:lnTo>
                  <a:lnTo>
                    <a:pt x="9594" y="11425"/>
                  </a:lnTo>
                  <a:lnTo>
                    <a:pt x="9905" y="12261"/>
                  </a:lnTo>
                  <a:lnTo>
                    <a:pt x="11120" y="14278"/>
                  </a:lnTo>
                  <a:lnTo>
                    <a:pt x="11624" y="15402"/>
                  </a:lnTo>
                  <a:lnTo>
                    <a:pt x="11378" y="17345"/>
                  </a:lnTo>
                  <a:lnTo>
                    <a:pt x="12282" y="22090"/>
                  </a:lnTo>
                  <a:lnTo>
                    <a:pt x="12585" y="2394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3255062" y="2420030"/>
              <a:ext cx="671" cy="2061"/>
            </a:xfrm>
            <a:custGeom>
              <a:avLst/>
              <a:pathLst>
                <a:path w="671" h="2061">
                  <a:moveTo>
                    <a:pt x="97" y="1724"/>
                  </a:moveTo>
                  <a:lnTo>
                    <a:pt x="0" y="973"/>
                  </a:lnTo>
                  <a:lnTo>
                    <a:pt x="24" y="187"/>
                  </a:lnTo>
                  <a:lnTo>
                    <a:pt x="340" y="0"/>
                  </a:lnTo>
                  <a:lnTo>
                    <a:pt x="598" y="224"/>
                  </a:lnTo>
                  <a:lnTo>
                    <a:pt x="671" y="937"/>
                  </a:lnTo>
                  <a:lnTo>
                    <a:pt x="622" y="1724"/>
                  </a:lnTo>
                  <a:lnTo>
                    <a:pt x="414" y="206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3255471" y="2396232"/>
              <a:ext cx="51573" cy="103192"/>
            </a:xfrm>
            <a:custGeom>
              <a:avLst/>
              <a:pathLst>
                <a:path w="51573" h="103192">
                  <a:moveTo>
                    <a:pt x="34335" y="1373"/>
                  </a:moveTo>
                  <a:lnTo>
                    <a:pt x="35217" y="3083"/>
                  </a:lnTo>
                  <a:lnTo>
                    <a:pt x="36748" y="7723"/>
                  </a:lnTo>
                  <a:lnTo>
                    <a:pt x="38930" y="15276"/>
                  </a:lnTo>
                  <a:lnTo>
                    <a:pt x="39466" y="17412"/>
                  </a:lnTo>
                  <a:lnTo>
                    <a:pt x="39818" y="19892"/>
                  </a:lnTo>
                  <a:lnTo>
                    <a:pt x="40121" y="22896"/>
                  </a:lnTo>
                  <a:lnTo>
                    <a:pt x="40618" y="25552"/>
                  </a:lnTo>
                  <a:lnTo>
                    <a:pt x="42832" y="32241"/>
                  </a:lnTo>
                  <a:lnTo>
                    <a:pt x="43788" y="34710"/>
                  </a:lnTo>
                  <a:lnTo>
                    <a:pt x="45347" y="37907"/>
                  </a:lnTo>
                  <a:lnTo>
                    <a:pt x="45901" y="38620"/>
                  </a:lnTo>
                  <a:lnTo>
                    <a:pt x="46630" y="38820"/>
                  </a:lnTo>
                  <a:lnTo>
                    <a:pt x="47965" y="38832"/>
                  </a:lnTo>
                  <a:lnTo>
                    <a:pt x="49200" y="40081"/>
                  </a:lnTo>
                  <a:lnTo>
                    <a:pt x="49809" y="40960"/>
                  </a:lnTo>
                  <a:lnTo>
                    <a:pt x="50439" y="42231"/>
                  </a:lnTo>
                  <a:lnTo>
                    <a:pt x="51005" y="43695"/>
                  </a:lnTo>
                  <a:lnTo>
                    <a:pt x="51573" y="47617"/>
                  </a:lnTo>
                  <a:lnTo>
                    <a:pt x="49431" y="46324"/>
                  </a:lnTo>
                  <a:lnTo>
                    <a:pt x="47275" y="46526"/>
                  </a:lnTo>
                  <a:lnTo>
                    <a:pt x="46055" y="47369"/>
                  </a:lnTo>
                  <a:lnTo>
                    <a:pt x="44873" y="48517"/>
                  </a:lnTo>
                  <a:lnTo>
                    <a:pt x="43740" y="50139"/>
                  </a:lnTo>
                  <a:lnTo>
                    <a:pt x="43030" y="53298"/>
                  </a:lnTo>
                  <a:lnTo>
                    <a:pt x="42432" y="60608"/>
                  </a:lnTo>
                  <a:lnTo>
                    <a:pt x="41560" y="67449"/>
                  </a:lnTo>
                  <a:lnTo>
                    <a:pt x="41590" y="70614"/>
                  </a:lnTo>
                  <a:lnTo>
                    <a:pt x="41973" y="73653"/>
                  </a:lnTo>
                  <a:lnTo>
                    <a:pt x="41929" y="75096"/>
                  </a:lnTo>
                  <a:lnTo>
                    <a:pt x="41529" y="75706"/>
                  </a:lnTo>
                  <a:lnTo>
                    <a:pt x="41030" y="76999"/>
                  </a:lnTo>
                  <a:lnTo>
                    <a:pt x="40362" y="83278"/>
                  </a:lnTo>
                  <a:lnTo>
                    <a:pt x="40030" y="84530"/>
                  </a:lnTo>
                  <a:lnTo>
                    <a:pt x="39604" y="85309"/>
                  </a:lnTo>
                  <a:lnTo>
                    <a:pt x="39486" y="84566"/>
                  </a:lnTo>
                  <a:lnTo>
                    <a:pt x="39511" y="82922"/>
                  </a:lnTo>
                  <a:lnTo>
                    <a:pt x="38571" y="81466"/>
                  </a:lnTo>
                  <a:lnTo>
                    <a:pt x="38073" y="83098"/>
                  </a:lnTo>
                  <a:lnTo>
                    <a:pt x="37731" y="86555"/>
                  </a:lnTo>
                  <a:lnTo>
                    <a:pt x="37042" y="90188"/>
                  </a:lnTo>
                  <a:lnTo>
                    <a:pt x="37007" y="90882"/>
                  </a:lnTo>
                  <a:lnTo>
                    <a:pt x="37179" y="102105"/>
                  </a:lnTo>
                  <a:lnTo>
                    <a:pt x="36906" y="102053"/>
                  </a:lnTo>
                  <a:lnTo>
                    <a:pt x="34937" y="103192"/>
                  </a:lnTo>
                  <a:lnTo>
                    <a:pt x="34525" y="102827"/>
                  </a:lnTo>
                  <a:lnTo>
                    <a:pt x="32840" y="97651"/>
                  </a:lnTo>
                  <a:lnTo>
                    <a:pt x="32493" y="97078"/>
                  </a:lnTo>
                  <a:lnTo>
                    <a:pt x="31765" y="96846"/>
                  </a:lnTo>
                  <a:lnTo>
                    <a:pt x="31340" y="95995"/>
                  </a:lnTo>
                  <a:lnTo>
                    <a:pt x="30992" y="94608"/>
                  </a:lnTo>
                  <a:lnTo>
                    <a:pt x="30795" y="93577"/>
                  </a:lnTo>
                  <a:lnTo>
                    <a:pt x="29051" y="90772"/>
                  </a:lnTo>
                  <a:lnTo>
                    <a:pt x="28794" y="89746"/>
                  </a:lnTo>
                  <a:lnTo>
                    <a:pt x="28757" y="88844"/>
                  </a:lnTo>
                  <a:lnTo>
                    <a:pt x="29013" y="88031"/>
                  </a:lnTo>
                  <a:lnTo>
                    <a:pt x="29309" y="87345"/>
                  </a:lnTo>
                  <a:lnTo>
                    <a:pt x="30160" y="86647"/>
                  </a:lnTo>
                  <a:lnTo>
                    <a:pt x="31154" y="86047"/>
                  </a:lnTo>
                  <a:lnTo>
                    <a:pt x="31472" y="85614"/>
                  </a:lnTo>
                  <a:lnTo>
                    <a:pt x="31635" y="84868"/>
                  </a:lnTo>
                  <a:lnTo>
                    <a:pt x="31625" y="83673"/>
                  </a:lnTo>
                  <a:lnTo>
                    <a:pt x="31463" y="82496"/>
                  </a:lnTo>
                  <a:lnTo>
                    <a:pt x="30034" y="80353"/>
                  </a:lnTo>
                  <a:lnTo>
                    <a:pt x="29877" y="79431"/>
                  </a:lnTo>
                  <a:lnTo>
                    <a:pt x="29831" y="78300"/>
                  </a:lnTo>
                  <a:lnTo>
                    <a:pt x="29913" y="77118"/>
                  </a:lnTo>
                  <a:lnTo>
                    <a:pt x="30135" y="76195"/>
                  </a:lnTo>
                  <a:lnTo>
                    <a:pt x="31300" y="74936"/>
                  </a:lnTo>
                  <a:lnTo>
                    <a:pt x="31925" y="73633"/>
                  </a:lnTo>
                  <a:lnTo>
                    <a:pt x="31536" y="72177"/>
                  </a:lnTo>
                  <a:lnTo>
                    <a:pt x="30280" y="68861"/>
                  </a:lnTo>
                  <a:lnTo>
                    <a:pt x="28788" y="65215"/>
                  </a:lnTo>
                  <a:lnTo>
                    <a:pt x="27792" y="65182"/>
                  </a:lnTo>
                  <a:lnTo>
                    <a:pt x="26644" y="66260"/>
                  </a:lnTo>
                  <a:lnTo>
                    <a:pt x="24807" y="69369"/>
                  </a:lnTo>
                  <a:lnTo>
                    <a:pt x="23791" y="70699"/>
                  </a:lnTo>
                  <a:lnTo>
                    <a:pt x="22468" y="72900"/>
                  </a:lnTo>
                  <a:lnTo>
                    <a:pt x="21025" y="75350"/>
                  </a:lnTo>
                  <a:lnTo>
                    <a:pt x="19843" y="77952"/>
                  </a:lnTo>
                  <a:lnTo>
                    <a:pt x="19107" y="80101"/>
                  </a:lnTo>
                  <a:lnTo>
                    <a:pt x="17796" y="81039"/>
                  </a:lnTo>
                  <a:lnTo>
                    <a:pt x="17129" y="82842"/>
                  </a:lnTo>
                  <a:lnTo>
                    <a:pt x="14934" y="88250"/>
                  </a:lnTo>
                  <a:lnTo>
                    <a:pt x="14317" y="88182"/>
                  </a:lnTo>
                  <a:lnTo>
                    <a:pt x="14279" y="85500"/>
                  </a:lnTo>
                  <a:lnTo>
                    <a:pt x="14309" y="83373"/>
                  </a:lnTo>
                  <a:lnTo>
                    <a:pt x="14170" y="82148"/>
                  </a:lnTo>
                  <a:lnTo>
                    <a:pt x="13460" y="80470"/>
                  </a:lnTo>
                  <a:lnTo>
                    <a:pt x="13448" y="79746"/>
                  </a:lnTo>
                  <a:lnTo>
                    <a:pt x="13641" y="79297"/>
                  </a:lnTo>
                  <a:lnTo>
                    <a:pt x="14187" y="79568"/>
                  </a:lnTo>
                  <a:lnTo>
                    <a:pt x="14888" y="79473"/>
                  </a:lnTo>
                  <a:lnTo>
                    <a:pt x="15222" y="78815"/>
                  </a:lnTo>
                  <a:lnTo>
                    <a:pt x="14471" y="76603"/>
                  </a:lnTo>
                  <a:lnTo>
                    <a:pt x="13804" y="75126"/>
                  </a:lnTo>
                  <a:lnTo>
                    <a:pt x="13238" y="74129"/>
                  </a:lnTo>
                  <a:lnTo>
                    <a:pt x="13111" y="73532"/>
                  </a:lnTo>
                  <a:lnTo>
                    <a:pt x="13110" y="73109"/>
                  </a:lnTo>
                  <a:lnTo>
                    <a:pt x="13231" y="72604"/>
                  </a:lnTo>
                  <a:lnTo>
                    <a:pt x="14197" y="71386"/>
                  </a:lnTo>
                  <a:lnTo>
                    <a:pt x="14292" y="70271"/>
                  </a:lnTo>
                  <a:lnTo>
                    <a:pt x="14228" y="69020"/>
                  </a:lnTo>
                  <a:lnTo>
                    <a:pt x="12693" y="67180"/>
                  </a:lnTo>
                  <a:lnTo>
                    <a:pt x="11542" y="67858"/>
                  </a:lnTo>
                  <a:lnTo>
                    <a:pt x="10512" y="65791"/>
                  </a:lnTo>
                  <a:lnTo>
                    <a:pt x="9849" y="64192"/>
                  </a:lnTo>
                  <a:lnTo>
                    <a:pt x="9023" y="62478"/>
                  </a:lnTo>
                  <a:lnTo>
                    <a:pt x="8285" y="61539"/>
                  </a:lnTo>
                  <a:lnTo>
                    <a:pt x="7578" y="59389"/>
                  </a:lnTo>
                  <a:lnTo>
                    <a:pt x="6349" y="57170"/>
                  </a:lnTo>
                  <a:lnTo>
                    <a:pt x="5560" y="56540"/>
                  </a:lnTo>
                  <a:lnTo>
                    <a:pt x="5571" y="56200"/>
                  </a:lnTo>
                  <a:lnTo>
                    <a:pt x="5716" y="55792"/>
                  </a:lnTo>
                  <a:lnTo>
                    <a:pt x="6045" y="55456"/>
                  </a:lnTo>
                  <a:lnTo>
                    <a:pt x="8236" y="55542"/>
                  </a:lnTo>
                  <a:lnTo>
                    <a:pt x="8503" y="55141"/>
                  </a:lnTo>
                  <a:lnTo>
                    <a:pt x="8640" y="54189"/>
                  </a:lnTo>
                  <a:lnTo>
                    <a:pt x="8939" y="52782"/>
                  </a:lnTo>
                  <a:lnTo>
                    <a:pt x="9288" y="50710"/>
                  </a:lnTo>
                  <a:lnTo>
                    <a:pt x="9260" y="48968"/>
                  </a:lnTo>
                  <a:lnTo>
                    <a:pt x="7060" y="46151"/>
                  </a:lnTo>
                  <a:lnTo>
                    <a:pt x="5462" y="43558"/>
                  </a:lnTo>
                  <a:lnTo>
                    <a:pt x="4355" y="40145"/>
                  </a:lnTo>
                  <a:lnTo>
                    <a:pt x="3603" y="37021"/>
                  </a:lnTo>
                  <a:lnTo>
                    <a:pt x="3629" y="35972"/>
                  </a:lnTo>
                  <a:lnTo>
                    <a:pt x="3845" y="34981"/>
                  </a:lnTo>
                  <a:lnTo>
                    <a:pt x="5556" y="32104"/>
                  </a:lnTo>
                  <a:lnTo>
                    <a:pt x="5672" y="31358"/>
                  </a:lnTo>
                  <a:lnTo>
                    <a:pt x="5634" y="30850"/>
                  </a:lnTo>
                  <a:lnTo>
                    <a:pt x="5024" y="29378"/>
                  </a:lnTo>
                  <a:lnTo>
                    <a:pt x="4257" y="27863"/>
                  </a:lnTo>
                  <a:lnTo>
                    <a:pt x="4016" y="26749"/>
                  </a:lnTo>
                  <a:lnTo>
                    <a:pt x="3533" y="26182"/>
                  </a:lnTo>
                  <a:lnTo>
                    <a:pt x="2615" y="26142"/>
                  </a:lnTo>
                  <a:lnTo>
                    <a:pt x="1006" y="24278"/>
                  </a:lnTo>
                  <a:lnTo>
                    <a:pt x="664" y="24093"/>
                  </a:lnTo>
                  <a:lnTo>
                    <a:pt x="588" y="23722"/>
                  </a:lnTo>
                  <a:lnTo>
                    <a:pt x="666" y="23347"/>
                  </a:lnTo>
                  <a:lnTo>
                    <a:pt x="1815" y="22593"/>
                  </a:lnTo>
                  <a:lnTo>
                    <a:pt x="1799" y="21971"/>
                  </a:lnTo>
                  <a:lnTo>
                    <a:pt x="1451" y="21151"/>
                  </a:lnTo>
                  <a:lnTo>
                    <a:pt x="801" y="20551"/>
                  </a:lnTo>
                  <a:lnTo>
                    <a:pt x="207" y="19067"/>
                  </a:lnTo>
                  <a:lnTo>
                    <a:pt x="0" y="17729"/>
                  </a:lnTo>
                  <a:lnTo>
                    <a:pt x="2074" y="13822"/>
                  </a:lnTo>
                  <a:lnTo>
                    <a:pt x="2687" y="13043"/>
                  </a:lnTo>
                  <a:lnTo>
                    <a:pt x="4046" y="13760"/>
                  </a:lnTo>
                  <a:lnTo>
                    <a:pt x="6866" y="16350"/>
                  </a:lnTo>
                  <a:lnTo>
                    <a:pt x="6675" y="17787"/>
                  </a:lnTo>
                  <a:lnTo>
                    <a:pt x="6961" y="18596"/>
                  </a:lnTo>
                  <a:lnTo>
                    <a:pt x="7608" y="19696"/>
                  </a:lnTo>
                  <a:lnTo>
                    <a:pt x="8850" y="20809"/>
                  </a:lnTo>
                  <a:lnTo>
                    <a:pt x="9900" y="21384"/>
                  </a:lnTo>
                  <a:lnTo>
                    <a:pt x="10432" y="20895"/>
                  </a:lnTo>
                  <a:lnTo>
                    <a:pt x="11241" y="20481"/>
                  </a:lnTo>
                  <a:lnTo>
                    <a:pt x="12292" y="21763"/>
                  </a:lnTo>
                  <a:lnTo>
                    <a:pt x="13261" y="23392"/>
                  </a:lnTo>
                  <a:lnTo>
                    <a:pt x="13743" y="24050"/>
                  </a:lnTo>
                  <a:lnTo>
                    <a:pt x="14002" y="24252"/>
                  </a:lnTo>
                  <a:lnTo>
                    <a:pt x="14737" y="23710"/>
                  </a:lnTo>
                  <a:lnTo>
                    <a:pt x="15622" y="21609"/>
                  </a:lnTo>
                  <a:lnTo>
                    <a:pt x="15968" y="19072"/>
                  </a:lnTo>
                  <a:lnTo>
                    <a:pt x="16066" y="17852"/>
                  </a:lnTo>
                  <a:lnTo>
                    <a:pt x="15550" y="16169"/>
                  </a:lnTo>
                  <a:lnTo>
                    <a:pt x="14491" y="14343"/>
                  </a:lnTo>
                  <a:lnTo>
                    <a:pt x="13301" y="12738"/>
                  </a:lnTo>
                  <a:lnTo>
                    <a:pt x="12537" y="11324"/>
                  </a:lnTo>
                  <a:lnTo>
                    <a:pt x="12049" y="8534"/>
                  </a:lnTo>
                  <a:lnTo>
                    <a:pt x="11557" y="8225"/>
                  </a:lnTo>
                  <a:lnTo>
                    <a:pt x="11432" y="7863"/>
                  </a:lnTo>
                  <a:lnTo>
                    <a:pt x="11351" y="6911"/>
                  </a:lnTo>
                  <a:lnTo>
                    <a:pt x="11372" y="5579"/>
                  </a:lnTo>
                  <a:lnTo>
                    <a:pt x="11541" y="4553"/>
                  </a:lnTo>
                  <a:lnTo>
                    <a:pt x="12021" y="4113"/>
                  </a:lnTo>
                  <a:lnTo>
                    <a:pt x="12509" y="3956"/>
                  </a:lnTo>
                  <a:lnTo>
                    <a:pt x="12948" y="2978"/>
                  </a:lnTo>
                  <a:lnTo>
                    <a:pt x="13498" y="1060"/>
                  </a:lnTo>
                  <a:lnTo>
                    <a:pt x="13733" y="0"/>
                  </a:lnTo>
                  <a:lnTo>
                    <a:pt x="14769" y="607"/>
                  </a:lnTo>
                  <a:lnTo>
                    <a:pt x="14908" y="2324"/>
                  </a:lnTo>
                  <a:lnTo>
                    <a:pt x="15092" y="2685"/>
                  </a:lnTo>
                  <a:lnTo>
                    <a:pt x="15522" y="2483"/>
                  </a:lnTo>
                  <a:lnTo>
                    <a:pt x="16237" y="1761"/>
                  </a:lnTo>
                  <a:lnTo>
                    <a:pt x="16804" y="2315"/>
                  </a:lnTo>
                  <a:lnTo>
                    <a:pt x="17537" y="4360"/>
                  </a:lnTo>
                  <a:lnTo>
                    <a:pt x="18549" y="6517"/>
                  </a:lnTo>
                  <a:lnTo>
                    <a:pt x="19096" y="7965"/>
                  </a:lnTo>
                  <a:lnTo>
                    <a:pt x="19311" y="8967"/>
                  </a:lnTo>
                  <a:lnTo>
                    <a:pt x="19829" y="9936"/>
                  </a:lnTo>
                  <a:lnTo>
                    <a:pt x="20584" y="11078"/>
                  </a:lnTo>
                  <a:lnTo>
                    <a:pt x="21187" y="12864"/>
                  </a:lnTo>
                  <a:lnTo>
                    <a:pt x="21724" y="17016"/>
                  </a:lnTo>
                  <a:lnTo>
                    <a:pt x="22268" y="17981"/>
                  </a:lnTo>
                  <a:lnTo>
                    <a:pt x="24219" y="19558"/>
                  </a:lnTo>
                  <a:lnTo>
                    <a:pt x="24903" y="19882"/>
                  </a:lnTo>
                  <a:lnTo>
                    <a:pt x="26818" y="20439"/>
                  </a:lnTo>
                  <a:lnTo>
                    <a:pt x="27492" y="20040"/>
                  </a:lnTo>
                  <a:lnTo>
                    <a:pt x="28478" y="16458"/>
                  </a:lnTo>
                  <a:lnTo>
                    <a:pt x="29366" y="12773"/>
                  </a:lnTo>
                  <a:lnTo>
                    <a:pt x="30195" y="12002"/>
                  </a:lnTo>
                  <a:lnTo>
                    <a:pt x="31694" y="10222"/>
                  </a:lnTo>
                  <a:lnTo>
                    <a:pt x="32590" y="8541"/>
                  </a:lnTo>
                  <a:lnTo>
                    <a:pt x="32968" y="6726"/>
                  </a:lnTo>
                  <a:lnTo>
                    <a:pt x="33813" y="329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3260061" y="2432463"/>
              <a:ext cx="802" cy="1929"/>
            </a:xfrm>
            <a:custGeom>
              <a:avLst/>
              <a:pathLst>
                <a:path w="802" h="1929">
                  <a:moveTo>
                    <a:pt x="706" y="1441"/>
                  </a:moveTo>
                  <a:lnTo>
                    <a:pt x="802" y="463"/>
                  </a:lnTo>
                  <a:lnTo>
                    <a:pt x="532" y="24"/>
                  </a:lnTo>
                  <a:lnTo>
                    <a:pt x="246" y="0"/>
                  </a:lnTo>
                  <a:lnTo>
                    <a:pt x="0" y="487"/>
                  </a:lnTo>
                  <a:lnTo>
                    <a:pt x="0" y="1709"/>
                  </a:lnTo>
                  <a:lnTo>
                    <a:pt x="341" y="19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3101775" y="3702417"/>
              <a:ext cx="17278" cy="63319"/>
            </a:xfrm>
            <a:custGeom>
              <a:avLst/>
              <a:pathLst>
                <a:path w="17278" h="63319">
                  <a:moveTo>
                    <a:pt x="14799" y="2574"/>
                  </a:moveTo>
                  <a:lnTo>
                    <a:pt x="14608" y="3347"/>
                  </a:lnTo>
                  <a:lnTo>
                    <a:pt x="13726" y="8879"/>
                  </a:lnTo>
                  <a:lnTo>
                    <a:pt x="13555" y="9710"/>
                  </a:lnTo>
                  <a:lnTo>
                    <a:pt x="13653" y="10220"/>
                  </a:lnTo>
                  <a:lnTo>
                    <a:pt x="14028" y="11268"/>
                  </a:lnTo>
                  <a:lnTo>
                    <a:pt x="13808" y="13008"/>
                  </a:lnTo>
                  <a:lnTo>
                    <a:pt x="13720" y="13475"/>
                  </a:lnTo>
                  <a:lnTo>
                    <a:pt x="13553" y="15100"/>
                  </a:lnTo>
                  <a:lnTo>
                    <a:pt x="13645" y="16592"/>
                  </a:lnTo>
                  <a:lnTo>
                    <a:pt x="13857" y="17143"/>
                  </a:lnTo>
                  <a:lnTo>
                    <a:pt x="14428" y="17865"/>
                  </a:lnTo>
                  <a:lnTo>
                    <a:pt x="15287" y="18387"/>
                  </a:lnTo>
                  <a:lnTo>
                    <a:pt x="16298" y="19628"/>
                  </a:lnTo>
                  <a:lnTo>
                    <a:pt x="16978" y="19853"/>
                  </a:lnTo>
                  <a:lnTo>
                    <a:pt x="17138" y="20747"/>
                  </a:lnTo>
                  <a:lnTo>
                    <a:pt x="17106" y="22349"/>
                  </a:lnTo>
                  <a:lnTo>
                    <a:pt x="17275" y="23740"/>
                  </a:lnTo>
                  <a:lnTo>
                    <a:pt x="17278" y="26227"/>
                  </a:lnTo>
                  <a:lnTo>
                    <a:pt x="17074" y="28414"/>
                  </a:lnTo>
                  <a:lnTo>
                    <a:pt x="16032" y="29442"/>
                  </a:lnTo>
                  <a:lnTo>
                    <a:pt x="15496" y="30564"/>
                  </a:lnTo>
                  <a:lnTo>
                    <a:pt x="15350" y="31127"/>
                  </a:lnTo>
                  <a:lnTo>
                    <a:pt x="15482" y="31785"/>
                  </a:lnTo>
                  <a:lnTo>
                    <a:pt x="15552" y="32671"/>
                  </a:lnTo>
                  <a:lnTo>
                    <a:pt x="14571" y="34852"/>
                  </a:lnTo>
                  <a:lnTo>
                    <a:pt x="13563" y="37701"/>
                  </a:lnTo>
                  <a:lnTo>
                    <a:pt x="13323" y="39622"/>
                  </a:lnTo>
                  <a:lnTo>
                    <a:pt x="13122" y="41893"/>
                  </a:lnTo>
                  <a:lnTo>
                    <a:pt x="12827" y="43342"/>
                  </a:lnTo>
                  <a:lnTo>
                    <a:pt x="12059" y="45431"/>
                  </a:lnTo>
                  <a:lnTo>
                    <a:pt x="11276" y="49638"/>
                  </a:lnTo>
                  <a:lnTo>
                    <a:pt x="10892" y="52371"/>
                  </a:lnTo>
                  <a:lnTo>
                    <a:pt x="8970" y="58930"/>
                  </a:lnTo>
                  <a:lnTo>
                    <a:pt x="7261" y="62203"/>
                  </a:lnTo>
                  <a:lnTo>
                    <a:pt x="6764" y="63319"/>
                  </a:lnTo>
                  <a:lnTo>
                    <a:pt x="3740" y="63126"/>
                  </a:lnTo>
                  <a:lnTo>
                    <a:pt x="3509" y="58705"/>
                  </a:lnTo>
                  <a:lnTo>
                    <a:pt x="3049" y="52668"/>
                  </a:lnTo>
                  <a:lnTo>
                    <a:pt x="2010" y="47214"/>
                  </a:lnTo>
                  <a:lnTo>
                    <a:pt x="1900" y="44938"/>
                  </a:lnTo>
                  <a:lnTo>
                    <a:pt x="1948" y="40540"/>
                  </a:lnTo>
                  <a:lnTo>
                    <a:pt x="1951" y="34356"/>
                  </a:lnTo>
                  <a:lnTo>
                    <a:pt x="1883" y="31035"/>
                  </a:lnTo>
                  <a:lnTo>
                    <a:pt x="1904" y="28611"/>
                  </a:lnTo>
                  <a:lnTo>
                    <a:pt x="2037" y="24398"/>
                  </a:lnTo>
                  <a:lnTo>
                    <a:pt x="2021" y="21881"/>
                  </a:lnTo>
                  <a:lnTo>
                    <a:pt x="1336" y="18978"/>
                  </a:lnTo>
                  <a:lnTo>
                    <a:pt x="486" y="15891"/>
                  </a:lnTo>
                  <a:lnTo>
                    <a:pt x="23" y="14379"/>
                  </a:lnTo>
                  <a:lnTo>
                    <a:pt x="0" y="13158"/>
                  </a:lnTo>
                  <a:lnTo>
                    <a:pt x="1" y="12033"/>
                  </a:lnTo>
                  <a:lnTo>
                    <a:pt x="138" y="10388"/>
                  </a:lnTo>
                  <a:lnTo>
                    <a:pt x="471" y="8555"/>
                  </a:lnTo>
                  <a:lnTo>
                    <a:pt x="844" y="8353"/>
                  </a:lnTo>
                  <a:lnTo>
                    <a:pt x="1763" y="9081"/>
                  </a:lnTo>
                  <a:lnTo>
                    <a:pt x="2719" y="10639"/>
                  </a:lnTo>
                  <a:lnTo>
                    <a:pt x="3226" y="14139"/>
                  </a:lnTo>
                  <a:lnTo>
                    <a:pt x="3615" y="14644"/>
                  </a:lnTo>
                  <a:lnTo>
                    <a:pt x="4321" y="14638"/>
                  </a:lnTo>
                  <a:lnTo>
                    <a:pt x="6125" y="14177"/>
                  </a:lnTo>
                  <a:lnTo>
                    <a:pt x="6574" y="14234"/>
                  </a:lnTo>
                  <a:lnTo>
                    <a:pt x="7395" y="13398"/>
                  </a:lnTo>
                  <a:lnTo>
                    <a:pt x="8210" y="11920"/>
                  </a:lnTo>
                  <a:lnTo>
                    <a:pt x="8444" y="10391"/>
                  </a:lnTo>
                  <a:lnTo>
                    <a:pt x="8635" y="6963"/>
                  </a:lnTo>
                  <a:lnTo>
                    <a:pt x="8806" y="784"/>
                  </a:lnTo>
                  <a:lnTo>
                    <a:pt x="9222" y="712"/>
                  </a:lnTo>
                  <a:lnTo>
                    <a:pt x="10360" y="2911"/>
                  </a:lnTo>
                  <a:lnTo>
                    <a:pt x="10605" y="3061"/>
                  </a:lnTo>
                  <a:lnTo>
                    <a:pt x="10845" y="2983"/>
                  </a:lnTo>
                  <a:lnTo>
                    <a:pt x="11239" y="1892"/>
                  </a:lnTo>
                  <a:lnTo>
                    <a:pt x="11725" y="1007"/>
                  </a:lnTo>
                  <a:lnTo>
                    <a:pt x="12082" y="1030"/>
                  </a:lnTo>
                  <a:lnTo>
                    <a:pt x="13404" y="0"/>
                  </a:lnTo>
                  <a:lnTo>
                    <a:pt x="14113" y="1864"/>
                  </a:lnTo>
                  <a:lnTo>
                    <a:pt x="14562" y="244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2847116" y="2112557"/>
              <a:ext cx="36912" cy="58513"/>
            </a:xfrm>
            <a:custGeom>
              <a:avLst/>
              <a:pathLst>
                <a:path w="36912" h="58513">
                  <a:moveTo>
                    <a:pt x="33350" y="21886"/>
                  </a:moveTo>
                  <a:lnTo>
                    <a:pt x="33465" y="22424"/>
                  </a:lnTo>
                  <a:lnTo>
                    <a:pt x="34556" y="23989"/>
                  </a:lnTo>
                  <a:lnTo>
                    <a:pt x="34893" y="25230"/>
                  </a:lnTo>
                  <a:lnTo>
                    <a:pt x="35676" y="26429"/>
                  </a:lnTo>
                  <a:lnTo>
                    <a:pt x="35027" y="27946"/>
                  </a:lnTo>
                  <a:lnTo>
                    <a:pt x="35126" y="28621"/>
                  </a:lnTo>
                  <a:lnTo>
                    <a:pt x="35360" y="29312"/>
                  </a:lnTo>
                  <a:lnTo>
                    <a:pt x="36243" y="29714"/>
                  </a:lnTo>
                  <a:lnTo>
                    <a:pt x="36685" y="30711"/>
                  </a:lnTo>
                  <a:lnTo>
                    <a:pt x="36712" y="32234"/>
                  </a:lnTo>
                  <a:lnTo>
                    <a:pt x="36912" y="34718"/>
                  </a:lnTo>
                  <a:lnTo>
                    <a:pt x="35091" y="37185"/>
                  </a:lnTo>
                  <a:lnTo>
                    <a:pt x="34574" y="39943"/>
                  </a:lnTo>
                  <a:lnTo>
                    <a:pt x="34466" y="40403"/>
                  </a:lnTo>
                  <a:lnTo>
                    <a:pt x="34264" y="39492"/>
                  </a:lnTo>
                  <a:lnTo>
                    <a:pt x="33935" y="39501"/>
                  </a:lnTo>
                  <a:lnTo>
                    <a:pt x="33180" y="39120"/>
                  </a:lnTo>
                  <a:lnTo>
                    <a:pt x="32128" y="41613"/>
                  </a:lnTo>
                  <a:lnTo>
                    <a:pt x="31652" y="43685"/>
                  </a:lnTo>
                  <a:lnTo>
                    <a:pt x="31371" y="45206"/>
                  </a:lnTo>
                  <a:lnTo>
                    <a:pt x="30947" y="46435"/>
                  </a:lnTo>
                  <a:lnTo>
                    <a:pt x="30863" y="47735"/>
                  </a:lnTo>
                  <a:lnTo>
                    <a:pt x="30916" y="48281"/>
                  </a:lnTo>
                  <a:lnTo>
                    <a:pt x="30772" y="48985"/>
                  </a:lnTo>
                  <a:lnTo>
                    <a:pt x="30764" y="49725"/>
                  </a:lnTo>
                  <a:lnTo>
                    <a:pt x="31370" y="51185"/>
                  </a:lnTo>
                  <a:lnTo>
                    <a:pt x="31521" y="51974"/>
                  </a:lnTo>
                  <a:lnTo>
                    <a:pt x="32258" y="54557"/>
                  </a:lnTo>
                  <a:lnTo>
                    <a:pt x="32029" y="55501"/>
                  </a:lnTo>
                  <a:lnTo>
                    <a:pt x="31847" y="56521"/>
                  </a:lnTo>
                  <a:lnTo>
                    <a:pt x="31634" y="57245"/>
                  </a:lnTo>
                  <a:lnTo>
                    <a:pt x="31387" y="57704"/>
                  </a:lnTo>
                  <a:lnTo>
                    <a:pt x="30624" y="57676"/>
                  </a:lnTo>
                  <a:lnTo>
                    <a:pt x="29659" y="58001"/>
                  </a:lnTo>
                  <a:lnTo>
                    <a:pt x="29009" y="58509"/>
                  </a:lnTo>
                  <a:lnTo>
                    <a:pt x="28672" y="58513"/>
                  </a:lnTo>
                  <a:lnTo>
                    <a:pt x="27973" y="57225"/>
                  </a:lnTo>
                  <a:lnTo>
                    <a:pt x="27193" y="55294"/>
                  </a:lnTo>
                  <a:lnTo>
                    <a:pt x="26697" y="54374"/>
                  </a:lnTo>
                  <a:lnTo>
                    <a:pt x="26475" y="53577"/>
                  </a:lnTo>
                  <a:lnTo>
                    <a:pt x="25862" y="53243"/>
                  </a:lnTo>
                  <a:lnTo>
                    <a:pt x="24988" y="52290"/>
                  </a:lnTo>
                  <a:lnTo>
                    <a:pt x="24381" y="51254"/>
                  </a:lnTo>
                  <a:lnTo>
                    <a:pt x="23861" y="50609"/>
                  </a:lnTo>
                  <a:lnTo>
                    <a:pt x="23127" y="50288"/>
                  </a:lnTo>
                  <a:lnTo>
                    <a:pt x="22521" y="50321"/>
                  </a:lnTo>
                  <a:lnTo>
                    <a:pt x="22344" y="48578"/>
                  </a:lnTo>
                  <a:lnTo>
                    <a:pt x="22271" y="46587"/>
                  </a:lnTo>
                  <a:lnTo>
                    <a:pt x="21776" y="45255"/>
                  </a:lnTo>
                  <a:lnTo>
                    <a:pt x="22454" y="40045"/>
                  </a:lnTo>
                  <a:lnTo>
                    <a:pt x="22051" y="39534"/>
                  </a:lnTo>
                  <a:lnTo>
                    <a:pt x="21611" y="39951"/>
                  </a:lnTo>
                  <a:lnTo>
                    <a:pt x="20974" y="41192"/>
                  </a:lnTo>
                  <a:lnTo>
                    <a:pt x="20671" y="42675"/>
                  </a:lnTo>
                  <a:lnTo>
                    <a:pt x="20489" y="43988"/>
                  </a:lnTo>
                  <a:lnTo>
                    <a:pt x="19420" y="45235"/>
                  </a:lnTo>
                  <a:lnTo>
                    <a:pt x="17726" y="45687"/>
                  </a:lnTo>
                  <a:lnTo>
                    <a:pt x="15873" y="45235"/>
                  </a:lnTo>
                  <a:lnTo>
                    <a:pt x="15616" y="44900"/>
                  </a:lnTo>
                  <a:lnTo>
                    <a:pt x="15498" y="44519"/>
                  </a:lnTo>
                  <a:lnTo>
                    <a:pt x="15496" y="44060"/>
                  </a:lnTo>
                  <a:lnTo>
                    <a:pt x="15625" y="43355"/>
                  </a:lnTo>
                  <a:lnTo>
                    <a:pt x="15948" y="42499"/>
                  </a:lnTo>
                  <a:lnTo>
                    <a:pt x="16028" y="41279"/>
                  </a:lnTo>
                  <a:lnTo>
                    <a:pt x="15697" y="40223"/>
                  </a:lnTo>
                  <a:lnTo>
                    <a:pt x="15481" y="39811"/>
                  </a:lnTo>
                  <a:lnTo>
                    <a:pt x="15566" y="38788"/>
                  </a:lnTo>
                  <a:lnTo>
                    <a:pt x="15811" y="37507"/>
                  </a:lnTo>
                  <a:lnTo>
                    <a:pt x="15859" y="36777"/>
                  </a:lnTo>
                  <a:lnTo>
                    <a:pt x="14605" y="34565"/>
                  </a:lnTo>
                  <a:lnTo>
                    <a:pt x="13697" y="34134"/>
                  </a:lnTo>
                  <a:lnTo>
                    <a:pt x="12816" y="34056"/>
                  </a:lnTo>
                  <a:lnTo>
                    <a:pt x="12148" y="33808"/>
                  </a:lnTo>
                  <a:lnTo>
                    <a:pt x="11758" y="33910"/>
                  </a:lnTo>
                  <a:lnTo>
                    <a:pt x="11478" y="34555"/>
                  </a:lnTo>
                  <a:lnTo>
                    <a:pt x="11194" y="35017"/>
                  </a:lnTo>
                  <a:lnTo>
                    <a:pt x="10982" y="34463"/>
                  </a:lnTo>
                  <a:lnTo>
                    <a:pt x="10592" y="30547"/>
                  </a:lnTo>
                  <a:lnTo>
                    <a:pt x="10291" y="29955"/>
                  </a:lnTo>
                  <a:lnTo>
                    <a:pt x="9152" y="29302"/>
                  </a:lnTo>
                  <a:lnTo>
                    <a:pt x="7607" y="29068"/>
                  </a:lnTo>
                  <a:lnTo>
                    <a:pt x="7195" y="28354"/>
                  </a:lnTo>
                  <a:lnTo>
                    <a:pt x="6968" y="26592"/>
                  </a:lnTo>
                  <a:lnTo>
                    <a:pt x="6826" y="24471"/>
                  </a:lnTo>
                  <a:lnTo>
                    <a:pt x="6317" y="22440"/>
                  </a:lnTo>
                  <a:lnTo>
                    <a:pt x="6056" y="21930"/>
                  </a:lnTo>
                  <a:lnTo>
                    <a:pt x="5594" y="21029"/>
                  </a:lnTo>
                  <a:lnTo>
                    <a:pt x="4787" y="21399"/>
                  </a:lnTo>
                  <a:lnTo>
                    <a:pt x="3817" y="22577"/>
                  </a:lnTo>
                  <a:lnTo>
                    <a:pt x="3244" y="22903"/>
                  </a:lnTo>
                  <a:lnTo>
                    <a:pt x="3026" y="23028"/>
                  </a:lnTo>
                  <a:lnTo>
                    <a:pt x="2254" y="21880"/>
                  </a:lnTo>
                  <a:lnTo>
                    <a:pt x="1386" y="20084"/>
                  </a:lnTo>
                  <a:lnTo>
                    <a:pt x="690" y="18178"/>
                  </a:lnTo>
                  <a:lnTo>
                    <a:pt x="522" y="17118"/>
                  </a:lnTo>
                  <a:lnTo>
                    <a:pt x="736" y="15833"/>
                  </a:lnTo>
                  <a:lnTo>
                    <a:pt x="479" y="14849"/>
                  </a:lnTo>
                  <a:lnTo>
                    <a:pt x="107" y="13048"/>
                  </a:lnTo>
                  <a:lnTo>
                    <a:pt x="0" y="11642"/>
                  </a:lnTo>
                  <a:lnTo>
                    <a:pt x="4184" y="6668"/>
                  </a:lnTo>
                  <a:lnTo>
                    <a:pt x="6732" y="4122"/>
                  </a:lnTo>
                  <a:lnTo>
                    <a:pt x="7933" y="3351"/>
                  </a:lnTo>
                  <a:lnTo>
                    <a:pt x="8221" y="5909"/>
                  </a:lnTo>
                  <a:lnTo>
                    <a:pt x="8440" y="6722"/>
                  </a:lnTo>
                  <a:lnTo>
                    <a:pt x="8725" y="7250"/>
                  </a:lnTo>
                  <a:lnTo>
                    <a:pt x="9104" y="7354"/>
                  </a:lnTo>
                  <a:lnTo>
                    <a:pt x="9538" y="6722"/>
                  </a:lnTo>
                  <a:lnTo>
                    <a:pt x="10145" y="6055"/>
                  </a:lnTo>
                  <a:lnTo>
                    <a:pt x="11122" y="6365"/>
                  </a:lnTo>
                  <a:lnTo>
                    <a:pt x="11832" y="6981"/>
                  </a:lnTo>
                  <a:lnTo>
                    <a:pt x="12084" y="7620"/>
                  </a:lnTo>
                  <a:lnTo>
                    <a:pt x="12554" y="8229"/>
                  </a:lnTo>
                  <a:lnTo>
                    <a:pt x="13239" y="8375"/>
                  </a:lnTo>
                  <a:lnTo>
                    <a:pt x="14566" y="7211"/>
                  </a:lnTo>
                  <a:lnTo>
                    <a:pt x="15840" y="5437"/>
                  </a:lnTo>
                  <a:lnTo>
                    <a:pt x="16213" y="4207"/>
                  </a:lnTo>
                  <a:lnTo>
                    <a:pt x="16355" y="3091"/>
                  </a:lnTo>
                  <a:lnTo>
                    <a:pt x="17108" y="3829"/>
                  </a:lnTo>
                  <a:lnTo>
                    <a:pt x="17774" y="3992"/>
                  </a:lnTo>
                  <a:lnTo>
                    <a:pt x="18065" y="3664"/>
                  </a:lnTo>
                  <a:lnTo>
                    <a:pt x="17880" y="1877"/>
                  </a:lnTo>
                  <a:lnTo>
                    <a:pt x="18419" y="924"/>
                  </a:lnTo>
                  <a:lnTo>
                    <a:pt x="19020" y="484"/>
                  </a:lnTo>
                  <a:lnTo>
                    <a:pt x="19292" y="1256"/>
                  </a:lnTo>
                  <a:lnTo>
                    <a:pt x="19841" y="2044"/>
                  </a:lnTo>
                  <a:lnTo>
                    <a:pt x="20276" y="2050"/>
                  </a:lnTo>
                  <a:lnTo>
                    <a:pt x="21445" y="0"/>
                  </a:lnTo>
                  <a:lnTo>
                    <a:pt x="21719" y="405"/>
                  </a:lnTo>
                  <a:lnTo>
                    <a:pt x="21973" y="1134"/>
                  </a:lnTo>
                  <a:lnTo>
                    <a:pt x="22025" y="1722"/>
                  </a:lnTo>
                  <a:lnTo>
                    <a:pt x="22071" y="2335"/>
                  </a:lnTo>
                  <a:lnTo>
                    <a:pt x="22333" y="2595"/>
                  </a:lnTo>
                  <a:lnTo>
                    <a:pt x="23255" y="2462"/>
                  </a:lnTo>
                  <a:lnTo>
                    <a:pt x="23723" y="1351"/>
                  </a:lnTo>
                  <a:lnTo>
                    <a:pt x="24092" y="650"/>
                  </a:lnTo>
                  <a:lnTo>
                    <a:pt x="24366" y="1122"/>
                  </a:lnTo>
                  <a:lnTo>
                    <a:pt x="24500" y="2490"/>
                  </a:lnTo>
                  <a:lnTo>
                    <a:pt x="24755" y="4273"/>
                  </a:lnTo>
                  <a:lnTo>
                    <a:pt x="25853" y="6268"/>
                  </a:lnTo>
                  <a:lnTo>
                    <a:pt x="26783" y="6837"/>
                  </a:lnTo>
                  <a:lnTo>
                    <a:pt x="27926" y="6445"/>
                  </a:lnTo>
                  <a:lnTo>
                    <a:pt x="28379" y="6088"/>
                  </a:lnTo>
                  <a:lnTo>
                    <a:pt x="28686" y="6385"/>
                  </a:lnTo>
                  <a:lnTo>
                    <a:pt x="28990" y="7440"/>
                  </a:lnTo>
                  <a:lnTo>
                    <a:pt x="29647" y="8648"/>
                  </a:lnTo>
                  <a:lnTo>
                    <a:pt x="31027" y="9503"/>
                  </a:lnTo>
                  <a:lnTo>
                    <a:pt x="31451" y="9988"/>
                  </a:lnTo>
                  <a:lnTo>
                    <a:pt x="31746" y="10799"/>
                  </a:lnTo>
                  <a:lnTo>
                    <a:pt x="31661" y="11958"/>
                  </a:lnTo>
                  <a:lnTo>
                    <a:pt x="31003" y="14843"/>
                  </a:lnTo>
                  <a:lnTo>
                    <a:pt x="30916" y="15696"/>
                  </a:lnTo>
                  <a:lnTo>
                    <a:pt x="31005" y="15982"/>
                  </a:lnTo>
                  <a:lnTo>
                    <a:pt x="30876" y="16517"/>
                  </a:lnTo>
                  <a:lnTo>
                    <a:pt x="30020" y="18452"/>
                  </a:lnTo>
                  <a:lnTo>
                    <a:pt x="29942" y="19133"/>
                  </a:lnTo>
                  <a:lnTo>
                    <a:pt x="30227" y="20245"/>
                  </a:lnTo>
                  <a:lnTo>
                    <a:pt x="30462" y="21167"/>
                  </a:lnTo>
                  <a:lnTo>
                    <a:pt x="30976" y="21616"/>
                  </a:lnTo>
                  <a:lnTo>
                    <a:pt x="31460" y="21764"/>
                  </a:lnTo>
                  <a:lnTo>
                    <a:pt x="32374" y="2182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2830181" y="3268139"/>
              <a:ext cx="29524" cy="182230"/>
            </a:xfrm>
            <a:custGeom>
              <a:avLst/>
              <a:pathLst>
                <a:path w="29524" h="182230">
                  <a:moveTo>
                    <a:pt x="27226" y="20316"/>
                  </a:moveTo>
                  <a:lnTo>
                    <a:pt x="26827" y="22219"/>
                  </a:lnTo>
                  <a:lnTo>
                    <a:pt x="26217" y="26139"/>
                  </a:lnTo>
                  <a:lnTo>
                    <a:pt x="26191" y="29207"/>
                  </a:lnTo>
                  <a:lnTo>
                    <a:pt x="27643" y="35665"/>
                  </a:lnTo>
                  <a:lnTo>
                    <a:pt x="27811" y="36323"/>
                  </a:lnTo>
                  <a:lnTo>
                    <a:pt x="28186" y="37335"/>
                  </a:lnTo>
                  <a:lnTo>
                    <a:pt x="28389" y="38539"/>
                  </a:lnTo>
                  <a:lnTo>
                    <a:pt x="28560" y="41720"/>
                  </a:lnTo>
                  <a:lnTo>
                    <a:pt x="28663" y="45310"/>
                  </a:lnTo>
                  <a:lnTo>
                    <a:pt x="28778" y="47724"/>
                  </a:lnTo>
                  <a:lnTo>
                    <a:pt x="29478" y="51122"/>
                  </a:lnTo>
                  <a:lnTo>
                    <a:pt x="29524" y="52491"/>
                  </a:lnTo>
                  <a:lnTo>
                    <a:pt x="29037" y="57560"/>
                  </a:lnTo>
                  <a:lnTo>
                    <a:pt x="28921" y="58099"/>
                  </a:lnTo>
                  <a:lnTo>
                    <a:pt x="28794" y="58245"/>
                  </a:lnTo>
                  <a:lnTo>
                    <a:pt x="28042" y="57799"/>
                  </a:lnTo>
                  <a:lnTo>
                    <a:pt x="27718" y="58355"/>
                  </a:lnTo>
                  <a:lnTo>
                    <a:pt x="27309" y="60077"/>
                  </a:lnTo>
                  <a:lnTo>
                    <a:pt x="27058" y="61797"/>
                  </a:lnTo>
                  <a:lnTo>
                    <a:pt x="27045" y="62510"/>
                  </a:lnTo>
                  <a:lnTo>
                    <a:pt x="27711" y="65707"/>
                  </a:lnTo>
                  <a:lnTo>
                    <a:pt x="27290" y="70305"/>
                  </a:lnTo>
                  <a:lnTo>
                    <a:pt x="26859" y="73178"/>
                  </a:lnTo>
                  <a:lnTo>
                    <a:pt x="26085" y="74816"/>
                  </a:lnTo>
                  <a:lnTo>
                    <a:pt x="25393" y="75208"/>
                  </a:lnTo>
                  <a:lnTo>
                    <a:pt x="24910" y="75971"/>
                  </a:lnTo>
                  <a:lnTo>
                    <a:pt x="24628" y="76986"/>
                  </a:lnTo>
                  <a:lnTo>
                    <a:pt x="24669" y="80278"/>
                  </a:lnTo>
                  <a:lnTo>
                    <a:pt x="23650" y="83275"/>
                  </a:lnTo>
                  <a:lnTo>
                    <a:pt x="23084" y="85371"/>
                  </a:lnTo>
                  <a:lnTo>
                    <a:pt x="22810" y="86644"/>
                  </a:lnTo>
                  <a:lnTo>
                    <a:pt x="22925" y="90515"/>
                  </a:lnTo>
                  <a:lnTo>
                    <a:pt x="22563" y="94425"/>
                  </a:lnTo>
                  <a:lnTo>
                    <a:pt x="21933" y="97511"/>
                  </a:lnTo>
                  <a:lnTo>
                    <a:pt x="20521" y="98175"/>
                  </a:lnTo>
                  <a:lnTo>
                    <a:pt x="19337" y="98555"/>
                  </a:lnTo>
                  <a:lnTo>
                    <a:pt x="18934" y="106415"/>
                  </a:lnTo>
                  <a:lnTo>
                    <a:pt x="18951" y="111394"/>
                  </a:lnTo>
                  <a:lnTo>
                    <a:pt x="18845" y="116480"/>
                  </a:lnTo>
                  <a:lnTo>
                    <a:pt x="18648" y="118551"/>
                  </a:lnTo>
                  <a:lnTo>
                    <a:pt x="18728" y="121471"/>
                  </a:lnTo>
                  <a:lnTo>
                    <a:pt x="18640" y="128066"/>
                  </a:lnTo>
                  <a:lnTo>
                    <a:pt x="18483" y="133269"/>
                  </a:lnTo>
                  <a:lnTo>
                    <a:pt x="18692" y="134661"/>
                  </a:lnTo>
                  <a:lnTo>
                    <a:pt x="18814" y="137720"/>
                  </a:lnTo>
                  <a:lnTo>
                    <a:pt x="18803" y="140877"/>
                  </a:lnTo>
                  <a:lnTo>
                    <a:pt x="19108" y="143074"/>
                  </a:lnTo>
                  <a:lnTo>
                    <a:pt x="19436" y="144996"/>
                  </a:lnTo>
                  <a:lnTo>
                    <a:pt x="19425" y="145985"/>
                  </a:lnTo>
                  <a:lnTo>
                    <a:pt x="19250" y="146602"/>
                  </a:lnTo>
                  <a:lnTo>
                    <a:pt x="19103" y="147413"/>
                  </a:lnTo>
                  <a:lnTo>
                    <a:pt x="19104" y="154855"/>
                  </a:lnTo>
                  <a:lnTo>
                    <a:pt x="19163" y="157080"/>
                  </a:lnTo>
                  <a:lnTo>
                    <a:pt x="19077" y="158501"/>
                  </a:lnTo>
                  <a:lnTo>
                    <a:pt x="18823" y="159670"/>
                  </a:lnTo>
                  <a:lnTo>
                    <a:pt x="18923" y="163435"/>
                  </a:lnTo>
                  <a:lnTo>
                    <a:pt x="19126" y="165835"/>
                  </a:lnTo>
                  <a:lnTo>
                    <a:pt x="19335" y="167605"/>
                  </a:lnTo>
                  <a:lnTo>
                    <a:pt x="19134" y="169081"/>
                  </a:lnTo>
                  <a:lnTo>
                    <a:pt x="18960" y="171033"/>
                  </a:lnTo>
                  <a:lnTo>
                    <a:pt x="18695" y="175998"/>
                  </a:lnTo>
                  <a:lnTo>
                    <a:pt x="18679" y="177725"/>
                  </a:lnTo>
                  <a:lnTo>
                    <a:pt x="14646" y="178942"/>
                  </a:lnTo>
                  <a:lnTo>
                    <a:pt x="10140" y="180934"/>
                  </a:lnTo>
                  <a:lnTo>
                    <a:pt x="8260" y="182230"/>
                  </a:lnTo>
                  <a:lnTo>
                    <a:pt x="8148" y="181224"/>
                  </a:lnTo>
                  <a:lnTo>
                    <a:pt x="9753" y="179930"/>
                  </a:lnTo>
                  <a:lnTo>
                    <a:pt x="9419" y="176040"/>
                  </a:lnTo>
                  <a:lnTo>
                    <a:pt x="8420" y="171452"/>
                  </a:lnTo>
                  <a:lnTo>
                    <a:pt x="8028" y="170605"/>
                  </a:lnTo>
                  <a:lnTo>
                    <a:pt x="7827" y="168324"/>
                  </a:lnTo>
                  <a:lnTo>
                    <a:pt x="8071" y="166826"/>
                  </a:lnTo>
                  <a:lnTo>
                    <a:pt x="7954" y="165816"/>
                  </a:lnTo>
                  <a:lnTo>
                    <a:pt x="7870" y="162721"/>
                  </a:lnTo>
                  <a:lnTo>
                    <a:pt x="7379" y="159310"/>
                  </a:lnTo>
                  <a:lnTo>
                    <a:pt x="8280" y="159166"/>
                  </a:lnTo>
                  <a:lnTo>
                    <a:pt x="8280" y="148178"/>
                  </a:lnTo>
                  <a:lnTo>
                    <a:pt x="8279" y="137638"/>
                  </a:lnTo>
                  <a:lnTo>
                    <a:pt x="8279" y="128645"/>
                  </a:lnTo>
                  <a:lnTo>
                    <a:pt x="8279" y="121530"/>
                  </a:lnTo>
                  <a:lnTo>
                    <a:pt x="8106" y="113012"/>
                  </a:lnTo>
                  <a:lnTo>
                    <a:pt x="8079" y="106756"/>
                  </a:lnTo>
                  <a:lnTo>
                    <a:pt x="8044" y="98510"/>
                  </a:lnTo>
                  <a:lnTo>
                    <a:pt x="7719" y="95933"/>
                  </a:lnTo>
                  <a:lnTo>
                    <a:pt x="6354" y="91567"/>
                  </a:lnTo>
                  <a:lnTo>
                    <a:pt x="5983" y="89302"/>
                  </a:lnTo>
                  <a:lnTo>
                    <a:pt x="5917" y="86308"/>
                  </a:lnTo>
                  <a:lnTo>
                    <a:pt x="5611" y="83219"/>
                  </a:lnTo>
                  <a:lnTo>
                    <a:pt x="5592" y="77821"/>
                  </a:lnTo>
                  <a:lnTo>
                    <a:pt x="5571" y="71535"/>
                  </a:lnTo>
                  <a:lnTo>
                    <a:pt x="5448" y="70529"/>
                  </a:lnTo>
                  <a:lnTo>
                    <a:pt x="3968" y="67532"/>
                  </a:lnTo>
                  <a:lnTo>
                    <a:pt x="1873" y="63288"/>
                  </a:lnTo>
                  <a:lnTo>
                    <a:pt x="276" y="60051"/>
                  </a:lnTo>
                  <a:lnTo>
                    <a:pt x="159" y="59815"/>
                  </a:lnTo>
                  <a:lnTo>
                    <a:pt x="0" y="59014"/>
                  </a:lnTo>
                  <a:lnTo>
                    <a:pt x="231" y="49452"/>
                  </a:lnTo>
                  <a:lnTo>
                    <a:pt x="562" y="48201"/>
                  </a:lnTo>
                  <a:lnTo>
                    <a:pt x="1071" y="44267"/>
                  </a:lnTo>
                  <a:lnTo>
                    <a:pt x="1318" y="41090"/>
                  </a:lnTo>
                  <a:lnTo>
                    <a:pt x="1550" y="41103"/>
                  </a:lnTo>
                  <a:lnTo>
                    <a:pt x="1871" y="40070"/>
                  </a:lnTo>
                  <a:lnTo>
                    <a:pt x="2131" y="38556"/>
                  </a:lnTo>
                  <a:lnTo>
                    <a:pt x="2408" y="38878"/>
                  </a:lnTo>
                  <a:lnTo>
                    <a:pt x="2873" y="39171"/>
                  </a:lnTo>
                  <a:lnTo>
                    <a:pt x="3087" y="38634"/>
                  </a:lnTo>
                  <a:lnTo>
                    <a:pt x="3058" y="37462"/>
                  </a:lnTo>
                  <a:lnTo>
                    <a:pt x="3212" y="36271"/>
                  </a:lnTo>
                  <a:lnTo>
                    <a:pt x="3577" y="35738"/>
                  </a:lnTo>
                  <a:lnTo>
                    <a:pt x="3673" y="34673"/>
                  </a:lnTo>
                  <a:lnTo>
                    <a:pt x="3676" y="33447"/>
                  </a:lnTo>
                  <a:lnTo>
                    <a:pt x="3992" y="33127"/>
                  </a:lnTo>
                  <a:lnTo>
                    <a:pt x="4530" y="33177"/>
                  </a:lnTo>
                  <a:lnTo>
                    <a:pt x="4971" y="32795"/>
                  </a:lnTo>
                  <a:lnTo>
                    <a:pt x="5326" y="32166"/>
                  </a:lnTo>
                  <a:lnTo>
                    <a:pt x="5782" y="29694"/>
                  </a:lnTo>
                  <a:lnTo>
                    <a:pt x="6038" y="28834"/>
                  </a:lnTo>
                  <a:lnTo>
                    <a:pt x="6117" y="28223"/>
                  </a:lnTo>
                  <a:lnTo>
                    <a:pt x="6377" y="27679"/>
                  </a:lnTo>
                  <a:lnTo>
                    <a:pt x="7094" y="27429"/>
                  </a:lnTo>
                  <a:lnTo>
                    <a:pt x="7672" y="27620"/>
                  </a:lnTo>
                  <a:lnTo>
                    <a:pt x="8042" y="29052"/>
                  </a:lnTo>
                  <a:lnTo>
                    <a:pt x="10519" y="27790"/>
                  </a:lnTo>
                  <a:lnTo>
                    <a:pt x="11699" y="28527"/>
                  </a:lnTo>
                  <a:lnTo>
                    <a:pt x="14107" y="22300"/>
                  </a:lnTo>
                  <a:lnTo>
                    <a:pt x="14649" y="20465"/>
                  </a:lnTo>
                  <a:lnTo>
                    <a:pt x="15380" y="16067"/>
                  </a:lnTo>
                  <a:lnTo>
                    <a:pt x="15629" y="14383"/>
                  </a:lnTo>
                  <a:lnTo>
                    <a:pt x="15855" y="11362"/>
                  </a:lnTo>
                  <a:lnTo>
                    <a:pt x="15380" y="5774"/>
                  </a:lnTo>
                  <a:lnTo>
                    <a:pt x="15407" y="4784"/>
                  </a:lnTo>
                  <a:lnTo>
                    <a:pt x="16400" y="3576"/>
                  </a:lnTo>
                  <a:lnTo>
                    <a:pt x="17641" y="2644"/>
                  </a:lnTo>
                  <a:lnTo>
                    <a:pt x="18122" y="2572"/>
                  </a:lnTo>
                  <a:lnTo>
                    <a:pt x="18438" y="2099"/>
                  </a:lnTo>
                  <a:lnTo>
                    <a:pt x="18892" y="893"/>
                  </a:lnTo>
                  <a:lnTo>
                    <a:pt x="19630" y="0"/>
                  </a:lnTo>
                  <a:lnTo>
                    <a:pt x="20061" y="300"/>
                  </a:lnTo>
                  <a:lnTo>
                    <a:pt x="20330" y="476"/>
                  </a:lnTo>
                  <a:lnTo>
                    <a:pt x="22940" y="7853"/>
                  </a:lnTo>
                  <a:lnTo>
                    <a:pt x="24072" y="11581"/>
                  </a:lnTo>
                  <a:lnTo>
                    <a:pt x="24377" y="13494"/>
                  </a:lnTo>
                  <a:lnTo>
                    <a:pt x="24962" y="14874"/>
                  </a:lnTo>
                  <a:lnTo>
                    <a:pt x="25826" y="15716"/>
                  </a:lnTo>
                  <a:lnTo>
                    <a:pt x="26614" y="1762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2769741" y="3188533"/>
              <a:ext cx="76070" cy="167045"/>
            </a:xfrm>
            <a:custGeom>
              <a:avLst/>
              <a:pathLst>
                <a:path w="76070" h="167045">
                  <a:moveTo>
                    <a:pt x="55192" y="4917"/>
                  </a:moveTo>
                  <a:lnTo>
                    <a:pt x="55060" y="6289"/>
                  </a:lnTo>
                  <a:lnTo>
                    <a:pt x="55050" y="8719"/>
                  </a:lnTo>
                  <a:lnTo>
                    <a:pt x="54880" y="12556"/>
                  </a:lnTo>
                  <a:lnTo>
                    <a:pt x="54676" y="17158"/>
                  </a:lnTo>
                  <a:lnTo>
                    <a:pt x="55510" y="20136"/>
                  </a:lnTo>
                  <a:lnTo>
                    <a:pt x="56510" y="23339"/>
                  </a:lnTo>
                  <a:lnTo>
                    <a:pt x="56778" y="24587"/>
                  </a:lnTo>
                  <a:lnTo>
                    <a:pt x="56513" y="27742"/>
                  </a:lnTo>
                  <a:lnTo>
                    <a:pt x="56697" y="29593"/>
                  </a:lnTo>
                  <a:lnTo>
                    <a:pt x="57227" y="32674"/>
                  </a:lnTo>
                  <a:lnTo>
                    <a:pt x="58123" y="36585"/>
                  </a:lnTo>
                  <a:lnTo>
                    <a:pt x="59044" y="40614"/>
                  </a:lnTo>
                  <a:lnTo>
                    <a:pt x="59682" y="41146"/>
                  </a:lnTo>
                  <a:lnTo>
                    <a:pt x="60290" y="41468"/>
                  </a:lnTo>
                  <a:lnTo>
                    <a:pt x="60658" y="42191"/>
                  </a:lnTo>
                  <a:lnTo>
                    <a:pt x="61198" y="42889"/>
                  </a:lnTo>
                  <a:lnTo>
                    <a:pt x="61734" y="43346"/>
                  </a:lnTo>
                  <a:lnTo>
                    <a:pt x="62201" y="44226"/>
                  </a:lnTo>
                  <a:lnTo>
                    <a:pt x="62501" y="45089"/>
                  </a:lnTo>
                  <a:lnTo>
                    <a:pt x="62886" y="47574"/>
                  </a:lnTo>
                  <a:lnTo>
                    <a:pt x="63926" y="49214"/>
                  </a:lnTo>
                  <a:lnTo>
                    <a:pt x="64649" y="50835"/>
                  </a:lnTo>
                  <a:lnTo>
                    <a:pt x="64358" y="51660"/>
                  </a:lnTo>
                  <a:lnTo>
                    <a:pt x="63453" y="51329"/>
                  </a:lnTo>
                  <a:lnTo>
                    <a:pt x="62604" y="50618"/>
                  </a:lnTo>
                  <a:lnTo>
                    <a:pt x="62491" y="51810"/>
                  </a:lnTo>
                  <a:lnTo>
                    <a:pt x="62455" y="56365"/>
                  </a:lnTo>
                  <a:lnTo>
                    <a:pt x="62593" y="60161"/>
                  </a:lnTo>
                  <a:lnTo>
                    <a:pt x="62791" y="60666"/>
                  </a:lnTo>
                  <a:lnTo>
                    <a:pt x="63645" y="61366"/>
                  </a:lnTo>
                  <a:lnTo>
                    <a:pt x="65682" y="66296"/>
                  </a:lnTo>
                  <a:lnTo>
                    <a:pt x="67526" y="70959"/>
                  </a:lnTo>
                  <a:lnTo>
                    <a:pt x="68146" y="72173"/>
                  </a:lnTo>
                  <a:lnTo>
                    <a:pt x="69166" y="72633"/>
                  </a:lnTo>
                  <a:lnTo>
                    <a:pt x="70308" y="72826"/>
                  </a:lnTo>
                  <a:lnTo>
                    <a:pt x="70799" y="72395"/>
                  </a:lnTo>
                  <a:lnTo>
                    <a:pt x="71907" y="70044"/>
                  </a:lnTo>
                  <a:lnTo>
                    <a:pt x="72495" y="69785"/>
                  </a:lnTo>
                  <a:lnTo>
                    <a:pt x="73038" y="69851"/>
                  </a:lnTo>
                  <a:lnTo>
                    <a:pt x="73334" y="70226"/>
                  </a:lnTo>
                  <a:lnTo>
                    <a:pt x="73864" y="72142"/>
                  </a:lnTo>
                  <a:lnTo>
                    <a:pt x="74362" y="75038"/>
                  </a:lnTo>
                  <a:lnTo>
                    <a:pt x="74504" y="77176"/>
                  </a:lnTo>
                  <a:lnTo>
                    <a:pt x="74457" y="78323"/>
                  </a:lnTo>
                  <a:lnTo>
                    <a:pt x="74288" y="78756"/>
                  </a:lnTo>
                  <a:lnTo>
                    <a:pt x="73380" y="79310"/>
                  </a:lnTo>
                  <a:lnTo>
                    <a:pt x="72987" y="79744"/>
                  </a:lnTo>
                  <a:lnTo>
                    <a:pt x="72890" y="80371"/>
                  </a:lnTo>
                  <a:lnTo>
                    <a:pt x="73030" y="81806"/>
                  </a:lnTo>
                  <a:lnTo>
                    <a:pt x="73207" y="82734"/>
                  </a:lnTo>
                  <a:lnTo>
                    <a:pt x="74197" y="86915"/>
                  </a:lnTo>
                  <a:lnTo>
                    <a:pt x="75629" y="92544"/>
                  </a:lnTo>
                  <a:lnTo>
                    <a:pt x="76070" y="93989"/>
                  </a:lnTo>
                  <a:lnTo>
                    <a:pt x="75821" y="95673"/>
                  </a:lnTo>
                  <a:lnTo>
                    <a:pt x="75089" y="100071"/>
                  </a:lnTo>
                  <a:lnTo>
                    <a:pt x="74548" y="101906"/>
                  </a:lnTo>
                  <a:lnTo>
                    <a:pt x="72140" y="108133"/>
                  </a:lnTo>
                  <a:lnTo>
                    <a:pt x="70959" y="107396"/>
                  </a:lnTo>
                  <a:lnTo>
                    <a:pt x="68483" y="108659"/>
                  </a:lnTo>
                  <a:lnTo>
                    <a:pt x="68112" y="107226"/>
                  </a:lnTo>
                  <a:lnTo>
                    <a:pt x="67535" y="107035"/>
                  </a:lnTo>
                  <a:lnTo>
                    <a:pt x="66817" y="107285"/>
                  </a:lnTo>
                  <a:lnTo>
                    <a:pt x="66557" y="107829"/>
                  </a:lnTo>
                  <a:lnTo>
                    <a:pt x="66478" y="108441"/>
                  </a:lnTo>
                  <a:lnTo>
                    <a:pt x="66222" y="109301"/>
                  </a:lnTo>
                  <a:lnTo>
                    <a:pt x="65766" y="111772"/>
                  </a:lnTo>
                  <a:lnTo>
                    <a:pt x="65411" y="112401"/>
                  </a:lnTo>
                  <a:lnTo>
                    <a:pt x="64971" y="112784"/>
                  </a:lnTo>
                  <a:lnTo>
                    <a:pt x="64433" y="112733"/>
                  </a:lnTo>
                  <a:lnTo>
                    <a:pt x="64116" y="113053"/>
                  </a:lnTo>
                  <a:lnTo>
                    <a:pt x="64113" y="114280"/>
                  </a:lnTo>
                  <a:lnTo>
                    <a:pt x="64018" y="115345"/>
                  </a:lnTo>
                  <a:lnTo>
                    <a:pt x="63652" y="115877"/>
                  </a:lnTo>
                  <a:lnTo>
                    <a:pt x="63499" y="117069"/>
                  </a:lnTo>
                  <a:lnTo>
                    <a:pt x="63528" y="118240"/>
                  </a:lnTo>
                  <a:lnTo>
                    <a:pt x="63314" y="118777"/>
                  </a:lnTo>
                  <a:lnTo>
                    <a:pt x="62848" y="118484"/>
                  </a:lnTo>
                  <a:lnTo>
                    <a:pt x="62571" y="118163"/>
                  </a:lnTo>
                  <a:lnTo>
                    <a:pt x="62311" y="119676"/>
                  </a:lnTo>
                  <a:lnTo>
                    <a:pt x="61990" y="120709"/>
                  </a:lnTo>
                  <a:lnTo>
                    <a:pt x="61758" y="120696"/>
                  </a:lnTo>
                  <a:lnTo>
                    <a:pt x="59282" y="120998"/>
                  </a:lnTo>
                  <a:lnTo>
                    <a:pt x="58380" y="121814"/>
                  </a:lnTo>
                  <a:lnTo>
                    <a:pt x="57837" y="121827"/>
                  </a:lnTo>
                  <a:lnTo>
                    <a:pt x="57819" y="121142"/>
                  </a:lnTo>
                  <a:lnTo>
                    <a:pt x="57756" y="120734"/>
                  </a:lnTo>
                  <a:lnTo>
                    <a:pt x="54632" y="118440"/>
                  </a:lnTo>
                  <a:lnTo>
                    <a:pt x="53101" y="117490"/>
                  </a:lnTo>
                  <a:lnTo>
                    <a:pt x="52441" y="117080"/>
                  </a:lnTo>
                  <a:lnTo>
                    <a:pt x="50222" y="115565"/>
                  </a:lnTo>
                  <a:lnTo>
                    <a:pt x="50096" y="116984"/>
                  </a:lnTo>
                  <a:lnTo>
                    <a:pt x="49777" y="117898"/>
                  </a:lnTo>
                  <a:lnTo>
                    <a:pt x="49298" y="117965"/>
                  </a:lnTo>
                  <a:lnTo>
                    <a:pt x="48964" y="117741"/>
                  </a:lnTo>
                  <a:lnTo>
                    <a:pt x="48741" y="118833"/>
                  </a:lnTo>
                  <a:lnTo>
                    <a:pt x="48374" y="120272"/>
                  </a:lnTo>
                  <a:lnTo>
                    <a:pt x="47859" y="120979"/>
                  </a:lnTo>
                  <a:lnTo>
                    <a:pt x="47355" y="121866"/>
                  </a:lnTo>
                  <a:lnTo>
                    <a:pt x="47072" y="122642"/>
                  </a:lnTo>
                  <a:lnTo>
                    <a:pt x="46866" y="122661"/>
                  </a:lnTo>
                  <a:lnTo>
                    <a:pt x="46358" y="120823"/>
                  </a:lnTo>
                  <a:lnTo>
                    <a:pt x="45683" y="120637"/>
                  </a:lnTo>
                  <a:lnTo>
                    <a:pt x="44420" y="120949"/>
                  </a:lnTo>
                  <a:lnTo>
                    <a:pt x="43854" y="120447"/>
                  </a:lnTo>
                  <a:lnTo>
                    <a:pt x="43079" y="120200"/>
                  </a:lnTo>
                  <a:lnTo>
                    <a:pt x="41251" y="120579"/>
                  </a:lnTo>
                  <a:lnTo>
                    <a:pt x="38327" y="119828"/>
                  </a:lnTo>
                  <a:lnTo>
                    <a:pt x="37849" y="120234"/>
                  </a:lnTo>
                  <a:lnTo>
                    <a:pt x="37722" y="120566"/>
                  </a:lnTo>
                  <a:lnTo>
                    <a:pt x="34829" y="120654"/>
                  </a:lnTo>
                  <a:lnTo>
                    <a:pt x="31644" y="120751"/>
                  </a:lnTo>
                  <a:lnTo>
                    <a:pt x="28979" y="120830"/>
                  </a:lnTo>
                  <a:lnTo>
                    <a:pt x="26647" y="120900"/>
                  </a:lnTo>
                  <a:lnTo>
                    <a:pt x="26643" y="120586"/>
                  </a:lnTo>
                  <a:lnTo>
                    <a:pt x="25895" y="120545"/>
                  </a:lnTo>
                  <a:lnTo>
                    <a:pt x="25812" y="121162"/>
                  </a:lnTo>
                  <a:lnTo>
                    <a:pt x="25151" y="128535"/>
                  </a:lnTo>
                  <a:lnTo>
                    <a:pt x="25078" y="132543"/>
                  </a:lnTo>
                  <a:lnTo>
                    <a:pt x="25429" y="135036"/>
                  </a:lnTo>
                  <a:lnTo>
                    <a:pt x="25825" y="136612"/>
                  </a:lnTo>
                  <a:lnTo>
                    <a:pt x="26268" y="137268"/>
                  </a:lnTo>
                  <a:lnTo>
                    <a:pt x="26311" y="138170"/>
                  </a:lnTo>
                  <a:lnTo>
                    <a:pt x="25957" y="139322"/>
                  </a:lnTo>
                  <a:lnTo>
                    <a:pt x="25987" y="140506"/>
                  </a:lnTo>
                  <a:lnTo>
                    <a:pt x="26403" y="141725"/>
                  </a:lnTo>
                  <a:lnTo>
                    <a:pt x="26505" y="143008"/>
                  </a:lnTo>
                  <a:lnTo>
                    <a:pt x="26293" y="144356"/>
                  </a:lnTo>
                  <a:lnTo>
                    <a:pt x="26344" y="147590"/>
                  </a:lnTo>
                  <a:lnTo>
                    <a:pt x="26656" y="152715"/>
                  </a:lnTo>
                  <a:lnTo>
                    <a:pt x="26665" y="156038"/>
                  </a:lnTo>
                  <a:lnTo>
                    <a:pt x="26370" y="157556"/>
                  </a:lnTo>
                  <a:lnTo>
                    <a:pt x="26510" y="160150"/>
                  </a:lnTo>
                  <a:lnTo>
                    <a:pt x="27084" y="163818"/>
                  </a:lnTo>
                  <a:lnTo>
                    <a:pt x="27184" y="165372"/>
                  </a:lnTo>
                  <a:lnTo>
                    <a:pt x="26979" y="166087"/>
                  </a:lnTo>
                  <a:lnTo>
                    <a:pt x="26504" y="167045"/>
                  </a:lnTo>
                  <a:lnTo>
                    <a:pt x="26022" y="167012"/>
                  </a:lnTo>
                  <a:lnTo>
                    <a:pt x="25460" y="164793"/>
                  </a:lnTo>
                  <a:lnTo>
                    <a:pt x="25213" y="163798"/>
                  </a:lnTo>
                  <a:lnTo>
                    <a:pt x="24758" y="161548"/>
                  </a:lnTo>
                  <a:lnTo>
                    <a:pt x="24373" y="159284"/>
                  </a:lnTo>
                  <a:lnTo>
                    <a:pt x="23850" y="158293"/>
                  </a:lnTo>
                  <a:lnTo>
                    <a:pt x="23339" y="157371"/>
                  </a:lnTo>
                  <a:lnTo>
                    <a:pt x="22715" y="154503"/>
                  </a:lnTo>
                  <a:lnTo>
                    <a:pt x="22111" y="153135"/>
                  </a:lnTo>
                  <a:lnTo>
                    <a:pt x="21475" y="153526"/>
                  </a:lnTo>
                  <a:lnTo>
                    <a:pt x="20546" y="152992"/>
                  </a:lnTo>
                  <a:lnTo>
                    <a:pt x="18673" y="152282"/>
                  </a:lnTo>
                  <a:lnTo>
                    <a:pt x="16659" y="152493"/>
                  </a:lnTo>
                  <a:lnTo>
                    <a:pt x="15823" y="153151"/>
                  </a:lnTo>
                  <a:lnTo>
                    <a:pt x="14997" y="154194"/>
                  </a:lnTo>
                  <a:lnTo>
                    <a:pt x="12905" y="156495"/>
                  </a:lnTo>
                  <a:lnTo>
                    <a:pt x="12078" y="157632"/>
                  </a:lnTo>
                  <a:lnTo>
                    <a:pt x="11452" y="160515"/>
                  </a:lnTo>
                  <a:lnTo>
                    <a:pt x="10741" y="160447"/>
                  </a:lnTo>
                  <a:lnTo>
                    <a:pt x="10029" y="159524"/>
                  </a:lnTo>
                  <a:lnTo>
                    <a:pt x="9584" y="158217"/>
                  </a:lnTo>
                  <a:lnTo>
                    <a:pt x="8630" y="158510"/>
                  </a:lnTo>
                  <a:lnTo>
                    <a:pt x="7707" y="157240"/>
                  </a:lnTo>
                  <a:lnTo>
                    <a:pt x="6816" y="154740"/>
                  </a:lnTo>
                  <a:lnTo>
                    <a:pt x="6160" y="153919"/>
                  </a:lnTo>
                  <a:lnTo>
                    <a:pt x="5322" y="152112"/>
                  </a:lnTo>
                  <a:lnTo>
                    <a:pt x="5090" y="148673"/>
                  </a:lnTo>
                  <a:lnTo>
                    <a:pt x="4558" y="146254"/>
                  </a:lnTo>
                  <a:lnTo>
                    <a:pt x="4073" y="142907"/>
                  </a:lnTo>
                  <a:lnTo>
                    <a:pt x="3347" y="141399"/>
                  </a:lnTo>
                  <a:lnTo>
                    <a:pt x="2511" y="140600"/>
                  </a:lnTo>
                  <a:lnTo>
                    <a:pt x="1358" y="140767"/>
                  </a:lnTo>
                  <a:lnTo>
                    <a:pt x="598" y="139421"/>
                  </a:lnTo>
                  <a:lnTo>
                    <a:pt x="0" y="137457"/>
                  </a:lnTo>
                  <a:lnTo>
                    <a:pt x="158" y="135761"/>
                  </a:lnTo>
                  <a:lnTo>
                    <a:pt x="428" y="133348"/>
                  </a:lnTo>
                  <a:lnTo>
                    <a:pt x="460" y="131018"/>
                  </a:lnTo>
                  <a:lnTo>
                    <a:pt x="638" y="127252"/>
                  </a:lnTo>
                  <a:lnTo>
                    <a:pt x="528" y="122534"/>
                  </a:lnTo>
                  <a:lnTo>
                    <a:pt x="317" y="119245"/>
                  </a:lnTo>
                  <a:lnTo>
                    <a:pt x="954" y="117875"/>
                  </a:lnTo>
                  <a:lnTo>
                    <a:pt x="1693" y="116648"/>
                  </a:lnTo>
                  <a:lnTo>
                    <a:pt x="2150" y="114411"/>
                  </a:lnTo>
                  <a:lnTo>
                    <a:pt x="2627" y="109393"/>
                  </a:lnTo>
                  <a:lnTo>
                    <a:pt x="2827" y="105059"/>
                  </a:lnTo>
                  <a:lnTo>
                    <a:pt x="2679" y="103454"/>
                  </a:lnTo>
                  <a:lnTo>
                    <a:pt x="2434" y="102180"/>
                  </a:lnTo>
                  <a:lnTo>
                    <a:pt x="2240" y="100306"/>
                  </a:lnTo>
                  <a:lnTo>
                    <a:pt x="2129" y="98026"/>
                  </a:lnTo>
                  <a:lnTo>
                    <a:pt x="2263" y="96032"/>
                  </a:lnTo>
                  <a:lnTo>
                    <a:pt x="2820" y="94190"/>
                  </a:lnTo>
                  <a:lnTo>
                    <a:pt x="3518" y="92651"/>
                  </a:lnTo>
                  <a:lnTo>
                    <a:pt x="4014" y="91907"/>
                  </a:lnTo>
                  <a:lnTo>
                    <a:pt x="5331" y="91146"/>
                  </a:lnTo>
                  <a:lnTo>
                    <a:pt x="6975" y="89999"/>
                  </a:lnTo>
                  <a:lnTo>
                    <a:pt x="7923" y="88697"/>
                  </a:lnTo>
                  <a:lnTo>
                    <a:pt x="8616" y="87396"/>
                  </a:lnTo>
                  <a:lnTo>
                    <a:pt x="9004" y="86367"/>
                  </a:lnTo>
                  <a:lnTo>
                    <a:pt x="9397" y="84256"/>
                  </a:lnTo>
                  <a:lnTo>
                    <a:pt x="10033" y="82621"/>
                  </a:lnTo>
                  <a:lnTo>
                    <a:pt x="10525" y="80972"/>
                  </a:lnTo>
                  <a:lnTo>
                    <a:pt x="10593" y="76378"/>
                  </a:lnTo>
                  <a:lnTo>
                    <a:pt x="10590" y="73762"/>
                  </a:lnTo>
                  <a:lnTo>
                    <a:pt x="10225" y="72321"/>
                  </a:lnTo>
                  <a:lnTo>
                    <a:pt x="10026" y="71085"/>
                  </a:lnTo>
                  <a:lnTo>
                    <a:pt x="12463" y="67495"/>
                  </a:lnTo>
                  <a:lnTo>
                    <a:pt x="12481" y="64960"/>
                  </a:lnTo>
                  <a:lnTo>
                    <a:pt x="12141" y="62128"/>
                  </a:lnTo>
                  <a:lnTo>
                    <a:pt x="11664" y="59848"/>
                  </a:lnTo>
                  <a:lnTo>
                    <a:pt x="11486" y="57881"/>
                  </a:lnTo>
                  <a:lnTo>
                    <a:pt x="12159" y="55568"/>
                  </a:lnTo>
                  <a:lnTo>
                    <a:pt x="12760" y="53830"/>
                  </a:lnTo>
                  <a:lnTo>
                    <a:pt x="13194" y="52351"/>
                  </a:lnTo>
                  <a:lnTo>
                    <a:pt x="14154" y="50099"/>
                  </a:lnTo>
                  <a:lnTo>
                    <a:pt x="15153" y="49514"/>
                  </a:lnTo>
                  <a:lnTo>
                    <a:pt x="16055" y="50361"/>
                  </a:lnTo>
                  <a:lnTo>
                    <a:pt x="18725" y="55661"/>
                  </a:lnTo>
                  <a:lnTo>
                    <a:pt x="19187" y="56000"/>
                  </a:lnTo>
                  <a:lnTo>
                    <a:pt x="19742" y="55596"/>
                  </a:lnTo>
                  <a:lnTo>
                    <a:pt x="20446" y="54198"/>
                  </a:lnTo>
                  <a:lnTo>
                    <a:pt x="21359" y="53103"/>
                  </a:lnTo>
                  <a:lnTo>
                    <a:pt x="21695" y="49556"/>
                  </a:lnTo>
                  <a:lnTo>
                    <a:pt x="21663" y="44336"/>
                  </a:lnTo>
                  <a:lnTo>
                    <a:pt x="21870" y="41945"/>
                  </a:lnTo>
                  <a:lnTo>
                    <a:pt x="22352" y="41517"/>
                  </a:lnTo>
                  <a:lnTo>
                    <a:pt x="23888" y="42514"/>
                  </a:lnTo>
                  <a:lnTo>
                    <a:pt x="24287" y="42573"/>
                  </a:lnTo>
                  <a:lnTo>
                    <a:pt x="24733" y="42238"/>
                  </a:lnTo>
                  <a:lnTo>
                    <a:pt x="25057" y="41321"/>
                  </a:lnTo>
                  <a:lnTo>
                    <a:pt x="25043" y="39640"/>
                  </a:lnTo>
                  <a:lnTo>
                    <a:pt x="24972" y="38151"/>
                  </a:lnTo>
                  <a:lnTo>
                    <a:pt x="25472" y="33306"/>
                  </a:lnTo>
                  <a:lnTo>
                    <a:pt x="26386" y="29671"/>
                  </a:lnTo>
                  <a:lnTo>
                    <a:pt x="28233" y="25125"/>
                  </a:lnTo>
                  <a:lnTo>
                    <a:pt x="28808" y="24217"/>
                  </a:lnTo>
                  <a:lnTo>
                    <a:pt x="29478" y="23750"/>
                  </a:lnTo>
                  <a:lnTo>
                    <a:pt x="32785" y="26872"/>
                  </a:lnTo>
                  <a:lnTo>
                    <a:pt x="33324" y="26099"/>
                  </a:lnTo>
                  <a:lnTo>
                    <a:pt x="34133" y="18359"/>
                  </a:lnTo>
                  <a:lnTo>
                    <a:pt x="35029" y="17622"/>
                  </a:lnTo>
                  <a:lnTo>
                    <a:pt x="36106" y="17488"/>
                  </a:lnTo>
                  <a:lnTo>
                    <a:pt x="36805" y="16824"/>
                  </a:lnTo>
                  <a:lnTo>
                    <a:pt x="37168" y="16283"/>
                  </a:lnTo>
                  <a:lnTo>
                    <a:pt x="38741" y="13350"/>
                  </a:lnTo>
                  <a:lnTo>
                    <a:pt x="41517" y="9348"/>
                  </a:lnTo>
                  <a:lnTo>
                    <a:pt x="43011" y="7634"/>
                  </a:lnTo>
                  <a:lnTo>
                    <a:pt x="43303" y="6989"/>
                  </a:lnTo>
                  <a:lnTo>
                    <a:pt x="44372" y="4151"/>
                  </a:lnTo>
                  <a:lnTo>
                    <a:pt x="45790" y="890"/>
                  </a:lnTo>
                  <a:lnTo>
                    <a:pt x="46694" y="239"/>
                  </a:lnTo>
                  <a:lnTo>
                    <a:pt x="47943" y="0"/>
                  </a:lnTo>
                  <a:lnTo>
                    <a:pt x="48732" y="538"/>
                  </a:lnTo>
                  <a:lnTo>
                    <a:pt x="48945" y="1458"/>
                  </a:lnTo>
                  <a:lnTo>
                    <a:pt x="49203" y="1931"/>
                  </a:lnTo>
                  <a:lnTo>
                    <a:pt x="50833" y="545"/>
                  </a:lnTo>
                  <a:lnTo>
                    <a:pt x="53171" y="275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3705925" y="2992178"/>
              <a:ext cx="1008" cy="6489"/>
            </a:xfrm>
            <a:custGeom>
              <a:avLst/>
              <a:pathLst>
                <a:path w="1008" h="6489">
                  <a:moveTo>
                    <a:pt x="886" y="6349"/>
                  </a:moveTo>
                  <a:lnTo>
                    <a:pt x="306" y="6489"/>
                  </a:lnTo>
                  <a:lnTo>
                    <a:pt x="23" y="5613"/>
                  </a:lnTo>
                  <a:lnTo>
                    <a:pt x="155" y="4389"/>
                  </a:lnTo>
                  <a:lnTo>
                    <a:pt x="0" y="418"/>
                  </a:lnTo>
                  <a:lnTo>
                    <a:pt x="487" y="0"/>
                  </a:lnTo>
                  <a:lnTo>
                    <a:pt x="739" y="23"/>
                  </a:lnTo>
                  <a:lnTo>
                    <a:pt x="880" y="1193"/>
                  </a:lnTo>
                  <a:lnTo>
                    <a:pt x="1008" y="33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3705567" y="2986158"/>
              <a:ext cx="603" cy="5212"/>
            </a:xfrm>
            <a:custGeom>
              <a:avLst/>
              <a:pathLst>
                <a:path w="603" h="5212">
                  <a:moveTo>
                    <a:pt x="520" y="2793"/>
                  </a:moveTo>
                  <a:lnTo>
                    <a:pt x="171" y="5212"/>
                  </a:lnTo>
                  <a:lnTo>
                    <a:pt x="0" y="3452"/>
                  </a:lnTo>
                  <a:lnTo>
                    <a:pt x="148" y="1220"/>
                  </a:lnTo>
                  <a:lnTo>
                    <a:pt x="399" y="0"/>
                  </a:lnTo>
                  <a:lnTo>
                    <a:pt x="603" y="127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3698116" y="2968634"/>
              <a:ext cx="1283" cy="12249"/>
            </a:xfrm>
            <a:custGeom>
              <a:avLst/>
              <a:pathLst>
                <a:path w="1283" h="12249">
                  <a:moveTo>
                    <a:pt x="1019" y="10180"/>
                  </a:moveTo>
                  <a:lnTo>
                    <a:pt x="0" y="12249"/>
                  </a:lnTo>
                  <a:lnTo>
                    <a:pt x="334" y="0"/>
                  </a:lnTo>
                  <a:lnTo>
                    <a:pt x="1091" y="4559"/>
                  </a:lnTo>
                  <a:lnTo>
                    <a:pt x="1283" y="69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3701640" y="2965774"/>
              <a:ext cx="1397" cy="7792"/>
            </a:xfrm>
            <a:custGeom>
              <a:avLst/>
              <a:pathLst>
                <a:path w="1397" h="7792">
                  <a:moveTo>
                    <a:pt x="1397" y="6922"/>
                  </a:moveTo>
                  <a:lnTo>
                    <a:pt x="952" y="7792"/>
                  </a:lnTo>
                  <a:lnTo>
                    <a:pt x="534" y="7035"/>
                  </a:lnTo>
                  <a:lnTo>
                    <a:pt x="0" y="4161"/>
                  </a:lnTo>
                  <a:lnTo>
                    <a:pt x="264" y="522"/>
                  </a:lnTo>
                  <a:lnTo>
                    <a:pt x="429" y="0"/>
                  </a:lnTo>
                  <a:lnTo>
                    <a:pt x="698" y="1180"/>
                  </a:lnTo>
                  <a:lnTo>
                    <a:pt x="1074" y="3716"/>
                  </a:lnTo>
                  <a:lnTo>
                    <a:pt x="1317" y="56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3692907" y="2958475"/>
              <a:ext cx="3511" cy="23914"/>
            </a:xfrm>
            <a:custGeom>
              <a:avLst/>
              <a:pathLst>
                <a:path w="3511" h="23914">
                  <a:moveTo>
                    <a:pt x="2640" y="22877"/>
                  </a:moveTo>
                  <a:lnTo>
                    <a:pt x="967" y="23914"/>
                  </a:lnTo>
                  <a:lnTo>
                    <a:pt x="116" y="23591"/>
                  </a:lnTo>
                  <a:lnTo>
                    <a:pt x="1706" y="15839"/>
                  </a:lnTo>
                  <a:lnTo>
                    <a:pt x="1653" y="12367"/>
                  </a:lnTo>
                  <a:lnTo>
                    <a:pt x="1406" y="9539"/>
                  </a:lnTo>
                  <a:lnTo>
                    <a:pt x="596" y="7266"/>
                  </a:lnTo>
                  <a:lnTo>
                    <a:pt x="552" y="5642"/>
                  </a:lnTo>
                  <a:lnTo>
                    <a:pt x="188" y="3428"/>
                  </a:lnTo>
                  <a:lnTo>
                    <a:pt x="0" y="832"/>
                  </a:lnTo>
                  <a:lnTo>
                    <a:pt x="899" y="0"/>
                  </a:lnTo>
                  <a:lnTo>
                    <a:pt x="1627" y="1487"/>
                  </a:lnTo>
                  <a:lnTo>
                    <a:pt x="1731" y="2311"/>
                  </a:lnTo>
                  <a:lnTo>
                    <a:pt x="1887" y="4432"/>
                  </a:lnTo>
                  <a:lnTo>
                    <a:pt x="2249" y="6642"/>
                  </a:lnTo>
                  <a:lnTo>
                    <a:pt x="3511" y="11189"/>
                  </a:lnTo>
                  <a:lnTo>
                    <a:pt x="3488" y="13975"/>
                  </a:lnTo>
                  <a:lnTo>
                    <a:pt x="3143" y="207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3693229" y="2953394"/>
              <a:ext cx="1184" cy="3410"/>
            </a:xfrm>
            <a:custGeom>
              <a:avLst/>
              <a:pathLst>
                <a:path w="1184" h="3410">
                  <a:moveTo>
                    <a:pt x="1013" y="2141"/>
                  </a:moveTo>
                  <a:lnTo>
                    <a:pt x="1184" y="3410"/>
                  </a:lnTo>
                  <a:lnTo>
                    <a:pt x="649" y="2656"/>
                  </a:lnTo>
                  <a:lnTo>
                    <a:pt x="249" y="1773"/>
                  </a:lnTo>
                  <a:lnTo>
                    <a:pt x="0" y="607"/>
                  </a:lnTo>
                  <a:lnTo>
                    <a:pt x="418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3669070" y="2848907"/>
              <a:ext cx="44301" cy="170826"/>
            </a:xfrm>
            <a:custGeom>
              <a:avLst/>
              <a:pathLst>
                <a:path w="44301" h="170826">
                  <a:moveTo>
                    <a:pt x="43756" y="135732"/>
                  </a:moveTo>
                  <a:lnTo>
                    <a:pt x="43832" y="136847"/>
                  </a:lnTo>
                  <a:lnTo>
                    <a:pt x="43846" y="146637"/>
                  </a:lnTo>
                  <a:lnTo>
                    <a:pt x="43934" y="150824"/>
                  </a:lnTo>
                  <a:lnTo>
                    <a:pt x="44240" y="154269"/>
                  </a:lnTo>
                  <a:lnTo>
                    <a:pt x="44301" y="155585"/>
                  </a:lnTo>
                  <a:lnTo>
                    <a:pt x="43995" y="156650"/>
                  </a:lnTo>
                  <a:lnTo>
                    <a:pt x="43695" y="156852"/>
                  </a:lnTo>
                  <a:lnTo>
                    <a:pt x="43412" y="155182"/>
                  </a:lnTo>
                  <a:lnTo>
                    <a:pt x="42765" y="153907"/>
                  </a:lnTo>
                  <a:lnTo>
                    <a:pt x="41811" y="152546"/>
                  </a:lnTo>
                  <a:lnTo>
                    <a:pt x="41407" y="151637"/>
                  </a:lnTo>
                  <a:lnTo>
                    <a:pt x="40918" y="151998"/>
                  </a:lnTo>
                  <a:lnTo>
                    <a:pt x="40230" y="154059"/>
                  </a:lnTo>
                  <a:lnTo>
                    <a:pt x="39955" y="155972"/>
                  </a:lnTo>
                  <a:lnTo>
                    <a:pt x="40075" y="158657"/>
                  </a:lnTo>
                  <a:lnTo>
                    <a:pt x="40293" y="161303"/>
                  </a:lnTo>
                  <a:lnTo>
                    <a:pt x="40771" y="162816"/>
                  </a:lnTo>
                  <a:lnTo>
                    <a:pt x="40810" y="164494"/>
                  </a:lnTo>
                  <a:lnTo>
                    <a:pt x="40981" y="166654"/>
                  </a:lnTo>
                  <a:lnTo>
                    <a:pt x="41227" y="168638"/>
                  </a:lnTo>
                  <a:lnTo>
                    <a:pt x="41345" y="170784"/>
                  </a:lnTo>
                  <a:lnTo>
                    <a:pt x="41188" y="170826"/>
                  </a:lnTo>
                  <a:lnTo>
                    <a:pt x="40614" y="168073"/>
                  </a:lnTo>
                  <a:lnTo>
                    <a:pt x="40100" y="165098"/>
                  </a:lnTo>
                  <a:lnTo>
                    <a:pt x="38768" y="159468"/>
                  </a:lnTo>
                  <a:lnTo>
                    <a:pt x="38334" y="149378"/>
                  </a:lnTo>
                  <a:lnTo>
                    <a:pt x="38306" y="144399"/>
                  </a:lnTo>
                  <a:lnTo>
                    <a:pt x="37394" y="138540"/>
                  </a:lnTo>
                  <a:lnTo>
                    <a:pt x="36787" y="130434"/>
                  </a:lnTo>
                  <a:lnTo>
                    <a:pt x="36545" y="128327"/>
                  </a:lnTo>
                  <a:lnTo>
                    <a:pt x="36862" y="125707"/>
                  </a:lnTo>
                  <a:lnTo>
                    <a:pt x="36915" y="124727"/>
                  </a:lnTo>
                  <a:lnTo>
                    <a:pt x="36743" y="124945"/>
                  </a:lnTo>
                  <a:lnTo>
                    <a:pt x="36278" y="126294"/>
                  </a:lnTo>
                  <a:lnTo>
                    <a:pt x="35672" y="123067"/>
                  </a:lnTo>
                  <a:lnTo>
                    <a:pt x="35277" y="120168"/>
                  </a:lnTo>
                  <a:lnTo>
                    <a:pt x="33707" y="114173"/>
                  </a:lnTo>
                  <a:lnTo>
                    <a:pt x="33250" y="111521"/>
                  </a:lnTo>
                  <a:lnTo>
                    <a:pt x="33231" y="108938"/>
                  </a:lnTo>
                  <a:lnTo>
                    <a:pt x="32553" y="111533"/>
                  </a:lnTo>
                  <a:lnTo>
                    <a:pt x="31632" y="113361"/>
                  </a:lnTo>
                  <a:lnTo>
                    <a:pt x="30694" y="116106"/>
                  </a:lnTo>
                  <a:lnTo>
                    <a:pt x="30070" y="116939"/>
                  </a:lnTo>
                  <a:lnTo>
                    <a:pt x="28092" y="117443"/>
                  </a:lnTo>
                  <a:lnTo>
                    <a:pt x="26950" y="113768"/>
                  </a:lnTo>
                  <a:lnTo>
                    <a:pt x="25310" y="104782"/>
                  </a:lnTo>
                  <a:lnTo>
                    <a:pt x="25093" y="102750"/>
                  </a:lnTo>
                  <a:lnTo>
                    <a:pt x="25309" y="97467"/>
                  </a:lnTo>
                  <a:lnTo>
                    <a:pt x="24920" y="92464"/>
                  </a:lnTo>
                  <a:lnTo>
                    <a:pt x="24925" y="89825"/>
                  </a:lnTo>
                  <a:lnTo>
                    <a:pt x="24808" y="88061"/>
                  </a:lnTo>
                  <a:lnTo>
                    <a:pt x="24514" y="88452"/>
                  </a:lnTo>
                  <a:lnTo>
                    <a:pt x="24401" y="89664"/>
                  </a:lnTo>
                  <a:lnTo>
                    <a:pt x="24463" y="91521"/>
                  </a:lnTo>
                  <a:lnTo>
                    <a:pt x="24343" y="93079"/>
                  </a:lnTo>
                  <a:lnTo>
                    <a:pt x="22924" y="92773"/>
                  </a:lnTo>
                  <a:lnTo>
                    <a:pt x="21589" y="92065"/>
                  </a:lnTo>
                  <a:lnTo>
                    <a:pt x="22765" y="94692"/>
                  </a:lnTo>
                  <a:lnTo>
                    <a:pt x="24027" y="95307"/>
                  </a:lnTo>
                  <a:lnTo>
                    <a:pt x="24682" y="97663"/>
                  </a:lnTo>
                  <a:lnTo>
                    <a:pt x="24762" y="99502"/>
                  </a:lnTo>
                  <a:lnTo>
                    <a:pt x="24723" y="101577"/>
                  </a:lnTo>
                  <a:lnTo>
                    <a:pt x="24075" y="103024"/>
                  </a:lnTo>
                  <a:lnTo>
                    <a:pt x="23482" y="103942"/>
                  </a:lnTo>
                  <a:lnTo>
                    <a:pt x="23592" y="105926"/>
                  </a:lnTo>
                  <a:lnTo>
                    <a:pt x="24311" y="108346"/>
                  </a:lnTo>
                  <a:lnTo>
                    <a:pt x="23439" y="109028"/>
                  </a:lnTo>
                  <a:lnTo>
                    <a:pt x="23202" y="110612"/>
                  </a:lnTo>
                  <a:lnTo>
                    <a:pt x="23184" y="112866"/>
                  </a:lnTo>
                  <a:lnTo>
                    <a:pt x="23622" y="114853"/>
                  </a:lnTo>
                  <a:lnTo>
                    <a:pt x="23793" y="116326"/>
                  </a:lnTo>
                  <a:lnTo>
                    <a:pt x="23687" y="117688"/>
                  </a:lnTo>
                  <a:lnTo>
                    <a:pt x="24113" y="119148"/>
                  </a:lnTo>
                  <a:lnTo>
                    <a:pt x="24726" y="122205"/>
                  </a:lnTo>
                  <a:lnTo>
                    <a:pt x="24925" y="124382"/>
                  </a:lnTo>
                  <a:lnTo>
                    <a:pt x="24668" y="127447"/>
                  </a:lnTo>
                  <a:lnTo>
                    <a:pt x="24316" y="128637"/>
                  </a:lnTo>
                  <a:lnTo>
                    <a:pt x="23752" y="129797"/>
                  </a:lnTo>
                  <a:lnTo>
                    <a:pt x="22422" y="133658"/>
                  </a:lnTo>
                  <a:lnTo>
                    <a:pt x="21772" y="138056"/>
                  </a:lnTo>
                  <a:lnTo>
                    <a:pt x="21218" y="140114"/>
                  </a:lnTo>
                  <a:lnTo>
                    <a:pt x="20528" y="140496"/>
                  </a:lnTo>
                  <a:lnTo>
                    <a:pt x="20259" y="139593"/>
                  </a:lnTo>
                  <a:lnTo>
                    <a:pt x="19686" y="138415"/>
                  </a:lnTo>
                  <a:lnTo>
                    <a:pt x="19675" y="136269"/>
                  </a:lnTo>
                  <a:lnTo>
                    <a:pt x="19846" y="134567"/>
                  </a:lnTo>
                  <a:lnTo>
                    <a:pt x="21016" y="130457"/>
                  </a:lnTo>
                  <a:lnTo>
                    <a:pt x="20381" y="131009"/>
                  </a:lnTo>
                  <a:lnTo>
                    <a:pt x="19661" y="132182"/>
                  </a:lnTo>
                  <a:lnTo>
                    <a:pt x="18561" y="134409"/>
                  </a:lnTo>
                  <a:lnTo>
                    <a:pt x="18214" y="131651"/>
                  </a:lnTo>
                  <a:lnTo>
                    <a:pt x="17983" y="129098"/>
                  </a:lnTo>
                  <a:lnTo>
                    <a:pt x="17981" y="125971"/>
                  </a:lnTo>
                  <a:lnTo>
                    <a:pt x="18859" y="121302"/>
                  </a:lnTo>
                  <a:lnTo>
                    <a:pt x="17866" y="123631"/>
                  </a:lnTo>
                  <a:lnTo>
                    <a:pt x="17590" y="126545"/>
                  </a:lnTo>
                  <a:lnTo>
                    <a:pt x="17712" y="129971"/>
                  </a:lnTo>
                  <a:lnTo>
                    <a:pt x="17584" y="132397"/>
                  </a:lnTo>
                  <a:lnTo>
                    <a:pt x="17193" y="135572"/>
                  </a:lnTo>
                  <a:lnTo>
                    <a:pt x="16664" y="137476"/>
                  </a:lnTo>
                  <a:lnTo>
                    <a:pt x="15808" y="138698"/>
                  </a:lnTo>
                  <a:lnTo>
                    <a:pt x="15426" y="140575"/>
                  </a:lnTo>
                  <a:lnTo>
                    <a:pt x="14854" y="141956"/>
                  </a:lnTo>
                  <a:lnTo>
                    <a:pt x="14835" y="139203"/>
                  </a:lnTo>
                  <a:lnTo>
                    <a:pt x="14651" y="135566"/>
                  </a:lnTo>
                  <a:lnTo>
                    <a:pt x="14033" y="126942"/>
                  </a:lnTo>
                  <a:lnTo>
                    <a:pt x="13900" y="128792"/>
                  </a:lnTo>
                  <a:lnTo>
                    <a:pt x="14219" y="134142"/>
                  </a:lnTo>
                  <a:lnTo>
                    <a:pt x="14200" y="137615"/>
                  </a:lnTo>
                  <a:lnTo>
                    <a:pt x="13733" y="140370"/>
                  </a:lnTo>
                  <a:lnTo>
                    <a:pt x="12788" y="143325"/>
                  </a:lnTo>
                  <a:lnTo>
                    <a:pt x="12066" y="143742"/>
                  </a:lnTo>
                  <a:lnTo>
                    <a:pt x="11640" y="143288"/>
                  </a:lnTo>
                  <a:lnTo>
                    <a:pt x="10994" y="141458"/>
                  </a:lnTo>
                  <a:lnTo>
                    <a:pt x="10291" y="138844"/>
                  </a:lnTo>
                  <a:lnTo>
                    <a:pt x="10173" y="134642"/>
                  </a:lnTo>
                  <a:lnTo>
                    <a:pt x="9883" y="132331"/>
                  </a:lnTo>
                  <a:lnTo>
                    <a:pt x="9925" y="129581"/>
                  </a:lnTo>
                  <a:lnTo>
                    <a:pt x="9868" y="126970"/>
                  </a:lnTo>
                  <a:lnTo>
                    <a:pt x="9114" y="119986"/>
                  </a:lnTo>
                  <a:lnTo>
                    <a:pt x="8625" y="116408"/>
                  </a:lnTo>
                  <a:lnTo>
                    <a:pt x="8686" y="115252"/>
                  </a:lnTo>
                  <a:lnTo>
                    <a:pt x="8652" y="114768"/>
                  </a:lnTo>
                  <a:lnTo>
                    <a:pt x="8424" y="110159"/>
                  </a:lnTo>
                  <a:lnTo>
                    <a:pt x="8109" y="107341"/>
                  </a:lnTo>
                  <a:lnTo>
                    <a:pt x="7951" y="104337"/>
                  </a:lnTo>
                  <a:lnTo>
                    <a:pt x="8697" y="100020"/>
                  </a:lnTo>
                  <a:lnTo>
                    <a:pt x="8398" y="99318"/>
                  </a:lnTo>
                  <a:lnTo>
                    <a:pt x="7538" y="98748"/>
                  </a:lnTo>
                  <a:lnTo>
                    <a:pt x="6738" y="98000"/>
                  </a:lnTo>
                  <a:lnTo>
                    <a:pt x="6542" y="96882"/>
                  </a:lnTo>
                  <a:lnTo>
                    <a:pt x="6896" y="92633"/>
                  </a:lnTo>
                  <a:lnTo>
                    <a:pt x="6481" y="90967"/>
                  </a:lnTo>
                  <a:lnTo>
                    <a:pt x="5886" y="89283"/>
                  </a:lnTo>
                  <a:lnTo>
                    <a:pt x="5700" y="88611"/>
                  </a:lnTo>
                  <a:lnTo>
                    <a:pt x="5504" y="87741"/>
                  </a:lnTo>
                  <a:lnTo>
                    <a:pt x="5229" y="85607"/>
                  </a:lnTo>
                  <a:lnTo>
                    <a:pt x="5759" y="81117"/>
                  </a:lnTo>
                  <a:lnTo>
                    <a:pt x="6502" y="75911"/>
                  </a:lnTo>
                  <a:lnTo>
                    <a:pt x="6636" y="73928"/>
                  </a:lnTo>
                  <a:lnTo>
                    <a:pt x="6759" y="70483"/>
                  </a:lnTo>
                  <a:lnTo>
                    <a:pt x="6827" y="69163"/>
                  </a:lnTo>
                  <a:lnTo>
                    <a:pt x="6730" y="67863"/>
                  </a:lnTo>
                  <a:lnTo>
                    <a:pt x="5949" y="66354"/>
                  </a:lnTo>
                  <a:lnTo>
                    <a:pt x="4567" y="65743"/>
                  </a:lnTo>
                  <a:lnTo>
                    <a:pt x="3591" y="64484"/>
                  </a:lnTo>
                  <a:lnTo>
                    <a:pt x="3019" y="62575"/>
                  </a:lnTo>
                  <a:lnTo>
                    <a:pt x="2534" y="61810"/>
                  </a:lnTo>
                  <a:lnTo>
                    <a:pt x="1937" y="62374"/>
                  </a:lnTo>
                  <a:lnTo>
                    <a:pt x="1173" y="61631"/>
                  </a:lnTo>
                  <a:lnTo>
                    <a:pt x="535" y="59737"/>
                  </a:lnTo>
                  <a:lnTo>
                    <a:pt x="0" y="57434"/>
                  </a:lnTo>
                  <a:lnTo>
                    <a:pt x="65" y="56352"/>
                  </a:lnTo>
                  <a:lnTo>
                    <a:pt x="208" y="54916"/>
                  </a:lnTo>
                  <a:lnTo>
                    <a:pt x="1214" y="48959"/>
                  </a:lnTo>
                  <a:lnTo>
                    <a:pt x="1590" y="48783"/>
                  </a:lnTo>
                  <a:lnTo>
                    <a:pt x="2461" y="49926"/>
                  </a:lnTo>
                  <a:lnTo>
                    <a:pt x="2787" y="49928"/>
                  </a:lnTo>
                  <a:lnTo>
                    <a:pt x="3360" y="47574"/>
                  </a:lnTo>
                  <a:lnTo>
                    <a:pt x="4160" y="40869"/>
                  </a:lnTo>
                  <a:lnTo>
                    <a:pt x="5291" y="40885"/>
                  </a:lnTo>
                  <a:lnTo>
                    <a:pt x="6288" y="41104"/>
                  </a:lnTo>
                  <a:lnTo>
                    <a:pt x="6961" y="41445"/>
                  </a:lnTo>
                  <a:lnTo>
                    <a:pt x="7631" y="41230"/>
                  </a:lnTo>
                  <a:lnTo>
                    <a:pt x="8332" y="40693"/>
                  </a:lnTo>
                  <a:lnTo>
                    <a:pt x="8713" y="39847"/>
                  </a:lnTo>
                  <a:lnTo>
                    <a:pt x="8923" y="38775"/>
                  </a:lnTo>
                  <a:lnTo>
                    <a:pt x="8851" y="37845"/>
                  </a:lnTo>
                  <a:lnTo>
                    <a:pt x="7992" y="36581"/>
                  </a:lnTo>
                  <a:lnTo>
                    <a:pt x="7660" y="35636"/>
                  </a:lnTo>
                  <a:lnTo>
                    <a:pt x="7421" y="32955"/>
                  </a:lnTo>
                  <a:lnTo>
                    <a:pt x="7168" y="31944"/>
                  </a:lnTo>
                  <a:lnTo>
                    <a:pt x="5479" y="31801"/>
                  </a:lnTo>
                  <a:lnTo>
                    <a:pt x="4604" y="30569"/>
                  </a:lnTo>
                  <a:lnTo>
                    <a:pt x="4123" y="29463"/>
                  </a:lnTo>
                  <a:lnTo>
                    <a:pt x="3265" y="25806"/>
                  </a:lnTo>
                  <a:lnTo>
                    <a:pt x="2206" y="23099"/>
                  </a:lnTo>
                  <a:lnTo>
                    <a:pt x="1192" y="22460"/>
                  </a:lnTo>
                  <a:lnTo>
                    <a:pt x="799" y="21583"/>
                  </a:lnTo>
                  <a:lnTo>
                    <a:pt x="587" y="20190"/>
                  </a:lnTo>
                  <a:lnTo>
                    <a:pt x="710" y="18178"/>
                  </a:lnTo>
                  <a:lnTo>
                    <a:pt x="1014" y="16350"/>
                  </a:lnTo>
                  <a:lnTo>
                    <a:pt x="1224" y="14312"/>
                  </a:lnTo>
                  <a:lnTo>
                    <a:pt x="2035" y="11626"/>
                  </a:lnTo>
                  <a:lnTo>
                    <a:pt x="2985" y="9278"/>
                  </a:lnTo>
                  <a:lnTo>
                    <a:pt x="3408" y="7668"/>
                  </a:lnTo>
                  <a:lnTo>
                    <a:pt x="4008" y="5970"/>
                  </a:lnTo>
                  <a:lnTo>
                    <a:pt x="4080" y="5038"/>
                  </a:lnTo>
                  <a:lnTo>
                    <a:pt x="3973" y="3972"/>
                  </a:lnTo>
                  <a:lnTo>
                    <a:pt x="3487" y="2954"/>
                  </a:lnTo>
                  <a:lnTo>
                    <a:pt x="3153" y="2628"/>
                  </a:lnTo>
                  <a:lnTo>
                    <a:pt x="3100" y="1972"/>
                  </a:lnTo>
                  <a:lnTo>
                    <a:pt x="3331" y="219"/>
                  </a:lnTo>
                  <a:lnTo>
                    <a:pt x="3794" y="0"/>
                  </a:lnTo>
                  <a:lnTo>
                    <a:pt x="4757" y="1588"/>
                  </a:lnTo>
                  <a:lnTo>
                    <a:pt x="5736" y="4162"/>
                  </a:lnTo>
                  <a:lnTo>
                    <a:pt x="6318" y="6458"/>
                  </a:lnTo>
                  <a:lnTo>
                    <a:pt x="6339" y="8268"/>
                  </a:lnTo>
                  <a:lnTo>
                    <a:pt x="6717" y="8560"/>
                  </a:lnTo>
                  <a:lnTo>
                    <a:pt x="7099" y="8632"/>
                  </a:lnTo>
                  <a:lnTo>
                    <a:pt x="7735" y="9436"/>
                  </a:lnTo>
                  <a:lnTo>
                    <a:pt x="8393" y="9190"/>
                  </a:lnTo>
                  <a:lnTo>
                    <a:pt x="8818" y="9638"/>
                  </a:lnTo>
                  <a:lnTo>
                    <a:pt x="9103" y="9475"/>
                  </a:lnTo>
                  <a:lnTo>
                    <a:pt x="9210" y="8433"/>
                  </a:lnTo>
                  <a:lnTo>
                    <a:pt x="8890" y="6901"/>
                  </a:lnTo>
                  <a:lnTo>
                    <a:pt x="8658" y="5804"/>
                  </a:lnTo>
                  <a:lnTo>
                    <a:pt x="8926" y="4710"/>
                  </a:lnTo>
                  <a:lnTo>
                    <a:pt x="9228" y="4491"/>
                  </a:lnTo>
                  <a:lnTo>
                    <a:pt x="9567" y="4765"/>
                  </a:lnTo>
                  <a:lnTo>
                    <a:pt x="10030" y="5751"/>
                  </a:lnTo>
                  <a:lnTo>
                    <a:pt x="10368" y="7776"/>
                  </a:lnTo>
                  <a:lnTo>
                    <a:pt x="10429" y="10912"/>
                  </a:lnTo>
                  <a:lnTo>
                    <a:pt x="11180" y="13757"/>
                  </a:lnTo>
                  <a:lnTo>
                    <a:pt x="12169" y="15777"/>
                  </a:lnTo>
                  <a:lnTo>
                    <a:pt x="12942" y="16707"/>
                  </a:lnTo>
                  <a:lnTo>
                    <a:pt x="13876" y="17374"/>
                  </a:lnTo>
                  <a:lnTo>
                    <a:pt x="14674" y="16732"/>
                  </a:lnTo>
                  <a:lnTo>
                    <a:pt x="15073" y="14748"/>
                  </a:lnTo>
                  <a:lnTo>
                    <a:pt x="14894" y="12978"/>
                  </a:lnTo>
                  <a:lnTo>
                    <a:pt x="15019" y="11391"/>
                  </a:lnTo>
                  <a:lnTo>
                    <a:pt x="15339" y="10515"/>
                  </a:lnTo>
                  <a:lnTo>
                    <a:pt x="15838" y="10570"/>
                  </a:lnTo>
                  <a:lnTo>
                    <a:pt x="16212" y="11828"/>
                  </a:lnTo>
                  <a:lnTo>
                    <a:pt x="17299" y="18619"/>
                  </a:lnTo>
                  <a:lnTo>
                    <a:pt x="17075" y="21627"/>
                  </a:lnTo>
                  <a:lnTo>
                    <a:pt x="17318" y="29885"/>
                  </a:lnTo>
                  <a:lnTo>
                    <a:pt x="17043" y="35331"/>
                  </a:lnTo>
                  <a:lnTo>
                    <a:pt x="17087" y="36504"/>
                  </a:lnTo>
                  <a:lnTo>
                    <a:pt x="17214" y="37413"/>
                  </a:lnTo>
                  <a:lnTo>
                    <a:pt x="17399" y="37786"/>
                  </a:lnTo>
                  <a:lnTo>
                    <a:pt x="17716" y="37774"/>
                  </a:lnTo>
                  <a:lnTo>
                    <a:pt x="19038" y="38803"/>
                  </a:lnTo>
                  <a:lnTo>
                    <a:pt x="20152" y="39937"/>
                  </a:lnTo>
                  <a:lnTo>
                    <a:pt x="21409" y="40971"/>
                  </a:lnTo>
                  <a:lnTo>
                    <a:pt x="23225" y="41776"/>
                  </a:lnTo>
                  <a:lnTo>
                    <a:pt x="24340" y="41514"/>
                  </a:lnTo>
                  <a:lnTo>
                    <a:pt x="24896" y="41481"/>
                  </a:lnTo>
                  <a:lnTo>
                    <a:pt x="26021" y="41725"/>
                  </a:lnTo>
                  <a:lnTo>
                    <a:pt x="28983" y="41293"/>
                  </a:lnTo>
                  <a:lnTo>
                    <a:pt x="31434" y="41178"/>
                  </a:lnTo>
                  <a:lnTo>
                    <a:pt x="32429" y="41957"/>
                  </a:lnTo>
                  <a:lnTo>
                    <a:pt x="33227" y="42237"/>
                  </a:lnTo>
                  <a:lnTo>
                    <a:pt x="35955" y="41690"/>
                  </a:lnTo>
                  <a:lnTo>
                    <a:pt x="38707" y="41429"/>
                  </a:lnTo>
                  <a:lnTo>
                    <a:pt x="40197" y="43159"/>
                  </a:lnTo>
                  <a:lnTo>
                    <a:pt x="41819" y="45990"/>
                  </a:lnTo>
                  <a:lnTo>
                    <a:pt x="42732" y="48087"/>
                  </a:lnTo>
                  <a:lnTo>
                    <a:pt x="42896" y="49294"/>
                  </a:lnTo>
                  <a:lnTo>
                    <a:pt x="42795" y="50322"/>
                  </a:lnTo>
                  <a:lnTo>
                    <a:pt x="42489" y="50887"/>
                  </a:lnTo>
                  <a:lnTo>
                    <a:pt x="41930" y="50905"/>
                  </a:lnTo>
                  <a:lnTo>
                    <a:pt x="40644" y="49537"/>
                  </a:lnTo>
                  <a:lnTo>
                    <a:pt x="40424" y="49943"/>
                  </a:lnTo>
                  <a:lnTo>
                    <a:pt x="40445" y="52754"/>
                  </a:lnTo>
                  <a:lnTo>
                    <a:pt x="40408" y="53204"/>
                  </a:lnTo>
                  <a:lnTo>
                    <a:pt x="40133" y="55723"/>
                  </a:lnTo>
                  <a:lnTo>
                    <a:pt x="39358" y="61390"/>
                  </a:lnTo>
                  <a:lnTo>
                    <a:pt x="39209" y="63928"/>
                  </a:lnTo>
                  <a:lnTo>
                    <a:pt x="39047" y="64575"/>
                  </a:lnTo>
                  <a:lnTo>
                    <a:pt x="38846" y="64924"/>
                  </a:lnTo>
                  <a:lnTo>
                    <a:pt x="38239" y="65026"/>
                  </a:lnTo>
                  <a:lnTo>
                    <a:pt x="37764" y="65445"/>
                  </a:lnTo>
                  <a:lnTo>
                    <a:pt x="37566" y="66367"/>
                  </a:lnTo>
                  <a:lnTo>
                    <a:pt x="37258" y="68283"/>
                  </a:lnTo>
                  <a:lnTo>
                    <a:pt x="37046" y="70215"/>
                  </a:lnTo>
                  <a:lnTo>
                    <a:pt x="36750" y="70806"/>
                  </a:lnTo>
                  <a:lnTo>
                    <a:pt x="36041" y="69762"/>
                  </a:lnTo>
                  <a:lnTo>
                    <a:pt x="35600" y="69926"/>
                  </a:lnTo>
                  <a:lnTo>
                    <a:pt x="35044" y="70369"/>
                  </a:lnTo>
                  <a:lnTo>
                    <a:pt x="34490" y="71470"/>
                  </a:lnTo>
                  <a:lnTo>
                    <a:pt x="34108" y="72836"/>
                  </a:lnTo>
                  <a:lnTo>
                    <a:pt x="33675" y="73304"/>
                  </a:lnTo>
                  <a:lnTo>
                    <a:pt x="32390" y="73028"/>
                  </a:lnTo>
                  <a:lnTo>
                    <a:pt x="32144" y="73223"/>
                  </a:lnTo>
                  <a:lnTo>
                    <a:pt x="31982" y="74198"/>
                  </a:lnTo>
                  <a:lnTo>
                    <a:pt x="31849" y="75430"/>
                  </a:lnTo>
                  <a:lnTo>
                    <a:pt x="30846" y="78336"/>
                  </a:lnTo>
                  <a:lnTo>
                    <a:pt x="30466" y="82992"/>
                  </a:lnTo>
                  <a:lnTo>
                    <a:pt x="30158" y="86013"/>
                  </a:lnTo>
                  <a:lnTo>
                    <a:pt x="30207" y="88365"/>
                  </a:lnTo>
                  <a:lnTo>
                    <a:pt x="31055" y="94494"/>
                  </a:lnTo>
                  <a:lnTo>
                    <a:pt x="31646" y="102450"/>
                  </a:lnTo>
                  <a:lnTo>
                    <a:pt x="31873" y="103260"/>
                  </a:lnTo>
                  <a:lnTo>
                    <a:pt x="32070" y="103515"/>
                  </a:lnTo>
                  <a:lnTo>
                    <a:pt x="32159" y="103332"/>
                  </a:lnTo>
                  <a:lnTo>
                    <a:pt x="32141" y="101680"/>
                  </a:lnTo>
                  <a:lnTo>
                    <a:pt x="32178" y="99684"/>
                  </a:lnTo>
                  <a:lnTo>
                    <a:pt x="32455" y="99215"/>
                  </a:lnTo>
                  <a:lnTo>
                    <a:pt x="32809" y="99628"/>
                  </a:lnTo>
                  <a:lnTo>
                    <a:pt x="33147" y="101361"/>
                  </a:lnTo>
                  <a:lnTo>
                    <a:pt x="33530" y="104539"/>
                  </a:lnTo>
                  <a:lnTo>
                    <a:pt x="33936" y="105785"/>
                  </a:lnTo>
                  <a:lnTo>
                    <a:pt x="34571" y="106135"/>
                  </a:lnTo>
                  <a:lnTo>
                    <a:pt x="35296" y="105392"/>
                  </a:lnTo>
                  <a:lnTo>
                    <a:pt x="35835" y="103954"/>
                  </a:lnTo>
                  <a:lnTo>
                    <a:pt x="36054" y="102400"/>
                  </a:lnTo>
                  <a:lnTo>
                    <a:pt x="35901" y="99335"/>
                  </a:lnTo>
                  <a:lnTo>
                    <a:pt x="35866" y="97045"/>
                  </a:lnTo>
                  <a:lnTo>
                    <a:pt x="36210" y="94867"/>
                  </a:lnTo>
                  <a:lnTo>
                    <a:pt x="37452" y="91616"/>
                  </a:lnTo>
                  <a:lnTo>
                    <a:pt x="37632" y="90622"/>
                  </a:lnTo>
                  <a:lnTo>
                    <a:pt x="37551" y="87857"/>
                  </a:lnTo>
                  <a:lnTo>
                    <a:pt x="37552" y="85265"/>
                  </a:lnTo>
                  <a:lnTo>
                    <a:pt x="38022" y="85087"/>
                  </a:lnTo>
                  <a:lnTo>
                    <a:pt x="38652" y="85507"/>
                  </a:lnTo>
                  <a:lnTo>
                    <a:pt x="39450" y="84230"/>
                  </a:lnTo>
                  <a:lnTo>
                    <a:pt x="39693" y="84204"/>
                  </a:lnTo>
                  <a:lnTo>
                    <a:pt x="40028" y="85573"/>
                  </a:lnTo>
                  <a:lnTo>
                    <a:pt x="40595" y="85335"/>
                  </a:lnTo>
                  <a:lnTo>
                    <a:pt x="41011" y="90983"/>
                  </a:lnTo>
                  <a:lnTo>
                    <a:pt x="41441" y="95966"/>
                  </a:lnTo>
                  <a:lnTo>
                    <a:pt x="41438" y="98373"/>
                  </a:lnTo>
                  <a:lnTo>
                    <a:pt x="41509" y="103472"/>
                  </a:lnTo>
                  <a:lnTo>
                    <a:pt x="41705" y="107633"/>
                  </a:lnTo>
                  <a:lnTo>
                    <a:pt x="42009" y="108578"/>
                  </a:lnTo>
                  <a:lnTo>
                    <a:pt x="42367" y="110800"/>
                  </a:lnTo>
                  <a:lnTo>
                    <a:pt x="42694" y="113382"/>
                  </a:lnTo>
                  <a:lnTo>
                    <a:pt x="42953" y="114831"/>
                  </a:lnTo>
                  <a:lnTo>
                    <a:pt x="43128" y="119550"/>
                  </a:lnTo>
                  <a:lnTo>
                    <a:pt x="43342" y="122960"/>
                  </a:lnTo>
                  <a:lnTo>
                    <a:pt x="43624" y="13366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3037651" y="2326885"/>
              <a:ext cx="60001" cy="88476"/>
            </a:xfrm>
            <a:custGeom>
              <a:avLst/>
              <a:pathLst>
                <a:path w="60001" h="88476">
                  <a:moveTo>
                    <a:pt x="60001" y="14643"/>
                  </a:moveTo>
                  <a:lnTo>
                    <a:pt x="59775" y="21762"/>
                  </a:lnTo>
                  <a:lnTo>
                    <a:pt x="58848" y="25072"/>
                  </a:lnTo>
                  <a:lnTo>
                    <a:pt x="57447" y="23962"/>
                  </a:lnTo>
                  <a:lnTo>
                    <a:pt x="55659" y="24885"/>
                  </a:lnTo>
                  <a:lnTo>
                    <a:pt x="54712" y="28648"/>
                  </a:lnTo>
                  <a:lnTo>
                    <a:pt x="54175" y="29764"/>
                  </a:lnTo>
                  <a:lnTo>
                    <a:pt x="53691" y="31075"/>
                  </a:lnTo>
                  <a:lnTo>
                    <a:pt x="53379" y="35963"/>
                  </a:lnTo>
                  <a:lnTo>
                    <a:pt x="53306" y="43971"/>
                  </a:lnTo>
                  <a:lnTo>
                    <a:pt x="52628" y="44948"/>
                  </a:lnTo>
                  <a:lnTo>
                    <a:pt x="52006" y="45246"/>
                  </a:lnTo>
                  <a:lnTo>
                    <a:pt x="49421" y="52293"/>
                  </a:lnTo>
                  <a:lnTo>
                    <a:pt x="50909" y="54276"/>
                  </a:lnTo>
                  <a:lnTo>
                    <a:pt x="51569" y="55783"/>
                  </a:lnTo>
                  <a:lnTo>
                    <a:pt x="52657" y="59978"/>
                  </a:lnTo>
                  <a:lnTo>
                    <a:pt x="54208" y="64723"/>
                  </a:lnTo>
                  <a:lnTo>
                    <a:pt x="54513" y="67039"/>
                  </a:lnTo>
                  <a:lnTo>
                    <a:pt x="53213" y="66519"/>
                  </a:lnTo>
                  <a:lnTo>
                    <a:pt x="52758" y="66677"/>
                  </a:lnTo>
                  <a:lnTo>
                    <a:pt x="52467" y="67408"/>
                  </a:lnTo>
                  <a:lnTo>
                    <a:pt x="51864" y="67261"/>
                  </a:lnTo>
                  <a:lnTo>
                    <a:pt x="51116" y="67267"/>
                  </a:lnTo>
                  <a:lnTo>
                    <a:pt x="50335" y="68107"/>
                  </a:lnTo>
                  <a:lnTo>
                    <a:pt x="49902" y="68464"/>
                  </a:lnTo>
                  <a:lnTo>
                    <a:pt x="49325" y="67694"/>
                  </a:lnTo>
                  <a:lnTo>
                    <a:pt x="48249" y="65384"/>
                  </a:lnTo>
                  <a:lnTo>
                    <a:pt x="47596" y="63774"/>
                  </a:lnTo>
                  <a:lnTo>
                    <a:pt x="47109" y="63368"/>
                  </a:lnTo>
                  <a:lnTo>
                    <a:pt x="46619" y="63846"/>
                  </a:lnTo>
                  <a:lnTo>
                    <a:pt x="44873" y="64391"/>
                  </a:lnTo>
                  <a:lnTo>
                    <a:pt x="44460" y="65331"/>
                  </a:lnTo>
                  <a:lnTo>
                    <a:pt x="43653" y="66365"/>
                  </a:lnTo>
                  <a:lnTo>
                    <a:pt x="42841" y="66859"/>
                  </a:lnTo>
                  <a:lnTo>
                    <a:pt x="41676" y="67208"/>
                  </a:lnTo>
                  <a:lnTo>
                    <a:pt x="41062" y="67162"/>
                  </a:lnTo>
                  <a:lnTo>
                    <a:pt x="40720" y="67662"/>
                  </a:lnTo>
                  <a:lnTo>
                    <a:pt x="40431" y="69176"/>
                  </a:lnTo>
                  <a:lnTo>
                    <a:pt x="40235" y="70655"/>
                  </a:lnTo>
                  <a:lnTo>
                    <a:pt x="40063" y="71255"/>
                  </a:lnTo>
                  <a:lnTo>
                    <a:pt x="38611" y="71988"/>
                  </a:lnTo>
                  <a:lnTo>
                    <a:pt x="38293" y="72838"/>
                  </a:lnTo>
                  <a:lnTo>
                    <a:pt x="38203" y="73669"/>
                  </a:lnTo>
                  <a:lnTo>
                    <a:pt x="38232" y="74500"/>
                  </a:lnTo>
                  <a:lnTo>
                    <a:pt x="37075" y="73695"/>
                  </a:lnTo>
                  <a:lnTo>
                    <a:pt x="36179" y="74230"/>
                  </a:lnTo>
                  <a:lnTo>
                    <a:pt x="35969" y="74866"/>
                  </a:lnTo>
                  <a:lnTo>
                    <a:pt x="35781" y="75780"/>
                  </a:lnTo>
                  <a:lnTo>
                    <a:pt x="35886" y="76756"/>
                  </a:lnTo>
                  <a:lnTo>
                    <a:pt x="36216" y="77701"/>
                  </a:lnTo>
                  <a:lnTo>
                    <a:pt x="36527" y="80262"/>
                  </a:lnTo>
                  <a:lnTo>
                    <a:pt x="36638" y="82823"/>
                  </a:lnTo>
                  <a:lnTo>
                    <a:pt x="36448" y="84275"/>
                  </a:lnTo>
                  <a:lnTo>
                    <a:pt x="35785" y="85311"/>
                  </a:lnTo>
                  <a:lnTo>
                    <a:pt x="34410" y="86456"/>
                  </a:lnTo>
                  <a:lnTo>
                    <a:pt x="33079" y="85910"/>
                  </a:lnTo>
                  <a:lnTo>
                    <a:pt x="32493" y="86364"/>
                  </a:lnTo>
                  <a:lnTo>
                    <a:pt x="31508" y="86510"/>
                  </a:lnTo>
                  <a:lnTo>
                    <a:pt x="30600" y="86814"/>
                  </a:lnTo>
                  <a:lnTo>
                    <a:pt x="29205" y="87862"/>
                  </a:lnTo>
                  <a:lnTo>
                    <a:pt x="27948" y="88476"/>
                  </a:lnTo>
                  <a:lnTo>
                    <a:pt x="26815" y="86342"/>
                  </a:lnTo>
                  <a:lnTo>
                    <a:pt x="25471" y="84888"/>
                  </a:lnTo>
                  <a:lnTo>
                    <a:pt x="24061" y="84024"/>
                  </a:lnTo>
                  <a:lnTo>
                    <a:pt x="23570" y="84654"/>
                  </a:lnTo>
                  <a:lnTo>
                    <a:pt x="23358" y="85151"/>
                  </a:lnTo>
                  <a:lnTo>
                    <a:pt x="22179" y="83263"/>
                  </a:lnTo>
                  <a:lnTo>
                    <a:pt x="21649" y="82591"/>
                  </a:lnTo>
                  <a:lnTo>
                    <a:pt x="21393" y="81862"/>
                  </a:lnTo>
                  <a:lnTo>
                    <a:pt x="20902" y="79346"/>
                  </a:lnTo>
                  <a:lnTo>
                    <a:pt x="20610" y="79267"/>
                  </a:lnTo>
                  <a:lnTo>
                    <a:pt x="19637" y="80203"/>
                  </a:lnTo>
                  <a:lnTo>
                    <a:pt x="18702" y="80159"/>
                  </a:lnTo>
                  <a:lnTo>
                    <a:pt x="18134" y="79988"/>
                  </a:lnTo>
                  <a:lnTo>
                    <a:pt x="16458" y="80094"/>
                  </a:lnTo>
                  <a:lnTo>
                    <a:pt x="16236" y="81812"/>
                  </a:lnTo>
                  <a:lnTo>
                    <a:pt x="16028" y="82079"/>
                  </a:lnTo>
                  <a:lnTo>
                    <a:pt x="15665" y="82308"/>
                  </a:lnTo>
                  <a:lnTo>
                    <a:pt x="14774" y="82200"/>
                  </a:lnTo>
                  <a:lnTo>
                    <a:pt x="13634" y="83470"/>
                  </a:lnTo>
                  <a:lnTo>
                    <a:pt x="12412" y="84245"/>
                  </a:lnTo>
                  <a:lnTo>
                    <a:pt x="11457" y="84266"/>
                  </a:lnTo>
                  <a:lnTo>
                    <a:pt x="10472" y="83891"/>
                  </a:lnTo>
                  <a:lnTo>
                    <a:pt x="9883" y="84159"/>
                  </a:lnTo>
                  <a:lnTo>
                    <a:pt x="8611" y="84298"/>
                  </a:lnTo>
                  <a:lnTo>
                    <a:pt x="7805" y="86156"/>
                  </a:lnTo>
                  <a:lnTo>
                    <a:pt x="6552" y="86051"/>
                  </a:lnTo>
                  <a:lnTo>
                    <a:pt x="5498" y="85737"/>
                  </a:lnTo>
                  <a:lnTo>
                    <a:pt x="5630" y="85151"/>
                  </a:lnTo>
                  <a:lnTo>
                    <a:pt x="5839" y="77778"/>
                  </a:lnTo>
                  <a:lnTo>
                    <a:pt x="6360" y="74488"/>
                  </a:lnTo>
                  <a:lnTo>
                    <a:pt x="6340" y="73812"/>
                  </a:lnTo>
                  <a:lnTo>
                    <a:pt x="6229" y="73299"/>
                  </a:lnTo>
                  <a:lnTo>
                    <a:pt x="5767" y="72770"/>
                  </a:lnTo>
                  <a:lnTo>
                    <a:pt x="5433" y="70994"/>
                  </a:lnTo>
                  <a:lnTo>
                    <a:pt x="4737" y="66313"/>
                  </a:lnTo>
                  <a:lnTo>
                    <a:pt x="4345" y="65365"/>
                  </a:lnTo>
                  <a:lnTo>
                    <a:pt x="3252" y="64377"/>
                  </a:lnTo>
                  <a:lnTo>
                    <a:pt x="2294" y="63026"/>
                  </a:lnTo>
                  <a:lnTo>
                    <a:pt x="1482" y="61246"/>
                  </a:lnTo>
                  <a:lnTo>
                    <a:pt x="0" y="56847"/>
                  </a:lnTo>
                  <a:lnTo>
                    <a:pt x="750" y="56407"/>
                  </a:lnTo>
                  <a:lnTo>
                    <a:pt x="977" y="55512"/>
                  </a:lnTo>
                  <a:lnTo>
                    <a:pt x="1725" y="53094"/>
                  </a:lnTo>
                  <a:lnTo>
                    <a:pt x="1810" y="51905"/>
                  </a:lnTo>
                  <a:lnTo>
                    <a:pt x="1732" y="51234"/>
                  </a:lnTo>
                  <a:lnTo>
                    <a:pt x="1230" y="50070"/>
                  </a:lnTo>
                  <a:lnTo>
                    <a:pt x="886" y="47535"/>
                  </a:lnTo>
                  <a:lnTo>
                    <a:pt x="1146" y="45160"/>
                  </a:lnTo>
                  <a:lnTo>
                    <a:pt x="1168" y="43939"/>
                  </a:lnTo>
                  <a:lnTo>
                    <a:pt x="915" y="42732"/>
                  </a:lnTo>
                  <a:lnTo>
                    <a:pt x="1180" y="41230"/>
                  </a:lnTo>
                  <a:lnTo>
                    <a:pt x="1718" y="40407"/>
                  </a:lnTo>
                  <a:lnTo>
                    <a:pt x="2057" y="40166"/>
                  </a:lnTo>
                  <a:lnTo>
                    <a:pt x="3481" y="40005"/>
                  </a:lnTo>
                  <a:lnTo>
                    <a:pt x="4382" y="36996"/>
                  </a:lnTo>
                  <a:lnTo>
                    <a:pt x="4929" y="36036"/>
                  </a:lnTo>
                  <a:lnTo>
                    <a:pt x="5491" y="34330"/>
                  </a:lnTo>
                  <a:lnTo>
                    <a:pt x="5751" y="33707"/>
                  </a:lnTo>
                  <a:lnTo>
                    <a:pt x="5998" y="32378"/>
                  </a:lnTo>
                  <a:lnTo>
                    <a:pt x="6083" y="31020"/>
                  </a:lnTo>
                  <a:lnTo>
                    <a:pt x="4956" y="29119"/>
                  </a:lnTo>
                  <a:lnTo>
                    <a:pt x="4573" y="27689"/>
                  </a:lnTo>
                  <a:lnTo>
                    <a:pt x="4071" y="26110"/>
                  </a:lnTo>
                  <a:lnTo>
                    <a:pt x="3392" y="25020"/>
                  </a:lnTo>
                  <a:lnTo>
                    <a:pt x="2024" y="23145"/>
                  </a:lnTo>
                  <a:lnTo>
                    <a:pt x="1490" y="21244"/>
                  </a:lnTo>
                  <a:lnTo>
                    <a:pt x="1250" y="18779"/>
                  </a:lnTo>
                  <a:lnTo>
                    <a:pt x="887" y="16911"/>
                  </a:lnTo>
                  <a:lnTo>
                    <a:pt x="488" y="15695"/>
                  </a:lnTo>
                  <a:lnTo>
                    <a:pt x="412" y="14705"/>
                  </a:lnTo>
                  <a:lnTo>
                    <a:pt x="245" y="13489"/>
                  </a:lnTo>
                  <a:lnTo>
                    <a:pt x="205" y="11101"/>
                  </a:lnTo>
                  <a:lnTo>
                    <a:pt x="528" y="7926"/>
                  </a:lnTo>
                  <a:lnTo>
                    <a:pt x="737" y="6807"/>
                  </a:lnTo>
                  <a:lnTo>
                    <a:pt x="1201" y="6494"/>
                  </a:lnTo>
                  <a:lnTo>
                    <a:pt x="2436" y="4801"/>
                  </a:lnTo>
                  <a:lnTo>
                    <a:pt x="2493" y="2636"/>
                  </a:lnTo>
                  <a:lnTo>
                    <a:pt x="2716" y="1291"/>
                  </a:lnTo>
                  <a:lnTo>
                    <a:pt x="3109" y="519"/>
                  </a:lnTo>
                  <a:lnTo>
                    <a:pt x="3470" y="0"/>
                  </a:lnTo>
                  <a:lnTo>
                    <a:pt x="4144" y="1258"/>
                  </a:lnTo>
                  <a:lnTo>
                    <a:pt x="5781" y="3265"/>
                  </a:lnTo>
                  <a:lnTo>
                    <a:pt x="6580" y="4722"/>
                  </a:lnTo>
                  <a:lnTo>
                    <a:pt x="6540" y="5631"/>
                  </a:lnTo>
                  <a:lnTo>
                    <a:pt x="6165" y="6524"/>
                  </a:lnTo>
                  <a:lnTo>
                    <a:pt x="5453" y="7404"/>
                  </a:lnTo>
                  <a:lnTo>
                    <a:pt x="5039" y="8566"/>
                  </a:lnTo>
                  <a:lnTo>
                    <a:pt x="4926" y="10010"/>
                  </a:lnTo>
                  <a:lnTo>
                    <a:pt x="5034" y="11028"/>
                  </a:lnTo>
                  <a:lnTo>
                    <a:pt x="5527" y="11917"/>
                  </a:lnTo>
                  <a:lnTo>
                    <a:pt x="8465" y="10753"/>
                  </a:lnTo>
                  <a:lnTo>
                    <a:pt x="11445" y="11353"/>
                  </a:lnTo>
                  <a:lnTo>
                    <a:pt x="15446" y="13330"/>
                  </a:lnTo>
                  <a:lnTo>
                    <a:pt x="18099" y="14015"/>
                  </a:lnTo>
                  <a:lnTo>
                    <a:pt x="20059" y="13102"/>
                  </a:lnTo>
                  <a:lnTo>
                    <a:pt x="23689" y="14755"/>
                  </a:lnTo>
                  <a:lnTo>
                    <a:pt x="27068" y="16295"/>
                  </a:lnTo>
                  <a:lnTo>
                    <a:pt x="30312" y="16754"/>
                  </a:lnTo>
                  <a:lnTo>
                    <a:pt x="32129" y="15543"/>
                  </a:lnTo>
                  <a:lnTo>
                    <a:pt x="33405" y="13916"/>
                  </a:lnTo>
                  <a:lnTo>
                    <a:pt x="34506" y="10851"/>
                  </a:lnTo>
                  <a:lnTo>
                    <a:pt x="37221" y="6811"/>
                  </a:lnTo>
                  <a:lnTo>
                    <a:pt x="39850" y="4544"/>
                  </a:lnTo>
                  <a:lnTo>
                    <a:pt x="43297" y="2706"/>
                  </a:lnTo>
                  <a:lnTo>
                    <a:pt x="45596" y="2080"/>
                  </a:lnTo>
                  <a:lnTo>
                    <a:pt x="45921" y="2708"/>
                  </a:lnTo>
                  <a:lnTo>
                    <a:pt x="48850" y="6420"/>
                  </a:lnTo>
                  <a:lnTo>
                    <a:pt x="50154" y="6433"/>
                  </a:lnTo>
                  <a:lnTo>
                    <a:pt x="51210" y="7091"/>
                  </a:lnTo>
                  <a:lnTo>
                    <a:pt x="51593" y="8072"/>
                  </a:lnTo>
                  <a:lnTo>
                    <a:pt x="51861" y="8317"/>
                  </a:lnTo>
                  <a:lnTo>
                    <a:pt x="53261" y="7400"/>
                  </a:lnTo>
                  <a:lnTo>
                    <a:pt x="53883" y="9431"/>
                  </a:lnTo>
                  <a:lnTo>
                    <a:pt x="54855" y="12274"/>
                  </a:lnTo>
                  <a:lnTo>
                    <a:pt x="56508" y="13738"/>
                  </a:lnTo>
                  <a:lnTo>
                    <a:pt x="57981" y="14568"/>
                  </a:lnTo>
                  <a:lnTo>
                    <a:pt x="58445" y="1469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3307875" y="2858513"/>
              <a:ext cx="1586" cy="12991"/>
            </a:xfrm>
            <a:custGeom>
              <a:avLst/>
              <a:pathLst>
                <a:path w="1586" h="12991">
                  <a:moveTo>
                    <a:pt x="1488" y="10736"/>
                  </a:moveTo>
                  <a:lnTo>
                    <a:pt x="1177" y="12991"/>
                  </a:lnTo>
                  <a:lnTo>
                    <a:pt x="880" y="12202"/>
                  </a:lnTo>
                  <a:lnTo>
                    <a:pt x="129" y="8300"/>
                  </a:lnTo>
                  <a:lnTo>
                    <a:pt x="355" y="5554"/>
                  </a:lnTo>
                  <a:lnTo>
                    <a:pt x="0" y="1643"/>
                  </a:lnTo>
                  <a:lnTo>
                    <a:pt x="168" y="516"/>
                  </a:lnTo>
                  <a:lnTo>
                    <a:pt x="1073" y="0"/>
                  </a:lnTo>
                  <a:lnTo>
                    <a:pt x="1283" y="168"/>
                  </a:lnTo>
                  <a:lnTo>
                    <a:pt x="1012" y="1422"/>
                  </a:lnTo>
                  <a:lnTo>
                    <a:pt x="1512" y="3604"/>
                  </a:lnTo>
                  <a:lnTo>
                    <a:pt x="1586" y="721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114442" y="3004280"/>
              <a:ext cx="6490" cy="11109"/>
            </a:xfrm>
            <a:custGeom>
              <a:avLst/>
              <a:pathLst>
                <a:path w="6490" h="11109">
                  <a:moveTo>
                    <a:pt x="6344" y="3575"/>
                  </a:moveTo>
                  <a:lnTo>
                    <a:pt x="6038" y="5742"/>
                  </a:lnTo>
                  <a:lnTo>
                    <a:pt x="5020" y="9876"/>
                  </a:lnTo>
                  <a:lnTo>
                    <a:pt x="2749" y="10917"/>
                  </a:lnTo>
                  <a:lnTo>
                    <a:pt x="247" y="11109"/>
                  </a:lnTo>
                  <a:lnTo>
                    <a:pt x="54" y="9981"/>
                  </a:lnTo>
                  <a:lnTo>
                    <a:pt x="0" y="8990"/>
                  </a:lnTo>
                  <a:lnTo>
                    <a:pt x="182" y="7440"/>
                  </a:lnTo>
                  <a:lnTo>
                    <a:pt x="165" y="6830"/>
                  </a:lnTo>
                  <a:lnTo>
                    <a:pt x="61" y="6207"/>
                  </a:lnTo>
                  <a:lnTo>
                    <a:pt x="978" y="5538"/>
                  </a:lnTo>
                  <a:lnTo>
                    <a:pt x="1574" y="3621"/>
                  </a:lnTo>
                  <a:lnTo>
                    <a:pt x="2521" y="3298"/>
                  </a:lnTo>
                  <a:lnTo>
                    <a:pt x="3703" y="4645"/>
                  </a:lnTo>
                  <a:lnTo>
                    <a:pt x="4340" y="4694"/>
                  </a:lnTo>
                  <a:lnTo>
                    <a:pt x="5282" y="3208"/>
                  </a:lnTo>
                  <a:lnTo>
                    <a:pt x="6040" y="0"/>
                  </a:lnTo>
                  <a:lnTo>
                    <a:pt x="6490" y="4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120442" y="2996945"/>
              <a:ext cx="1409" cy="3073"/>
            </a:xfrm>
            <a:custGeom>
              <a:avLst/>
              <a:pathLst>
                <a:path w="1409" h="3073">
                  <a:moveTo>
                    <a:pt x="1409" y="1623"/>
                  </a:moveTo>
                  <a:lnTo>
                    <a:pt x="128" y="3073"/>
                  </a:lnTo>
                  <a:lnTo>
                    <a:pt x="0" y="1367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119488" y="2970537"/>
              <a:ext cx="3986" cy="4866"/>
            </a:xfrm>
            <a:custGeom>
              <a:avLst/>
              <a:pathLst>
                <a:path w="3986" h="4866">
                  <a:moveTo>
                    <a:pt x="1162" y="776"/>
                  </a:moveTo>
                  <a:lnTo>
                    <a:pt x="1758" y="1203"/>
                  </a:lnTo>
                  <a:lnTo>
                    <a:pt x="2083" y="1172"/>
                  </a:lnTo>
                  <a:lnTo>
                    <a:pt x="3183" y="2060"/>
                  </a:lnTo>
                  <a:lnTo>
                    <a:pt x="3838" y="3278"/>
                  </a:lnTo>
                  <a:lnTo>
                    <a:pt x="3986" y="3780"/>
                  </a:lnTo>
                  <a:lnTo>
                    <a:pt x="3634" y="4866"/>
                  </a:lnTo>
                  <a:lnTo>
                    <a:pt x="2622" y="2809"/>
                  </a:lnTo>
                  <a:lnTo>
                    <a:pt x="1738" y="2543"/>
                  </a:lnTo>
                  <a:lnTo>
                    <a:pt x="497" y="2592"/>
                  </a:lnTo>
                  <a:lnTo>
                    <a:pt x="0" y="2204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108769" y="2962389"/>
              <a:ext cx="4233" cy="16174"/>
            </a:xfrm>
            <a:custGeom>
              <a:avLst/>
              <a:pathLst>
                <a:path w="4233" h="16174">
                  <a:moveTo>
                    <a:pt x="674" y="15285"/>
                  </a:moveTo>
                  <a:lnTo>
                    <a:pt x="0" y="16174"/>
                  </a:lnTo>
                  <a:lnTo>
                    <a:pt x="149" y="14641"/>
                  </a:lnTo>
                  <a:lnTo>
                    <a:pt x="1443" y="12046"/>
                  </a:lnTo>
                  <a:lnTo>
                    <a:pt x="2158" y="9763"/>
                  </a:lnTo>
                  <a:lnTo>
                    <a:pt x="2565" y="8955"/>
                  </a:lnTo>
                  <a:lnTo>
                    <a:pt x="2710" y="8328"/>
                  </a:lnTo>
                  <a:lnTo>
                    <a:pt x="3277" y="7485"/>
                  </a:lnTo>
                  <a:lnTo>
                    <a:pt x="3561" y="6016"/>
                  </a:lnTo>
                  <a:lnTo>
                    <a:pt x="3483" y="4817"/>
                  </a:lnTo>
                  <a:lnTo>
                    <a:pt x="2889" y="2836"/>
                  </a:lnTo>
                  <a:lnTo>
                    <a:pt x="2897" y="1441"/>
                  </a:lnTo>
                  <a:lnTo>
                    <a:pt x="3102" y="458"/>
                  </a:lnTo>
                  <a:lnTo>
                    <a:pt x="4104" y="0"/>
                  </a:lnTo>
                  <a:lnTo>
                    <a:pt x="3839" y="1486"/>
                  </a:lnTo>
                  <a:lnTo>
                    <a:pt x="4233" y="5691"/>
                  </a:lnTo>
                  <a:lnTo>
                    <a:pt x="2906" y="10929"/>
                  </a:lnTo>
                  <a:lnTo>
                    <a:pt x="1768" y="125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2108413" y="2959182"/>
              <a:ext cx="2684" cy="5146"/>
            </a:xfrm>
            <a:custGeom>
              <a:avLst/>
              <a:pathLst>
                <a:path w="2684" h="5146">
                  <a:moveTo>
                    <a:pt x="2465" y="3431"/>
                  </a:moveTo>
                  <a:lnTo>
                    <a:pt x="2684" y="3960"/>
                  </a:lnTo>
                  <a:lnTo>
                    <a:pt x="2070" y="5146"/>
                  </a:lnTo>
                  <a:lnTo>
                    <a:pt x="689" y="3679"/>
                  </a:lnTo>
                  <a:lnTo>
                    <a:pt x="378" y="3780"/>
                  </a:lnTo>
                  <a:lnTo>
                    <a:pt x="104" y="2220"/>
                  </a:lnTo>
                  <a:lnTo>
                    <a:pt x="0" y="1064"/>
                  </a:lnTo>
                  <a:lnTo>
                    <a:pt x="66" y="0"/>
                  </a:lnTo>
                  <a:lnTo>
                    <a:pt x="889" y="828"/>
                  </a:lnTo>
                  <a:lnTo>
                    <a:pt x="1332" y="235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2098780" y="2934693"/>
              <a:ext cx="4571" cy="23629"/>
            </a:xfrm>
            <a:custGeom>
              <a:avLst/>
              <a:pathLst>
                <a:path w="4571" h="23629">
                  <a:moveTo>
                    <a:pt x="4571" y="22871"/>
                  </a:moveTo>
                  <a:lnTo>
                    <a:pt x="4509" y="23629"/>
                  </a:lnTo>
                  <a:lnTo>
                    <a:pt x="3293" y="17723"/>
                  </a:lnTo>
                  <a:lnTo>
                    <a:pt x="1767" y="16289"/>
                  </a:lnTo>
                  <a:lnTo>
                    <a:pt x="890" y="14863"/>
                  </a:lnTo>
                  <a:lnTo>
                    <a:pt x="1072" y="14054"/>
                  </a:lnTo>
                  <a:lnTo>
                    <a:pt x="1681" y="13702"/>
                  </a:lnTo>
                  <a:lnTo>
                    <a:pt x="1782" y="11832"/>
                  </a:lnTo>
                  <a:lnTo>
                    <a:pt x="1522" y="9809"/>
                  </a:lnTo>
                  <a:lnTo>
                    <a:pt x="718" y="5725"/>
                  </a:lnTo>
                  <a:lnTo>
                    <a:pt x="266" y="2957"/>
                  </a:lnTo>
                  <a:lnTo>
                    <a:pt x="59" y="2320"/>
                  </a:lnTo>
                  <a:lnTo>
                    <a:pt x="0" y="0"/>
                  </a:lnTo>
                  <a:lnTo>
                    <a:pt x="955" y="3592"/>
                  </a:lnTo>
                  <a:lnTo>
                    <a:pt x="1352" y="6787"/>
                  </a:lnTo>
                  <a:lnTo>
                    <a:pt x="1991" y="9915"/>
                  </a:lnTo>
                  <a:lnTo>
                    <a:pt x="2420" y="15311"/>
                  </a:lnTo>
                  <a:lnTo>
                    <a:pt x="3642" y="17145"/>
                  </a:lnTo>
                  <a:lnTo>
                    <a:pt x="4521" y="197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2091847" y="2934603"/>
              <a:ext cx="3581" cy="6712"/>
            </a:xfrm>
            <a:custGeom>
              <a:avLst/>
              <a:pathLst>
                <a:path w="3581" h="6712">
                  <a:moveTo>
                    <a:pt x="3581" y="6537"/>
                  </a:moveTo>
                  <a:lnTo>
                    <a:pt x="3179" y="6712"/>
                  </a:lnTo>
                  <a:lnTo>
                    <a:pt x="2462" y="5931"/>
                  </a:lnTo>
                  <a:lnTo>
                    <a:pt x="780" y="2337"/>
                  </a:lnTo>
                  <a:lnTo>
                    <a:pt x="0" y="2027"/>
                  </a:lnTo>
                  <a:lnTo>
                    <a:pt x="256" y="0"/>
                  </a:lnTo>
                  <a:lnTo>
                    <a:pt x="850" y="708"/>
                  </a:lnTo>
                  <a:lnTo>
                    <a:pt x="2207" y="3807"/>
                  </a:lnTo>
                  <a:lnTo>
                    <a:pt x="2719" y="53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106135" y="2921150"/>
              <a:ext cx="1167" cy="4932"/>
            </a:xfrm>
            <a:custGeom>
              <a:avLst/>
              <a:pathLst>
                <a:path w="1167" h="4932">
                  <a:moveTo>
                    <a:pt x="1167" y="1731"/>
                  </a:moveTo>
                  <a:lnTo>
                    <a:pt x="406" y="4932"/>
                  </a:lnTo>
                  <a:lnTo>
                    <a:pt x="0" y="4660"/>
                  </a:lnTo>
                  <a:lnTo>
                    <a:pt x="230" y="637"/>
                  </a:lnTo>
                  <a:lnTo>
                    <a:pt x="758" y="0"/>
                  </a:lnTo>
                  <a:lnTo>
                    <a:pt x="965" y="3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2072977" y="2916396"/>
              <a:ext cx="4625" cy="16204"/>
            </a:xfrm>
            <a:custGeom>
              <a:avLst/>
              <a:pathLst>
                <a:path w="4625" h="16204">
                  <a:moveTo>
                    <a:pt x="3289" y="1125"/>
                  </a:moveTo>
                  <a:lnTo>
                    <a:pt x="3304" y="1802"/>
                  </a:lnTo>
                  <a:lnTo>
                    <a:pt x="2351" y="3666"/>
                  </a:lnTo>
                  <a:lnTo>
                    <a:pt x="3044" y="4996"/>
                  </a:lnTo>
                  <a:lnTo>
                    <a:pt x="3696" y="2103"/>
                  </a:lnTo>
                  <a:lnTo>
                    <a:pt x="4214" y="4453"/>
                  </a:lnTo>
                  <a:lnTo>
                    <a:pt x="4497" y="8861"/>
                  </a:lnTo>
                  <a:lnTo>
                    <a:pt x="4451" y="9629"/>
                  </a:lnTo>
                  <a:lnTo>
                    <a:pt x="4499" y="10287"/>
                  </a:lnTo>
                  <a:lnTo>
                    <a:pt x="4600" y="11131"/>
                  </a:lnTo>
                  <a:lnTo>
                    <a:pt x="4625" y="12354"/>
                  </a:lnTo>
                  <a:lnTo>
                    <a:pt x="4097" y="16204"/>
                  </a:lnTo>
                  <a:lnTo>
                    <a:pt x="2197" y="15809"/>
                  </a:lnTo>
                  <a:lnTo>
                    <a:pt x="2154" y="12564"/>
                  </a:lnTo>
                  <a:lnTo>
                    <a:pt x="1861" y="11937"/>
                  </a:lnTo>
                  <a:lnTo>
                    <a:pt x="1419" y="7303"/>
                  </a:lnTo>
                  <a:lnTo>
                    <a:pt x="825" y="5810"/>
                  </a:lnTo>
                  <a:lnTo>
                    <a:pt x="0" y="2001"/>
                  </a:lnTo>
                  <a:lnTo>
                    <a:pt x="479" y="1018"/>
                  </a:lnTo>
                  <a:lnTo>
                    <a:pt x="1118" y="1346"/>
                  </a:lnTo>
                  <a:lnTo>
                    <a:pt x="1445" y="887"/>
                  </a:lnTo>
                  <a:lnTo>
                    <a:pt x="2331" y="520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094665" y="2904282"/>
              <a:ext cx="4251" cy="16501"/>
            </a:xfrm>
            <a:custGeom>
              <a:avLst/>
              <a:pathLst>
                <a:path w="4251" h="16501">
                  <a:moveTo>
                    <a:pt x="4187" y="14700"/>
                  </a:moveTo>
                  <a:lnTo>
                    <a:pt x="4251" y="16202"/>
                  </a:lnTo>
                  <a:lnTo>
                    <a:pt x="3607" y="15898"/>
                  </a:lnTo>
                  <a:lnTo>
                    <a:pt x="2656" y="16485"/>
                  </a:lnTo>
                  <a:lnTo>
                    <a:pt x="2314" y="16501"/>
                  </a:lnTo>
                  <a:lnTo>
                    <a:pt x="2527" y="15472"/>
                  </a:lnTo>
                  <a:lnTo>
                    <a:pt x="3187" y="14081"/>
                  </a:lnTo>
                  <a:lnTo>
                    <a:pt x="3221" y="12757"/>
                  </a:lnTo>
                  <a:lnTo>
                    <a:pt x="2404" y="10847"/>
                  </a:lnTo>
                  <a:lnTo>
                    <a:pt x="1453" y="6094"/>
                  </a:lnTo>
                  <a:lnTo>
                    <a:pt x="1008" y="4967"/>
                  </a:lnTo>
                  <a:lnTo>
                    <a:pt x="797" y="3181"/>
                  </a:lnTo>
                  <a:lnTo>
                    <a:pt x="0" y="1265"/>
                  </a:lnTo>
                  <a:lnTo>
                    <a:pt x="166" y="240"/>
                  </a:lnTo>
                  <a:lnTo>
                    <a:pt x="330" y="0"/>
                  </a:lnTo>
                  <a:lnTo>
                    <a:pt x="869" y="492"/>
                  </a:lnTo>
                  <a:lnTo>
                    <a:pt x="2091" y="7328"/>
                  </a:lnTo>
                  <a:lnTo>
                    <a:pt x="2171" y="798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2077188" y="2892891"/>
              <a:ext cx="2814" cy="2656"/>
            </a:xfrm>
            <a:custGeom>
              <a:avLst/>
              <a:pathLst>
                <a:path w="2814" h="2656">
                  <a:moveTo>
                    <a:pt x="2060" y="2043"/>
                  </a:moveTo>
                  <a:lnTo>
                    <a:pt x="974" y="2656"/>
                  </a:lnTo>
                  <a:lnTo>
                    <a:pt x="198" y="2051"/>
                  </a:lnTo>
                  <a:lnTo>
                    <a:pt x="0" y="1565"/>
                  </a:lnTo>
                  <a:lnTo>
                    <a:pt x="332" y="748"/>
                  </a:lnTo>
                  <a:lnTo>
                    <a:pt x="1063" y="67"/>
                  </a:lnTo>
                  <a:lnTo>
                    <a:pt x="2238" y="0"/>
                  </a:lnTo>
                  <a:lnTo>
                    <a:pt x="2752" y="805"/>
                  </a:lnTo>
                  <a:lnTo>
                    <a:pt x="2814" y="115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2068792" y="2889365"/>
              <a:ext cx="6731" cy="27034"/>
            </a:xfrm>
            <a:custGeom>
              <a:avLst/>
              <a:pathLst>
                <a:path w="6731" h="27034">
                  <a:moveTo>
                    <a:pt x="6647" y="14624"/>
                  </a:moveTo>
                  <a:lnTo>
                    <a:pt x="6626" y="18202"/>
                  </a:lnTo>
                  <a:lnTo>
                    <a:pt x="6731" y="20879"/>
                  </a:lnTo>
                  <a:lnTo>
                    <a:pt x="6634" y="21832"/>
                  </a:lnTo>
                  <a:lnTo>
                    <a:pt x="5594" y="23621"/>
                  </a:lnTo>
                  <a:lnTo>
                    <a:pt x="5326" y="24621"/>
                  </a:lnTo>
                  <a:lnTo>
                    <a:pt x="4346" y="25630"/>
                  </a:lnTo>
                  <a:lnTo>
                    <a:pt x="3752" y="27034"/>
                  </a:lnTo>
                  <a:lnTo>
                    <a:pt x="3455" y="24753"/>
                  </a:lnTo>
                  <a:lnTo>
                    <a:pt x="2879" y="23343"/>
                  </a:lnTo>
                  <a:lnTo>
                    <a:pt x="2783" y="20946"/>
                  </a:lnTo>
                  <a:lnTo>
                    <a:pt x="2342" y="21756"/>
                  </a:lnTo>
                  <a:lnTo>
                    <a:pt x="1708" y="21262"/>
                  </a:lnTo>
                  <a:lnTo>
                    <a:pt x="661" y="19447"/>
                  </a:lnTo>
                  <a:lnTo>
                    <a:pt x="0" y="16983"/>
                  </a:lnTo>
                  <a:lnTo>
                    <a:pt x="926" y="16556"/>
                  </a:lnTo>
                  <a:lnTo>
                    <a:pt x="1118" y="18087"/>
                  </a:lnTo>
                  <a:lnTo>
                    <a:pt x="1851" y="16208"/>
                  </a:lnTo>
                  <a:lnTo>
                    <a:pt x="1684" y="15218"/>
                  </a:lnTo>
                  <a:lnTo>
                    <a:pt x="1552" y="15092"/>
                  </a:lnTo>
                  <a:lnTo>
                    <a:pt x="1312" y="13250"/>
                  </a:lnTo>
                  <a:lnTo>
                    <a:pt x="2415" y="8429"/>
                  </a:lnTo>
                  <a:lnTo>
                    <a:pt x="2653" y="5318"/>
                  </a:lnTo>
                  <a:lnTo>
                    <a:pt x="2152" y="327"/>
                  </a:lnTo>
                  <a:lnTo>
                    <a:pt x="2619" y="0"/>
                  </a:lnTo>
                  <a:lnTo>
                    <a:pt x="3864" y="1750"/>
                  </a:lnTo>
                  <a:lnTo>
                    <a:pt x="4422" y="3472"/>
                  </a:lnTo>
                  <a:lnTo>
                    <a:pt x="4440" y="5837"/>
                  </a:lnTo>
                  <a:lnTo>
                    <a:pt x="4964" y="7668"/>
                  </a:lnTo>
                  <a:lnTo>
                    <a:pt x="5721" y="1205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2084699" y="2878652"/>
              <a:ext cx="6400" cy="27051"/>
            </a:xfrm>
            <a:custGeom>
              <a:avLst/>
              <a:pathLst>
                <a:path w="6400" h="27051">
                  <a:moveTo>
                    <a:pt x="1267" y="2289"/>
                  </a:moveTo>
                  <a:lnTo>
                    <a:pt x="2849" y="5622"/>
                  </a:lnTo>
                  <a:lnTo>
                    <a:pt x="4199" y="6880"/>
                  </a:lnTo>
                  <a:lnTo>
                    <a:pt x="5659" y="11053"/>
                  </a:lnTo>
                  <a:lnTo>
                    <a:pt x="6287" y="12539"/>
                  </a:lnTo>
                  <a:lnTo>
                    <a:pt x="6400" y="13892"/>
                  </a:lnTo>
                  <a:lnTo>
                    <a:pt x="6154" y="20071"/>
                  </a:lnTo>
                  <a:lnTo>
                    <a:pt x="5825" y="23790"/>
                  </a:lnTo>
                  <a:lnTo>
                    <a:pt x="5875" y="27051"/>
                  </a:lnTo>
                  <a:lnTo>
                    <a:pt x="5532" y="26086"/>
                  </a:lnTo>
                  <a:lnTo>
                    <a:pt x="5186" y="23950"/>
                  </a:lnTo>
                  <a:lnTo>
                    <a:pt x="4618" y="22723"/>
                  </a:lnTo>
                  <a:lnTo>
                    <a:pt x="4428" y="22079"/>
                  </a:lnTo>
                  <a:lnTo>
                    <a:pt x="5449" y="21938"/>
                  </a:lnTo>
                  <a:lnTo>
                    <a:pt x="5540" y="18576"/>
                  </a:lnTo>
                  <a:lnTo>
                    <a:pt x="6038" y="15924"/>
                  </a:lnTo>
                  <a:lnTo>
                    <a:pt x="5962" y="13165"/>
                  </a:lnTo>
                  <a:lnTo>
                    <a:pt x="4771" y="10128"/>
                  </a:lnTo>
                  <a:lnTo>
                    <a:pt x="3954" y="7455"/>
                  </a:lnTo>
                  <a:lnTo>
                    <a:pt x="2699" y="6599"/>
                  </a:lnTo>
                  <a:lnTo>
                    <a:pt x="1537" y="3937"/>
                  </a:lnTo>
                  <a:lnTo>
                    <a:pt x="844" y="3609"/>
                  </a:lnTo>
                  <a:lnTo>
                    <a:pt x="0" y="4078"/>
                  </a:lnTo>
                  <a:lnTo>
                    <a:pt x="305" y="2491"/>
                  </a:lnTo>
                  <a:lnTo>
                    <a:pt x="516" y="392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2063501" y="2842216"/>
              <a:ext cx="10221" cy="8783"/>
            </a:xfrm>
            <a:custGeom>
              <a:avLst/>
              <a:pathLst>
                <a:path w="10221" h="8783">
                  <a:moveTo>
                    <a:pt x="4737" y="2035"/>
                  </a:moveTo>
                  <a:lnTo>
                    <a:pt x="5902" y="2954"/>
                  </a:lnTo>
                  <a:lnTo>
                    <a:pt x="6525" y="2829"/>
                  </a:lnTo>
                  <a:lnTo>
                    <a:pt x="6899" y="2224"/>
                  </a:lnTo>
                  <a:lnTo>
                    <a:pt x="8623" y="2471"/>
                  </a:lnTo>
                  <a:lnTo>
                    <a:pt x="10014" y="1587"/>
                  </a:lnTo>
                  <a:lnTo>
                    <a:pt x="10221" y="3156"/>
                  </a:lnTo>
                  <a:lnTo>
                    <a:pt x="10185" y="3976"/>
                  </a:lnTo>
                  <a:lnTo>
                    <a:pt x="7227" y="4745"/>
                  </a:lnTo>
                  <a:lnTo>
                    <a:pt x="4513" y="7049"/>
                  </a:lnTo>
                  <a:lnTo>
                    <a:pt x="3025" y="8610"/>
                  </a:lnTo>
                  <a:lnTo>
                    <a:pt x="2326" y="8783"/>
                  </a:lnTo>
                  <a:lnTo>
                    <a:pt x="1792" y="7962"/>
                  </a:lnTo>
                  <a:lnTo>
                    <a:pt x="0" y="3204"/>
                  </a:lnTo>
                  <a:lnTo>
                    <a:pt x="479" y="3679"/>
                  </a:lnTo>
                  <a:lnTo>
                    <a:pt x="1803" y="6368"/>
                  </a:lnTo>
                  <a:lnTo>
                    <a:pt x="2625" y="5878"/>
                  </a:lnTo>
                  <a:lnTo>
                    <a:pt x="3387" y="4100"/>
                  </a:lnTo>
                  <a:lnTo>
                    <a:pt x="3504" y="2757"/>
                  </a:lnTo>
                  <a:lnTo>
                    <a:pt x="3390" y="2121"/>
                  </a:lnTo>
                  <a:lnTo>
                    <a:pt x="3735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2073517" y="2838016"/>
              <a:ext cx="8704" cy="30867"/>
            </a:xfrm>
            <a:custGeom>
              <a:avLst/>
              <a:pathLst>
                <a:path w="8704" h="30867">
                  <a:moveTo>
                    <a:pt x="6903" y="30609"/>
                  </a:moveTo>
                  <a:lnTo>
                    <a:pt x="6703" y="30867"/>
                  </a:lnTo>
                  <a:lnTo>
                    <a:pt x="5869" y="27908"/>
                  </a:lnTo>
                  <a:lnTo>
                    <a:pt x="5196" y="27048"/>
                  </a:lnTo>
                  <a:lnTo>
                    <a:pt x="6246" y="24956"/>
                  </a:lnTo>
                  <a:lnTo>
                    <a:pt x="6700" y="23158"/>
                  </a:lnTo>
                  <a:lnTo>
                    <a:pt x="6691" y="19237"/>
                  </a:lnTo>
                  <a:lnTo>
                    <a:pt x="6947" y="17088"/>
                  </a:lnTo>
                  <a:lnTo>
                    <a:pt x="6860" y="15229"/>
                  </a:lnTo>
                  <a:lnTo>
                    <a:pt x="7091" y="13330"/>
                  </a:lnTo>
                  <a:lnTo>
                    <a:pt x="6778" y="11197"/>
                  </a:lnTo>
                  <a:lnTo>
                    <a:pt x="5901" y="9506"/>
                  </a:lnTo>
                  <a:lnTo>
                    <a:pt x="4164" y="2780"/>
                  </a:lnTo>
                  <a:lnTo>
                    <a:pt x="1420" y="1147"/>
                  </a:lnTo>
                  <a:lnTo>
                    <a:pt x="0" y="1079"/>
                  </a:lnTo>
                  <a:lnTo>
                    <a:pt x="780" y="0"/>
                  </a:lnTo>
                  <a:lnTo>
                    <a:pt x="1501" y="131"/>
                  </a:lnTo>
                  <a:lnTo>
                    <a:pt x="2611" y="773"/>
                  </a:lnTo>
                  <a:lnTo>
                    <a:pt x="3940" y="1083"/>
                  </a:lnTo>
                  <a:lnTo>
                    <a:pt x="4752" y="3063"/>
                  </a:lnTo>
                  <a:lnTo>
                    <a:pt x="5527" y="5687"/>
                  </a:lnTo>
                  <a:lnTo>
                    <a:pt x="6228" y="6749"/>
                  </a:lnTo>
                  <a:lnTo>
                    <a:pt x="6516" y="7424"/>
                  </a:lnTo>
                  <a:lnTo>
                    <a:pt x="6484" y="8186"/>
                  </a:lnTo>
                  <a:lnTo>
                    <a:pt x="6600" y="8902"/>
                  </a:lnTo>
                  <a:lnTo>
                    <a:pt x="7514" y="10130"/>
                  </a:lnTo>
                  <a:lnTo>
                    <a:pt x="8434" y="12112"/>
                  </a:lnTo>
                  <a:lnTo>
                    <a:pt x="8704" y="17925"/>
                  </a:lnTo>
                  <a:lnTo>
                    <a:pt x="7464" y="20677"/>
                  </a:lnTo>
                  <a:lnTo>
                    <a:pt x="7236" y="290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2974129" y="2296191"/>
              <a:ext cx="36985" cy="80280"/>
            </a:xfrm>
            <a:custGeom>
              <a:avLst/>
              <a:pathLst>
                <a:path w="36985" h="80280">
                  <a:moveTo>
                    <a:pt x="31441" y="12037"/>
                  </a:moveTo>
                  <a:lnTo>
                    <a:pt x="31777" y="11973"/>
                  </a:lnTo>
                  <a:lnTo>
                    <a:pt x="32637" y="11138"/>
                  </a:lnTo>
                  <a:lnTo>
                    <a:pt x="33649" y="10705"/>
                  </a:lnTo>
                  <a:lnTo>
                    <a:pt x="34379" y="11202"/>
                  </a:lnTo>
                  <a:lnTo>
                    <a:pt x="34724" y="11691"/>
                  </a:lnTo>
                  <a:lnTo>
                    <a:pt x="34803" y="12352"/>
                  </a:lnTo>
                  <a:lnTo>
                    <a:pt x="34588" y="14653"/>
                  </a:lnTo>
                  <a:lnTo>
                    <a:pt x="34179" y="17132"/>
                  </a:lnTo>
                  <a:lnTo>
                    <a:pt x="33518" y="19708"/>
                  </a:lnTo>
                  <a:lnTo>
                    <a:pt x="32828" y="22138"/>
                  </a:lnTo>
                  <a:lnTo>
                    <a:pt x="32646" y="23425"/>
                  </a:lnTo>
                  <a:lnTo>
                    <a:pt x="32597" y="25471"/>
                  </a:lnTo>
                  <a:lnTo>
                    <a:pt x="32511" y="27084"/>
                  </a:lnTo>
                  <a:lnTo>
                    <a:pt x="32606" y="27961"/>
                  </a:lnTo>
                  <a:lnTo>
                    <a:pt x="32832" y="28781"/>
                  </a:lnTo>
                  <a:lnTo>
                    <a:pt x="33599" y="29430"/>
                  </a:lnTo>
                  <a:lnTo>
                    <a:pt x="34630" y="31048"/>
                  </a:lnTo>
                  <a:lnTo>
                    <a:pt x="35508" y="33156"/>
                  </a:lnTo>
                  <a:lnTo>
                    <a:pt x="36633" y="35549"/>
                  </a:lnTo>
                  <a:lnTo>
                    <a:pt x="36985" y="36437"/>
                  </a:lnTo>
                  <a:lnTo>
                    <a:pt x="36984" y="37393"/>
                  </a:lnTo>
                  <a:lnTo>
                    <a:pt x="36655" y="38102"/>
                  </a:lnTo>
                  <a:lnTo>
                    <a:pt x="35693" y="38370"/>
                  </a:lnTo>
                  <a:lnTo>
                    <a:pt x="34691" y="38161"/>
                  </a:lnTo>
                  <a:lnTo>
                    <a:pt x="34307" y="37917"/>
                  </a:lnTo>
                  <a:lnTo>
                    <a:pt x="33950" y="38210"/>
                  </a:lnTo>
                  <a:lnTo>
                    <a:pt x="33728" y="38754"/>
                  </a:lnTo>
                  <a:lnTo>
                    <a:pt x="33845" y="39396"/>
                  </a:lnTo>
                  <a:lnTo>
                    <a:pt x="34873" y="42308"/>
                  </a:lnTo>
                  <a:lnTo>
                    <a:pt x="36066" y="46480"/>
                  </a:lnTo>
                  <a:lnTo>
                    <a:pt x="36132" y="48273"/>
                  </a:lnTo>
                  <a:lnTo>
                    <a:pt x="35987" y="49683"/>
                  </a:lnTo>
                  <a:lnTo>
                    <a:pt x="35711" y="50661"/>
                  </a:lnTo>
                  <a:lnTo>
                    <a:pt x="35214" y="50498"/>
                  </a:lnTo>
                  <a:lnTo>
                    <a:pt x="34837" y="49734"/>
                  </a:lnTo>
                  <a:lnTo>
                    <a:pt x="34264" y="49783"/>
                  </a:lnTo>
                  <a:lnTo>
                    <a:pt x="33819" y="50002"/>
                  </a:lnTo>
                  <a:lnTo>
                    <a:pt x="33241" y="51511"/>
                  </a:lnTo>
                  <a:lnTo>
                    <a:pt x="32953" y="51448"/>
                  </a:lnTo>
                  <a:lnTo>
                    <a:pt x="32457" y="51676"/>
                  </a:lnTo>
                  <a:lnTo>
                    <a:pt x="32142" y="51972"/>
                  </a:lnTo>
                  <a:lnTo>
                    <a:pt x="31645" y="51534"/>
                  </a:lnTo>
                  <a:lnTo>
                    <a:pt x="31125" y="51244"/>
                  </a:lnTo>
                  <a:lnTo>
                    <a:pt x="30898" y="51707"/>
                  </a:lnTo>
                  <a:lnTo>
                    <a:pt x="30798" y="52592"/>
                  </a:lnTo>
                  <a:lnTo>
                    <a:pt x="31121" y="54198"/>
                  </a:lnTo>
                  <a:lnTo>
                    <a:pt x="31726" y="56711"/>
                  </a:lnTo>
                  <a:lnTo>
                    <a:pt x="31629" y="58629"/>
                  </a:lnTo>
                  <a:lnTo>
                    <a:pt x="31168" y="58836"/>
                  </a:lnTo>
                  <a:lnTo>
                    <a:pt x="30744" y="57239"/>
                  </a:lnTo>
                  <a:lnTo>
                    <a:pt x="30369" y="56981"/>
                  </a:lnTo>
                  <a:lnTo>
                    <a:pt x="29941" y="57036"/>
                  </a:lnTo>
                  <a:lnTo>
                    <a:pt x="28962" y="58891"/>
                  </a:lnTo>
                  <a:lnTo>
                    <a:pt x="28241" y="60449"/>
                  </a:lnTo>
                  <a:lnTo>
                    <a:pt x="28073" y="61539"/>
                  </a:lnTo>
                  <a:lnTo>
                    <a:pt x="27815" y="62729"/>
                  </a:lnTo>
                  <a:lnTo>
                    <a:pt x="27737" y="63588"/>
                  </a:lnTo>
                  <a:lnTo>
                    <a:pt x="27754" y="66452"/>
                  </a:lnTo>
                  <a:lnTo>
                    <a:pt x="26455" y="66910"/>
                  </a:lnTo>
                  <a:lnTo>
                    <a:pt x="26183" y="67332"/>
                  </a:lnTo>
                  <a:lnTo>
                    <a:pt x="26026" y="68202"/>
                  </a:lnTo>
                  <a:lnTo>
                    <a:pt x="26134" y="71877"/>
                  </a:lnTo>
                  <a:lnTo>
                    <a:pt x="26239" y="73852"/>
                  </a:lnTo>
                  <a:lnTo>
                    <a:pt x="26982" y="76898"/>
                  </a:lnTo>
                  <a:lnTo>
                    <a:pt x="27007" y="77860"/>
                  </a:lnTo>
                  <a:lnTo>
                    <a:pt x="26902" y="78495"/>
                  </a:lnTo>
                  <a:lnTo>
                    <a:pt x="26374" y="79704"/>
                  </a:lnTo>
                  <a:lnTo>
                    <a:pt x="26123" y="80138"/>
                  </a:lnTo>
                  <a:lnTo>
                    <a:pt x="25954" y="80280"/>
                  </a:lnTo>
                  <a:lnTo>
                    <a:pt x="25091" y="79483"/>
                  </a:lnTo>
                  <a:lnTo>
                    <a:pt x="24681" y="79107"/>
                  </a:lnTo>
                  <a:lnTo>
                    <a:pt x="22950" y="76413"/>
                  </a:lnTo>
                  <a:lnTo>
                    <a:pt x="22187" y="74915"/>
                  </a:lnTo>
                  <a:lnTo>
                    <a:pt x="20979" y="72960"/>
                  </a:lnTo>
                  <a:lnTo>
                    <a:pt x="20233" y="71848"/>
                  </a:lnTo>
                  <a:lnTo>
                    <a:pt x="19855" y="70158"/>
                  </a:lnTo>
                  <a:lnTo>
                    <a:pt x="19262" y="69767"/>
                  </a:lnTo>
                  <a:lnTo>
                    <a:pt x="18563" y="70310"/>
                  </a:lnTo>
                  <a:lnTo>
                    <a:pt x="17771" y="69091"/>
                  </a:lnTo>
                  <a:lnTo>
                    <a:pt x="18331" y="68459"/>
                  </a:lnTo>
                  <a:lnTo>
                    <a:pt x="18469" y="67858"/>
                  </a:lnTo>
                  <a:lnTo>
                    <a:pt x="18399" y="67075"/>
                  </a:lnTo>
                  <a:lnTo>
                    <a:pt x="18152" y="66006"/>
                  </a:lnTo>
                  <a:lnTo>
                    <a:pt x="16012" y="61392"/>
                  </a:lnTo>
                  <a:lnTo>
                    <a:pt x="14963" y="58239"/>
                  </a:lnTo>
                  <a:lnTo>
                    <a:pt x="14792" y="57109"/>
                  </a:lnTo>
                  <a:lnTo>
                    <a:pt x="14778" y="54098"/>
                  </a:lnTo>
                  <a:lnTo>
                    <a:pt x="14530" y="53375"/>
                  </a:lnTo>
                  <a:lnTo>
                    <a:pt x="12958" y="52006"/>
                  </a:lnTo>
                  <a:lnTo>
                    <a:pt x="11202" y="48092"/>
                  </a:lnTo>
                  <a:lnTo>
                    <a:pt x="9391" y="44257"/>
                  </a:lnTo>
                  <a:lnTo>
                    <a:pt x="9143" y="43186"/>
                  </a:lnTo>
                  <a:lnTo>
                    <a:pt x="8209" y="40286"/>
                  </a:lnTo>
                  <a:lnTo>
                    <a:pt x="7070" y="37644"/>
                  </a:lnTo>
                  <a:lnTo>
                    <a:pt x="6161" y="35959"/>
                  </a:lnTo>
                  <a:lnTo>
                    <a:pt x="5417" y="34041"/>
                  </a:lnTo>
                  <a:lnTo>
                    <a:pt x="4591" y="31364"/>
                  </a:lnTo>
                  <a:lnTo>
                    <a:pt x="4164" y="27319"/>
                  </a:lnTo>
                  <a:lnTo>
                    <a:pt x="3784" y="23722"/>
                  </a:lnTo>
                  <a:lnTo>
                    <a:pt x="3526" y="22326"/>
                  </a:lnTo>
                  <a:lnTo>
                    <a:pt x="3003" y="21835"/>
                  </a:lnTo>
                  <a:lnTo>
                    <a:pt x="1379" y="17570"/>
                  </a:lnTo>
                  <a:lnTo>
                    <a:pt x="0" y="15091"/>
                  </a:lnTo>
                  <a:lnTo>
                    <a:pt x="13" y="12415"/>
                  </a:lnTo>
                  <a:lnTo>
                    <a:pt x="239" y="7949"/>
                  </a:lnTo>
                  <a:lnTo>
                    <a:pt x="494" y="2884"/>
                  </a:lnTo>
                  <a:lnTo>
                    <a:pt x="828" y="2180"/>
                  </a:lnTo>
                  <a:lnTo>
                    <a:pt x="1458" y="1797"/>
                  </a:lnTo>
                  <a:lnTo>
                    <a:pt x="2178" y="1943"/>
                  </a:lnTo>
                  <a:lnTo>
                    <a:pt x="2804" y="2569"/>
                  </a:lnTo>
                  <a:lnTo>
                    <a:pt x="4044" y="6038"/>
                  </a:lnTo>
                  <a:lnTo>
                    <a:pt x="4753" y="7385"/>
                  </a:lnTo>
                  <a:lnTo>
                    <a:pt x="5352" y="7911"/>
                  </a:lnTo>
                  <a:lnTo>
                    <a:pt x="6041" y="6447"/>
                  </a:lnTo>
                  <a:lnTo>
                    <a:pt x="6891" y="3384"/>
                  </a:lnTo>
                  <a:lnTo>
                    <a:pt x="7633" y="1768"/>
                  </a:lnTo>
                  <a:lnTo>
                    <a:pt x="10134" y="2354"/>
                  </a:lnTo>
                  <a:lnTo>
                    <a:pt x="11363" y="0"/>
                  </a:lnTo>
                  <a:lnTo>
                    <a:pt x="13351" y="3096"/>
                  </a:lnTo>
                  <a:lnTo>
                    <a:pt x="14170" y="3560"/>
                  </a:lnTo>
                  <a:lnTo>
                    <a:pt x="14632" y="3132"/>
                  </a:lnTo>
                  <a:lnTo>
                    <a:pt x="15261" y="3327"/>
                  </a:lnTo>
                  <a:lnTo>
                    <a:pt x="16655" y="4233"/>
                  </a:lnTo>
                  <a:lnTo>
                    <a:pt x="16977" y="4615"/>
                  </a:lnTo>
                  <a:lnTo>
                    <a:pt x="17397" y="4550"/>
                  </a:lnTo>
                  <a:lnTo>
                    <a:pt x="18428" y="3341"/>
                  </a:lnTo>
                  <a:lnTo>
                    <a:pt x="18780" y="3491"/>
                  </a:lnTo>
                  <a:lnTo>
                    <a:pt x="19959" y="5863"/>
                  </a:lnTo>
                  <a:lnTo>
                    <a:pt x="20552" y="5889"/>
                  </a:lnTo>
                  <a:lnTo>
                    <a:pt x="21265" y="4866"/>
                  </a:lnTo>
                  <a:lnTo>
                    <a:pt x="21723" y="3982"/>
                  </a:lnTo>
                  <a:lnTo>
                    <a:pt x="23078" y="4644"/>
                  </a:lnTo>
                  <a:lnTo>
                    <a:pt x="23854" y="4244"/>
                  </a:lnTo>
                  <a:lnTo>
                    <a:pt x="24498" y="4204"/>
                  </a:lnTo>
                  <a:lnTo>
                    <a:pt x="25197" y="4609"/>
                  </a:lnTo>
                  <a:lnTo>
                    <a:pt x="25834" y="5157"/>
                  </a:lnTo>
                  <a:lnTo>
                    <a:pt x="26453" y="5635"/>
                  </a:lnTo>
                  <a:lnTo>
                    <a:pt x="28129" y="5883"/>
                  </a:lnTo>
                  <a:lnTo>
                    <a:pt x="28932" y="7388"/>
                  </a:lnTo>
                  <a:lnTo>
                    <a:pt x="29252" y="8844"/>
                  </a:lnTo>
                  <a:lnTo>
                    <a:pt x="29259" y="9731"/>
                  </a:lnTo>
                  <a:lnTo>
                    <a:pt x="29338" y="10686"/>
                  </a:lnTo>
                  <a:lnTo>
                    <a:pt x="29800" y="11621"/>
                  </a:lnTo>
                  <a:lnTo>
                    <a:pt x="30808" y="1215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2218379" y="3104602"/>
              <a:ext cx="728" cy="1272"/>
            </a:xfrm>
            <a:custGeom>
              <a:avLst/>
              <a:pathLst>
                <a:path w="728" h="1272">
                  <a:moveTo>
                    <a:pt x="418" y="1235"/>
                  </a:moveTo>
                  <a:lnTo>
                    <a:pt x="274" y="1272"/>
                  </a:lnTo>
                  <a:lnTo>
                    <a:pt x="158" y="1022"/>
                  </a:lnTo>
                  <a:lnTo>
                    <a:pt x="58" y="581"/>
                  </a:lnTo>
                  <a:lnTo>
                    <a:pt x="0" y="138"/>
                  </a:lnTo>
                  <a:lnTo>
                    <a:pt x="96" y="0"/>
                  </a:lnTo>
                  <a:lnTo>
                    <a:pt x="728" y="282"/>
                  </a:lnTo>
                  <a:lnTo>
                    <a:pt x="657" y="608"/>
                  </a:lnTo>
                  <a:lnTo>
                    <a:pt x="550" y="9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3045640" y="1975015"/>
              <a:ext cx="91667" cy="144221"/>
            </a:xfrm>
            <a:custGeom>
              <a:avLst/>
              <a:pathLst>
                <a:path w="91667" h="144221">
                  <a:moveTo>
                    <a:pt x="47807" y="85"/>
                  </a:moveTo>
                  <a:lnTo>
                    <a:pt x="49117" y="2656"/>
                  </a:lnTo>
                  <a:lnTo>
                    <a:pt x="49425" y="2755"/>
                  </a:lnTo>
                  <a:lnTo>
                    <a:pt x="50154" y="1745"/>
                  </a:lnTo>
                  <a:lnTo>
                    <a:pt x="50298" y="1677"/>
                  </a:lnTo>
                  <a:lnTo>
                    <a:pt x="51806" y="1590"/>
                  </a:lnTo>
                  <a:lnTo>
                    <a:pt x="52508" y="2483"/>
                  </a:lnTo>
                  <a:lnTo>
                    <a:pt x="53026" y="4230"/>
                  </a:lnTo>
                  <a:lnTo>
                    <a:pt x="53507" y="5627"/>
                  </a:lnTo>
                  <a:lnTo>
                    <a:pt x="54025" y="6005"/>
                  </a:lnTo>
                  <a:lnTo>
                    <a:pt x="55493" y="4246"/>
                  </a:lnTo>
                  <a:lnTo>
                    <a:pt x="56303" y="3664"/>
                  </a:lnTo>
                  <a:lnTo>
                    <a:pt x="56838" y="3683"/>
                  </a:lnTo>
                  <a:lnTo>
                    <a:pt x="58719" y="5257"/>
                  </a:lnTo>
                  <a:lnTo>
                    <a:pt x="59603" y="6119"/>
                  </a:lnTo>
                  <a:lnTo>
                    <a:pt x="59806" y="6902"/>
                  </a:lnTo>
                  <a:lnTo>
                    <a:pt x="59824" y="7822"/>
                  </a:lnTo>
                  <a:lnTo>
                    <a:pt x="59585" y="9192"/>
                  </a:lnTo>
                  <a:lnTo>
                    <a:pt x="59396" y="10679"/>
                  </a:lnTo>
                  <a:lnTo>
                    <a:pt x="59968" y="12438"/>
                  </a:lnTo>
                  <a:lnTo>
                    <a:pt x="60634" y="13628"/>
                  </a:lnTo>
                  <a:lnTo>
                    <a:pt x="62056" y="11660"/>
                  </a:lnTo>
                  <a:lnTo>
                    <a:pt x="62579" y="11112"/>
                  </a:lnTo>
                  <a:lnTo>
                    <a:pt x="63152" y="11092"/>
                  </a:lnTo>
                  <a:lnTo>
                    <a:pt x="63919" y="10362"/>
                  </a:lnTo>
                  <a:lnTo>
                    <a:pt x="64474" y="9262"/>
                  </a:lnTo>
                  <a:lnTo>
                    <a:pt x="65006" y="8880"/>
                  </a:lnTo>
                  <a:lnTo>
                    <a:pt x="66022" y="9141"/>
                  </a:lnTo>
                  <a:lnTo>
                    <a:pt x="67858" y="8882"/>
                  </a:lnTo>
                  <a:lnTo>
                    <a:pt x="69998" y="10607"/>
                  </a:lnTo>
                  <a:lnTo>
                    <a:pt x="70182" y="11140"/>
                  </a:lnTo>
                  <a:lnTo>
                    <a:pt x="71252" y="13164"/>
                  </a:lnTo>
                  <a:lnTo>
                    <a:pt x="71626" y="14170"/>
                  </a:lnTo>
                  <a:lnTo>
                    <a:pt x="71979" y="14488"/>
                  </a:lnTo>
                  <a:lnTo>
                    <a:pt x="72550" y="15474"/>
                  </a:lnTo>
                  <a:lnTo>
                    <a:pt x="73310" y="16094"/>
                  </a:lnTo>
                  <a:lnTo>
                    <a:pt x="73841" y="15905"/>
                  </a:lnTo>
                  <a:lnTo>
                    <a:pt x="74093" y="16234"/>
                  </a:lnTo>
                  <a:lnTo>
                    <a:pt x="74330" y="17013"/>
                  </a:lnTo>
                  <a:lnTo>
                    <a:pt x="74349" y="18333"/>
                  </a:lnTo>
                  <a:lnTo>
                    <a:pt x="74270" y="22114"/>
                  </a:lnTo>
                  <a:lnTo>
                    <a:pt x="73897" y="23207"/>
                  </a:lnTo>
                  <a:lnTo>
                    <a:pt x="73505" y="24098"/>
                  </a:lnTo>
                  <a:lnTo>
                    <a:pt x="73404" y="24786"/>
                  </a:lnTo>
                  <a:lnTo>
                    <a:pt x="73442" y="25621"/>
                  </a:lnTo>
                  <a:lnTo>
                    <a:pt x="74047" y="27254"/>
                  </a:lnTo>
                  <a:lnTo>
                    <a:pt x="74830" y="29791"/>
                  </a:lnTo>
                  <a:lnTo>
                    <a:pt x="75011" y="31263"/>
                  </a:lnTo>
                  <a:lnTo>
                    <a:pt x="75011" y="32365"/>
                  </a:lnTo>
                  <a:lnTo>
                    <a:pt x="73945" y="35608"/>
                  </a:lnTo>
                  <a:lnTo>
                    <a:pt x="73590" y="36369"/>
                  </a:lnTo>
                  <a:lnTo>
                    <a:pt x="73346" y="37966"/>
                  </a:lnTo>
                  <a:lnTo>
                    <a:pt x="73216" y="39589"/>
                  </a:lnTo>
                  <a:lnTo>
                    <a:pt x="73291" y="40262"/>
                  </a:lnTo>
                  <a:lnTo>
                    <a:pt x="75073" y="42843"/>
                  </a:lnTo>
                  <a:lnTo>
                    <a:pt x="76392" y="44244"/>
                  </a:lnTo>
                  <a:lnTo>
                    <a:pt x="76688" y="44928"/>
                  </a:lnTo>
                  <a:lnTo>
                    <a:pt x="76714" y="45353"/>
                  </a:lnTo>
                  <a:lnTo>
                    <a:pt x="76013" y="48126"/>
                  </a:lnTo>
                  <a:lnTo>
                    <a:pt x="75945" y="48874"/>
                  </a:lnTo>
                  <a:lnTo>
                    <a:pt x="77002" y="50021"/>
                  </a:lnTo>
                  <a:lnTo>
                    <a:pt x="77586" y="51833"/>
                  </a:lnTo>
                  <a:lnTo>
                    <a:pt x="78101" y="54786"/>
                  </a:lnTo>
                  <a:lnTo>
                    <a:pt x="79106" y="57616"/>
                  </a:lnTo>
                  <a:lnTo>
                    <a:pt x="81267" y="60121"/>
                  </a:lnTo>
                  <a:lnTo>
                    <a:pt x="82839" y="61754"/>
                  </a:lnTo>
                  <a:lnTo>
                    <a:pt x="83166" y="62498"/>
                  </a:lnTo>
                  <a:lnTo>
                    <a:pt x="83280" y="63383"/>
                  </a:lnTo>
                  <a:lnTo>
                    <a:pt x="83160" y="65326"/>
                  </a:lnTo>
                  <a:lnTo>
                    <a:pt x="82753" y="67691"/>
                  </a:lnTo>
                  <a:lnTo>
                    <a:pt x="82476" y="69007"/>
                  </a:lnTo>
                  <a:lnTo>
                    <a:pt x="83116" y="69554"/>
                  </a:lnTo>
                  <a:lnTo>
                    <a:pt x="84764" y="69408"/>
                  </a:lnTo>
                  <a:lnTo>
                    <a:pt x="86766" y="69870"/>
                  </a:lnTo>
                  <a:lnTo>
                    <a:pt x="89167" y="72480"/>
                  </a:lnTo>
                  <a:lnTo>
                    <a:pt x="89175" y="73650"/>
                  </a:lnTo>
                  <a:lnTo>
                    <a:pt x="88927" y="74715"/>
                  </a:lnTo>
                  <a:lnTo>
                    <a:pt x="89092" y="75839"/>
                  </a:lnTo>
                  <a:lnTo>
                    <a:pt x="89354" y="76792"/>
                  </a:lnTo>
                  <a:lnTo>
                    <a:pt x="91432" y="79713"/>
                  </a:lnTo>
                  <a:lnTo>
                    <a:pt x="91631" y="80561"/>
                  </a:lnTo>
                  <a:lnTo>
                    <a:pt x="91667" y="81979"/>
                  </a:lnTo>
                  <a:lnTo>
                    <a:pt x="91610" y="83017"/>
                  </a:lnTo>
                  <a:lnTo>
                    <a:pt x="91035" y="83236"/>
                  </a:lnTo>
                  <a:lnTo>
                    <a:pt x="90396" y="83724"/>
                  </a:lnTo>
                  <a:lnTo>
                    <a:pt x="89351" y="84967"/>
                  </a:lnTo>
                  <a:lnTo>
                    <a:pt x="88937" y="86732"/>
                  </a:lnTo>
                  <a:lnTo>
                    <a:pt x="87249" y="89162"/>
                  </a:lnTo>
                  <a:lnTo>
                    <a:pt x="86204" y="90261"/>
                  </a:lnTo>
                  <a:lnTo>
                    <a:pt x="85372" y="90312"/>
                  </a:lnTo>
                  <a:lnTo>
                    <a:pt x="83394" y="89817"/>
                  </a:lnTo>
                  <a:lnTo>
                    <a:pt x="82700" y="88615"/>
                  </a:lnTo>
                  <a:lnTo>
                    <a:pt x="82411" y="87513"/>
                  </a:lnTo>
                  <a:lnTo>
                    <a:pt x="81650" y="87018"/>
                  </a:lnTo>
                  <a:lnTo>
                    <a:pt x="80638" y="86971"/>
                  </a:lnTo>
                  <a:lnTo>
                    <a:pt x="79243" y="87162"/>
                  </a:lnTo>
                  <a:lnTo>
                    <a:pt x="78959" y="87494"/>
                  </a:lnTo>
                  <a:lnTo>
                    <a:pt x="78730" y="88849"/>
                  </a:lnTo>
                  <a:lnTo>
                    <a:pt x="78138" y="91156"/>
                  </a:lnTo>
                  <a:lnTo>
                    <a:pt x="77713" y="92461"/>
                  </a:lnTo>
                  <a:lnTo>
                    <a:pt x="78063" y="93256"/>
                  </a:lnTo>
                  <a:lnTo>
                    <a:pt x="78619" y="94921"/>
                  </a:lnTo>
                  <a:lnTo>
                    <a:pt x="79482" y="97038"/>
                  </a:lnTo>
                  <a:lnTo>
                    <a:pt x="80370" y="98917"/>
                  </a:lnTo>
                  <a:lnTo>
                    <a:pt x="80656" y="100070"/>
                  </a:lnTo>
                  <a:lnTo>
                    <a:pt x="80643" y="100890"/>
                  </a:lnTo>
                  <a:lnTo>
                    <a:pt x="80219" y="101857"/>
                  </a:lnTo>
                  <a:lnTo>
                    <a:pt x="80284" y="103799"/>
                  </a:lnTo>
                  <a:lnTo>
                    <a:pt x="81147" y="106365"/>
                  </a:lnTo>
                  <a:lnTo>
                    <a:pt x="80855" y="106770"/>
                  </a:lnTo>
                  <a:lnTo>
                    <a:pt x="80768" y="109915"/>
                  </a:lnTo>
                  <a:lnTo>
                    <a:pt x="80776" y="113276"/>
                  </a:lnTo>
                  <a:lnTo>
                    <a:pt x="81009" y="114088"/>
                  </a:lnTo>
                  <a:lnTo>
                    <a:pt x="81473" y="114756"/>
                  </a:lnTo>
                  <a:lnTo>
                    <a:pt x="81865" y="115984"/>
                  </a:lnTo>
                  <a:lnTo>
                    <a:pt x="82518" y="118786"/>
                  </a:lnTo>
                  <a:lnTo>
                    <a:pt x="82564" y="119517"/>
                  </a:lnTo>
                  <a:lnTo>
                    <a:pt x="80741" y="119310"/>
                  </a:lnTo>
                  <a:lnTo>
                    <a:pt x="78552" y="119390"/>
                  </a:lnTo>
                  <a:lnTo>
                    <a:pt x="77321" y="121019"/>
                  </a:lnTo>
                  <a:lnTo>
                    <a:pt x="76845" y="120644"/>
                  </a:lnTo>
                  <a:lnTo>
                    <a:pt x="75988" y="120230"/>
                  </a:lnTo>
                  <a:lnTo>
                    <a:pt x="75040" y="121139"/>
                  </a:lnTo>
                  <a:lnTo>
                    <a:pt x="73742" y="123891"/>
                  </a:lnTo>
                  <a:lnTo>
                    <a:pt x="72873" y="125602"/>
                  </a:lnTo>
                  <a:lnTo>
                    <a:pt x="72027" y="127997"/>
                  </a:lnTo>
                  <a:lnTo>
                    <a:pt x="71759" y="129298"/>
                  </a:lnTo>
                  <a:lnTo>
                    <a:pt x="71225" y="131695"/>
                  </a:lnTo>
                  <a:lnTo>
                    <a:pt x="70736" y="134432"/>
                  </a:lnTo>
                  <a:lnTo>
                    <a:pt x="71003" y="136348"/>
                  </a:lnTo>
                  <a:lnTo>
                    <a:pt x="71403" y="138128"/>
                  </a:lnTo>
                  <a:lnTo>
                    <a:pt x="71493" y="140046"/>
                  </a:lnTo>
                  <a:lnTo>
                    <a:pt x="71693" y="141551"/>
                  </a:lnTo>
                  <a:lnTo>
                    <a:pt x="71158" y="142646"/>
                  </a:lnTo>
                  <a:lnTo>
                    <a:pt x="70847" y="144221"/>
                  </a:lnTo>
                  <a:lnTo>
                    <a:pt x="69933" y="143947"/>
                  </a:lnTo>
                  <a:lnTo>
                    <a:pt x="68817" y="142434"/>
                  </a:lnTo>
                  <a:lnTo>
                    <a:pt x="68582" y="140245"/>
                  </a:lnTo>
                  <a:lnTo>
                    <a:pt x="67722" y="138720"/>
                  </a:lnTo>
                  <a:lnTo>
                    <a:pt x="67157" y="137932"/>
                  </a:lnTo>
                  <a:lnTo>
                    <a:pt x="66225" y="137809"/>
                  </a:lnTo>
                  <a:lnTo>
                    <a:pt x="64735" y="138519"/>
                  </a:lnTo>
                  <a:lnTo>
                    <a:pt x="62786" y="139065"/>
                  </a:lnTo>
                  <a:lnTo>
                    <a:pt x="61316" y="139212"/>
                  </a:lnTo>
                  <a:lnTo>
                    <a:pt x="60513" y="139987"/>
                  </a:lnTo>
                  <a:lnTo>
                    <a:pt x="59329" y="140748"/>
                  </a:lnTo>
                  <a:lnTo>
                    <a:pt x="58871" y="139848"/>
                  </a:lnTo>
                  <a:lnTo>
                    <a:pt x="58214" y="137367"/>
                  </a:lnTo>
                  <a:lnTo>
                    <a:pt x="57673" y="134896"/>
                  </a:lnTo>
                  <a:lnTo>
                    <a:pt x="57302" y="133813"/>
                  </a:lnTo>
                  <a:lnTo>
                    <a:pt x="56979" y="133510"/>
                  </a:lnTo>
                  <a:lnTo>
                    <a:pt x="56582" y="133572"/>
                  </a:lnTo>
                  <a:lnTo>
                    <a:pt x="56124" y="134355"/>
                  </a:lnTo>
                  <a:lnTo>
                    <a:pt x="55784" y="135158"/>
                  </a:lnTo>
                  <a:lnTo>
                    <a:pt x="55302" y="135442"/>
                  </a:lnTo>
                  <a:lnTo>
                    <a:pt x="54551" y="136091"/>
                  </a:lnTo>
                  <a:lnTo>
                    <a:pt x="54011" y="136973"/>
                  </a:lnTo>
                  <a:lnTo>
                    <a:pt x="53414" y="139246"/>
                  </a:lnTo>
                  <a:lnTo>
                    <a:pt x="53020" y="139085"/>
                  </a:lnTo>
                  <a:lnTo>
                    <a:pt x="52612" y="138563"/>
                  </a:lnTo>
                  <a:lnTo>
                    <a:pt x="52143" y="136019"/>
                  </a:lnTo>
                  <a:lnTo>
                    <a:pt x="51499" y="135433"/>
                  </a:lnTo>
                  <a:lnTo>
                    <a:pt x="50467" y="135399"/>
                  </a:lnTo>
                  <a:lnTo>
                    <a:pt x="49188" y="134860"/>
                  </a:lnTo>
                  <a:lnTo>
                    <a:pt x="48151" y="134091"/>
                  </a:lnTo>
                  <a:lnTo>
                    <a:pt x="47773" y="134275"/>
                  </a:lnTo>
                  <a:lnTo>
                    <a:pt x="47156" y="135357"/>
                  </a:lnTo>
                  <a:lnTo>
                    <a:pt x="46488" y="135513"/>
                  </a:lnTo>
                  <a:lnTo>
                    <a:pt x="45025" y="134549"/>
                  </a:lnTo>
                  <a:lnTo>
                    <a:pt x="44739" y="134990"/>
                  </a:lnTo>
                  <a:lnTo>
                    <a:pt x="44355" y="136417"/>
                  </a:lnTo>
                  <a:lnTo>
                    <a:pt x="43898" y="137794"/>
                  </a:lnTo>
                  <a:lnTo>
                    <a:pt x="43500" y="137929"/>
                  </a:lnTo>
                  <a:lnTo>
                    <a:pt x="43277" y="137576"/>
                  </a:lnTo>
                  <a:lnTo>
                    <a:pt x="43402" y="135139"/>
                  </a:lnTo>
                  <a:lnTo>
                    <a:pt x="42552" y="134276"/>
                  </a:lnTo>
                  <a:lnTo>
                    <a:pt x="41120" y="134143"/>
                  </a:lnTo>
                  <a:lnTo>
                    <a:pt x="40113" y="134497"/>
                  </a:lnTo>
                  <a:lnTo>
                    <a:pt x="39619" y="134400"/>
                  </a:lnTo>
                  <a:lnTo>
                    <a:pt x="39368" y="133922"/>
                  </a:lnTo>
                  <a:lnTo>
                    <a:pt x="38136" y="129831"/>
                  </a:lnTo>
                  <a:lnTo>
                    <a:pt x="37483" y="129571"/>
                  </a:lnTo>
                  <a:lnTo>
                    <a:pt x="36317" y="129773"/>
                  </a:lnTo>
                  <a:lnTo>
                    <a:pt x="34593" y="129280"/>
                  </a:lnTo>
                  <a:lnTo>
                    <a:pt x="32607" y="128358"/>
                  </a:lnTo>
                  <a:lnTo>
                    <a:pt x="31516" y="128017"/>
                  </a:lnTo>
                  <a:lnTo>
                    <a:pt x="30948" y="127101"/>
                  </a:lnTo>
                  <a:lnTo>
                    <a:pt x="29725" y="126788"/>
                  </a:lnTo>
                  <a:lnTo>
                    <a:pt x="26439" y="125059"/>
                  </a:lnTo>
                  <a:lnTo>
                    <a:pt x="25097" y="124755"/>
                  </a:lnTo>
                  <a:lnTo>
                    <a:pt x="23122" y="124727"/>
                  </a:lnTo>
                  <a:lnTo>
                    <a:pt x="20112" y="124344"/>
                  </a:lnTo>
                  <a:lnTo>
                    <a:pt x="18185" y="124557"/>
                  </a:lnTo>
                  <a:lnTo>
                    <a:pt x="17292" y="125130"/>
                  </a:lnTo>
                  <a:lnTo>
                    <a:pt x="16259" y="125485"/>
                  </a:lnTo>
                  <a:lnTo>
                    <a:pt x="14517" y="125805"/>
                  </a:lnTo>
                  <a:lnTo>
                    <a:pt x="13807" y="125769"/>
                  </a:lnTo>
                  <a:lnTo>
                    <a:pt x="12691" y="125960"/>
                  </a:lnTo>
                  <a:lnTo>
                    <a:pt x="11409" y="126418"/>
                  </a:lnTo>
                  <a:lnTo>
                    <a:pt x="11042" y="127278"/>
                  </a:lnTo>
                  <a:lnTo>
                    <a:pt x="10622" y="129161"/>
                  </a:lnTo>
                  <a:lnTo>
                    <a:pt x="9149" y="132413"/>
                  </a:lnTo>
                  <a:lnTo>
                    <a:pt x="7721" y="134580"/>
                  </a:lnTo>
                  <a:lnTo>
                    <a:pt x="7460" y="134765"/>
                  </a:lnTo>
                  <a:lnTo>
                    <a:pt x="6625" y="133615"/>
                  </a:lnTo>
                  <a:lnTo>
                    <a:pt x="5927" y="133227"/>
                  </a:lnTo>
                  <a:lnTo>
                    <a:pt x="5111" y="133103"/>
                  </a:lnTo>
                  <a:lnTo>
                    <a:pt x="4533" y="133471"/>
                  </a:lnTo>
                  <a:lnTo>
                    <a:pt x="4167" y="134013"/>
                  </a:lnTo>
                  <a:lnTo>
                    <a:pt x="4217" y="136528"/>
                  </a:lnTo>
                  <a:lnTo>
                    <a:pt x="4135" y="136749"/>
                  </a:lnTo>
                  <a:lnTo>
                    <a:pt x="3504" y="133765"/>
                  </a:lnTo>
                  <a:lnTo>
                    <a:pt x="3554" y="131066"/>
                  </a:lnTo>
                  <a:lnTo>
                    <a:pt x="3905" y="129525"/>
                  </a:lnTo>
                  <a:lnTo>
                    <a:pt x="4331" y="128138"/>
                  </a:lnTo>
                  <a:lnTo>
                    <a:pt x="4156" y="126056"/>
                  </a:lnTo>
                  <a:lnTo>
                    <a:pt x="4575" y="123302"/>
                  </a:lnTo>
                  <a:lnTo>
                    <a:pt x="4589" y="121311"/>
                  </a:lnTo>
                  <a:lnTo>
                    <a:pt x="4405" y="120448"/>
                  </a:lnTo>
                  <a:lnTo>
                    <a:pt x="4065" y="119458"/>
                  </a:lnTo>
                  <a:lnTo>
                    <a:pt x="3134" y="118356"/>
                  </a:lnTo>
                  <a:lnTo>
                    <a:pt x="2723" y="117494"/>
                  </a:lnTo>
                  <a:lnTo>
                    <a:pt x="1461" y="116345"/>
                  </a:lnTo>
                  <a:lnTo>
                    <a:pt x="210" y="114912"/>
                  </a:lnTo>
                  <a:lnTo>
                    <a:pt x="0" y="114035"/>
                  </a:lnTo>
                  <a:lnTo>
                    <a:pt x="59" y="113433"/>
                  </a:lnTo>
                  <a:lnTo>
                    <a:pt x="278" y="112520"/>
                  </a:lnTo>
                  <a:lnTo>
                    <a:pt x="1232" y="109846"/>
                  </a:lnTo>
                  <a:lnTo>
                    <a:pt x="2267" y="107250"/>
                  </a:lnTo>
                  <a:lnTo>
                    <a:pt x="2927" y="106206"/>
                  </a:lnTo>
                  <a:lnTo>
                    <a:pt x="6437" y="102877"/>
                  </a:lnTo>
                  <a:lnTo>
                    <a:pt x="6981" y="101713"/>
                  </a:lnTo>
                  <a:lnTo>
                    <a:pt x="7117" y="99743"/>
                  </a:lnTo>
                  <a:lnTo>
                    <a:pt x="7125" y="98311"/>
                  </a:lnTo>
                  <a:lnTo>
                    <a:pt x="7059" y="95766"/>
                  </a:lnTo>
                  <a:lnTo>
                    <a:pt x="6845" y="92141"/>
                  </a:lnTo>
                  <a:lnTo>
                    <a:pt x="6576" y="89642"/>
                  </a:lnTo>
                  <a:lnTo>
                    <a:pt x="5904" y="84949"/>
                  </a:lnTo>
                  <a:lnTo>
                    <a:pt x="4074" y="75249"/>
                  </a:lnTo>
                  <a:lnTo>
                    <a:pt x="2976" y="65185"/>
                  </a:lnTo>
                  <a:lnTo>
                    <a:pt x="3691" y="65775"/>
                  </a:lnTo>
                  <a:lnTo>
                    <a:pt x="5370" y="65999"/>
                  </a:lnTo>
                  <a:lnTo>
                    <a:pt x="6705" y="65306"/>
                  </a:lnTo>
                  <a:lnTo>
                    <a:pt x="7396" y="65209"/>
                  </a:lnTo>
                  <a:lnTo>
                    <a:pt x="8011" y="65426"/>
                  </a:lnTo>
                  <a:lnTo>
                    <a:pt x="8929" y="65031"/>
                  </a:lnTo>
                  <a:lnTo>
                    <a:pt x="9769" y="64870"/>
                  </a:lnTo>
                  <a:lnTo>
                    <a:pt x="10205" y="65771"/>
                  </a:lnTo>
                  <a:lnTo>
                    <a:pt x="10987" y="66569"/>
                  </a:lnTo>
                  <a:lnTo>
                    <a:pt x="12530" y="65420"/>
                  </a:lnTo>
                  <a:lnTo>
                    <a:pt x="13897" y="64002"/>
                  </a:lnTo>
                  <a:lnTo>
                    <a:pt x="15315" y="64155"/>
                  </a:lnTo>
                  <a:lnTo>
                    <a:pt x="15518" y="63458"/>
                  </a:lnTo>
                  <a:lnTo>
                    <a:pt x="15868" y="59890"/>
                  </a:lnTo>
                  <a:lnTo>
                    <a:pt x="16289" y="59116"/>
                  </a:lnTo>
                  <a:lnTo>
                    <a:pt x="17987" y="59474"/>
                  </a:lnTo>
                  <a:lnTo>
                    <a:pt x="18615" y="58828"/>
                  </a:lnTo>
                  <a:lnTo>
                    <a:pt x="19269" y="57075"/>
                  </a:lnTo>
                  <a:lnTo>
                    <a:pt x="20271" y="55981"/>
                  </a:lnTo>
                  <a:lnTo>
                    <a:pt x="21106" y="55983"/>
                  </a:lnTo>
                  <a:lnTo>
                    <a:pt x="21977" y="54755"/>
                  </a:lnTo>
                  <a:lnTo>
                    <a:pt x="22405" y="55577"/>
                  </a:lnTo>
                  <a:lnTo>
                    <a:pt x="22613" y="57049"/>
                  </a:lnTo>
                  <a:lnTo>
                    <a:pt x="22325" y="58228"/>
                  </a:lnTo>
                  <a:lnTo>
                    <a:pt x="22450" y="58689"/>
                  </a:lnTo>
                  <a:lnTo>
                    <a:pt x="23053" y="59272"/>
                  </a:lnTo>
                  <a:lnTo>
                    <a:pt x="24086" y="59255"/>
                  </a:lnTo>
                  <a:lnTo>
                    <a:pt x="24746" y="58767"/>
                  </a:lnTo>
                  <a:lnTo>
                    <a:pt x="24900" y="58093"/>
                  </a:lnTo>
                  <a:lnTo>
                    <a:pt x="24898" y="56870"/>
                  </a:lnTo>
                  <a:lnTo>
                    <a:pt x="24736" y="55733"/>
                  </a:lnTo>
                  <a:lnTo>
                    <a:pt x="24297" y="54749"/>
                  </a:lnTo>
                  <a:lnTo>
                    <a:pt x="23474" y="54243"/>
                  </a:lnTo>
                  <a:lnTo>
                    <a:pt x="22903" y="54225"/>
                  </a:lnTo>
                  <a:lnTo>
                    <a:pt x="22806" y="53600"/>
                  </a:lnTo>
                  <a:lnTo>
                    <a:pt x="23000" y="52264"/>
                  </a:lnTo>
                  <a:lnTo>
                    <a:pt x="23507" y="49802"/>
                  </a:lnTo>
                  <a:lnTo>
                    <a:pt x="24130" y="47574"/>
                  </a:lnTo>
                  <a:lnTo>
                    <a:pt x="24512" y="46733"/>
                  </a:lnTo>
                  <a:lnTo>
                    <a:pt x="24577" y="45961"/>
                  </a:lnTo>
                  <a:lnTo>
                    <a:pt x="24503" y="44612"/>
                  </a:lnTo>
                  <a:lnTo>
                    <a:pt x="24489" y="42193"/>
                  </a:lnTo>
                  <a:lnTo>
                    <a:pt x="25050" y="38784"/>
                  </a:lnTo>
                  <a:lnTo>
                    <a:pt x="25804" y="36242"/>
                  </a:lnTo>
                  <a:lnTo>
                    <a:pt x="26815" y="35418"/>
                  </a:lnTo>
                  <a:lnTo>
                    <a:pt x="28051" y="34971"/>
                  </a:lnTo>
                  <a:lnTo>
                    <a:pt x="28841" y="33760"/>
                  </a:lnTo>
                  <a:lnTo>
                    <a:pt x="29232" y="32368"/>
                  </a:lnTo>
                  <a:lnTo>
                    <a:pt x="29380" y="31193"/>
                  </a:lnTo>
                  <a:lnTo>
                    <a:pt x="29568" y="30178"/>
                  </a:lnTo>
                  <a:lnTo>
                    <a:pt x="29962" y="29732"/>
                  </a:lnTo>
                  <a:lnTo>
                    <a:pt x="32937" y="30010"/>
                  </a:lnTo>
                  <a:lnTo>
                    <a:pt x="33391" y="27823"/>
                  </a:lnTo>
                  <a:lnTo>
                    <a:pt x="33646" y="27211"/>
                  </a:lnTo>
                  <a:lnTo>
                    <a:pt x="34217" y="26565"/>
                  </a:lnTo>
                  <a:lnTo>
                    <a:pt x="34614" y="25787"/>
                  </a:lnTo>
                  <a:lnTo>
                    <a:pt x="34465" y="25188"/>
                  </a:lnTo>
                  <a:lnTo>
                    <a:pt x="33706" y="24802"/>
                  </a:lnTo>
                  <a:lnTo>
                    <a:pt x="31919" y="24460"/>
                  </a:lnTo>
                  <a:lnTo>
                    <a:pt x="31557" y="23737"/>
                  </a:lnTo>
                  <a:lnTo>
                    <a:pt x="31671" y="22867"/>
                  </a:lnTo>
                  <a:lnTo>
                    <a:pt x="32149" y="20615"/>
                  </a:lnTo>
                  <a:lnTo>
                    <a:pt x="32604" y="17709"/>
                  </a:lnTo>
                  <a:lnTo>
                    <a:pt x="32837" y="15458"/>
                  </a:lnTo>
                  <a:lnTo>
                    <a:pt x="32863" y="14132"/>
                  </a:lnTo>
                  <a:lnTo>
                    <a:pt x="33120" y="13774"/>
                  </a:lnTo>
                  <a:lnTo>
                    <a:pt x="34578" y="13350"/>
                  </a:lnTo>
                  <a:lnTo>
                    <a:pt x="35064" y="12900"/>
                  </a:lnTo>
                  <a:lnTo>
                    <a:pt x="36319" y="9835"/>
                  </a:lnTo>
                  <a:lnTo>
                    <a:pt x="37276" y="9314"/>
                  </a:lnTo>
                  <a:lnTo>
                    <a:pt x="39743" y="10102"/>
                  </a:lnTo>
                  <a:lnTo>
                    <a:pt x="40877" y="10042"/>
                  </a:lnTo>
                  <a:lnTo>
                    <a:pt x="41185" y="10114"/>
                  </a:lnTo>
                  <a:lnTo>
                    <a:pt x="42316" y="10254"/>
                  </a:lnTo>
                  <a:lnTo>
                    <a:pt x="42438" y="9946"/>
                  </a:lnTo>
                  <a:lnTo>
                    <a:pt x="42946" y="6916"/>
                  </a:lnTo>
                  <a:lnTo>
                    <a:pt x="43445" y="6035"/>
                  </a:lnTo>
                  <a:lnTo>
                    <a:pt x="45387" y="2057"/>
                  </a:lnTo>
                  <a:lnTo>
                    <a:pt x="46692" y="369"/>
                  </a:lnTo>
                  <a:lnTo>
                    <a:pt x="4751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1977466" y="3115594"/>
              <a:ext cx="1405" cy="7779"/>
            </a:xfrm>
            <a:custGeom>
              <a:avLst/>
              <a:pathLst>
                <a:path w="1405" h="7779">
                  <a:moveTo>
                    <a:pt x="787" y="3647"/>
                  </a:moveTo>
                  <a:lnTo>
                    <a:pt x="46" y="7779"/>
                  </a:lnTo>
                  <a:lnTo>
                    <a:pt x="0" y="6599"/>
                  </a:lnTo>
                  <a:lnTo>
                    <a:pt x="307" y="3540"/>
                  </a:lnTo>
                  <a:lnTo>
                    <a:pt x="725" y="2467"/>
                  </a:lnTo>
                  <a:lnTo>
                    <a:pt x="983" y="1336"/>
                  </a:lnTo>
                  <a:lnTo>
                    <a:pt x="1042" y="0"/>
                  </a:lnTo>
                  <a:lnTo>
                    <a:pt x="1405" y="652"/>
                  </a:lnTo>
                  <a:lnTo>
                    <a:pt x="1314" y="197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1976858" y="3097609"/>
              <a:ext cx="1437" cy="7345"/>
            </a:xfrm>
            <a:custGeom>
              <a:avLst/>
              <a:pathLst>
                <a:path w="1437" h="7345">
                  <a:moveTo>
                    <a:pt x="456" y="6795"/>
                  </a:moveTo>
                  <a:lnTo>
                    <a:pt x="0" y="7345"/>
                  </a:lnTo>
                  <a:lnTo>
                    <a:pt x="375" y="5641"/>
                  </a:lnTo>
                  <a:lnTo>
                    <a:pt x="430" y="4546"/>
                  </a:lnTo>
                  <a:lnTo>
                    <a:pt x="959" y="0"/>
                  </a:lnTo>
                  <a:lnTo>
                    <a:pt x="1337" y="25"/>
                  </a:lnTo>
                  <a:lnTo>
                    <a:pt x="1437" y="42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1964943" y="3087935"/>
              <a:ext cx="11077" cy="76639"/>
            </a:xfrm>
            <a:custGeom>
              <a:avLst/>
              <a:pathLst>
                <a:path w="11077" h="76639">
                  <a:moveTo>
                    <a:pt x="3301" y="76582"/>
                  </a:moveTo>
                  <a:lnTo>
                    <a:pt x="2887" y="76605"/>
                  </a:lnTo>
                  <a:lnTo>
                    <a:pt x="1191" y="76285"/>
                  </a:lnTo>
                  <a:lnTo>
                    <a:pt x="45" y="76639"/>
                  </a:lnTo>
                  <a:lnTo>
                    <a:pt x="0" y="76469"/>
                  </a:lnTo>
                  <a:lnTo>
                    <a:pt x="94" y="69130"/>
                  </a:lnTo>
                  <a:lnTo>
                    <a:pt x="240" y="57773"/>
                  </a:lnTo>
                  <a:lnTo>
                    <a:pt x="348" y="49445"/>
                  </a:lnTo>
                  <a:lnTo>
                    <a:pt x="453" y="41299"/>
                  </a:lnTo>
                  <a:lnTo>
                    <a:pt x="531" y="35196"/>
                  </a:lnTo>
                  <a:lnTo>
                    <a:pt x="638" y="26891"/>
                  </a:lnTo>
                  <a:lnTo>
                    <a:pt x="730" y="19723"/>
                  </a:lnTo>
                  <a:lnTo>
                    <a:pt x="722" y="17149"/>
                  </a:lnTo>
                  <a:lnTo>
                    <a:pt x="999" y="15114"/>
                  </a:lnTo>
                  <a:lnTo>
                    <a:pt x="1798" y="14260"/>
                  </a:lnTo>
                  <a:lnTo>
                    <a:pt x="2834" y="16035"/>
                  </a:lnTo>
                  <a:lnTo>
                    <a:pt x="3265" y="16777"/>
                  </a:lnTo>
                  <a:lnTo>
                    <a:pt x="3654" y="16355"/>
                  </a:lnTo>
                  <a:lnTo>
                    <a:pt x="4145" y="15270"/>
                  </a:lnTo>
                  <a:lnTo>
                    <a:pt x="4748" y="12135"/>
                  </a:lnTo>
                  <a:lnTo>
                    <a:pt x="6261" y="5667"/>
                  </a:lnTo>
                  <a:lnTo>
                    <a:pt x="6868" y="1076"/>
                  </a:lnTo>
                  <a:lnTo>
                    <a:pt x="7462" y="164"/>
                  </a:lnTo>
                  <a:lnTo>
                    <a:pt x="8316" y="0"/>
                  </a:lnTo>
                  <a:lnTo>
                    <a:pt x="9054" y="292"/>
                  </a:lnTo>
                  <a:lnTo>
                    <a:pt x="8539" y="3648"/>
                  </a:lnTo>
                  <a:lnTo>
                    <a:pt x="9054" y="4084"/>
                  </a:lnTo>
                  <a:lnTo>
                    <a:pt x="9519" y="3771"/>
                  </a:lnTo>
                  <a:lnTo>
                    <a:pt x="10644" y="3888"/>
                  </a:lnTo>
                  <a:lnTo>
                    <a:pt x="11077" y="7570"/>
                  </a:lnTo>
                  <a:lnTo>
                    <a:pt x="10962" y="10658"/>
                  </a:lnTo>
                  <a:lnTo>
                    <a:pt x="9902" y="18800"/>
                  </a:lnTo>
                  <a:lnTo>
                    <a:pt x="9768" y="21599"/>
                  </a:lnTo>
                  <a:lnTo>
                    <a:pt x="9284" y="25780"/>
                  </a:lnTo>
                  <a:lnTo>
                    <a:pt x="9940" y="28536"/>
                  </a:lnTo>
                  <a:lnTo>
                    <a:pt x="9328" y="32200"/>
                  </a:lnTo>
                  <a:lnTo>
                    <a:pt x="9120" y="34561"/>
                  </a:lnTo>
                  <a:lnTo>
                    <a:pt x="9070" y="38123"/>
                  </a:lnTo>
                  <a:lnTo>
                    <a:pt x="9379" y="44893"/>
                  </a:lnTo>
                  <a:lnTo>
                    <a:pt x="8883" y="54652"/>
                  </a:lnTo>
                  <a:lnTo>
                    <a:pt x="8007" y="58911"/>
                  </a:lnTo>
                  <a:lnTo>
                    <a:pt x="7463" y="60532"/>
                  </a:lnTo>
                  <a:lnTo>
                    <a:pt x="6491" y="64768"/>
                  </a:lnTo>
                  <a:lnTo>
                    <a:pt x="5213" y="66032"/>
                  </a:lnTo>
                  <a:lnTo>
                    <a:pt x="3445" y="72858"/>
                  </a:lnTo>
                  <a:lnTo>
                    <a:pt x="3131" y="7465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2199273" y="2677068"/>
              <a:ext cx="1870" cy="3761"/>
            </a:xfrm>
            <a:custGeom>
              <a:avLst/>
              <a:pathLst>
                <a:path w="1870" h="3761">
                  <a:moveTo>
                    <a:pt x="1274" y="2761"/>
                  </a:moveTo>
                  <a:lnTo>
                    <a:pt x="410" y="3761"/>
                  </a:lnTo>
                  <a:lnTo>
                    <a:pt x="170" y="3682"/>
                  </a:lnTo>
                  <a:lnTo>
                    <a:pt x="0" y="3340"/>
                  </a:lnTo>
                  <a:lnTo>
                    <a:pt x="881" y="2340"/>
                  </a:lnTo>
                  <a:lnTo>
                    <a:pt x="1617" y="0"/>
                  </a:lnTo>
                  <a:lnTo>
                    <a:pt x="1870" y="1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2153292" y="3921004"/>
              <a:ext cx="116806" cy="389493"/>
            </a:xfrm>
            <a:custGeom>
              <a:avLst/>
              <a:pathLst>
                <a:path w="116806" h="389493">
                  <a:moveTo>
                    <a:pt x="110422" y="308911"/>
                  </a:moveTo>
                  <a:lnTo>
                    <a:pt x="110612" y="304011"/>
                  </a:lnTo>
                  <a:lnTo>
                    <a:pt x="110419" y="299758"/>
                  </a:lnTo>
                  <a:lnTo>
                    <a:pt x="110225" y="298664"/>
                  </a:lnTo>
                  <a:lnTo>
                    <a:pt x="107398" y="293588"/>
                  </a:lnTo>
                  <a:lnTo>
                    <a:pt x="104833" y="288983"/>
                  </a:lnTo>
                  <a:lnTo>
                    <a:pt x="101473" y="282955"/>
                  </a:lnTo>
                  <a:lnTo>
                    <a:pt x="97144" y="283119"/>
                  </a:lnTo>
                  <a:lnTo>
                    <a:pt x="92659" y="283289"/>
                  </a:lnTo>
                  <a:lnTo>
                    <a:pt x="88388" y="285985"/>
                  </a:lnTo>
                  <a:lnTo>
                    <a:pt x="84186" y="288637"/>
                  </a:lnTo>
                  <a:lnTo>
                    <a:pt x="82194" y="289892"/>
                  </a:lnTo>
                  <a:lnTo>
                    <a:pt x="78196" y="292417"/>
                  </a:lnTo>
                  <a:lnTo>
                    <a:pt x="75840" y="293565"/>
                  </a:lnTo>
                  <a:lnTo>
                    <a:pt x="75225" y="298416"/>
                  </a:lnTo>
                  <a:lnTo>
                    <a:pt x="74301" y="305682"/>
                  </a:lnTo>
                  <a:lnTo>
                    <a:pt x="73389" y="309927"/>
                  </a:lnTo>
                  <a:lnTo>
                    <a:pt x="72333" y="314385"/>
                  </a:lnTo>
                  <a:lnTo>
                    <a:pt x="70846" y="320667"/>
                  </a:lnTo>
                  <a:lnTo>
                    <a:pt x="70844" y="328300"/>
                  </a:lnTo>
                  <a:lnTo>
                    <a:pt x="70843" y="335546"/>
                  </a:lnTo>
                  <a:lnTo>
                    <a:pt x="69797" y="345761"/>
                  </a:lnTo>
                  <a:lnTo>
                    <a:pt x="68909" y="354435"/>
                  </a:lnTo>
                  <a:lnTo>
                    <a:pt x="68052" y="362809"/>
                  </a:lnTo>
                  <a:lnTo>
                    <a:pt x="67460" y="368581"/>
                  </a:lnTo>
                  <a:lnTo>
                    <a:pt x="67245" y="370049"/>
                  </a:lnTo>
                  <a:lnTo>
                    <a:pt x="67107" y="369585"/>
                  </a:lnTo>
                  <a:lnTo>
                    <a:pt x="66345" y="367868"/>
                  </a:lnTo>
                  <a:lnTo>
                    <a:pt x="65667" y="364610"/>
                  </a:lnTo>
                  <a:lnTo>
                    <a:pt x="65395" y="363063"/>
                  </a:lnTo>
                  <a:lnTo>
                    <a:pt x="61320" y="363161"/>
                  </a:lnTo>
                  <a:lnTo>
                    <a:pt x="57397" y="363271"/>
                  </a:lnTo>
                  <a:lnTo>
                    <a:pt x="56997" y="363958"/>
                  </a:lnTo>
                  <a:lnTo>
                    <a:pt x="56433" y="363949"/>
                  </a:lnTo>
                  <a:lnTo>
                    <a:pt x="56019" y="363306"/>
                  </a:lnTo>
                  <a:lnTo>
                    <a:pt x="55611" y="363358"/>
                  </a:lnTo>
                  <a:lnTo>
                    <a:pt x="55028" y="363990"/>
                  </a:lnTo>
                  <a:lnTo>
                    <a:pt x="54505" y="365288"/>
                  </a:lnTo>
                  <a:lnTo>
                    <a:pt x="53008" y="373954"/>
                  </a:lnTo>
                  <a:lnTo>
                    <a:pt x="52265" y="377662"/>
                  </a:lnTo>
                  <a:lnTo>
                    <a:pt x="51714" y="380972"/>
                  </a:lnTo>
                  <a:lnTo>
                    <a:pt x="51315" y="386645"/>
                  </a:lnTo>
                  <a:lnTo>
                    <a:pt x="51148" y="387600"/>
                  </a:lnTo>
                  <a:lnTo>
                    <a:pt x="50680" y="385632"/>
                  </a:lnTo>
                  <a:lnTo>
                    <a:pt x="49993" y="380441"/>
                  </a:lnTo>
                  <a:lnTo>
                    <a:pt x="49683" y="377486"/>
                  </a:lnTo>
                  <a:lnTo>
                    <a:pt x="49241" y="374124"/>
                  </a:lnTo>
                  <a:lnTo>
                    <a:pt x="48454" y="369905"/>
                  </a:lnTo>
                  <a:lnTo>
                    <a:pt x="47545" y="368627"/>
                  </a:lnTo>
                  <a:lnTo>
                    <a:pt x="46982" y="368205"/>
                  </a:lnTo>
                  <a:lnTo>
                    <a:pt x="46171" y="367397"/>
                  </a:lnTo>
                  <a:lnTo>
                    <a:pt x="44733" y="366385"/>
                  </a:lnTo>
                  <a:lnTo>
                    <a:pt x="44106" y="366180"/>
                  </a:lnTo>
                  <a:lnTo>
                    <a:pt x="40000" y="366044"/>
                  </a:lnTo>
                  <a:lnTo>
                    <a:pt x="39674" y="365937"/>
                  </a:lnTo>
                  <a:lnTo>
                    <a:pt x="38065" y="366402"/>
                  </a:lnTo>
                  <a:lnTo>
                    <a:pt x="37249" y="366087"/>
                  </a:lnTo>
                  <a:lnTo>
                    <a:pt x="36393" y="363727"/>
                  </a:lnTo>
                  <a:lnTo>
                    <a:pt x="34485" y="359583"/>
                  </a:lnTo>
                  <a:lnTo>
                    <a:pt x="34100" y="358270"/>
                  </a:lnTo>
                  <a:lnTo>
                    <a:pt x="33369" y="357402"/>
                  </a:lnTo>
                  <a:lnTo>
                    <a:pt x="32931" y="357309"/>
                  </a:lnTo>
                  <a:lnTo>
                    <a:pt x="32668" y="358135"/>
                  </a:lnTo>
                  <a:lnTo>
                    <a:pt x="32336" y="361591"/>
                  </a:lnTo>
                  <a:lnTo>
                    <a:pt x="31948" y="364714"/>
                  </a:lnTo>
                  <a:lnTo>
                    <a:pt x="31537" y="366506"/>
                  </a:lnTo>
                  <a:lnTo>
                    <a:pt x="30174" y="367825"/>
                  </a:lnTo>
                  <a:lnTo>
                    <a:pt x="28905" y="369213"/>
                  </a:lnTo>
                  <a:lnTo>
                    <a:pt x="28206" y="369536"/>
                  </a:lnTo>
                  <a:lnTo>
                    <a:pt x="27832" y="371103"/>
                  </a:lnTo>
                  <a:lnTo>
                    <a:pt x="27670" y="373281"/>
                  </a:lnTo>
                  <a:lnTo>
                    <a:pt x="27354" y="375249"/>
                  </a:lnTo>
                  <a:lnTo>
                    <a:pt x="25520" y="378210"/>
                  </a:lnTo>
                  <a:lnTo>
                    <a:pt x="25112" y="379462"/>
                  </a:lnTo>
                  <a:lnTo>
                    <a:pt x="24902" y="382377"/>
                  </a:lnTo>
                  <a:lnTo>
                    <a:pt x="23878" y="386010"/>
                  </a:lnTo>
                  <a:lnTo>
                    <a:pt x="23561" y="387424"/>
                  </a:lnTo>
                  <a:lnTo>
                    <a:pt x="21952" y="388414"/>
                  </a:lnTo>
                  <a:lnTo>
                    <a:pt x="19859" y="389493"/>
                  </a:lnTo>
                  <a:lnTo>
                    <a:pt x="18634" y="389418"/>
                  </a:lnTo>
                  <a:lnTo>
                    <a:pt x="17797" y="389132"/>
                  </a:lnTo>
                  <a:lnTo>
                    <a:pt x="17546" y="388489"/>
                  </a:lnTo>
                  <a:lnTo>
                    <a:pt x="16980" y="387461"/>
                  </a:lnTo>
                  <a:lnTo>
                    <a:pt x="16886" y="386316"/>
                  </a:lnTo>
                  <a:lnTo>
                    <a:pt x="16878" y="384691"/>
                  </a:lnTo>
                  <a:lnTo>
                    <a:pt x="17035" y="381777"/>
                  </a:lnTo>
                  <a:lnTo>
                    <a:pt x="16958" y="377722"/>
                  </a:lnTo>
                  <a:lnTo>
                    <a:pt x="16298" y="373004"/>
                  </a:lnTo>
                  <a:lnTo>
                    <a:pt x="16350" y="371484"/>
                  </a:lnTo>
                  <a:lnTo>
                    <a:pt x="16264" y="369172"/>
                  </a:lnTo>
                  <a:lnTo>
                    <a:pt x="15932" y="364832"/>
                  </a:lnTo>
                  <a:lnTo>
                    <a:pt x="15083" y="362636"/>
                  </a:lnTo>
                  <a:lnTo>
                    <a:pt x="14842" y="359026"/>
                  </a:lnTo>
                  <a:lnTo>
                    <a:pt x="14743" y="355846"/>
                  </a:lnTo>
                  <a:lnTo>
                    <a:pt x="14029" y="351873"/>
                  </a:lnTo>
                  <a:lnTo>
                    <a:pt x="13912" y="346811"/>
                  </a:lnTo>
                  <a:lnTo>
                    <a:pt x="13927" y="342468"/>
                  </a:lnTo>
                  <a:lnTo>
                    <a:pt x="12803" y="337427"/>
                  </a:lnTo>
                  <a:lnTo>
                    <a:pt x="11634" y="332066"/>
                  </a:lnTo>
                  <a:lnTo>
                    <a:pt x="10689" y="331338"/>
                  </a:lnTo>
                  <a:lnTo>
                    <a:pt x="10454" y="330698"/>
                  </a:lnTo>
                  <a:lnTo>
                    <a:pt x="10351" y="329157"/>
                  </a:lnTo>
                  <a:lnTo>
                    <a:pt x="10331" y="326773"/>
                  </a:lnTo>
                  <a:lnTo>
                    <a:pt x="10407" y="325325"/>
                  </a:lnTo>
                  <a:lnTo>
                    <a:pt x="11135" y="322979"/>
                  </a:lnTo>
                  <a:lnTo>
                    <a:pt x="11165" y="322615"/>
                  </a:lnTo>
                  <a:lnTo>
                    <a:pt x="11015" y="322130"/>
                  </a:lnTo>
                  <a:lnTo>
                    <a:pt x="9132" y="318613"/>
                  </a:lnTo>
                  <a:lnTo>
                    <a:pt x="8657" y="317597"/>
                  </a:lnTo>
                  <a:lnTo>
                    <a:pt x="8509" y="316345"/>
                  </a:lnTo>
                  <a:lnTo>
                    <a:pt x="8522" y="315216"/>
                  </a:lnTo>
                  <a:lnTo>
                    <a:pt x="8973" y="314062"/>
                  </a:lnTo>
                  <a:lnTo>
                    <a:pt x="9201" y="313208"/>
                  </a:lnTo>
                  <a:lnTo>
                    <a:pt x="8759" y="310700"/>
                  </a:lnTo>
                  <a:lnTo>
                    <a:pt x="8803" y="308432"/>
                  </a:lnTo>
                  <a:lnTo>
                    <a:pt x="8521" y="307460"/>
                  </a:lnTo>
                  <a:lnTo>
                    <a:pt x="8555" y="306730"/>
                  </a:lnTo>
                  <a:lnTo>
                    <a:pt x="8827" y="306103"/>
                  </a:lnTo>
                  <a:lnTo>
                    <a:pt x="10051" y="305373"/>
                  </a:lnTo>
                  <a:lnTo>
                    <a:pt x="10430" y="303073"/>
                  </a:lnTo>
                  <a:lnTo>
                    <a:pt x="10443" y="301160"/>
                  </a:lnTo>
                  <a:lnTo>
                    <a:pt x="10261" y="299807"/>
                  </a:lnTo>
                  <a:lnTo>
                    <a:pt x="9128" y="296385"/>
                  </a:lnTo>
                  <a:lnTo>
                    <a:pt x="9108" y="295805"/>
                  </a:lnTo>
                  <a:lnTo>
                    <a:pt x="10290" y="291049"/>
                  </a:lnTo>
                  <a:lnTo>
                    <a:pt x="11139" y="287924"/>
                  </a:lnTo>
                  <a:lnTo>
                    <a:pt x="11371" y="287286"/>
                  </a:lnTo>
                  <a:lnTo>
                    <a:pt x="11301" y="286611"/>
                  </a:lnTo>
                  <a:lnTo>
                    <a:pt x="11091" y="285783"/>
                  </a:lnTo>
                  <a:lnTo>
                    <a:pt x="10554" y="284576"/>
                  </a:lnTo>
                  <a:lnTo>
                    <a:pt x="9855" y="283263"/>
                  </a:lnTo>
                  <a:lnTo>
                    <a:pt x="9277" y="281659"/>
                  </a:lnTo>
                  <a:lnTo>
                    <a:pt x="8523" y="279290"/>
                  </a:lnTo>
                  <a:lnTo>
                    <a:pt x="7573" y="277256"/>
                  </a:lnTo>
                  <a:lnTo>
                    <a:pt x="6870" y="275241"/>
                  </a:lnTo>
                  <a:lnTo>
                    <a:pt x="6512" y="273550"/>
                  </a:lnTo>
                  <a:lnTo>
                    <a:pt x="6504" y="271828"/>
                  </a:lnTo>
                  <a:lnTo>
                    <a:pt x="6410" y="268971"/>
                  </a:lnTo>
                  <a:lnTo>
                    <a:pt x="5949" y="264339"/>
                  </a:lnTo>
                  <a:lnTo>
                    <a:pt x="5828" y="261203"/>
                  </a:lnTo>
                  <a:lnTo>
                    <a:pt x="5629" y="257743"/>
                  </a:lnTo>
                  <a:lnTo>
                    <a:pt x="5429" y="255486"/>
                  </a:lnTo>
                  <a:lnTo>
                    <a:pt x="5320" y="253293"/>
                  </a:lnTo>
                  <a:lnTo>
                    <a:pt x="4992" y="250930"/>
                  </a:lnTo>
                  <a:lnTo>
                    <a:pt x="4809" y="249204"/>
                  </a:lnTo>
                  <a:lnTo>
                    <a:pt x="5072" y="247984"/>
                  </a:lnTo>
                  <a:lnTo>
                    <a:pt x="5338" y="247037"/>
                  </a:lnTo>
                  <a:lnTo>
                    <a:pt x="5304" y="246440"/>
                  </a:lnTo>
                  <a:lnTo>
                    <a:pt x="3493" y="243909"/>
                  </a:lnTo>
                  <a:lnTo>
                    <a:pt x="3194" y="243268"/>
                  </a:lnTo>
                  <a:lnTo>
                    <a:pt x="2765" y="238201"/>
                  </a:lnTo>
                  <a:lnTo>
                    <a:pt x="1448" y="233705"/>
                  </a:lnTo>
                  <a:lnTo>
                    <a:pt x="1294" y="230318"/>
                  </a:lnTo>
                  <a:lnTo>
                    <a:pt x="1295" y="229002"/>
                  </a:lnTo>
                  <a:lnTo>
                    <a:pt x="1190" y="226892"/>
                  </a:lnTo>
                  <a:lnTo>
                    <a:pt x="787" y="225236"/>
                  </a:lnTo>
                  <a:lnTo>
                    <a:pt x="190" y="224099"/>
                  </a:lnTo>
                  <a:lnTo>
                    <a:pt x="0" y="222743"/>
                  </a:lnTo>
                  <a:lnTo>
                    <a:pt x="200" y="221314"/>
                  </a:lnTo>
                  <a:lnTo>
                    <a:pt x="1368" y="218495"/>
                  </a:lnTo>
                  <a:lnTo>
                    <a:pt x="1993" y="218010"/>
                  </a:lnTo>
                  <a:lnTo>
                    <a:pt x="2159" y="216582"/>
                  </a:lnTo>
                  <a:lnTo>
                    <a:pt x="2539" y="215439"/>
                  </a:lnTo>
                  <a:lnTo>
                    <a:pt x="3638" y="211290"/>
                  </a:lnTo>
                  <a:lnTo>
                    <a:pt x="4286" y="208557"/>
                  </a:lnTo>
                  <a:lnTo>
                    <a:pt x="4933" y="206921"/>
                  </a:lnTo>
                  <a:lnTo>
                    <a:pt x="5683" y="205775"/>
                  </a:lnTo>
                  <a:lnTo>
                    <a:pt x="6008" y="204826"/>
                  </a:lnTo>
                  <a:lnTo>
                    <a:pt x="5838" y="201885"/>
                  </a:lnTo>
                  <a:lnTo>
                    <a:pt x="5891" y="199914"/>
                  </a:lnTo>
                  <a:lnTo>
                    <a:pt x="6147" y="198665"/>
                  </a:lnTo>
                  <a:lnTo>
                    <a:pt x="6899" y="197346"/>
                  </a:lnTo>
                  <a:lnTo>
                    <a:pt x="7574" y="196333"/>
                  </a:lnTo>
                  <a:lnTo>
                    <a:pt x="7719" y="195834"/>
                  </a:lnTo>
                  <a:lnTo>
                    <a:pt x="7660" y="195092"/>
                  </a:lnTo>
                  <a:lnTo>
                    <a:pt x="7039" y="193589"/>
                  </a:lnTo>
                  <a:lnTo>
                    <a:pt x="5763" y="192282"/>
                  </a:lnTo>
                  <a:lnTo>
                    <a:pt x="4917" y="192409"/>
                  </a:lnTo>
                  <a:lnTo>
                    <a:pt x="4400" y="191252"/>
                  </a:lnTo>
                  <a:lnTo>
                    <a:pt x="4115" y="190256"/>
                  </a:lnTo>
                  <a:lnTo>
                    <a:pt x="2440" y="178076"/>
                  </a:lnTo>
                  <a:lnTo>
                    <a:pt x="2161" y="175231"/>
                  </a:lnTo>
                  <a:lnTo>
                    <a:pt x="2184" y="174131"/>
                  </a:lnTo>
                  <a:lnTo>
                    <a:pt x="3305" y="168103"/>
                  </a:lnTo>
                  <a:lnTo>
                    <a:pt x="3762" y="166138"/>
                  </a:lnTo>
                  <a:lnTo>
                    <a:pt x="4549" y="163293"/>
                  </a:lnTo>
                  <a:lnTo>
                    <a:pt x="4408" y="162173"/>
                  </a:lnTo>
                  <a:lnTo>
                    <a:pt x="3028" y="157452"/>
                  </a:lnTo>
                  <a:lnTo>
                    <a:pt x="2605" y="155207"/>
                  </a:lnTo>
                  <a:lnTo>
                    <a:pt x="2614" y="152976"/>
                  </a:lnTo>
                  <a:lnTo>
                    <a:pt x="2751" y="150252"/>
                  </a:lnTo>
                  <a:lnTo>
                    <a:pt x="3554" y="148792"/>
                  </a:lnTo>
                  <a:lnTo>
                    <a:pt x="3781" y="146582"/>
                  </a:lnTo>
                  <a:lnTo>
                    <a:pt x="3949" y="144394"/>
                  </a:lnTo>
                  <a:lnTo>
                    <a:pt x="4291" y="143670"/>
                  </a:lnTo>
                  <a:lnTo>
                    <a:pt x="4643" y="142441"/>
                  </a:lnTo>
                  <a:lnTo>
                    <a:pt x="5056" y="140649"/>
                  </a:lnTo>
                  <a:lnTo>
                    <a:pt x="5700" y="139091"/>
                  </a:lnTo>
                  <a:lnTo>
                    <a:pt x="6081" y="137899"/>
                  </a:lnTo>
                  <a:lnTo>
                    <a:pt x="6164" y="134583"/>
                  </a:lnTo>
                  <a:lnTo>
                    <a:pt x="6478" y="133677"/>
                  </a:lnTo>
                  <a:lnTo>
                    <a:pt x="7358" y="132627"/>
                  </a:lnTo>
                  <a:lnTo>
                    <a:pt x="7448" y="131767"/>
                  </a:lnTo>
                  <a:lnTo>
                    <a:pt x="7248" y="129539"/>
                  </a:lnTo>
                  <a:lnTo>
                    <a:pt x="6808" y="127184"/>
                  </a:lnTo>
                  <a:lnTo>
                    <a:pt x="6455" y="126042"/>
                  </a:lnTo>
                  <a:lnTo>
                    <a:pt x="5986" y="120259"/>
                  </a:lnTo>
                  <a:lnTo>
                    <a:pt x="5495" y="117379"/>
                  </a:lnTo>
                  <a:lnTo>
                    <a:pt x="5699" y="116231"/>
                  </a:lnTo>
                  <a:lnTo>
                    <a:pt x="6039" y="114768"/>
                  </a:lnTo>
                  <a:lnTo>
                    <a:pt x="6366" y="111870"/>
                  </a:lnTo>
                  <a:lnTo>
                    <a:pt x="6474" y="108500"/>
                  </a:lnTo>
                  <a:lnTo>
                    <a:pt x="6394" y="96097"/>
                  </a:lnTo>
                  <a:lnTo>
                    <a:pt x="6413" y="93659"/>
                  </a:lnTo>
                  <a:lnTo>
                    <a:pt x="6844" y="91945"/>
                  </a:lnTo>
                  <a:lnTo>
                    <a:pt x="7479" y="89968"/>
                  </a:lnTo>
                  <a:lnTo>
                    <a:pt x="8016" y="89212"/>
                  </a:lnTo>
                  <a:lnTo>
                    <a:pt x="8523" y="87960"/>
                  </a:lnTo>
                  <a:lnTo>
                    <a:pt x="8487" y="85611"/>
                  </a:lnTo>
                  <a:lnTo>
                    <a:pt x="8821" y="84223"/>
                  </a:lnTo>
                  <a:lnTo>
                    <a:pt x="9233" y="82486"/>
                  </a:lnTo>
                  <a:lnTo>
                    <a:pt x="7950" y="75644"/>
                  </a:lnTo>
                  <a:lnTo>
                    <a:pt x="6822" y="69627"/>
                  </a:lnTo>
                  <a:lnTo>
                    <a:pt x="5763" y="63980"/>
                  </a:lnTo>
                  <a:lnTo>
                    <a:pt x="4537" y="57438"/>
                  </a:lnTo>
                  <a:lnTo>
                    <a:pt x="3730" y="53133"/>
                  </a:lnTo>
                  <a:lnTo>
                    <a:pt x="2727" y="47783"/>
                  </a:lnTo>
                  <a:lnTo>
                    <a:pt x="1846" y="43091"/>
                  </a:lnTo>
                  <a:lnTo>
                    <a:pt x="645" y="36679"/>
                  </a:lnTo>
                  <a:lnTo>
                    <a:pt x="1760" y="36572"/>
                  </a:lnTo>
                  <a:lnTo>
                    <a:pt x="4010" y="36794"/>
                  </a:lnTo>
                  <a:lnTo>
                    <a:pt x="6191" y="37937"/>
                  </a:lnTo>
                  <a:lnTo>
                    <a:pt x="7665" y="38433"/>
                  </a:lnTo>
                  <a:lnTo>
                    <a:pt x="8283" y="39423"/>
                  </a:lnTo>
                  <a:lnTo>
                    <a:pt x="8419" y="40990"/>
                  </a:lnTo>
                  <a:lnTo>
                    <a:pt x="8827" y="41723"/>
                  </a:lnTo>
                  <a:lnTo>
                    <a:pt x="9299" y="41437"/>
                  </a:lnTo>
                  <a:lnTo>
                    <a:pt x="9835" y="41331"/>
                  </a:lnTo>
                  <a:lnTo>
                    <a:pt x="11030" y="39723"/>
                  </a:lnTo>
                  <a:lnTo>
                    <a:pt x="11995" y="38659"/>
                  </a:lnTo>
                  <a:lnTo>
                    <a:pt x="12830" y="37372"/>
                  </a:lnTo>
                  <a:lnTo>
                    <a:pt x="13258" y="36128"/>
                  </a:lnTo>
                  <a:lnTo>
                    <a:pt x="14296" y="31753"/>
                  </a:lnTo>
                  <a:lnTo>
                    <a:pt x="15132" y="29332"/>
                  </a:lnTo>
                  <a:lnTo>
                    <a:pt x="15901" y="28484"/>
                  </a:lnTo>
                  <a:lnTo>
                    <a:pt x="17407" y="28140"/>
                  </a:lnTo>
                  <a:lnTo>
                    <a:pt x="17881" y="28827"/>
                  </a:lnTo>
                  <a:lnTo>
                    <a:pt x="18495" y="28741"/>
                  </a:lnTo>
                  <a:lnTo>
                    <a:pt x="19025" y="26253"/>
                  </a:lnTo>
                  <a:lnTo>
                    <a:pt x="19835" y="23506"/>
                  </a:lnTo>
                  <a:lnTo>
                    <a:pt x="21426" y="20075"/>
                  </a:lnTo>
                  <a:lnTo>
                    <a:pt x="22236" y="19131"/>
                  </a:lnTo>
                  <a:lnTo>
                    <a:pt x="22738" y="17931"/>
                  </a:lnTo>
                  <a:lnTo>
                    <a:pt x="23603" y="17758"/>
                  </a:lnTo>
                  <a:lnTo>
                    <a:pt x="24362" y="16503"/>
                  </a:lnTo>
                  <a:lnTo>
                    <a:pt x="28030" y="7831"/>
                  </a:lnTo>
                  <a:lnTo>
                    <a:pt x="29517" y="5598"/>
                  </a:lnTo>
                  <a:lnTo>
                    <a:pt x="30444" y="5191"/>
                  </a:lnTo>
                  <a:lnTo>
                    <a:pt x="31210" y="4660"/>
                  </a:lnTo>
                  <a:lnTo>
                    <a:pt x="32514" y="3416"/>
                  </a:lnTo>
                  <a:lnTo>
                    <a:pt x="35772" y="2216"/>
                  </a:lnTo>
                  <a:lnTo>
                    <a:pt x="37867" y="1714"/>
                  </a:lnTo>
                  <a:lnTo>
                    <a:pt x="38537" y="2914"/>
                  </a:lnTo>
                  <a:lnTo>
                    <a:pt x="39291" y="2571"/>
                  </a:lnTo>
                  <a:lnTo>
                    <a:pt x="39932" y="629"/>
                  </a:lnTo>
                  <a:lnTo>
                    <a:pt x="40463" y="0"/>
                  </a:lnTo>
                  <a:lnTo>
                    <a:pt x="40853" y="57"/>
                  </a:lnTo>
                  <a:lnTo>
                    <a:pt x="41413" y="2357"/>
                  </a:lnTo>
                  <a:lnTo>
                    <a:pt x="41688" y="4793"/>
                  </a:lnTo>
                  <a:lnTo>
                    <a:pt x="41507" y="6651"/>
                  </a:lnTo>
                  <a:lnTo>
                    <a:pt x="41542" y="9352"/>
                  </a:lnTo>
                  <a:lnTo>
                    <a:pt x="41791" y="12893"/>
                  </a:lnTo>
                  <a:lnTo>
                    <a:pt x="41652" y="16032"/>
                  </a:lnTo>
                  <a:lnTo>
                    <a:pt x="40860" y="20147"/>
                  </a:lnTo>
                  <a:lnTo>
                    <a:pt x="40461" y="21824"/>
                  </a:lnTo>
                  <a:lnTo>
                    <a:pt x="40363" y="23549"/>
                  </a:lnTo>
                  <a:lnTo>
                    <a:pt x="40432" y="25878"/>
                  </a:lnTo>
                  <a:lnTo>
                    <a:pt x="40794" y="29676"/>
                  </a:lnTo>
                  <a:lnTo>
                    <a:pt x="41451" y="34936"/>
                  </a:lnTo>
                  <a:lnTo>
                    <a:pt x="41549" y="38837"/>
                  </a:lnTo>
                  <a:lnTo>
                    <a:pt x="41090" y="41365"/>
                  </a:lnTo>
                  <a:lnTo>
                    <a:pt x="40878" y="43550"/>
                  </a:lnTo>
                  <a:lnTo>
                    <a:pt x="40913" y="45382"/>
                  </a:lnTo>
                  <a:lnTo>
                    <a:pt x="41077" y="46672"/>
                  </a:lnTo>
                  <a:lnTo>
                    <a:pt x="41370" y="47414"/>
                  </a:lnTo>
                  <a:lnTo>
                    <a:pt x="41533" y="48882"/>
                  </a:lnTo>
                  <a:lnTo>
                    <a:pt x="41566" y="51081"/>
                  </a:lnTo>
                  <a:lnTo>
                    <a:pt x="41948" y="53205"/>
                  </a:lnTo>
                  <a:lnTo>
                    <a:pt x="42679" y="55260"/>
                  </a:lnTo>
                  <a:lnTo>
                    <a:pt x="42976" y="57219"/>
                  </a:lnTo>
                  <a:lnTo>
                    <a:pt x="42838" y="59086"/>
                  </a:lnTo>
                  <a:lnTo>
                    <a:pt x="42876" y="60252"/>
                  </a:lnTo>
                  <a:lnTo>
                    <a:pt x="43091" y="60714"/>
                  </a:lnTo>
                  <a:lnTo>
                    <a:pt x="43290" y="60336"/>
                  </a:lnTo>
                  <a:lnTo>
                    <a:pt x="43555" y="59825"/>
                  </a:lnTo>
                  <a:lnTo>
                    <a:pt x="43794" y="60007"/>
                  </a:lnTo>
                  <a:lnTo>
                    <a:pt x="44305" y="62612"/>
                  </a:lnTo>
                  <a:lnTo>
                    <a:pt x="44371" y="63143"/>
                  </a:lnTo>
                  <a:lnTo>
                    <a:pt x="44650" y="65290"/>
                  </a:lnTo>
                  <a:lnTo>
                    <a:pt x="44734" y="66921"/>
                  </a:lnTo>
                  <a:lnTo>
                    <a:pt x="45485" y="67830"/>
                  </a:lnTo>
                  <a:lnTo>
                    <a:pt x="46297" y="68548"/>
                  </a:lnTo>
                  <a:lnTo>
                    <a:pt x="46744" y="69408"/>
                  </a:lnTo>
                  <a:lnTo>
                    <a:pt x="47642" y="71982"/>
                  </a:lnTo>
                  <a:lnTo>
                    <a:pt x="48395" y="73679"/>
                  </a:lnTo>
                  <a:lnTo>
                    <a:pt x="49340" y="75070"/>
                  </a:lnTo>
                  <a:lnTo>
                    <a:pt x="49654" y="77292"/>
                  </a:lnTo>
                  <a:lnTo>
                    <a:pt x="50233" y="80648"/>
                  </a:lnTo>
                  <a:lnTo>
                    <a:pt x="51824" y="81935"/>
                  </a:lnTo>
                  <a:lnTo>
                    <a:pt x="53683" y="82578"/>
                  </a:lnTo>
                  <a:lnTo>
                    <a:pt x="54866" y="83305"/>
                  </a:lnTo>
                  <a:lnTo>
                    <a:pt x="56313" y="81525"/>
                  </a:lnTo>
                  <a:lnTo>
                    <a:pt x="57269" y="81779"/>
                  </a:lnTo>
                  <a:lnTo>
                    <a:pt x="58259" y="82988"/>
                  </a:lnTo>
                  <a:lnTo>
                    <a:pt x="58680" y="83807"/>
                  </a:lnTo>
                  <a:lnTo>
                    <a:pt x="59416" y="85536"/>
                  </a:lnTo>
                  <a:lnTo>
                    <a:pt x="60556" y="87749"/>
                  </a:lnTo>
                  <a:lnTo>
                    <a:pt x="61488" y="88572"/>
                  </a:lnTo>
                  <a:lnTo>
                    <a:pt x="62152" y="87339"/>
                  </a:lnTo>
                  <a:lnTo>
                    <a:pt x="62766" y="86909"/>
                  </a:lnTo>
                  <a:lnTo>
                    <a:pt x="63240" y="87426"/>
                  </a:lnTo>
                  <a:lnTo>
                    <a:pt x="63492" y="89827"/>
                  </a:lnTo>
                  <a:lnTo>
                    <a:pt x="63743" y="91457"/>
                  </a:lnTo>
                  <a:lnTo>
                    <a:pt x="64294" y="92684"/>
                  </a:lnTo>
                  <a:lnTo>
                    <a:pt x="65474" y="95835"/>
                  </a:lnTo>
                  <a:lnTo>
                    <a:pt x="66144" y="97122"/>
                  </a:lnTo>
                  <a:lnTo>
                    <a:pt x="66898" y="97035"/>
                  </a:lnTo>
                  <a:lnTo>
                    <a:pt x="68450" y="99101"/>
                  </a:lnTo>
                  <a:lnTo>
                    <a:pt x="70111" y="101116"/>
                  </a:lnTo>
                  <a:lnTo>
                    <a:pt x="70966" y="101447"/>
                  </a:lnTo>
                  <a:lnTo>
                    <a:pt x="71810" y="101153"/>
                  </a:lnTo>
                  <a:lnTo>
                    <a:pt x="72368" y="101923"/>
                  </a:lnTo>
                  <a:lnTo>
                    <a:pt x="72592" y="104353"/>
                  </a:lnTo>
                  <a:lnTo>
                    <a:pt x="74034" y="109207"/>
                  </a:lnTo>
                  <a:lnTo>
                    <a:pt x="74713" y="111103"/>
                  </a:lnTo>
                  <a:lnTo>
                    <a:pt x="75522" y="112733"/>
                  </a:lnTo>
                  <a:lnTo>
                    <a:pt x="77582" y="112710"/>
                  </a:lnTo>
                  <a:lnTo>
                    <a:pt x="78198" y="113195"/>
                  </a:lnTo>
                  <a:lnTo>
                    <a:pt x="79117" y="112762"/>
                  </a:lnTo>
                  <a:lnTo>
                    <a:pt x="81875" y="111934"/>
                  </a:lnTo>
                  <a:lnTo>
                    <a:pt x="82376" y="111674"/>
                  </a:lnTo>
                  <a:lnTo>
                    <a:pt x="83938" y="113792"/>
                  </a:lnTo>
                  <a:lnTo>
                    <a:pt x="85786" y="116834"/>
                  </a:lnTo>
                  <a:lnTo>
                    <a:pt x="87007" y="119226"/>
                  </a:lnTo>
                  <a:lnTo>
                    <a:pt x="87860" y="120542"/>
                  </a:lnTo>
                  <a:lnTo>
                    <a:pt x="88306" y="122686"/>
                  </a:lnTo>
                  <a:lnTo>
                    <a:pt x="88670" y="124919"/>
                  </a:lnTo>
                  <a:lnTo>
                    <a:pt x="88837" y="127320"/>
                  </a:lnTo>
                  <a:lnTo>
                    <a:pt x="88615" y="129707"/>
                  </a:lnTo>
                  <a:lnTo>
                    <a:pt x="88279" y="130665"/>
                  </a:lnTo>
                  <a:lnTo>
                    <a:pt x="88167" y="132211"/>
                  </a:lnTo>
                  <a:lnTo>
                    <a:pt x="88306" y="134526"/>
                  </a:lnTo>
                  <a:lnTo>
                    <a:pt x="88921" y="136586"/>
                  </a:lnTo>
                  <a:lnTo>
                    <a:pt x="89147" y="139125"/>
                  </a:lnTo>
                  <a:lnTo>
                    <a:pt x="89480" y="143610"/>
                  </a:lnTo>
                  <a:lnTo>
                    <a:pt x="89857" y="145029"/>
                  </a:lnTo>
                  <a:lnTo>
                    <a:pt x="90102" y="158924"/>
                  </a:lnTo>
                  <a:lnTo>
                    <a:pt x="88865" y="159042"/>
                  </a:lnTo>
                  <a:lnTo>
                    <a:pt x="87123" y="159207"/>
                  </a:lnTo>
                  <a:lnTo>
                    <a:pt x="87630" y="160531"/>
                  </a:lnTo>
                  <a:lnTo>
                    <a:pt x="89072" y="165705"/>
                  </a:lnTo>
                  <a:lnTo>
                    <a:pt x="90400" y="170472"/>
                  </a:lnTo>
                  <a:lnTo>
                    <a:pt x="90611" y="178128"/>
                  </a:lnTo>
                  <a:lnTo>
                    <a:pt x="90744" y="182953"/>
                  </a:lnTo>
                  <a:lnTo>
                    <a:pt x="90930" y="189754"/>
                  </a:lnTo>
                  <a:lnTo>
                    <a:pt x="91042" y="193808"/>
                  </a:lnTo>
                  <a:lnTo>
                    <a:pt x="94353" y="194175"/>
                  </a:lnTo>
                  <a:lnTo>
                    <a:pt x="98169" y="194596"/>
                  </a:lnTo>
                  <a:lnTo>
                    <a:pt x="102754" y="195104"/>
                  </a:lnTo>
                  <a:lnTo>
                    <a:pt x="106786" y="195548"/>
                  </a:lnTo>
                  <a:lnTo>
                    <a:pt x="107183" y="195502"/>
                  </a:lnTo>
                  <a:lnTo>
                    <a:pt x="107884" y="194948"/>
                  </a:lnTo>
                  <a:lnTo>
                    <a:pt x="108349" y="194230"/>
                  </a:lnTo>
                  <a:lnTo>
                    <a:pt x="108635" y="194253"/>
                  </a:lnTo>
                  <a:lnTo>
                    <a:pt x="108683" y="195895"/>
                  </a:lnTo>
                  <a:lnTo>
                    <a:pt x="108585" y="197972"/>
                  </a:lnTo>
                  <a:lnTo>
                    <a:pt x="108589" y="200353"/>
                  </a:lnTo>
                  <a:lnTo>
                    <a:pt x="107433" y="205062"/>
                  </a:lnTo>
                  <a:lnTo>
                    <a:pt x="107361" y="206554"/>
                  </a:lnTo>
                  <a:lnTo>
                    <a:pt x="107537" y="212761"/>
                  </a:lnTo>
                  <a:lnTo>
                    <a:pt x="107945" y="217779"/>
                  </a:lnTo>
                  <a:lnTo>
                    <a:pt x="108150" y="222321"/>
                  </a:lnTo>
                  <a:lnTo>
                    <a:pt x="108614" y="223735"/>
                  </a:lnTo>
                  <a:lnTo>
                    <a:pt x="109981" y="226128"/>
                  </a:lnTo>
                  <a:lnTo>
                    <a:pt x="112045" y="230554"/>
                  </a:lnTo>
                  <a:lnTo>
                    <a:pt x="112870" y="231128"/>
                  </a:lnTo>
                  <a:lnTo>
                    <a:pt x="113568" y="230531"/>
                  </a:lnTo>
                  <a:lnTo>
                    <a:pt x="113987" y="232332"/>
                  </a:lnTo>
                  <a:lnTo>
                    <a:pt x="114071" y="235249"/>
                  </a:lnTo>
                  <a:lnTo>
                    <a:pt x="115210" y="243392"/>
                  </a:lnTo>
                  <a:lnTo>
                    <a:pt x="115933" y="248561"/>
                  </a:lnTo>
                  <a:lnTo>
                    <a:pt x="116264" y="250358"/>
                  </a:lnTo>
                  <a:lnTo>
                    <a:pt x="116806" y="251290"/>
                  </a:lnTo>
                  <a:lnTo>
                    <a:pt x="116705" y="251960"/>
                  </a:lnTo>
                  <a:lnTo>
                    <a:pt x="116254" y="252231"/>
                  </a:lnTo>
                  <a:lnTo>
                    <a:pt x="116053" y="253201"/>
                  </a:lnTo>
                  <a:lnTo>
                    <a:pt x="115426" y="258984"/>
                  </a:lnTo>
                  <a:lnTo>
                    <a:pt x="114601" y="266613"/>
                  </a:lnTo>
                  <a:lnTo>
                    <a:pt x="114043" y="271963"/>
                  </a:lnTo>
                  <a:lnTo>
                    <a:pt x="114545" y="272050"/>
                  </a:lnTo>
                  <a:lnTo>
                    <a:pt x="114566" y="273533"/>
                  </a:lnTo>
                  <a:lnTo>
                    <a:pt x="114680" y="275798"/>
                  </a:lnTo>
                  <a:lnTo>
                    <a:pt x="114059" y="276078"/>
                  </a:lnTo>
                  <a:lnTo>
                    <a:pt x="113876" y="276889"/>
                  </a:lnTo>
                  <a:lnTo>
                    <a:pt x="113164" y="281278"/>
                  </a:lnTo>
                  <a:lnTo>
                    <a:pt x="112230" y="287032"/>
                  </a:lnTo>
                  <a:lnTo>
                    <a:pt x="111265" y="292974"/>
                  </a:lnTo>
                  <a:lnTo>
                    <a:pt x="110693" y="296497"/>
                  </a:lnTo>
                  <a:lnTo>
                    <a:pt x="111670" y="299103"/>
                  </a:lnTo>
                  <a:lnTo>
                    <a:pt x="113296" y="303443"/>
                  </a:lnTo>
                  <a:lnTo>
                    <a:pt x="113038" y="304649"/>
                  </a:lnTo>
                  <a:lnTo>
                    <a:pt x="112340" y="305249"/>
                  </a:lnTo>
                  <a:lnTo>
                    <a:pt x="111754" y="305676"/>
                  </a:lnTo>
                  <a:lnTo>
                    <a:pt x="111307" y="307307"/>
                  </a:lnTo>
                  <a:lnTo>
                    <a:pt x="111056" y="30851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2356055" y="4443702"/>
              <a:ext cx="1698" cy="12191"/>
            </a:xfrm>
            <a:custGeom>
              <a:avLst/>
              <a:pathLst>
                <a:path w="1698" h="12191">
                  <a:moveTo>
                    <a:pt x="660" y="10855"/>
                  </a:moveTo>
                  <a:lnTo>
                    <a:pt x="0" y="12191"/>
                  </a:lnTo>
                  <a:lnTo>
                    <a:pt x="119" y="5176"/>
                  </a:lnTo>
                  <a:lnTo>
                    <a:pt x="475" y="2833"/>
                  </a:lnTo>
                  <a:lnTo>
                    <a:pt x="863" y="1085"/>
                  </a:lnTo>
                  <a:lnTo>
                    <a:pt x="1343" y="0"/>
                  </a:lnTo>
                  <a:lnTo>
                    <a:pt x="1698" y="1532"/>
                  </a:lnTo>
                  <a:lnTo>
                    <a:pt x="1394" y="4925"/>
                  </a:lnTo>
                  <a:lnTo>
                    <a:pt x="555" y="90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2354986" y="4407378"/>
              <a:ext cx="1616" cy="7193"/>
            </a:xfrm>
            <a:custGeom>
              <a:avLst/>
              <a:pathLst>
                <a:path w="1616" h="7193">
                  <a:moveTo>
                    <a:pt x="782" y="6833"/>
                  </a:moveTo>
                  <a:lnTo>
                    <a:pt x="602" y="7193"/>
                  </a:lnTo>
                  <a:lnTo>
                    <a:pt x="0" y="3526"/>
                  </a:lnTo>
                  <a:lnTo>
                    <a:pt x="1211" y="0"/>
                  </a:lnTo>
                  <a:lnTo>
                    <a:pt x="1616" y="1431"/>
                  </a:lnTo>
                  <a:lnTo>
                    <a:pt x="1294" y="4221"/>
                  </a:lnTo>
                  <a:lnTo>
                    <a:pt x="939" y="618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2385888" y="4335196"/>
              <a:ext cx="2098" cy="6316"/>
            </a:xfrm>
            <a:custGeom>
              <a:avLst/>
              <a:pathLst>
                <a:path w="2098" h="6316">
                  <a:moveTo>
                    <a:pt x="1837" y="4775"/>
                  </a:moveTo>
                  <a:lnTo>
                    <a:pt x="1831" y="6316"/>
                  </a:lnTo>
                  <a:lnTo>
                    <a:pt x="1431" y="5531"/>
                  </a:lnTo>
                  <a:lnTo>
                    <a:pt x="370" y="6129"/>
                  </a:lnTo>
                  <a:lnTo>
                    <a:pt x="0" y="4966"/>
                  </a:lnTo>
                  <a:lnTo>
                    <a:pt x="1433" y="0"/>
                  </a:lnTo>
                  <a:lnTo>
                    <a:pt x="1722" y="721"/>
                  </a:lnTo>
                  <a:lnTo>
                    <a:pt x="1945" y="1627"/>
                  </a:lnTo>
                  <a:lnTo>
                    <a:pt x="2098" y="2891"/>
                  </a:lnTo>
                  <a:lnTo>
                    <a:pt x="1933" y="37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2396379" y="4315888"/>
              <a:ext cx="2519" cy="4083"/>
            </a:xfrm>
            <a:custGeom>
              <a:avLst/>
              <a:pathLst>
                <a:path w="2519" h="4083">
                  <a:moveTo>
                    <a:pt x="2219" y="2002"/>
                  </a:moveTo>
                  <a:lnTo>
                    <a:pt x="2519" y="2813"/>
                  </a:lnTo>
                  <a:lnTo>
                    <a:pt x="1964" y="2732"/>
                  </a:lnTo>
                  <a:lnTo>
                    <a:pt x="1342" y="3448"/>
                  </a:lnTo>
                  <a:lnTo>
                    <a:pt x="385" y="4083"/>
                  </a:lnTo>
                  <a:lnTo>
                    <a:pt x="0" y="2894"/>
                  </a:lnTo>
                  <a:lnTo>
                    <a:pt x="827" y="1243"/>
                  </a:lnTo>
                  <a:lnTo>
                    <a:pt x="1127" y="0"/>
                  </a:lnTo>
                  <a:lnTo>
                    <a:pt x="1343" y="259"/>
                  </a:lnTo>
                  <a:lnTo>
                    <a:pt x="1620" y="115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2447696" y="4029981"/>
              <a:ext cx="1140" cy="3956"/>
            </a:xfrm>
            <a:custGeom>
              <a:avLst/>
              <a:pathLst>
                <a:path w="1140" h="3956">
                  <a:moveTo>
                    <a:pt x="1140" y="2216"/>
                  </a:moveTo>
                  <a:lnTo>
                    <a:pt x="810" y="3956"/>
                  </a:lnTo>
                  <a:lnTo>
                    <a:pt x="428" y="3696"/>
                  </a:lnTo>
                  <a:lnTo>
                    <a:pt x="278" y="2530"/>
                  </a:lnTo>
                  <a:lnTo>
                    <a:pt x="0" y="1393"/>
                  </a:lnTo>
                  <a:lnTo>
                    <a:pt x="149" y="504"/>
                  </a:lnTo>
                  <a:lnTo>
                    <a:pt x="404" y="0"/>
                  </a:lnTo>
                  <a:lnTo>
                    <a:pt x="1105" y="7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2449958" y="4014667"/>
              <a:ext cx="1794" cy="7046"/>
            </a:xfrm>
            <a:custGeom>
              <a:avLst/>
              <a:pathLst>
                <a:path w="1794" h="7046">
                  <a:moveTo>
                    <a:pt x="414" y="6409"/>
                  </a:moveTo>
                  <a:lnTo>
                    <a:pt x="38" y="7046"/>
                  </a:lnTo>
                  <a:lnTo>
                    <a:pt x="0" y="5168"/>
                  </a:lnTo>
                  <a:lnTo>
                    <a:pt x="981" y="2799"/>
                  </a:lnTo>
                  <a:lnTo>
                    <a:pt x="1142" y="0"/>
                  </a:lnTo>
                  <a:lnTo>
                    <a:pt x="1657" y="1295"/>
                  </a:lnTo>
                  <a:lnTo>
                    <a:pt x="1794" y="2726"/>
                  </a:lnTo>
                  <a:lnTo>
                    <a:pt x="1786" y="332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2394095" y="3714372"/>
              <a:ext cx="1118" cy="9456"/>
            </a:xfrm>
            <a:custGeom>
              <a:avLst/>
              <a:pathLst>
                <a:path w="1118" h="9456">
                  <a:moveTo>
                    <a:pt x="946" y="6561"/>
                  </a:moveTo>
                  <a:lnTo>
                    <a:pt x="0" y="9456"/>
                  </a:lnTo>
                  <a:lnTo>
                    <a:pt x="311" y="6097"/>
                  </a:lnTo>
                  <a:lnTo>
                    <a:pt x="152" y="3783"/>
                  </a:lnTo>
                  <a:lnTo>
                    <a:pt x="275" y="1991"/>
                  </a:lnTo>
                  <a:lnTo>
                    <a:pt x="921" y="256"/>
                  </a:lnTo>
                  <a:lnTo>
                    <a:pt x="1118" y="0"/>
                  </a:lnTo>
                  <a:lnTo>
                    <a:pt x="1061" y="2132"/>
                  </a:lnTo>
                  <a:lnTo>
                    <a:pt x="1107" y="278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2390027" y="3671517"/>
              <a:ext cx="1324" cy="3650"/>
            </a:xfrm>
            <a:custGeom>
              <a:avLst/>
              <a:pathLst>
                <a:path w="1324" h="3650">
                  <a:moveTo>
                    <a:pt x="1324" y="1494"/>
                  </a:moveTo>
                  <a:lnTo>
                    <a:pt x="708" y="2917"/>
                  </a:lnTo>
                  <a:lnTo>
                    <a:pt x="509" y="3650"/>
                  </a:lnTo>
                  <a:lnTo>
                    <a:pt x="0" y="3104"/>
                  </a:lnTo>
                  <a:lnTo>
                    <a:pt x="92" y="2288"/>
                  </a:lnTo>
                  <a:lnTo>
                    <a:pt x="242" y="2371"/>
                  </a:lnTo>
                  <a:lnTo>
                    <a:pt x="405" y="0"/>
                  </a:lnTo>
                  <a:lnTo>
                    <a:pt x="1274" y="2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2323524" y="3650068"/>
              <a:ext cx="7475" cy="26925"/>
            </a:xfrm>
            <a:custGeom>
              <a:avLst/>
              <a:pathLst>
                <a:path w="7475" h="26925">
                  <a:moveTo>
                    <a:pt x="1017" y="26369"/>
                  </a:moveTo>
                  <a:lnTo>
                    <a:pt x="0" y="26925"/>
                  </a:lnTo>
                  <a:lnTo>
                    <a:pt x="1310" y="19535"/>
                  </a:lnTo>
                  <a:lnTo>
                    <a:pt x="2483" y="16096"/>
                  </a:lnTo>
                  <a:lnTo>
                    <a:pt x="2500" y="9268"/>
                  </a:lnTo>
                  <a:lnTo>
                    <a:pt x="3771" y="3197"/>
                  </a:lnTo>
                  <a:lnTo>
                    <a:pt x="4940" y="724"/>
                  </a:lnTo>
                  <a:lnTo>
                    <a:pt x="6579" y="0"/>
                  </a:lnTo>
                  <a:lnTo>
                    <a:pt x="7475" y="3702"/>
                  </a:lnTo>
                  <a:lnTo>
                    <a:pt x="6364" y="14194"/>
                  </a:lnTo>
                  <a:lnTo>
                    <a:pt x="6040" y="14255"/>
                  </a:lnTo>
                  <a:lnTo>
                    <a:pt x="4549" y="19789"/>
                  </a:lnTo>
                  <a:lnTo>
                    <a:pt x="2890" y="2365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2334506" y="3637510"/>
              <a:ext cx="23230" cy="49768"/>
            </a:xfrm>
            <a:custGeom>
              <a:avLst/>
              <a:pathLst>
                <a:path w="23230" h="49768">
                  <a:moveTo>
                    <a:pt x="11223" y="3332"/>
                  </a:moveTo>
                  <a:lnTo>
                    <a:pt x="12121" y="3462"/>
                  </a:lnTo>
                  <a:lnTo>
                    <a:pt x="13393" y="2902"/>
                  </a:lnTo>
                  <a:lnTo>
                    <a:pt x="14245" y="1520"/>
                  </a:lnTo>
                  <a:lnTo>
                    <a:pt x="15199" y="1249"/>
                  </a:lnTo>
                  <a:lnTo>
                    <a:pt x="16142" y="1393"/>
                  </a:lnTo>
                  <a:lnTo>
                    <a:pt x="19318" y="2928"/>
                  </a:lnTo>
                  <a:lnTo>
                    <a:pt x="21227" y="3405"/>
                  </a:lnTo>
                  <a:lnTo>
                    <a:pt x="21925" y="3895"/>
                  </a:lnTo>
                  <a:lnTo>
                    <a:pt x="22607" y="4593"/>
                  </a:lnTo>
                  <a:lnTo>
                    <a:pt x="23105" y="5347"/>
                  </a:lnTo>
                  <a:lnTo>
                    <a:pt x="23230" y="6986"/>
                  </a:lnTo>
                  <a:lnTo>
                    <a:pt x="22765" y="9606"/>
                  </a:lnTo>
                  <a:lnTo>
                    <a:pt x="22420" y="12362"/>
                  </a:lnTo>
                  <a:lnTo>
                    <a:pt x="22098" y="16208"/>
                  </a:lnTo>
                  <a:lnTo>
                    <a:pt x="21849" y="16990"/>
                  </a:lnTo>
                  <a:lnTo>
                    <a:pt x="21433" y="16785"/>
                  </a:lnTo>
                  <a:lnTo>
                    <a:pt x="21692" y="20228"/>
                  </a:lnTo>
                  <a:lnTo>
                    <a:pt x="21597" y="21604"/>
                  </a:lnTo>
                  <a:lnTo>
                    <a:pt x="21391" y="22943"/>
                  </a:lnTo>
                  <a:lnTo>
                    <a:pt x="20881" y="25722"/>
                  </a:lnTo>
                  <a:lnTo>
                    <a:pt x="20107" y="29260"/>
                  </a:lnTo>
                  <a:lnTo>
                    <a:pt x="19876" y="30002"/>
                  </a:lnTo>
                  <a:lnTo>
                    <a:pt x="19287" y="31231"/>
                  </a:lnTo>
                  <a:lnTo>
                    <a:pt x="18808" y="32804"/>
                  </a:lnTo>
                  <a:lnTo>
                    <a:pt x="18910" y="34281"/>
                  </a:lnTo>
                  <a:lnTo>
                    <a:pt x="19150" y="35770"/>
                  </a:lnTo>
                  <a:lnTo>
                    <a:pt x="18866" y="37634"/>
                  </a:lnTo>
                  <a:lnTo>
                    <a:pt x="17950" y="40361"/>
                  </a:lnTo>
                  <a:lnTo>
                    <a:pt x="17402" y="41022"/>
                  </a:lnTo>
                  <a:lnTo>
                    <a:pt x="16897" y="41299"/>
                  </a:lnTo>
                  <a:lnTo>
                    <a:pt x="16431" y="41033"/>
                  </a:lnTo>
                  <a:lnTo>
                    <a:pt x="15606" y="38301"/>
                  </a:lnTo>
                  <a:lnTo>
                    <a:pt x="15520" y="40439"/>
                  </a:lnTo>
                  <a:lnTo>
                    <a:pt x="15298" y="42626"/>
                  </a:lnTo>
                  <a:lnTo>
                    <a:pt x="15017" y="43824"/>
                  </a:lnTo>
                  <a:lnTo>
                    <a:pt x="13951" y="43697"/>
                  </a:lnTo>
                  <a:lnTo>
                    <a:pt x="13358" y="42525"/>
                  </a:lnTo>
                  <a:lnTo>
                    <a:pt x="12396" y="41227"/>
                  </a:lnTo>
                  <a:lnTo>
                    <a:pt x="12213" y="44739"/>
                  </a:lnTo>
                  <a:lnTo>
                    <a:pt x="11615" y="47160"/>
                  </a:lnTo>
                  <a:lnTo>
                    <a:pt x="11012" y="47919"/>
                  </a:lnTo>
                  <a:lnTo>
                    <a:pt x="10068" y="48429"/>
                  </a:lnTo>
                  <a:lnTo>
                    <a:pt x="9526" y="49460"/>
                  </a:lnTo>
                  <a:lnTo>
                    <a:pt x="8505" y="48654"/>
                  </a:lnTo>
                  <a:lnTo>
                    <a:pt x="7557" y="47044"/>
                  </a:lnTo>
                  <a:lnTo>
                    <a:pt x="7021" y="46906"/>
                  </a:lnTo>
                  <a:lnTo>
                    <a:pt x="6602" y="48207"/>
                  </a:lnTo>
                  <a:lnTo>
                    <a:pt x="4399" y="48447"/>
                  </a:lnTo>
                  <a:lnTo>
                    <a:pt x="3390" y="49768"/>
                  </a:lnTo>
                  <a:lnTo>
                    <a:pt x="2773" y="49393"/>
                  </a:lnTo>
                  <a:lnTo>
                    <a:pt x="1865" y="46727"/>
                  </a:lnTo>
                  <a:lnTo>
                    <a:pt x="1719" y="44952"/>
                  </a:lnTo>
                  <a:lnTo>
                    <a:pt x="1179" y="41357"/>
                  </a:lnTo>
                  <a:lnTo>
                    <a:pt x="694" y="37086"/>
                  </a:lnTo>
                  <a:lnTo>
                    <a:pt x="349" y="33208"/>
                  </a:lnTo>
                  <a:lnTo>
                    <a:pt x="640" y="29854"/>
                  </a:lnTo>
                  <a:lnTo>
                    <a:pt x="1228" y="29967"/>
                  </a:lnTo>
                  <a:lnTo>
                    <a:pt x="1924" y="30466"/>
                  </a:lnTo>
                  <a:lnTo>
                    <a:pt x="2072" y="30230"/>
                  </a:lnTo>
                  <a:lnTo>
                    <a:pt x="2106" y="29156"/>
                  </a:lnTo>
                  <a:lnTo>
                    <a:pt x="1953" y="28264"/>
                  </a:lnTo>
                  <a:lnTo>
                    <a:pt x="831" y="28406"/>
                  </a:lnTo>
                  <a:lnTo>
                    <a:pt x="123" y="26415"/>
                  </a:lnTo>
                  <a:lnTo>
                    <a:pt x="0" y="23339"/>
                  </a:lnTo>
                  <a:lnTo>
                    <a:pt x="145" y="16944"/>
                  </a:lnTo>
                  <a:lnTo>
                    <a:pt x="237" y="15631"/>
                  </a:lnTo>
                  <a:lnTo>
                    <a:pt x="732" y="13799"/>
                  </a:lnTo>
                  <a:lnTo>
                    <a:pt x="894" y="12177"/>
                  </a:lnTo>
                  <a:lnTo>
                    <a:pt x="771" y="10454"/>
                  </a:lnTo>
                  <a:lnTo>
                    <a:pt x="984" y="7329"/>
                  </a:lnTo>
                  <a:lnTo>
                    <a:pt x="1447" y="4622"/>
                  </a:lnTo>
                  <a:lnTo>
                    <a:pt x="3215" y="121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2332179" y="3635278"/>
              <a:ext cx="3725" cy="8465"/>
            </a:xfrm>
            <a:custGeom>
              <a:avLst/>
              <a:pathLst>
                <a:path w="3725" h="8465">
                  <a:moveTo>
                    <a:pt x="3703" y="2682"/>
                  </a:moveTo>
                  <a:lnTo>
                    <a:pt x="1074" y="8465"/>
                  </a:lnTo>
                  <a:lnTo>
                    <a:pt x="183" y="6566"/>
                  </a:lnTo>
                  <a:lnTo>
                    <a:pt x="0" y="5466"/>
                  </a:lnTo>
                  <a:lnTo>
                    <a:pt x="151" y="4358"/>
                  </a:lnTo>
                  <a:lnTo>
                    <a:pt x="118" y="3885"/>
                  </a:lnTo>
                  <a:lnTo>
                    <a:pt x="413" y="1903"/>
                  </a:lnTo>
                  <a:lnTo>
                    <a:pt x="1883" y="275"/>
                  </a:lnTo>
                  <a:lnTo>
                    <a:pt x="2622" y="0"/>
                  </a:lnTo>
                  <a:lnTo>
                    <a:pt x="3567" y="506"/>
                  </a:lnTo>
                  <a:lnTo>
                    <a:pt x="3725" y="192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2343793" y="3631597"/>
              <a:ext cx="4400" cy="6720"/>
            </a:xfrm>
            <a:custGeom>
              <a:avLst/>
              <a:pathLst>
                <a:path w="4400" h="6720">
                  <a:moveTo>
                    <a:pt x="3712" y="5794"/>
                  </a:moveTo>
                  <a:lnTo>
                    <a:pt x="1165" y="6720"/>
                  </a:lnTo>
                  <a:lnTo>
                    <a:pt x="0" y="5247"/>
                  </a:lnTo>
                  <a:lnTo>
                    <a:pt x="263" y="4005"/>
                  </a:lnTo>
                  <a:lnTo>
                    <a:pt x="1132" y="2025"/>
                  </a:lnTo>
                  <a:lnTo>
                    <a:pt x="2190" y="620"/>
                  </a:lnTo>
                  <a:lnTo>
                    <a:pt x="3139" y="0"/>
                  </a:lnTo>
                  <a:lnTo>
                    <a:pt x="4129" y="782"/>
                  </a:lnTo>
                  <a:lnTo>
                    <a:pt x="4400" y="2441"/>
                  </a:lnTo>
                  <a:lnTo>
                    <a:pt x="4318" y="411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2338841" y="3625071"/>
              <a:ext cx="6228" cy="9864"/>
            </a:xfrm>
            <a:custGeom>
              <a:avLst/>
              <a:pathLst>
                <a:path w="6228" h="9864">
                  <a:moveTo>
                    <a:pt x="5834" y="1074"/>
                  </a:moveTo>
                  <a:lnTo>
                    <a:pt x="6228" y="2617"/>
                  </a:lnTo>
                  <a:lnTo>
                    <a:pt x="4865" y="8795"/>
                  </a:lnTo>
                  <a:lnTo>
                    <a:pt x="4114" y="9684"/>
                  </a:lnTo>
                  <a:lnTo>
                    <a:pt x="3293" y="9864"/>
                  </a:lnTo>
                  <a:lnTo>
                    <a:pt x="2230" y="8023"/>
                  </a:lnTo>
                  <a:lnTo>
                    <a:pt x="572" y="8154"/>
                  </a:lnTo>
                  <a:lnTo>
                    <a:pt x="54" y="7717"/>
                  </a:lnTo>
                  <a:lnTo>
                    <a:pt x="0" y="5025"/>
                  </a:lnTo>
                  <a:lnTo>
                    <a:pt x="696" y="2151"/>
                  </a:lnTo>
                  <a:lnTo>
                    <a:pt x="2087" y="2305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2336161" y="3616610"/>
              <a:ext cx="2803" cy="17686"/>
            </a:xfrm>
            <a:custGeom>
              <a:avLst/>
              <a:pathLst>
                <a:path w="2803" h="17686">
                  <a:moveTo>
                    <a:pt x="1901" y="13344"/>
                  </a:moveTo>
                  <a:lnTo>
                    <a:pt x="1730" y="17686"/>
                  </a:lnTo>
                  <a:lnTo>
                    <a:pt x="0" y="15852"/>
                  </a:lnTo>
                  <a:lnTo>
                    <a:pt x="129" y="11408"/>
                  </a:lnTo>
                  <a:lnTo>
                    <a:pt x="939" y="10163"/>
                  </a:lnTo>
                  <a:lnTo>
                    <a:pt x="1657" y="7799"/>
                  </a:lnTo>
                  <a:lnTo>
                    <a:pt x="1902" y="4902"/>
                  </a:lnTo>
                  <a:lnTo>
                    <a:pt x="1916" y="963"/>
                  </a:lnTo>
                  <a:lnTo>
                    <a:pt x="2182" y="279"/>
                  </a:lnTo>
                  <a:lnTo>
                    <a:pt x="2414" y="0"/>
                  </a:lnTo>
                  <a:lnTo>
                    <a:pt x="2624" y="269"/>
                  </a:lnTo>
                  <a:lnTo>
                    <a:pt x="2705" y="6183"/>
                  </a:lnTo>
                  <a:lnTo>
                    <a:pt x="2803" y="98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2339451" y="3615217"/>
              <a:ext cx="2354" cy="8239"/>
            </a:xfrm>
            <a:custGeom>
              <a:avLst/>
              <a:pathLst>
                <a:path w="2354" h="8239">
                  <a:moveTo>
                    <a:pt x="1237" y="7240"/>
                  </a:moveTo>
                  <a:lnTo>
                    <a:pt x="195" y="8239"/>
                  </a:lnTo>
                  <a:lnTo>
                    <a:pt x="1" y="7305"/>
                  </a:lnTo>
                  <a:lnTo>
                    <a:pt x="0" y="3591"/>
                  </a:lnTo>
                  <a:lnTo>
                    <a:pt x="293" y="1553"/>
                  </a:lnTo>
                  <a:lnTo>
                    <a:pt x="1623" y="984"/>
                  </a:lnTo>
                  <a:lnTo>
                    <a:pt x="1759" y="385"/>
                  </a:lnTo>
                  <a:lnTo>
                    <a:pt x="2142" y="0"/>
                  </a:lnTo>
                  <a:lnTo>
                    <a:pt x="2354" y="1276"/>
                  </a:lnTo>
                  <a:lnTo>
                    <a:pt x="2323" y="34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2337266" y="3570200"/>
              <a:ext cx="2085" cy="7936"/>
            </a:xfrm>
            <a:custGeom>
              <a:avLst/>
              <a:pathLst>
                <a:path w="2085" h="7936">
                  <a:moveTo>
                    <a:pt x="2019" y="6587"/>
                  </a:moveTo>
                  <a:lnTo>
                    <a:pt x="1059" y="7936"/>
                  </a:lnTo>
                  <a:lnTo>
                    <a:pt x="508" y="7416"/>
                  </a:lnTo>
                  <a:lnTo>
                    <a:pt x="0" y="3898"/>
                  </a:lnTo>
                  <a:lnTo>
                    <a:pt x="172" y="971"/>
                  </a:lnTo>
                  <a:lnTo>
                    <a:pt x="867" y="0"/>
                  </a:lnTo>
                  <a:lnTo>
                    <a:pt x="1406" y="207"/>
                  </a:lnTo>
                  <a:lnTo>
                    <a:pt x="1605" y="582"/>
                  </a:lnTo>
                  <a:lnTo>
                    <a:pt x="2085" y="537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2111411" y="3478702"/>
              <a:ext cx="376822" cy="1152417"/>
            </a:xfrm>
            <a:custGeom>
              <a:avLst/>
              <a:pathLst>
                <a:path w="376822" h="1152417">
                  <a:moveTo>
                    <a:pt x="168424" y="97979"/>
                  </a:moveTo>
                  <a:lnTo>
                    <a:pt x="168712" y="98269"/>
                  </a:lnTo>
                  <a:lnTo>
                    <a:pt x="169356" y="98518"/>
                  </a:lnTo>
                  <a:lnTo>
                    <a:pt x="170881" y="99657"/>
                  </a:lnTo>
                  <a:lnTo>
                    <a:pt x="172874" y="100931"/>
                  </a:lnTo>
                  <a:lnTo>
                    <a:pt x="173418" y="100492"/>
                  </a:lnTo>
                  <a:lnTo>
                    <a:pt x="173742" y="99593"/>
                  </a:lnTo>
                  <a:lnTo>
                    <a:pt x="173819" y="96959"/>
                  </a:lnTo>
                  <a:lnTo>
                    <a:pt x="173879" y="95100"/>
                  </a:lnTo>
                  <a:lnTo>
                    <a:pt x="173431" y="93458"/>
                  </a:lnTo>
                  <a:lnTo>
                    <a:pt x="172872" y="91596"/>
                  </a:lnTo>
                  <a:lnTo>
                    <a:pt x="172357" y="89273"/>
                  </a:lnTo>
                  <a:lnTo>
                    <a:pt x="171741" y="88615"/>
                  </a:lnTo>
                  <a:lnTo>
                    <a:pt x="171821" y="87419"/>
                  </a:lnTo>
                  <a:lnTo>
                    <a:pt x="172221" y="86184"/>
                  </a:lnTo>
                  <a:lnTo>
                    <a:pt x="172631" y="85501"/>
                  </a:lnTo>
                  <a:lnTo>
                    <a:pt x="172869" y="84663"/>
                  </a:lnTo>
                  <a:lnTo>
                    <a:pt x="173128" y="81568"/>
                  </a:lnTo>
                  <a:lnTo>
                    <a:pt x="173300" y="81023"/>
                  </a:lnTo>
                  <a:lnTo>
                    <a:pt x="173474" y="80890"/>
                  </a:lnTo>
                  <a:lnTo>
                    <a:pt x="173681" y="81004"/>
                  </a:lnTo>
                  <a:lnTo>
                    <a:pt x="174087" y="81805"/>
                  </a:lnTo>
                  <a:lnTo>
                    <a:pt x="175655" y="84268"/>
                  </a:lnTo>
                  <a:lnTo>
                    <a:pt x="176344" y="83895"/>
                  </a:lnTo>
                  <a:lnTo>
                    <a:pt x="178974" y="83249"/>
                  </a:lnTo>
                  <a:lnTo>
                    <a:pt x="179372" y="81826"/>
                  </a:lnTo>
                  <a:lnTo>
                    <a:pt x="179929" y="81505"/>
                  </a:lnTo>
                  <a:lnTo>
                    <a:pt x="180874" y="80091"/>
                  </a:lnTo>
                  <a:lnTo>
                    <a:pt x="181248" y="79994"/>
                  </a:lnTo>
                  <a:lnTo>
                    <a:pt x="181582" y="80336"/>
                  </a:lnTo>
                  <a:lnTo>
                    <a:pt x="182003" y="80066"/>
                  </a:lnTo>
                  <a:lnTo>
                    <a:pt x="182623" y="78747"/>
                  </a:lnTo>
                  <a:lnTo>
                    <a:pt x="182884" y="78609"/>
                  </a:lnTo>
                  <a:lnTo>
                    <a:pt x="182983" y="80066"/>
                  </a:lnTo>
                  <a:lnTo>
                    <a:pt x="183385" y="81572"/>
                  </a:lnTo>
                  <a:lnTo>
                    <a:pt x="183870" y="82960"/>
                  </a:lnTo>
                  <a:lnTo>
                    <a:pt x="184105" y="83281"/>
                  </a:lnTo>
                  <a:lnTo>
                    <a:pt x="184920" y="82832"/>
                  </a:lnTo>
                  <a:lnTo>
                    <a:pt x="185349" y="83219"/>
                  </a:lnTo>
                  <a:lnTo>
                    <a:pt x="185535" y="84510"/>
                  </a:lnTo>
                  <a:lnTo>
                    <a:pt x="185588" y="85637"/>
                  </a:lnTo>
                  <a:lnTo>
                    <a:pt x="185930" y="86591"/>
                  </a:lnTo>
                  <a:lnTo>
                    <a:pt x="186368" y="86614"/>
                  </a:lnTo>
                  <a:lnTo>
                    <a:pt x="186602" y="86997"/>
                  </a:lnTo>
                  <a:lnTo>
                    <a:pt x="187000" y="87609"/>
                  </a:lnTo>
                  <a:lnTo>
                    <a:pt x="187341" y="89016"/>
                  </a:lnTo>
                  <a:lnTo>
                    <a:pt x="188129" y="90137"/>
                  </a:lnTo>
                  <a:lnTo>
                    <a:pt x="189475" y="91711"/>
                  </a:lnTo>
                  <a:lnTo>
                    <a:pt x="190101" y="91739"/>
                  </a:lnTo>
                  <a:lnTo>
                    <a:pt x="190683" y="92219"/>
                  </a:lnTo>
                  <a:lnTo>
                    <a:pt x="191042" y="92692"/>
                  </a:lnTo>
                  <a:lnTo>
                    <a:pt x="191430" y="91822"/>
                  </a:lnTo>
                  <a:lnTo>
                    <a:pt x="192808" y="89397"/>
                  </a:lnTo>
                  <a:lnTo>
                    <a:pt x="193479" y="88046"/>
                  </a:lnTo>
                  <a:lnTo>
                    <a:pt x="193931" y="87022"/>
                  </a:lnTo>
                  <a:lnTo>
                    <a:pt x="194271" y="86045"/>
                  </a:lnTo>
                  <a:lnTo>
                    <a:pt x="194525" y="85784"/>
                  </a:lnTo>
                  <a:lnTo>
                    <a:pt x="194695" y="86370"/>
                  </a:lnTo>
                  <a:lnTo>
                    <a:pt x="194843" y="87152"/>
                  </a:lnTo>
                  <a:lnTo>
                    <a:pt x="195333" y="87614"/>
                  </a:lnTo>
                  <a:lnTo>
                    <a:pt x="196484" y="88530"/>
                  </a:lnTo>
                  <a:lnTo>
                    <a:pt x="197013" y="88789"/>
                  </a:lnTo>
                  <a:lnTo>
                    <a:pt x="197755" y="88012"/>
                  </a:lnTo>
                  <a:lnTo>
                    <a:pt x="198387" y="86689"/>
                  </a:lnTo>
                  <a:lnTo>
                    <a:pt x="198691" y="86230"/>
                  </a:lnTo>
                  <a:lnTo>
                    <a:pt x="199162" y="87546"/>
                  </a:lnTo>
                  <a:lnTo>
                    <a:pt x="199482" y="89406"/>
                  </a:lnTo>
                  <a:lnTo>
                    <a:pt x="199697" y="90215"/>
                  </a:lnTo>
                  <a:lnTo>
                    <a:pt x="200175" y="90025"/>
                  </a:lnTo>
                  <a:lnTo>
                    <a:pt x="201115" y="90309"/>
                  </a:lnTo>
                  <a:lnTo>
                    <a:pt x="201813" y="90899"/>
                  </a:lnTo>
                  <a:lnTo>
                    <a:pt x="202244" y="90845"/>
                  </a:lnTo>
                  <a:lnTo>
                    <a:pt x="202834" y="90019"/>
                  </a:lnTo>
                  <a:lnTo>
                    <a:pt x="203152" y="88390"/>
                  </a:lnTo>
                  <a:lnTo>
                    <a:pt x="203989" y="86896"/>
                  </a:lnTo>
                  <a:lnTo>
                    <a:pt x="204784" y="85523"/>
                  </a:lnTo>
                  <a:lnTo>
                    <a:pt x="205240" y="83689"/>
                  </a:lnTo>
                  <a:lnTo>
                    <a:pt x="205915" y="80640"/>
                  </a:lnTo>
                  <a:lnTo>
                    <a:pt x="206141" y="79333"/>
                  </a:lnTo>
                  <a:lnTo>
                    <a:pt x="206187" y="77131"/>
                  </a:lnTo>
                  <a:lnTo>
                    <a:pt x="207137" y="70734"/>
                  </a:lnTo>
                  <a:lnTo>
                    <a:pt x="207497" y="69561"/>
                  </a:lnTo>
                  <a:lnTo>
                    <a:pt x="207709" y="67541"/>
                  </a:lnTo>
                  <a:lnTo>
                    <a:pt x="208091" y="65196"/>
                  </a:lnTo>
                  <a:lnTo>
                    <a:pt x="208091" y="63241"/>
                  </a:lnTo>
                  <a:lnTo>
                    <a:pt x="208368" y="61350"/>
                  </a:lnTo>
                  <a:lnTo>
                    <a:pt x="208912" y="59714"/>
                  </a:lnTo>
                  <a:lnTo>
                    <a:pt x="209314" y="58692"/>
                  </a:lnTo>
                  <a:lnTo>
                    <a:pt x="209957" y="55944"/>
                  </a:lnTo>
                  <a:lnTo>
                    <a:pt x="210404" y="53355"/>
                  </a:lnTo>
                  <a:lnTo>
                    <a:pt x="211525" y="47605"/>
                  </a:lnTo>
                  <a:lnTo>
                    <a:pt x="211610" y="45977"/>
                  </a:lnTo>
                  <a:lnTo>
                    <a:pt x="212055" y="44998"/>
                  </a:lnTo>
                  <a:lnTo>
                    <a:pt x="212203" y="43762"/>
                  </a:lnTo>
                  <a:lnTo>
                    <a:pt x="212678" y="42237"/>
                  </a:lnTo>
                  <a:lnTo>
                    <a:pt x="213178" y="41025"/>
                  </a:lnTo>
                  <a:lnTo>
                    <a:pt x="213392" y="39241"/>
                  </a:lnTo>
                  <a:lnTo>
                    <a:pt x="213759" y="37387"/>
                  </a:lnTo>
                  <a:lnTo>
                    <a:pt x="214563" y="35998"/>
                  </a:lnTo>
                  <a:lnTo>
                    <a:pt x="214860" y="35360"/>
                  </a:lnTo>
                  <a:lnTo>
                    <a:pt x="215771" y="30263"/>
                  </a:lnTo>
                  <a:lnTo>
                    <a:pt x="215874" y="27985"/>
                  </a:lnTo>
                  <a:lnTo>
                    <a:pt x="216697" y="27899"/>
                  </a:lnTo>
                  <a:lnTo>
                    <a:pt x="217989" y="30530"/>
                  </a:lnTo>
                  <a:lnTo>
                    <a:pt x="219019" y="34405"/>
                  </a:lnTo>
                  <a:lnTo>
                    <a:pt x="220400" y="46873"/>
                  </a:lnTo>
                  <a:lnTo>
                    <a:pt x="220630" y="58392"/>
                  </a:lnTo>
                  <a:lnTo>
                    <a:pt x="221190" y="64429"/>
                  </a:lnTo>
                  <a:lnTo>
                    <a:pt x="222795" y="77007"/>
                  </a:lnTo>
                  <a:lnTo>
                    <a:pt x="222898" y="79336"/>
                  </a:lnTo>
                  <a:lnTo>
                    <a:pt x="223155" y="82151"/>
                  </a:lnTo>
                  <a:lnTo>
                    <a:pt x="223662" y="85136"/>
                  </a:lnTo>
                  <a:lnTo>
                    <a:pt x="224222" y="90053"/>
                  </a:lnTo>
                  <a:lnTo>
                    <a:pt x="224243" y="90967"/>
                  </a:lnTo>
                  <a:lnTo>
                    <a:pt x="223879" y="92309"/>
                  </a:lnTo>
                  <a:lnTo>
                    <a:pt x="224412" y="92399"/>
                  </a:lnTo>
                  <a:lnTo>
                    <a:pt x="224895" y="93193"/>
                  </a:lnTo>
                  <a:lnTo>
                    <a:pt x="225211" y="96311"/>
                  </a:lnTo>
                  <a:lnTo>
                    <a:pt x="225609" y="98419"/>
                  </a:lnTo>
                  <a:lnTo>
                    <a:pt x="226336" y="101305"/>
                  </a:lnTo>
                  <a:lnTo>
                    <a:pt x="227822" y="102248"/>
                  </a:lnTo>
                  <a:lnTo>
                    <a:pt x="228944" y="102593"/>
                  </a:lnTo>
                  <a:lnTo>
                    <a:pt x="230221" y="104226"/>
                  </a:lnTo>
                  <a:lnTo>
                    <a:pt x="231159" y="106320"/>
                  </a:lnTo>
                  <a:lnTo>
                    <a:pt x="231886" y="113410"/>
                  </a:lnTo>
                  <a:lnTo>
                    <a:pt x="231649" y="117868"/>
                  </a:lnTo>
                  <a:lnTo>
                    <a:pt x="231719" y="121002"/>
                  </a:lnTo>
                  <a:lnTo>
                    <a:pt x="231344" y="122230"/>
                  </a:lnTo>
                  <a:lnTo>
                    <a:pt x="230293" y="124283"/>
                  </a:lnTo>
                  <a:lnTo>
                    <a:pt x="230065" y="125372"/>
                  </a:lnTo>
                  <a:lnTo>
                    <a:pt x="227917" y="130672"/>
                  </a:lnTo>
                  <a:lnTo>
                    <a:pt x="227447" y="133175"/>
                  </a:lnTo>
                  <a:lnTo>
                    <a:pt x="226296" y="136535"/>
                  </a:lnTo>
                  <a:lnTo>
                    <a:pt x="225156" y="142942"/>
                  </a:lnTo>
                  <a:lnTo>
                    <a:pt x="223488" y="148791"/>
                  </a:lnTo>
                  <a:lnTo>
                    <a:pt x="222899" y="150268"/>
                  </a:lnTo>
                  <a:lnTo>
                    <a:pt x="221997" y="150610"/>
                  </a:lnTo>
                  <a:lnTo>
                    <a:pt x="221450" y="151518"/>
                  </a:lnTo>
                  <a:lnTo>
                    <a:pt x="220153" y="156291"/>
                  </a:lnTo>
                  <a:lnTo>
                    <a:pt x="218414" y="157885"/>
                  </a:lnTo>
                  <a:lnTo>
                    <a:pt x="218254" y="160651"/>
                  </a:lnTo>
                  <a:lnTo>
                    <a:pt x="217248" y="166970"/>
                  </a:lnTo>
                  <a:lnTo>
                    <a:pt x="216362" y="170422"/>
                  </a:lnTo>
                  <a:lnTo>
                    <a:pt x="215798" y="171593"/>
                  </a:lnTo>
                  <a:lnTo>
                    <a:pt x="214379" y="177893"/>
                  </a:lnTo>
                  <a:lnTo>
                    <a:pt x="214197" y="180645"/>
                  </a:lnTo>
                  <a:lnTo>
                    <a:pt x="214206" y="185462"/>
                  </a:lnTo>
                  <a:lnTo>
                    <a:pt x="213259" y="188396"/>
                  </a:lnTo>
                  <a:lnTo>
                    <a:pt x="212273" y="190260"/>
                  </a:lnTo>
                  <a:lnTo>
                    <a:pt x="212150" y="194381"/>
                  </a:lnTo>
                  <a:lnTo>
                    <a:pt x="211704" y="195789"/>
                  </a:lnTo>
                  <a:lnTo>
                    <a:pt x="211323" y="196707"/>
                  </a:lnTo>
                  <a:lnTo>
                    <a:pt x="209316" y="195628"/>
                  </a:lnTo>
                  <a:lnTo>
                    <a:pt x="206200" y="200106"/>
                  </a:lnTo>
                  <a:lnTo>
                    <a:pt x="205135" y="201220"/>
                  </a:lnTo>
                  <a:lnTo>
                    <a:pt x="208537" y="201451"/>
                  </a:lnTo>
                  <a:lnTo>
                    <a:pt x="209629" y="203832"/>
                  </a:lnTo>
                  <a:lnTo>
                    <a:pt x="212024" y="202253"/>
                  </a:lnTo>
                  <a:lnTo>
                    <a:pt x="214920" y="196568"/>
                  </a:lnTo>
                  <a:lnTo>
                    <a:pt x="216027" y="195380"/>
                  </a:lnTo>
                  <a:lnTo>
                    <a:pt x="218275" y="191521"/>
                  </a:lnTo>
                  <a:lnTo>
                    <a:pt x="219188" y="188950"/>
                  </a:lnTo>
                  <a:lnTo>
                    <a:pt x="220855" y="185866"/>
                  </a:lnTo>
                  <a:lnTo>
                    <a:pt x="221210" y="184512"/>
                  </a:lnTo>
                  <a:lnTo>
                    <a:pt x="222144" y="183072"/>
                  </a:lnTo>
                  <a:lnTo>
                    <a:pt x="222650" y="184905"/>
                  </a:lnTo>
                  <a:lnTo>
                    <a:pt x="222689" y="186065"/>
                  </a:lnTo>
                  <a:lnTo>
                    <a:pt x="221923" y="188321"/>
                  </a:lnTo>
                  <a:lnTo>
                    <a:pt x="222122" y="189776"/>
                  </a:lnTo>
                  <a:lnTo>
                    <a:pt x="222628" y="191602"/>
                  </a:lnTo>
                  <a:lnTo>
                    <a:pt x="222811" y="194119"/>
                  </a:lnTo>
                  <a:lnTo>
                    <a:pt x="222877" y="196035"/>
                  </a:lnTo>
                  <a:lnTo>
                    <a:pt x="223190" y="199394"/>
                  </a:lnTo>
                  <a:lnTo>
                    <a:pt x="224220" y="203941"/>
                  </a:lnTo>
                  <a:lnTo>
                    <a:pt x="224255" y="205445"/>
                  </a:lnTo>
                  <a:lnTo>
                    <a:pt x="224113" y="207424"/>
                  </a:lnTo>
                  <a:lnTo>
                    <a:pt x="224606" y="209060"/>
                  </a:lnTo>
                  <a:lnTo>
                    <a:pt x="225117" y="210030"/>
                  </a:lnTo>
                  <a:lnTo>
                    <a:pt x="226871" y="214924"/>
                  </a:lnTo>
                  <a:lnTo>
                    <a:pt x="228243" y="212188"/>
                  </a:lnTo>
                  <a:lnTo>
                    <a:pt x="229087" y="211398"/>
                  </a:lnTo>
                  <a:lnTo>
                    <a:pt x="229626" y="210255"/>
                  </a:lnTo>
                  <a:lnTo>
                    <a:pt x="230755" y="209496"/>
                  </a:lnTo>
                  <a:lnTo>
                    <a:pt x="231680" y="210642"/>
                  </a:lnTo>
                  <a:lnTo>
                    <a:pt x="233444" y="212289"/>
                  </a:lnTo>
                  <a:lnTo>
                    <a:pt x="234733" y="210541"/>
                  </a:lnTo>
                  <a:lnTo>
                    <a:pt x="237345" y="206538"/>
                  </a:lnTo>
                  <a:lnTo>
                    <a:pt x="236529" y="213626"/>
                  </a:lnTo>
                  <a:lnTo>
                    <a:pt x="235937" y="220124"/>
                  </a:lnTo>
                  <a:lnTo>
                    <a:pt x="235487" y="222747"/>
                  </a:lnTo>
                  <a:lnTo>
                    <a:pt x="235041" y="229828"/>
                  </a:lnTo>
                  <a:lnTo>
                    <a:pt x="234599" y="231719"/>
                  </a:lnTo>
                  <a:lnTo>
                    <a:pt x="234242" y="233877"/>
                  </a:lnTo>
                  <a:lnTo>
                    <a:pt x="234825" y="233124"/>
                  </a:lnTo>
                  <a:lnTo>
                    <a:pt x="235324" y="232102"/>
                  </a:lnTo>
                  <a:lnTo>
                    <a:pt x="235962" y="229375"/>
                  </a:lnTo>
                  <a:lnTo>
                    <a:pt x="236442" y="224640"/>
                  </a:lnTo>
                  <a:lnTo>
                    <a:pt x="238332" y="211998"/>
                  </a:lnTo>
                  <a:lnTo>
                    <a:pt x="238873" y="210876"/>
                  </a:lnTo>
                  <a:lnTo>
                    <a:pt x="240444" y="209436"/>
                  </a:lnTo>
                  <a:lnTo>
                    <a:pt x="243149" y="199327"/>
                  </a:lnTo>
                  <a:lnTo>
                    <a:pt x="244206" y="199359"/>
                  </a:lnTo>
                  <a:lnTo>
                    <a:pt x="244883" y="201685"/>
                  </a:lnTo>
                  <a:lnTo>
                    <a:pt x="245524" y="203058"/>
                  </a:lnTo>
                  <a:lnTo>
                    <a:pt x="245688" y="200294"/>
                  </a:lnTo>
                  <a:lnTo>
                    <a:pt x="246612" y="199163"/>
                  </a:lnTo>
                  <a:lnTo>
                    <a:pt x="245634" y="197795"/>
                  </a:lnTo>
                  <a:lnTo>
                    <a:pt x="245475" y="196554"/>
                  </a:lnTo>
                  <a:lnTo>
                    <a:pt x="245382" y="194485"/>
                  </a:lnTo>
                  <a:lnTo>
                    <a:pt x="246046" y="191689"/>
                  </a:lnTo>
                  <a:lnTo>
                    <a:pt x="245650" y="189216"/>
                  </a:lnTo>
                  <a:lnTo>
                    <a:pt x="247028" y="186094"/>
                  </a:lnTo>
                  <a:lnTo>
                    <a:pt x="246921" y="183750"/>
                  </a:lnTo>
                  <a:lnTo>
                    <a:pt x="247413" y="181817"/>
                  </a:lnTo>
                  <a:lnTo>
                    <a:pt x="248035" y="179832"/>
                  </a:lnTo>
                  <a:lnTo>
                    <a:pt x="248740" y="178865"/>
                  </a:lnTo>
                  <a:lnTo>
                    <a:pt x="248868" y="177160"/>
                  </a:lnTo>
                  <a:lnTo>
                    <a:pt x="249313" y="176455"/>
                  </a:lnTo>
                  <a:lnTo>
                    <a:pt x="249661" y="176202"/>
                  </a:lnTo>
                  <a:lnTo>
                    <a:pt x="250350" y="178109"/>
                  </a:lnTo>
                  <a:lnTo>
                    <a:pt x="251096" y="175855"/>
                  </a:lnTo>
                  <a:lnTo>
                    <a:pt x="251824" y="174972"/>
                  </a:lnTo>
                  <a:lnTo>
                    <a:pt x="252150" y="175365"/>
                  </a:lnTo>
                  <a:lnTo>
                    <a:pt x="252556" y="176360"/>
                  </a:lnTo>
                  <a:lnTo>
                    <a:pt x="252983" y="176784"/>
                  </a:lnTo>
                  <a:lnTo>
                    <a:pt x="253329" y="176606"/>
                  </a:lnTo>
                  <a:lnTo>
                    <a:pt x="254230" y="175163"/>
                  </a:lnTo>
                  <a:lnTo>
                    <a:pt x="255063" y="177486"/>
                  </a:lnTo>
                  <a:lnTo>
                    <a:pt x="255563" y="177999"/>
                  </a:lnTo>
                  <a:lnTo>
                    <a:pt x="255426" y="176698"/>
                  </a:lnTo>
                  <a:lnTo>
                    <a:pt x="255163" y="175489"/>
                  </a:lnTo>
                  <a:lnTo>
                    <a:pt x="255367" y="174505"/>
                  </a:lnTo>
                  <a:lnTo>
                    <a:pt x="255761" y="173884"/>
                  </a:lnTo>
                  <a:lnTo>
                    <a:pt x="257006" y="174438"/>
                  </a:lnTo>
                  <a:lnTo>
                    <a:pt x="257660" y="175474"/>
                  </a:lnTo>
                  <a:lnTo>
                    <a:pt x="258368" y="177393"/>
                  </a:lnTo>
                  <a:lnTo>
                    <a:pt x="259352" y="177535"/>
                  </a:lnTo>
                  <a:lnTo>
                    <a:pt x="260123" y="177333"/>
                  </a:lnTo>
                  <a:lnTo>
                    <a:pt x="260611" y="178412"/>
                  </a:lnTo>
                  <a:lnTo>
                    <a:pt x="261403" y="178406"/>
                  </a:lnTo>
                  <a:lnTo>
                    <a:pt x="261800" y="180086"/>
                  </a:lnTo>
                  <a:lnTo>
                    <a:pt x="263006" y="182446"/>
                  </a:lnTo>
                  <a:lnTo>
                    <a:pt x="263268" y="184048"/>
                  </a:lnTo>
                  <a:lnTo>
                    <a:pt x="264238" y="184824"/>
                  </a:lnTo>
                  <a:lnTo>
                    <a:pt x="265148" y="185805"/>
                  </a:lnTo>
                  <a:lnTo>
                    <a:pt x="266117" y="186073"/>
                  </a:lnTo>
                  <a:lnTo>
                    <a:pt x="267095" y="185840"/>
                  </a:lnTo>
                  <a:lnTo>
                    <a:pt x="267135" y="187865"/>
                  </a:lnTo>
                  <a:lnTo>
                    <a:pt x="267852" y="188414"/>
                  </a:lnTo>
                  <a:lnTo>
                    <a:pt x="268773" y="187961"/>
                  </a:lnTo>
                  <a:lnTo>
                    <a:pt x="269469" y="190454"/>
                  </a:lnTo>
                  <a:lnTo>
                    <a:pt x="271328" y="192327"/>
                  </a:lnTo>
                  <a:lnTo>
                    <a:pt x="272617" y="195195"/>
                  </a:lnTo>
                  <a:lnTo>
                    <a:pt x="273461" y="194687"/>
                  </a:lnTo>
                  <a:lnTo>
                    <a:pt x="274407" y="195443"/>
                  </a:lnTo>
                  <a:lnTo>
                    <a:pt x="275422" y="201682"/>
                  </a:lnTo>
                  <a:lnTo>
                    <a:pt x="275651" y="206111"/>
                  </a:lnTo>
                  <a:lnTo>
                    <a:pt x="276103" y="205500"/>
                  </a:lnTo>
                  <a:lnTo>
                    <a:pt x="276522" y="203517"/>
                  </a:lnTo>
                  <a:lnTo>
                    <a:pt x="277065" y="199899"/>
                  </a:lnTo>
                  <a:lnTo>
                    <a:pt x="278081" y="198698"/>
                  </a:lnTo>
                  <a:lnTo>
                    <a:pt x="278568" y="200089"/>
                  </a:lnTo>
                  <a:lnTo>
                    <a:pt x="279587" y="202317"/>
                  </a:lnTo>
                  <a:lnTo>
                    <a:pt x="280466" y="204764"/>
                  </a:lnTo>
                  <a:lnTo>
                    <a:pt x="280836" y="206333"/>
                  </a:lnTo>
                  <a:lnTo>
                    <a:pt x="281496" y="206590"/>
                  </a:lnTo>
                  <a:lnTo>
                    <a:pt x="280945" y="208521"/>
                  </a:lnTo>
                  <a:lnTo>
                    <a:pt x="281498" y="208327"/>
                  </a:lnTo>
                  <a:lnTo>
                    <a:pt x="282168" y="206954"/>
                  </a:lnTo>
                  <a:lnTo>
                    <a:pt x="282741" y="209791"/>
                  </a:lnTo>
                  <a:lnTo>
                    <a:pt x="283173" y="212878"/>
                  </a:lnTo>
                  <a:lnTo>
                    <a:pt x="283259" y="216023"/>
                  </a:lnTo>
                  <a:lnTo>
                    <a:pt x="282853" y="217830"/>
                  </a:lnTo>
                  <a:lnTo>
                    <a:pt x="282495" y="218961"/>
                  </a:lnTo>
                  <a:lnTo>
                    <a:pt x="282097" y="221189"/>
                  </a:lnTo>
                  <a:lnTo>
                    <a:pt x="281627" y="221590"/>
                  </a:lnTo>
                  <a:lnTo>
                    <a:pt x="281158" y="222311"/>
                  </a:lnTo>
                  <a:lnTo>
                    <a:pt x="281694" y="223933"/>
                  </a:lnTo>
                  <a:lnTo>
                    <a:pt x="282061" y="225494"/>
                  </a:lnTo>
                  <a:lnTo>
                    <a:pt x="282863" y="221275"/>
                  </a:lnTo>
                  <a:lnTo>
                    <a:pt x="283427" y="220089"/>
                  </a:lnTo>
                  <a:lnTo>
                    <a:pt x="284243" y="219431"/>
                  </a:lnTo>
                  <a:lnTo>
                    <a:pt x="284667" y="222433"/>
                  </a:lnTo>
                  <a:lnTo>
                    <a:pt x="284758" y="225266"/>
                  </a:lnTo>
                  <a:lnTo>
                    <a:pt x="283429" y="226446"/>
                  </a:lnTo>
                  <a:lnTo>
                    <a:pt x="283424" y="228686"/>
                  </a:lnTo>
                  <a:lnTo>
                    <a:pt x="283026" y="229955"/>
                  </a:lnTo>
                  <a:lnTo>
                    <a:pt x="282767" y="231410"/>
                  </a:lnTo>
                  <a:lnTo>
                    <a:pt x="282557" y="234466"/>
                  </a:lnTo>
                  <a:lnTo>
                    <a:pt x="282286" y="236996"/>
                  </a:lnTo>
                  <a:lnTo>
                    <a:pt x="281494" y="248219"/>
                  </a:lnTo>
                  <a:lnTo>
                    <a:pt x="281478" y="250065"/>
                  </a:lnTo>
                  <a:lnTo>
                    <a:pt x="282443" y="248089"/>
                  </a:lnTo>
                  <a:lnTo>
                    <a:pt x="284223" y="242372"/>
                  </a:lnTo>
                  <a:lnTo>
                    <a:pt x="284765" y="236284"/>
                  </a:lnTo>
                  <a:lnTo>
                    <a:pt x="285467" y="230279"/>
                  </a:lnTo>
                  <a:lnTo>
                    <a:pt x="286231" y="228391"/>
                  </a:lnTo>
                  <a:lnTo>
                    <a:pt x="286705" y="228389"/>
                  </a:lnTo>
                  <a:lnTo>
                    <a:pt x="287414" y="229046"/>
                  </a:lnTo>
                  <a:lnTo>
                    <a:pt x="287455" y="231014"/>
                  </a:lnTo>
                  <a:lnTo>
                    <a:pt x="287346" y="232151"/>
                  </a:lnTo>
                  <a:lnTo>
                    <a:pt x="286587" y="235138"/>
                  </a:lnTo>
                  <a:lnTo>
                    <a:pt x="286264" y="236774"/>
                  </a:lnTo>
                  <a:lnTo>
                    <a:pt x="286577" y="238387"/>
                  </a:lnTo>
                  <a:lnTo>
                    <a:pt x="288302" y="233441"/>
                  </a:lnTo>
                  <a:lnTo>
                    <a:pt x="289074" y="231707"/>
                  </a:lnTo>
                  <a:lnTo>
                    <a:pt x="289732" y="232059"/>
                  </a:lnTo>
                  <a:lnTo>
                    <a:pt x="291038" y="229776"/>
                  </a:lnTo>
                  <a:lnTo>
                    <a:pt x="293667" y="229300"/>
                  </a:lnTo>
                  <a:lnTo>
                    <a:pt x="293865" y="226689"/>
                  </a:lnTo>
                  <a:lnTo>
                    <a:pt x="294389" y="225578"/>
                  </a:lnTo>
                  <a:lnTo>
                    <a:pt x="295835" y="225872"/>
                  </a:lnTo>
                  <a:lnTo>
                    <a:pt x="298651" y="228207"/>
                  </a:lnTo>
                  <a:lnTo>
                    <a:pt x="299655" y="230114"/>
                  </a:lnTo>
                  <a:lnTo>
                    <a:pt x="301159" y="231889"/>
                  </a:lnTo>
                  <a:lnTo>
                    <a:pt x="301950" y="233998"/>
                  </a:lnTo>
                  <a:lnTo>
                    <a:pt x="305257" y="237868"/>
                  </a:lnTo>
                  <a:lnTo>
                    <a:pt x="307658" y="238283"/>
                  </a:lnTo>
                  <a:lnTo>
                    <a:pt x="308847" y="236526"/>
                  </a:lnTo>
                  <a:lnTo>
                    <a:pt x="310330" y="238367"/>
                  </a:lnTo>
                  <a:lnTo>
                    <a:pt x="311116" y="240427"/>
                  </a:lnTo>
                  <a:lnTo>
                    <a:pt x="312656" y="241547"/>
                  </a:lnTo>
                  <a:lnTo>
                    <a:pt x="314211" y="242130"/>
                  </a:lnTo>
                  <a:lnTo>
                    <a:pt x="315400" y="240650"/>
                  </a:lnTo>
                  <a:lnTo>
                    <a:pt x="318466" y="240162"/>
                  </a:lnTo>
                  <a:lnTo>
                    <a:pt x="322322" y="237975"/>
                  </a:lnTo>
                  <a:lnTo>
                    <a:pt x="324621" y="238494"/>
                  </a:lnTo>
                  <a:lnTo>
                    <a:pt x="327223" y="239922"/>
                  </a:lnTo>
                  <a:lnTo>
                    <a:pt x="329077" y="243596"/>
                  </a:lnTo>
                  <a:lnTo>
                    <a:pt x="330639" y="245676"/>
                  </a:lnTo>
                  <a:lnTo>
                    <a:pt x="331583" y="247725"/>
                  </a:lnTo>
                  <a:lnTo>
                    <a:pt x="333107" y="249846"/>
                  </a:lnTo>
                  <a:lnTo>
                    <a:pt x="336360" y="255545"/>
                  </a:lnTo>
                  <a:lnTo>
                    <a:pt x="337497" y="258841"/>
                  </a:lnTo>
                  <a:lnTo>
                    <a:pt x="339514" y="263331"/>
                  </a:lnTo>
                  <a:lnTo>
                    <a:pt x="341537" y="265215"/>
                  </a:lnTo>
                  <a:lnTo>
                    <a:pt x="342632" y="269913"/>
                  </a:lnTo>
                  <a:lnTo>
                    <a:pt x="343497" y="272028"/>
                  </a:lnTo>
                  <a:lnTo>
                    <a:pt x="345642" y="279958"/>
                  </a:lnTo>
                  <a:lnTo>
                    <a:pt x="348076" y="285510"/>
                  </a:lnTo>
                  <a:lnTo>
                    <a:pt x="349704" y="291059"/>
                  </a:lnTo>
                  <a:lnTo>
                    <a:pt x="352827" y="294634"/>
                  </a:lnTo>
                  <a:lnTo>
                    <a:pt x="354046" y="300524"/>
                  </a:lnTo>
                  <a:lnTo>
                    <a:pt x="356159" y="301242"/>
                  </a:lnTo>
                  <a:lnTo>
                    <a:pt x="357060" y="302125"/>
                  </a:lnTo>
                  <a:lnTo>
                    <a:pt x="358154" y="304610"/>
                  </a:lnTo>
                  <a:lnTo>
                    <a:pt x="359660" y="305995"/>
                  </a:lnTo>
                  <a:lnTo>
                    <a:pt x="361621" y="305603"/>
                  </a:lnTo>
                  <a:lnTo>
                    <a:pt x="363783" y="305883"/>
                  </a:lnTo>
                  <a:lnTo>
                    <a:pt x="365532" y="304720"/>
                  </a:lnTo>
                  <a:lnTo>
                    <a:pt x="369670" y="306936"/>
                  </a:lnTo>
                  <a:lnTo>
                    <a:pt x="370321" y="308018"/>
                  </a:lnTo>
                  <a:lnTo>
                    <a:pt x="371178" y="310526"/>
                  </a:lnTo>
                  <a:lnTo>
                    <a:pt x="372689" y="319858"/>
                  </a:lnTo>
                  <a:lnTo>
                    <a:pt x="373590" y="330214"/>
                  </a:lnTo>
                  <a:lnTo>
                    <a:pt x="374035" y="338138"/>
                  </a:lnTo>
                  <a:lnTo>
                    <a:pt x="375066" y="344296"/>
                  </a:lnTo>
                  <a:lnTo>
                    <a:pt x="375629" y="355859"/>
                  </a:lnTo>
                  <a:lnTo>
                    <a:pt x="376107" y="359498"/>
                  </a:lnTo>
                  <a:lnTo>
                    <a:pt x="376145" y="362297"/>
                  </a:lnTo>
                  <a:lnTo>
                    <a:pt x="376549" y="362932"/>
                  </a:lnTo>
                  <a:lnTo>
                    <a:pt x="376822" y="370732"/>
                  </a:lnTo>
                  <a:lnTo>
                    <a:pt x="376715" y="373877"/>
                  </a:lnTo>
                  <a:lnTo>
                    <a:pt x="376320" y="377969"/>
                  </a:lnTo>
                  <a:lnTo>
                    <a:pt x="376290" y="379793"/>
                  </a:lnTo>
                  <a:lnTo>
                    <a:pt x="376348" y="380953"/>
                  </a:lnTo>
                  <a:lnTo>
                    <a:pt x="376173" y="382661"/>
                  </a:lnTo>
                  <a:lnTo>
                    <a:pt x="376119" y="384297"/>
                  </a:lnTo>
                  <a:lnTo>
                    <a:pt x="376520" y="387971"/>
                  </a:lnTo>
                  <a:lnTo>
                    <a:pt x="376542" y="390917"/>
                  </a:lnTo>
                  <a:lnTo>
                    <a:pt x="376005" y="394484"/>
                  </a:lnTo>
                  <a:lnTo>
                    <a:pt x="375273" y="403804"/>
                  </a:lnTo>
                  <a:lnTo>
                    <a:pt x="373436" y="419257"/>
                  </a:lnTo>
                  <a:lnTo>
                    <a:pt x="371675" y="428124"/>
                  </a:lnTo>
                  <a:lnTo>
                    <a:pt x="369212" y="437284"/>
                  </a:lnTo>
                  <a:lnTo>
                    <a:pt x="367608" y="442068"/>
                  </a:lnTo>
                  <a:lnTo>
                    <a:pt x="366972" y="442556"/>
                  </a:lnTo>
                  <a:lnTo>
                    <a:pt x="366388" y="441609"/>
                  </a:lnTo>
                  <a:lnTo>
                    <a:pt x="366802" y="444134"/>
                  </a:lnTo>
                  <a:lnTo>
                    <a:pt x="366440" y="446356"/>
                  </a:lnTo>
                  <a:lnTo>
                    <a:pt x="364810" y="453097"/>
                  </a:lnTo>
                  <a:lnTo>
                    <a:pt x="363190" y="457509"/>
                  </a:lnTo>
                  <a:lnTo>
                    <a:pt x="361509" y="465162"/>
                  </a:lnTo>
                  <a:lnTo>
                    <a:pt x="361381" y="465335"/>
                  </a:lnTo>
                  <a:lnTo>
                    <a:pt x="359227" y="468290"/>
                  </a:lnTo>
                  <a:lnTo>
                    <a:pt x="357952" y="470705"/>
                  </a:lnTo>
                  <a:lnTo>
                    <a:pt x="356323" y="475100"/>
                  </a:lnTo>
                  <a:lnTo>
                    <a:pt x="354827" y="482026"/>
                  </a:lnTo>
                  <a:lnTo>
                    <a:pt x="354518" y="482917"/>
                  </a:lnTo>
                  <a:lnTo>
                    <a:pt x="353967" y="482430"/>
                  </a:lnTo>
                  <a:lnTo>
                    <a:pt x="353983" y="485947"/>
                  </a:lnTo>
                  <a:lnTo>
                    <a:pt x="352695" y="491516"/>
                  </a:lnTo>
                  <a:lnTo>
                    <a:pt x="352302" y="492342"/>
                  </a:lnTo>
                  <a:lnTo>
                    <a:pt x="352313" y="490763"/>
                  </a:lnTo>
                  <a:lnTo>
                    <a:pt x="352537" y="489563"/>
                  </a:lnTo>
                  <a:lnTo>
                    <a:pt x="352641" y="488284"/>
                  </a:lnTo>
                  <a:lnTo>
                    <a:pt x="352631" y="486764"/>
                  </a:lnTo>
                  <a:lnTo>
                    <a:pt x="352271" y="487869"/>
                  </a:lnTo>
                  <a:lnTo>
                    <a:pt x="351510" y="492042"/>
                  </a:lnTo>
                  <a:lnTo>
                    <a:pt x="351766" y="495100"/>
                  </a:lnTo>
                  <a:lnTo>
                    <a:pt x="351213" y="499720"/>
                  </a:lnTo>
                  <a:lnTo>
                    <a:pt x="349104" y="512911"/>
                  </a:lnTo>
                  <a:lnTo>
                    <a:pt x="346521" y="524006"/>
                  </a:lnTo>
                  <a:lnTo>
                    <a:pt x="345926" y="527428"/>
                  </a:lnTo>
                  <a:lnTo>
                    <a:pt x="343806" y="534902"/>
                  </a:lnTo>
                  <a:lnTo>
                    <a:pt x="342249" y="538506"/>
                  </a:lnTo>
                  <a:lnTo>
                    <a:pt x="341811" y="538532"/>
                  </a:lnTo>
                  <a:lnTo>
                    <a:pt x="341315" y="538224"/>
                  </a:lnTo>
                  <a:lnTo>
                    <a:pt x="341065" y="532481"/>
                  </a:lnTo>
                  <a:lnTo>
                    <a:pt x="339824" y="529004"/>
                  </a:lnTo>
                  <a:lnTo>
                    <a:pt x="339468" y="528392"/>
                  </a:lnTo>
                  <a:lnTo>
                    <a:pt x="338960" y="532074"/>
                  </a:lnTo>
                  <a:lnTo>
                    <a:pt x="338536" y="533084"/>
                  </a:lnTo>
                  <a:lnTo>
                    <a:pt x="337923" y="533304"/>
                  </a:lnTo>
                  <a:lnTo>
                    <a:pt x="338578" y="534908"/>
                  </a:lnTo>
                  <a:lnTo>
                    <a:pt x="338769" y="536763"/>
                  </a:lnTo>
                  <a:lnTo>
                    <a:pt x="338102" y="540477"/>
                  </a:lnTo>
                  <a:lnTo>
                    <a:pt x="338081" y="543853"/>
                  </a:lnTo>
                  <a:lnTo>
                    <a:pt x="336890" y="547573"/>
                  </a:lnTo>
                  <a:lnTo>
                    <a:pt x="336200" y="550294"/>
                  </a:lnTo>
                  <a:lnTo>
                    <a:pt x="335850" y="553702"/>
                  </a:lnTo>
                  <a:lnTo>
                    <a:pt x="335639" y="556885"/>
                  </a:lnTo>
                  <a:lnTo>
                    <a:pt x="336162" y="556016"/>
                  </a:lnTo>
                  <a:lnTo>
                    <a:pt x="336410" y="556686"/>
                  </a:lnTo>
                  <a:lnTo>
                    <a:pt x="336607" y="557679"/>
                  </a:lnTo>
                  <a:lnTo>
                    <a:pt x="336486" y="559142"/>
                  </a:lnTo>
                  <a:lnTo>
                    <a:pt x="336102" y="561906"/>
                  </a:lnTo>
                  <a:lnTo>
                    <a:pt x="336162" y="568788"/>
                  </a:lnTo>
                  <a:lnTo>
                    <a:pt x="336035" y="570352"/>
                  </a:lnTo>
                  <a:lnTo>
                    <a:pt x="336416" y="572043"/>
                  </a:lnTo>
                  <a:lnTo>
                    <a:pt x="336820" y="569155"/>
                  </a:lnTo>
                  <a:lnTo>
                    <a:pt x="337052" y="569960"/>
                  </a:lnTo>
                  <a:lnTo>
                    <a:pt x="335925" y="588402"/>
                  </a:lnTo>
                  <a:lnTo>
                    <a:pt x="336369" y="596701"/>
                  </a:lnTo>
                  <a:lnTo>
                    <a:pt x="336534" y="606103"/>
                  </a:lnTo>
                  <a:lnTo>
                    <a:pt x="337044" y="615279"/>
                  </a:lnTo>
                  <a:lnTo>
                    <a:pt x="337601" y="623483"/>
                  </a:lnTo>
                  <a:lnTo>
                    <a:pt x="337645" y="624141"/>
                  </a:lnTo>
                  <a:lnTo>
                    <a:pt x="336874" y="633663"/>
                  </a:lnTo>
                  <a:lnTo>
                    <a:pt x="335890" y="643056"/>
                  </a:lnTo>
                  <a:lnTo>
                    <a:pt x="335295" y="650715"/>
                  </a:lnTo>
                  <a:lnTo>
                    <a:pt x="334921" y="658988"/>
                  </a:lnTo>
                  <a:lnTo>
                    <a:pt x="334547" y="662964"/>
                  </a:lnTo>
                  <a:lnTo>
                    <a:pt x="334428" y="667033"/>
                  </a:lnTo>
                  <a:lnTo>
                    <a:pt x="334857" y="676674"/>
                  </a:lnTo>
                  <a:lnTo>
                    <a:pt x="335017" y="678501"/>
                  </a:lnTo>
                  <a:lnTo>
                    <a:pt x="333821" y="682800"/>
                  </a:lnTo>
                  <a:lnTo>
                    <a:pt x="332531" y="684887"/>
                  </a:lnTo>
                  <a:lnTo>
                    <a:pt x="331818" y="686958"/>
                  </a:lnTo>
                  <a:lnTo>
                    <a:pt x="330241" y="694707"/>
                  </a:lnTo>
                  <a:lnTo>
                    <a:pt x="329385" y="706157"/>
                  </a:lnTo>
                  <a:lnTo>
                    <a:pt x="329365" y="712248"/>
                  </a:lnTo>
                  <a:lnTo>
                    <a:pt x="329769" y="725009"/>
                  </a:lnTo>
                  <a:lnTo>
                    <a:pt x="329466" y="730212"/>
                  </a:lnTo>
                  <a:lnTo>
                    <a:pt x="328967" y="733695"/>
                  </a:lnTo>
                  <a:lnTo>
                    <a:pt x="328377" y="735980"/>
                  </a:lnTo>
                  <a:lnTo>
                    <a:pt x="326871" y="738724"/>
                  </a:lnTo>
                  <a:lnTo>
                    <a:pt x="325522" y="745410"/>
                  </a:lnTo>
                  <a:lnTo>
                    <a:pt x="324935" y="752437"/>
                  </a:lnTo>
                  <a:lnTo>
                    <a:pt x="324011" y="754996"/>
                  </a:lnTo>
                  <a:lnTo>
                    <a:pt x="323821" y="758930"/>
                  </a:lnTo>
                  <a:lnTo>
                    <a:pt x="323077" y="763174"/>
                  </a:lnTo>
                  <a:lnTo>
                    <a:pt x="321149" y="769508"/>
                  </a:lnTo>
                  <a:lnTo>
                    <a:pt x="319894" y="771352"/>
                  </a:lnTo>
                  <a:lnTo>
                    <a:pt x="319296" y="773121"/>
                  </a:lnTo>
                  <a:lnTo>
                    <a:pt x="318916" y="776823"/>
                  </a:lnTo>
                  <a:lnTo>
                    <a:pt x="317707" y="782927"/>
                  </a:lnTo>
                  <a:lnTo>
                    <a:pt x="316816" y="790839"/>
                  </a:lnTo>
                  <a:lnTo>
                    <a:pt x="317048" y="793534"/>
                  </a:lnTo>
                  <a:lnTo>
                    <a:pt x="317063" y="793947"/>
                  </a:lnTo>
                  <a:lnTo>
                    <a:pt x="317387" y="803091"/>
                  </a:lnTo>
                  <a:lnTo>
                    <a:pt x="317267" y="805417"/>
                  </a:lnTo>
                  <a:lnTo>
                    <a:pt x="316092" y="807939"/>
                  </a:lnTo>
                  <a:lnTo>
                    <a:pt x="311666" y="812646"/>
                  </a:lnTo>
                  <a:lnTo>
                    <a:pt x="310488" y="814597"/>
                  </a:lnTo>
                  <a:lnTo>
                    <a:pt x="307845" y="822604"/>
                  </a:lnTo>
                  <a:lnTo>
                    <a:pt x="307680" y="824494"/>
                  </a:lnTo>
                  <a:lnTo>
                    <a:pt x="307790" y="827190"/>
                  </a:lnTo>
                  <a:lnTo>
                    <a:pt x="308225" y="828739"/>
                  </a:lnTo>
                  <a:lnTo>
                    <a:pt x="307777" y="830419"/>
                  </a:lnTo>
                  <a:lnTo>
                    <a:pt x="307249" y="833431"/>
                  </a:lnTo>
                  <a:lnTo>
                    <a:pt x="306479" y="833247"/>
                  </a:lnTo>
                  <a:lnTo>
                    <a:pt x="302070" y="833252"/>
                  </a:lnTo>
                  <a:lnTo>
                    <a:pt x="299684" y="834207"/>
                  </a:lnTo>
                  <a:lnTo>
                    <a:pt x="298444" y="834023"/>
                  </a:lnTo>
                  <a:lnTo>
                    <a:pt x="297887" y="833298"/>
                  </a:lnTo>
                  <a:lnTo>
                    <a:pt x="297263" y="832115"/>
                  </a:lnTo>
                  <a:lnTo>
                    <a:pt x="297075" y="830566"/>
                  </a:lnTo>
                  <a:lnTo>
                    <a:pt x="297414" y="828220"/>
                  </a:lnTo>
                  <a:lnTo>
                    <a:pt x="297213" y="826820"/>
                  </a:lnTo>
                  <a:lnTo>
                    <a:pt x="296560" y="826875"/>
                  </a:lnTo>
                  <a:lnTo>
                    <a:pt x="295841" y="827539"/>
                  </a:lnTo>
                  <a:lnTo>
                    <a:pt x="295717" y="828941"/>
                  </a:lnTo>
                  <a:lnTo>
                    <a:pt x="295768" y="829937"/>
                  </a:lnTo>
                  <a:lnTo>
                    <a:pt x="296035" y="831394"/>
                  </a:lnTo>
                  <a:lnTo>
                    <a:pt x="296182" y="833180"/>
                  </a:lnTo>
                  <a:lnTo>
                    <a:pt x="295888" y="834735"/>
                  </a:lnTo>
                  <a:lnTo>
                    <a:pt x="294491" y="834937"/>
                  </a:lnTo>
                  <a:lnTo>
                    <a:pt x="292921" y="836366"/>
                  </a:lnTo>
                  <a:lnTo>
                    <a:pt x="290962" y="836963"/>
                  </a:lnTo>
                  <a:lnTo>
                    <a:pt x="289402" y="837993"/>
                  </a:lnTo>
                  <a:lnTo>
                    <a:pt x="288681" y="836689"/>
                  </a:lnTo>
                  <a:lnTo>
                    <a:pt x="289402" y="836037"/>
                  </a:lnTo>
                  <a:lnTo>
                    <a:pt x="290435" y="836354"/>
                  </a:lnTo>
                  <a:lnTo>
                    <a:pt x="291544" y="835275"/>
                  </a:lnTo>
                  <a:lnTo>
                    <a:pt x="291285" y="834000"/>
                  </a:lnTo>
                  <a:lnTo>
                    <a:pt x="289716" y="832352"/>
                  </a:lnTo>
                  <a:lnTo>
                    <a:pt x="287973" y="833362"/>
                  </a:lnTo>
                  <a:lnTo>
                    <a:pt x="287006" y="835321"/>
                  </a:lnTo>
                  <a:lnTo>
                    <a:pt x="284892" y="835142"/>
                  </a:lnTo>
                  <a:lnTo>
                    <a:pt x="282303" y="836634"/>
                  </a:lnTo>
                  <a:lnTo>
                    <a:pt x="281881" y="838155"/>
                  </a:lnTo>
                  <a:lnTo>
                    <a:pt x="281951" y="841101"/>
                  </a:lnTo>
                  <a:lnTo>
                    <a:pt x="282458" y="841748"/>
                  </a:lnTo>
                  <a:lnTo>
                    <a:pt x="282953" y="843092"/>
                  </a:lnTo>
                  <a:lnTo>
                    <a:pt x="282477" y="844345"/>
                  </a:lnTo>
                  <a:lnTo>
                    <a:pt x="282015" y="844899"/>
                  </a:lnTo>
                  <a:lnTo>
                    <a:pt x="279280" y="846267"/>
                  </a:lnTo>
                  <a:lnTo>
                    <a:pt x="276745" y="852003"/>
                  </a:lnTo>
                  <a:lnTo>
                    <a:pt x="275687" y="852716"/>
                  </a:lnTo>
                  <a:lnTo>
                    <a:pt x="274746" y="855247"/>
                  </a:lnTo>
                  <a:lnTo>
                    <a:pt x="274649" y="857408"/>
                  </a:lnTo>
                  <a:lnTo>
                    <a:pt x="274352" y="858709"/>
                  </a:lnTo>
                  <a:lnTo>
                    <a:pt x="273748" y="858776"/>
                  </a:lnTo>
                  <a:lnTo>
                    <a:pt x="272426" y="857596"/>
                  </a:lnTo>
                  <a:lnTo>
                    <a:pt x="270710" y="857561"/>
                  </a:lnTo>
                  <a:lnTo>
                    <a:pt x="269470" y="858502"/>
                  </a:lnTo>
                  <a:lnTo>
                    <a:pt x="263138" y="867805"/>
                  </a:lnTo>
                  <a:lnTo>
                    <a:pt x="260864" y="871528"/>
                  </a:lnTo>
                  <a:lnTo>
                    <a:pt x="258269" y="879117"/>
                  </a:lnTo>
                  <a:lnTo>
                    <a:pt x="253895" y="887624"/>
                  </a:lnTo>
                  <a:lnTo>
                    <a:pt x="251598" y="892702"/>
                  </a:lnTo>
                  <a:lnTo>
                    <a:pt x="251161" y="894018"/>
                  </a:lnTo>
                  <a:lnTo>
                    <a:pt x="250798" y="894090"/>
                  </a:lnTo>
                  <a:lnTo>
                    <a:pt x="250079" y="895149"/>
                  </a:lnTo>
                  <a:lnTo>
                    <a:pt x="250365" y="896027"/>
                  </a:lnTo>
                  <a:lnTo>
                    <a:pt x="250856" y="896107"/>
                  </a:lnTo>
                  <a:lnTo>
                    <a:pt x="250653" y="899065"/>
                  </a:lnTo>
                  <a:lnTo>
                    <a:pt x="249740" y="901088"/>
                  </a:lnTo>
                  <a:lnTo>
                    <a:pt x="248026" y="906401"/>
                  </a:lnTo>
                  <a:lnTo>
                    <a:pt x="247644" y="906011"/>
                  </a:lnTo>
                  <a:lnTo>
                    <a:pt x="248187" y="903249"/>
                  </a:lnTo>
                  <a:lnTo>
                    <a:pt x="247345" y="903146"/>
                  </a:lnTo>
                  <a:lnTo>
                    <a:pt x="246105" y="902133"/>
                  </a:lnTo>
                  <a:lnTo>
                    <a:pt x="245567" y="903275"/>
                  </a:lnTo>
                  <a:lnTo>
                    <a:pt x="245863" y="906011"/>
                  </a:lnTo>
                  <a:lnTo>
                    <a:pt x="245397" y="907183"/>
                  </a:lnTo>
                  <a:lnTo>
                    <a:pt x="244551" y="907315"/>
                  </a:lnTo>
                  <a:lnTo>
                    <a:pt x="243783" y="906992"/>
                  </a:lnTo>
                  <a:lnTo>
                    <a:pt x="242940" y="904989"/>
                  </a:lnTo>
                  <a:lnTo>
                    <a:pt x="243320" y="908617"/>
                  </a:lnTo>
                  <a:lnTo>
                    <a:pt x="245100" y="909497"/>
                  </a:lnTo>
                  <a:lnTo>
                    <a:pt x="245842" y="910351"/>
                  </a:lnTo>
                  <a:lnTo>
                    <a:pt x="246118" y="911745"/>
                  </a:lnTo>
                  <a:lnTo>
                    <a:pt x="244734" y="918203"/>
                  </a:lnTo>
                  <a:lnTo>
                    <a:pt x="243574" y="919043"/>
                  </a:lnTo>
                  <a:lnTo>
                    <a:pt x="243447" y="919954"/>
                  </a:lnTo>
                  <a:lnTo>
                    <a:pt x="244083" y="919949"/>
                  </a:lnTo>
                  <a:lnTo>
                    <a:pt x="244434" y="921735"/>
                  </a:lnTo>
                  <a:lnTo>
                    <a:pt x="244020" y="928943"/>
                  </a:lnTo>
                  <a:lnTo>
                    <a:pt x="243447" y="930314"/>
                  </a:lnTo>
                  <a:lnTo>
                    <a:pt x="243113" y="930349"/>
                  </a:lnTo>
                  <a:lnTo>
                    <a:pt x="242781" y="931581"/>
                  </a:lnTo>
                  <a:lnTo>
                    <a:pt x="243238" y="933935"/>
                  </a:lnTo>
                  <a:lnTo>
                    <a:pt x="243710" y="935652"/>
                  </a:lnTo>
                  <a:lnTo>
                    <a:pt x="243647" y="938982"/>
                  </a:lnTo>
                  <a:lnTo>
                    <a:pt x="243471" y="941738"/>
                  </a:lnTo>
                  <a:lnTo>
                    <a:pt x="243459" y="944413"/>
                  </a:lnTo>
                  <a:lnTo>
                    <a:pt x="244056" y="949590"/>
                  </a:lnTo>
                  <a:lnTo>
                    <a:pt x="244270" y="954905"/>
                  </a:lnTo>
                  <a:lnTo>
                    <a:pt x="244511" y="956839"/>
                  </a:lnTo>
                  <a:lnTo>
                    <a:pt x="244647" y="958983"/>
                  </a:lnTo>
                  <a:lnTo>
                    <a:pt x="244250" y="960988"/>
                  </a:lnTo>
                  <a:lnTo>
                    <a:pt x="244476" y="964206"/>
                  </a:lnTo>
                  <a:lnTo>
                    <a:pt x="243797" y="969677"/>
                  </a:lnTo>
                  <a:lnTo>
                    <a:pt x="244152" y="977575"/>
                  </a:lnTo>
                  <a:lnTo>
                    <a:pt x="244006" y="984974"/>
                  </a:lnTo>
                  <a:lnTo>
                    <a:pt x="243741" y="988864"/>
                  </a:lnTo>
                  <a:lnTo>
                    <a:pt x="243310" y="991905"/>
                  </a:lnTo>
                  <a:lnTo>
                    <a:pt x="242310" y="995821"/>
                  </a:lnTo>
                  <a:lnTo>
                    <a:pt x="242287" y="999740"/>
                  </a:lnTo>
                  <a:lnTo>
                    <a:pt x="240134" y="1003384"/>
                  </a:lnTo>
                  <a:lnTo>
                    <a:pt x="237753" y="1008483"/>
                  </a:lnTo>
                  <a:lnTo>
                    <a:pt x="235555" y="1014517"/>
                  </a:lnTo>
                  <a:lnTo>
                    <a:pt x="233189" y="1023021"/>
                  </a:lnTo>
                  <a:lnTo>
                    <a:pt x="230427" y="1035958"/>
                  </a:lnTo>
                  <a:lnTo>
                    <a:pt x="227868" y="1054420"/>
                  </a:lnTo>
                  <a:lnTo>
                    <a:pt x="224787" y="1068363"/>
                  </a:lnTo>
                  <a:lnTo>
                    <a:pt x="223555" y="1073399"/>
                  </a:lnTo>
                  <a:lnTo>
                    <a:pt x="221889" y="1079023"/>
                  </a:lnTo>
                  <a:lnTo>
                    <a:pt x="219675" y="1085582"/>
                  </a:lnTo>
                  <a:lnTo>
                    <a:pt x="216707" y="1092144"/>
                  </a:lnTo>
                  <a:lnTo>
                    <a:pt x="213460" y="1097990"/>
                  </a:lnTo>
                  <a:lnTo>
                    <a:pt x="212287" y="1100628"/>
                  </a:lnTo>
                  <a:lnTo>
                    <a:pt x="211143" y="1104330"/>
                  </a:lnTo>
                  <a:lnTo>
                    <a:pt x="210857" y="1102801"/>
                  </a:lnTo>
                  <a:lnTo>
                    <a:pt x="211105" y="1100273"/>
                  </a:lnTo>
                  <a:lnTo>
                    <a:pt x="210947" y="1098380"/>
                  </a:lnTo>
                  <a:lnTo>
                    <a:pt x="210912" y="1095924"/>
                  </a:lnTo>
                  <a:lnTo>
                    <a:pt x="211567" y="1095471"/>
                  </a:lnTo>
                  <a:lnTo>
                    <a:pt x="212547" y="1097029"/>
                  </a:lnTo>
                  <a:lnTo>
                    <a:pt x="213046" y="1095973"/>
                  </a:lnTo>
                  <a:lnTo>
                    <a:pt x="213410" y="1094929"/>
                  </a:lnTo>
                  <a:lnTo>
                    <a:pt x="214590" y="1094277"/>
                  </a:lnTo>
                  <a:lnTo>
                    <a:pt x="216844" y="1087856"/>
                  </a:lnTo>
                  <a:lnTo>
                    <a:pt x="218517" y="1085481"/>
                  </a:lnTo>
                  <a:lnTo>
                    <a:pt x="219458" y="1081427"/>
                  </a:lnTo>
                  <a:lnTo>
                    <a:pt x="219619" y="1079271"/>
                  </a:lnTo>
                  <a:lnTo>
                    <a:pt x="219582" y="1074899"/>
                  </a:lnTo>
                  <a:lnTo>
                    <a:pt x="220115" y="1073791"/>
                  </a:lnTo>
                  <a:lnTo>
                    <a:pt x="221325" y="1074172"/>
                  </a:lnTo>
                  <a:lnTo>
                    <a:pt x="221572" y="1072928"/>
                  </a:lnTo>
                  <a:lnTo>
                    <a:pt x="221467" y="1071549"/>
                  </a:lnTo>
                  <a:lnTo>
                    <a:pt x="221702" y="1068542"/>
                  </a:lnTo>
                  <a:lnTo>
                    <a:pt x="223343" y="1065873"/>
                  </a:lnTo>
                  <a:lnTo>
                    <a:pt x="224120" y="1062647"/>
                  </a:lnTo>
                  <a:lnTo>
                    <a:pt x="223861" y="1054426"/>
                  </a:lnTo>
                  <a:lnTo>
                    <a:pt x="224161" y="1054056"/>
                  </a:lnTo>
                  <a:lnTo>
                    <a:pt x="224836" y="1055338"/>
                  </a:lnTo>
                  <a:lnTo>
                    <a:pt x="225153" y="1054807"/>
                  </a:lnTo>
                  <a:lnTo>
                    <a:pt x="225493" y="1051202"/>
                  </a:lnTo>
                  <a:lnTo>
                    <a:pt x="225330" y="1049333"/>
                  </a:lnTo>
                  <a:lnTo>
                    <a:pt x="224535" y="1048836"/>
                  </a:lnTo>
                  <a:lnTo>
                    <a:pt x="221788" y="1052899"/>
                  </a:lnTo>
                  <a:lnTo>
                    <a:pt x="220894" y="1052732"/>
                  </a:lnTo>
                  <a:lnTo>
                    <a:pt x="220745" y="1049540"/>
                  </a:lnTo>
                  <a:lnTo>
                    <a:pt x="219410" y="1048074"/>
                  </a:lnTo>
                  <a:lnTo>
                    <a:pt x="218888" y="1045425"/>
                  </a:lnTo>
                  <a:lnTo>
                    <a:pt x="218732" y="1043610"/>
                  </a:lnTo>
                  <a:lnTo>
                    <a:pt x="218268" y="1042869"/>
                  </a:lnTo>
                  <a:lnTo>
                    <a:pt x="218297" y="1046005"/>
                  </a:lnTo>
                  <a:lnTo>
                    <a:pt x="218425" y="1049053"/>
                  </a:lnTo>
                  <a:lnTo>
                    <a:pt x="219622" y="1052602"/>
                  </a:lnTo>
                  <a:lnTo>
                    <a:pt x="219331" y="1054010"/>
                  </a:lnTo>
                  <a:lnTo>
                    <a:pt x="218763" y="1055655"/>
                  </a:lnTo>
                  <a:lnTo>
                    <a:pt x="218368" y="1059308"/>
                  </a:lnTo>
                  <a:lnTo>
                    <a:pt x="218412" y="1064047"/>
                  </a:lnTo>
                  <a:lnTo>
                    <a:pt x="218092" y="1062604"/>
                  </a:lnTo>
                  <a:lnTo>
                    <a:pt x="217681" y="1061770"/>
                  </a:lnTo>
                  <a:lnTo>
                    <a:pt x="217514" y="1066863"/>
                  </a:lnTo>
                  <a:lnTo>
                    <a:pt x="216720" y="1068811"/>
                  </a:lnTo>
                  <a:lnTo>
                    <a:pt x="216468" y="1070724"/>
                  </a:lnTo>
                  <a:lnTo>
                    <a:pt x="216676" y="1072943"/>
                  </a:lnTo>
                  <a:lnTo>
                    <a:pt x="216266" y="1074475"/>
                  </a:lnTo>
                  <a:lnTo>
                    <a:pt x="214242" y="1078590"/>
                  </a:lnTo>
                  <a:lnTo>
                    <a:pt x="212224" y="1081401"/>
                  </a:lnTo>
                  <a:lnTo>
                    <a:pt x="211785" y="1082728"/>
                  </a:lnTo>
                  <a:lnTo>
                    <a:pt x="211569" y="1085865"/>
                  </a:lnTo>
                  <a:lnTo>
                    <a:pt x="211261" y="1089088"/>
                  </a:lnTo>
                  <a:lnTo>
                    <a:pt x="210368" y="1091922"/>
                  </a:lnTo>
                  <a:lnTo>
                    <a:pt x="209659" y="1097555"/>
                  </a:lnTo>
                  <a:lnTo>
                    <a:pt x="209678" y="1099979"/>
                  </a:lnTo>
                  <a:lnTo>
                    <a:pt x="209914" y="1103551"/>
                  </a:lnTo>
                  <a:lnTo>
                    <a:pt x="210295" y="1105894"/>
                  </a:lnTo>
                  <a:lnTo>
                    <a:pt x="209692" y="1107461"/>
                  </a:lnTo>
                  <a:lnTo>
                    <a:pt x="208880" y="1110503"/>
                  </a:lnTo>
                  <a:lnTo>
                    <a:pt x="208235" y="1113931"/>
                  </a:lnTo>
                  <a:lnTo>
                    <a:pt x="206631" y="1126801"/>
                  </a:lnTo>
                  <a:lnTo>
                    <a:pt x="205249" y="1134557"/>
                  </a:lnTo>
                  <a:lnTo>
                    <a:pt x="204186" y="1138358"/>
                  </a:lnTo>
                  <a:lnTo>
                    <a:pt x="202667" y="1142363"/>
                  </a:lnTo>
                  <a:lnTo>
                    <a:pt x="198343" y="1152417"/>
                  </a:lnTo>
                  <a:lnTo>
                    <a:pt x="198084" y="1152272"/>
                  </a:lnTo>
                  <a:lnTo>
                    <a:pt x="197450" y="1151461"/>
                  </a:lnTo>
                  <a:lnTo>
                    <a:pt x="196918" y="1150498"/>
                  </a:lnTo>
                  <a:lnTo>
                    <a:pt x="196798" y="1149854"/>
                  </a:lnTo>
                  <a:lnTo>
                    <a:pt x="196737" y="1148890"/>
                  </a:lnTo>
                  <a:lnTo>
                    <a:pt x="196807" y="1145269"/>
                  </a:lnTo>
                  <a:lnTo>
                    <a:pt x="196798" y="1135536"/>
                  </a:lnTo>
                  <a:lnTo>
                    <a:pt x="196985" y="1133697"/>
                  </a:lnTo>
                  <a:lnTo>
                    <a:pt x="197264" y="1132511"/>
                  </a:lnTo>
                  <a:lnTo>
                    <a:pt x="198107" y="1130792"/>
                  </a:lnTo>
                  <a:lnTo>
                    <a:pt x="198925" y="1128330"/>
                  </a:lnTo>
                  <a:lnTo>
                    <a:pt x="199848" y="1125199"/>
                  </a:lnTo>
                  <a:lnTo>
                    <a:pt x="200699" y="1122706"/>
                  </a:lnTo>
                  <a:lnTo>
                    <a:pt x="200394" y="1121032"/>
                  </a:lnTo>
                  <a:lnTo>
                    <a:pt x="199683" y="1119416"/>
                  </a:lnTo>
                  <a:lnTo>
                    <a:pt x="198419" y="1118109"/>
                  </a:lnTo>
                  <a:lnTo>
                    <a:pt x="197201" y="1115806"/>
                  </a:lnTo>
                  <a:lnTo>
                    <a:pt x="196122" y="1112846"/>
                  </a:lnTo>
                  <a:lnTo>
                    <a:pt x="195623" y="1109764"/>
                  </a:lnTo>
                  <a:lnTo>
                    <a:pt x="195166" y="1106442"/>
                  </a:lnTo>
                  <a:lnTo>
                    <a:pt x="194729" y="1103816"/>
                  </a:lnTo>
                  <a:lnTo>
                    <a:pt x="194583" y="1102616"/>
                  </a:lnTo>
                  <a:lnTo>
                    <a:pt x="194157" y="1102117"/>
                  </a:lnTo>
                  <a:lnTo>
                    <a:pt x="193480" y="1100775"/>
                  </a:lnTo>
                  <a:lnTo>
                    <a:pt x="193056" y="1099528"/>
                  </a:lnTo>
                  <a:lnTo>
                    <a:pt x="192435" y="1098813"/>
                  </a:lnTo>
                  <a:lnTo>
                    <a:pt x="191327" y="1098028"/>
                  </a:lnTo>
                  <a:lnTo>
                    <a:pt x="190172" y="1096657"/>
                  </a:lnTo>
                  <a:lnTo>
                    <a:pt x="188736" y="1093402"/>
                  </a:lnTo>
                  <a:lnTo>
                    <a:pt x="187700" y="1089789"/>
                  </a:lnTo>
                  <a:lnTo>
                    <a:pt x="187189" y="1087403"/>
                  </a:lnTo>
                  <a:lnTo>
                    <a:pt x="186643" y="1085723"/>
                  </a:lnTo>
                  <a:lnTo>
                    <a:pt x="183679" y="1082947"/>
                  </a:lnTo>
                  <a:lnTo>
                    <a:pt x="182332" y="1079632"/>
                  </a:lnTo>
                  <a:lnTo>
                    <a:pt x="181802" y="1080665"/>
                  </a:lnTo>
                  <a:lnTo>
                    <a:pt x="181011" y="1079649"/>
                  </a:lnTo>
                  <a:lnTo>
                    <a:pt x="180231" y="1078053"/>
                  </a:lnTo>
                  <a:lnTo>
                    <a:pt x="179997" y="1076830"/>
                  </a:lnTo>
                  <a:lnTo>
                    <a:pt x="179667" y="1075575"/>
                  </a:lnTo>
                  <a:lnTo>
                    <a:pt x="179357" y="1074135"/>
                  </a:lnTo>
                  <a:lnTo>
                    <a:pt x="179160" y="1072752"/>
                  </a:lnTo>
                  <a:lnTo>
                    <a:pt x="178357" y="1070337"/>
                  </a:lnTo>
                  <a:lnTo>
                    <a:pt x="177321" y="1067723"/>
                  </a:lnTo>
                  <a:lnTo>
                    <a:pt x="176882" y="1066978"/>
                  </a:lnTo>
                  <a:lnTo>
                    <a:pt x="176650" y="1067195"/>
                  </a:lnTo>
                  <a:lnTo>
                    <a:pt x="176425" y="1068199"/>
                  </a:lnTo>
                  <a:lnTo>
                    <a:pt x="176284" y="1069169"/>
                  </a:lnTo>
                  <a:lnTo>
                    <a:pt x="175892" y="1069809"/>
                  </a:lnTo>
                  <a:lnTo>
                    <a:pt x="175408" y="1071007"/>
                  </a:lnTo>
                  <a:lnTo>
                    <a:pt x="174913" y="1072473"/>
                  </a:lnTo>
                  <a:lnTo>
                    <a:pt x="174280" y="1073445"/>
                  </a:lnTo>
                  <a:lnTo>
                    <a:pt x="173527" y="1073777"/>
                  </a:lnTo>
                  <a:lnTo>
                    <a:pt x="173020" y="1073728"/>
                  </a:lnTo>
                  <a:lnTo>
                    <a:pt x="172916" y="1073151"/>
                  </a:lnTo>
                  <a:lnTo>
                    <a:pt x="172888" y="1071148"/>
                  </a:lnTo>
                  <a:lnTo>
                    <a:pt x="173075" y="1066577"/>
                  </a:lnTo>
                  <a:lnTo>
                    <a:pt x="172634" y="1064817"/>
                  </a:lnTo>
                  <a:lnTo>
                    <a:pt x="172048" y="1062930"/>
                  </a:lnTo>
                  <a:lnTo>
                    <a:pt x="171372" y="1060408"/>
                  </a:lnTo>
                  <a:lnTo>
                    <a:pt x="169150" y="1055061"/>
                  </a:lnTo>
                  <a:lnTo>
                    <a:pt x="166127" y="1047362"/>
                  </a:lnTo>
                  <a:lnTo>
                    <a:pt x="165060" y="1045007"/>
                  </a:lnTo>
                  <a:lnTo>
                    <a:pt x="164055" y="1044825"/>
                  </a:lnTo>
                  <a:lnTo>
                    <a:pt x="163137" y="1045088"/>
                  </a:lnTo>
                  <a:lnTo>
                    <a:pt x="162293" y="1046106"/>
                  </a:lnTo>
                  <a:lnTo>
                    <a:pt x="161655" y="1049664"/>
                  </a:lnTo>
                  <a:lnTo>
                    <a:pt x="161390" y="1050213"/>
                  </a:lnTo>
                  <a:lnTo>
                    <a:pt x="159761" y="1050132"/>
                  </a:lnTo>
                  <a:lnTo>
                    <a:pt x="158142" y="1049558"/>
                  </a:lnTo>
                  <a:lnTo>
                    <a:pt x="157598" y="1047388"/>
                  </a:lnTo>
                  <a:lnTo>
                    <a:pt x="158031" y="1045974"/>
                  </a:lnTo>
                  <a:lnTo>
                    <a:pt x="159556" y="1042840"/>
                  </a:lnTo>
                  <a:lnTo>
                    <a:pt x="160399" y="1040049"/>
                  </a:lnTo>
                  <a:lnTo>
                    <a:pt x="160561" y="1037599"/>
                  </a:lnTo>
                  <a:lnTo>
                    <a:pt x="161292" y="1035401"/>
                  </a:lnTo>
                  <a:lnTo>
                    <a:pt x="162593" y="1033453"/>
                  </a:lnTo>
                  <a:lnTo>
                    <a:pt x="164042" y="1029866"/>
                  </a:lnTo>
                  <a:lnTo>
                    <a:pt x="165639" y="1024637"/>
                  </a:lnTo>
                  <a:lnTo>
                    <a:pt x="166609" y="1020779"/>
                  </a:lnTo>
                  <a:lnTo>
                    <a:pt x="166952" y="1018289"/>
                  </a:lnTo>
                  <a:lnTo>
                    <a:pt x="167579" y="1016370"/>
                  </a:lnTo>
                  <a:lnTo>
                    <a:pt x="168489" y="1015022"/>
                  </a:lnTo>
                  <a:lnTo>
                    <a:pt x="169285" y="1012209"/>
                  </a:lnTo>
                  <a:lnTo>
                    <a:pt x="169966" y="1007929"/>
                  </a:lnTo>
                  <a:lnTo>
                    <a:pt x="170897" y="1004524"/>
                  </a:lnTo>
                  <a:lnTo>
                    <a:pt x="172076" y="1001999"/>
                  </a:lnTo>
                  <a:lnTo>
                    <a:pt x="172736" y="999904"/>
                  </a:lnTo>
                  <a:lnTo>
                    <a:pt x="172877" y="998242"/>
                  </a:lnTo>
                  <a:lnTo>
                    <a:pt x="173210" y="997177"/>
                  </a:lnTo>
                  <a:lnTo>
                    <a:pt x="173736" y="996713"/>
                  </a:lnTo>
                  <a:lnTo>
                    <a:pt x="173991" y="995838"/>
                  </a:lnTo>
                  <a:lnTo>
                    <a:pt x="173974" y="994548"/>
                  </a:lnTo>
                  <a:lnTo>
                    <a:pt x="174118" y="993674"/>
                  </a:lnTo>
                  <a:lnTo>
                    <a:pt x="174422" y="993207"/>
                  </a:lnTo>
                  <a:lnTo>
                    <a:pt x="174930" y="993371"/>
                  </a:lnTo>
                  <a:lnTo>
                    <a:pt x="175642" y="994165"/>
                  </a:lnTo>
                  <a:lnTo>
                    <a:pt x="176072" y="994018"/>
                  </a:lnTo>
                  <a:lnTo>
                    <a:pt x="176219" y="992933"/>
                  </a:lnTo>
                  <a:lnTo>
                    <a:pt x="176031" y="991689"/>
                  </a:lnTo>
                  <a:lnTo>
                    <a:pt x="175507" y="990289"/>
                  </a:lnTo>
                  <a:lnTo>
                    <a:pt x="175704" y="988771"/>
                  </a:lnTo>
                  <a:lnTo>
                    <a:pt x="177080" y="986316"/>
                  </a:lnTo>
                  <a:lnTo>
                    <a:pt x="178096" y="985381"/>
                  </a:lnTo>
                  <a:lnTo>
                    <a:pt x="178739" y="983857"/>
                  </a:lnTo>
                  <a:lnTo>
                    <a:pt x="179348" y="981439"/>
                  </a:lnTo>
                  <a:lnTo>
                    <a:pt x="180336" y="979751"/>
                  </a:lnTo>
                  <a:lnTo>
                    <a:pt x="181703" y="978804"/>
                  </a:lnTo>
                  <a:lnTo>
                    <a:pt x="182065" y="977893"/>
                  </a:lnTo>
                  <a:lnTo>
                    <a:pt x="182016" y="976721"/>
                  </a:lnTo>
                  <a:lnTo>
                    <a:pt x="182295" y="975878"/>
                  </a:lnTo>
                  <a:lnTo>
                    <a:pt x="183103" y="975270"/>
                  </a:lnTo>
                  <a:lnTo>
                    <a:pt x="183542" y="974130"/>
                  </a:lnTo>
                  <a:lnTo>
                    <a:pt x="183613" y="972456"/>
                  </a:lnTo>
                  <a:lnTo>
                    <a:pt x="183874" y="970898"/>
                  </a:lnTo>
                  <a:lnTo>
                    <a:pt x="184322" y="969461"/>
                  </a:lnTo>
                  <a:lnTo>
                    <a:pt x="184822" y="968927"/>
                  </a:lnTo>
                  <a:lnTo>
                    <a:pt x="185373" y="969293"/>
                  </a:lnTo>
                  <a:lnTo>
                    <a:pt x="185891" y="968751"/>
                  </a:lnTo>
                  <a:lnTo>
                    <a:pt x="186376" y="967291"/>
                  </a:lnTo>
                  <a:lnTo>
                    <a:pt x="186958" y="966610"/>
                  </a:lnTo>
                  <a:lnTo>
                    <a:pt x="187636" y="966705"/>
                  </a:lnTo>
                  <a:lnTo>
                    <a:pt x="187984" y="966385"/>
                  </a:lnTo>
                  <a:lnTo>
                    <a:pt x="189149" y="965706"/>
                  </a:lnTo>
                  <a:lnTo>
                    <a:pt x="189792" y="964480"/>
                  </a:lnTo>
                  <a:lnTo>
                    <a:pt x="190320" y="961750"/>
                  </a:lnTo>
                  <a:lnTo>
                    <a:pt x="190789" y="960691"/>
                  </a:lnTo>
                  <a:lnTo>
                    <a:pt x="191198" y="961309"/>
                  </a:lnTo>
                  <a:lnTo>
                    <a:pt x="191907" y="960394"/>
                  </a:lnTo>
                  <a:lnTo>
                    <a:pt x="192914" y="957953"/>
                  </a:lnTo>
                  <a:lnTo>
                    <a:pt x="193104" y="957907"/>
                  </a:lnTo>
                  <a:lnTo>
                    <a:pt x="193848" y="956770"/>
                  </a:lnTo>
                  <a:lnTo>
                    <a:pt x="194614" y="952551"/>
                  </a:lnTo>
                  <a:lnTo>
                    <a:pt x="195010" y="949729"/>
                  </a:lnTo>
                  <a:lnTo>
                    <a:pt x="194916" y="947420"/>
                  </a:lnTo>
                  <a:lnTo>
                    <a:pt x="194664" y="945764"/>
                  </a:lnTo>
                  <a:lnTo>
                    <a:pt x="194748" y="943337"/>
                  </a:lnTo>
                  <a:lnTo>
                    <a:pt x="195002" y="936737"/>
                  </a:lnTo>
                  <a:lnTo>
                    <a:pt x="195072" y="934039"/>
                  </a:lnTo>
                  <a:lnTo>
                    <a:pt x="195479" y="932158"/>
                  </a:lnTo>
                  <a:lnTo>
                    <a:pt x="195453" y="930294"/>
                  </a:lnTo>
                  <a:lnTo>
                    <a:pt x="194726" y="926115"/>
                  </a:lnTo>
                  <a:lnTo>
                    <a:pt x="193992" y="922448"/>
                  </a:lnTo>
                  <a:lnTo>
                    <a:pt x="193598" y="916220"/>
                  </a:lnTo>
                  <a:lnTo>
                    <a:pt x="193339" y="913857"/>
                  </a:lnTo>
                  <a:lnTo>
                    <a:pt x="192727" y="913231"/>
                  </a:lnTo>
                  <a:lnTo>
                    <a:pt x="192174" y="911171"/>
                  </a:lnTo>
                  <a:lnTo>
                    <a:pt x="191475" y="910992"/>
                  </a:lnTo>
                  <a:lnTo>
                    <a:pt x="191146" y="910204"/>
                  </a:lnTo>
                  <a:lnTo>
                    <a:pt x="190806" y="909549"/>
                  </a:lnTo>
                  <a:lnTo>
                    <a:pt x="190311" y="909742"/>
                  </a:lnTo>
                  <a:lnTo>
                    <a:pt x="189888" y="910948"/>
                  </a:lnTo>
                  <a:lnTo>
                    <a:pt x="189102" y="910992"/>
                  </a:lnTo>
                  <a:lnTo>
                    <a:pt x="188607" y="911488"/>
                  </a:lnTo>
                  <a:lnTo>
                    <a:pt x="188025" y="912561"/>
                  </a:lnTo>
                  <a:lnTo>
                    <a:pt x="187471" y="912068"/>
                  </a:lnTo>
                  <a:lnTo>
                    <a:pt x="187122" y="911127"/>
                  </a:lnTo>
                  <a:lnTo>
                    <a:pt x="186372" y="911116"/>
                  </a:lnTo>
                  <a:lnTo>
                    <a:pt x="186423" y="906880"/>
                  </a:lnTo>
                  <a:lnTo>
                    <a:pt x="187744" y="900600"/>
                  </a:lnTo>
                  <a:lnTo>
                    <a:pt x="188099" y="897677"/>
                  </a:lnTo>
                  <a:lnTo>
                    <a:pt x="187927" y="896021"/>
                  </a:lnTo>
                  <a:lnTo>
                    <a:pt x="188322" y="890177"/>
                  </a:lnTo>
                  <a:lnTo>
                    <a:pt x="189284" y="880150"/>
                  </a:lnTo>
                  <a:lnTo>
                    <a:pt x="189591" y="873588"/>
                  </a:lnTo>
                  <a:lnTo>
                    <a:pt x="189242" y="870492"/>
                  </a:lnTo>
                  <a:lnTo>
                    <a:pt x="189233" y="868330"/>
                  </a:lnTo>
                  <a:lnTo>
                    <a:pt x="189727" y="866489"/>
                  </a:lnTo>
                  <a:lnTo>
                    <a:pt x="189968" y="865941"/>
                  </a:lnTo>
                  <a:lnTo>
                    <a:pt x="188728" y="863693"/>
                  </a:lnTo>
                  <a:lnTo>
                    <a:pt x="188060" y="861641"/>
                  </a:lnTo>
                  <a:lnTo>
                    <a:pt x="187201" y="860175"/>
                  </a:lnTo>
                  <a:lnTo>
                    <a:pt x="186279" y="859004"/>
                  </a:lnTo>
                  <a:lnTo>
                    <a:pt x="185834" y="859491"/>
                  </a:lnTo>
                  <a:lnTo>
                    <a:pt x="185357" y="860175"/>
                  </a:lnTo>
                  <a:lnTo>
                    <a:pt x="184435" y="861249"/>
                  </a:lnTo>
                  <a:lnTo>
                    <a:pt x="183386" y="863107"/>
                  </a:lnTo>
                  <a:lnTo>
                    <a:pt x="182846" y="863791"/>
                  </a:lnTo>
                  <a:lnTo>
                    <a:pt x="181892" y="864475"/>
                  </a:lnTo>
                  <a:lnTo>
                    <a:pt x="180811" y="865061"/>
                  </a:lnTo>
                  <a:lnTo>
                    <a:pt x="179921" y="864671"/>
                  </a:lnTo>
                  <a:lnTo>
                    <a:pt x="179157" y="864279"/>
                  </a:lnTo>
                  <a:lnTo>
                    <a:pt x="178680" y="863107"/>
                  </a:lnTo>
                  <a:lnTo>
                    <a:pt x="178426" y="860565"/>
                  </a:lnTo>
                  <a:lnTo>
                    <a:pt x="178426" y="858415"/>
                  </a:lnTo>
                  <a:lnTo>
                    <a:pt x="178267" y="855287"/>
                  </a:lnTo>
                  <a:lnTo>
                    <a:pt x="177695" y="853530"/>
                  </a:lnTo>
                  <a:lnTo>
                    <a:pt x="177504" y="852162"/>
                  </a:lnTo>
                  <a:lnTo>
                    <a:pt x="177472" y="850500"/>
                  </a:lnTo>
                  <a:lnTo>
                    <a:pt x="177536" y="848644"/>
                  </a:lnTo>
                  <a:lnTo>
                    <a:pt x="177695" y="847277"/>
                  </a:lnTo>
                  <a:lnTo>
                    <a:pt x="177599" y="845614"/>
                  </a:lnTo>
                  <a:lnTo>
                    <a:pt x="177345" y="844440"/>
                  </a:lnTo>
                  <a:lnTo>
                    <a:pt x="177409" y="842388"/>
                  </a:lnTo>
                  <a:lnTo>
                    <a:pt x="177282" y="839555"/>
                  </a:lnTo>
                  <a:lnTo>
                    <a:pt x="176900" y="837794"/>
                  </a:lnTo>
                  <a:lnTo>
                    <a:pt x="176709" y="835743"/>
                  </a:lnTo>
                  <a:lnTo>
                    <a:pt x="176709" y="833691"/>
                  </a:lnTo>
                  <a:lnTo>
                    <a:pt x="176423" y="831639"/>
                  </a:lnTo>
                  <a:lnTo>
                    <a:pt x="176391" y="829391"/>
                  </a:lnTo>
                  <a:lnTo>
                    <a:pt x="176645" y="827340"/>
                  </a:lnTo>
                  <a:lnTo>
                    <a:pt x="176741" y="825288"/>
                  </a:lnTo>
                  <a:lnTo>
                    <a:pt x="176455" y="823822"/>
                  </a:lnTo>
                  <a:lnTo>
                    <a:pt x="175914" y="822942"/>
                  </a:lnTo>
                  <a:lnTo>
                    <a:pt x="175501" y="820596"/>
                  </a:lnTo>
                  <a:lnTo>
                    <a:pt x="175437" y="817566"/>
                  </a:lnTo>
                  <a:lnTo>
                    <a:pt x="174992" y="815904"/>
                  </a:lnTo>
                  <a:lnTo>
                    <a:pt x="174515" y="814536"/>
                  </a:lnTo>
                  <a:lnTo>
                    <a:pt x="173975" y="814536"/>
                  </a:lnTo>
                  <a:lnTo>
                    <a:pt x="173148" y="813754"/>
                  </a:lnTo>
                  <a:lnTo>
                    <a:pt x="172417" y="813852"/>
                  </a:lnTo>
                  <a:lnTo>
                    <a:pt x="171240" y="813754"/>
                  </a:lnTo>
                  <a:lnTo>
                    <a:pt x="170700" y="813266"/>
                  </a:lnTo>
                  <a:lnTo>
                    <a:pt x="170414" y="812190"/>
                  </a:lnTo>
                  <a:lnTo>
                    <a:pt x="169683" y="810724"/>
                  </a:lnTo>
                  <a:lnTo>
                    <a:pt x="169269" y="808185"/>
                  </a:lnTo>
                  <a:lnTo>
                    <a:pt x="168760" y="807697"/>
                  </a:lnTo>
                  <a:lnTo>
                    <a:pt x="168029" y="808476"/>
                  </a:lnTo>
                  <a:lnTo>
                    <a:pt x="167775" y="809454"/>
                  </a:lnTo>
                  <a:lnTo>
                    <a:pt x="167489" y="810822"/>
                  </a:lnTo>
                  <a:lnTo>
                    <a:pt x="166980" y="812386"/>
                  </a:lnTo>
                  <a:lnTo>
                    <a:pt x="166312" y="812288"/>
                  </a:lnTo>
                  <a:lnTo>
                    <a:pt x="165613" y="813168"/>
                  </a:lnTo>
                  <a:lnTo>
                    <a:pt x="164945" y="813266"/>
                  </a:lnTo>
                  <a:lnTo>
                    <a:pt x="164055" y="813462"/>
                  </a:lnTo>
                  <a:lnTo>
                    <a:pt x="163164" y="812681"/>
                  </a:lnTo>
                  <a:lnTo>
                    <a:pt x="162083" y="811800"/>
                  </a:lnTo>
                  <a:lnTo>
                    <a:pt x="161161" y="811215"/>
                  </a:lnTo>
                  <a:lnTo>
                    <a:pt x="160271" y="811800"/>
                  </a:lnTo>
                  <a:lnTo>
                    <a:pt x="159667" y="811310"/>
                  </a:lnTo>
                  <a:lnTo>
                    <a:pt x="158872" y="811018"/>
                  </a:lnTo>
                  <a:lnTo>
                    <a:pt x="157982" y="810822"/>
                  </a:lnTo>
                  <a:lnTo>
                    <a:pt x="157282" y="809258"/>
                  </a:lnTo>
                  <a:lnTo>
                    <a:pt x="156519" y="808378"/>
                  </a:lnTo>
                  <a:lnTo>
                    <a:pt x="156106" y="808672"/>
                  </a:lnTo>
                  <a:lnTo>
                    <a:pt x="155565" y="809651"/>
                  </a:lnTo>
                  <a:lnTo>
                    <a:pt x="154993" y="809454"/>
                  </a:lnTo>
                  <a:lnTo>
                    <a:pt x="154262" y="808672"/>
                  </a:lnTo>
                  <a:lnTo>
                    <a:pt x="153975" y="806817"/>
                  </a:lnTo>
                  <a:lnTo>
                    <a:pt x="154039" y="805642"/>
                  </a:lnTo>
                  <a:lnTo>
                    <a:pt x="154198" y="804471"/>
                  </a:lnTo>
                  <a:lnTo>
                    <a:pt x="154484" y="802809"/>
                  </a:lnTo>
                  <a:lnTo>
                    <a:pt x="154325" y="801048"/>
                  </a:lnTo>
                  <a:lnTo>
                    <a:pt x="154389" y="799487"/>
                  </a:lnTo>
                  <a:lnTo>
                    <a:pt x="154516" y="798117"/>
                  </a:lnTo>
                  <a:lnTo>
                    <a:pt x="154643" y="796555"/>
                  </a:lnTo>
                  <a:lnTo>
                    <a:pt x="154548" y="795090"/>
                  </a:lnTo>
                  <a:lnTo>
                    <a:pt x="154516" y="793526"/>
                  </a:lnTo>
                  <a:lnTo>
                    <a:pt x="154452" y="792060"/>
                  </a:lnTo>
                  <a:lnTo>
                    <a:pt x="154357" y="790496"/>
                  </a:lnTo>
                  <a:lnTo>
                    <a:pt x="154739" y="788248"/>
                  </a:lnTo>
                  <a:lnTo>
                    <a:pt x="155056" y="786389"/>
                  </a:lnTo>
                  <a:lnTo>
                    <a:pt x="154866" y="784828"/>
                  </a:lnTo>
                  <a:lnTo>
                    <a:pt x="154929" y="783752"/>
                  </a:lnTo>
                  <a:lnTo>
                    <a:pt x="155184" y="781992"/>
                  </a:lnTo>
                  <a:lnTo>
                    <a:pt x="155501" y="779845"/>
                  </a:lnTo>
                  <a:lnTo>
                    <a:pt x="155470" y="775837"/>
                  </a:lnTo>
                  <a:lnTo>
                    <a:pt x="155184" y="773490"/>
                  </a:lnTo>
                  <a:lnTo>
                    <a:pt x="154874" y="772856"/>
                  </a:lnTo>
                  <a:lnTo>
                    <a:pt x="154795" y="772146"/>
                  </a:lnTo>
                  <a:lnTo>
                    <a:pt x="154945" y="771219"/>
                  </a:lnTo>
                  <a:lnTo>
                    <a:pt x="154781" y="770264"/>
                  </a:lnTo>
                  <a:lnTo>
                    <a:pt x="154718" y="769289"/>
                  </a:lnTo>
                  <a:lnTo>
                    <a:pt x="154882" y="768435"/>
                  </a:lnTo>
                  <a:lnTo>
                    <a:pt x="154654" y="766747"/>
                  </a:lnTo>
                  <a:lnTo>
                    <a:pt x="154198" y="766259"/>
                  </a:lnTo>
                  <a:lnTo>
                    <a:pt x="154039" y="765771"/>
                  </a:lnTo>
                  <a:lnTo>
                    <a:pt x="153880" y="763913"/>
                  </a:lnTo>
                  <a:lnTo>
                    <a:pt x="153753" y="761763"/>
                  </a:lnTo>
                  <a:lnTo>
                    <a:pt x="153816" y="760101"/>
                  </a:lnTo>
                  <a:lnTo>
                    <a:pt x="153594" y="758635"/>
                  </a:lnTo>
                  <a:lnTo>
                    <a:pt x="153276" y="757758"/>
                  </a:lnTo>
                  <a:lnTo>
                    <a:pt x="152958" y="756194"/>
                  </a:lnTo>
                  <a:lnTo>
                    <a:pt x="152640" y="755019"/>
                  </a:lnTo>
                  <a:lnTo>
                    <a:pt x="152513" y="753360"/>
                  </a:lnTo>
                  <a:lnTo>
                    <a:pt x="152302" y="751213"/>
                  </a:lnTo>
                  <a:lnTo>
                    <a:pt x="152937" y="750812"/>
                  </a:lnTo>
                  <a:lnTo>
                    <a:pt x="153188" y="749609"/>
                  </a:lnTo>
                  <a:lnTo>
                    <a:pt x="153635" y="747978"/>
                  </a:lnTo>
                  <a:lnTo>
                    <a:pt x="154221" y="747551"/>
                  </a:lnTo>
                  <a:lnTo>
                    <a:pt x="154919" y="746951"/>
                  </a:lnTo>
                  <a:lnTo>
                    <a:pt x="155177" y="745745"/>
                  </a:lnTo>
                  <a:lnTo>
                    <a:pt x="153550" y="741405"/>
                  </a:lnTo>
                  <a:lnTo>
                    <a:pt x="152574" y="738799"/>
                  </a:lnTo>
                  <a:lnTo>
                    <a:pt x="153145" y="735276"/>
                  </a:lnTo>
                  <a:lnTo>
                    <a:pt x="154110" y="729334"/>
                  </a:lnTo>
                  <a:lnTo>
                    <a:pt x="155044" y="723580"/>
                  </a:lnTo>
                  <a:lnTo>
                    <a:pt x="155757" y="719191"/>
                  </a:lnTo>
                  <a:lnTo>
                    <a:pt x="155939" y="718380"/>
                  </a:lnTo>
                  <a:lnTo>
                    <a:pt x="156560" y="718100"/>
                  </a:lnTo>
                  <a:lnTo>
                    <a:pt x="156447" y="715835"/>
                  </a:lnTo>
                  <a:lnTo>
                    <a:pt x="156425" y="714352"/>
                  </a:lnTo>
                  <a:lnTo>
                    <a:pt x="155923" y="714265"/>
                  </a:lnTo>
                  <a:lnTo>
                    <a:pt x="156482" y="708915"/>
                  </a:lnTo>
                  <a:lnTo>
                    <a:pt x="157307" y="701286"/>
                  </a:lnTo>
                  <a:lnTo>
                    <a:pt x="157933" y="695503"/>
                  </a:lnTo>
                  <a:lnTo>
                    <a:pt x="158134" y="694533"/>
                  </a:lnTo>
                  <a:lnTo>
                    <a:pt x="158586" y="694262"/>
                  </a:lnTo>
                  <a:lnTo>
                    <a:pt x="158687" y="693593"/>
                  </a:lnTo>
                  <a:lnTo>
                    <a:pt x="158144" y="692661"/>
                  </a:lnTo>
                  <a:lnTo>
                    <a:pt x="157813" y="690863"/>
                  </a:lnTo>
                  <a:lnTo>
                    <a:pt x="157090" y="685695"/>
                  </a:lnTo>
                  <a:lnTo>
                    <a:pt x="155951" y="677551"/>
                  </a:lnTo>
                  <a:lnTo>
                    <a:pt x="155868" y="674634"/>
                  </a:lnTo>
                  <a:lnTo>
                    <a:pt x="155448" y="672833"/>
                  </a:lnTo>
                  <a:lnTo>
                    <a:pt x="154751" y="673431"/>
                  </a:lnTo>
                  <a:lnTo>
                    <a:pt x="153925" y="672856"/>
                  </a:lnTo>
                  <a:lnTo>
                    <a:pt x="151862" y="668430"/>
                  </a:lnTo>
                  <a:lnTo>
                    <a:pt x="150495" y="666038"/>
                  </a:lnTo>
                  <a:lnTo>
                    <a:pt x="150031" y="664624"/>
                  </a:lnTo>
                  <a:lnTo>
                    <a:pt x="149825" y="660082"/>
                  </a:lnTo>
                  <a:lnTo>
                    <a:pt x="149417" y="655063"/>
                  </a:lnTo>
                  <a:lnTo>
                    <a:pt x="149241" y="648856"/>
                  </a:lnTo>
                  <a:lnTo>
                    <a:pt x="149314" y="647365"/>
                  </a:lnTo>
                  <a:lnTo>
                    <a:pt x="150469" y="642655"/>
                  </a:lnTo>
                  <a:lnTo>
                    <a:pt x="150466" y="640274"/>
                  </a:lnTo>
                  <a:lnTo>
                    <a:pt x="150564" y="638197"/>
                  </a:lnTo>
                  <a:lnTo>
                    <a:pt x="150515" y="636555"/>
                  </a:lnTo>
                  <a:lnTo>
                    <a:pt x="150229" y="636532"/>
                  </a:lnTo>
                  <a:lnTo>
                    <a:pt x="149765" y="637250"/>
                  </a:lnTo>
                  <a:lnTo>
                    <a:pt x="149064" y="637804"/>
                  </a:lnTo>
                  <a:lnTo>
                    <a:pt x="148666" y="637851"/>
                  </a:lnTo>
                  <a:lnTo>
                    <a:pt x="144635" y="637406"/>
                  </a:lnTo>
                  <a:lnTo>
                    <a:pt x="140049" y="636898"/>
                  </a:lnTo>
                  <a:lnTo>
                    <a:pt x="136234" y="636477"/>
                  </a:lnTo>
                  <a:lnTo>
                    <a:pt x="132923" y="636111"/>
                  </a:lnTo>
                  <a:lnTo>
                    <a:pt x="132811" y="632056"/>
                  </a:lnTo>
                  <a:lnTo>
                    <a:pt x="132624" y="625255"/>
                  </a:lnTo>
                  <a:lnTo>
                    <a:pt x="132492" y="620430"/>
                  </a:lnTo>
                  <a:lnTo>
                    <a:pt x="132281" y="612774"/>
                  </a:lnTo>
                  <a:lnTo>
                    <a:pt x="130953" y="608007"/>
                  </a:lnTo>
                  <a:lnTo>
                    <a:pt x="129511" y="602833"/>
                  </a:lnTo>
                  <a:lnTo>
                    <a:pt x="129004" y="601509"/>
                  </a:lnTo>
                  <a:lnTo>
                    <a:pt x="130746" y="601344"/>
                  </a:lnTo>
                  <a:lnTo>
                    <a:pt x="131983" y="601226"/>
                  </a:lnTo>
                  <a:lnTo>
                    <a:pt x="131737" y="587332"/>
                  </a:lnTo>
                  <a:lnTo>
                    <a:pt x="131361" y="585912"/>
                  </a:lnTo>
                  <a:lnTo>
                    <a:pt x="131028" y="581427"/>
                  </a:lnTo>
                  <a:lnTo>
                    <a:pt x="130801" y="578888"/>
                  </a:lnTo>
                  <a:lnTo>
                    <a:pt x="130187" y="576828"/>
                  </a:lnTo>
                  <a:lnTo>
                    <a:pt x="130047" y="574513"/>
                  </a:lnTo>
                  <a:lnTo>
                    <a:pt x="130160" y="572967"/>
                  </a:lnTo>
                  <a:lnTo>
                    <a:pt x="130495" y="572009"/>
                  </a:lnTo>
                  <a:lnTo>
                    <a:pt x="130717" y="569622"/>
                  </a:lnTo>
                  <a:lnTo>
                    <a:pt x="130550" y="567221"/>
                  </a:lnTo>
                  <a:lnTo>
                    <a:pt x="130187" y="564988"/>
                  </a:lnTo>
                  <a:lnTo>
                    <a:pt x="129740" y="562844"/>
                  </a:lnTo>
                  <a:lnTo>
                    <a:pt x="128887" y="561528"/>
                  </a:lnTo>
                  <a:lnTo>
                    <a:pt x="127666" y="559136"/>
                  </a:lnTo>
                  <a:lnTo>
                    <a:pt x="125819" y="556094"/>
                  </a:lnTo>
                  <a:lnTo>
                    <a:pt x="124257" y="553976"/>
                  </a:lnTo>
                  <a:lnTo>
                    <a:pt x="123755" y="554236"/>
                  </a:lnTo>
                  <a:lnTo>
                    <a:pt x="120997" y="555064"/>
                  </a:lnTo>
                  <a:lnTo>
                    <a:pt x="120079" y="555497"/>
                  </a:lnTo>
                  <a:lnTo>
                    <a:pt x="119462" y="555012"/>
                  </a:lnTo>
                  <a:lnTo>
                    <a:pt x="117403" y="555035"/>
                  </a:lnTo>
                  <a:lnTo>
                    <a:pt x="116593" y="553405"/>
                  </a:lnTo>
                  <a:lnTo>
                    <a:pt x="115915" y="551509"/>
                  </a:lnTo>
                  <a:lnTo>
                    <a:pt x="114472" y="546655"/>
                  </a:lnTo>
                  <a:lnTo>
                    <a:pt x="114249" y="544226"/>
                  </a:lnTo>
                  <a:lnTo>
                    <a:pt x="113691" y="543455"/>
                  </a:lnTo>
                  <a:lnTo>
                    <a:pt x="112846" y="543750"/>
                  </a:lnTo>
                  <a:lnTo>
                    <a:pt x="111991" y="543418"/>
                  </a:lnTo>
                  <a:lnTo>
                    <a:pt x="110331" y="541404"/>
                  </a:lnTo>
                  <a:lnTo>
                    <a:pt x="108778" y="539337"/>
                  </a:lnTo>
                  <a:lnTo>
                    <a:pt x="108024" y="539424"/>
                  </a:lnTo>
                  <a:lnTo>
                    <a:pt x="107354" y="538137"/>
                  </a:lnTo>
                  <a:lnTo>
                    <a:pt x="106174" y="534986"/>
                  </a:lnTo>
                  <a:lnTo>
                    <a:pt x="105624" y="533759"/>
                  </a:lnTo>
                  <a:lnTo>
                    <a:pt x="105372" y="532129"/>
                  </a:lnTo>
                  <a:lnTo>
                    <a:pt x="105121" y="529728"/>
                  </a:lnTo>
                  <a:lnTo>
                    <a:pt x="104647" y="529212"/>
                  </a:lnTo>
                  <a:lnTo>
                    <a:pt x="104033" y="529642"/>
                  </a:lnTo>
                  <a:lnTo>
                    <a:pt x="103368" y="530874"/>
                  </a:lnTo>
                  <a:lnTo>
                    <a:pt x="102437" y="530051"/>
                  </a:lnTo>
                  <a:lnTo>
                    <a:pt x="101297" y="527838"/>
                  </a:lnTo>
                  <a:lnTo>
                    <a:pt x="100560" y="526110"/>
                  </a:lnTo>
                  <a:lnTo>
                    <a:pt x="100139" y="525290"/>
                  </a:lnTo>
                  <a:lnTo>
                    <a:pt x="99150" y="524081"/>
                  </a:lnTo>
                  <a:lnTo>
                    <a:pt x="98193" y="523827"/>
                  </a:lnTo>
                  <a:lnTo>
                    <a:pt x="96746" y="525607"/>
                  </a:lnTo>
                  <a:lnTo>
                    <a:pt x="95563" y="524880"/>
                  </a:lnTo>
                  <a:lnTo>
                    <a:pt x="93704" y="524237"/>
                  </a:lnTo>
                  <a:lnTo>
                    <a:pt x="92113" y="522950"/>
                  </a:lnTo>
                  <a:lnTo>
                    <a:pt x="91534" y="519594"/>
                  </a:lnTo>
                  <a:lnTo>
                    <a:pt x="91220" y="517372"/>
                  </a:lnTo>
                  <a:lnTo>
                    <a:pt x="90275" y="515981"/>
                  </a:lnTo>
                  <a:lnTo>
                    <a:pt x="89522" y="514284"/>
                  </a:lnTo>
                  <a:lnTo>
                    <a:pt x="88624" y="511710"/>
                  </a:lnTo>
                  <a:lnTo>
                    <a:pt x="88178" y="510850"/>
                  </a:lnTo>
                  <a:lnTo>
                    <a:pt x="87366" y="510132"/>
                  </a:lnTo>
                  <a:lnTo>
                    <a:pt x="86614" y="509223"/>
                  </a:lnTo>
                  <a:lnTo>
                    <a:pt x="86530" y="507592"/>
                  </a:lnTo>
                  <a:lnTo>
                    <a:pt x="86251" y="505445"/>
                  </a:lnTo>
                  <a:lnTo>
                    <a:pt x="86185" y="504914"/>
                  </a:lnTo>
                  <a:lnTo>
                    <a:pt x="85674" y="502309"/>
                  </a:lnTo>
                  <a:lnTo>
                    <a:pt x="85435" y="502127"/>
                  </a:lnTo>
                  <a:lnTo>
                    <a:pt x="85171" y="502638"/>
                  </a:lnTo>
                  <a:lnTo>
                    <a:pt x="84972" y="503016"/>
                  </a:lnTo>
                  <a:lnTo>
                    <a:pt x="84757" y="502554"/>
                  </a:lnTo>
                  <a:lnTo>
                    <a:pt x="84718" y="501388"/>
                  </a:lnTo>
                  <a:lnTo>
                    <a:pt x="84856" y="499521"/>
                  </a:lnTo>
                  <a:lnTo>
                    <a:pt x="84560" y="497562"/>
                  </a:lnTo>
                  <a:lnTo>
                    <a:pt x="83828" y="495507"/>
                  </a:lnTo>
                  <a:lnTo>
                    <a:pt x="83446" y="493383"/>
                  </a:lnTo>
                  <a:lnTo>
                    <a:pt x="83413" y="491185"/>
                  </a:lnTo>
                  <a:lnTo>
                    <a:pt x="83251" y="489716"/>
                  </a:lnTo>
                  <a:lnTo>
                    <a:pt x="82958" y="488974"/>
                  </a:lnTo>
                  <a:lnTo>
                    <a:pt x="82794" y="487684"/>
                  </a:lnTo>
                  <a:lnTo>
                    <a:pt x="82758" y="485852"/>
                  </a:lnTo>
                  <a:lnTo>
                    <a:pt x="82970" y="483667"/>
                  </a:lnTo>
                  <a:lnTo>
                    <a:pt x="83430" y="481140"/>
                  </a:lnTo>
                  <a:lnTo>
                    <a:pt x="83331" y="477238"/>
                  </a:lnTo>
                  <a:lnTo>
                    <a:pt x="82675" y="471978"/>
                  </a:lnTo>
                  <a:lnTo>
                    <a:pt x="82312" y="468180"/>
                  </a:lnTo>
                  <a:lnTo>
                    <a:pt x="82244" y="465851"/>
                  </a:lnTo>
                  <a:lnTo>
                    <a:pt x="82342" y="464126"/>
                  </a:lnTo>
                  <a:lnTo>
                    <a:pt x="82740" y="462449"/>
                  </a:lnTo>
                  <a:lnTo>
                    <a:pt x="83532" y="458334"/>
                  </a:lnTo>
                  <a:lnTo>
                    <a:pt x="83672" y="455195"/>
                  </a:lnTo>
                  <a:lnTo>
                    <a:pt x="83422" y="451654"/>
                  </a:lnTo>
                  <a:lnTo>
                    <a:pt x="83388" y="448953"/>
                  </a:lnTo>
                  <a:lnTo>
                    <a:pt x="83568" y="447095"/>
                  </a:lnTo>
                  <a:lnTo>
                    <a:pt x="83294" y="444659"/>
                  </a:lnTo>
                  <a:lnTo>
                    <a:pt x="82734" y="442359"/>
                  </a:lnTo>
                  <a:lnTo>
                    <a:pt x="82343" y="442302"/>
                  </a:lnTo>
                  <a:lnTo>
                    <a:pt x="81812" y="442931"/>
                  </a:lnTo>
                  <a:lnTo>
                    <a:pt x="81171" y="444873"/>
                  </a:lnTo>
                  <a:lnTo>
                    <a:pt x="80417" y="445216"/>
                  </a:lnTo>
                  <a:lnTo>
                    <a:pt x="79747" y="444016"/>
                  </a:lnTo>
                  <a:lnTo>
                    <a:pt x="77652" y="444518"/>
                  </a:lnTo>
                  <a:lnTo>
                    <a:pt x="74395" y="445718"/>
                  </a:lnTo>
                  <a:lnTo>
                    <a:pt x="73091" y="446962"/>
                  </a:lnTo>
                  <a:lnTo>
                    <a:pt x="72325" y="447493"/>
                  </a:lnTo>
                  <a:lnTo>
                    <a:pt x="71397" y="447900"/>
                  </a:lnTo>
                  <a:lnTo>
                    <a:pt x="69911" y="450133"/>
                  </a:lnTo>
                  <a:lnTo>
                    <a:pt x="66243" y="458805"/>
                  </a:lnTo>
                  <a:lnTo>
                    <a:pt x="65484" y="460060"/>
                  </a:lnTo>
                  <a:lnTo>
                    <a:pt x="64619" y="460233"/>
                  </a:lnTo>
                  <a:lnTo>
                    <a:pt x="64116" y="461434"/>
                  </a:lnTo>
                  <a:lnTo>
                    <a:pt x="63307" y="462377"/>
                  </a:lnTo>
                  <a:lnTo>
                    <a:pt x="61716" y="465808"/>
                  </a:lnTo>
                  <a:lnTo>
                    <a:pt x="60906" y="468555"/>
                  </a:lnTo>
                  <a:lnTo>
                    <a:pt x="60376" y="471043"/>
                  </a:lnTo>
                  <a:lnTo>
                    <a:pt x="59762" y="471129"/>
                  </a:lnTo>
                  <a:lnTo>
                    <a:pt x="59287" y="470443"/>
                  </a:lnTo>
                  <a:lnTo>
                    <a:pt x="57781" y="470786"/>
                  </a:lnTo>
                  <a:lnTo>
                    <a:pt x="57012" y="471634"/>
                  </a:lnTo>
                  <a:lnTo>
                    <a:pt x="56176" y="474055"/>
                  </a:lnTo>
                  <a:lnTo>
                    <a:pt x="55138" y="478430"/>
                  </a:lnTo>
                  <a:lnTo>
                    <a:pt x="54710" y="479674"/>
                  </a:lnTo>
                  <a:lnTo>
                    <a:pt x="53875" y="480961"/>
                  </a:lnTo>
                  <a:lnTo>
                    <a:pt x="52910" y="482026"/>
                  </a:lnTo>
                  <a:lnTo>
                    <a:pt x="51715" y="483633"/>
                  </a:lnTo>
                  <a:lnTo>
                    <a:pt x="51180" y="483740"/>
                  </a:lnTo>
                  <a:lnTo>
                    <a:pt x="50707" y="484025"/>
                  </a:lnTo>
                  <a:lnTo>
                    <a:pt x="50299" y="483292"/>
                  </a:lnTo>
                  <a:lnTo>
                    <a:pt x="50163" y="481725"/>
                  </a:lnTo>
                  <a:lnTo>
                    <a:pt x="49546" y="480736"/>
                  </a:lnTo>
                  <a:lnTo>
                    <a:pt x="48072" y="480239"/>
                  </a:lnTo>
                  <a:lnTo>
                    <a:pt x="45891" y="479097"/>
                  </a:lnTo>
                  <a:lnTo>
                    <a:pt x="43641" y="478874"/>
                  </a:lnTo>
                  <a:lnTo>
                    <a:pt x="42525" y="478981"/>
                  </a:lnTo>
                  <a:lnTo>
                    <a:pt x="41608" y="479050"/>
                  </a:lnTo>
                  <a:lnTo>
                    <a:pt x="40014" y="478439"/>
                  </a:lnTo>
                  <a:lnTo>
                    <a:pt x="38855" y="478335"/>
                  </a:lnTo>
                  <a:lnTo>
                    <a:pt x="37836" y="479887"/>
                  </a:lnTo>
                  <a:lnTo>
                    <a:pt x="36358" y="481815"/>
                  </a:lnTo>
                  <a:lnTo>
                    <a:pt x="35682" y="482305"/>
                  </a:lnTo>
                  <a:lnTo>
                    <a:pt x="35186" y="482378"/>
                  </a:lnTo>
                  <a:lnTo>
                    <a:pt x="34703" y="482138"/>
                  </a:lnTo>
                  <a:lnTo>
                    <a:pt x="34139" y="481140"/>
                  </a:lnTo>
                  <a:lnTo>
                    <a:pt x="33347" y="478837"/>
                  </a:lnTo>
                  <a:lnTo>
                    <a:pt x="32739" y="479723"/>
                  </a:lnTo>
                  <a:lnTo>
                    <a:pt x="32299" y="480710"/>
                  </a:lnTo>
                  <a:lnTo>
                    <a:pt x="32306" y="475703"/>
                  </a:lnTo>
                  <a:lnTo>
                    <a:pt x="32318" y="468174"/>
                  </a:lnTo>
                  <a:lnTo>
                    <a:pt x="32327" y="461535"/>
                  </a:lnTo>
                  <a:lnTo>
                    <a:pt x="32335" y="456222"/>
                  </a:lnTo>
                  <a:lnTo>
                    <a:pt x="32344" y="450024"/>
                  </a:lnTo>
                  <a:lnTo>
                    <a:pt x="32351" y="445649"/>
                  </a:lnTo>
                  <a:lnTo>
                    <a:pt x="32765" y="443987"/>
                  </a:lnTo>
                  <a:lnTo>
                    <a:pt x="33021" y="442129"/>
                  </a:lnTo>
                  <a:lnTo>
                    <a:pt x="32714" y="439644"/>
                  </a:lnTo>
                  <a:lnTo>
                    <a:pt x="32780" y="437367"/>
                  </a:lnTo>
                  <a:lnTo>
                    <a:pt x="32993" y="435783"/>
                  </a:lnTo>
                  <a:lnTo>
                    <a:pt x="33272" y="434236"/>
                  </a:lnTo>
                  <a:lnTo>
                    <a:pt x="32630" y="435010"/>
                  </a:lnTo>
                  <a:lnTo>
                    <a:pt x="32351" y="435440"/>
                  </a:lnTo>
                  <a:lnTo>
                    <a:pt x="32009" y="436614"/>
                  </a:lnTo>
                  <a:lnTo>
                    <a:pt x="31182" y="438201"/>
                  </a:lnTo>
                  <a:lnTo>
                    <a:pt x="30627" y="439785"/>
                  </a:lnTo>
                  <a:lnTo>
                    <a:pt x="29970" y="441078"/>
                  </a:lnTo>
                  <a:lnTo>
                    <a:pt x="29141" y="443935"/>
                  </a:lnTo>
                  <a:lnTo>
                    <a:pt x="28459" y="445502"/>
                  </a:lnTo>
                  <a:lnTo>
                    <a:pt x="27752" y="446497"/>
                  </a:lnTo>
                  <a:lnTo>
                    <a:pt x="26573" y="449853"/>
                  </a:lnTo>
                  <a:lnTo>
                    <a:pt x="25597" y="450520"/>
                  </a:lnTo>
                  <a:lnTo>
                    <a:pt x="23015" y="451037"/>
                  </a:lnTo>
                  <a:lnTo>
                    <a:pt x="20329" y="451022"/>
                  </a:lnTo>
                  <a:lnTo>
                    <a:pt x="17872" y="451011"/>
                  </a:lnTo>
                  <a:lnTo>
                    <a:pt x="17501" y="450967"/>
                  </a:lnTo>
                  <a:lnTo>
                    <a:pt x="17525" y="448203"/>
                  </a:lnTo>
                  <a:lnTo>
                    <a:pt x="17585" y="446249"/>
                  </a:lnTo>
                  <a:lnTo>
                    <a:pt x="16747" y="444189"/>
                  </a:lnTo>
                  <a:lnTo>
                    <a:pt x="16691" y="441652"/>
                  </a:lnTo>
                  <a:lnTo>
                    <a:pt x="16468" y="439901"/>
                  </a:lnTo>
                  <a:lnTo>
                    <a:pt x="16189" y="437757"/>
                  </a:lnTo>
                  <a:lnTo>
                    <a:pt x="15602" y="436383"/>
                  </a:lnTo>
                  <a:lnTo>
                    <a:pt x="14779" y="435852"/>
                  </a:lnTo>
                  <a:lnTo>
                    <a:pt x="13426" y="434666"/>
                  </a:lnTo>
                  <a:lnTo>
                    <a:pt x="11419" y="433434"/>
                  </a:lnTo>
                  <a:lnTo>
                    <a:pt x="9501" y="433348"/>
                  </a:lnTo>
                  <a:lnTo>
                    <a:pt x="7620" y="433466"/>
                  </a:lnTo>
                  <a:lnTo>
                    <a:pt x="8769" y="429160"/>
                  </a:lnTo>
                  <a:lnTo>
                    <a:pt x="9918" y="424858"/>
                  </a:lnTo>
                  <a:lnTo>
                    <a:pt x="9883" y="421107"/>
                  </a:lnTo>
                  <a:lnTo>
                    <a:pt x="8955" y="417846"/>
                  </a:lnTo>
                  <a:lnTo>
                    <a:pt x="8455" y="415814"/>
                  </a:lnTo>
                  <a:lnTo>
                    <a:pt x="7680" y="413015"/>
                  </a:lnTo>
                  <a:lnTo>
                    <a:pt x="6725" y="411085"/>
                  </a:lnTo>
                  <a:lnTo>
                    <a:pt x="6203" y="408514"/>
                  </a:lnTo>
                  <a:lnTo>
                    <a:pt x="6252" y="406952"/>
                  </a:lnTo>
                  <a:lnTo>
                    <a:pt x="6168" y="405922"/>
                  </a:lnTo>
                  <a:lnTo>
                    <a:pt x="5805" y="405322"/>
                  </a:lnTo>
                  <a:lnTo>
                    <a:pt x="5442" y="404378"/>
                  </a:lnTo>
                  <a:lnTo>
                    <a:pt x="4940" y="403348"/>
                  </a:lnTo>
                  <a:lnTo>
                    <a:pt x="4354" y="401978"/>
                  </a:lnTo>
                  <a:lnTo>
                    <a:pt x="4354" y="400604"/>
                  </a:lnTo>
                  <a:lnTo>
                    <a:pt x="4130" y="399144"/>
                  </a:lnTo>
                  <a:lnTo>
                    <a:pt x="3768" y="397430"/>
                  </a:lnTo>
                  <a:lnTo>
                    <a:pt x="3768" y="396056"/>
                  </a:lnTo>
                  <a:lnTo>
                    <a:pt x="3433" y="393912"/>
                  </a:lnTo>
                  <a:lnTo>
                    <a:pt x="3070" y="392368"/>
                  </a:lnTo>
                  <a:lnTo>
                    <a:pt x="2707" y="391338"/>
                  </a:lnTo>
                  <a:lnTo>
                    <a:pt x="2177" y="389881"/>
                  </a:lnTo>
                  <a:lnTo>
                    <a:pt x="2204" y="388678"/>
                  </a:lnTo>
                  <a:lnTo>
                    <a:pt x="2595" y="388077"/>
                  </a:lnTo>
                  <a:lnTo>
                    <a:pt x="2763" y="386707"/>
                  </a:lnTo>
                  <a:lnTo>
                    <a:pt x="2707" y="385333"/>
                  </a:lnTo>
                  <a:lnTo>
                    <a:pt x="2260" y="384476"/>
                  </a:lnTo>
                  <a:lnTo>
                    <a:pt x="1730" y="384046"/>
                  </a:lnTo>
                  <a:lnTo>
                    <a:pt x="1032" y="381559"/>
                  </a:lnTo>
                  <a:lnTo>
                    <a:pt x="530" y="380272"/>
                  </a:lnTo>
                  <a:lnTo>
                    <a:pt x="195" y="379498"/>
                  </a:lnTo>
                  <a:lnTo>
                    <a:pt x="0" y="378641"/>
                  </a:lnTo>
                  <a:lnTo>
                    <a:pt x="195" y="378041"/>
                  </a:lnTo>
                  <a:lnTo>
                    <a:pt x="418" y="377181"/>
                  </a:lnTo>
                  <a:lnTo>
                    <a:pt x="474" y="375811"/>
                  </a:lnTo>
                  <a:lnTo>
                    <a:pt x="362" y="374524"/>
                  </a:lnTo>
                  <a:lnTo>
                    <a:pt x="362" y="373407"/>
                  </a:lnTo>
                  <a:lnTo>
                    <a:pt x="698" y="373063"/>
                  </a:lnTo>
                  <a:lnTo>
                    <a:pt x="1060" y="373237"/>
                  </a:lnTo>
                  <a:lnTo>
                    <a:pt x="1423" y="372550"/>
                  </a:lnTo>
                  <a:lnTo>
                    <a:pt x="1897" y="372293"/>
                  </a:lnTo>
                  <a:lnTo>
                    <a:pt x="2428" y="372120"/>
                  </a:lnTo>
                  <a:lnTo>
                    <a:pt x="2707" y="371349"/>
                  </a:lnTo>
                  <a:lnTo>
                    <a:pt x="2679" y="369976"/>
                  </a:lnTo>
                  <a:lnTo>
                    <a:pt x="2344" y="367315"/>
                  </a:lnTo>
                  <a:lnTo>
                    <a:pt x="2009" y="366201"/>
                  </a:lnTo>
                  <a:lnTo>
                    <a:pt x="1897" y="364571"/>
                  </a:lnTo>
                  <a:lnTo>
                    <a:pt x="2170" y="361428"/>
                  </a:lnTo>
                  <a:lnTo>
                    <a:pt x="2345" y="359426"/>
                  </a:lnTo>
                  <a:lnTo>
                    <a:pt x="2956" y="357299"/>
                  </a:lnTo>
                  <a:lnTo>
                    <a:pt x="4827" y="352740"/>
                  </a:lnTo>
                  <a:lnTo>
                    <a:pt x="6504" y="349643"/>
                  </a:lnTo>
                  <a:lnTo>
                    <a:pt x="7322" y="349329"/>
                  </a:lnTo>
                  <a:lnTo>
                    <a:pt x="7927" y="348180"/>
                  </a:lnTo>
                  <a:lnTo>
                    <a:pt x="8312" y="346426"/>
                  </a:lnTo>
                  <a:lnTo>
                    <a:pt x="8418" y="344507"/>
                  </a:lnTo>
                  <a:lnTo>
                    <a:pt x="8332" y="342836"/>
                  </a:lnTo>
                  <a:lnTo>
                    <a:pt x="8020" y="340363"/>
                  </a:lnTo>
                  <a:lnTo>
                    <a:pt x="7648" y="337284"/>
                  </a:lnTo>
                  <a:lnTo>
                    <a:pt x="7368" y="335570"/>
                  </a:lnTo>
                  <a:lnTo>
                    <a:pt x="7620" y="333510"/>
                  </a:lnTo>
                  <a:lnTo>
                    <a:pt x="8067" y="330693"/>
                  </a:lnTo>
                  <a:lnTo>
                    <a:pt x="8978" y="326443"/>
                  </a:lnTo>
                  <a:lnTo>
                    <a:pt x="9826" y="321872"/>
                  </a:lnTo>
                  <a:lnTo>
                    <a:pt x="9919" y="320536"/>
                  </a:lnTo>
                  <a:lnTo>
                    <a:pt x="10028" y="317746"/>
                  </a:lnTo>
                  <a:lnTo>
                    <a:pt x="10419" y="312052"/>
                  </a:lnTo>
                  <a:lnTo>
                    <a:pt x="10635" y="308970"/>
                  </a:lnTo>
                  <a:lnTo>
                    <a:pt x="10522" y="307773"/>
                  </a:lnTo>
                  <a:lnTo>
                    <a:pt x="10719" y="306740"/>
                  </a:lnTo>
                  <a:lnTo>
                    <a:pt x="11249" y="305883"/>
                  </a:lnTo>
                  <a:lnTo>
                    <a:pt x="12529" y="305098"/>
                  </a:lnTo>
                  <a:lnTo>
                    <a:pt x="13398" y="303395"/>
                  </a:lnTo>
                  <a:lnTo>
                    <a:pt x="14738" y="300195"/>
                  </a:lnTo>
                  <a:lnTo>
                    <a:pt x="15855" y="296790"/>
                  </a:lnTo>
                  <a:lnTo>
                    <a:pt x="16778" y="295693"/>
                  </a:lnTo>
                  <a:lnTo>
                    <a:pt x="18453" y="292542"/>
                  </a:lnTo>
                  <a:lnTo>
                    <a:pt x="19416" y="290543"/>
                  </a:lnTo>
                  <a:lnTo>
                    <a:pt x="19793" y="289913"/>
                  </a:lnTo>
                  <a:lnTo>
                    <a:pt x="20739" y="288468"/>
                  </a:lnTo>
                  <a:lnTo>
                    <a:pt x="22435" y="287963"/>
                  </a:lnTo>
                  <a:lnTo>
                    <a:pt x="23848" y="287443"/>
                  </a:lnTo>
                  <a:lnTo>
                    <a:pt x="24647" y="286494"/>
                  </a:lnTo>
                  <a:lnTo>
                    <a:pt x="25815" y="286101"/>
                  </a:lnTo>
                  <a:lnTo>
                    <a:pt x="26601" y="285034"/>
                  </a:lnTo>
                  <a:lnTo>
                    <a:pt x="27474" y="285005"/>
                  </a:lnTo>
                  <a:lnTo>
                    <a:pt x="29113" y="283920"/>
                  </a:lnTo>
                  <a:lnTo>
                    <a:pt x="29671" y="282290"/>
                  </a:lnTo>
                  <a:lnTo>
                    <a:pt x="30148" y="280348"/>
                  </a:lnTo>
                  <a:lnTo>
                    <a:pt x="30788" y="278685"/>
                  </a:lnTo>
                  <a:lnTo>
                    <a:pt x="31537" y="278258"/>
                  </a:lnTo>
                  <a:lnTo>
                    <a:pt x="32373" y="278547"/>
                  </a:lnTo>
                  <a:lnTo>
                    <a:pt x="33372" y="278515"/>
                  </a:lnTo>
                  <a:lnTo>
                    <a:pt x="34584" y="277999"/>
                  </a:lnTo>
                  <a:lnTo>
                    <a:pt x="35170" y="279286"/>
                  </a:lnTo>
                  <a:lnTo>
                    <a:pt x="35427" y="280861"/>
                  </a:lnTo>
                  <a:lnTo>
                    <a:pt x="36175" y="282463"/>
                  </a:lnTo>
                  <a:lnTo>
                    <a:pt x="36705" y="282373"/>
                  </a:lnTo>
                  <a:lnTo>
                    <a:pt x="37236" y="282033"/>
                  </a:lnTo>
                  <a:lnTo>
                    <a:pt x="37961" y="283406"/>
                  </a:lnTo>
                  <a:lnTo>
                    <a:pt x="38436" y="283233"/>
                  </a:lnTo>
                  <a:lnTo>
                    <a:pt x="38743" y="282463"/>
                  </a:lnTo>
                  <a:lnTo>
                    <a:pt x="38802" y="280535"/>
                  </a:lnTo>
                  <a:lnTo>
                    <a:pt x="38972" y="279490"/>
                  </a:lnTo>
                  <a:lnTo>
                    <a:pt x="39329" y="273462"/>
                  </a:lnTo>
                  <a:lnTo>
                    <a:pt x="39918" y="263513"/>
                  </a:lnTo>
                  <a:lnTo>
                    <a:pt x="40453" y="254492"/>
                  </a:lnTo>
                  <a:lnTo>
                    <a:pt x="41044" y="244508"/>
                  </a:lnTo>
                  <a:lnTo>
                    <a:pt x="41656" y="234194"/>
                  </a:lnTo>
                  <a:lnTo>
                    <a:pt x="42274" y="223751"/>
                  </a:lnTo>
                  <a:lnTo>
                    <a:pt x="42782" y="215181"/>
                  </a:lnTo>
                  <a:lnTo>
                    <a:pt x="43219" y="207814"/>
                  </a:lnTo>
                  <a:lnTo>
                    <a:pt x="43486" y="203295"/>
                  </a:lnTo>
                  <a:lnTo>
                    <a:pt x="43906" y="197376"/>
                  </a:lnTo>
                  <a:lnTo>
                    <a:pt x="44070" y="192176"/>
                  </a:lnTo>
                  <a:lnTo>
                    <a:pt x="44240" y="190676"/>
                  </a:lnTo>
                  <a:lnTo>
                    <a:pt x="44132" y="189415"/>
                  </a:lnTo>
                  <a:lnTo>
                    <a:pt x="43770" y="187623"/>
                  </a:lnTo>
                  <a:lnTo>
                    <a:pt x="43774" y="186835"/>
                  </a:lnTo>
                  <a:lnTo>
                    <a:pt x="43816" y="185791"/>
                  </a:lnTo>
                  <a:lnTo>
                    <a:pt x="43774" y="184879"/>
                  </a:lnTo>
                  <a:lnTo>
                    <a:pt x="43392" y="183903"/>
                  </a:lnTo>
                  <a:lnTo>
                    <a:pt x="43095" y="183315"/>
                  </a:lnTo>
                  <a:lnTo>
                    <a:pt x="42862" y="182469"/>
                  </a:lnTo>
                  <a:lnTo>
                    <a:pt x="42756" y="181295"/>
                  </a:lnTo>
                  <a:lnTo>
                    <a:pt x="42565" y="180123"/>
                  </a:lnTo>
                  <a:lnTo>
                    <a:pt x="42480" y="178885"/>
                  </a:lnTo>
                  <a:lnTo>
                    <a:pt x="42205" y="177907"/>
                  </a:lnTo>
                  <a:lnTo>
                    <a:pt x="42120" y="176669"/>
                  </a:lnTo>
                  <a:lnTo>
                    <a:pt x="42311" y="175497"/>
                  </a:lnTo>
                  <a:lnTo>
                    <a:pt x="42396" y="174260"/>
                  </a:lnTo>
                  <a:lnTo>
                    <a:pt x="42311" y="173085"/>
                  </a:lnTo>
                  <a:lnTo>
                    <a:pt x="42205" y="171717"/>
                  </a:lnTo>
                  <a:lnTo>
                    <a:pt x="41993" y="170416"/>
                  </a:lnTo>
                  <a:lnTo>
                    <a:pt x="41671" y="169622"/>
                  </a:lnTo>
                  <a:lnTo>
                    <a:pt x="40902" y="168739"/>
                  </a:lnTo>
                  <a:lnTo>
                    <a:pt x="40128" y="166636"/>
                  </a:lnTo>
                  <a:lnTo>
                    <a:pt x="39216" y="164748"/>
                  </a:lnTo>
                  <a:lnTo>
                    <a:pt x="38050" y="161164"/>
                  </a:lnTo>
                  <a:lnTo>
                    <a:pt x="37796" y="159471"/>
                  </a:lnTo>
                  <a:lnTo>
                    <a:pt x="37792" y="154819"/>
                  </a:lnTo>
                  <a:lnTo>
                    <a:pt x="37842" y="149772"/>
                  </a:lnTo>
                  <a:lnTo>
                    <a:pt x="37917" y="142148"/>
                  </a:lnTo>
                  <a:lnTo>
                    <a:pt x="37956" y="138270"/>
                  </a:lnTo>
                  <a:lnTo>
                    <a:pt x="38614" y="138056"/>
                  </a:lnTo>
                  <a:lnTo>
                    <a:pt x="39194" y="137951"/>
                  </a:lnTo>
                  <a:lnTo>
                    <a:pt x="39800" y="137682"/>
                  </a:lnTo>
                  <a:lnTo>
                    <a:pt x="40328" y="137417"/>
                  </a:lnTo>
                  <a:lnTo>
                    <a:pt x="40813" y="136859"/>
                  </a:lnTo>
                  <a:lnTo>
                    <a:pt x="41176" y="136166"/>
                  </a:lnTo>
                  <a:lnTo>
                    <a:pt x="41610" y="135714"/>
                  </a:lnTo>
                  <a:lnTo>
                    <a:pt x="41947" y="135875"/>
                  </a:lnTo>
                  <a:lnTo>
                    <a:pt x="42285" y="135263"/>
                  </a:lnTo>
                  <a:lnTo>
                    <a:pt x="42657" y="134677"/>
                  </a:lnTo>
                  <a:lnTo>
                    <a:pt x="43021" y="134198"/>
                  </a:lnTo>
                  <a:lnTo>
                    <a:pt x="43549" y="133798"/>
                  </a:lnTo>
                  <a:lnTo>
                    <a:pt x="44042" y="134730"/>
                  </a:lnTo>
                  <a:lnTo>
                    <a:pt x="44319" y="135661"/>
                  </a:lnTo>
                  <a:lnTo>
                    <a:pt x="44640" y="136114"/>
                  </a:lnTo>
                  <a:lnTo>
                    <a:pt x="44942" y="136007"/>
                  </a:lnTo>
                  <a:lnTo>
                    <a:pt x="45150" y="136088"/>
                  </a:lnTo>
                  <a:lnTo>
                    <a:pt x="45367" y="136833"/>
                  </a:lnTo>
                  <a:lnTo>
                    <a:pt x="45644" y="136886"/>
                  </a:lnTo>
                  <a:lnTo>
                    <a:pt x="46042" y="136753"/>
                  </a:lnTo>
                  <a:lnTo>
                    <a:pt x="46414" y="136593"/>
                  </a:lnTo>
                  <a:lnTo>
                    <a:pt x="46587" y="136381"/>
                  </a:lnTo>
                  <a:lnTo>
                    <a:pt x="46614" y="135901"/>
                  </a:lnTo>
                  <a:lnTo>
                    <a:pt x="46518" y="135077"/>
                  </a:lnTo>
                  <a:lnTo>
                    <a:pt x="46388" y="134303"/>
                  </a:lnTo>
                  <a:lnTo>
                    <a:pt x="46492" y="133107"/>
                  </a:lnTo>
                  <a:lnTo>
                    <a:pt x="46501" y="131670"/>
                  </a:lnTo>
                  <a:lnTo>
                    <a:pt x="46518" y="129835"/>
                  </a:lnTo>
                  <a:lnTo>
                    <a:pt x="46224" y="128824"/>
                  </a:lnTo>
                  <a:lnTo>
                    <a:pt x="45930" y="126907"/>
                  </a:lnTo>
                  <a:lnTo>
                    <a:pt x="45601" y="125364"/>
                  </a:lnTo>
                  <a:lnTo>
                    <a:pt x="45090" y="124326"/>
                  </a:lnTo>
                  <a:lnTo>
                    <a:pt x="44613" y="123927"/>
                  </a:lnTo>
                  <a:lnTo>
                    <a:pt x="44215" y="124566"/>
                  </a:lnTo>
                  <a:lnTo>
                    <a:pt x="43843" y="124671"/>
                  </a:lnTo>
                  <a:lnTo>
                    <a:pt x="43566" y="124087"/>
                  </a:lnTo>
                  <a:lnTo>
                    <a:pt x="43116" y="124061"/>
                  </a:lnTo>
                  <a:lnTo>
                    <a:pt x="42631" y="123875"/>
                  </a:lnTo>
                  <a:lnTo>
                    <a:pt x="42118" y="123654"/>
                  </a:lnTo>
                  <a:lnTo>
                    <a:pt x="41195" y="124072"/>
                  </a:lnTo>
                  <a:lnTo>
                    <a:pt x="40865" y="123554"/>
                  </a:lnTo>
                  <a:lnTo>
                    <a:pt x="40414" y="123501"/>
                  </a:lnTo>
                  <a:lnTo>
                    <a:pt x="39895" y="124059"/>
                  </a:lnTo>
                  <a:lnTo>
                    <a:pt x="39908" y="116694"/>
                  </a:lnTo>
                  <a:lnTo>
                    <a:pt x="39921" y="109746"/>
                  </a:lnTo>
                  <a:lnTo>
                    <a:pt x="39930" y="104876"/>
                  </a:lnTo>
                  <a:lnTo>
                    <a:pt x="40397" y="104981"/>
                  </a:lnTo>
                  <a:lnTo>
                    <a:pt x="40977" y="104104"/>
                  </a:lnTo>
                  <a:lnTo>
                    <a:pt x="41838" y="103968"/>
                  </a:lnTo>
                  <a:lnTo>
                    <a:pt x="42500" y="103043"/>
                  </a:lnTo>
                  <a:lnTo>
                    <a:pt x="42868" y="102970"/>
                  </a:lnTo>
                  <a:lnTo>
                    <a:pt x="43568" y="103423"/>
                  </a:lnTo>
                  <a:lnTo>
                    <a:pt x="44297" y="104372"/>
                  </a:lnTo>
                  <a:lnTo>
                    <a:pt x="45014" y="104506"/>
                  </a:lnTo>
                  <a:lnTo>
                    <a:pt x="46893" y="104505"/>
                  </a:lnTo>
                  <a:lnTo>
                    <a:pt x="48922" y="104502"/>
                  </a:lnTo>
                  <a:lnTo>
                    <a:pt x="51179" y="104499"/>
                  </a:lnTo>
                  <a:lnTo>
                    <a:pt x="53438" y="104496"/>
                  </a:lnTo>
                  <a:lnTo>
                    <a:pt x="55398" y="104493"/>
                  </a:lnTo>
                  <a:lnTo>
                    <a:pt x="56004" y="104548"/>
                  </a:lnTo>
                  <a:lnTo>
                    <a:pt x="55651" y="102931"/>
                  </a:lnTo>
                  <a:lnTo>
                    <a:pt x="55241" y="100834"/>
                  </a:lnTo>
                  <a:lnTo>
                    <a:pt x="55399" y="99184"/>
                  </a:lnTo>
                  <a:lnTo>
                    <a:pt x="55602" y="97521"/>
                  </a:lnTo>
                  <a:lnTo>
                    <a:pt x="55838" y="96653"/>
                  </a:lnTo>
                  <a:lnTo>
                    <a:pt x="56449" y="97576"/>
                  </a:lnTo>
                  <a:lnTo>
                    <a:pt x="56961" y="100403"/>
                  </a:lnTo>
                  <a:lnTo>
                    <a:pt x="57385" y="102532"/>
                  </a:lnTo>
                  <a:lnTo>
                    <a:pt x="57800" y="103581"/>
                  </a:lnTo>
                  <a:lnTo>
                    <a:pt x="58314" y="103701"/>
                  </a:lnTo>
                  <a:lnTo>
                    <a:pt x="58898" y="103343"/>
                  </a:lnTo>
                  <a:lnTo>
                    <a:pt x="59479" y="102472"/>
                  </a:lnTo>
                  <a:lnTo>
                    <a:pt x="60471" y="98570"/>
                  </a:lnTo>
                  <a:lnTo>
                    <a:pt x="61458" y="95233"/>
                  </a:lnTo>
                  <a:lnTo>
                    <a:pt x="61969" y="94112"/>
                  </a:lnTo>
                  <a:lnTo>
                    <a:pt x="62511" y="93080"/>
                  </a:lnTo>
                  <a:lnTo>
                    <a:pt x="62914" y="92689"/>
                  </a:lnTo>
                  <a:lnTo>
                    <a:pt x="63465" y="92821"/>
                  </a:lnTo>
                  <a:lnTo>
                    <a:pt x="63931" y="93733"/>
                  </a:lnTo>
                  <a:lnTo>
                    <a:pt x="64233" y="95321"/>
                  </a:lnTo>
                  <a:lnTo>
                    <a:pt x="65336" y="100854"/>
                  </a:lnTo>
                  <a:lnTo>
                    <a:pt x="66169" y="105027"/>
                  </a:lnTo>
                  <a:lnTo>
                    <a:pt x="66448" y="107628"/>
                  </a:lnTo>
                  <a:lnTo>
                    <a:pt x="66466" y="113981"/>
                  </a:lnTo>
                  <a:lnTo>
                    <a:pt x="66415" y="119613"/>
                  </a:lnTo>
                  <a:lnTo>
                    <a:pt x="66524" y="120340"/>
                  </a:lnTo>
                  <a:lnTo>
                    <a:pt x="66688" y="120547"/>
                  </a:lnTo>
                  <a:lnTo>
                    <a:pt x="68507" y="119227"/>
                  </a:lnTo>
                  <a:lnTo>
                    <a:pt x="70977" y="126050"/>
                  </a:lnTo>
                  <a:lnTo>
                    <a:pt x="72802" y="131087"/>
                  </a:lnTo>
                  <a:lnTo>
                    <a:pt x="73591" y="132698"/>
                  </a:lnTo>
                  <a:lnTo>
                    <a:pt x="74029" y="133148"/>
                  </a:lnTo>
                  <a:lnTo>
                    <a:pt x="75090" y="132813"/>
                  </a:lnTo>
                  <a:lnTo>
                    <a:pt x="76351" y="132161"/>
                  </a:lnTo>
                  <a:lnTo>
                    <a:pt x="76964" y="131439"/>
                  </a:lnTo>
                  <a:lnTo>
                    <a:pt x="77641" y="129862"/>
                  </a:lnTo>
                  <a:lnTo>
                    <a:pt x="78742" y="127672"/>
                  </a:lnTo>
                  <a:lnTo>
                    <a:pt x="79638" y="126467"/>
                  </a:lnTo>
                  <a:lnTo>
                    <a:pt x="79991" y="126307"/>
                  </a:lnTo>
                  <a:lnTo>
                    <a:pt x="80345" y="126694"/>
                  </a:lnTo>
                  <a:lnTo>
                    <a:pt x="81101" y="128003"/>
                  </a:lnTo>
                  <a:lnTo>
                    <a:pt x="81514" y="130445"/>
                  </a:lnTo>
                  <a:lnTo>
                    <a:pt x="81133" y="133279"/>
                  </a:lnTo>
                  <a:lnTo>
                    <a:pt x="81197" y="135038"/>
                  </a:lnTo>
                  <a:lnTo>
                    <a:pt x="81991" y="134941"/>
                  </a:lnTo>
                  <a:lnTo>
                    <a:pt x="82627" y="132009"/>
                  </a:lnTo>
                  <a:lnTo>
                    <a:pt x="83073" y="129699"/>
                  </a:lnTo>
                  <a:lnTo>
                    <a:pt x="84005" y="127831"/>
                  </a:lnTo>
                  <a:lnTo>
                    <a:pt x="84911" y="125162"/>
                  </a:lnTo>
                  <a:lnTo>
                    <a:pt x="85545" y="122624"/>
                  </a:lnTo>
                  <a:lnTo>
                    <a:pt x="86287" y="121136"/>
                  </a:lnTo>
                  <a:lnTo>
                    <a:pt x="87406" y="119325"/>
                  </a:lnTo>
                  <a:lnTo>
                    <a:pt x="88292" y="118220"/>
                  </a:lnTo>
                  <a:lnTo>
                    <a:pt x="89123" y="118333"/>
                  </a:lnTo>
                  <a:lnTo>
                    <a:pt x="89739" y="117135"/>
                  </a:lnTo>
                  <a:lnTo>
                    <a:pt x="90538" y="114889"/>
                  </a:lnTo>
                  <a:lnTo>
                    <a:pt x="91096" y="113082"/>
                  </a:lnTo>
                  <a:lnTo>
                    <a:pt x="91483" y="112439"/>
                  </a:lnTo>
                  <a:lnTo>
                    <a:pt x="92261" y="112613"/>
                  </a:lnTo>
                  <a:lnTo>
                    <a:pt x="93231" y="112365"/>
                  </a:lnTo>
                  <a:lnTo>
                    <a:pt x="94185" y="110172"/>
                  </a:lnTo>
                  <a:lnTo>
                    <a:pt x="95052" y="107519"/>
                  </a:lnTo>
                  <a:lnTo>
                    <a:pt x="95511" y="103050"/>
                  </a:lnTo>
                  <a:lnTo>
                    <a:pt x="95815" y="99093"/>
                  </a:lnTo>
                  <a:lnTo>
                    <a:pt x="96074" y="98290"/>
                  </a:lnTo>
                  <a:lnTo>
                    <a:pt x="96389" y="97657"/>
                  </a:lnTo>
                  <a:lnTo>
                    <a:pt x="96760" y="97244"/>
                  </a:lnTo>
                  <a:lnTo>
                    <a:pt x="97651" y="96957"/>
                  </a:lnTo>
                  <a:lnTo>
                    <a:pt x="99212" y="94846"/>
                  </a:lnTo>
                  <a:lnTo>
                    <a:pt x="100287" y="92708"/>
                  </a:lnTo>
                  <a:lnTo>
                    <a:pt x="101310" y="92249"/>
                  </a:lnTo>
                  <a:lnTo>
                    <a:pt x="101611" y="91672"/>
                  </a:lnTo>
                  <a:lnTo>
                    <a:pt x="101982" y="89694"/>
                  </a:lnTo>
                  <a:lnTo>
                    <a:pt x="102166" y="86210"/>
                  </a:lnTo>
                  <a:lnTo>
                    <a:pt x="102027" y="84097"/>
                  </a:lnTo>
                  <a:lnTo>
                    <a:pt x="100149" y="83447"/>
                  </a:lnTo>
                  <a:lnTo>
                    <a:pt x="98919" y="83444"/>
                  </a:lnTo>
                  <a:lnTo>
                    <a:pt x="96885" y="82900"/>
                  </a:lnTo>
                  <a:lnTo>
                    <a:pt x="95916" y="82030"/>
                  </a:lnTo>
                  <a:lnTo>
                    <a:pt x="95708" y="81424"/>
                  </a:lnTo>
                  <a:lnTo>
                    <a:pt x="95686" y="80753"/>
                  </a:lnTo>
                  <a:lnTo>
                    <a:pt x="95880" y="79247"/>
                  </a:lnTo>
                  <a:lnTo>
                    <a:pt x="96069" y="76416"/>
                  </a:lnTo>
                  <a:lnTo>
                    <a:pt x="95793" y="72585"/>
                  </a:lnTo>
                  <a:lnTo>
                    <a:pt x="94776" y="66576"/>
                  </a:lnTo>
                  <a:lnTo>
                    <a:pt x="94052" y="60672"/>
                  </a:lnTo>
                  <a:lnTo>
                    <a:pt x="93957" y="56555"/>
                  </a:lnTo>
                  <a:lnTo>
                    <a:pt x="93973" y="52205"/>
                  </a:lnTo>
                  <a:lnTo>
                    <a:pt x="94030" y="49363"/>
                  </a:lnTo>
                  <a:lnTo>
                    <a:pt x="93509" y="47138"/>
                  </a:lnTo>
                  <a:lnTo>
                    <a:pt x="90696" y="40132"/>
                  </a:lnTo>
                  <a:lnTo>
                    <a:pt x="89724" y="36822"/>
                  </a:lnTo>
                  <a:lnTo>
                    <a:pt x="89401" y="34532"/>
                  </a:lnTo>
                  <a:lnTo>
                    <a:pt x="88293" y="30307"/>
                  </a:lnTo>
                  <a:lnTo>
                    <a:pt x="88574" y="29015"/>
                  </a:lnTo>
                  <a:lnTo>
                    <a:pt x="89212" y="29062"/>
                  </a:lnTo>
                  <a:lnTo>
                    <a:pt x="89758" y="30165"/>
                  </a:lnTo>
                  <a:lnTo>
                    <a:pt x="90256" y="32511"/>
                  </a:lnTo>
                  <a:lnTo>
                    <a:pt x="90615" y="33037"/>
                  </a:lnTo>
                  <a:lnTo>
                    <a:pt x="91104" y="33034"/>
                  </a:lnTo>
                  <a:lnTo>
                    <a:pt x="93698" y="33024"/>
                  </a:lnTo>
                  <a:lnTo>
                    <a:pt x="94305" y="33423"/>
                  </a:lnTo>
                  <a:lnTo>
                    <a:pt x="94673" y="34212"/>
                  </a:lnTo>
                  <a:lnTo>
                    <a:pt x="94986" y="35191"/>
                  </a:lnTo>
                  <a:lnTo>
                    <a:pt x="95450" y="37927"/>
                  </a:lnTo>
                  <a:lnTo>
                    <a:pt x="95949" y="39266"/>
                  </a:lnTo>
                  <a:lnTo>
                    <a:pt x="96976" y="39220"/>
                  </a:lnTo>
                  <a:lnTo>
                    <a:pt x="98588" y="39164"/>
                  </a:lnTo>
                  <a:lnTo>
                    <a:pt x="99492" y="38920"/>
                  </a:lnTo>
                  <a:lnTo>
                    <a:pt x="100034" y="39682"/>
                  </a:lnTo>
                  <a:lnTo>
                    <a:pt x="100705" y="40312"/>
                  </a:lnTo>
                  <a:lnTo>
                    <a:pt x="102118" y="38859"/>
                  </a:lnTo>
                  <a:lnTo>
                    <a:pt x="102514" y="38829"/>
                  </a:lnTo>
                  <a:lnTo>
                    <a:pt x="102936" y="39468"/>
                  </a:lnTo>
                  <a:lnTo>
                    <a:pt x="104460" y="44368"/>
                  </a:lnTo>
                  <a:lnTo>
                    <a:pt x="105334" y="46435"/>
                  </a:lnTo>
                  <a:lnTo>
                    <a:pt x="106071" y="49170"/>
                  </a:lnTo>
                  <a:lnTo>
                    <a:pt x="107145" y="49184"/>
                  </a:lnTo>
                  <a:lnTo>
                    <a:pt x="108033" y="46835"/>
                  </a:lnTo>
                  <a:lnTo>
                    <a:pt x="108270" y="38934"/>
                  </a:lnTo>
                  <a:lnTo>
                    <a:pt x="108537" y="36641"/>
                  </a:lnTo>
                  <a:lnTo>
                    <a:pt x="108987" y="35999"/>
                  </a:lnTo>
                  <a:lnTo>
                    <a:pt x="109521" y="35921"/>
                  </a:lnTo>
                  <a:lnTo>
                    <a:pt x="110154" y="34679"/>
                  </a:lnTo>
                  <a:lnTo>
                    <a:pt x="110840" y="33078"/>
                  </a:lnTo>
                  <a:lnTo>
                    <a:pt x="111435" y="32540"/>
                  </a:lnTo>
                  <a:lnTo>
                    <a:pt x="113911" y="34264"/>
                  </a:lnTo>
                  <a:lnTo>
                    <a:pt x="114599" y="33438"/>
                  </a:lnTo>
                  <a:lnTo>
                    <a:pt x="117106" y="31349"/>
                  </a:lnTo>
                  <a:lnTo>
                    <a:pt x="119669" y="28667"/>
                  </a:lnTo>
                  <a:lnTo>
                    <a:pt x="120388" y="25285"/>
                  </a:lnTo>
                  <a:lnTo>
                    <a:pt x="121464" y="24376"/>
                  </a:lnTo>
                  <a:lnTo>
                    <a:pt x="122304" y="21897"/>
                  </a:lnTo>
                  <a:lnTo>
                    <a:pt x="122984" y="22158"/>
                  </a:lnTo>
                  <a:lnTo>
                    <a:pt x="124012" y="22258"/>
                  </a:lnTo>
                  <a:lnTo>
                    <a:pt x="124648" y="21825"/>
                  </a:lnTo>
                  <a:lnTo>
                    <a:pt x="124970" y="21355"/>
                  </a:lnTo>
                  <a:lnTo>
                    <a:pt x="125320" y="20189"/>
                  </a:lnTo>
                  <a:lnTo>
                    <a:pt x="125898" y="16876"/>
                  </a:lnTo>
                  <a:lnTo>
                    <a:pt x="126599" y="15624"/>
                  </a:lnTo>
                  <a:lnTo>
                    <a:pt x="127480" y="14296"/>
                  </a:lnTo>
                  <a:lnTo>
                    <a:pt x="128081" y="12731"/>
                  </a:lnTo>
                  <a:lnTo>
                    <a:pt x="128577" y="10798"/>
                  </a:lnTo>
                  <a:lnTo>
                    <a:pt x="128805" y="9118"/>
                  </a:lnTo>
                  <a:lnTo>
                    <a:pt x="128799" y="7782"/>
                  </a:lnTo>
                  <a:lnTo>
                    <a:pt x="128506" y="5199"/>
                  </a:lnTo>
                  <a:lnTo>
                    <a:pt x="128150" y="2765"/>
                  </a:lnTo>
                  <a:lnTo>
                    <a:pt x="127766" y="1962"/>
                  </a:lnTo>
                  <a:lnTo>
                    <a:pt x="127476" y="1652"/>
                  </a:lnTo>
                  <a:lnTo>
                    <a:pt x="128348" y="1087"/>
                  </a:lnTo>
                  <a:lnTo>
                    <a:pt x="129069" y="1934"/>
                  </a:lnTo>
                  <a:lnTo>
                    <a:pt x="130193" y="2064"/>
                  </a:lnTo>
                  <a:lnTo>
                    <a:pt x="130681" y="1412"/>
                  </a:lnTo>
                  <a:lnTo>
                    <a:pt x="131388" y="1732"/>
                  </a:lnTo>
                  <a:lnTo>
                    <a:pt x="132287" y="0"/>
                  </a:lnTo>
                  <a:lnTo>
                    <a:pt x="132863" y="565"/>
                  </a:lnTo>
                  <a:lnTo>
                    <a:pt x="133245" y="565"/>
                  </a:lnTo>
                  <a:lnTo>
                    <a:pt x="133592" y="1882"/>
                  </a:lnTo>
                  <a:lnTo>
                    <a:pt x="133860" y="3367"/>
                  </a:lnTo>
                  <a:lnTo>
                    <a:pt x="134700" y="5173"/>
                  </a:lnTo>
                  <a:lnTo>
                    <a:pt x="134617" y="7922"/>
                  </a:lnTo>
                  <a:lnTo>
                    <a:pt x="134462" y="10355"/>
                  </a:lnTo>
                  <a:lnTo>
                    <a:pt x="134353" y="13157"/>
                  </a:lnTo>
                  <a:lnTo>
                    <a:pt x="134305" y="15289"/>
                  </a:lnTo>
                  <a:lnTo>
                    <a:pt x="133948" y="17472"/>
                  </a:lnTo>
                  <a:lnTo>
                    <a:pt x="133413" y="19511"/>
                  </a:lnTo>
                  <a:lnTo>
                    <a:pt x="133256" y="20339"/>
                  </a:lnTo>
                  <a:lnTo>
                    <a:pt x="133182" y="21414"/>
                  </a:lnTo>
                  <a:lnTo>
                    <a:pt x="133542" y="22066"/>
                  </a:lnTo>
                  <a:lnTo>
                    <a:pt x="134178" y="22261"/>
                  </a:lnTo>
                  <a:lnTo>
                    <a:pt x="134972" y="22346"/>
                  </a:lnTo>
                  <a:lnTo>
                    <a:pt x="135513" y="22978"/>
                  </a:lnTo>
                  <a:lnTo>
                    <a:pt x="136213" y="23108"/>
                  </a:lnTo>
                  <a:lnTo>
                    <a:pt x="137054" y="24859"/>
                  </a:lnTo>
                  <a:lnTo>
                    <a:pt x="137463" y="25910"/>
                  </a:lnTo>
                  <a:lnTo>
                    <a:pt x="137497" y="26725"/>
                  </a:lnTo>
                  <a:lnTo>
                    <a:pt x="137230" y="28671"/>
                  </a:lnTo>
                  <a:lnTo>
                    <a:pt x="137124" y="30471"/>
                  </a:lnTo>
                  <a:lnTo>
                    <a:pt x="137332" y="31610"/>
                  </a:lnTo>
                  <a:lnTo>
                    <a:pt x="137579" y="32431"/>
                  </a:lnTo>
                  <a:lnTo>
                    <a:pt x="138262" y="36487"/>
                  </a:lnTo>
                  <a:lnTo>
                    <a:pt x="138587" y="37898"/>
                  </a:lnTo>
                  <a:lnTo>
                    <a:pt x="138862" y="38353"/>
                  </a:lnTo>
                  <a:lnTo>
                    <a:pt x="138926" y="39135"/>
                  </a:lnTo>
                  <a:lnTo>
                    <a:pt x="138693" y="40615"/>
                  </a:lnTo>
                  <a:lnTo>
                    <a:pt x="138413" y="42499"/>
                  </a:lnTo>
                  <a:lnTo>
                    <a:pt x="137781" y="44477"/>
                  </a:lnTo>
                  <a:lnTo>
                    <a:pt x="137697" y="46041"/>
                  </a:lnTo>
                  <a:lnTo>
                    <a:pt x="137190" y="47024"/>
                  </a:lnTo>
                  <a:lnTo>
                    <a:pt x="136010" y="49360"/>
                  </a:lnTo>
                  <a:lnTo>
                    <a:pt x="136215" y="53064"/>
                  </a:lnTo>
                  <a:lnTo>
                    <a:pt x="136256" y="54942"/>
                  </a:lnTo>
                  <a:lnTo>
                    <a:pt x="136234" y="56401"/>
                  </a:lnTo>
                  <a:lnTo>
                    <a:pt x="135831" y="58355"/>
                  </a:lnTo>
                  <a:lnTo>
                    <a:pt x="135133" y="64124"/>
                  </a:lnTo>
                  <a:lnTo>
                    <a:pt x="134877" y="67001"/>
                  </a:lnTo>
                  <a:lnTo>
                    <a:pt x="134650" y="73651"/>
                  </a:lnTo>
                  <a:lnTo>
                    <a:pt x="134665" y="75881"/>
                  </a:lnTo>
                  <a:lnTo>
                    <a:pt x="134988" y="78883"/>
                  </a:lnTo>
                  <a:lnTo>
                    <a:pt x="135671" y="85545"/>
                  </a:lnTo>
                  <a:lnTo>
                    <a:pt x="136061" y="86605"/>
                  </a:lnTo>
                  <a:lnTo>
                    <a:pt x="136964" y="88169"/>
                  </a:lnTo>
                  <a:lnTo>
                    <a:pt x="137076" y="92675"/>
                  </a:lnTo>
                  <a:lnTo>
                    <a:pt x="136997" y="97380"/>
                  </a:lnTo>
                  <a:lnTo>
                    <a:pt x="136954" y="99205"/>
                  </a:lnTo>
                  <a:lnTo>
                    <a:pt x="137103" y="99987"/>
                  </a:lnTo>
                  <a:lnTo>
                    <a:pt x="137509" y="100362"/>
                  </a:lnTo>
                  <a:lnTo>
                    <a:pt x="137797" y="100928"/>
                  </a:lnTo>
                  <a:lnTo>
                    <a:pt x="137843" y="102320"/>
                  </a:lnTo>
                  <a:lnTo>
                    <a:pt x="137816" y="103766"/>
                  </a:lnTo>
                  <a:lnTo>
                    <a:pt x="138488" y="104601"/>
                  </a:lnTo>
                  <a:lnTo>
                    <a:pt x="139074" y="105134"/>
                  </a:lnTo>
                  <a:lnTo>
                    <a:pt x="139615" y="107131"/>
                  </a:lnTo>
                  <a:lnTo>
                    <a:pt x="140593" y="110236"/>
                  </a:lnTo>
                  <a:lnTo>
                    <a:pt x="140982" y="110801"/>
                  </a:lnTo>
                  <a:lnTo>
                    <a:pt x="141177" y="112090"/>
                  </a:lnTo>
                  <a:lnTo>
                    <a:pt x="142002" y="114707"/>
                  </a:lnTo>
                  <a:lnTo>
                    <a:pt x="143259" y="115664"/>
                  </a:lnTo>
                  <a:lnTo>
                    <a:pt x="144527" y="116818"/>
                  </a:lnTo>
                  <a:lnTo>
                    <a:pt x="145026" y="118464"/>
                  </a:lnTo>
                  <a:lnTo>
                    <a:pt x="145546" y="119802"/>
                  </a:lnTo>
                  <a:lnTo>
                    <a:pt x="145938" y="119872"/>
                  </a:lnTo>
                  <a:lnTo>
                    <a:pt x="146270" y="119657"/>
                  </a:lnTo>
                  <a:lnTo>
                    <a:pt x="146817" y="118504"/>
                  </a:lnTo>
                  <a:lnTo>
                    <a:pt x="147256" y="117513"/>
                  </a:lnTo>
                  <a:lnTo>
                    <a:pt x="148021" y="117569"/>
                  </a:lnTo>
                  <a:lnTo>
                    <a:pt x="148917" y="117406"/>
                  </a:lnTo>
                  <a:lnTo>
                    <a:pt x="149072" y="116591"/>
                  </a:lnTo>
                  <a:lnTo>
                    <a:pt x="149157" y="115542"/>
                  </a:lnTo>
                  <a:lnTo>
                    <a:pt x="148973" y="112856"/>
                  </a:lnTo>
                  <a:lnTo>
                    <a:pt x="149291" y="112041"/>
                  </a:lnTo>
                  <a:lnTo>
                    <a:pt x="150033" y="111583"/>
                  </a:lnTo>
                  <a:lnTo>
                    <a:pt x="150181" y="110150"/>
                  </a:lnTo>
                  <a:lnTo>
                    <a:pt x="150351" y="109368"/>
                  </a:lnTo>
                  <a:lnTo>
                    <a:pt x="150563" y="108457"/>
                  </a:lnTo>
                  <a:lnTo>
                    <a:pt x="150817" y="108327"/>
                  </a:lnTo>
                  <a:lnTo>
                    <a:pt x="151135" y="108848"/>
                  </a:lnTo>
                  <a:lnTo>
                    <a:pt x="151623" y="109174"/>
                  </a:lnTo>
                  <a:lnTo>
                    <a:pt x="152174" y="109630"/>
                  </a:lnTo>
                  <a:lnTo>
                    <a:pt x="152470" y="110541"/>
                  </a:lnTo>
                  <a:lnTo>
                    <a:pt x="152960" y="110619"/>
                  </a:lnTo>
                  <a:lnTo>
                    <a:pt x="153505" y="110445"/>
                  </a:lnTo>
                  <a:lnTo>
                    <a:pt x="153725" y="109863"/>
                  </a:lnTo>
                  <a:lnTo>
                    <a:pt x="153885" y="108848"/>
                  </a:lnTo>
                  <a:lnTo>
                    <a:pt x="154003" y="106657"/>
                  </a:lnTo>
                  <a:lnTo>
                    <a:pt x="154354" y="106594"/>
                  </a:lnTo>
                  <a:lnTo>
                    <a:pt x="155055" y="106100"/>
                  </a:lnTo>
                  <a:lnTo>
                    <a:pt x="155802" y="105134"/>
                  </a:lnTo>
                  <a:lnTo>
                    <a:pt x="156801" y="104992"/>
                  </a:lnTo>
                  <a:lnTo>
                    <a:pt x="157737" y="105013"/>
                  </a:lnTo>
                  <a:lnTo>
                    <a:pt x="158205" y="104363"/>
                  </a:lnTo>
                  <a:lnTo>
                    <a:pt x="158641" y="102952"/>
                  </a:lnTo>
                  <a:lnTo>
                    <a:pt x="159484" y="98960"/>
                  </a:lnTo>
                  <a:lnTo>
                    <a:pt x="159925" y="98038"/>
                  </a:lnTo>
                  <a:lnTo>
                    <a:pt x="160399" y="97348"/>
                  </a:lnTo>
                  <a:lnTo>
                    <a:pt x="160802" y="97474"/>
                  </a:lnTo>
                  <a:lnTo>
                    <a:pt x="161629" y="96813"/>
                  </a:lnTo>
                  <a:lnTo>
                    <a:pt x="162309" y="95856"/>
                  </a:lnTo>
                  <a:lnTo>
                    <a:pt x="162561" y="96097"/>
                  </a:lnTo>
                  <a:lnTo>
                    <a:pt x="163090" y="98146"/>
                  </a:lnTo>
                  <a:lnTo>
                    <a:pt x="163355" y="98596"/>
                  </a:lnTo>
                  <a:lnTo>
                    <a:pt x="163744" y="98739"/>
                  </a:lnTo>
                  <a:lnTo>
                    <a:pt x="165021" y="99778"/>
                  </a:lnTo>
                  <a:lnTo>
                    <a:pt x="165699" y="99455"/>
                  </a:lnTo>
                  <a:lnTo>
                    <a:pt x="166433" y="98801"/>
                  </a:lnTo>
                  <a:lnTo>
                    <a:pt x="167139" y="98555"/>
                  </a:lnTo>
                  <a:lnTo>
                    <a:pt x="167647" y="99010"/>
                  </a:lnTo>
                  <a:lnTo>
                    <a:pt x="168013" y="9841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2249419" y="3240545"/>
              <a:ext cx="2105" cy="7548"/>
            </a:xfrm>
            <a:custGeom>
              <a:avLst/>
              <a:pathLst>
                <a:path w="2105" h="7548">
                  <a:moveTo>
                    <a:pt x="1474" y="6964"/>
                  </a:moveTo>
                  <a:lnTo>
                    <a:pt x="1199" y="7548"/>
                  </a:lnTo>
                  <a:lnTo>
                    <a:pt x="339" y="6370"/>
                  </a:lnTo>
                  <a:lnTo>
                    <a:pt x="37" y="4945"/>
                  </a:lnTo>
                  <a:lnTo>
                    <a:pt x="0" y="429"/>
                  </a:lnTo>
                  <a:lnTo>
                    <a:pt x="529" y="0"/>
                  </a:lnTo>
                  <a:lnTo>
                    <a:pt x="1526" y="3570"/>
                  </a:lnTo>
                  <a:lnTo>
                    <a:pt x="2105" y="48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3928671" y="3489287"/>
              <a:ext cx="2884" cy="16326"/>
            </a:xfrm>
            <a:custGeom>
              <a:avLst/>
              <a:pathLst>
                <a:path w="2884" h="16326">
                  <a:moveTo>
                    <a:pt x="0" y="1"/>
                  </a:moveTo>
                  <a:lnTo>
                    <a:pt x="1089" y="0"/>
                  </a:lnTo>
                  <a:lnTo>
                    <a:pt x="1362" y="976"/>
                  </a:lnTo>
                  <a:lnTo>
                    <a:pt x="1934" y="4407"/>
                  </a:lnTo>
                  <a:lnTo>
                    <a:pt x="2306" y="7853"/>
                  </a:lnTo>
                  <a:lnTo>
                    <a:pt x="2427" y="13102"/>
                  </a:lnTo>
                  <a:lnTo>
                    <a:pt x="2884" y="15335"/>
                  </a:lnTo>
                  <a:lnTo>
                    <a:pt x="2811" y="15793"/>
                  </a:lnTo>
                  <a:lnTo>
                    <a:pt x="2536" y="16168"/>
                  </a:lnTo>
                  <a:lnTo>
                    <a:pt x="2114" y="16326"/>
                  </a:lnTo>
                  <a:lnTo>
                    <a:pt x="1383" y="15824"/>
                  </a:lnTo>
                  <a:lnTo>
                    <a:pt x="771" y="15050"/>
                  </a:lnTo>
                  <a:lnTo>
                    <a:pt x="238" y="9369"/>
                  </a:lnTo>
                  <a:lnTo>
                    <a:pt x="0" y="6157"/>
                  </a:lnTo>
                  <a:lnTo>
                    <a:pt x="19" y="232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3919414" y="3485664"/>
              <a:ext cx="9457" cy="29501"/>
            </a:xfrm>
            <a:custGeom>
              <a:avLst/>
              <a:pathLst>
                <a:path w="9457" h="29501">
                  <a:moveTo>
                    <a:pt x="9256" y="3624"/>
                  </a:moveTo>
                  <a:lnTo>
                    <a:pt x="8468" y="4908"/>
                  </a:lnTo>
                  <a:lnTo>
                    <a:pt x="7697" y="6518"/>
                  </a:lnTo>
                  <a:lnTo>
                    <a:pt x="6924" y="7905"/>
                  </a:lnTo>
                  <a:lnTo>
                    <a:pt x="6564" y="8991"/>
                  </a:lnTo>
                  <a:lnTo>
                    <a:pt x="6692" y="10515"/>
                  </a:lnTo>
                  <a:lnTo>
                    <a:pt x="6877" y="13868"/>
                  </a:lnTo>
                  <a:lnTo>
                    <a:pt x="6982" y="16501"/>
                  </a:lnTo>
                  <a:lnTo>
                    <a:pt x="7252" y="17540"/>
                  </a:lnTo>
                  <a:lnTo>
                    <a:pt x="7463" y="18590"/>
                  </a:lnTo>
                  <a:lnTo>
                    <a:pt x="7375" y="19734"/>
                  </a:lnTo>
                  <a:lnTo>
                    <a:pt x="6918" y="21913"/>
                  </a:lnTo>
                  <a:lnTo>
                    <a:pt x="7177" y="22334"/>
                  </a:lnTo>
                  <a:lnTo>
                    <a:pt x="6847" y="25222"/>
                  </a:lnTo>
                  <a:lnTo>
                    <a:pt x="6355" y="27357"/>
                  </a:lnTo>
                  <a:lnTo>
                    <a:pt x="5674" y="29097"/>
                  </a:lnTo>
                  <a:lnTo>
                    <a:pt x="5234" y="29501"/>
                  </a:lnTo>
                  <a:lnTo>
                    <a:pt x="4882" y="28759"/>
                  </a:lnTo>
                  <a:lnTo>
                    <a:pt x="4310" y="26853"/>
                  </a:lnTo>
                  <a:lnTo>
                    <a:pt x="3684" y="24194"/>
                  </a:lnTo>
                  <a:lnTo>
                    <a:pt x="3391" y="22649"/>
                  </a:lnTo>
                  <a:lnTo>
                    <a:pt x="2490" y="22444"/>
                  </a:lnTo>
                  <a:lnTo>
                    <a:pt x="2170" y="21221"/>
                  </a:lnTo>
                  <a:lnTo>
                    <a:pt x="2150" y="19727"/>
                  </a:lnTo>
                  <a:lnTo>
                    <a:pt x="1895" y="17968"/>
                  </a:lnTo>
                  <a:lnTo>
                    <a:pt x="1540" y="16088"/>
                  </a:lnTo>
                  <a:lnTo>
                    <a:pt x="1009" y="14638"/>
                  </a:lnTo>
                  <a:lnTo>
                    <a:pt x="300" y="13507"/>
                  </a:lnTo>
                  <a:lnTo>
                    <a:pt x="0" y="12696"/>
                  </a:lnTo>
                  <a:lnTo>
                    <a:pt x="1096" y="12747"/>
                  </a:lnTo>
                  <a:lnTo>
                    <a:pt x="2264" y="12268"/>
                  </a:lnTo>
                  <a:lnTo>
                    <a:pt x="3466" y="10695"/>
                  </a:lnTo>
                  <a:lnTo>
                    <a:pt x="4622" y="8799"/>
                  </a:lnTo>
                  <a:lnTo>
                    <a:pt x="5595" y="6625"/>
                  </a:lnTo>
                  <a:lnTo>
                    <a:pt x="6508" y="4176"/>
                  </a:lnTo>
                  <a:lnTo>
                    <a:pt x="7467" y="2245"/>
                  </a:lnTo>
                  <a:lnTo>
                    <a:pt x="8955" y="0"/>
                  </a:lnTo>
                  <a:lnTo>
                    <a:pt x="9457" y="177"/>
                  </a:lnTo>
                  <a:lnTo>
                    <a:pt x="9452" y="177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3675947" y="2797502"/>
              <a:ext cx="32154" cy="47562"/>
            </a:xfrm>
            <a:custGeom>
              <a:avLst/>
              <a:pathLst>
                <a:path w="32154" h="47562">
                  <a:moveTo>
                    <a:pt x="27813" y="16288"/>
                  </a:moveTo>
                  <a:lnTo>
                    <a:pt x="27755" y="16957"/>
                  </a:lnTo>
                  <a:lnTo>
                    <a:pt x="27484" y="18739"/>
                  </a:lnTo>
                  <a:lnTo>
                    <a:pt x="27307" y="20677"/>
                  </a:lnTo>
                  <a:lnTo>
                    <a:pt x="27456" y="22265"/>
                  </a:lnTo>
                  <a:lnTo>
                    <a:pt x="28065" y="24158"/>
                  </a:lnTo>
                  <a:lnTo>
                    <a:pt x="28882" y="25667"/>
                  </a:lnTo>
                  <a:lnTo>
                    <a:pt x="29922" y="25783"/>
                  </a:lnTo>
                  <a:lnTo>
                    <a:pt x="30881" y="25201"/>
                  </a:lnTo>
                  <a:lnTo>
                    <a:pt x="31264" y="25441"/>
                  </a:lnTo>
                  <a:lnTo>
                    <a:pt x="31784" y="27967"/>
                  </a:lnTo>
                  <a:lnTo>
                    <a:pt x="32154" y="30156"/>
                  </a:lnTo>
                  <a:lnTo>
                    <a:pt x="31651" y="32411"/>
                  </a:lnTo>
                  <a:lnTo>
                    <a:pt x="31376" y="34389"/>
                  </a:lnTo>
                  <a:lnTo>
                    <a:pt x="31278" y="35792"/>
                  </a:lnTo>
                  <a:lnTo>
                    <a:pt x="31339" y="36400"/>
                  </a:lnTo>
                  <a:lnTo>
                    <a:pt x="31648" y="37538"/>
                  </a:lnTo>
                  <a:lnTo>
                    <a:pt x="32007" y="39477"/>
                  </a:lnTo>
                  <a:lnTo>
                    <a:pt x="32058" y="41260"/>
                  </a:lnTo>
                  <a:lnTo>
                    <a:pt x="31830" y="42442"/>
                  </a:lnTo>
                  <a:lnTo>
                    <a:pt x="31336" y="43029"/>
                  </a:lnTo>
                  <a:lnTo>
                    <a:pt x="30811" y="42856"/>
                  </a:lnTo>
                  <a:lnTo>
                    <a:pt x="30377" y="42879"/>
                  </a:lnTo>
                  <a:lnTo>
                    <a:pt x="29834" y="43088"/>
                  </a:lnTo>
                  <a:lnTo>
                    <a:pt x="28984" y="43744"/>
                  </a:lnTo>
                  <a:lnTo>
                    <a:pt x="28195" y="44594"/>
                  </a:lnTo>
                  <a:lnTo>
                    <a:pt x="26714" y="44437"/>
                  </a:lnTo>
                  <a:lnTo>
                    <a:pt x="26121" y="42677"/>
                  </a:lnTo>
                  <a:lnTo>
                    <a:pt x="25841" y="42671"/>
                  </a:lnTo>
                  <a:lnTo>
                    <a:pt x="24493" y="44951"/>
                  </a:lnTo>
                  <a:lnTo>
                    <a:pt x="23025" y="44553"/>
                  </a:lnTo>
                  <a:lnTo>
                    <a:pt x="20352" y="45311"/>
                  </a:lnTo>
                  <a:lnTo>
                    <a:pt x="19235" y="45490"/>
                  </a:lnTo>
                  <a:lnTo>
                    <a:pt x="18088" y="45238"/>
                  </a:lnTo>
                  <a:lnTo>
                    <a:pt x="17507" y="44754"/>
                  </a:lnTo>
                  <a:lnTo>
                    <a:pt x="16428" y="43153"/>
                  </a:lnTo>
                  <a:lnTo>
                    <a:pt x="15450" y="41984"/>
                  </a:lnTo>
                  <a:lnTo>
                    <a:pt x="14455" y="43053"/>
                  </a:lnTo>
                  <a:lnTo>
                    <a:pt x="14105" y="43250"/>
                  </a:lnTo>
                  <a:lnTo>
                    <a:pt x="13307" y="45995"/>
                  </a:lnTo>
                  <a:lnTo>
                    <a:pt x="11578" y="46901"/>
                  </a:lnTo>
                  <a:lnTo>
                    <a:pt x="9854" y="47562"/>
                  </a:lnTo>
                  <a:lnTo>
                    <a:pt x="9346" y="47197"/>
                  </a:lnTo>
                  <a:lnTo>
                    <a:pt x="8375" y="47034"/>
                  </a:lnTo>
                  <a:lnTo>
                    <a:pt x="8338" y="46394"/>
                  </a:lnTo>
                  <a:lnTo>
                    <a:pt x="8367" y="45770"/>
                  </a:lnTo>
                  <a:lnTo>
                    <a:pt x="8146" y="45275"/>
                  </a:lnTo>
                  <a:lnTo>
                    <a:pt x="7751" y="44765"/>
                  </a:lnTo>
                  <a:lnTo>
                    <a:pt x="7074" y="44553"/>
                  </a:lnTo>
                  <a:lnTo>
                    <a:pt x="6204" y="43869"/>
                  </a:lnTo>
                  <a:lnTo>
                    <a:pt x="5704" y="43216"/>
                  </a:lnTo>
                  <a:lnTo>
                    <a:pt x="3936" y="44176"/>
                  </a:lnTo>
                  <a:lnTo>
                    <a:pt x="2904" y="42732"/>
                  </a:lnTo>
                  <a:lnTo>
                    <a:pt x="1733" y="40746"/>
                  </a:lnTo>
                  <a:lnTo>
                    <a:pt x="1142" y="39882"/>
                  </a:lnTo>
                  <a:lnTo>
                    <a:pt x="926" y="36806"/>
                  </a:lnTo>
                  <a:lnTo>
                    <a:pt x="719" y="35818"/>
                  </a:lnTo>
                  <a:lnTo>
                    <a:pt x="258" y="34777"/>
                  </a:lnTo>
                  <a:lnTo>
                    <a:pt x="0" y="33555"/>
                  </a:lnTo>
                  <a:lnTo>
                    <a:pt x="207" y="32299"/>
                  </a:lnTo>
                  <a:lnTo>
                    <a:pt x="1373" y="29954"/>
                  </a:lnTo>
                  <a:lnTo>
                    <a:pt x="1467" y="29404"/>
                  </a:lnTo>
                  <a:lnTo>
                    <a:pt x="2007" y="25033"/>
                  </a:lnTo>
                  <a:lnTo>
                    <a:pt x="2756" y="23441"/>
                  </a:lnTo>
                  <a:lnTo>
                    <a:pt x="3495" y="21234"/>
                  </a:lnTo>
                  <a:lnTo>
                    <a:pt x="4053" y="17726"/>
                  </a:lnTo>
                  <a:lnTo>
                    <a:pt x="5132" y="14125"/>
                  </a:lnTo>
                  <a:lnTo>
                    <a:pt x="6317" y="10431"/>
                  </a:lnTo>
                  <a:lnTo>
                    <a:pt x="7132" y="7423"/>
                  </a:lnTo>
                  <a:lnTo>
                    <a:pt x="7673" y="6020"/>
                  </a:lnTo>
                  <a:lnTo>
                    <a:pt x="8786" y="4517"/>
                  </a:lnTo>
                  <a:lnTo>
                    <a:pt x="9719" y="3634"/>
                  </a:lnTo>
                  <a:lnTo>
                    <a:pt x="10364" y="1621"/>
                  </a:lnTo>
                  <a:lnTo>
                    <a:pt x="11143" y="503"/>
                  </a:lnTo>
                  <a:lnTo>
                    <a:pt x="11942" y="0"/>
                  </a:lnTo>
                  <a:lnTo>
                    <a:pt x="13129" y="269"/>
                  </a:lnTo>
                  <a:lnTo>
                    <a:pt x="14247" y="988"/>
                  </a:lnTo>
                  <a:lnTo>
                    <a:pt x="15472" y="1986"/>
                  </a:lnTo>
                  <a:lnTo>
                    <a:pt x="15614" y="2797"/>
                  </a:lnTo>
                  <a:lnTo>
                    <a:pt x="15510" y="4226"/>
                  </a:lnTo>
                  <a:lnTo>
                    <a:pt x="15333" y="5674"/>
                  </a:lnTo>
                  <a:lnTo>
                    <a:pt x="15327" y="6417"/>
                  </a:lnTo>
                  <a:lnTo>
                    <a:pt x="15516" y="6824"/>
                  </a:lnTo>
                  <a:lnTo>
                    <a:pt x="16714" y="7101"/>
                  </a:lnTo>
                  <a:lnTo>
                    <a:pt x="18182" y="6873"/>
                  </a:lnTo>
                  <a:lnTo>
                    <a:pt x="19005" y="7075"/>
                  </a:lnTo>
                  <a:lnTo>
                    <a:pt x="20841" y="8411"/>
                  </a:lnTo>
                  <a:lnTo>
                    <a:pt x="21378" y="9355"/>
                  </a:lnTo>
                  <a:lnTo>
                    <a:pt x="21938" y="10079"/>
                  </a:lnTo>
                  <a:lnTo>
                    <a:pt x="22485" y="9949"/>
                  </a:lnTo>
                  <a:lnTo>
                    <a:pt x="23179" y="8404"/>
                  </a:lnTo>
                  <a:lnTo>
                    <a:pt x="23910" y="7090"/>
                  </a:lnTo>
                  <a:lnTo>
                    <a:pt x="24363" y="6879"/>
                  </a:lnTo>
                  <a:lnTo>
                    <a:pt x="24688" y="7303"/>
                  </a:lnTo>
                  <a:lnTo>
                    <a:pt x="25272" y="8555"/>
                  </a:lnTo>
                  <a:lnTo>
                    <a:pt x="26481" y="9733"/>
                  </a:lnTo>
                  <a:lnTo>
                    <a:pt x="27560" y="10622"/>
                  </a:lnTo>
                  <a:lnTo>
                    <a:pt x="27909" y="11463"/>
                  </a:lnTo>
                  <a:lnTo>
                    <a:pt x="27789" y="1507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3014898" y="4159677"/>
              <a:ext cx="90248" cy="267909"/>
            </a:xfrm>
            <a:custGeom>
              <a:avLst/>
              <a:pathLst>
                <a:path w="90248" h="267909">
                  <a:moveTo>
                    <a:pt x="50774" y="175"/>
                  </a:moveTo>
                  <a:lnTo>
                    <a:pt x="50584" y="1639"/>
                  </a:lnTo>
                  <a:lnTo>
                    <a:pt x="50439" y="3771"/>
                  </a:lnTo>
                  <a:lnTo>
                    <a:pt x="50615" y="5361"/>
                  </a:lnTo>
                  <a:lnTo>
                    <a:pt x="51001" y="7493"/>
                  </a:lnTo>
                  <a:lnTo>
                    <a:pt x="51557" y="9363"/>
                  </a:lnTo>
                  <a:lnTo>
                    <a:pt x="51981" y="10471"/>
                  </a:lnTo>
                  <a:lnTo>
                    <a:pt x="52484" y="13219"/>
                  </a:lnTo>
                  <a:lnTo>
                    <a:pt x="52989" y="16655"/>
                  </a:lnTo>
                  <a:lnTo>
                    <a:pt x="53653" y="19330"/>
                  </a:lnTo>
                  <a:lnTo>
                    <a:pt x="55604" y="25459"/>
                  </a:lnTo>
                  <a:lnTo>
                    <a:pt x="55820" y="27656"/>
                  </a:lnTo>
                  <a:lnTo>
                    <a:pt x="56091" y="29828"/>
                  </a:lnTo>
                  <a:lnTo>
                    <a:pt x="57316" y="34013"/>
                  </a:lnTo>
                  <a:lnTo>
                    <a:pt x="57507" y="35401"/>
                  </a:lnTo>
                  <a:lnTo>
                    <a:pt x="57425" y="38240"/>
                  </a:lnTo>
                  <a:lnTo>
                    <a:pt x="58687" y="46756"/>
                  </a:lnTo>
                  <a:lnTo>
                    <a:pt x="59515" y="51731"/>
                  </a:lnTo>
                  <a:lnTo>
                    <a:pt x="60216" y="52648"/>
                  </a:lnTo>
                  <a:lnTo>
                    <a:pt x="62462" y="57946"/>
                  </a:lnTo>
                  <a:lnTo>
                    <a:pt x="64420" y="62205"/>
                  </a:lnTo>
                  <a:lnTo>
                    <a:pt x="66712" y="65082"/>
                  </a:lnTo>
                  <a:lnTo>
                    <a:pt x="68395" y="66975"/>
                  </a:lnTo>
                  <a:lnTo>
                    <a:pt x="69226" y="68358"/>
                  </a:lnTo>
                  <a:lnTo>
                    <a:pt x="69642" y="69682"/>
                  </a:lnTo>
                  <a:lnTo>
                    <a:pt x="69981" y="72230"/>
                  </a:lnTo>
                  <a:lnTo>
                    <a:pt x="70153" y="76657"/>
                  </a:lnTo>
                  <a:lnTo>
                    <a:pt x="70212" y="79519"/>
                  </a:lnTo>
                  <a:lnTo>
                    <a:pt x="72021" y="79404"/>
                  </a:lnTo>
                  <a:lnTo>
                    <a:pt x="73518" y="79664"/>
                  </a:lnTo>
                  <a:lnTo>
                    <a:pt x="74043" y="80238"/>
                  </a:lnTo>
                  <a:lnTo>
                    <a:pt x="74239" y="81054"/>
                  </a:lnTo>
                  <a:lnTo>
                    <a:pt x="74193" y="82942"/>
                  </a:lnTo>
                  <a:lnTo>
                    <a:pt x="74213" y="85755"/>
                  </a:lnTo>
                  <a:lnTo>
                    <a:pt x="74284" y="88020"/>
                  </a:lnTo>
                  <a:lnTo>
                    <a:pt x="74128" y="90441"/>
                  </a:lnTo>
                  <a:lnTo>
                    <a:pt x="74021" y="93292"/>
                  </a:lnTo>
                  <a:lnTo>
                    <a:pt x="73949" y="96822"/>
                  </a:lnTo>
                  <a:lnTo>
                    <a:pt x="74180" y="98204"/>
                  </a:lnTo>
                  <a:lnTo>
                    <a:pt x="75628" y="102651"/>
                  </a:lnTo>
                  <a:lnTo>
                    <a:pt x="76237" y="105533"/>
                  </a:lnTo>
                  <a:lnTo>
                    <a:pt x="76883" y="109896"/>
                  </a:lnTo>
                  <a:lnTo>
                    <a:pt x="77262" y="111299"/>
                  </a:lnTo>
                  <a:lnTo>
                    <a:pt x="77565" y="111856"/>
                  </a:lnTo>
                  <a:lnTo>
                    <a:pt x="78873" y="112338"/>
                  </a:lnTo>
                  <a:lnTo>
                    <a:pt x="82241" y="114167"/>
                  </a:lnTo>
                  <a:lnTo>
                    <a:pt x="84315" y="115832"/>
                  </a:lnTo>
                  <a:lnTo>
                    <a:pt x="85965" y="117558"/>
                  </a:lnTo>
                  <a:lnTo>
                    <a:pt x="86651" y="118014"/>
                  </a:lnTo>
                  <a:lnTo>
                    <a:pt x="86986" y="118470"/>
                  </a:lnTo>
                  <a:lnTo>
                    <a:pt x="87099" y="118897"/>
                  </a:lnTo>
                  <a:lnTo>
                    <a:pt x="86892" y="122697"/>
                  </a:lnTo>
                  <a:lnTo>
                    <a:pt x="86965" y="123918"/>
                  </a:lnTo>
                  <a:lnTo>
                    <a:pt x="87148" y="125014"/>
                  </a:lnTo>
                  <a:lnTo>
                    <a:pt x="87428" y="125874"/>
                  </a:lnTo>
                  <a:lnTo>
                    <a:pt x="87767" y="126414"/>
                  </a:lnTo>
                  <a:lnTo>
                    <a:pt x="89021" y="126821"/>
                  </a:lnTo>
                  <a:lnTo>
                    <a:pt x="89771" y="129132"/>
                  </a:lnTo>
                  <a:lnTo>
                    <a:pt x="90248" y="130203"/>
                  </a:lnTo>
                  <a:lnTo>
                    <a:pt x="87989" y="130774"/>
                  </a:lnTo>
                  <a:lnTo>
                    <a:pt x="86870" y="132699"/>
                  </a:lnTo>
                  <a:lnTo>
                    <a:pt x="86219" y="136147"/>
                  </a:lnTo>
                  <a:lnTo>
                    <a:pt x="85201" y="138681"/>
                  </a:lnTo>
                  <a:lnTo>
                    <a:pt x="83813" y="140294"/>
                  </a:lnTo>
                  <a:lnTo>
                    <a:pt x="82346" y="141402"/>
                  </a:lnTo>
                  <a:lnTo>
                    <a:pt x="80797" y="142005"/>
                  </a:lnTo>
                  <a:lnTo>
                    <a:pt x="79147" y="144969"/>
                  </a:lnTo>
                  <a:lnTo>
                    <a:pt x="77395" y="150290"/>
                  </a:lnTo>
                  <a:lnTo>
                    <a:pt x="76502" y="153637"/>
                  </a:lnTo>
                  <a:lnTo>
                    <a:pt x="76467" y="155014"/>
                  </a:lnTo>
                  <a:lnTo>
                    <a:pt x="76074" y="156205"/>
                  </a:lnTo>
                  <a:lnTo>
                    <a:pt x="75325" y="157212"/>
                  </a:lnTo>
                  <a:lnTo>
                    <a:pt x="74902" y="158422"/>
                  </a:lnTo>
                  <a:lnTo>
                    <a:pt x="74803" y="159836"/>
                  </a:lnTo>
                  <a:lnTo>
                    <a:pt x="74404" y="160511"/>
                  </a:lnTo>
                  <a:lnTo>
                    <a:pt x="73703" y="160453"/>
                  </a:lnTo>
                  <a:lnTo>
                    <a:pt x="73211" y="161486"/>
                  </a:lnTo>
                  <a:lnTo>
                    <a:pt x="72927" y="163613"/>
                  </a:lnTo>
                  <a:lnTo>
                    <a:pt x="72308" y="164906"/>
                  </a:lnTo>
                  <a:lnTo>
                    <a:pt x="71351" y="165356"/>
                  </a:lnTo>
                  <a:lnTo>
                    <a:pt x="70526" y="166556"/>
                  </a:lnTo>
                  <a:lnTo>
                    <a:pt x="69832" y="168501"/>
                  </a:lnTo>
                  <a:lnTo>
                    <a:pt x="69297" y="169488"/>
                  </a:lnTo>
                  <a:lnTo>
                    <a:pt x="68920" y="169517"/>
                  </a:lnTo>
                  <a:lnTo>
                    <a:pt x="68335" y="171098"/>
                  </a:lnTo>
                  <a:lnTo>
                    <a:pt x="67388" y="174841"/>
                  </a:lnTo>
                  <a:lnTo>
                    <a:pt x="67230" y="176581"/>
                  </a:lnTo>
                  <a:lnTo>
                    <a:pt x="65927" y="190686"/>
                  </a:lnTo>
                  <a:lnTo>
                    <a:pt x="65217" y="192351"/>
                  </a:lnTo>
                  <a:lnTo>
                    <a:pt x="63838" y="195257"/>
                  </a:lnTo>
                  <a:lnTo>
                    <a:pt x="62721" y="198737"/>
                  </a:lnTo>
                  <a:lnTo>
                    <a:pt x="62242" y="200789"/>
                  </a:lnTo>
                  <a:lnTo>
                    <a:pt x="61718" y="201701"/>
                  </a:lnTo>
                  <a:lnTo>
                    <a:pt x="59157" y="203412"/>
                  </a:lnTo>
                  <a:lnTo>
                    <a:pt x="58205" y="204326"/>
                  </a:lnTo>
                  <a:lnTo>
                    <a:pt x="57054" y="205657"/>
                  </a:lnTo>
                  <a:lnTo>
                    <a:pt x="56763" y="206854"/>
                  </a:lnTo>
                  <a:lnTo>
                    <a:pt x="56481" y="211206"/>
                  </a:lnTo>
                  <a:lnTo>
                    <a:pt x="55687" y="217448"/>
                  </a:lnTo>
                  <a:lnTo>
                    <a:pt x="55041" y="222053"/>
                  </a:lnTo>
                  <a:lnTo>
                    <a:pt x="54623" y="226058"/>
                  </a:lnTo>
                  <a:lnTo>
                    <a:pt x="53898" y="231033"/>
                  </a:lnTo>
                  <a:lnTo>
                    <a:pt x="53267" y="232704"/>
                  </a:lnTo>
                  <a:lnTo>
                    <a:pt x="52551" y="234230"/>
                  </a:lnTo>
                  <a:lnTo>
                    <a:pt x="51614" y="234984"/>
                  </a:lnTo>
                  <a:lnTo>
                    <a:pt x="50337" y="235466"/>
                  </a:lnTo>
                  <a:lnTo>
                    <a:pt x="49175" y="235324"/>
                  </a:lnTo>
                  <a:lnTo>
                    <a:pt x="48275" y="235399"/>
                  </a:lnTo>
                  <a:lnTo>
                    <a:pt x="47029" y="237157"/>
                  </a:lnTo>
                  <a:lnTo>
                    <a:pt x="45864" y="237272"/>
                  </a:lnTo>
                  <a:lnTo>
                    <a:pt x="44016" y="236259"/>
                  </a:lnTo>
                  <a:lnTo>
                    <a:pt x="42519" y="235275"/>
                  </a:lnTo>
                  <a:lnTo>
                    <a:pt x="41850" y="235070"/>
                  </a:lnTo>
                  <a:lnTo>
                    <a:pt x="40527" y="231821"/>
                  </a:lnTo>
                  <a:lnTo>
                    <a:pt x="39677" y="231879"/>
                  </a:lnTo>
                  <a:lnTo>
                    <a:pt x="38379" y="231619"/>
                  </a:lnTo>
                  <a:lnTo>
                    <a:pt x="37651" y="230874"/>
                  </a:lnTo>
                  <a:lnTo>
                    <a:pt x="36975" y="229212"/>
                  </a:lnTo>
                  <a:lnTo>
                    <a:pt x="35506" y="225943"/>
                  </a:lnTo>
                  <a:lnTo>
                    <a:pt x="34072" y="223297"/>
                  </a:lnTo>
                  <a:lnTo>
                    <a:pt x="32800" y="221730"/>
                  </a:lnTo>
                  <a:lnTo>
                    <a:pt x="31616" y="220997"/>
                  </a:lnTo>
                  <a:lnTo>
                    <a:pt x="30488" y="221649"/>
                  </a:lnTo>
                  <a:lnTo>
                    <a:pt x="29611" y="222347"/>
                  </a:lnTo>
                  <a:lnTo>
                    <a:pt x="29270" y="222697"/>
                  </a:lnTo>
                  <a:lnTo>
                    <a:pt x="28590" y="224061"/>
                  </a:lnTo>
                  <a:lnTo>
                    <a:pt x="27893" y="226650"/>
                  </a:lnTo>
                  <a:lnTo>
                    <a:pt x="27318" y="230704"/>
                  </a:lnTo>
                  <a:lnTo>
                    <a:pt x="27098" y="233186"/>
                  </a:lnTo>
                  <a:lnTo>
                    <a:pt x="26453" y="238452"/>
                  </a:lnTo>
                  <a:lnTo>
                    <a:pt x="25600" y="244772"/>
                  </a:lnTo>
                  <a:lnTo>
                    <a:pt x="25190" y="246590"/>
                  </a:lnTo>
                  <a:lnTo>
                    <a:pt x="24719" y="247940"/>
                  </a:lnTo>
                  <a:lnTo>
                    <a:pt x="23972" y="249141"/>
                  </a:lnTo>
                  <a:lnTo>
                    <a:pt x="21536" y="254159"/>
                  </a:lnTo>
                  <a:lnTo>
                    <a:pt x="20319" y="259812"/>
                  </a:lnTo>
                  <a:lnTo>
                    <a:pt x="19550" y="261457"/>
                  </a:lnTo>
                  <a:lnTo>
                    <a:pt x="18623" y="262227"/>
                  </a:lnTo>
                  <a:lnTo>
                    <a:pt x="17841" y="262712"/>
                  </a:lnTo>
                  <a:lnTo>
                    <a:pt x="17409" y="263650"/>
                  </a:lnTo>
                  <a:lnTo>
                    <a:pt x="16927" y="266509"/>
                  </a:lnTo>
                  <a:lnTo>
                    <a:pt x="16510" y="267516"/>
                  </a:lnTo>
                  <a:lnTo>
                    <a:pt x="16044" y="267909"/>
                  </a:lnTo>
                  <a:lnTo>
                    <a:pt x="14651" y="267568"/>
                  </a:lnTo>
                  <a:lnTo>
                    <a:pt x="14205" y="267277"/>
                  </a:lnTo>
                  <a:lnTo>
                    <a:pt x="10514" y="267837"/>
                  </a:lnTo>
                  <a:lnTo>
                    <a:pt x="9388" y="266931"/>
                  </a:lnTo>
                  <a:lnTo>
                    <a:pt x="8590" y="266567"/>
                  </a:lnTo>
                  <a:lnTo>
                    <a:pt x="7330" y="267750"/>
                  </a:lnTo>
                  <a:lnTo>
                    <a:pt x="6803" y="266971"/>
                  </a:lnTo>
                  <a:lnTo>
                    <a:pt x="6384" y="264599"/>
                  </a:lnTo>
                  <a:lnTo>
                    <a:pt x="6177" y="259832"/>
                  </a:lnTo>
                  <a:lnTo>
                    <a:pt x="6243" y="255783"/>
                  </a:lnTo>
                  <a:lnTo>
                    <a:pt x="6926" y="252719"/>
                  </a:lnTo>
                  <a:lnTo>
                    <a:pt x="7495" y="250474"/>
                  </a:lnTo>
                  <a:lnTo>
                    <a:pt x="8053" y="247542"/>
                  </a:lnTo>
                  <a:lnTo>
                    <a:pt x="8126" y="246232"/>
                  </a:lnTo>
                  <a:lnTo>
                    <a:pt x="8014" y="245049"/>
                  </a:lnTo>
                  <a:lnTo>
                    <a:pt x="7903" y="242639"/>
                  </a:lnTo>
                  <a:lnTo>
                    <a:pt x="7843" y="240175"/>
                  </a:lnTo>
                  <a:lnTo>
                    <a:pt x="7050" y="234785"/>
                  </a:lnTo>
                  <a:lnTo>
                    <a:pt x="6075" y="227634"/>
                  </a:lnTo>
                  <a:lnTo>
                    <a:pt x="4766" y="219658"/>
                  </a:lnTo>
                  <a:lnTo>
                    <a:pt x="4358" y="217465"/>
                  </a:lnTo>
                  <a:lnTo>
                    <a:pt x="3536" y="214002"/>
                  </a:lnTo>
                  <a:lnTo>
                    <a:pt x="492" y="207417"/>
                  </a:lnTo>
                  <a:lnTo>
                    <a:pt x="30" y="206522"/>
                  </a:lnTo>
                  <a:lnTo>
                    <a:pt x="30" y="205789"/>
                  </a:lnTo>
                  <a:lnTo>
                    <a:pt x="27" y="199401"/>
                  </a:lnTo>
                  <a:lnTo>
                    <a:pt x="24" y="190928"/>
                  </a:lnTo>
                  <a:lnTo>
                    <a:pt x="21" y="182459"/>
                  </a:lnTo>
                  <a:lnTo>
                    <a:pt x="18" y="173990"/>
                  </a:lnTo>
                  <a:lnTo>
                    <a:pt x="15" y="165520"/>
                  </a:lnTo>
                  <a:lnTo>
                    <a:pt x="11" y="157051"/>
                  </a:lnTo>
                  <a:lnTo>
                    <a:pt x="8" y="148582"/>
                  </a:lnTo>
                  <a:lnTo>
                    <a:pt x="5" y="140112"/>
                  </a:lnTo>
                  <a:lnTo>
                    <a:pt x="2" y="131640"/>
                  </a:lnTo>
                  <a:lnTo>
                    <a:pt x="0" y="124478"/>
                  </a:lnTo>
                  <a:lnTo>
                    <a:pt x="2192" y="124478"/>
                  </a:lnTo>
                  <a:lnTo>
                    <a:pt x="4904" y="124478"/>
                  </a:lnTo>
                  <a:lnTo>
                    <a:pt x="8127" y="124478"/>
                  </a:lnTo>
                  <a:lnTo>
                    <a:pt x="9552" y="124478"/>
                  </a:lnTo>
                  <a:lnTo>
                    <a:pt x="9634" y="123347"/>
                  </a:lnTo>
                  <a:lnTo>
                    <a:pt x="9632" y="118092"/>
                  </a:lnTo>
                  <a:lnTo>
                    <a:pt x="9626" y="106035"/>
                  </a:lnTo>
                  <a:lnTo>
                    <a:pt x="9621" y="93982"/>
                  </a:lnTo>
                  <a:lnTo>
                    <a:pt x="9614" y="81929"/>
                  </a:lnTo>
                  <a:lnTo>
                    <a:pt x="9608" y="69875"/>
                  </a:lnTo>
                  <a:lnTo>
                    <a:pt x="9602" y="57819"/>
                  </a:lnTo>
                  <a:lnTo>
                    <a:pt x="9596" y="45766"/>
                  </a:lnTo>
                  <a:lnTo>
                    <a:pt x="9591" y="33712"/>
                  </a:lnTo>
                  <a:lnTo>
                    <a:pt x="9584" y="21656"/>
                  </a:lnTo>
                  <a:lnTo>
                    <a:pt x="9582" y="15697"/>
                  </a:lnTo>
                  <a:lnTo>
                    <a:pt x="12066" y="15342"/>
                  </a:lnTo>
                  <a:lnTo>
                    <a:pt x="14923" y="14125"/>
                  </a:lnTo>
                  <a:lnTo>
                    <a:pt x="19554" y="12145"/>
                  </a:lnTo>
                  <a:lnTo>
                    <a:pt x="23867" y="9695"/>
                  </a:lnTo>
                  <a:lnTo>
                    <a:pt x="26681" y="8261"/>
                  </a:lnTo>
                  <a:lnTo>
                    <a:pt x="30019" y="6558"/>
                  </a:lnTo>
                  <a:lnTo>
                    <a:pt x="31167" y="6267"/>
                  </a:lnTo>
                  <a:lnTo>
                    <a:pt x="31477" y="6498"/>
                  </a:lnTo>
                  <a:lnTo>
                    <a:pt x="31929" y="7084"/>
                  </a:lnTo>
                  <a:lnTo>
                    <a:pt x="33478" y="13103"/>
                  </a:lnTo>
                  <a:lnTo>
                    <a:pt x="34443" y="17694"/>
                  </a:lnTo>
                  <a:lnTo>
                    <a:pt x="34640" y="19659"/>
                  </a:lnTo>
                  <a:lnTo>
                    <a:pt x="34824" y="19867"/>
                  </a:lnTo>
                  <a:lnTo>
                    <a:pt x="35280" y="19555"/>
                  </a:lnTo>
                  <a:lnTo>
                    <a:pt x="35793" y="18814"/>
                  </a:lnTo>
                  <a:lnTo>
                    <a:pt x="37367" y="14240"/>
                  </a:lnTo>
                  <a:lnTo>
                    <a:pt x="37695" y="13048"/>
                  </a:lnTo>
                  <a:lnTo>
                    <a:pt x="38697" y="10829"/>
                  </a:lnTo>
                  <a:lnTo>
                    <a:pt x="39915" y="8567"/>
                  </a:lnTo>
                  <a:lnTo>
                    <a:pt x="41017" y="6968"/>
                  </a:lnTo>
                  <a:lnTo>
                    <a:pt x="42123" y="5632"/>
                  </a:lnTo>
                  <a:lnTo>
                    <a:pt x="42635" y="5964"/>
                  </a:lnTo>
                  <a:lnTo>
                    <a:pt x="43238" y="7118"/>
                  </a:lnTo>
                  <a:lnTo>
                    <a:pt x="43773" y="7834"/>
                  </a:lnTo>
                  <a:lnTo>
                    <a:pt x="46288" y="2276"/>
                  </a:lnTo>
                  <a:lnTo>
                    <a:pt x="47412" y="998"/>
                  </a:lnTo>
                  <a:lnTo>
                    <a:pt x="5036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2961579" y="3309142"/>
              <a:ext cx="124710" cy="257850"/>
            </a:xfrm>
            <a:custGeom>
              <a:avLst/>
              <a:pathLst>
                <a:path w="124710" h="257850">
                  <a:moveTo>
                    <a:pt x="81032" y="2262"/>
                  </a:moveTo>
                  <a:lnTo>
                    <a:pt x="81712" y="5937"/>
                  </a:lnTo>
                  <a:lnTo>
                    <a:pt x="82035" y="7222"/>
                  </a:lnTo>
                  <a:lnTo>
                    <a:pt x="84837" y="15910"/>
                  </a:lnTo>
                  <a:lnTo>
                    <a:pt x="85380" y="17974"/>
                  </a:lnTo>
                  <a:lnTo>
                    <a:pt x="86768" y="24288"/>
                  </a:lnTo>
                  <a:lnTo>
                    <a:pt x="87617" y="28549"/>
                  </a:lnTo>
                  <a:lnTo>
                    <a:pt x="88591" y="34671"/>
                  </a:lnTo>
                  <a:lnTo>
                    <a:pt x="88687" y="37996"/>
                  </a:lnTo>
                  <a:lnTo>
                    <a:pt x="88557" y="40846"/>
                  </a:lnTo>
                  <a:lnTo>
                    <a:pt x="88364" y="48921"/>
                  </a:lnTo>
                  <a:lnTo>
                    <a:pt x="88108" y="51247"/>
                  </a:lnTo>
                  <a:lnTo>
                    <a:pt x="86879" y="55596"/>
                  </a:lnTo>
                  <a:lnTo>
                    <a:pt x="86827" y="57554"/>
                  </a:lnTo>
                  <a:lnTo>
                    <a:pt x="87079" y="59184"/>
                  </a:lnTo>
                  <a:lnTo>
                    <a:pt x="87454" y="59855"/>
                  </a:lnTo>
                  <a:lnTo>
                    <a:pt x="87683" y="60664"/>
                  </a:lnTo>
                  <a:lnTo>
                    <a:pt x="87543" y="64429"/>
                  </a:lnTo>
                  <a:lnTo>
                    <a:pt x="87984" y="65906"/>
                  </a:lnTo>
                  <a:lnTo>
                    <a:pt x="88908" y="66892"/>
                  </a:lnTo>
                  <a:lnTo>
                    <a:pt x="91241" y="67564"/>
                  </a:lnTo>
                  <a:lnTo>
                    <a:pt x="92454" y="68108"/>
                  </a:lnTo>
                  <a:lnTo>
                    <a:pt x="93408" y="68867"/>
                  </a:lnTo>
                  <a:lnTo>
                    <a:pt x="93864" y="69229"/>
                  </a:lnTo>
                  <a:lnTo>
                    <a:pt x="94115" y="70562"/>
                  </a:lnTo>
                  <a:lnTo>
                    <a:pt x="93721" y="74909"/>
                  </a:lnTo>
                  <a:lnTo>
                    <a:pt x="93995" y="77628"/>
                  </a:lnTo>
                  <a:lnTo>
                    <a:pt x="94793" y="79925"/>
                  </a:lnTo>
                  <a:lnTo>
                    <a:pt x="95601" y="80899"/>
                  </a:lnTo>
                  <a:lnTo>
                    <a:pt x="96376" y="81460"/>
                  </a:lnTo>
                  <a:lnTo>
                    <a:pt x="99074" y="82875"/>
                  </a:lnTo>
                  <a:lnTo>
                    <a:pt x="100195" y="84471"/>
                  </a:lnTo>
                  <a:lnTo>
                    <a:pt x="101674" y="89574"/>
                  </a:lnTo>
                  <a:lnTo>
                    <a:pt x="103531" y="94212"/>
                  </a:lnTo>
                  <a:lnTo>
                    <a:pt x="103983" y="96674"/>
                  </a:lnTo>
                  <a:lnTo>
                    <a:pt x="103899" y="98908"/>
                  </a:lnTo>
                  <a:lnTo>
                    <a:pt x="103348" y="101619"/>
                  </a:lnTo>
                  <a:lnTo>
                    <a:pt x="103433" y="102739"/>
                  </a:lnTo>
                  <a:lnTo>
                    <a:pt x="104286" y="105453"/>
                  </a:lnTo>
                  <a:lnTo>
                    <a:pt x="105264" y="108233"/>
                  </a:lnTo>
                  <a:lnTo>
                    <a:pt x="107052" y="111326"/>
                  </a:lnTo>
                  <a:lnTo>
                    <a:pt x="110151" y="116166"/>
                  </a:lnTo>
                  <a:lnTo>
                    <a:pt x="111570" y="119408"/>
                  </a:lnTo>
                  <a:lnTo>
                    <a:pt x="112054" y="121863"/>
                  </a:lnTo>
                  <a:lnTo>
                    <a:pt x="112846" y="124534"/>
                  </a:lnTo>
                  <a:lnTo>
                    <a:pt x="113954" y="126978"/>
                  </a:lnTo>
                  <a:lnTo>
                    <a:pt x="114697" y="128861"/>
                  </a:lnTo>
                  <a:lnTo>
                    <a:pt x="114185" y="134179"/>
                  </a:lnTo>
                  <a:lnTo>
                    <a:pt x="114339" y="135925"/>
                  </a:lnTo>
                  <a:lnTo>
                    <a:pt x="114615" y="137441"/>
                  </a:lnTo>
                  <a:lnTo>
                    <a:pt x="115261" y="139532"/>
                  </a:lnTo>
                  <a:lnTo>
                    <a:pt x="115520" y="142226"/>
                  </a:lnTo>
                  <a:lnTo>
                    <a:pt x="116162" y="145588"/>
                  </a:lnTo>
                  <a:lnTo>
                    <a:pt x="116926" y="147116"/>
                  </a:lnTo>
                  <a:lnTo>
                    <a:pt x="118202" y="147686"/>
                  </a:lnTo>
                  <a:lnTo>
                    <a:pt x="118876" y="149244"/>
                  </a:lnTo>
                  <a:lnTo>
                    <a:pt x="120277" y="151920"/>
                  </a:lnTo>
                  <a:lnTo>
                    <a:pt x="121634" y="154227"/>
                  </a:lnTo>
                  <a:lnTo>
                    <a:pt x="122216" y="155820"/>
                  </a:lnTo>
                  <a:lnTo>
                    <a:pt x="122575" y="157233"/>
                  </a:lnTo>
                  <a:lnTo>
                    <a:pt x="122884" y="158898"/>
                  </a:lnTo>
                  <a:lnTo>
                    <a:pt x="123035" y="160561"/>
                  </a:lnTo>
                  <a:lnTo>
                    <a:pt x="123068" y="164158"/>
                  </a:lnTo>
                  <a:lnTo>
                    <a:pt x="123300" y="168624"/>
                  </a:lnTo>
                  <a:lnTo>
                    <a:pt x="124028" y="171677"/>
                  </a:lnTo>
                  <a:lnTo>
                    <a:pt x="124710" y="173956"/>
                  </a:lnTo>
                  <a:lnTo>
                    <a:pt x="121937" y="171336"/>
                  </a:lnTo>
                  <a:lnTo>
                    <a:pt x="121523" y="171280"/>
                  </a:lnTo>
                  <a:lnTo>
                    <a:pt x="121030" y="171735"/>
                  </a:lnTo>
                  <a:lnTo>
                    <a:pt x="119584" y="174946"/>
                  </a:lnTo>
                  <a:lnTo>
                    <a:pt x="119122" y="175339"/>
                  </a:lnTo>
                  <a:lnTo>
                    <a:pt x="118598" y="175057"/>
                  </a:lnTo>
                  <a:lnTo>
                    <a:pt x="117300" y="174665"/>
                  </a:lnTo>
                  <a:lnTo>
                    <a:pt x="112887" y="172126"/>
                  </a:lnTo>
                  <a:lnTo>
                    <a:pt x="109487" y="169686"/>
                  </a:lnTo>
                  <a:lnTo>
                    <a:pt x="108468" y="168800"/>
                  </a:lnTo>
                  <a:lnTo>
                    <a:pt x="106653" y="167960"/>
                  </a:lnTo>
                  <a:lnTo>
                    <a:pt x="105452" y="169621"/>
                  </a:lnTo>
                  <a:lnTo>
                    <a:pt x="104327" y="175330"/>
                  </a:lnTo>
                  <a:lnTo>
                    <a:pt x="104002" y="176457"/>
                  </a:lnTo>
                  <a:lnTo>
                    <a:pt x="102232" y="178145"/>
                  </a:lnTo>
                  <a:lnTo>
                    <a:pt x="101397" y="177686"/>
                  </a:lnTo>
                  <a:lnTo>
                    <a:pt x="99351" y="179249"/>
                  </a:lnTo>
                  <a:lnTo>
                    <a:pt x="96193" y="176888"/>
                  </a:lnTo>
                  <a:lnTo>
                    <a:pt x="95066" y="177356"/>
                  </a:lnTo>
                  <a:lnTo>
                    <a:pt x="94181" y="178546"/>
                  </a:lnTo>
                  <a:lnTo>
                    <a:pt x="91911" y="181135"/>
                  </a:lnTo>
                  <a:lnTo>
                    <a:pt x="90534" y="182609"/>
                  </a:lnTo>
                  <a:lnTo>
                    <a:pt x="88932" y="183955"/>
                  </a:lnTo>
                  <a:lnTo>
                    <a:pt x="87412" y="186010"/>
                  </a:lnTo>
                  <a:lnTo>
                    <a:pt x="86388" y="187137"/>
                  </a:lnTo>
                  <a:lnTo>
                    <a:pt x="85386" y="187125"/>
                  </a:lnTo>
                  <a:lnTo>
                    <a:pt x="84481" y="185959"/>
                  </a:lnTo>
                  <a:lnTo>
                    <a:pt x="83492" y="184957"/>
                  </a:lnTo>
                  <a:lnTo>
                    <a:pt x="82309" y="184752"/>
                  </a:lnTo>
                  <a:lnTo>
                    <a:pt x="81075" y="185342"/>
                  </a:lnTo>
                  <a:lnTo>
                    <a:pt x="80030" y="187623"/>
                  </a:lnTo>
                  <a:lnTo>
                    <a:pt x="79606" y="189246"/>
                  </a:lnTo>
                  <a:lnTo>
                    <a:pt x="78697" y="193566"/>
                  </a:lnTo>
                  <a:lnTo>
                    <a:pt x="77625" y="200595"/>
                  </a:lnTo>
                  <a:lnTo>
                    <a:pt x="77204" y="202011"/>
                  </a:lnTo>
                  <a:lnTo>
                    <a:pt x="77087" y="202148"/>
                  </a:lnTo>
                  <a:lnTo>
                    <a:pt x="76822" y="202744"/>
                  </a:lnTo>
                  <a:lnTo>
                    <a:pt x="71881" y="199229"/>
                  </a:lnTo>
                  <a:lnTo>
                    <a:pt x="69755" y="198417"/>
                  </a:lnTo>
                  <a:lnTo>
                    <a:pt x="68319" y="199497"/>
                  </a:lnTo>
                  <a:lnTo>
                    <a:pt x="66517" y="197531"/>
                  </a:lnTo>
                  <a:lnTo>
                    <a:pt x="65730" y="197185"/>
                  </a:lnTo>
                  <a:lnTo>
                    <a:pt x="65359" y="197802"/>
                  </a:lnTo>
                  <a:lnTo>
                    <a:pt x="64358" y="196916"/>
                  </a:lnTo>
                  <a:lnTo>
                    <a:pt x="62725" y="194524"/>
                  </a:lnTo>
                  <a:lnTo>
                    <a:pt x="61160" y="193514"/>
                  </a:lnTo>
                  <a:lnTo>
                    <a:pt x="59761" y="193859"/>
                  </a:lnTo>
                  <a:lnTo>
                    <a:pt x="58902" y="193060"/>
                  </a:lnTo>
                  <a:lnTo>
                    <a:pt x="58214" y="190729"/>
                  </a:lnTo>
                  <a:lnTo>
                    <a:pt x="57320" y="186456"/>
                  </a:lnTo>
                  <a:lnTo>
                    <a:pt x="55713" y="182217"/>
                  </a:lnTo>
                  <a:lnTo>
                    <a:pt x="53559" y="178816"/>
                  </a:lnTo>
                  <a:lnTo>
                    <a:pt x="52215" y="176258"/>
                  </a:lnTo>
                  <a:lnTo>
                    <a:pt x="51677" y="174544"/>
                  </a:lnTo>
                  <a:lnTo>
                    <a:pt x="50518" y="173596"/>
                  </a:lnTo>
                  <a:lnTo>
                    <a:pt x="48739" y="173415"/>
                  </a:lnTo>
                  <a:lnTo>
                    <a:pt x="47032" y="175092"/>
                  </a:lnTo>
                  <a:lnTo>
                    <a:pt x="44582" y="180392"/>
                  </a:lnTo>
                  <a:lnTo>
                    <a:pt x="42305" y="191265"/>
                  </a:lnTo>
                  <a:lnTo>
                    <a:pt x="41038" y="195426"/>
                  </a:lnTo>
                  <a:lnTo>
                    <a:pt x="40021" y="196501"/>
                  </a:lnTo>
                  <a:lnTo>
                    <a:pt x="39765" y="199121"/>
                  </a:lnTo>
                  <a:lnTo>
                    <a:pt x="40269" y="203286"/>
                  </a:lnTo>
                  <a:lnTo>
                    <a:pt x="40401" y="208082"/>
                  </a:lnTo>
                  <a:lnTo>
                    <a:pt x="40045" y="216225"/>
                  </a:lnTo>
                  <a:lnTo>
                    <a:pt x="40177" y="222144"/>
                  </a:lnTo>
                  <a:lnTo>
                    <a:pt x="39633" y="221205"/>
                  </a:lnTo>
                  <a:lnTo>
                    <a:pt x="39114" y="218430"/>
                  </a:lnTo>
                  <a:lnTo>
                    <a:pt x="38870" y="217872"/>
                  </a:lnTo>
                  <a:lnTo>
                    <a:pt x="37368" y="219118"/>
                  </a:lnTo>
                  <a:lnTo>
                    <a:pt x="36589" y="220245"/>
                  </a:lnTo>
                  <a:lnTo>
                    <a:pt x="36174" y="221346"/>
                  </a:lnTo>
                  <a:lnTo>
                    <a:pt x="35856" y="221512"/>
                  </a:lnTo>
                  <a:lnTo>
                    <a:pt x="35379" y="219997"/>
                  </a:lnTo>
                  <a:lnTo>
                    <a:pt x="35004" y="219724"/>
                  </a:lnTo>
                  <a:lnTo>
                    <a:pt x="34412" y="220004"/>
                  </a:lnTo>
                  <a:lnTo>
                    <a:pt x="33809" y="219977"/>
                  </a:lnTo>
                  <a:lnTo>
                    <a:pt x="33416" y="219781"/>
                  </a:lnTo>
                  <a:lnTo>
                    <a:pt x="33159" y="219915"/>
                  </a:lnTo>
                  <a:lnTo>
                    <a:pt x="32450" y="219019"/>
                  </a:lnTo>
                  <a:lnTo>
                    <a:pt x="29865" y="216730"/>
                  </a:lnTo>
                  <a:lnTo>
                    <a:pt x="29422" y="215972"/>
                  </a:lnTo>
                  <a:lnTo>
                    <a:pt x="28906" y="216051"/>
                  </a:lnTo>
                  <a:lnTo>
                    <a:pt x="27565" y="218043"/>
                  </a:lnTo>
                  <a:lnTo>
                    <a:pt x="26856" y="218597"/>
                  </a:lnTo>
                  <a:lnTo>
                    <a:pt x="24720" y="219831"/>
                  </a:lnTo>
                  <a:lnTo>
                    <a:pt x="22430" y="220434"/>
                  </a:lnTo>
                  <a:lnTo>
                    <a:pt x="21555" y="220466"/>
                  </a:lnTo>
                  <a:lnTo>
                    <a:pt x="20953" y="221348"/>
                  </a:lnTo>
                  <a:lnTo>
                    <a:pt x="20566" y="222597"/>
                  </a:lnTo>
                  <a:lnTo>
                    <a:pt x="20303" y="225361"/>
                  </a:lnTo>
                  <a:lnTo>
                    <a:pt x="19853" y="230110"/>
                  </a:lnTo>
                  <a:lnTo>
                    <a:pt x="19665" y="231401"/>
                  </a:lnTo>
                  <a:lnTo>
                    <a:pt x="19697" y="233297"/>
                  </a:lnTo>
                  <a:lnTo>
                    <a:pt x="19564" y="236481"/>
                  </a:lnTo>
                  <a:lnTo>
                    <a:pt x="19500" y="239338"/>
                  </a:lnTo>
                  <a:lnTo>
                    <a:pt x="19586" y="241253"/>
                  </a:lnTo>
                  <a:lnTo>
                    <a:pt x="18940" y="245115"/>
                  </a:lnTo>
                  <a:lnTo>
                    <a:pt x="18155" y="249791"/>
                  </a:lnTo>
                  <a:lnTo>
                    <a:pt x="17502" y="253810"/>
                  </a:lnTo>
                  <a:lnTo>
                    <a:pt x="16845" y="257850"/>
                  </a:lnTo>
                  <a:lnTo>
                    <a:pt x="16391" y="255081"/>
                  </a:lnTo>
                  <a:lnTo>
                    <a:pt x="16108" y="251839"/>
                  </a:lnTo>
                  <a:lnTo>
                    <a:pt x="16000" y="248123"/>
                  </a:lnTo>
                  <a:lnTo>
                    <a:pt x="16061" y="247135"/>
                  </a:lnTo>
                  <a:lnTo>
                    <a:pt x="15885" y="246031"/>
                  </a:lnTo>
                  <a:lnTo>
                    <a:pt x="15871" y="245790"/>
                  </a:lnTo>
                  <a:lnTo>
                    <a:pt x="15652" y="242988"/>
                  </a:lnTo>
                  <a:lnTo>
                    <a:pt x="15874" y="241035"/>
                  </a:lnTo>
                  <a:lnTo>
                    <a:pt x="15692" y="238982"/>
                  </a:lnTo>
                  <a:lnTo>
                    <a:pt x="15161" y="236970"/>
                  </a:lnTo>
                  <a:lnTo>
                    <a:pt x="14678" y="235432"/>
                  </a:lnTo>
                  <a:lnTo>
                    <a:pt x="14397" y="234041"/>
                  </a:lnTo>
                  <a:lnTo>
                    <a:pt x="14167" y="233448"/>
                  </a:lnTo>
                  <a:lnTo>
                    <a:pt x="13633" y="233235"/>
                  </a:lnTo>
                  <a:lnTo>
                    <a:pt x="12919" y="232522"/>
                  </a:lnTo>
                  <a:lnTo>
                    <a:pt x="11972" y="229494"/>
                  </a:lnTo>
                  <a:lnTo>
                    <a:pt x="11052" y="226550"/>
                  </a:lnTo>
                  <a:lnTo>
                    <a:pt x="9875" y="222782"/>
                  </a:lnTo>
                  <a:lnTo>
                    <a:pt x="8931" y="219522"/>
                  </a:lnTo>
                  <a:lnTo>
                    <a:pt x="7774" y="215533"/>
                  </a:lnTo>
                  <a:lnTo>
                    <a:pt x="6706" y="211847"/>
                  </a:lnTo>
                  <a:lnTo>
                    <a:pt x="6065" y="208291"/>
                  </a:lnTo>
                  <a:lnTo>
                    <a:pt x="5803" y="206248"/>
                  </a:lnTo>
                  <a:lnTo>
                    <a:pt x="6116" y="206054"/>
                  </a:lnTo>
                  <a:lnTo>
                    <a:pt x="6578" y="206009"/>
                  </a:lnTo>
                  <a:lnTo>
                    <a:pt x="6774" y="205641"/>
                  </a:lnTo>
                  <a:lnTo>
                    <a:pt x="6784" y="204689"/>
                  </a:lnTo>
                  <a:lnTo>
                    <a:pt x="6309" y="201887"/>
                  </a:lnTo>
                  <a:lnTo>
                    <a:pt x="6079" y="198314"/>
                  </a:lnTo>
                  <a:lnTo>
                    <a:pt x="5687" y="196137"/>
                  </a:lnTo>
                  <a:lnTo>
                    <a:pt x="4445" y="192788"/>
                  </a:lnTo>
                  <a:lnTo>
                    <a:pt x="3261" y="190240"/>
                  </a:lnTo>
                  <a:lnTo>
                    <a:pt x="2885" y="188932"/>
                  </a:lnTo>
                  <a:lnTo>
                    <a:pt x="2670" y="187065"/>
                  </a:lnTo>
                  <a:lnTo>
                    <a:pt x="2216" y="175246"/>
                  </a:lnTo>
                  <a:lnTo>
                    <a:pt x="2013" y="171892"/>
                  </a:lnTo>
                  <a:lnTo>
                    <a:pt x="1640" y="170422"/>
                  </a:lnTo>
                  <a:lnTo>
                    <a:pt x="1368" y="169745"/>
                  </a:lnTo>
                  <a:lnTo>
                    <a:pt x="1267" y="168911"/>
                  </a:lnTo>
                  <a:lnTo>
                    <a:pt x="1316" y="166809"/>
                  </a:lnTo>
                  <a:lnTo>
                    <a:pt x="1473" y="164927"/>
                  </a:lnTo>
                  <a:lnTo>
                    <a:pt x="1465" y="164191"/>
                  </a:lnTo>
                  <a:lnTo>
                    <a:pt x="1785" y="162541"/>
                  </a:lnTo>
                  <a:lnTo>
                    <a:pt x="1785" y="151619"/>
                  </a:lnTo>
                  <a:lnTo>
                    <a:pt x="1611" y="151062"/>
                  </a:lnTo>
                  <a:lnTo>
                    <a:pt x="1404" y="150115"/>
                  </a:lnTo>
                  <a:lnTo>
                    <a:pt x="1070" y="150187"/>
                  </a:lnTo>
                  <a:lnTo>
                    <a:pt x="691" y="150089"/>
                  </a:lnTo>
                  <a:lnTo>
                    <a:pt x="314" y="148499"/>
                  </a:lnTo>
                  <a:lnTo>
                    <a:pt x="0" y="146489"/>
                  </a:lnTo>
                  <a:lnTo>
                    <a:pt x="92" y="145071"/>
                  </a:lnTo>
                  <a:lnTo>
                    <a:pt x="421" y="143887"/>
                  </a:lnTo>
                  <a:lnTo>
                    <a:pt x="778" y="142849"/>
                  </a:lnTo>
                  <a:lnTo>
                    <a:pt x="1232" y="141984"/>
                  </a:lnTo>
                  <a:lnTo>
                    <a:pt x="2579" y="140239"/>
                  </a:lnTo>
                  <a:lnTo>
                    <a:pt x="2962" y="139366"/>
                  </a:lnTo>
                  <a:lnTo>
                    <a:pt x="3200" y="138286"/>
                  </a:lnTo>
                  <a:lnTo>
                    <a:pt x="3357" y="136827"/>
                  </a:lnTo>
                  <a:lnTo>
                    <a:pt x="4141" y="131213"/>
                  </a:lnTo>
                  <a:lnTo>
                    <a:pt x="5302" y="125610"/>
                  </a:lnTo>
                  <a:lnTo>
                    <a:pt x="5801" y="124455"/>
                  </a:lnTo>
                  <a:lnTo>
                    <a:pt x="6298" y="120747"/>
                  </a:lnTo>
                  <a:lnTo>
                    <a:pt x="6979" y="116206"/>
                  </a:lnTo>
                  <a:lnTo>
                    <a:pt x="7255" y="114098"/>
                  </a:lnTo>
                  <a:lnTo>
                    <a:pt x="7456" y="111993"/>
                  </a:lnTo>
                  <a:lnTo>
                    <a:pt x="7832" y="110296"/>
                  </a:lnTo>
                  <a:lnTo>
                    <a:pt x="9113" y="107501"/>
                  </a:lnTo>
                  <a:lnTo>
                    <a:pt x="10084" y="102607"/>
                  </a:lnTo>
                  <a:lnTo>
                    <a:pt x="11133" y="102866"/>
                  </a:lnTo>
                  <a:lnTo>
                    <a:pt x="12210" y="103652"/>
                  </a:lnTo>
                  <a:lnTo>
                    <a:pt x="13592" y="104040"/>
                  </a:lnTo>
                  <a:lnTo>
                    <a:pt x="14674" y="103086"/>
                  </a:lnTo>
                  <a:lnTo>
                    <a:pt x="15377" y="101179"/>
                  </a:lnTo>
                  <a:lnTo>
                    <a:pt x="16919" y="99663"/>
                  </a:lnTo>
                  <a:lnTo>
                    <a:pt x="18725" y="97886"/>
                  </a:lnTo>
                  <a:lnTo>
                    <a:pt x="18970" y="95262"/>
                  </a:lnTo>
                  <a:lnTo>
                    <a:pt x="19498" y="93884"/>
                  </a:lnTo>
                  <a:lnTo>
                    <a:pt x="20112" y="92674"/>
                  </a:lnTo>
                  <a:lnTo>
                    <a:pt x="20324" y="92511"/>
                  </a:lnTo>
                  <a:lnTo>
                    <a:pt x="20371" y="93385"/>
                  </a:lnTo>
                  <a:lnTo>
                    <a:pt x="20744" y="96119"/>
                  </a:lnTo>
                  <a:lnTo>
                    <a:pt x="21507" y="98826"/>
                  </a:lnTo>
                  <a:lnTo>
                    <a:pt x="22626" y="101804"/>
                  </a:lnTo>
                  <a:lnTo>
                    <a:pt x="22947" y="101616"/>
                  </a:lnTo>
                  <a:lnTo>
                    <a:pt x="23641" y="99360"/>
                  </a:lnTo>
                  <a:lnTo>
                    <a:pt x="25387" y="97967"/>
                  </a:lnTo>
                  <a:lnTo>
                    <a:pt x="25830" y="97344"/>
                  </a:lnTo>
                  <a:lnTo>
                    <a:pt x="27070" y="94062"/>
                  </a:lnTo>
                  <a:lnTo>
                    <a:pt x="28562" y="91946"/>
                  </a:lnTo>
                  <a:lnTo>
                    <a:pt x="28891" y="91759"/>
                  </a:lnTo>
                  <a:lnTo>
                    <a:pt x="29432" y="91200"/>
                  </a:lnTo>
                  <a:lnTo>
                    <a:pt x="30939" y="89020"/>
                  </a:lnTo>
                  <a:lnTo>
                    <a:pt x="32010" y="89309"/>
                  </a:lnTo>
                  <a:lnTo>
                    <a:pt x="33734" y="88965"/>
                  </a:lnTo>
                  <a:lnTo>
                    <a:pt x="36606" y="87934"/>
                  </a:lnTo>
                  <a:lnTo>
                    <a:pt x="38684" y="87589"/>
                  </a:lnTo>
                  <a:lnTo>
                    <a:pt x="39733" y="87179"/>
                  </a:lnTo>
                  <a:lnTo>
                    <a:pt x="39997" y="86739"/>
                  </a:lnTo>
                  <a:lnTo>
                    <a:pt x="40400" y="83579"/>
                  </a:lnTo>
                  <a:lnTo>
                    <a:pt x="40714" y="82694"/>
                  </a:lnTo>
                  <a:lnTo>
                    <a:pt x="41495" y="81332"/>
                  </a:lnTo>
                  <a:lnTo>
                    <a:pt x="43023" y="76566"/>
                  </a:lnTo>
                  <a:lnTo>
                    <a:pt x="44027" y="72543"/>
                  </a:lnTo>
                  <a:lnTo>
                    <a:pt x="44330" y="71093"/>
                  </a:lnTo>
                  <a:lnTo>
                    <a:pt x="44537" y="70841"/>
                  </a:lnTo>
                  <a:lnTo>
                    <a:pt x="44968" y="69147"/>
                  </a:lnTo>
                  <a:lnTo>
                    <a:pt x="44540" y="67395"/>
                  </a:lnTo>
                  <a:lnTo>
                    <a:pt x="42827" y="63831"/>
                  </a:lnTo>
                  <a:lnTo>
                    <a:pt x="42852" y="63345"/>
                  </a:lnTo>
                  <a:lnTo>
                    <a:pt x="42753" y="62733"/>
                  </a:lnTo>
                  <a:lnTo>
                    <a:pt x="42849" y="62244"/>
                  </a:lnTo>
                  <a:lnTo>
                    <a:pt x="43502" y="60793"/>
                  </a:lnTo>
                  <a:lnTo>
                    <a:pt x="44383" y="59134"/>
                  </a:lnTo>
                  <a:lnTo>
                    <a:pt x="45322" y="58515"/>
                  </a:lnTo>
                  <a:lnTo>
                    <a:pt x="47771" y="58643"/>
                  </a:lnTo>
                  <a:lnTo>
                    <a:pt x="49859" y="58290"/>
                  </a:lnTo>
                  <a:lnTo>
                    <a:pt x="50348" y="58369"/>
                  </a:lnTo>
                  <a:lnTo>
                    <a:pt x="51976" y="57528"/>
                  </a:lnTo>
                  <a:lnTo>
                    <a:pt x="53090" y="56766"/>
                  </a:lnTo>
                  <a:lnTo>
                    <a:pt x="54235" y="55050"/>
                  </a:lnTo>
                  <a:lnTo>
                    <a:pt x="56825" y="55231"/>
                  </a:lnTo>
                  <a:lnTo>
                    <a:pt x="58986" y="50862"/>
                  </a:lnTo>
                  <a:lnTo>
                    <a:pt x="59607" y="50081"/>
                  </a:lnTo>
                  <a:lnTo>
                    <a:pt x="59878" y="49397"/>
                  </a:lnTo>
                  <a:lnTo>
                    <a:pt x="59960" y="48729"/>
                  </a:lnTo>
                  <a:lnTo>
                    <a:pt x="60970" y="46999"/>
                  </a:lnTo>
                  <a:lnTo>
                    <a:pt x="62102" y="43410"/>
                  </a:lnTo>
                  <a:lnTo>
                    <a:pt x="62998" y="40185"/>
                  </a:lnTo>
                  <a:lnTo>
                    <a:pt x="63241" y="37911"/>
                  </a:lnTo>
                  <a:lnTo>
                    <a:pt x="65687" y="30188"/>
                  </a:lnTo>
                  <a:lnTo>
                    <a:pt x="66538" y="30349"/>
                  </a:lnTo>
                  <a:lnTo>
                    <a:pt x="66957" y="29397"/>
                  </a:lnTo>
                  <a:lnTo>
                    <a:pt x="67927" y="24246"/>
                  </a:lnTo>
                  <a:lnTo>
                    <a:pt x="68226" y="23297"/>
                  </a:lnTo>
                  <a:lnTo>
                    <a:pt x="68686" y="22979"/>
                  </a:lnTo>
                  <a:lnTo>
                    <a:pt x="69233" y="22396"/>
                  </a:lnTo>
                  <a:lnTo>
                    <a:pt x="69714" y="20873"/>
                  </a:lnTo>
                  <a:lnTo>
                    <a:pt x="70128" y="18606"/>
                  </a:lnTo>
                  <a:lnTo>
                    <a:pt x="70131" y="15797"/>
                  </a:lnTo>
                  <a:lnTo>
                    <a:pt x="69943" y="13543"/>
                  </a:lnTo>
                  <a:lnTo>
                    <a:pt x="69943" y="12453"/>
                  </a:lnTo>
                  <a:lnTo>
                    <a:pt x="70175" y="11451"/>
                  </a:lnTo>
                  <a:lnTo>
                    <a:pt x="70567" y="10443"/>
                  </a:lnTo>
                  <a:lnTo>
                    <a:pt x="72426" y="7670"/>
                  </a:lnTo>
                  <a:lnTo>
                    <a:pt x="72896" y="6329"/>
                  </a:lnTo>
                  <a:lnTo>
                    <a:pt x="73179" y="5127"/>
                  </a:lnTo>
                  <a:lnTo>
                    <a:pt x="73698" y="4909"/>
                  </a:lnTo>
                  <a:lnTo>
                    <a:pt x="74266" y="5028"/>
                  </a:lnTo>
                  <a:lnTo>
                    <a:pt x="74626" y="4280"/>
                  </a:lnTo>
                  <a:lnTo>
                    <a:pt x="75032" y="3016"/>
                  </a:lnTo>
                  <a:lnTo>
                    <a:pt x="76319" y="1321"/>
                  </a:lnTo>
                  <a:lnTo>
                    <a:pt x="77512" y="0"/>
                  </a:lnTo>
                  <a:lnTo>
                    <a:pt x="78763" y="558"/>
                  </a:lnTo>
                  <a:lnTo>
                    <a:pt x="79784" y="1246"/>
                  </a:lnTo>
                  <a:lnTo>
                    <a:pt x="80622" y="204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2244893" y="2333828"/>
              <a:ext cx="3752" cy="2923"/>
            </a:xfrm>
            <a:custGeom>
              <a:avLst/>
              <a:pathLst>
                <a:path w="3752" h="2923">
                  <a:moveTo>
                    <a:pt x="3171" y="1868"/>
                  </a:moveTo>
                  <a:lnTo>
                    <a:pt x="1876" y="2923"/>
                  </a:lnTo>
                  <a:lnTo>
                    <a:pt x="766" y="2842"/>
                  </a:lnTo>
                  <a:lnTo>
                    <a:pt x="30" y="1882"/>
                  </a:lnTo>
                  <a:lnTo>
                    <a:pt x="0" y="1461"/>
                  </a:lnTo>
                  <a:lnTo>
                    <a:pt x="1744" y="1868"/>
                  </a:lnTo>
                  <a:lnTo>
                    <a:pt x="2414" y="1644"/>
                  </a:lnTo>
                  <a:lnTo>
                    <a:pt x="375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2185224" y="2322327"/>
              <a:ext cx="1093" cy="3980"/>
            </a:xfrm>
            <a:custGeom>
              <a:avLst/>
              <a:pathLst>
                <a:path w="1093" h="3980">
                  <a:moveTo>
                    <a:pt x="484" y="2947"/>
                  </a:moveTo>
                  <a:lnTo>
                    <a:pt x="0" y="3980"/>
                  </a:lnTo>
                  <a:lnTo>
                    <a:pt x="117" y="2967"/>
                  </a:lnTo>
                  <a:lnTo>
                    <a:pt x="707" y="385"/>
                  </a:lnTo>
                  <a:lnTo>
                    <a:pt x="109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2179716" y="2310114"/>
              <a:ext cx="1458" cy="5214"/>
            </a:xfrm>
            <a:custGeom>
              <a:avLst/>
              <a:pathLst>
                <a:path w="1458" h="5214">
                  <a:moveTo>
                    <a:pt x="1293" y="3651"/>
                  </a:moveTo>
                  <a:lnTo>
                    <a:pt x="0" y="5214"/>
                  </a:lnTo>
                  <a:lnTo>
                    <a:pt x="503" y="1224"/>
                  </a:lnTo>
                  <a:lnTo>
                    <a:pt x="912" y="0"/>
                  </a:lnTo>
                  <a:lnTo>
                    <a:pt x="1458" y="412"/>
                  </a:lnTo>
                  <a:lnTo>
                    <a:pt x="1381" y="282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2235623" y="2287303"/>
              <a:ext cx="1627" cy="2825"/>
            </a:xfrm>
            <a:custGeom>
              <a:avLst/>
              <a:pathLst>
                <a:path w="1627" h="2825">
                  <a:moveTo>
                    <a:pt x="1155" y="2582"/>
                  </a:moveTo>
                  <a:lnTo>
                    <a:pt x="758" y="2825"/>
                  </a:lnTo>
                  <a:lnTo>
                    <a:pt x="665" y="2402"/>
                  </a:lnTo>
                  <a:lnTo>
                    <a:pt x="53" y="1183"/>
                  </a:lnTo>
                  <a:lnTo>
                    <a:pt x="0" y="577"/>
                  </a:lnTo>
                  <a:lnTo>
                    <a:pt x="536" y="0"/>
                  </a:lnTo>
                  <a:lnTo>
                    <a:pt x="1627" y="297"/>
                  </a:lnTo>
                  <a:lnTo>
                    <a:pt x="1237" y="18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2112799" y="2283842"/>
              <a:ext cx="2743" cy="3829"/>
            </a:xfrm>
            <a:custGeom>
              <a:avLst/>
              <a:pathLst>
                <a:path w="2743" h="3829">
                  <a:moveTo>
                    <a:pt x="1561" y="3220"/>
                  </a:moveTo>
                  <a:lnTo>
                    <a:pt x="401" y="3829"/>
                  </a:lnTo>
                  <a:lnTo>
                    <a:pt x="0" y="3572"/>
                  </a:lnTo>
                  <a:lnTo>
                    <a:pt x="1279" y="669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2111810" y="2283539"/>
              <a:ext cx="4657" cy="7781"/>
            </a:xfrm>
            <a:custGeom>
              <a:avLst/>
              <a:pathLst>
                <a:path w="4657" h="7781">
                  <a:moveTo>
                    <a:pt x="3788" y="6963"/>
                  </a:moveTo>
                  <a:lnTo>
                    <a:pt x="3047" y="7553"/>
                  </a:lnTo>
                  <a:lnTo>
                    <a:pt x="1780" y="7006"/>
                  </a:lnTo>
                  <a:lnTo>
                    <a:pt x="387" y="7765"/>
                  </a:lnTo>
                  <a:lnTo>
                    <a:pt x="0" y="7781"/>
                  </a:lnTo>
                  <a:lnTo>
                    <a:pt x="1034" y="5585"/>
                  </a:lnTo>
                  <a:lnTo>
                    <a:pt x="2625" y="4234"/>
                  </a:lnTo>
                  <a:lnTo>
                    <a:pt x="4211" y="105"/>
                  </a:lnTo>
                  <a:lnTo>
                    <a:pt x="4657" y="0"/>
                  </a:lnTo>
                  <a:lnTo>
                    <a:pt x="4053" y="4677"/>
                  </a:lnTo>
                  <a:lnTo>
                    <a:pt x="3930" y="63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2139151" y="2245380"/>
              <a:ext cx="2796" cy="3878"/>
            </a:xfrm>
            <a:custGeom>
              <a:avLst/>
              <a:pathLst>
                <a:path w="2796" h="3878">
                  <a:moveTo>
                    <a:pt x="874" y="3638"/>
                  </a:moveTo>
                  <a:lnTo>
                    <a:pt x="0" y="3878"/>
                  </a:lnTo>
                  <a:lnTo>
                    <a:pt x="208" y="2852"/>
                  </a:lnTo>
                  <a:lnTo>
                    <a:pt x="1401" y="1024"/>
                  </a:lnTo>
                  <a:lnTo>
                    <a:pt x="2278" y="0"/>
                  </a:lnTo>
                  <a:lnTo>
                    <a:pt x="2796" y="21"/>
                  </a:lnTo>
                  <a:lnTo>
                    <a:pt x="1953" y="22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2231647" y="2244978"/>
              <a:ext cx="16028" cy="42468"/>
            </a:xfrm>
            <a:custGeom>
              <a:avLst/>
              <a:pathLst>
                <a:path w="16028" h="42468">
                  <a:moveTo>
                    <a:pt x="3750" y="31469"/>
                  </a:moveTo>
                  <a:lnTo>
                    <a:pt x="4075" y="31694"/>
                  </a:lnTo>
                  <a:lnTo>
                    <a:pt x="5371" y="30263"/>
                  </a:lnTo>
                  <a:lnTo>
                    <a:pt x="6057" y="30323"/>
                  </a:lnTo>
                  <a:lnTo>
                    <a:pt x="6026" y="31354"/>
                  </a:lnTo>
                  <a:lnTo>
                    <a:pt x="4912" y="32475"/>
                  </a:lnTo>
                  <a:lnTo>
                    <a:pt x="4400" y="33316"/>
                  </a:lnTo>
                  <a:lnTo>
                    <a:pt x="5044" y="34096"/>
                  </a:lnTo>
                  <a:lnTo>
                    <a:pt x="5035" y="34623"/>
                  </a:lnTo>
                  <a:lnTo>
                    <a:pt x="4262" y="35893"/>
                  </a:lnTo>
                  <a:lnTo>
                    <a:pt x="3876" y="37270"/>
                  </a:lnTo>
                  <a:lnTo>
                    <a:pt x="4194" y="38601"/>
                  </a:lnTo>
                  <a:lnTo>
                    <a:pt x="5431" y="37291"/>
                  </a:lnTo>
                  <a:lnTo>
                    <a:pt x="5938" y="37279"/>
                  </a:lnTo>
                  <a:lnTo>
                    <a:pt x="6625" y="37575"/>
                  </a:lnTo>
                  <a:lnTo>
                    <a:pt x="7281" y="37181"/>
                  </a:lnTo>
                  <a:lnTo>
                    <a:pt x="7654" y="36533"/>
                  </a:lnTo>
                  <a:lnTo>
                    <a:pt x="9834" y="31416"/>
                  </a:lnTo>
                  <a:lnTo>
                    <a:pt x="9947" y="30761"/>
                  </a:lnTo>
                  <a:lnTo>
                    <a:pt x="7598" y="31818"/>
                  </a:lnTo>
                  <a:lnTo>
                    <a:pt x="7325" y="31118"/>
                  </a:lnTo>
                  <a:lnTo>
                    <a:pt x="8864" y="28021"/>
                  </a:lnTo>
                  <a:lnTo>
                    <a:pt x="8744" y="26389"/>
                  </a:lnTo>
                  <a:lnTo>
                    <a:pt x="9521" y="23812"/>
                  </a:lnTo>
                  <a:lnTo>
                    <a:pt x="10233" y="22282"/>
                  </a:lnTo>
                  <a:lnTo>
                    <a:pt x="10755" y="21427"/>
                  </a:lnTo>
                  <a:lnTo>
                    <a:pt x="11511" y="20639"/>
                  </a:lnTo>
                  <a:lnTo>
                    <a:pt x="12031" y="21854"/>
                  </a:lnTo>
                  <a:lnTo>
                    <a:pt x="12198" y="24057"/>
                  </a:lnTo>
                  <a:lnTo>
                    <a:pt x="13486" y="23748"/>
                  </a:lnTo>
                  <a:lnTo>
                    <a:pt x="14746" y="24193"/>
                  </a:lnTo>
                  <a:lnTo>
                    <a:pt x="15672" y="25122"/>
                  </a:lnTo>
                  <a:lnTo>
                    <a:pt x="15817" y="25657"/>
                  </a:lnTo>
                  <a:lnTo>
                    <a:pt x="15829" y="26498"/>
                  </a:lnTo>
                  <a:lnTo>
                    <a:pt x="15520" y="28015"/>
                  </a:lnTo>
                  <a:lnTo>
                    <a:pt x="15009" y="29261"/>
                  </a:lnTo>
                  <a:lnTo>
                    <a:pt x="16028" y="30866"/>
                  </a:lnTo>
                  <a:lnTo>
                    <a:pt x="15892" y="31563"/>
                  </a:lnTo>
                  <a:lnTo>
                    <a:pt x="14223" y="33368"/>
                  </a:lnTo>
                  <a:lnTo>
                    <a:pt x="13275" y="35187"/>
                  </a:lnTo>
                  <a:lnTo>
                    <a:pt x="12403" y="37429"/>
                  </a:lnTo>
                  <a:lnTo>
                    <a:pt x="10663" y="40041"/>
                  </a:lnTo>
                  <a:lnTo>
                    <a:pt x="7905" y="41927"/>
                  </a:lnTo>
                  <a:lnTo>
                    <a:pt x="7033" y="41927"/>
                  </a:lnTo>
                  <a:lnTo>
                    <a:pt x="5996" y="41339"/>
                  </a:lnTo>
                  <a:lnTo>
                    <a:pt x="4967" y="41473"/>
                  </a:lnTo>
                  <a:lnTo>
                    <a:pt x="3957" y="42176"/>
                  </a:lnTo>
                  <a:lnTo>
                    <a:pt x="2969" y="42098"/>
                  </a:lnTo>
                  <a:lnTo>
                    <a:pt x="2489" y="42468"/>
                  </a:lnTo>
                  <a:lnTo>
                    <a:pt x="2034" y="42427"/>
                  </a:lnTo>
                  <a:lnTo>
                    <a:pt x="1652" y="41700"/>
                  </a:lnTo>
                  <a:lnTo>
                    <a:pt x="836" y="39614"/>
                  </a:lnTo>
                  <a:lnTo>
                    <a:pt x="437" y="38221"/>
                  </a:lnTo>
                  <a:lnTo>
                    <a:pt x="0" y="31566"/>
                  </a:lnTo>
                  <a:lnTo>
                    <a:pt x="141" y="28070"/>
                  </a:lnTo>
                  <a:lnTo>
                    <a:pt x="833" y="24802"/>
                  </a:lnTo>
                  <a:lnTo>
                    <a:pt x="1856" y="22630"/>
                  </a:lnTo>
                  <a:lnTo>
                    <a:pt x="2449" y="20896"/>
                  </a:lnTo>
                  <a:lnTo>
                    <a:pt x="4929" y="10614"/>
                  </a:lnTo>
                  <a:lnTo>
                    <a:pt x="5415" y="8281"/>
                  </a:lnTo>
                  <a:lnTo>
                    <a:pt x="6009" y="6292"/>
                  </a:lnTo>
                  <a:lnTo>
                    <a:pt x="7072" y="4324"/>
                  </a:lnTo>
                  <a:lnTo>
                    <a:pt x="8447" y="1002"/>
                  </a:lnTo>
                  <a:lnTo>
                    <a:pt x="8885" y="321"/>
                  </a:lnTo>
                  <a:lnTo>
                    <a:pt x="9673" y="0"/>
                  </a:lnTo>
                  <a:lnTo>
                    <a:pt x="10451" y="183"/>
                  </a:lnTo>
                  <a:lnTo>
                    <a:pt x="10228" y="1382"/>
                  </a:lnTo>
                  <a:lnTo>
                    <a:pt x="10285" y="2556"/>
                  </a:lnTo>
                  <a:lnTo>
                    <a:pt x="11186" y="7147"/>
                  </a:lnTo>
                  <a:lnTo>
                    <a:pt x="11174" y="8058"/>
                  </a:lnTo>
                  <a:lnTo>
                    <a:pt x="10683" y="11712"/>
                  </a:lnTo>
                  <a:lnTo>
                    <a:pt x="9737" y="17616"/>
                  </a:lnTo>
                  <a:lnTo>
                    <a:pt x="9494" y="20871"/>
                  </a:lnTo>
                  <a:lnTo>
                    <a:pt x="9621" y="21850"/>
                  </a:lnTo>
                  <a:lnTo>
                    <a:pt x="9237" y="23496"/>
                  </a:lnTo>
                  <a:lnTo>
                    <a:pt x="8829" y="24748"/>
                  </a:lnTo>
                  <a:lnTo>
                    <a:pt x="7214" y="27097"/>
                  </a:lnTo>
                  <a:lnTo>
                    <a:pt x="6390" y="27645"/>
                  </a:lnTo>
                  <a:lnTo>
                    <a:pt x="5605" y="2851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2203692" y="2243446"/>
              <a:ext cx="22874" cy="32346"/>
            </a:xfrm>
            <a:custGeom>
              <a:avLst/>
              <a:pathLst>
                <a:path w="22874" h="32346">
                  <a:moveTo>
                    <a:pt x="5689" y="17518"/>
                  </a:moveTo>
                  <a:lnTo>
                    <a:pt x="5949" y="17934"/>
                  </a:lnTo>
                  <a:lnTo>
                    <a:pt x="6403" y="17169"/>
                  </a:lnTo>
                  <a:lnTo>
                    <a:pt x="6937" y="14764"/>
                  </a:lnTo>
                  <a:lnTo>
                    <a:pt x="8351" y="15393"/>
                  </a:lnTo>
                  <a:lnTo>
                    <a:pt x="9100" y="16478"/>
                  </a:lnTo>
                  <a:lnTo>
                    <a:pt x="9517" y="16238"/>
                  </a:lnTo>
                  <a:lnTo>
                    <a:pt x="9945" y="16349"/>
                  </a:lnTo>
                  <a:lnTo>
                    <a:pt x="10738" y="17769"/>
                  </a:lnTo>
                  <a:lnTo>
                    <a:pt x="12245" y="18892"/>
                  </a:lnTo>
                  <a:lnTo>
                    <a:pt x="13835" y="18729"/>
                  </a:lnTo>
                  <a:lnTo>
                    <a:pt x="16257" y="18062"/>
                  </a:lnTo>
                  <a:lnTo>
                    <a:pt x="16546" y="17792"/>
                  </a:lnTo>
                  <a:lnTo>
                    <a:pt x="19035" y="17235"/>
                  </a:lnTo>
                  <a:lnTo>
                    <a:pt x="21530" y="16971"/>
                  </a:lnTo>
                  <a:lnTo>
                    <a:pt x="22388" y="17606"/>
                  </a:lnTo>
                  <a:lnTo>
                    <a:pt x="22709" y="18198"/>
                  </a:lnTo>
                  <a:lnTo>
                    <a:pt x="22874" y="18911"/>
                  </a:lnTo>
                  <a:lnTo>
                    <a:pt x="21451" y="20867"/>
                  </a:lnTo>
                  <a:lnTo>
                    <a:pt x="20026" y="23144"/>
                  </a:lnTo>
                  <a:lnTo>
                    <a:pt x="18045" y="25373"/>
                  </a:lnTo>
                  <a:lnTo>
                    <a:pt x="17796" y="26465"/>
                  </a:lnTo>
                  <a:lnTo>
                    <a:pt x="17919" y="28474"/>
                  </a:lnTo>
                  <a:lnTo>
                    <a:pt x="17880" y="30521"/>
                  </a:lnTo>
                  <a:lnTo>
                    <a:pt x="18271" y="30690"/>
                  </a:lnTo>
                  <a:lnTo>
                    <a:pt x="18506" y="31377"/>
                  </a:lnTo>
                  <a:lnTo>
                    <a:pt x="17994" y="32039"/>
                  </a:lnTo>
                  <a:lnTo>
                    <a:pt x="15958" y="32346"/>
                  </a:lnTo>
                  <a:lnTo>
                    <a:pt x="15364" y="32160"/>
                  </a:lnTo>
                  <a:lnTo>
                    <a:pt x="14658" y="31327"/>
                  </a:lnTo>
                  <a:lnTo>
                    <a:pt x="14416" y="29351"/>
                  </a:lnTo>
                  <a:lnTo>
                    <a:pt x="13540" y="29641"/>
                  </a:lnTo>
                  <a:lnTo>
                    <a:pt x="13276" y="29400"/>
                  </a:lnTo>
                  <a:lnTo>
                    <a:pt x="14503" y="27716"/>
                  </a:lnTo>
                  <a:lnTo>
                    <a:pt x="13944" y="25601"/>
                  </a:lnTo>
                  <a:lnTo>
                    <a:pt x="13344" y="25755"/>
                  </a:lnTo>
                  <a:lnTo>
                    <a:pt x="12947" y="24751"/>
                  </a:lnTo>
                  <a:lnTo>
                    <a:pt x="12980" y="23395"/>
                  </a:lnTo>
                  <a:lnTo>
                    <a:pt x="13536" y="22735"/>
                  </a:lnTo>
                  <a:lnTo>
                    <a:pt x="13696" y="22020"/>
                  </a:lnTo>
                  <a:lnTo>
                    <a:pt x="12942" y="22640"/>
                  </a:lnTo>
                  <a:lnTo>
                    <a:pt x="12364" y="23897"/>
                  </a:lnTo>
                  <a:lnTo>
                    <a:pt x="11617" y="24373"/>
                  </a:lnTo>
                  <a:lnTo>
                    <a:pt x="10885" y="25458"/>
                  </a:lnTo>
                  <a:lnTo>
                    <a:pt x="12020" y="25803"/>
                  </a:lnTo>
                  <a:lnTo>
                    <a:pt x="11436" y="26644"/>
                  </a:lnTo>
                  <a:lnTo>
                    <a:pt x="10829" y="26839"/>
                  </a:lnTo>
                  <a:lnTo>
                    <a:pt x="8019" y="25185"/>
                  </a:lnTo>
                  <a:lnTo>
                    <a:pt x="7326" y="24558"/>
                  </a:lnTo>
                  <a:lnTo>
                    <a:pt x="6454" y="22826"/>
                  </a:lnTo>
                  <a:lnTo>
                    <a:pt x="5793" y="20514"/>
                  </a:lnTo>
                  <a:lnTo>
                    <a:pt x="6151" y="20424"/>
                  </a:lnTo>
                  <a:lnTo>
                    <a:pt x="6273" y="20010"/>
                  </a:lnTo>
                  <a:lnTo>
                    <a:pt x="6195" y="19619"/>
                  </a:lnTo>
                  <a:lnTo>
                    <a:pt x="5216" y="19307"/>
                  </a:lnTo>
                  <a:lnTo>
                    <a:pt x="3685" y="19405"/>
                  </a:lnTo>
                  <a:lnTo>
                    <a:pt x="2809" y="18796"/>
                  </a:lnTo>
                  <a:lnTo>
                    <a:pt x="2851" y="14758"/>
                  </a:lnTo>
                  <a:lnTo>
                    <a:pt x="2567" y="13647"/>
                  </a:lnTo>
                  <a:lnTo>
                    <a:pt x="1610" y="12709"/>
                  </a:lnTo>
                  <a:lnTo>
                    <a:pt x="145" y="12431"/>
                  </a:lnTo>
                  <a:lnTo>
                    <a:pt x="0" y="10932"/>
                  </a:lnTo>
                  <a:lnTo>
                    <a:pt x="466" y="8638"/>
                  </a:lnTo>
                  <a:lnTo>
                    <a:pt x="1183" y="6673"/>
                  </a:lnTo>
                  <a:lnTo>
                    <a:pt x="1729" y="4736"/>
                  </a:lnTo>
                  <a:lnTo>
                    <a:pt x="2366" y="3152"/>
                  </a:lnTo>
                  <a:lnTo>
                    <a:pt x="3937" y="0"/>
                  </a:lnTo>
                  <a:lnTo>
                    <a:pt x="3901" y="2358"/>
                  </a:lnTo>
                  <a:lnTo>
                    <a:pt x="4053" y="4390"/>
                  </a:lnTo>
                  <a:lnTo>
                    <a:pt x="3030" y="8454"/>
                  </a:lnTo>
                  <a:lnTo>
                    <a:pt x="4807" y="12483"/>
                  </a:lnTo>
                  <a:lnTo>
                    <a:pt x="5035" y="13373"/>
                  </a:lnTo>
                  <a:lnTo>
                    <a:pt x="5185" y="14455"/>
                  </a:lnTo>
                  <a:lnTo>
                    <a:pt x="5071" y="15451"/>
                  </a:lnTo>
                  <a:lnTo>
                    <a:pt x="4783" y="16334"/>
                  </a:lnTo>
                  <a:lnTo>
                    <a:pt x="5475" y="1677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2226715" y="2226153"/>
              <a:ext cx="5891" cy="12640"/>
            </a:xfrm>
            <a:custGeom>
              <a:avLst/>
              <a:pathLst>
                <a:path w="5891" h="12640">
                  <a:moveTo>
                    <a:pt x="905" y="10704"/>
                  </a:moveTo>
                  <a:lnTo>
                    <a:pt x="1245" y="11265"/>
                  </a:lnTo>
                  <a:lnTo>
                    <a:pt x="1853" y="11204"/>
                  </a:lnTo>
                  <a:lnTo>
                    <a:pt x="2266" y="11434"/>
                  </a:lnTo>
                  <a:lnTo>
                    <a:pt x="1678" y="12533"/>
                  </a:lnTo>
                  <a:lnTo>
                    <a:pt x="552" y="12640"/>
                  </a:lnTo>
                  <a:lnTo>
                    <a:pt x="0" y="12188"/>
                  </a:lnTo>
                  <a:lnTo>
                    <a:pt x="803" y="6549"/>
                  </a:lnTo>
                  <a:lnTo>
                    <a:pt x="1740" y="5250"/>
                  </a:lnTo>
                  <a:lnTo>
                    <a:pt x="3657" y="1563"/>
                  </a:lnTo>
                  <a:lnTo>
                    <a:pt x="4424" y="442"/>
                  </a:lnTo>
                  <a:lnTo>
                    <a:pt x="5135" y="0"/>
                  </a:lnTo>
                  <a:lnTo>
                    <a:pt x="5891" y="269"/>
                  </a:lnTo>
                  <a:lnTo>
                    <a:pt x="5121" y="2447"/>
                  </a:lnTo>
                  <a:lnTo>
                    <a:pt x="4096" y="2563"/>
                  </a:lnTo>
                  <a:lnTo>
                    <a:pt x="3116" y="4374"/>
                  </a:lnTo>
                  <a:lnTo>
                    <a:pt x="2474" y="6381"/>
                  </a:lnTo>
                  <a:lnTo>
                    <a:pt x="1702" y="7527"/>
                  </a:lnTo>
                  <a:lnTo>
                    <a:pt x="1169" y="892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2300571" y="2226152"/>
              <a:ext cx="1901" cy="7100"/>
            </a:xfrm>
            <a:custGeom>
              <a:avLst/>
              <a:pathLst>
                <a:path w="1901" h="7100">
                  <a:moveTo>
                    <a:pt x="950" y="6071"/>
                  </a:moveTo>
                  <a:lnTo>
                    <a:pt x="479" y="7100"/>
                  </a:lnTo>
                  <a:lnTo>
                    <a:pt x="0" y="7054"/>
                  </a:lnTo>
                  <a:lnTo>
                    <a:pt x="56" y="6155"/>
                  </a:lnTo>
                  <a:lnTo>
                    <a:pt x="646" y="4407"/>
                  </a:lnTo>
                  <a:lnTo>
                    <a:pt x="947" y="3156"/>
                  </a:lnTo>
                  <a:lnTo>
                    <a:pt x="958" y="2402"/>
                  </a:lnTo>
                  <a:lnTo>
                    <a:pt x="1067" y="1823"/>
                  </a:lnTo>
                  <a:lnTo>
                    <a:pt x="1515" y="1174"/>
                  </a:lnTo>
                  <a:lnTo>
                    <a:pt x="1901" y="0"/>
                  </a:lnTo>
                  <a:lnTo>
                    <a:pt x="1715" y="217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59"/>
            <p:cNvSpPr/>
            <p:nvPr/>
          </p:nvSpPr>
          <p:spPr>
            <a:xfrm>
              <a:off x="2200987" y="2219063"/>
              <a:ext cx="1691" cy="4110"/>
            </a:xfrm>
            <a:custGeom>
              <a:avLst/>
              <a:pathLst>
                <a:path w="1691" h="4110">
                  <a:moveTo>
                    <a:pt x="1691" y="0"/>
                  </a:moveTo>
                  <a:lnTo>
                    <a:pt x="1448" y="2155"/>
                  </a:lnTo>
                  <a:lnTo>
                    <a:pt x="608" y="3983"/>
                  </a:lnTo>
                  <a:lnTo>
                    <a:pt x="191" y="4110"/>
                  </a:lnTo>
                  <a:lnTo>
                    <a:pt x="0" y="3933"/>
                  </a:lnTo>
                  <a:lnTo>
                    <a:pt x="231" y="2752"/>
                  </a:lnTo>
                  <a:lnTo>
                    <a:pt x="204" y="699"/>
                  </a:lnTo>
                  <a:lnTo>
                    <a:pt x="898" y="421"/>
                  </a:lnTo>
                  <a:lnTo>
                    <a:pt x="1151" y="60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2201883" y="2215309"/>
              <a:ext cx="1107" cy="3148"/>
            </a:xfrm>
            <a:custGeom>
              <a:avLst/>
              <a:pathLst>
                <a:path w="1107" h="3148">
                  <a:moveTo>
                    <a:pt x="1107" y="1621"/>
                  </a:moveTo>
                  <a:lnTo>
                    <a:pt x="0" y="3148"/>
                  </a:lnTo>
                  <a:lnTo>
                    <a:pt x="486" y="851"/>
                  </a:lnTo>
                  <a:lnTo>
                    <a:pt x="689" y="256"/>
                  </a:lnTo>
                  <a:lnTo>
                    <a:pt x="875" y="0"/>
                  </a:lnTo>
                  <a:lnTo>
                    <a:pt x="1058" y="2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1634763" y="2188360"/>
              <a:ext cx="1687" cy="5821"/>
            </a:xfrm>
            <a:custGeom>
              <a:avLst/>
              <a:pathLst>
                <a:path w="1687" h="5821">
                  <a:moveTo>
                    <a:pt x="1412" y="5062"/>
                  </a:moveTo>
                  <a:lnTo>
                    <a:pt x="1010" y="5821"/>
                  </a:lnTo>
                  <a:lnTo>
                    <a:pt x="795" y="5720"/>
                  </a:lnTo>
                  <a:lnTo>
                    <a:pt x="623" y="5189"/>
                  </a:lnTo>
                  <a:lnTo>
                    <a:pt x="0" y="0"/>
                  </a:lnTo>
                  <a:lnTo>
                    <a:pt x="265" y="109"/>
                  </a:lnTo>
                  <a:lnTo>
                    <a:pt x="1100" y="1725"/>
                  </a:lnTo>
                  <a:lnTo>
                    <a:pt x="911" y="2366"/>
                  </a:lnTo>
                  <a:lnTo>
                    <a:pt x="1534" y="3912"/>
                  </a:lnTo>
                  <a:lnTo>
                    <a:pt x="1687" y="501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1633735" y="2183356"/>
              <a:ext cx="3046" cy="6498"/>
            </a:xfrm>
            <a:custGeom>
              <a:avLst/>
              <a:pathLst>
                <a:path w="3046" h="6498">
                  <a:moveTo>
                    <a:pt x="3046" y="6175"/>
                  </a:moveTo>
                  <a:lnTo>
                    <a:pt x="2926" y="6498"/>
                  </a:lnTo>
                  <a:lnTo>
                    <a:pt x="1425" y="4407"/>
                  </a:lnTo>
                  <a:lnTo>
                    <a:pt x="419" y="1669"/>
                  </a:lnTo>
                  <a:lnTo>
                    <a:pt x="0" y="0"/>
                  </a:lnTo>
                  <a:lnTo>
                    <a:pt x="1989" y="4149"/>
                  </a:lnTo>
                  <a:lnTo>
                    <a:pt x="2993" y="552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2104616" y="2178302"/>
              <a:ext cx="131489" cy="169850"/>
            </a:xfrm>
            <a:custGeom>
              <a:avLst/>
              <a:pathLst>
                <a:path w="131489" h="169850">
                  <a:moveTo>
                    <a:pt x="0" y="125947"/>
                  </a:moveTo>
                  <a:lnTo>
                    <a:pt x="1370" y="124831"/>
                  </a:lnTo>
                  <a:lnTo>
                    <a:pt x="4228" y="120497"/>
                  </a:lnTo>
                  <a:lnTo>
                    <a:pt x="6336" y="118927"/>
                  </a:lnTo>
                  <a:lnTo>
                    <a:pt x="9077" y="114375"/>
                  </a:lnTo>
                  <a:lnTo>
                    <a:pt x="11063" y="113499"/>
                  </a:lnTo>
                  <a:lnTo>
                    <a:pt x="11441" y="112498"/>
                  </a:lnTo>
                  <a:lnTo>
                    <a:pt x="11773" y="108722"/>
                  </a:lnTo>
                  <a:lnTo>
                    <a:pt x="11955" y="107376"/>
                  </a:lnTo>
                  <a:lnTo>
                    <a:pt x="12882" y="103668"/>
                  </a:lnTo>
                  <a:lnTo>
                    <a:pt x="13996" y="100540"/>
                  </a:lnTo>
                  <a:lnTo>
                    <a:pt x="14894" y="96214"/>
                  </a:lnTo>
                  <a:lnTo>
                    <a:pt x="16525" y="93450"/>
                  </a:lnTo>
                  <a:lnTo>
                    <a:pt x="18991" y="91138"/>
                  </a:lnTo>
                  <a:lnTo>
                    <a:pt x="21272" y="86090"/>
                  </a:lnTo>
                  <a:lnTo>
                    <a:pt x="22522" y="84550"/>
                  </a:lnTo>
                  <a:lnTo>
                    <a:pt x="23733" y="83448"/>
                  </a:lnTo>
                  <a:lnTo>
                    <a:pt x="24242" y="81397"/>
                  </a:lnTo>
                  <a:lnTo>
                    <a:pt x="24991" y="80223"/>
                  </a:lnTo>
                  <a:lnTo>
                    <a:pt x="26994" y="77838"/>
                  </a:lnTo>
                  <a:lnTo>
                    <a:pt x="29202" y="77194"/>
                  </a:lnTo>
                  <a:lnTo>
                    <a:pt x="31433" y="75214"/>
                  </a:lnTo>
                  <a:lnTo>
                    <a:pt x="33145" y="74165"/>
                  </a:lnTo>
                  <a:lnTo>
                    <a:pt x="34194" y="72308"/>
                  </a:lnTo>
                  <a:lnTo>
                    <a:pt x="35720" y="71330"/>
                  </a:lnTo>
                  <a:lnTo>
                    <a:pt x="40275" y="66002"/>
                  </a:lnTo>
                  <a:lnTo>
                    <a:pt x="41538" y="63507"/>
                  </a:lnTo>
                  <a:lnTo>
                    <a:pt x="43176" y="58398"/>
                  </a:lnTo>
                  <a:lnTo>
                    <a:pt x="44600" y="55799"/>
                  </a:lnTo>
                  <a:lnTo>
                    <a:pt x="45104" y="53032"/>
                  </a:lnTo>
                  <a:lnTo>
                    <a:pt x="47170" y="48540"/>
                  </a:lnTo>
                  <a:lnTo>
                    <a:pt x="49297" y="42623"/>
                  </a:lnTo>
                  <a:lnTo>
                    <a:pt x="50354" y="38380"/>
                  </a:lnTo>
                  <a:lnTo>
                    <a:pt x="51938" y="36024"/>
                  </a:lnTo>
                  <a:lnTo>
                    <a:pt x="55007" y="29287"/>
                  </a:lnTo>
                  <a:lnTo>
                    <a:pt x="56655" y="26598"/>
                  </a:lnTo>
                  <a:lnTo>
                    <a:pt x="57324" y="26291"/>
                  </a:lnTo>
                  <a:lnTo>
                    <a:pt x="59190" y="23900"/>
                  </a:lnTo>
                  <a:lnTo>
                    <a:pt x="60348" y="21407"/>
                  </a:lnTo>
                  <a:lnTo>
                    <a:pt x="62207" y="18903"/>
                  </a:lnTo>
                  <a:lnTo>
                    <a:pt x="65564" y="15816"/>
                  </a:lnTo>
                  <a:lnTo>
                    <a:pt x="68718" y="12121"/>
                  </a:lnTo>
                  <a:lnTo>
                    <a:pt x="72981" y="8923"/>
                  </a:lnTo>
                  <a:lnTo>
                    <a:pt x="77974" y="4130"/>
                  </a:lnTo>
                  <a:lnTo>
                    <a:pt x="82011" y="1566"/>
                  </a:lnTo>
                  <a:lnTo>
                    <a:pt x="84850" y="1196"/>
                  </a:lnTo>
                  <a:lnTo>
                    <a:pt x="88306" y="0"/>
                  </a:lnTo>
                  <a:lnTo>
                    <a:pt x="89529" y="121"/>
                  </a:lnTo>
                  <a:lnTo>
                    <a:pt x="94911" y="2198"/>
                  </a:lnTo>
                  <a:lnTo>
                    <a:pt x="97493" y="4768"/>
                  </a:lnTo>
                  <a:lnTo>
                    <a:pt x="100434" y="10173"/>
                  </a:lnTo>
                  <a:lnTo>
                    <a:pt x="100873" y="11598"/>
                  </a:lnTo>
                  <a:lnTo>
                    <a:pt x="100944" y="13591"/>
                  </a:lnTo>
                  <a:lnTo>
                    <a:pt x="99387" y="12623"/>
                  </a:lnTo>
                  <a:lnTo>
                    <a:pt x="98013" y="12559"/>
                  </a:lnTo>
                  <a:lnTo>
                    <a:pt x="98966" y="13667"/>
                  </a:lnTo>
                  <a:lnTo>
                    <a:pt x="100585" y="16992"/>
                  </a:lnTo>
                  <a:lnTo>
                    <a:pt x="100512" y="21150"/>
                  </a:lnTo>
                  <a:lnTo>
                    <a:pt x="99598" y="24908"/>
                  </a:lnTo>
                  <a:lnTo>
                    <a:pt x="96864" y="26761"/>
                  </a:lnTo>
                  <a:lnTo>
                    <a:pt x="96166" y="28236"/>
                  </a:lnTo>
                  <a:lnTo>
                    <a:pt x="95602" y="30674"/>
                  </a:lnTo>
                  <a:lnTo>
                    <a:pt x="95048" y="31608"/>
                  </a:lnTo>
                  <a:lnTo>
                    <a:pt x="93723" y="32690"/>
                  </a:lnTo>
                  <a:lnTo>
                    <a:pt x="92991" y="34274"/>
                  </a:lnTo>
                  <a:lnTo>
                    <a:pt x="90844" y="36786"/>
                  </a:lnTo>
                  <a:lnTo>
                    <a:pt x="89876" y="37084"/>
                  </a:lnTo>
                  <a:lnTo>
                    <a:pt x="88763" y="36483"/>
                  </a:lnTo>
                  <a:lnTo>
                    <a:pt x="86082" y="34114"/>
                  </a:lnTo>
                  <a:lnTo>
                    <a:pt x="84429" y="31833"/>
                  </a:lnTo>
                  <a:lnTo>
                    <a:pt x="83603" y="33079"/>
                  </a:lnTo>
                  <a:lnTo>
                    <a:pt x="82925" y="34379"/>
                  </a:lnTo>
                  <a:lnTo>
                    <a:pt x="81334" y="33946"/>
                  </a:lnTo>
                  <a:lnTo>
                    <a:pt x="80607" y="34521"/>
                  </a:lnTo>
                  <a:lnTo>
                    <a:pt x="79408" y="33878"/>
                  </a:lnTo>
                  <a:lnTo>
                    <a:pt x="76952" y="36750"/>
                  </a:lnTo>
                  <a:lnTo>
                    <a:pt x="77652" y="37086"/>
                  </a:lnTo>
                  <a:lnTo>
                    <a:pt x="79601" y="35435"/>
                  </a:lnTo>
                  <a:lnTo>
                    <a:pt x="80267" y="35621"/>
                  </a:lnTo>
                  <a:lnTo>
                    <a:pt x="81703" y="37751"/>
                  </a:lnTo>
                  <a:lnTo>
                    <a:pt x="85172" y="40042"/>
                  </a:lnTo>
                  <a:lnTo>
                    <a:pt x="86072" y="41557"/>
                  </a:lnTo>
                  <a:lnTo>
                    <a:pt x="86930" y="46392"/>
                  </a:lnTo>
                  <a:lnTo>
                    <a:pt x="87500" y="47164"/>
                  </a:lnTo>
                  <a:lnTo>
                    <a:pt x="88689" y="46662"/>
                  </a:lnTo>
                  <a:lnTo>
                    <a:pt x="90031" y="44271"/>
                  </a:lnTo>
                  <a:lnTo>
                    <a:pt x="91144" y="42990"/>
                  </a:lnTo>
                  <a:lnTo>
                    <a:pt x="93322" y="41939"/>
                  </a:lnTo>
                  <a:lnTo>
                    <a:pt x="92892" y="43530"/>
                  </a:lnTo>
                  <a:lnTo>
                    <a:pt x="94549" y="43405"/>
                  </a:lnTo>
                  <a:lnTo>
                    <a:pt x="96191" y="45544"/>
                  </a:lnTo>
                  <a:lnTo>
                    <a:pt x="95584" y="47062"/>
                  </a:lnTo>
                  <a:lnTo>
                    <a:pt x="94759" y="50123"/>
                  </a:lnTo>
                  <a:lnTo>
                    <a:pt x="94182" y="56069"/>
                  </a:lnTo>
                  <a:lnTo>
                    <a:pt x="92510" y="60054"/>
                  </a:lnTo>
                  <a:lnTo>
                    <a:pt x="90272" y="63972"/>
                  </a:lnTo>
                  <a:lnTo>
                    <a:pt x="90836" y="64917"/>
                  </a:lnTo>
                  <a:lnTo>
                    <a:pt x="91491" y="65498"/>
                  </a:lnTo>
                  <a:lnTo>
                    <a:pt x="92930" y="64338"/>
                  </a:lnTo>
                  <a:lnTo>
                    <a:pt x="93891" y="64416"/>
                  </a:lnTo>
                  <a:lnTo>
                    <a:pt x="94958" y="65166"/>
                  </a:lnTo>
                  <a:lnTo>
                    <a:pt x="94627" y="68209"/>
                  </a:lnTo>
                  <a:lnTo>
                    <a:pt x="94244" y="70274"/>
                  </a:lnTo>
                  <a:lnTo>
                    <a:pt x="94467" y="72197"/>
                  </a:lnTo>
                  <a:lnTo>
                    <a:pt x="95100" y="75866"/>
                  </a:lnTo>
                  <a:lnTo>
                    <a:pt x="95973" y="76671"/>
                  </a:lnTo>
                  <a:lnTo>
                    <a:pt x="96323" y="81373"/>
                  </a:lnTo>
                  <a:lnTo>
                    <a:pt x="96785" y="83936"/>
                  </a:lnTo>
                  <a:lnTo>
                    <a:pt x="96723" y="85993"/>
                  </a:lnTo>
                  <a:lnTo>
                    <a:pt x="97598" y="87309"/>
                  </a:lnTo>
                  <a:lnTo>
                    <a:pt x="97745" y="89410"/>
                  </a:lnTo>
                  <a:lnTo>
                    <a:pt x="100915" y="90004"/>
                  </a:lnTo>
                  <a:lnTo>
                    <a:pt x="101557" y="90812"/>
                  </a:lnTo>
                  <a:lnTo>
                    <a:pt x="103760" y="91612"/>
                  </a:lnTo>
                  <a:lnTo>
                    <a:pt x="104175" y="92192"/>
                  </a:lnTo>
                  <a:lnTo>
                    <a:pt x="104567" y="93344"/>
                  </a:lnTo>
                  <a:lnTo>
                    <a:pt x="102409" y="95881"/>
                  </a:lnTo>
                  <a:lnTo>
                    <a:pt x="104156" y="97716"/>
                  </a:lnTo>
                  <a:lnTo>
                    <a:pt x="105808" y="100707"/>
                  </a:lnTo>
                  <a:lnTo>
                    <a:pt x="107107" y="100119"/>
                  </a:lnTo>
                  <a:lnTo>
                    <a:pt x="107669" y="100214"/>
                  </a:lnTo>
                  <a:lnTo>
                    <a:pt x="109123" y="102088"/>
                  </a:lnTo>
                  <a:lnTo>
                    <a:pt x="109528" y="103016"/>
                  </a:lnTo>
                  <a:lnTo>
                    <a:pt x="109750" y="103841"/>
                  </a:lnTo>
                  <a:lnTo>
                    <a:pt x="110480" y="103664"/>
                  </a:lnTo>
                  <a:lnTo>
                    <a:pt x="111527" y="102941"/>
                  </a:lnTo>
                  <a:lnTo>
                    <a:pt x="113423" y="103120"/>
                  </a:lnTo>
                  <a:lnTo>
                    <a:pt x="115442" y="104177"/>
                  </a:lnTo>
                  <a:lnTo>
                    <a:pt x="115272" y="105790"/>
                  </a:lnTo>
                  <a:lnTo>
                    <a:pt x="114967" y="106906"/>
                  </a:lnTo>
                  <a:lnTo>
                    <a:pt x="116548" y="106538"/>
                  </a:lnTo>
                  <a:lnTo>
                    <a:pt x="117535" y="107686"/>
                  </a:lnTo>
                  <a:lnTo>
                    <a:pt x="117879" y="107134"/>
                  </a:lnTo>
                  <a:lnTo>
                    <a:pt x="118123" y="106421"/>
                  </a:lnTo>
                  <a:lnTo>
                    <a:pt x="120085" y="104464"/>
                  </a:lnTo>
                  <a:lnTo>
                    <a:pt x="122606" y="100407"/>
                  </a:lnTo>
                  <a:lnTo>
                    <a:pt x="122913" y="100909"/>
                  </a:lnTo>
                  <a:lnTo>
                    <a:pt x="123028" y="102447"/>
                  </a:lnTo>
                  <a:lnTo>
                    <a:pt x="123359" y="104956"/>
                  </a:lnTo>
                  <a:lnTo>
                    <a:pt x="124327" y="106688"/>
                  </a:lnTo>
                  <a:lnTo>
                    <a:pt x="125477" y="107085"/>
                  </a:lnTo>
                  <a:lnTo>
                    <a:pt x="127060" y="105760"/>
                  </a:lnTo>
                  <a:lnTo>
                    <a:pt x="127681" y="106904"/>
                  </a:lnTo>
                  <a:lnTo>
                    <a:pt x="128423" y="109109"/>
                  </a:lnTo>
                  <a:lnTo>
                    <a:pt x="129129" y="111994"/>
                  </a:lnTo>
                  <a:lnTo>
                    <a:pt x="129081" y="113028"/>
                  </a:lnTo>
                  <a:lnTo>
                    <a:pt x="128176" y="113928"/>
                  </a:lnTo>
                  <a:lnTo>
                    <a:pt x="127360" y="115225"/>
                  </a:lnTo>
                  <a:lnTo>
                    <a:pt x="130766" y="115759"/>
                  </a:lnTo>
                  <a:lnTo>
                    <a:pt x="131112" y="116304"/>
                  </a:lnTo>
                  <a:lnTo>
                    <a:pt x="131489" y="117440"/>
                  </a:lnTo>
                  <a:lnTo>
                    <a:pt x="131142" y="118590"/>
                  </a:lnTo>
                  <a:lnTo>
                    <a:pt x="130821" y="119162"/>
                  </a:lnTo>
                  <a:lnTo>
                    <a:pt x="130203" y="118493"/>
                  </a:lnTo>
                  <a:lnTo>
                    <a:pt x="129064" y="119102"/>
                  </a:lnTo>
                  <a:lnTo>
                    <a:pt x="128069" y="120592"/>
                  </a:lnTo>
                  <a:lnTo>
                    <a:pt x="127006" y="121420"/>
                  </a:lnTo>
                  <a:lnTo>
                    <a:pt x="126324" y="121516"/>
                  </a:lnTo>
                  <a:lnTo>
                    <a:pt x="125568" y="122204"/>
                  </a:lnTo>
                  <a:lnTo>
                    <a:pt x="124878" y="123269"/>
                  </a:lnTo>
                  <a:lnTo>
                    <a:pt x="124160" y="123566"/>
                  </a:lnTo>
                  <a:lnTo>
                    <a:pt x="121921" y="126224"/>
                  </a:lnTo>
                  <a:lnTo>
                    <a:pt x="119631" y="127938"/>
                  </a:lnTo>
                  <a:lnTo>
                    <a:pt x="117237" y="130681"/>
                  </a:lnTo>
                  <a:lnTo>
                    <a:pt x="114795" y="132410"/>
                  </a:lnTo>
                  <a:lnTo>
                    <a:pt x="112259" y="134488"/>
                  </a:lnTo>
                  <a:lnTo>
                    <a:pt x="111707" y="134673"/>
                  </a:lnTo>
                  <a:lnTo>
                    <a:pt x="111068" y="134591"/>
                  </a:lnTo>
                  <a:lnTo>
                    <a:pt x="109620" y="136622"/>
                  </a:lnTo>
                  <a:lnTo>
                    <a:pt x="108904" y="136346"/>
                  </a:lnTo>
                  <a:lnTo>
                    <a:pt x="108173" y="136700"/>
                  </a:lnTo>
                  <a:lnTo>
                    <a:pt x="107332" y="136253"/>
                  </a:lnTo>
                  <a:lnTo>
                    <a:pt x="106758" y="135422"/>
                  </a:lnTo>
                  <a:lnTo>
                    <a:pt x="107198" y="137567"/>
                  </a:lnTo>
                  <a:lnTo>
                    <a:pt x="107327" y="139542"/>
                  </a:lnTo>
                  <a:lnTo>
                    <a:pt x="107107" y="140408"/>
                  </a:lnTo>
                  <a:lnTo>
                    <a:pt x="106703" y="141427"/>
                  </a:lnTo>
                  <a:lnTo>
                    <a:pt x="105248" y="141236"/>
                  </a:lnTo>
                  <a:lnTo>
                    <a:pt x="104675" y="140520"/>
                  </a:lnTo>
                  <a:lnTo>
                    <a:pt x="103996" y="139466"/>
                  </a:lnTo>
                  <a:lnTo>
                    <a:pt x="103685" y="137766"/>
                  </a:lnTo>
                  <a:lnTo>
                    <a:pt x="102954" y="136553"/>
                  </a:lnTo>
                  <a:lnTo>
                    <a:pt x="102519" y="138238"/>
                  </a:lnTo>
                  <a:lnTo>
                    <a:pt x="102522" y="139493"/>
                  </a:lnTo>
                  <a:lnTo>
                    <a:pt x="101981" y="141206"/>
                  </a:lnTo>
                  <a:lnTo>
                    <a:pt x="101346" y="138274"/>
                  </a:lnTo>
                  <a:lnTo>
                    <a:pt x="100201" y="139347"/>
                  </a:lnTo>
                  <a:lnTo>
                    <a:pt x="99697" y="142464"/>
                  </a:lnTo>
                  <a:lnTo>
                    <a:pt x="99949" y="143354"/>
                  </a:lnTo>
                  <a:lnTo>
                    <a:pt x="100301" y="145738"/>
                  </a:lnTo>
                  <a:lnTo>
                    <a:pt x="99735" y="146981"/>
                  </a:lnTo>
                  <a:lnTo>
                    <a:pt x="99315" y="146640"/>
                  </a:lnTo>
                  <a:lnTo>
                    <a:pt x="98444" y="150138"/>
                  </a:lnTo>
                  <a:lnTo>
                    <a:pt x="97390" y="151412"/>
                  </a:lnTo>
                  <a:lnTo>
                    <a:pt x="96302" y="154979"/>
                  </a:lnTo>
                  <a:lnTo>
                    <a:pt x="95014" y="157697"/>
                  </a:lnTo>
                  <a:lnTo>
                    <a:pt x="94661" y="159514"/>
                  </a:lnTo>
                  <a:lnTo>
                    <a:pt x="92503" y="163671"/>
                  </a:lnTo>
                  <a:lnTo>
                    <a:pt x="91683" y="163547"/>
                  </a:lnTo>
                  <a:lnTo>
                    <a:pt x="91079" y="163684"/>
                  </a:lnTo>
                  <a:lnTo>
                    <a:pt x="90169" y="165417"/>
                  </a:lnTo>
                  <a:lnTo>
                    <a:pt x="90028" y="168918"/>
                  </a:lnTo>
                  <a:lnTo>
                    <a:pt x="89626" y="168455"/>
                  </a:lnTo>
                  <a:lnTo>
                    <a:pt x="89218" y="168569"/>
                  </a:lnTo>
                  <a:lnTo>
                    <a:pt x="89007" y="169668"/>
                  </a:lnTo>
                  <a:lnTo>
                    <a:pt x="88707" y="169850"/>
                  </a:lnTo>
                  <a:lnTo>
                    <a:pt x="87911" y="168810"/>
                  </a:lnTo>
                  <a:lnTo>
                    <a:pt x="86974" y="169378"/>
                  </a:lnTo>
                  <a:lnTo>
                    <a:pt x="86241" y="168589"/>
                  </a:lnTo>
                  <a:lnTo>
                    <a:pt x="85307" y="163459"/>
                  </a:lnTo>
                  <a:lnTo>
                    <a:pt x="84811" y="161661"/>
                  </a:lnTo>
                  <a:lnTo>
                    <a:pt x="83931" y="161081"/>
                  </a:lnTo>
                  <a:lnTo>
                    <a:pt x="83703" y="162166"/>
                  </a:lnTo>
                  <a:lnTo>
                    <a:pt x="83362" y="163228"/>
                  </a:lnTo>
                  <a:lnTo>
                    <a:pt x="82515" y="161111"/>
                  </a:lnTo>
                  <a:lnTo>
                    <a:pt x="81873" y="153255"/>
                  </a:lnTo>
                  <a:lnTo>
                    <a:pt x="81868" y="151359"/>
                  </a:lnTo>
                  <a:lnTo>
                    <a:pt x="82767" y="144751"/>
                  </a:lnTo>
                  <a:lnTo>
                    <a:pt x="84993" y="138802"/>
                  </a:lnTo>
                  <a:lnTo>
                    <a:pt x="84282" y="138603"/>
                  </a:lnTo>
                  <a:lnTo>
                    <a:pt x="82317" y="142728"/>
                  </a:lnTo>
                  <a:lnTo>
                    <a:pt x="82519" y="141730"/>
                  </a:lnTo>
                  <a:lnTo>
                    <a:pt x="82853" y="140689"/>
                  </a:lnTo>
                  <a:lnTo>
                    <a:pt x="83515" y="139011"/>
                  </a:lnTo>
                  <a:lnTo>
                    <a:pt x="84521" y="137434"/>
                  </a:lnTo>
                  <a:lnTo>
                    <a:pt x="85861" y="136515"/>
                  </a:lnTo>
                  <a:lnTo>
                    <a:pt x="86783" y="136375"/>
                  </a:lnTo>
                  <a:lnTo>
                    <a:pt x="87418" y="135504"/>
                  </a:lnTo>
                  <a:lnTo>
                    <a:pt x="88338" y="133960"/>
                  </a:lnTo>
                  <a:lnTo>
                    <a:pt x="88509" y="133140"/>
                  </a:lnTo>
                  <a:lnTo>
                    <a:pt x="87693" y="134083"/>
                  </a:lnTo>
                  <a:lnTo>
                    <a:pt x="86337" y="135010"/>
                  </a:lnTo>
                  <a:lnTo>
                    <a:pt x="86685" y="133794"/>
                  </a:lnTo>
                  <a:lnTo>
                    <a:pt x="87024" y="133143"/>
                  </a:lnTo>
                  <a:lnTo>
                    <a:pt x="94271" y="122491"/>
                  </a:lnTo>
                  <a:lnTo>
                    <a:pt x="95729" y="120735"/>
                  </a:lnTo>
                  <a:lnTo>
                    <a:pt x="98636" y="118494"/>
                  </a:lnTo>
                  <a:lnTo>
                    <a:pt x="99040" y="117027"/>
                  </a:lnTo>
                  <a:lnTo>
                    <a:pt x="98643" y="116089"/>
                  </a:lnTo>
                  <a:lnTo>
                    <a:pt x="99771" y="116920"/>
                  </a:lnTo>
                  <a:lnTo>
                    <a:pt x="99678" y="118135"/>
                  </a:lnTo>
                  <a:lnTo>
                    <a:pt x="99501" y="119021"/>
                  </a:lnTo>
                  <a:lnTo>
                    <a:pt x="99435" y="120527"/>
                  </a:lnTo>
                  <a:lnTo>
                    <a:pt x="99546" y="121976"/>
                  </a:lnTo>
                  <a:lnTo>
                    <a:pt x="100692" y="122683"/>
                  </a:lnTo>
                  <a:lnTo>
                    <a:pt x="101649" y="125380"/>
                  </a:lnTo>
                  <a:lnTo>
                    <a:pt x="101195" y="121716"/>
                  </a:lnTo>
                  <a:lnTo>
                    <a:pt x="102056" y="119646"/>
                  </a:lnTo>
                  <a:lnTo>
                    <a:pt x="105371" y="116874"/>
                  </a:lnTo>
                  <a:lnTo>
                    <a:pt x="108140" y="116573"/>
                  </a:lnTo>
                  <a:lnTo>
                    <a:pt x="109027" y="115281"/>
                  </a:lnTo>
                  <a:lnTo>
                    <a:pt x="106658" y="114414"/>
                  </a:lnTo>
                  <a:lnTo>
                    <a:pt x="103851" y="114886"/>
                  </a:lnTo>
                  <a:lnTo>
                    <a:pt x="102113" y="113919"/>
                  </a:lnTo>
                  <a:lnTo>
                    <a:pt x="99717" y="114550"/>
                  </a:lnTo>
                  <a:lnTo>
                    <a:pt x="97181" y="113944"/>
                  </a:lnTo>
                  <a:lnTo>
                    <a:pt x="96403" y="114744"/>
                  </a:lnTo>
                  <a:lnTo>
                    <a:pt x="95773" y="116476"/>
                  </a:lnTo>
                  <a:lnTo>
                    <a:pt x="94953" y="115711"/>
                  </a:lnTo>
                  <a:lnTo>
                    <a:pt x="94557" y="115583"/>
                  </a:lnTo>
                  <a:lnTo>
                    <a:pt x="94175" y="114985"/>
                  </a:lnTo>
                  <a:lnTo>
                    <a:pt x="94997" y="112009"/>
                  </a:lnTo>
                  <a:lnTo>
                    <a:pt x="97567" y="107578"/>
                  </a:lnTo>
                  <a:lnTo>
                    <a:pt x="99134" y="103726"/>
                  </a:lnTo>
                  <a:lnTo>
                    <a:pt x="99576" y="102918"/>
                  </a:lnTo>
                  <a:lnTo>
                    <a:pt x="99926" y="101367"/>
                  </a:lnTo>
                  <a:lnTo>
                    <a:pt x="99067" y="101626"/>
                  </a:lnTo>
                  <a:lnTo>
                    <a:pt x="98315" y="102234"/>
                  </a:lnTo>
                  <a:lnTo>
                    <a:pt x="97795" y="100453"/>
                  </a:lnTo>
                  <a:lnTo>
                    <a:pt x="96869" y="98088"/>
                  </a:lnTo>
                  <a:lnTo>
                    <a:pt x="96779" y="99073"/>
                  </a:lnTo>
                  <a:lnTo>
                    <a:pt x="97244" y="102017"/>
                  </a:lnTo>
                  <a:lnTo>
                    <a:pt x="95467" y="107196"/>
                  </a:lnTo>
                  <a:lnTo>
                    <a:pt x="94319" y="107564"/>
                  </a:lnTo>
                  <a:lnTo>
                    <a:pt x="92787" y="109979"/>
                  </a:lnTo>
                  <a:lnTo>
                    <a:pt x="90623" y="112081"/>
                  </a:lnTo>
                  <a:lnTo>
                    <a:pt x="88098" y="116094"/>
                  </a:lnTo>
                  <a:lnTo>
                    <a:pt x="84835" y="119474"/>
                  </a:lnTo>
                  <a:lnTo>
                    <a:pt x="84151" y="119487"/>
                  </a:lnTo>
                  <a:lnTo>
                    <a:pt x="82669" y="116705"/>
                  </a:lnTo>
                  <a:lnTo>
                    <a:pt x="83083" y="115439"/>
                  </a:lnTo>
                  <a:lnTo>
                    <a:pt x="83468" y="113721"/>
                  </a:lnTo>
                  <a:lnTo>
                    <a:pt x="83100" y="114216"/>
                  </a:lnTo>
                  <a:lnTo>
                    <a:pt x="82861" y="114961"/>
                  </a:lnTo>
                  <a:lnTo>
                    <a:pt x="81967" y="116156"/>
                  </a:lnTo>
                  <a:lnTo>
                    <a:pt x="82692" y="118468"/>
                  </a:lnTo>
                  <a:lnTo>
                    <a:pt x="82342" y="119336"/>
                  </a:lnTo>
                  <a:lnTo>
                    <a:pt x="81305" y="120475"/>
                  </a:lnTo>
                  <a:lnTo>
                    <a:pt x="80340" y="122124"/>
                  </a:lnTo>
                  <a:lnTo>
                    <a:pt x="79495" y="123227"/>
                  </a:lnTo>
                  <a:lnTo>
                    <a:pt x="78812" y="121824"/>
                  </a:lnTo>
                  <a:lnTo>
                    <a:pt x="76925" y="123596"/>
                  </a:lnTo>
                  <a:lnTo>
                    <a:pt x="75336" y="124072"/>
                  </a:lnTo>
                  <a:lnTo>
                    <a:pt x="74993" y="123175"/>
                  </a:lnTo>
                  <a:lnTo>
                    <a:pt x="74892" y="121758"/>
                  </a:lnTo>
                  <a:lnTo>
                    <a:pt x="74336" y="121416"/>
                  </a:lnTo>
                  <a:lnTo>
                    <a:pt x="73302" y="121807"/>
                  </a:lnTo>
                  <a:lnTo>
                    <a:pt x="72910" y="121054"/>
                  </a:lnTo>
                  <a:lnTo>
                    <a:pt x="72466" y="120683"/>
                  </a:lnTo>
                  <a:lnTo>
                    <a:pt x="72060" y="120371"/>
                  </a:lnTo>
                  <a:lnTo>
                    <a:pt x="71711" y="120128"/>
                  </a:lnTo>
                  <a:lnTo>
                    <a:pt x="71508" y="120543"/>
                  </a:lnTo>
                  <a:lnTo>
                    <a:pt x="71316" y="121099"/>
                  </a:lnTo>
                  <a:lnTo>
                    <a:pt x="71079" y="121516"/>
                  </a:lnTo>
                  <a:lnTo>
                    <a:pt x="70583" y="120926"/>
                  </a:lnTo>
                  <a:lnTo>
                    <a:pt x="70267" y="119851"/>
                  </a:lnTo>
                  <a:lnTo>
                    <a:pt x="69759" y="118742"/>
                  </a:lnTo>
                  <a:lnTo>
                    <a:pt x="69567" y="117909"/>
                  </a:lnTo>
                  <a:lnTo>
                    <a:pt x="69669" y="116939"/>
                  </a:lnTo>
                  <a:lnTo>
                    <a:pt x="69894" y="116003"/>
                  </a:lnTo>
                  <a:lnTo>
                    <a:pt x="69996" y="114893"/>
                  </a:lnTo>
                  <a:lnTo>
                    <a:pt x="69748" y="113613"/>
                  </a:lnTo>
                  <a:lnTo>
                    <a:pt x="69522" y="112885"/>
                  </a:lnTo>
                  <a:lnTo>
                    <a:pt x="69364" y="112052"/>
                  </a:lnTo>
                  <a:lnTo>
                    <a:pt x="69421" y="111256"/>
                  </a:lnTo>
                  <a:lnTo>
                    <a:pt x="69737" y="110873"/>
                  </a:lnTo>
                  <a:lnTo>
                    <a:pt x="70030" y="110387"/>
                  </a:lnTo>
                  <a:lnTo>
                    <a:pt x="70131" y="109348"/>
                  </a:lnTo>
                  <a:lnTo>
                    <a:pt x="69951" y="108239"/>
                  </a:lnTo>
                  <a:lnTo>
                    <a:pt x="69432" y="107787"/>
                  </a:lnTo>
                  <a:lnTo>
                    <a:pt x="69003" y="107960"/>
                  </a:lnTo>
                  <a:lnTo>
                    <a:pt x="68383" y="107718"/>
                  </a:lnTo>
                  <a:lnTo>
                    <a:pt x="67785" y="107025"/>
                  </a:lnTo>
                  <a:lnTo>
                    <a:pt x="67391" y="106227"/>
                  </a:lnTo>
                  <a:lnTo>
                    <a:pt x="67086" y="105776"/>
                  </a:lnTo>
                  <a:lnTo>
                    <a:pt x="66849" y="105776"/>
                  </a:lnTo>
                  <a:lnTo>
                    <a:pt x="66567" y="105326"/>
                  </a:lnTo>
                  <a:lnTo>
                    <a:pt x="66398" y="104562"/>
                  </a:lnTo>
                  <a:lnTo>
                    <a:pt x="66420" y="103314"/>
                  </a:lnTo>
                  <a:lnTo>
                    <a:pt x="66499" y="102553"/>
                  </a:lnTo>
                  <a:lnTo>
                    <a:pt x="66657" y="101893"/>
                  </a:lnTo>
                  <a:lnTo>
                    <a:pt x="66668" y="101165"/>
                  </a:lnTo>
                  <a:lnTo>
                    <a:pt x="66600" y="100644"/>
                  </a:lnTo>
                  <a:lnTo>
                    <a:pt x="66590" y="100230"/>
                  </a:lnTo>
                  <a:lnTo>
                    <a:pt x="66634" y="99709"/>
                  </a:lnTo>
                  <a:lnTo>
                    <a:pt x="66736" y="98669"/>
                  </a:lnTo>
                  <a:lnTo>
                    <a:pt x="66567" y="97907"/>
                  </a:lnTo>
                  <a:lnTo>
                    <a:pt x="66549" y="95266"/>
                  </a:lnTo>
                  <a:lnTo>
                    <a:pt x="66516" y="90326"/>
                  </a:lnTo>
                  <a:lnTo>
                    <a:pt x="66491" y="86542"/>
                  </a:lnTo>
                  <a:lnTo>
                    <a:pt x="66460" y="81785"/>
                  </a:lnTo>
                  <a:lnTo>
                    <a:pt x="66441" y="78320"/>
                  </a:lnTo>
                  <a:lnTo>
                    <a:pt x="66416" y="73467"/>
                  </a:lnTo>
                  <a:lnTo>
                    <a:pt x="66392" y="68861"/>
                  </a:lnTo>
                  <a:lnTo>
                    <a:pt x="66354" y="64515"/>
                  </a:lnTo>
                  <a:lnTo>
                    <a:pt x="65123" y="62009"/>
                  </a:lnTo>
                  <a:lnTo>
                    <a:pt x="63566" y="58841"/>
                  </a:lnTo>
                  <a:lnTo>
                    <a:pt x="62233" y="56740"/>
                  </a:lnTo>
                  <a:lnTo>
                    <a:pt x="61508" y="56488"/>
                  </a:lnTo>
                  <a:lnTo>
                    <a:pt x="61055" y="56782"/>
                  </a:lnTo>
                  <a:lnTo>
                    <a:pt x="60873" y="57620"/>
                  </a:lnTo>
                  <a:lnTo>
                    <a:pt x="59878" y="58518"/>
                  </a:lnTo>
                  <a:lnTo>
                    <a:pt x="58069" y="59473"/>
                  </a:lnTo>
                  <a:lnTo>
                    <a:pt x="56530" y="60955"/>
                  </a:lnTo>
                  <a:lnTo>
                    <a:pt x="55965" y="60969"/>
                  </a:lnTo>
                  <a:lnTo>
                    <a:pt x="55487" y="60721"/>
                  </a:lnTo>
                  <a:lnTo>
                    <a:pt x="54853" y="59976"/>
                  </a:lnTo>
                  <a:lnTo>
                    <a:pt x="54416" y="58877"/>
                  </a:lnTo>
                  <a:lnTo>
                    <a:pt x="54265" y="56971"/>
                  </a:lnTo>
                  <a:lnTo>
                    <a:pt x="54400" y="54357"/>
                  </a:lnTo>
                  <a:lnTo>
                    <a:pt x="53477" y="53820"/>
                  </a:lnTo>
                  <a:lnTo>
                    <a:pt x="52548" y="53282"/>
                  </a:lnTo>
                  <a:lnTo>
                    <a:pt x="51978" y="55084"/>
                  </a:lnTo>
                  <a:lnTo>
                    <a:pt x="51433" y="56602"/>
                  </a:lnTo>
                  <a:lnTo>
                    <a:pt x="50350" y="59910"/>
                  </a:lnTo>
                  <a:lnTo>
                    <a:pt x="48828" y="64559"/>
                  </a:lnTo>
                  <a:lnTo>
                    <a:pt x="47985" y="67114"/>
                  </a:lnTo>
                  <a:lnTo>
                    <a:pt x="46502" y="71604"/>
                  </a:lnTo>
                  <a:lnTo>
                    <a:pt x="45195" y="75563"/>
                  </a:lnTo>
                  <a:lnTo>
                    <a:pt x="44902" y="79626"/>
                  </a:lnTo>
                  <a:lnTo>
                    <a:pt x="44623" y="83478"/>
                  </a:lnTo>
                  <a:lnTo>
                    <a:pt x="43542" y="86410"/>
                  </a:lnTo>
                  <a:lnTo>
                    <a:pt x="42882" y="89098"/>
                  </a:lnTo>
                  <a:lnTo>
                    <a:pt x="42588" y="92079"/>
                  </a:lnTo>
                  <a:lnTo>
                    <a:pt x="42342" y="94816"/>
                  </a:lnTo>
                  <a:lnTo>
                    <a:pt x="42323" y="97107"/>
                  </a:lnTo>
                  <a:lnTo>
                    <a:pt x="42509" y="98309"/>
                  </a:lnTo>
                  <a:lnTo>
                    <a:pt x="42421" y="99286"/>
                  </a:lnTo>
                  <a:lnTo>
                    <a:pt x="42064" y="100410"/>
                  </a:lnTo>
                  <a:lnTo>
                    <a:pt x="41348" y="102365"/>
                  </a:lnTo>
                  <a:lnTo>
                    <a:pt x="41221" y="104246"/>
                  </a:lnTo>
                  <a:lnTo>
                    <a:pt x="40783" y="105174"/>
                  </a:lnTo>
                  <a:lnTo>
                    <a:pt x="39536" y="107031"/>
                  </a:lnTo>
                  <a:lnTo>
                    <a:pt x="38518" y="109768"/>
                  </a:lnTo>
                  <a:lnTo>
                    <a:pt x="38468" y="111318"/>
                  </a:lnTo>
                  <a:lnTo>
                    <a:pt x="38615" y="112605"/>
                  </a:lnTo>
                  <a:lnTo>
                    <a:pt x="38638" y="113404"/>
                  </a:lnTo>
                  <a:lnTo>
                    <a:pt x="38435" y="113961"/>
                  </a:lnTo>
                  <a:lnTo>
                    <a:pt x="38027" y="113925"/>
                  </a:lnTo>
                  <a:lnTo>
                    <a:pt x="37586" y="114100"/>
                  </a:lnTo>
                  <a:lnTo>
                    <a:pt x="37215" y="115241"/>
                  </a:lnTo>
                  <a:lnTo>
                    <a:pt x="37224" y="116880"/>
                  </a:lnTo>
                  <a:lnTo>
                    <a:pt x="36953" y="118062"/>
                  </a:lnTo>
                  <a:lnTo>
                    <a:pt x="36636" y="118305"/>
                  </a:lnTo>
                  <a:lnTo>
                    <a:pt x="36365" y="117470"/>
                  </a:lnTo>
                  <a:lnTo>
                    <a:pt x="36039" y="116218"/>
                  </a:lnTo>
                  <a:lnTo>
                    <a:pt x="35656" y="116095"/>
                  </a:lnTo>
                  <a:lnTo>
                    <a:pt x="35076" y="116926"/>
                  </a:lnTo>
                  <a:lnTo>
                    <a:pt x="34361" y="118294"/>
                  </a:lnTo>
                  <a:lnTo>
                    <a:pt x="33717" y="118367"/>
                  </a:lnTo>
                  <a:lnTo>
                    <a:pt x="32509" y="117489"/>
                  </a:lnTo>
                  <a:lnTo>
                    <a:pt x="31627" y="120141"/>
                  </a:lnTo>
                  <a:lnTo>
                    <a:pt x="30680" y="125837"/>
                  </a:lnTo>
                  <a:lnTo>
                    <a:pt x="26680" y="125851"/>
                  </a:lnTo>
                  <a:lnTo>
                    <a:pt x="22679" y="125866"/>
                  </a:lnTo>
                  <a:lnTo>
                    <a:pt x="18679" y="125880"/>
                  </a:lnTo>
                  <a:lnTo>
                    <a:pt x="14678" y="125895"/>
                  </a:lnTo>
                  <a:lnTo>
                    <a:pt x="10678" y="125908"/>
                  </a:lnTo>
                  <a:lnTo>
                    <a:pt x="6677" y="125922"/>
                  </a:lnTo>
                  <a:lnTo>
                    <a:pt x="2677" y="125936"/>
                  </a:lnTo>
                  <a:lnTo>
                    <a:pt x="438" y="12594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1609295" y="2174944"/>
              <a:ext cx="1609" cy="3432"/>
            </a:xfrm>
            <a:custGeom>
              <a:avLst/>
              <a:pathLst>
                <a:path w="1609" h="3432">
                  <a:moveTo>
                    <a:pt x="1339" y="761"/>
                  </a:moveTo>
                  <a:lnTo>
                    <a:pt x="1609" y="3432"/>
                  </a:lnTo>
                  <a:lnTo>
                    <a:pt x="429" y="3003"/>
                  </a:lnTo>
                  <a:lnTo>
                    <a:pt x="17" y="2485"/>
                  </a:lnTo>
                  <a:lnTo>
                    <a:pt x="0" y="1203"/>
                  </a:lnTo>
                  <a:lnTo>
                    <a:pt x="220" y="0"/>
                  </a:lnTo>
                  <a:lnTo>
                    <a:pt x="1116" y="4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2295402" y="2167507"/>
              <a:ext cx="3132" cy="3999"/>
            </a:xfrm>
            <a:custGeom>
              <a:avLst/>
              <a:pathLst>
                <a:path w="3132" h="3999">
                  <a:moveTo>
                    <a:pt x="2972" y="1259"/>
                  </a:moveTo>
                  <a:lnTo>
                    <a:pt x="1488" y="2979"/>
                  </a:lnTo>
                  <a:lnTo>
                    <a:pt x="1150" y="3656"/>
                  </a:lnTo>
                  <a:lnTo>
                    <a:pt x="740" y="3999"/>
                  </a:lnTo>
                  <a:lnTo>
                    <a:pt x="433" y="3458"/>
                  </a:lnTo>
                  <a:lnTo>
                    <a:pt x="0" y="1637"/>
                  </a:lnTo>
                  <a:lnTo>
                    <a:pt x="78" y="1031"/>
                  </a:lnTo>
                  <a:lnTo>
                    <a:pt x="485" y="949"/>
                  </a:lnTo>
                  <a:lnTo>
                    <a:pt x="719" y="1190"/>
                  </a:lnTo>
                  <a:lnTo>
                    <a:pt x="778" y="1755"/>
                  </a:lnTo>
                  <a:lnTo>
                    <a:pt x="956" y="2043"/>
                  </a:lnTo>
                  <a:lnTo>
                    <a:pt x="1254" y="2048"/>
                  </a:lnTo>
                  <a:lnTo>
                    <a:pt x="2353" y="278"/>
                  </a:lnTo>
                  <a:lnTo>
                    <a:pt x="2926" y="0"/>
                  </a:lnTo>
                  <a:lnTo>
                    <a:pt x="3132" y="34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2300928" y="2163970"/>
              <a:ext cx="2961" cy="4850"/>
            </a:xfrm>
            <a:custGeom>
              <a:avLst/>
              <a:pathLst>
                <a:path w="2961" h="4850">
                  <a:moveTo>
                    <a:pt x="1875" y="199"/>
                  </a:moveTo>
                  <a:lnTo>
                    <a:pt x="2584" y="2118"/>
                  </a:lnTo>
                  <a:lnTo>
                    <a:pt x="2961" y="2636"/>
                  </a:lnTo>
                  <a:lnTo>
                    <a:pt x="484" y="4713"/>
                  </a:lnTo>
                  <a:lnTo>
                    <a:pt x="187" y="4850"/>
                  </a:lnTo>
                  <a:lnTo>
                    <a:pt x="25" y="4604"/>
                  </a:lnTo>
                  <a:lnTo>
                    <a:pt x="0" y="2669"/>
                  </a:lnTo>
                  <a:lnTo>
                    <a:pt x="107" y="1173"/>
                  </a:lnTo>
                  <a:lnTo>
                    <a:pt x="286" y="950"/>
                  </a:lnTo>
                  <a:lnTo>
                    <a:pt x="859" y="1851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1624500" y="2163263"/>
              <a:ext cx="4903" cy="7823"/>
            </a:xfrm>
            <a:custGeom>
              <a:avLst/>
              <a:pathLst>
                <a:path w="4903" h="7823">
                  <a:moveTo>
                    <a:pt x="4770" y="7208"/>
                  </a:moveTo>
                  <a:lnTo>
                    <a:pt x="4903" y="7823"/>
                  </a:lnTo>
                  <a:lnTo>
                    <a:pt x="2764" y="5523"/>
                  </a:lnTo>
                  <a:lnTo>
                    <a:pt x="1851" y="4162"/>
                  </a:lnTo>
                  <a:lnTo>
                    <a:pt x="1498" y="3180"/>
                  </a:lnTo>
                  <a:lnTo>
                    <a:pt x="1269" y="2623"/>
                  </a:lnTo>
                  <a:lnTo>
                    <a:pt x="181" y="1164"/>
                  </a:lnTo>
                  <a:lnTo>
                    <a:pt x="0" y="495"/>
                  </a:lnTo>
                  <a:lnTo>
                    <a:pt x="255" y="0"/>
                  </a:lnTo>
                  <a:lnTo>
                    <a:pt x="987" y="300"/>
                  </a:lnTo>
                  <a:lnTo>
                    <a:pt x="2195" y="1398"/>
                  </a:lnTo>
                  <a:lnTo>
                    <a:pt x="3275" y="318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1602375" y="2160389"/>
              <a:ext cx="3129" cy="8007"/>
            </a:xfrm>
            <a:custGeom>
              <a:avLst/>
              <a:pathLst>
                <a:path w="3129" h="8007">
                  <a:moveTo>
                    <a:pt x="2980" y="7876"/>
                  </a:moveTo>
                  <a:lnTo>
                    <a:pt x="2603" y="8007"/>
                  </a:lnTo>
                  <a:lnTo>
                    <a:pt x="1998" y="7649"/>
                  </a:lnTo>
                  <a:lnTo>
                    <a:pt x="1317" y="6804"/>
                  </a:lnTo>
                  <a:lnTo>
                    <a:pt x="121" y="4547"/>
                  </a:lnTo>
                  <a:lnTo>
                    <a:pt x="0" y="4038"/>
                  </a:lnTo>
                  <a:lnTo>
                    <a:pt x="107" y="3601"/>
                  </a:lnTo>
                  <a:lnTo>
                    <a:pt x="445" y="3237"/>
                  </a:lnTo>
                  <a:lnTo>
                    <a:pt x="522" y="2643"/>
                  </a:lnTo>
                  <a:lnTo>
                    <a:pt x="244" y="1022"/>
                  </a:lnTo>
                  <a:lnTo>
                    <a:pt x="1203" y="0"/>
                  </a:lnTo>
                  <a:lnTo>
                    <a:pt x="2048" y="848"/>
                  </a:lnTo>
                  <a:lnTo>
                    <a:pt x="2433" y="1887"/>
                  </a:lnTo>
                  <a:lnTo>
                    <a:pt x="2897" y="3739"/>
                  </a:lnTo>
                  <a:lnTo>
                    <a:pt x="3106" y="5827"/>
                  </a:lnTo>
                  <a:lnTo>
                    <a:pt x="3129" y="72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2202903" y="2158261"/>
              <a:ext cx="26813" cy="25568"/>
            </a:xfrm>
            <a:custGeom>
              <a:avLst/>
              <a:pathLst>
                <a:path w="26813" h="25568">
                  <a:moveTo>
                    <a:pt x="25803" y="25131"/>
                  </a:moveTo>
                  <a:lnTo>
                    <a:pt x="21781" y="25568"/>
                  </a:lnTo>
                  <a:lnTo>
                    <a:pt x="18579" y="23743"/>
                  </a:lnTo>
                  <a:lnTo>
                    <a:pt x="16204" y="22861"/>
                  </a:lnTo>
                  <a:lnTo>
                    <a:pt x="13879" y="21258"/>
                  </a:lnTo>
                  <a:lnTo>
                    <a:pt x="8838" y="16106"/>
                  </a:lnTo>
                  <a:lnTo>
                    <a:pt x="8261" y="14315"/>
                  </a:lnTo>
                  <a:lnTo>
                    <a:pt x="7777" y="12116"/>
                  </a:lnTo>
                  <a:lnTo>
                    <a:pt x="6812" y="10117"/>
                  </a:lnTo>
                  <a:lnTo>
                    <a:pt x="5770" y="8470"/>
                  </a:lnTo>
                  <a:lnTo>
                    <a:pt x="434" y="3446"/>
                  </a:lnTo>
                  <a:lnTo>
                    <a:pt x="0" y="1696"/>
                  </a:lnTo>
                  <a:lnTo>
                    <a:pt x="1079" y="545"/>
                  </a:lnTo>
                  <a:lnTo>
                    <a:pt x="2321" y="0"/>
                  </a:lnTo>
                  <a:lnTo>
                    <a:pt x="3400" y="80"/>
                  </a:lnTo>
                  <a:lnTo>
                    <a:pt x="6970" y="2043"/>
                  </a:lnTo>
                  <a:lnTo>
                    <a:pt x="11471" y="3768"/>
                  </a:lnTo>
                  <a:lnTo>
                    <a:pt x="13424" y="5072"/>
                  </a:lnTo>
                  <a:lnTo>
                    <a:pt x="15638" y="7059"/>
                  </a:lnTo>
                  <a:lnTo>
                    <a:pt x="17802" y="9469"/>
                  </a:lnTo>
                  <a:lnTo>
                    <a:pt x="22613" y="15876"/>
                  </a:lnTo>
                  <a:lnTo>
                    <a:pt x="23477" y="16387"/>
                  </a:lnTo>
                  <a:lnTo>
                    <a:pt x="25649" y="19527"/>
                  </a:lnTo>
                  <a:lnTo>
                    <a:pt x="26431" y="21884"/>
                  </a:lnTo>
                  <a:lnTo>
                    <a:pt x="26813" y="23797"/>
                  </a:lnTo>
                  <a:lnTo>
                    <a:pt x="26338" y="2478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1620884" y="2150201"/>
              <a:ext cx="1139" cy="5803"/>
            </a:xfrm>
            <a:custGeom>
              <a:avLst/>
              <a:pathLst>
                <a:path w="1139" h="5803">
                  <a:moveTo>
                    <a:pt x="463" y="5542"/>
                  </a:moveTo>
                  <a:lnTo>
                    <a:pt x="234" y="5803"/>
                  </a:lnTo>
                  <a:lnTo>
                    <a:pt x="0" y="2454"/>
                  </a:lnTo>
                  <a:lnTo>
                    <a:pt x="291" y="1239"/>
                  </a:lnTo>
                  <a:lnTo>
                    <a:pt x="374" y="629"/>
                  </a:lnTo>
                  <a:lnTo>
                    <a:pt x="337" y="0"/>
                  </a:lnTo>
                  <a:lnTo>
                    <a:pt x="847" y="1513"/>
                  </a:lnTo>
                  <a:lnTo>
                    <a:pt x="1053" y="2529"/>
                  </a:lnTo>
                  <a:lnTo>
                    <a:pt x="1139" y="3934"/>
                  </a:lnTo>
                  <a:lnTo>
                    <a:pt x="1129" y="43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1617688" y="2144271"/>
              <a:ext cx="2734" cy="11036"/>
            </a:xfrm>
            <a:custGeom>
              <a:avLst/>
              <a:pathLst>
                <a:path w="2734" h="11036">
                  <a:moveTo>
                    <a:pt x="1675" y="9476"/>
                  </a:moveTo>
                  <a:lnTo>
                    <a:pt x="1570" y="11036"/>
                  </a:lnTo>
                  <a:lnTo>
                    <a:pt x="950" y="8503"/>
                  </a:lnTo>
                  <a:lnTo>
                    <a:pt x="0" y="3141"/>
                  </a:lnTo>
                  <a:lnTo>
                    <a:pt x="126" y="1887"/>
                  </a:lnTo>
                  <a:lnTo>
                    <a:pt x="550" y="111"/>
                  </a:lnTo>
                  <a:lnTo>
                    <a:pt x="937" y="0"/>
                  </a:lnTo>
                  <a:lnTo>
                    <a:pt x="1561" y="829"/>
                  </a:lnTo>
                  <a:lnTo>
                    <a:pt x="2104" y="2308"/>
                  </a:lnTo>
                  <a:lnTo>
                    <a:pt x="2230" y="2882"/>
                  </a:lnTo>
                  <a:lnTo>
                    <a:pt x="2567" y="4433"/>
                  </a:lnTo>
                  <a:lnTo>
                    <a:pt x="2734" y="5826"/>
                  </a:lnTo>
                  <a:lnTo>
                    <a:pt x="2359" y="751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2287997" y="2132942"/>
              <a:ext cx="1582" cy="2734"/>
            </a:xfrm>
            <a:custGeom>
              <a:avLst/>
              <a:pathLst>
                <a:path w="1582" h="2734">
                  <a:moveTo>
                    <a:pt x="939" y="2409"/>
                  </a:moveTo>
                  <a:lnTo>
                    <a:pt x="617" y="2734"/>
                  </a:lnTo>
                  <a:lnTo>
                    <a:pt x="318" y="2724"/>
                  </a:lnTo>
                  <a:lnTo>
                    <a:pt x="43" y="2376"/>
                  </a:lnTo>
                  <a:lnTo>
                    <a:pt x="0" y="1803"/>
                  </a:lnTo>
                  <a:lnTo>
                    <a:pt x="282" y="605"/>
                  </a:lnTo>
                  <a:lnTo>
                    <a:pt x="1025" y="0"/>
                  </a:lnTo>
                  <a:lnTo>
                    <a:pt x="1582" y="142"/>
                  </a:lnTo>
                  <a:lnTo>
                    <a:pt x="1549" y="747"/>
                  </a:lnTo>
                  <a:lnTo>
                    <a:pt x="1250" y="174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1588929" y="2131189"/>
              <a:ext cx="48703" cy="74987"/>
            </a:xfrm>
            <a:custGeom>
              <a:avLst/>
              <a:pathLst>
                <a:path w="48703" h="74987">
                  <a:moveTo>
                    <a:pt x="11080" y="6505"/>
                  </a:moveTo>
                  <a:lnTo>
                    <a:pt x="15852" y="10194"/>
                  </a:lnTo>
                  <a:lnTo>
                    <a:pt x="20631" y="12017"/>
                  </a:lnTo>
                  <a:lnTo>
                    <a:pt x="24137" y="14175"/>
                  </a:lnTo>
                  <a:lnTo>
                    <a:pt x="26290" y="14833"/>
                  </a:lnTo>
                  <a:lnTo>
                    <a:pt x="27067" y="15308"/>
                  </a:lnTo>
                  <a:lnTo>
                    <a:pt x="27570" y="16067"/>
                  </a:lnTo>
                  <a:lnTo>
                    <a:pt x="28162" y="17903"/>
                  </a:lnTo>
                  <a:lnTo>
                    <a:pt x="29186" y="22275"/>
                  </a:lnTo>
                  <a:lnTo>
                    <a:pt x="29962" y="25067"/>
                  </a:lnTo>
                  <a:lnTo>
                    <a:pt x="31566" y="29914"/>
                  </a:lnTo>
                  <a:lnTo>
                    <a:pt x="32832" y="33357"/>
                  </a:lnTo>
                  <a:lnTo>
                    <a:pt x="33121" y="34725"/>
                  </a:lnTo>
                  <a:lnTo>
                    <a:pt x="32854" y="35166"/>
                  </a:lnTo>
                  <a:lnTo>
                    <a:pt x="32871" y="35972"/>
                  </a:lnTo>
                  <a:lnTo>
                    <a:pt x="33833" y="39314"/>
                  </a:lnTo>
                  <a:lnTo>
                    <a:pt x="35638" y="42310"/>
                  </a:lnTo>
                  <a:lnTo>
                    <a:pt x="37050" y="43740"/>
                  </a:lnTo>
                  <a:lnTo>
                    <a:pt x="40031" y="46095"/>
                  </a:lnTo>
                  <a:lnTo>
                    <a:pt x="41858" y="48357"/>
                  </a:lnTo>
                  <a:lnTo>
                    <a:pt x="42422" y="49930"/>
                  </a:lnTo>
                  <a:lnTo>
                    <a:pt x="43217" y="51455"/>
                  </a:lnTo>
                  <a:lnTo>
                    <a:pt x="43548" y="52510"/>
                  </a:lnTo>
                  <a:lnTo>
                    <a:pt x="44199" y="56418"/>
                  </a:lnTo>
                  <a:lnTo>
                    <a:pt x="45408" y="60177"/>
                  </a:lnTo>
                  <a:lnTo>
                    <a:pt x="46653" y="67326"/>
                  </a:lnTo>
                  <a:lnTo>
                    <a:pt x="46886" y="66729"/>
                  </a:lnTo>
                  <a:lnTo>
                    <a:pt x="47029" y="64598"/>
                  </a:lnTo>
                  <a:lnTo>
                    <a:pt x="47172" y="64123"/>
                  </a:lnTo>
                  <a:lnTo>
                    <a:pt x="47437" y="63895"/>
                  </a:lnTo>
                  <a:lnTo>
                    <a:pt x="47683" y="64722"/>
                  </a:lnTo>
                  <a:lnTo>
                    <a:pt x="47910" y="66606"/>
                  </a:lnTo>
                  <a:lnTo>
                    <a:pt x="48703" y="71076"/>
                  </a:lnTo>
                  <a:lnTo>
                    <a:pt x="48445" y="72380"/>
                  </a:lnTo>
                  <a:lnTo>
                    <a:pt x="48216" y="72514"/>
                  </a:lnTo>
                  <a:lnTo>
                    <a:pt x="47145" y="71901"/>
                  </a:lnTo>
                  <a:lnTo>
                    <a:pt x="46773" y="72703"/>
                  </a:lnTo>
                  <a:lnTo>
                    <a:pt x="46274" y="74332"/>
                  </a:lnTo>
                  <a:lnTo>
                    <a:pt x="45922" y="74987"/>
                  </a:lnTo>
                  <a:lnTo>
                    <a:pt x="45715" y="74670"/>
                  </a:lnTo>
                  <a:lnTo>
                    <a:pt x="42617" y="73103"/>
                  </a:lnTo>
                  <a:lnTo>
                    <a:pt x="40710" y="71630"/>
                  </a:lnTo>
                  <a:lnTo>
                    <a:pt x="38201" y="69301"/>
                  </a:lnTo>
                  <a:lnTo>
                    <a:pt x="35190" y="66876"/>
                  </a:lnTo>
                  <a:lnTo>
                    <a:pt x="33471" y="65212"/>
                  </a:lnTo>
                  <a:lnTo>
                    <a:pt x="32039" y="63502"/>
                  </a:lnTo>
                  <a:lnTo>
                    <a:pt x="31044" y="62045"/>
                  </a:lnTo>
                  <a:lnTo>
                    <a:pt x="30856" y="60809"/>
                  </a:lnTo>
                  <a:lnTo>
                    <a:pt x="30900" y="60224"/>
                  </a:lnTo>
                  <a:lnTo>
                    <a:pt x="32831" y="56267"/>
                  </a:lnTo>
                  <a:lnTo>
                    <a:pt x="33650" y="54141"/>
                  </a:lnTo>
                  <a:lnTo>
                    <a:pt x="33963" y="52515"/>
                  </a:lnTo>
                  <a:lnTo>
                    <a:pt x="34125" y="50794"/>
                  </a:lnTo>
                  <a:lnTo>
                    <a:pt x="34005" y="48693"/>
                  </a:lnTo>
                  <a:lnTo>
                    <a:pt x="33928" y="48856"/>
                  </a:lnTo>
                  <a:lnTo>
                    <a:pt x="33755" y="50868"/>
                  </a:lnTo>
                  <a:lnTo>
                    <a:pt x="33470" y="52657"/>
                  </a:lnTo>
                  <a:lnTo>
                    <a:pt x="33123" y="54061"/>
                  </a:lnTo>
                  <a:lnTo>
                    <a:pt x="32903" y="54557"/>
                  </a:lnTo>
                  <a:lnTo>
                    <a:pt x="30587" y="55242"/>
                  </a:lnTo>
                  <a:lnTo>
                    <a:pt x="28717" y="55029"/>
                  </a:lnTo>
                  <a:lnTo>
                    <a:pt x="27779" y="56718"/>
                  </a:lnTo>
                  <a:lnTo>
                    <a:pt x="27499" y="56933"/>
                  </a:lnTo>
                  <a:lnTo>
                    <a:pt x="26983" y="56371"/>
                  </a:lnTo>
                  <a:lnTo>
                    <a:pt x="25855" y="54115"/>
                  </a:lnTo>
                  <a:lnTo>
                    <a:pt x="24239" y="52263"/>
                  </a:lnTo>
                  <a:lnTo>
                    <a:pt x="24398" y="51808"/>
                  </a:lnTo>
                  <a:lnTo>
                    <a:pt x="25453" y="50863"/>
                  </a:lnTo>
                  <a:lnTo>
                    <a:pt x="26011" y="49487"/>
                  </a:lnTo>
                  <a:lnTo>
                    <a:pt x="25911" y="49268"/>
                  </a:lnTo>
                  <a:lnTo>
                    <a:pt x="25535" y="49351"/>
                  </a:lnTo>
                  <a:lnTo>
                    <a:pt x="25205" y="49071"/>
                  </a:lnTo>
                  <a:lnTo>
                    <a:pt x="24548" y="47288"/>
                  </a:lnTo>
                  <a:lnTo>
                    <a:pt x="24173" y="46802"/>
                  </a:lnTo>
                  <a:lnTo>
                    <a:pt x="23375" y="47604"/>
                  </a:lnTo>
                  <a:lnTo>
                    <a:pt x="23055" y="47647"/>
                  </a:lnTo>
                  <a:lnTo>
                    <a:pt x="22746" y="46470"/>
                  </a:lnTo>
                  <a:lnTo>
                    <a:pt x="23190" y="43755"/>
                  </a:lnTo>
                  <a:lnTo>
                    <a:pt x="23212" y="43114"/>
                  </a:lnTo>
                  <a:lnTo>
                    <a:pt x="22395" y="44102"/>
                  </a:lnTo>
                  <a:lnTo>
                    <a:pt x="22126" y="43778"/>
                  </a:lnTo>
                  <a:lnTo>
                    <a:pt x="21871" y="42897"/>
                  </a:lnTo>
                  <a:lnTo>
                    <a:pt x="21631" y="42528"/>
                  </a:lnTo>
                  <a:lnTo>
                    <a:pt x="20967" y="42709"/>
                  </a:lnTo>
                  <a:lnTo>
                    <a:pt x="20249" y="41896"/>
                  </a:lnTo>
                  <a:lnTo>
                    <a:pt x="19998" y="42215"/>
                  </a:lnTo>
                  <a:lnTo>
                    <a:pt x="19902" y="43388"/>
                  </a:lnTo>
                  <a:lnTo>
                    <a:pt x="19663" y="43688"/>
                  </a:lnTo>
                  <a:lnTo>
                    <a:pt x="18566" y="41709"/>
                  </a:lnTo>
                  <a:lnTo>
                    <a:pt x="18317" y="41647"/>
                  </a:lnTo>
                  <a:lnTo>
                    <a:pt x="17785" y="43159"/>
                  </a:lnTo>
                  <a:lnTo>
                    <a:pt x="17600" y="43252"/>
                  </a:lnTo>
                  <a:lnTo>
                    <a:pt x="17317" y="42597"/>
                  </a:lnTo>
                  <a:lnTo>
                    <a:pt x="17171" y="38924"/>
                  </a:lnTo>
                  <a:lnTo>
                    <a:pt x="17231" y="37879"/>
                  </a:lnTo>
                  <a:lnTo>
                    <a:pt x="17381" y="37529"/>
                  </a:lnTo>
                  <a:lnTo>
                    <a:pt x="18334" y="36678"/>
                  </a:lnTo>
                  <a:lnTo>
                    <a:pt x="21073" y="35766"/>
                  </a:lnTo>
                  <a:lnTo>
                    <a:pt x="21302" y="35111"/>
                  </a:lnTo>
                  <a:lnTo>
                    <a:pt x="19249" y="35450"/>
                  </a:lnTo>
                  <a:lnTo>
                    <a:pt x="18715" y="34950"/>
                  </a:lnTo>
                  <a:lnTo>
                    <a:pt x="18141" y="33695"/>
                  </a:lnTo>
                  <a:lnTo>
                    <a:pt x="17541" y="33714"/>
                  </a:lnTo>
                  <a:lnTo>
                    <a:pt x="17224" y="33306"/>
                  </a:lnTo>
                  <a:lnTo>
                    <a:pt x="16891" y="32398"/>
                  </a:lnTo>
                  <a:lnTo>
                    <a:pt x="16023" y="29078"/>
                  </a:lnTo>
                  <a:lnTo>
                    <a:pt x="15432" y="28237"/>
                  </a:lnTo>
                  <a:lnTo>
                    <a:pt x="14425" y="27709"/>
                  </a:lnTo>
                  <a:lnTo>
                    <a:pt x="13906" y="27078"/>
                  </a:lnTo>
                  <a:lnTo>
                    <a:pt x="13688" y="27357"/>
                  </a:lnTo>
                  <a:lnTo>
                    <a:pt x="13477" y="28303"/>
                  </a:lnTo>
                  <a:lnTo>
                    <a:pt x="13197" y="28891"/>
                  </a:lnTo>
                  <a:lnTo>
                    <a:pt x="12509" y="29224"/>
                  </a:lnTo>
                  <a:lnTo>
                    <a:pt x="11878" y="28981"/>
                  </a:lnTo>
                  <a:lnTo>
                    <a:pt x="11386" y="28074"/>
                  </a:lnTo>
                  <a:lnTo>
                    <a:pt x="11094" y="26930"/>
                  </a:lnTo>
                  <a:lnTo>
                    <a:pt x="10982" y="25651"/>
                  </a:lnTo>
                  <a:lnTo>
                    <a:pt x="11255" y="23942"/>
                  </a:lnTo>
                  <a:lnTo>
                    <a:pt x="11250" y="23267"/>
                  </a:lnTo>
                  <a:lnTo>
                    <a:pt x="11128" y="22476"/>
                  </a:lnTo>
                  <a:lnTo>
                    <a:pt x="10904" y="21838"/>
                  </a:lnTo>
                  <a:lnTo>
                    <a:pt x="10575" y="21350"/>
                  </a:lnTo>
                  <a:lnTo>
                    <a:pt x="10397" y="21606"/>
                  </a:lnTo>
                  <a:lnTo>
                    <a:pt x="10367" y="22604"/>
                  </a:lnTo>
                  <a:lnTo>
                    <a:pt x="10189" y="23334"/>
                  </a:lnTo>
                  <a:lnTo>
                    <a:pt x="9618" y="23893"/>
                  </a:lnTo>
                  <a:lnTo>
                    <a:pt x="9152" y="22916"/>
                  </a:lnTo>
                  <a:lnTo>
                    <a:pt x="8845" y="21561"/>
                  </a:lnTo>
                  <a:lnTo>
                    <a:pt x="8486" y="20599"/>
                  </a:lnTo>
                  <a:lnTo>
                    <a:pt x="6489" y="20602"/>
                  </a:lnTo>
                  <a:lnTo>
                    <a:pt x="5570" y="21848"/>
                  </a:lnTo>
                  <a:lnTo>
                    <a:pt x="5129" y="21949"/>
                  </a:lnTo>
                  <a:lnTo>
                    <a:pt x="4672" y="21653"/>
                  </a:lnTo>
                  <a:lnTo>
                    <a:pt x="4584" y="20993"/>
                  </a:lnTo>
                  <a:lnTo>
                    <a:pt x="5015" y="19180"/>
                  </a:lnTo>
                  <a:lnTo>
                    <a:pt x="4910" y="16764"/>
                  </a:lnTo>
                  <a:lnTo>
                    <a:pt x="4797" y="16158"/>
                  </a:lnTo>
                  <a:lnTo>
                    <a:pt x="3876" y="15788"/>
                  </a:lnTo>
                  <a:lnTo>
                    <a:pt x="3720" y="15204"/>
                  </a:lnTo>
                  <a:lnTo>
                    <a:pt x="4268" y="12272"/>
                  </a:lnTo>
                  <a:lnTo>
                    <a:pt x="4574" y="11718"/>
                  </a:lnTo>
                  <a:lnTo>
                    <a:pt x="4983" y="11509"/>
                  </a:lnTo>
                  <a:lnTo>
                    <a:pt x="6811" y="11271"/>
                  </a:lnTo>
                  <a:lnTo>
                    <a:pt x="7419" y="11689"/>
                  </a:lnTo>
                  <a:lnTo>
                    <a:pt x="8300" y="13471"/>
                  </a:lnTo>
                  <a:lnTo>
                    <a:pt x="8272" y="12800"/>
                  </a:lnTo>
                  <a:lnTo>
                    <a:pt x="7939" y="10779"/>
                  </a:lnTo>
                  <a:lnTo>
                    <a:pt x="7891" y="9567"/>
                  </a:lnTo>
                  <a:lnTo>
                    <a:pt x="8498" y="8198"/>
                  </a:lnTo>
                  <a:lnTo>
                    <a:pt x="7918" y="7797"/>
                  </a:lnTo>
                  <a:lnTo>
                    <a:pt x="5753" y="7480"/>
                  </a:lnTo>
                  <a:lnTo>
                    <a:pt x="5770" y="8356"/>
                  </a:lnTo>
                  <a:lnTo>
                    <a:pt x="5948" y="9597"/>
                  </a:lnTo>
                  <a:lnTo>
                    <a:pt x="4664" y="10686"/>
                  </a:lnTo>
                  <a:lnTo>
                    <a:pt x="3713" y="10871"/>
                  </a:lnTo>
                  <a:lnTo>
                    <a:pt x="2802" y="10698"/>
                  </a:lnTo>
                  <a:lnTo>
                    <a:pt x="2059" y="10046"/>
                  </a:lnTo>
                  <a:lnTo>
                    <a:pt x="792" y="7424"/>
                  </a:lnTo>
                  <a:lnTo>
                    <a:pt x="0" y="4844"/>
                  </a:lnTo>
                  <a:lnTo>
                    <a:pt x="37" y="3436"/>
                  </a:lnTo>
                  <a:lnTo>
                    <a:pt x="471" y="1962"/>
                  </a:lnTo>
                  <a:lnTo>
                    <a:pt x="1041" y="956"/>
                  </a:lnTo>
                  <a:lnTo>
                    <a:pt x="2389" y="82"/>
                  </a:lnTo>
                  <a:lnTo>
                    <a:pt x="4151" y="0"/>
                  </a:lnTo>
                  <a:lnTo>
                    <a:pt x="6122" y="117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2252152" y="2109446"/>
              <a:ext cx="64495" cy="146803"/>
            </a:xfrm>
            <a:custGeom>
              <a:avLst/>
              <a:pathLst>
                <a:path w="64495" h="146803">
                  <a:moveTo>
                    <a:pt x="37528" y="1768"/>
                  </a:moveTo>
                  <a:lnTo>
                    <a:pt x="36820" y="4710"/>
                  </a:lnTo>
                  <a:lnTo>
                    <a:pt x="36330" y="6140"/>
                  </a:lnTo>
                  <a:lnTo>
                    <a:pt x="35874" y="6603"/>
                  </a:lnTo>
                  <a:lnTo>
                    <a:pt x="34913" y="7023"/>
                  </a:lnTo>
                  <a:lnTo>
                    <a:pt x="32890" y="7486"/>
                  </a:lnTo>
                  <a:lnTo>
                    <a:pt x="32025" y="7919"/>
                  </a:lnTo>
                  <a:lnTo>
                    <a:pt x="31902" y="9884"/>
                  </a:lnTo>
                  <a:lnTo>
                    <a:pt x="32030" y="10917"/>
                  </a:lnTo>
                  <a:lnTo>
                    <a:pt x="32325" y="11734"/>
                  </a:lnTo>
                  <a:lnTo>
                    <a:pt x="32701" y="11966"/>
                  </a:lnTo>
                  <a:lnTo>
                    <a:pt x="33540" y="11479"/>
                  </a:lnTo>
                  <a:lnTo>
                    <a:pt x="33852" y="11562"/>
                  </a:lnTo>
                  <a:lnTo>
                    <a:pt x="34102" y="11973"/>
                  </a:lnTo>
                  <a:lnTo>
                    <a:pt x="34290" y="12712"/>
                  </a:lnTo>
                  <a:lnTo>
                    <a:pt x="34388" y="13738"/>
                  </a:lnTo>
                  <a:lnTo>
                    <a:pt x="34394" y="15050"/>
                  </a:lnTo>
                  <a:lnTo>
                    <a:pt x="34247" y="16638"/>
                  </a:lnTo>
                  <a:lnTo>
                    <a:pt x="33561" y="20359"/>
                  </a:lnTo>
                  <a:lnTo>
                    <a:pt x="32690" y="22418"/>
                  </a:lnTo>
                  <a:lnTo>
                    <a:pt x="31573" y="24095"/>
                  </a:lnTo>
                  <a:lnTo>
                    <a:pt x="31300" y="24735"/>
                  </a:lnTo>
                  <a:lnTo>
                    <a:pt x="31159" y="25488"/>
                  </a:lnTo>
                  <a:lnTo>
                    <a:pt x="31021" y="27936"/>
                  </a:lnTo>
                  <a:lnTo>
                    <a:pt x="30443" y="29892"/>
                  </a:lnTo>
                  <a:lnTo>
                    <a:pt x="28648" y="34849"/>
                  </a:lnTo>
                  <a:lnTo>
                    <a:pt x="27957" y="35942"/>
                  </a:lnTo>
                  <a:lnTo>
                    <a:pt x="27952" y="36815"/>
                  </a:lnTo>
                  <a:lnTo>
                    <a:pt x="27672" y="39168"/>
                  </a:lnTo>
                  <a:lnTo>
                    <a:pt x="27139" y="41062"/>
                  </a:lnTo>
                  <a:lnTo>
                    <a:pt x="25653" y="45408"/>
                  </a:lnTo>
                  <a:lnTo>
                    <a:pt x="25284" y="46943"/>
                  </a:lnTo>
                  <a:lnTo>
                    <a:pt x="25119" y="48160"/>
                  </a:lnTo>
                  <a:lnTo>
                    <a:pt x="25141" y="49875"/>
                  </a:lnTo>
                  <a:lnTo>
                    <a:pt x="25075" y="50631"/>
                  </a:lnTo>
                  <a:lnTo>
                    <a:pt x="24735" y="52084"/>
                  </a:lnTo>
                  <a:lnTo>
                    <a:pt x="24260" y="53443"/>
                  </a:lnTo>
                  <a:lnTo>
                    <a:pt x="24166" y="54105"/>
                  </a:lnTo>
                  <a:lnTo>
                    <a:pt x="24353" y="55309"/>
                  </a:lnTo>
                  <a:lnTo>
                    <a:pt x="24545" y="55729"/>
                  </a:lnTo>
                  <a:lnTo>
                    <a:pt x="24567" y="56824"/>
                  </a:lnTo>
                  <a:lnTo>
                    <a:pt x="24420" y="58593"/>
                  </a:lnTo>
                  <a:lnTo>
                    <a:pt x="25049" y="57466"/>
                  </a:lnTo>
                  <a:lnTo>
                    <a:pt x="26454" y="53445"/>
                  </a:lnTo>
                  <a:lnTo>
                    <a:pt x="27509" y="51024"/>
                  </a:lnTo>
                  <a:lnTo>
                    <a:pt x="28214" y="50203"/>
                  </a:lnTo>
                  <a:lnTo>
                    <a:pt x="28706" y="49130"/>
                  </a:lnTo>
                  <a:lnTo>
                    <a:pt x="29231" y="46764"/>
                  </a:lnTo>
                  <a:lnTo>
                    <a:pt x="29949" y="44509"/>
                  </a:lnTo>
                  <a:lnTo>
                    <a:pt x="30600" y="43773"/>
                  </a:lnTo>
                  <a:lnTo>
                    <a:pt x="30898" y="44206"/>
                  </a:lnTo>
                  <a:lnTo>
                    <a:pt x="31150" y="45314"/>
                  </a:lnTo>
                  <a:lnTo>
                    <a:pt x="31099" y="46724"/>
                  </a:lnTo>
                  <a:lnTo>
                    <a:pt x="30746" y="48434"/>
                  </a:lnTo>
                  <a:lnTo>
                    <a:pt x="30774" y="48940"/>
                  </a:lnTo>
                  <a:lnTo>
                    <a:pt x="31603" y="47685"/>
                  </a:lnTo>
                  <a:lnTo>
                    <a:pt x="33026" y="46646"/>
                  </a:lnTo>
                  <a:lnTo>
                    <a:pt x="33542" y="46783"/>
                  </a:lnTo>
                  <a:lnTo>
                    <a:pt x="34586" y="48340"/>
                  </a:lnTo>
                  <a:lnTo>
                    <a:pt x="35454" y="48160"/>
                  </a:lnTo>
                  <a:lnTo>
                    <a:pt x="36843" y="47255"/>
                  </a:lnTo>
                  <a:lnTo>
                    <a:pt x="37103" y="47669"/>
                  </a:lnTo>
                  <a:lnTo>
                    <a:pt x="36872" y="49040"/>
                  </a:lnTo>
                  <a:lnTo>
                    <a:pt x="36327" y="50351"/>
                  </a:lnTo>
                  <a:lnTo>
                    <a:pt x="35039" y="52224"/>
                  </a:lnTo>
                  <a:lnTo>
                    <a:pt x="31940" y="55897"/>
                  </a:lnTo>
                  <a:lnTo>
                    <a:pt x="30977" y="58425"/>
                  </a:lnTo>
                  <a:lnTo>
                    <a:pt x="31159" y="58349"/>
                  </a:lnTo>
                  <a:lnTo>
                    <a:pt x="31828" y="57265"/>
                  </a:lnTo>
                  <a:lnTo>
                    <a:pt x="32531" y="56682"/>
                  </a:lnTo>
                  <a:lnTo>
                    <a:pt x="33268" y="56602"/>
                  </a:lnTo>
                  <a:lnTo>
                    <a:pt x="33576" y="56917"/>
                  </a:lnTo>
                  <a:lnTo>
                    <a:pt x="33456" y="57633"/>
                  </a:lnTo>
                  <a:lnTo>
                    <a:pt x="33362" y="59574"/>
                  </a:lnTo>
                  <a:lnTo>
                    <a:pt x="31485" y="63365"/>
                  </a:lnTo>
                  <a:lnTo>
                    <a:pt x="31928" y="63221"/>
                  </a:lnTo>
                  <a:lnTo>
                    <a:pt x="34101" y="61494"/>
                  </a:lnTo>
                  <a:lnTo>
                    <a:pt x="35419" y="63878"/>
                  </a:lnTo>
                  <a:lnTo>
                    <a:pt x="37230" y="63054"/>
                  </a:lnTo>
                  <a:lnTo>
                    <a:pt x="38324" y="62249"/>
                  </a:lnTo>
                  <a:lnTo>
                    <a:pt x="38293" y="62746"/>
                  </a:lnTo>
                  <a:lnTo>
                    <a:pt x="38530" y="63787"/>
                  </a:lnTo>
                  <a:lnTo>
                    <a:pt x="38522" y="65466"/>
                  </a:lnTo>
                  <a:lnTo>
                    <a:pt x="38633" y="65701"/>
                  </a:lnTo>
                  <a:lnTo>
                    <a:pt x="39151" y="65139"/>
                  </a:lnTo>
                  <a:lnTo>
                    <a:pt x="39245" y="64524"/>
                  </a:lnTo>
                  <a:lnTo>
                    <a:pt x="39217" y="61537"/>
                  </a:lnTo>
                  <a:lnTo>
                    <a:pt x="39378" y="61239"/>
                  </a:lnTo>
                  <a:lnTo>
                    <a:pt x="39731" y="61705"/>
                  </a:lnTo>
                  <a:lnTo>
                    <a:pt x="39948" y="62477"/>
                  </a:lnTo>
                  <a:lnTo>
                    <a:pt x="40013" y="64650"/>
                  </a:lnTo>
                  <a:lnTo>
                    <a:pt x="39775" y="66831"/>
                  </a:lnTo>
                  <a:lnTo>
                    <a:pt x="39445" y="68831"/>
                  </a:lnTo>
                  <a:lnTo>
                    <a:pt x="38646" y="71753"/>
                  </a:lnTo>
                  <a:lnTo>
                    <a:pt x="38747" y="73009"/>
                  </a:lnTo>
                  <a:lnTo>
                    <a:pt x="38543" y="74373"/>
                  </a:lnTo>
                  <a:lnTo>
                    <a:pt x="38720" y="74419"/>
                  </a:lnTo>
                  <a:lnTo>
                    <a:pt x="39512" y="73148"/>
                  </a:lnTo>
                  <a:lnTo>
                    <a:pt x="39560" y="72626"/>
                  </a:lnTo>
                  <a:lnTo>
                    <a:pt x="39498" y="71412"/>
                  </a:lnTo>
                  <a:lnTo>
                    <a:pt x="39587" y="70816"/>
                  </a:lnTo>
                  <a:lnTo>
                    <a:pt x="40245" y="69497"/>
                  </a:lnTo>
                  <a:lnTo>
                    <a:pt x="41331" y="67933"/>
                  </a:lnTo>
                  <a:lnTo>
                    <a:pt x="41687" y="67697"/>
                  </a:lnTo>
                  <a:lnTo>
                    <a:pt x="41838" y="68062"/>
                  </a:lnTo>
                  <a:lnTo>
                    <a:pt x="41785" y="69027"/>
                  </a:lnTo>
                  <a:lnTo>
                    <a:pt x="42105" y="68798"/>
                  </a:lnTo>
                  <a:lnTo>
                    <a:pt x="42798" y="67375"/>
                  </a:lnTo>
                  <a:lnTo>
                    <a:pt x="43441" y="66514"/>
                  </a:lnTo>
                  <a:lnTo>
                    <a:pt x="44035" y="66216"/>
                  </a:lnTo>
                  <a:lnTo>
                    <a:pt x="44653" y="65238"/>
                  </a:lnTo>
                  <a:lnTo>
                    <a:pt x="45295" y="63585"/>
                  </a:lnTo>
                  <a:lnTo>
                    <a:pt x="45985" y="62217"/>
                  </a:lnTo>
                  <a:lnTo>
                    <a:pt x="46724" y="61138"/>
                  </a:lnTo>
                  <a:lnTo>
                    <a:pt x="47041" y="61066"/>
                  </a:lnTo>
                  <a:lnTo>
                    <a:pt x="46931" y="62852"/>
                  </a:lnTo>
                  <a:lnTo>
                    <a:pt x="47077" y="64885"/>
                  </a:lnTo>
                  <a:lnTo>
                    <a:pt x="47096" y="66622"/>
                  </a:lnTo>
                  <a:lnTo>
                    <a:pt x="47243" y="66985"/>
                  </a:lnTo>
                  <a:lnTo>
                    <a:pt x="47812" y="65133"/>
                  </a:lnTo>
                  <a:lnTo>
                    <a:pt x="48128" y="64456"/>
                  </a:lnTo>
                  <a:lnTo>
                    <a:pt x="48507" y="64188"/>
                  </a:lnTo>
                  <a:lnTo>
                    <a:pt x="48948" y="64331"/>
                  </a:lnTo>
                  <a:lnTo>
                    <a:pt x="51958" y="63664"/>
                  </a:lnTo>
                  <a:lnTo>
                    <a:pt x="52874" y="64123"/>
                  </a:lnTo>
                  <a:lnTo>
                    <a:pt x="53907" y="65335"/>
                  </a:lnTo>
                  <a:lnTo>
                    <a:pt x="55210" y="67216"/>
                  </a:lnTo>
                  <a:lnTo>
                    <a:pt x="55690" y="68915"/>
                  </a:lnTo>
                  <a:lnTo>
                    <a:pt x="55781" y="71056"/>
                  </a:lnTo>
                  <a:lnTo>
                    <a:pt x="55653" y="72548"/>
                  </a:lnTo>
                  <a:lnTo>
                    <a:pt x="54713" y="74429"/>
                  </a:lnTo>
                  <a:lnTo>
                    <a:pt x="53878" y="75674"/>
                  </a:lnTo>
                  <a:lnTo>
                    <a:pt x="53385" y="76915"/>
                  </a:lnTo>
                  <a:lnTo>
                    <a:pt x="53235" y="78157"/>
                  </a:lnTo>
                  <a:lnTo>
                    <a:pt x="53040" y="78923"/>
                  </a:lnTo>
                  <a:lnTo>
                    <a:pt x="52482" y="79995"/>
                  </a:lnTo>
                  <a:lnTo>
                    <a:pt x="50001" y="82994"/>
                  </a:lnTo>
                  <a:lnTo>
                    <a:pt x="50595" y="83080"/>
                  </a:lnTo>
                  <a:lnTo>
                    <a:pt x="52026" y="82430"/>
                  </a:lnTo>
                  <a:lnTo>
                    <a:pt x="52966" y="82295"/>
                  </a:lnTo>
                  <a:lnTo>
                    <a:pt x="53016" y="82728"/>
                  </a:lnTo>
                  <a:lnTo>
                    <a:pt x="52640" y="83581"/>
                  </a:lnTo>
                  <a:lnTo>
                    <a:pt x="51922" y="84436"/>
                  </a:lnTo>
                  <a:lnTo>
                    <a:pt x="51844" y="84849"/>
                  </a:lnTo>
                  <a:lnTo>
                    <a:pt x="51879" y="85387"/>
                  </a:lnTo>
                  <a:lnTo>
                    <a:pt x="52647" y="86038"/>
                  </a:lnTo>
                  <a:lnTo>
                    <a:pt x="53628" y="85721"/>
                  </a:lnTo>
                  <a:lnTo>
                    <a:pt x="54455" y="86181"/>
                  </a:lnTo>
                  <a:lnTo>
                    <a:pt x="54375" y="86899"/>
                  </a:lnTo>
                  <a:lnTo>
                    <a:pt x="53719" y="89240"/>
                  </a:lnTo>
                  <a:lnTo>
                    <a:pt x="53526" y="90716"/>
                  </a:lnTo>
                  <a:lnTo>
                    <a:pt x="52652" y="91951"/>
                  </a:lnTo>
                  <a:lnTo>
                    <a:pt x="50900" y="93893"/>
                  </a:lnTo>
                  <a:lnTo>
                    <a:pt x="50452" y="94639"/>
                  </a:lnTo>
                  <a:lnTo>
                    <a:pt x="50550" y="94793"/>
                  </a:lnTo>
                  <a:lnTo>
                    <a:pt x="52157" y="93367"/>
                  </a:lnTo>
                  <a:lnTo>
                    <a:pt x="52968" y="93007"/>
                  </a:lnTo>
                  <a:lnTo>
                    <a:pt x="53481" y="92995"/>
                  </a:lnTo>
                  <a:lnTo>
                    <a:pt x="54062" y="91619"/>
                  </a:lnTo>
                  <a:lnTo>
                    <a:pt x="54970" y="91163"/>
                  </a:lnTo>
                  <a:lnTo>
                    <a:pt x="55858" y="92033"/>
                  </a:lnTo>
                  <a:lnTo>
                    <a:pt x="57211" y="89658"/>
                  </a:lnTo>
                  <a:lnTo>
                    <a:pt x="57694" y="89349"/>
                  </a:lnTo>
                  <a:lnTo>
                    <a:pt x="58518" y="89623"/>
                  </a:lnTo>
                  <a:lnTo>
                    <a:pt x="59048" y="89193"/>
                  </a:lnTo>
                  <a:lnTo>
                    <a:pt x="59941" y="87577"/>
                  </a:lnTo>
                  <a:lnTo>
                    <a:pt x="60615" y="86796"/>
                  </a:lnTo>
                  <a:lnTo>
                    <a:pt x="60755" y="86866"/>
                  </a:lnTo>
                  <a:lnTo>
                    <a:pt x="60900" y="87514"/>
                  </a:lnTo>
                  <a:lnTo>
                    <a:pt x="60966" y="89378"/>
                  </a:lnTo>
                  <a:lnTo>
                    <a:pt x="60807" y="91026"/>
                  </a:lnTo>
                  <a:lnTo>
                    <a:pt x="60587" y="92076"/>
                  </a:lnTo>
                  <a:lnTo>
                    <a:pt x="59861" y="94395"/>
                  </a:lnTo>
                  <a:lnTo>
                    <a:pt x="59415" y="95207"/>
                  </a:lnTo>
                  <a:lnTo>
                    <a:pt x="59002" y="95513"/>
                  </a:lnTo>
                  <a:lnTo>
                    <a:pt x="58270" y="95390"/>
                  </a:lnTo>
                  <a:lnTo>
                    <a:pt x="57951" y="95751"/>
                  </a:lnTo>
                  <a:lnTo>
                    <a:pt x="57267" y="97572"/>
                  </a:lnTo>
                  <a:lnTo>
                    <a:pt x="56059" y="99417"/>
                  </a:lnTo>
                  <a:lnTo>
                    <a:pt x="55303" y="100132"/>
                  </a:lnTo>
                  <a:lnTo>
                    <a:pt x="55780" y="101133"/>
                  </a:lnTo>
                  <a:lnTo>
                    <a:pt x="55956" y="103065"/>
                  </a:lnTo>
                  <a:lnTo>
                    <a:pt x="55691" y="103666"/>
                  </a:lnTo>
                  <a:lnTo>
                    <a:pt x="54395" y="104262"/>
                  </a:lnTo>
                  <a:lnTo>
                    <a:pt x="54338" y="104590"/>
                  </a:lnTo>
                  <a:lnTo>
                    <a:pt x="53876" y="105017"/>
                  </a:lnTo>
                  <a:lnTo>
                    <a:pt x="52806" y="105688"/>
                  </a:lnTo>
                  <a:lnTo>
                    <a:pt x="53537" y="105982"/>
                  </a:lnTo>
                  <a:lnTo>
                    <a:pt x="54888" y="105509"/>
                  </a:lnTo>
                  <a:lnTo>
                    <a:pt x="55030" y="105836"/>
                  </a:lnTo>
                  <a:lnTo>
                    <a:pt x="54843" y="107196"/>
                  </a:lnTo>
                  <a:lnTo>
                    <a:pt x="54484" y="108598"/>
                  </a:lnTo>
                  <a:lnTo>
                    <a:pt x="52882" y="112201"/>
                  </a:lnTo>
                  <a:lnTo>
                    <a:pt x="52862" y="112563"/>
                  </a:lnTo>
                  <a:lnTo>
                    <a:pt x="53112" y="114329"/>
                  </a:lnTo>
                  <a:lnTo>
                    <a:pt x="53423" y="115665"/>
                  </a:lnTo>
                  <a:lnTo>
                    <a:pt x="53810" y="116609"/>
                  </a:lnTo>
                  <a:lnTo>
                    <a:pt x="54702" y="116663"/>
                  </a:lnTo>
                  <a:lnTo>
                    <a:pt x="55361" y="116248"/>
                  </a:lnTo>
                  <a:lnTo>
                    <a:pt x="56323" y="113838"/>
                  </a:lnTo>
                  <a:lnTo>
                    <a:pt x="58448" y="106333"/>
                  </a:lnTo>
                  <a:lnTo>
                    <a:pt x="60344" y="104245"/>
                  </a:lnTo>
                  <a:lnTo>
                    <a:pt x="61925" y="101924"/>
                  </a:lnTo>
                  <a:lnTo>
                    <a:pt x="62287" y="102394"/>
                  </a:lnTo>
                  <a:lnTo>
                    <a:pt x="62454" y="102930"/>
                  </a:lnTo>
                  <a:lnTo>
                    <a:pt x="62396" y="103493"/>
                  </a:lnTo>
                  <a:lnTo>
                    <a:pt x="61598" y="105404"/>
                  </a:lnTo>
                  <a:lnTo>
                    <a:pt x="61182" y="106981"/>
                  </a:lnTo>
                  <a:lnTo>
                    <a:pt x="60100" y="111827"/>
                  </a:lnTo>
                  <a:lnTo>
                    <a:pt x="59686" y="114112"/>
                  </a:lnTo>
                  <a:lnTo>
                    <a:pt x="59478" y="116523"/>
                  </a:lnTo>
                  <a:lnTo>
                    <a:pt x="59533" y="120686"/>
                  </a:lnTo>
                  <a:lnTo>
                    <a:pt x="59650" y="121405"/>
                  </a:lnTo>
                  <a:lnTo>
                    <a:pt x="59988" y="122370"/>
                  </a:lnTo>
                  <a:lnTo>
                    <a:pt x="60619" y="121543"/>
                  </a:lnTo>
                  <a:lnTo>
                    <a:pt x="61694" y="119483"/>
                  </a:lnTo>
                  <a:lnTo>
                    <a:pt x="62385" y="117515"/>
                  </a:lnTo>
                  <a:lnTo>
                    <a:pt x="62925" y="114310"/>
                  </a:lnTo>
                  <a:lnTo>
                    <a:pt x="63257" y="113082"/>
                  </a:lnTo>
                  <a:lnTo>
                    <a:pt x="63618" y="113097"/>
                  </a:lnTo>
                  <a:lnTo>
                    <a:pt x="63940" y="113795"/>
                  </a:lnTo>
                  <a:lnTo>
                    <a:pt x="64018" y="115340"/>
                  </a:lnTo>
                  <a:lnTo>
                    <a:pt x="64317" y="117445"/>
                  </a:lnTo>
                  <a:lnTo>
                    <a:pt x="64495" y="119584"/>
                  </a:lnTo>
                  <a:lnTo>
                    <a:pt x="64352" y="121935"/>
                  </a:lnTo>
                  <a:lnTo>
                    <a:pt x="64207" y="123221"/>
                  </a:lnTo>
                  <a:lnTo>
                    <a:pt x="62008" y="132768"/>
                  </a:lnTo>
                  <a:lnTo>
                    <a:pt x="62241" y="134463"/>
                  </a:lnTo>
                  <a:lnTo>
                    <a:pt x="62299" y="135491"/>
                  </a:lnTo>
                  <a:lnTo>
                    <a:pt x="62231" y="136583"/>
                  </a:lnTo>
                  <a:lnTo>
                    <a:pt x="61534" y="141154"/>
                  </a:lnTo>
                  <a:lnTo>
                    <a:pt x="60858" y="144011"/>
                  </a:lnTo>
                  <a:lnTo>
                    <a:pt x="60495" y="145237"/>
                  </a:lnTo>
                  <a:lnTo>
                    <a:pt x="60061" y="145989"/>
                  </a:lnTo>
                  <a:lnTo>
                    <a:pt x="59560" y="146264"/>
                  </a:lnTo>
                  <a:lnTo>
                    <a:pt x="59111" y="145850"/>
                  </a:lnTo>
                  <a:lnTo>
                    <a:pt x="58715" y="144751"/>
                  </a:lnTo>
                  <a:lnTo>
                    <a:pt x="58365" y="144179"/>
                  </a:lnTo>
                  <a:lnTo>
                    <a:pt x="58060" y="144140"/>
                  </a:lnTo>
                  <a:lnTo>
                    <a:pt x="57496" y="144345"/>
                  </a:lnTo>
                  <a:lnTo>
                    <a:pt x="56011" y="146677"/>
                  </a:lnTo>
                  <a:lnTo>
                    <a:pt x="55707" y="146803"/>
                  </a:lnTo>
                  <a:lnTo>
                    <a:pt x="55495" y="146489"/>
                  </a:lnTo>
                  <a:lnTo>
                    <a:pt x="55240" y="145266"/>
                  </a:lnTo>
                  <a:lnTo>
                    <a:pt x="55444" y="139114"/>
                  </a:lnTo>
                  <a:lnTo>
                    <a:pt x="55577" y="137081"/>
                  </a:lnTo>
                  <a:lnTo>
                    <a:pt x="55280" y="135512"/>
                  </a:lnTo>
                  <a:lnTo>
                    <a:pt x="55593" y="132881"/>
                  </a:lnTo>
                  <a:lnTo>
                    <a:pt x="55604" y="131881"/>
                  </a:lnTo>
                  <a:lnTo>
                    <a:pt x="55423" y="131504"/>
                  </a:lnTo>
                  <a:lnTo>
                    <a:pt x="55048" y="131750"/>
                  </a:lnTo>
                  <a:lnTo>
                    <a:pt x="54481" y="133073"/>
                  </a:lnTo>
                  <a:lnTo>
                    <a:pt x="53722" y="135469"/>
                  </a:lnTo>
                  <a:lnTo>
                    <a:pt x="52898" y="137607"/>
                  </a:lnTo>
                  <a:lnTo>
                    <a:pt x="51460" y="140558"/>
                  </a:lnTo>
                  <a:lnTo>
                    <a:pt x="50821" y="141138"/>
                  </a:lnTo>
                  <a:lnTo>
                    <a:pt x="50567" y="140992"/>
                  </a:lnTo>
                  <a:lnTo>
                    <a:pt x="50275" y="140588"/>
                  </a:lnTo>
                  <a:lnTo>
                    <a:pt x="49882" y="139353"/>
                  </a:lnTo>
                  <a:lnTo>
                    <a:pt x="49886" y="138265"/>
                  </a:lnTo>
                  <a:lnTo>
                    <a:pt x="50060" y="136779"/>
                  </a:lnTo>
                  <a:lnTo>
                    <a:pt x="50661" y="133270"/>
                  </a:lnTo>
                  <a:lnTo>
                    <a:pt x="51835" y="128078"/>
                  </a:lnTo>
                  <a:lnTo>
                    <a:pt x="52810" y="124382"/>
                  </a:lnTo>
                  <a:lnTo>
                    <a:pt x="52999" y="122807"/>
                  </a:lnTo>
                  <a:lnTo>
                    <a:pt x="52726" y="122120"/>
                  </a:lnTo>
                  <a:lnTo>
                    <a:pt x="52505" y="120768"/>
                  </a:lnTo>
                  <a:lnTo>
                    <a:pt x="52131" y="116769"/>
                  </a:lnTo>
                  <a:lnTo>
                    <a:pt x="51657" y="113473"/>
                  </a:lnTo>
                  <a:lnTo>
                    <a:pt x="51097" y="112013"/>
                  </a:lnTo>
                  <a:lnTo>
                    <a:pt x="49708" y="110412"/>
                  </a:lnTo>
                  <a:lnTo>
                    <a:pt x="49452" y="110798"/>
                  </a:lnTo>
                  <a:lnTo>
                    <a:pt x="49303" y="113016"/>
                  </a:lnTo>
                  <a:lnTo>
                    <a:pt x="47661" y="119392"/>
                  </a:lnTo>
                  <a:lnTo>
                    <a:pt x="47375" y="122158"/>
                  </a:lnTo>
                  <a:lnTo>
                    <a:pt x="47169" y="123184"/>
                  </a:lnTo>
                  <a:lnTo>
                    <a:pt x="46859" y="123885"/>
                  </a:lnTo>
                  <a:lnTo>
                    <a:pt x="46144" y="124732"/>
                  </a:lnTo>
                  <a:lnTo>
                    <a:pt x="46338" y="123257"/>
                  </a:lnTo>
                  <a:lnTo>
                    <a:pt x="47099" y="119973"/>
                  </a:lnTo>
                  <a:lnTo>
                    <a:pt x="46996" y="119653"/>
                  </a:lnTo>
                  <a:lnTo>
                    <a:pt x="46029" y="122292"/>
                  </a:lnTo>
                  <a:lnTo>
                    <a:pt x="45292" y="123756"/>
                  </a:lnTo>
                  <a:lnTo>
                    <a:pt x="44393" y="124133"/>
                  </a:lnTo>
                  <a:lnTo>
                    <a:pt x="43846" y="124039"/>
                  </a:lnTo>
                  <a:lnTo>
                    <a:pt x="43316" y="124442"/>
                  </a:lnTo>
                  <a:lnTo>
                    <a:pt x="41069" y="130679"/>
                  </a:lnTo>
                  <a:lnTo>
                    <a:pt x="40984" y="132758"/>
                  </a:lnTo>
                  <a:lnTo>
                    <a:pt x="40596" y="134461"/>
                  </a:lnTo>
                  <a:lnTo>
                    <a:pt x="39487" y="137540"/>
                  </a:lnTo>
                  <a:lnTo>
                    <a:pt x="38903" y="138604"/>
                  </a:lnTo>
                  <a:lnTo>
                    <a:pt x="38081" y="138795"/>
                  </a:lnTo>
                  <a:lnTo>
                    <a:pt x="37330" y="138262"/>
                  </a:lnTo>
                  <a:lnTo>
                    <a:pt x="36836" y="138359"/>
                  </a:lnTo>
                  <a:lnTo>
                    <a:pt x="35667" y="139321"/>
                  </a:lnTo>
                  <a:lnTo>
                    <a:pt x="34358" y="139741"/>
                  </a:lnTo>
                  <a:lnTo>
                    <a:pt x="33817" y="139547"/>
                  </a:lnTo>
                  <a:lnTo>
                    <a:pt x="33472" y="139151"/>
                  </a:lnTo>
                  <a:lnTo>
                    <a:pt x="32806" y="137955"/>
                  </a:lnTo>
                  <a:lnTo>
                    <a:pt x="32726" y="137107"/>
                  </a:lnTo>
                  <a:lnTo>
                    <a:pt x="32762" y="136609"/>
                  </a:lnTo>
                  <a:lnTo>
                    <a:pt x="33101" y="135319"/>
                  </a:lnTo>
                  <a:lnTo>
                    <a:pt x="33878" y="133702"/>
                  </a:lnTo>
                  <a:lnTo>
                    <a:pt x="34518" y="133097"/>
                  </a:lnTo>
                  <a:lnTo>
                    <a:pt x="36073" y="132283"/>
                  </a:lnTo>
                  <a:lnTo>
                    <a:pt x="37213" y="131071"/>
                  </a:lnTo>
                  <a:lnTo>
                    <a:pt x="38081" y="129274"/>
                  </a:lnTo>
                  <a:lnTo>
                    <a:pt x="38469" y="128177"/>
                  </a:lnTo>
                  <a:lnTo>
                    <a:pt x="40104" y="122552"/>
                  </a:lnTo>
                  <a:lnTo>
                    <a:pt x="42172" y="120566"/>
                  </a:lnTo>
                  <a:lnTo>
                    <a:pt x="43192" y="118949"/>
                  </a:lnTo>
                  <a:lnTo>
                    <a:pt x="43906" y="116897"/>
                  </a:lnTo>
                  <a:lnTo>
                    <a:pt x="44009" y="116176"/>
                  </a:lnTo>
                  <a:lnTo>
                    <a:pt x="42986" y="117217"/>
                  </a:lnTo>
                  <a:lnTo>
                    <a:pt x="42458" y="117473"/>
                  </a:lnTo>
                  <a:lnTo>
                    <a:pt x="41602" y="117088"/>
                  </a:lnTo>
                  <a:lnTo>
                    <a:pt x="41221" y="116388"/>
                  </a:lnTo>
                  <a:lnTo>
                    <a:pt x="40048" y="116610"/>
                  </a:lnTo>
                  <a:lnTo>
                    <a:pt x="38417" y="116284"/>
                  </a:lnTo>
                  <a:lnTo>
                    <a:pt x="38181" y="116822"/>
                  </a:lnTo>
                  <a:lnTo>
                    <a:pt x="37971" y="119555"/>
                  </a:lnTo>
                  <a:lnTo>
                    <a:pt x="37759" y="121006"/>
                  </a:lnTo>
                  <a:lnTo>
                    <a:pt x="37510" y="121494"/>
                  </a:lnTo>
                  <a:lnTo>
                    <a:pt x="37144" y="121781"/>
                  </a:lnTo>
                  <a:lnTo>
                    <a:pt x="36400" y="122071"/>
                  </a:lnTo>
                  <a:lnTo>
                    <a:pt x="34490" y="121094"/>
                  </a:lnTo>
                  <a:lnTo>
                    <a:pt x="34138" y="120560"/>
                  </a:lnTo>
                  <a:lnTo>
                    <a:pt x="33651" y="120155"/>
                  </a:lnTo>
                  <a:lnTo>
                    <a:pt x="31542" y="121045"/>
                  </a:lnTo>
                  <a:lnTo>
                    <a:pt x="31101" y="120960"/>
                  </a:lnTo>
                  <a:lnTo>
                    <a:pt x="31520" y="120320"/>
                  </a:lnTo>
                  <a:lnTo>
                    <a:pt x="33602" y="118315"/>
                  </a:lnTo>
                  <a:lnTo>
                    <a:pt x="33821" y="112538"/>
                  </a:lnTo>
                  <a:lnTo>
                    <a:pt x="33691" y="111612"/>
                  </a:lnTo>
                  <a:lnTo>
                    <a:pt x="33108" y="112419"/>
                  </a:lnTo>
                  <a:lnTo>
                    <a:pt x="32131" y="113251"/>
                  </a:lnTo>
                  <a:lnTo>
                    <a:pt x="31463" y="113010"/>
                  </a:lnTo>
                  <a:lnTo>
                    <a:pt x="31157" y="112499"/>
                  </a:lnTo>
                  <a:lnTo>
                    <a:pt x="30877" y="112932"/>
                  </a:lnTo>
                  <a:lnTo>
                    <a:pt x="30197" y="115979"/>
                  </a:lnTo>
                  <a:lnTo>
                    <a:pt x="29796" y="116362"/>
                  </a:lnTo>
                  <a:lnTo>
                    <a:pt x="29193" y="116479"/>
                  </a:lnTo>
                  <a:lnTo>
                    <a:pt x="27906" y="117588"/>
                  </a:lnTo>
                  <a:lnTo>
                    <a:pt x="25380" y="118317"/>
                  </a:lnTo>
                  <a:lnTo>
                    <a:pt x="24882" y="119123"/>
                  </a:lnTo>
                  <a:lnTo>
                    <a:pt x="23168" y="118843"/>
                  </a:lnTo>
                  <a:lnTo>
                    <a:pt x="18159" y="117170"/>
                  </a:lnTo>
                  <a:lnTo>
                    <a:pt x="16368" y="117339"/>
                  </a:lnTo>
                  <a:lnTo>
                    <a:pt x="14212" y="116316"/>
                  </a:lnTo>
                  <a:lnTo>
                    <a:pt x="13813" y="115876"/>
                  </a:lnTo>
                  <a:lnTo>
                    <a:pt x="10797" y="116055"/>
                  </a:lnTo>
                  <a:lnTo>
                    <a:pt x="9894" y="115818"/>
                  </a:lnTo>
                  <a:lnTo>
                    <a:pt x="9954" y="114547"/>
                  </a:lnTo>
                  <a:lnTo>
                    <a:pt x="9859" y="114222"/>
                  </a:lnTo>
                  <a:lnTo>
                    <a:pt x="8982" y="115625"/>
                  </a:lnTo>
                  <a:lnTo>
                    <a:pt x="8205" y="116535"/>
                  </a:lnTo>
                  <a:lnTo>
                    <a:pt x="7203" y="117314"/>
                  </a:lnTo>
                  <a:lnTo>
                    <a:pt x="4049" y="118666"/>
                  </a:lnTo>
                  <a:lnTo>
                    <a:pt x="2359" y="118955"/>
                  </a:lnTo>
                  <a:lnTo>
                    <a:pt x="1375" y="118014"/>
                  </a:lnTo>
                  <a:lnTo>
                    <a:pt x="986" y="117079"/>
                  </a:lnTo>
                  <a:lnTo>
                    <a:pt x="401" y="114043"/>
                  </a:lnTo>
                  <a:lnTo>
                    <a:pt x="0" y="110238"/>
                  </a:lnTo>
                  <a:lnTo>
                    <a:pt x="3" y="109550"/>
                  </a:lnTo>
                  <a:lnTo>
                    <a:pt x="207" y="108230"/>
                  </a:lnTo>
                  <a:lnTo>
                    <a:pt x="868" y="106400"/>
                  </a:lnTo>
                  <a:lnTo>
                    <a:pt x="3860" y="101560"/>
                  </a:lnTo>
                  <a:lnTo>
                    <a:pt x="6266" y="96664"/>
                  </a:lnTo>
                  <a:lnTo>
                    <a:pt x="7281" y="94115"/>
                  </a:lnTo>
                  <a:lnTo>
                    <a:pt x="8265" y="93207"/>
                  </a:lnTo>
                  <a:lnTo>
                    <a:pt x="9871" y="91091"/>
                  </a:lnTo>
                  <a:lnTo>
                    <a:pt x="9923" y="90841"/>
                  </a:lnTo>
                  <a:lnTo>
                    <a:pt x="8365" y="91109"/>
                  </a:lnTo>
                  <a:lnTo>
                    <a:pt x="7270" y="90524"/>
                  </a:lnTo>
                  <a:lnTo>
                    <a:pt x="6151" y="90291"/>
                  </a:lnTo>
                  <a:lnTo>
                    <a:pt x="4024" y="90851"/>
                  </a:lnTo>
                  <a:lnTo>
                    <a:pt x="1880" y="90851"/>
                  </a:lnTo>
                  <a:lnTo>
                    <a:pt x="1872" y="89766"/>
                  </a:lnTo>
                  <a:lnTo>
                    <a:pt x="2874" y="87722"/>
                  </a:lnTo>
                  <a:lnTo>
                    <a:pt x="5004" y="84213"/>
                  </a:lnTo>
                  <a:lnTo>
                    <a:pt x="5222" y="84201"/>
                  </a:lnTo>
                  <a:lnTo>
                    <a:pt x="4569" y="85835"/>
                  </a:lnTo>
                  <a:lnTo>
                    <a:pt x="4383" y="87057"/>
                  </a:lnTo>
                  <a:lnTo>
                    <a:pt x="4664" y="87869"/>
                  </a:lnTo>
                  <a:lnTo>
                    <a:pt x="4989" y="88383"/>
                  </a:lnTo>
                  <a:lnTo>
                    <a:pt x="6209" y="88598"/>
                  </a:lnTo>
                  <a:lnTo>
                    <a:pt x="6489" y="87888"/>
                  </a:lnTo>
                  <a:lnTo>
                    <a:pt x="6929" y="84125"/>
                  </a:lnTo>
                  <a:lnTo>
                    <a:pt x="7852" y="79768"/>
                  </a:lnTo>
                  <a:lnTo>
                    <a:pt x="8350" y="76625"/>
                  </a:lnTo>
                  <a:lnTo>
                    <a:pt x="9217" y="74229"/>
                  </a:lnTo>
                  <a:lnTo>
                    <a:pt x="9649" y="73868"/>
                  </a:lnTo>
                  <a:lnTo>
                    <a:pt x="10033" y="74316"/>
                  </a:lnTo>
                  <a:lnTo>
                    <a:pt x="11308" y="74891"/>
                  </a:lnTo>
                  <a:lnTo>
                    <a:pt x="12620" y="77088"/>
                  </a:lnTo>
                  <a:lnTo>
                    <a:pt x="13044" y="77274"/>
                  </a:lnTo>
                  <a:lnTo>
                    <a:pt x="13188" y="77077"/>
                  </a:lnTo>
                  <a:lnTo>
                    <a:pt x="12707" y="76432"/>
                  </a:lnTo>
                  <a:lnTo>
                    <a:pt x="12310" y="75399"/>
                  </a:lnTo>
                  <a:lnTo>
                    <a:pt x="12146" y="74432"/>
                  </a:lnTo>
                  <a:lnTo>
                    <a:pt x="12625" y="71402"/>
                  </a:lnTo>
                  <a:lnTo>
                    <a:pt x="13187" y="70531"/>
                  </a:lnTo>
                  <a:lnTo>
                    <a:pt x="13289" y="69935"/>
                  </a:lnTo>
                  <a:lnTo>
                    <a:pt x="12166" y="69922"/>
                  </a:lnTo>
                  <a:lnTo>
                    <a:pt x="11262" y="69075"/>
                  </a:lnTo>
                  <a:lnTo>
                    <a:pt x="10993" y="67704"/>
                  </a:lnTo>
                  <a:lnTo>
                    <a:pt x="11046" y="65295"/>
                  </a:lnTo>
                  <a:lnTo>
                    <a:pt x="11341" y="63855"/>
                  </a:lnTo>
                  <a:lnTo>
                    <a:pt x="12064" y="61954"/>
                  </a:lnTo>
                  <a:lnTo>
                    <a:pt x="12945" y="60690"/>
                  </a:lnTo>
                  <a:lnTo>
                    <a:pt x="13470" y="61014"/>
                  </a:lnTo>
                  <a:lnTo>
                    <a:pt x="14481" y="62719"/>
                  </a:lnTo>
                  <a:lnTo>
                    <a:pt x="15103" y="62241"/>
                  </a:lnTo>
                  <a:lnTo>
                    <a:pt x="15031" y="61693"/>
                  </a:lnTo>
                  <a:lnTo>
                    <a:pt x="14083" y="58979"/>
                  </a:lnTo>
                  <a:lnTo>
                    <a:pt x="13779" y="56969"/>
                  </a:lnTo>
                  <a:lnTo>
                    <a:pt x="13807" y="56011"/>
                  </a:lnTo>
                  <a:lnTo>
                    <a:pt x="15861" y="46435"/>
                  </a:lnTo>
                  <a:lnTo>
                    <a:pt x="16866" y="41297"/>
                  </a:lnTo>
                  <a:lnTo>
                    <a:pt x="18235" y="33470"/>
                  </a:lnTo>
                  <a:lnTo>
                    <a:pt x="18552" y="32225"/>
                  </a:lnTo>
                  <a:lnTo>
                    <a:pt x="19246" y="29916"/>
                  </a:lnTo>
                  <a:lnTo>
                    <a:pt x="19533" y="29289"/>
                  </a:lnTo>
                  <a:lnTo>
                    <a:pt x="20429" y="29283"/>
                  </a:lnTo>
                  <a:lnTo>
                    <a:pt x="20984" y="29003"/>
                  </a:lnTo>
                  <a:lnTo>
                    <a:pt x="20171" y="27983"/>
                  </a:lnTo>
                  <a:lnTo>
                    <a:pt x="19880" y="27273"/>
                  </a:lnTo>
                  <a:lnTo>
                    <a:pt x="19846" y="26524"/>
                  </a:lnTo>
                  <a:lnTo>
                    <a:pt x="20068" y="25739"/>
                  </a:lnTo>
                  <a:lnTo>
                    <a:pt x="20383" y="25159"/>
                  </a:lnTo>
                  <a:lnTo>
                    <a:pt x="21445" y="23904"/>
                  </a:lnTo>
                  <a:lnTo>
                    <a:pt x="22199" y="21838"/>
                  </a:lnTo>
                  <a:lnTo>
                    <a:pt x="22656" y="19405"/>
                  </a:lnTo>
                  <a:lnTo>
                    <a:pt x="22588" y="18576"/>
                  </a:lnTo>
                  <a:lnTo>
                    <a:pt x="22352" y="17751"/>
                  </a:lnTo>
                  <a:lnTo>
                    <a:pt x="22365" y="17302"/>
                  </a:lnTo>
                  <a:lnTo>
                    <a:pt x="22938" y="16795"/>
                  </a:lnTo>
                  <a:lnTo>
                    <a:pt x="24392" y="13907"/>
                  </a:lnTo>
                  <a:lnTo>
                    <a:pt x="24581" y="13353"/>
                  </a:lnTo>
                  <a:lnTo>
                    <a:pt x="25112" y="9499"/>
                  </a:lnTo>
                  <a:lnTo>
                    <a:pt x="25764" y="7789"/>
                  </a:lnTo>
                  <a:lnTo>
                    <a:pt x="26373" y="6912"/>
                  </a:lnTo>
                  <a:lnTo>
                    <a:pt x="27345" y="5823"/>
                  </a:lnTo>
                  <a:lnTo>
                    <a:pt x="30331" y="3184"/>
                  </a:lnTo>
                  <a:lnTo>
                    <a:pt x="32079" y="828"/>
                  </a:lnTo>
                  <a:lnTo>
                    <a:pt x="33266" y="959"/>
                  </a:lnTo>
                  <a:lnTo>
                    <a:pt x="33614" y="2602"/>
                  </a:lnTo>
                  <a:lnTo>
                    <a:pt x="35301" y="3694"/>
                  </a:lnTo>
                  <a:lnTo>
                    <a:pt x="35597" y="2522"/>
                  </a:lnTo>
                  <a:lnTo>
                    <a:pt x="35203" y="1092"/>
                  </a:lnTo>
                  <a:lnTo>
                    <a:pt x="35532" y="516"/>
                  </a:lnTo>
                  <a:lnTo>
                    <a:pt x="36923" y="0"/>
                  </a:lnTo>
                  <a:lnTo>
                    <a:pt x="37166" y="193"/>
                  </a:lnTo>
                  <a:lnTo>
                    <a:pt x="37581" y="100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1590863" y="2106136"/>
              <a:ext cx="2234" cy="7423"/>
            </a:xfrm>
            <a:custGeom>
              <a:avLst/>
              <a:pathLst>
                <a:path w="2234" h="7423">
                  <a:moveTo>
                    <a:pt x="2154" y="6929"/>
                  </a:moveTo>
                  <a:lnTo>
                    <a:pt x="1994" y="7423"/>
                  </a:lnTo>
                  <a:lnTo>
                    <a:pt x="1610" y="7421"/>
                  </a:lnTo>
                  <a:lnTo>
                    <a:pt x="1002" y="6925"/>
                  </a:lnTo>
                  <a:lnTo>
                    <a:pt x="547" y="5829"/>
                  </a:lnTo>
                  <a:lnTo>
                    <a:pt x="0" y="2413"/>
                  </a:lnTo>
                  <a:lnTo>
                    <a:pt x="61" y="1826"/>
                  </a:lnTo>
                  <a:lnTo>
                    <a:pt x="250" y="1229"/>
                  </a:lnTo>
                  <a:lnTo>
                    <a:pt x="1125" y="0"/>
                  </a:lnTo>
                  <a:lnTo>
                    <a:pt x="1442" y="135"/>
                  </a:lnTo>
                  <a:lnTo>
                    <a:pt x="1556" y="1028"/>
                  </a:lnTo>
                  <a:lnTo>
                    <a:pt x="2079" y="3041"/>
                  </a:lnTo>
                  <a:lnTo>
                    <a:pt x="2234" y="3632"/>
                  </a:lnTo>
                  <a:lnTo>
                    <a:pt x="2234" y="597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2290057" y="2097662"/>
              <a:ext cx="1399" cy="3142"/>
            </a:xfrm>
            <a:custGeom>
              <a:avLst/>
              <a:pathLst>
                <a:path w="1399" h="3142">
                  <a:moveTo>
                    <a:pt x="561" y="3117"/>
                  </a:moveTo>
                  <a:lnTo>
                    <a:pt x="103" y="3142"/>
                  </a:lnTo>
                  <a:lnTo>
                    <a:pt x="0" y="2810"/>
                  </a:lnTo>
                  <a:lnTo>
                    <a:pt x="190" y="1675"/>
                  </a:lnTo>
                  <a:lnTo>
                    <a:pt x="703" y="363"/>
                  </a:lnTo>
                  <a:lnTo>
                    <a:pt x="1399" y="0"/>
                  </a:lnTo>
                  <a:lnTo>
                    <a:pt x="1212" y="19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2057174" y="2094620"/>
              <a:ext cx="3591" cy="4529"/>
            </a:xfrm>
            <a:custGeom>
              <a:avLst/>
              <a:pathLst>
                <a:path w="3591" h="4529">
                  <a:moveTo>
                    <a:pt x="2494" y="4319"/>
                  </a:moveTo>
                  <a:lnTo>
                    <a:pt x="2097" y="4529"/>
                  </a:lnTo>
                  <a:lnTo>
                    <a:pt x="1183" y="4290"/>
                  </a:lnTo>
                  <a:lnTo>
                    <a:pt x="450" y="3549"/>
                  </a:lnTo>
                  <a:lnTo>
                    <a:pt x="0" y="2602"/>
                  </a:lnTo>
                  <a:lnTo>
                    <a:pt x="2969" y="0"/>
                  </a:lnTo>
                  <a:lnTo>
                    <a:pt x="3580" y="334"/>
                  </a:lnTo>
                  <a:lnTo>
                    <a:pt x="3591" y="799"/>
                  </a:lnTo>
                  <a:lnTo>
                    <a:pt x="3145" y="2193"/>
                  </a:lnTo>
                  <a:lnTo>
                    <a:pt x="3026" y="3128"/>
                  </a:lnTo>
                  <a:lnTo>
                    <a:pt x="2809" y="38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1562324" y="2093068"/>
              <a:ext cx="1025" cy="5641"/>
            </a:xfrm>
            <a:custGeom>
              <a:avLst/>
              <a:pathLst>
                <a:path w="1025" h="5641">
                  <a:moveTo>
                    <a:pt x="846" y="5585"/>
                  </a:moveTo>
                  <a:lnTo>
                    <a:pt x="673" y="5641"/>
                  </a:lnTo>
                  <a:lnTo>
                    <a:pt x="353" y="5029"/>
                  </a:lnTo>
                  <a:lnTo>
                    <a:pt x="133" y="4041"/>
                  </a:lnTo>
                  <a:lnTo>
                    <a:pt x="0" y="1465"/>
                  </a:lnTo>
                  <a:lnTo>
                    <a:pt x="98" y="415"/>
                  </a:lnTo>
                  <a:lnTo>
                    <a:pt x="185" y="0"/>
                  </a:lnTo>
                  <a:lnTo>
                    <a:pt x="1025" y="16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1588011" y="2074342"/>
              <a:ext cx="1904" cy="11727"/>
            </a:xfrm>
            <a:custGeom>
              <a:avLst/>
              <a:pathLst>
                <a:path w="1904" h="11727">
                  <a:moveTo>
                    <a:pt x="736" y="11331"/>
                  </a:moveTo>
                  <a:lnTo>
                    <a:pt x="0" y="11727"/>
                  </a:lnTo>
                  <a:lnTo>
                    <a:pt x="245" y="10143"/>
                  </a:lnTo>
                  <a:lnTo>
                    <a:pt x="316" y="9205"/>
                  </a:lnTo>
                  <a:lnTo>
                    <a:pt x="183" y="8322"/>
                  </a:lnTo>
                  <a:lnTo>
                    <a:pt x="90" y="6619"/>
                  </a:lnTo>
                  <a:lnTo>
                    <a:pt x="53" y="2599"/>
                  </a:lnTo>
                  <a:lnTo>
                    <a:pt x="773" y="73"/>
                  </a:lnTo>
                  <a:lnTo>
                    <a:pt x="1904" y="0"/>
                  </a:lnTo>
                  <a:lnTo>
                    <a:pt x="1893" y="1275"/>
                  </a:lnTo>
                  <a:lnTo>
                    <a:pt x="1415" y="6977"/>
                  </a:lnTo>
                  <a:lnTo>
                    <a:pt x="1169" y="9614"/>
                  </a:lnTo>
                  <a:lnTo>
                    <a:pt x="979" y="1058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1580105" y="2073549"/>
              <a:ext cx="3181" cy="10252"/>
            </a:xfrm>
            <a:custGeom>
              <a:avLst/>
              <a:pathLst>
                <a:path w="3181" h="10252">
                  <a:moveTo>
                    <a:pt x="3181" y="8900"/>
                  </a:moveTo>
                  <a:lnTo>
                    <a:pt x="2875" y="10252"/>
                  </a:lnTo>
                  <a:lnTo>
                    <a:pt x="1590" y="6999"/>
                  </a:lnTo>
                  <a:lnTo>
                    <a:pt x="1122" y="6084"/>
                  </a:lnTo>
                  <a:lnTo>
                    <a:pt x="166" y="2631"/>
                  </a:lnTo>
                  <a:lnTo>
                    <a:pt x="0" y="1148"/>
                  </a:lnTo>
                  <a:lnTo>
                    <a:pt x="40" y="308"/>
                  </a:lnTo>
                  <a:lnTo>
                    <a:pt x="209" y="0"/>
                  </a:lnTo>
                  <a:lnTo>
                    <a:pt x="506" y="217"/>
                  </a:lnTo>
                  <a:lnTo>
                    <a:pt x="784" y="590"/>
                  </a:lnTo>
                  <a:lnTo>
                    <a:pt x="2631" y="4417"/>
                  </a:lnTo>
                  <a:lnTo>
                    <a:pt x="3147" y="622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1577731" y="2062406"/>
              <a:ext cx="1932" cy="6030"/>
            </a:xfrm>
            <a:custGeom>
              <a:avLst/>
              <a:pathLst>
                <a:path w="1932" h="6030">
                  <a:moveTo>
                    <a:pt x="1932" y="5795"/>
                  </a:moveTo>
                  <a:lnTo>
                    <a:pt x="1788" y="6030"/>
                  </a:lnTo>
                  <a:lnTo>
                    <a:pt x="1391" y="5635"/>
                  </a:lnTo>
                  <a:lnTo>
                    <a:pt x="1009" y="4863"/>
                  </a:lnTo>
                  <a:lnTo>
                    <a:pt x="355" y="2676"/>
                  </a:lnTo>
                  <a:lnTo>
                    <a:pt x="140" y="1755"/>
                  </a:lnTo>
                  <a:lnTo>
                    <a:pt x="0" y="263"/>
                  </a:lnTo>
                  <a:lnTo>
                    <a:pt x="131" y="0"/>
                  </a:lnTo>
                  <a:lnTo>
                    <a:pt x="416" y="157"/>
                  </a:lnTo>
                  <a:lnTo>
                    <a:pt x="615" y="402"/>
                  </a:lnTo>
                  <a:lnTo>
                    <a:pt x="1646" y="40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2034144" y="2061344"/>
              <a:ext cx="12783" cy="14487"/>
            </a:xfrm>
            <a:custGeom>
              <a:avLst/>
              <a:pathLst>
                <a:path w="12783" h="14487">
                  <a:moveTo>
                    <a:pt x="12570" y="14094"/>
                  </a:moveTo>
                  <a:lnTo>
                    <a:pt x="11891" y="14487"/>
                  </a:lnTo>
                  <a:lnTo>
                    <a:pt x="9896" y="13699"/>
                  </a:lnTo>
                  <a:lnTo>
                    <a:pt x="9062" y="13131"/>
                  </a:lnTo>
                  <a:lnTo>
                    <a:pt x="6604" y="11000"/>
                  </a:lnTo>
                  <a:lnTo>
                    <a:pt x="1924" y="7870"/>
                  </a:lnTo>
                  <a:lnTo>
                    <a:pt x="329" y="6316"/>
                  </a:lnTo>
                  <a:lnTo>
                    <a:pt x="0" y="5152"/>
                  </a:lnTo>
                  <a:lnTo>
                    <a:pt x="847" y="2719"/>
                  </a:lnTo>
                  <a:lnTo>
                    <a:pt x="1325" y="1734"/>
                  </a:lnTo>
                  <a:lnTo>
                    <a:pt x="1845" y="1122"/>
                  </a:lnTo>
                  <a:lnTo>
                    <a:pt x="6767" y="0"/>
                  </a:lnTo>
                  <a:lnTo>
                    <a:pt x="8687" y="545"/>
                  </a:lnTo>
                  <a:lnTo>
                    <a:pt x="10948" y="5528"/>
                  </a:lnTo>
                  <a:lnTo>
                    <a:pt x="12247" y="8894"/>
                  </a:lnTo>
                  <a:lnTo>
                    <a:pt x="12774" y="11603"/>
                  </a:lnTo>
                  <a:lnTo>
                    <a:pt x="12783" y="129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1548582" y="2061132"/>
              <a:ext cx="13753" cy="31848"/>
            </a:xfrm>
            <a:custGeom>
              <a:avLst/>
              <a:pathLst>
                <a:path w="13753" h="31848">
                  <a:moveTo>
                    <a:pt x="7624" y="1060"/>
                  </a:moveTo>
                  <a:lnTo>
                    <a:pt x="8598" y="3796"/>
                  </a:lnTo>
                  <a:lnTo>
                    <a:pt x="8888" y="6245"/>
                  </a:lnTo>
                  <a:lnTo>
                    <a:pt x="8768" y="9138"/>
                  </a:lnTo>
                  <a:lnTo>
                    <a:pt x="7224" y="10235"/>
                  </a:lnTo>
                  <a:lnTo>
                    <a:pt x="6413" y="9361"/>
                  </a:lnTo>
                  <a:lnTo>
                    <a:pt x="6060" y="9524"/>
                  </a:lnTo>
                  <a:lnTo>
                    <a:pt x="5527" y="10389"/>
                  </a:lnTo>
                  <a:lnTo>
                    <a:pt x="6175" y="10777"/>
                  </a:lnTo>
                  <a:lnTo>
                    <a:pt x="7082" y="12196"/>
                  </a:lnTo>
                  <a:lnTo>
                    <a:pt x="7878" y="14037"/>
                  </a:lnTo>
                  <a:lnTo>
                    <a:pt x="9000" y="14367"/>
                  </a:lnTo>
                  <a:lnTo>
                    <a:pt x="10493" y="15653"/>
                  </a:lnTo>
                  <a:lnTo>
                    <a:pt x="9363" y="17968"/>
                  </a:lnTo>
                  <a:lnTo>
                    <a:pt x="9192" y="19302"/>
                  </a:lnTo>
                  <a:lnTo>
                    <a:pt x="10602" y="22992"/>
                  </a:lnTo>
                  <a:lnTo>
                    <a:pt x="10736" y="23914"/>
                  </a:lnTo>
                  <a:lnTo>
                    <a:pt x="11187" y="24103"/>
                  </a:lnTo>
                  <a:lnTo>
                    <a:pt x="12239" y="23805"/>
                  </a:lnTo>
                  <a:lnTo>
                    <a:pt x="12373" y="24098"/>
                  </a:lnTo>
                  <a:lnTo>
                    <a:pt x="12370" y="24862"/>
                  </a:lnTo>
                  <a:lnTo>
                    <a:pt x="11725" y="27005"/>
                  </a:lnTo>
                  <a:lnTo>
                    <a:pt x="11794" y="27432"/>
                  </a:lnTo>
                  <a:lnTo>
                    <a:pt x="12378" y="27769"/>
                  </a:lnTo>
                  <a:lnTo>
                    <a:pt x="13498" y="27785"/>
                  </a:lnTo>
                  <a:lnTo>
                    <a:pt x="13753" y="29914"/>
                  </a:lnTo>
                  <a:lnTo>
                    <a:pt x="12740" y="31848"/>
                  </a:lnTo>
                  <a:lnTo>
                    <a:pt x="10814" y="29355"/>
                  </a:lnTo>
                  <a:lnTo>
                    <a:pt x="9956" y="26871"/>
                  </a:lnTo>
                  <a:lnTo>
                    <a:pt x="9466" y="24569"/>
                  </a:lnTo>
                  <a:lnTo>
                    <a:pt x="8874" y="23268"/>
                  </a:lnTo>
                  <a:lnTo>
                    <a:pt x="7086" y="20381"/>
                  </a:lnTo>
                  <a:lnTo>
                    <a:pt x="4369" y="14143"/>
                  </a:lnTo>
                  <a:lnTo>
                    <a:pt x="3669" y="13242"/>
                  </a:lnTo>
                  <a:lnTo>
                    <a:pt x="2962" y="10774"/>
                  </a:lnTo>
                  <a:lnTo>
                    <a:pt x="2757" y="9587"/>
                  </a:lnTo>
                  <a:lnTo>
                    <a:pt x="2775" y="8792"/>
                  </a:lnTo>
                  <a:lnTo>
                    <a:pt x="3049" y="8372"/>
                  </a:lnTo>
                  <a:lnTo>
                    <a:pt x="3863" y="8095"/>
                  </a:lnTo>
                  <a:lnTo>
                    <a:pt x="3874" y="6859"/>
                  </a:lnTo>
                  <a:lnTo>
                    <a:pt x="750" y="4715"/>
                  </a:lnTo>
                  <a:lnTo>
                    <a:pt x="403" y="4276"/>
                  </a:lnTo>
                  <a:lnTo>
                    <a:pt x="0" y="2775"/>
                  </a:lnTo>
                  <a:lnTo>
                    <a:pt x="216" y="2556"/>
                  </a:lnTo>
                  <a:lnTo>
                    <a:pt x="1935" y="2817"/>
                  </a:lnTo>
                  <a:lnTo>
                    <a:pt x="3776" y="2096"/>
                  </a:lnTo>
                  <a:lnTo>
                    <a:pt x="4910" y="1545"/>
                  </a:lnTo>
                  <a:lnTo>
                    <a:pt x="5357" y="871"/>
                  </a:lnTo>
                  <a:lnTo>
                    <a:pt x="6284" y="0"/>
                  </a:lnTo>
                  <a:lnTo>
                    <a:pt x="6665" y="5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1580907" y="2059699"/>
              <a:ext cx="6515" cy="29262"/>
            </a:xfrm>
            <a:custGeom>
              <a:avLst/>
              <a:pathLst>
                <a:path w="6515" h="29262">
                  <a:moveTo>
                    <a:pt x="6074" y="10052"/>
                  </a:moveTo>
                  <a:lnTo>
                    <a:pt x="6515" y="19479"/>
                  </a:lnTo>
                  <a:lnTo>
                    <a:pt x="6483" y="22496"/>
                  </a:lnTo>
                  <a:lnTo>
                    <a:pt x="5840" y="24470"/>
                  </a:lnTo>
                  <a:lnTo>
                    <a:pt x="5386" y="27777"/>
                  </a:lnTo>
                  <a:lnTo>
                    <a:pt x="4858" y="29262"/>
                  </a:lnTo>
                  <a:lnTo>
                    <a:pt x="4358" y="27285"/>
                  </a:lnTo>
                  <a:lnTo>
                    <a:pt x="4314" y="24000"/>
                  </a:lnTo>
                  <a:lnTo>
                    <a:pt x="4181" y="21389"/>
                  </a:lnTo>
                  <a:lnTo>
                    <a:pt x="4017" y="20139"/>
                  </a:lnTo>
                  <a:lnTo>
                    <a:pt x="4210" y="15263"/>
                  </a:lnTo>
                  <a:lnTo>
                    <a:pt x="3986" y="15622"/>
                  </a:lnTo>
                  <a:lnTo>
                    <a:pt x="3394" y="17762"/>
                  </a:lnTo>
                  <a:lnTo>
                    <a:pt x="2735" y="17909"/>
                  </a:lnTo>
                  <a:lnTo>
                    <a:pt x="1552" y="15482"/>
                  </a:lnTo>
                  <a:lnTo>
                    <a:pt x="957" y="13517"/>
                  </a:lnTo>
                  <a:lnTo>
                    <a:pt x="859" y="11467"/>
                  </a:lnTo>
                  <a:lnTo>
                    <a:pt x="80" y="9307"/>
                  </a:lnTo>
                  <a:lnTo>
                    <a:pt x="0" y="8547"/>
                  </a:lnTo>
                  <a:lnTo>
                    <a:pt x="63" y="7742"/>
                  </a:lnTo>
                  <a:lnTo>
                    <a:pt x="704" y="5592"/>
                  </a:lnTo>
                  <a:lnTo>
                    <a:pt x="963" y="4143"/>
                  </a:lnTo>
                  <a:lnTo>
                    <a:pt x="1191" y="1161"/>
                  </a:lnTo>
                  <a:lnTo>
                    <a:pt x="1452" y="0"/>
                  </a:lnTo>
                  <a:lnTo>
                    <a:pt x="2058" y="164"/>
                  </a:lnTo>
                  <a:lnTo>
                    <a:pt x="3139" y="1517"/>
                  </a:lnTo>
                  <a:lnTo>
                    <a:pt x="4268" y="2986"/>
                  </a:lnTo>
                  <a:lnTo>
                    <a:pt x="5303" y="49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1579495" y="2058217"/>
              <a:ext cx="1571" cy="6481"/>
            </a:xfrm>
            <a:custGeom>
              <a:avLst/>
              <a:pathLst>
                <a:path w="1571" h="6481">
                  <a:moveTo>
                    <a:pt x="1571" y="6270"/>
                  </a:moveTo>
                  <a:lnTo>
                    <a:pt x="1518" y="6481"/>
                  </a:lnTo>
                  <a:lnTo>
                    <a:pt x="522" y="6475"/>
                  </a:lnTo>
                  <a:lnTo>
                    <a:pt x="245" y="6173"/>
                  </a:lnTo>
                  <a:lnTo>
                    <a:pt x="70" y="5553"/>
                  </a:lnTo>
                  <a:lnTo>
                    <a:pt x="0" y="4612"/>
                  </a:lnTo>
                  <a:lnTo>
                    <a:pt x="162" y="3480"/>
                  </a:lnTo>
                  <a:lnTo>
                    <a:pt x="751" y="1317"/>
                  </a:lnTo>
                  <a:lnTo>
                    <a:pt x="769" y="395"/>
                  </a:lnTo>
                  <a:lnTo>
                    <a:pt x="894" y="0"/>
                  </a:lnTo>
                  <a:lnTo>
                    <a:pt x="1307" y="1089"/>
                  </a:lnTo>
                  <a:lnTo>
                    <a:pt x="1482" y="20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2053038" y="2057201"/>
              <a:ext cx="1305" cy="2664"/>
            </a:xfrm>
            <a:custGeom>
              <a:avLst/>
              <a:pathLst>
                <a:path w="1305" h="2664">
                  <a:moveTo>
                    <a:pt x="1305" y="1781"/>
                  </a:moveTo>
                  <a:lnTo>
                    <a:pt x="1295" y="2664"/>
                  </a:lnTo>
                  <a:lnTo>
                    <a:pt x="672" y="2493"/>
                  </a:lnTo>
                  <a:lnTo>
                    <a:pt x="333" y="1988"/>
                  </a:lnTo>
                  <a:lnTo>
                    <a:pt x="59" y="1193"/>
                  </a:lnTo>
                  <a:lnTo>
                    <a:pt x="0" y="595"/>
                  </a:lnTo>
                  <a:lnTo>
                    <a:pt x="233" y="0"/>
                  </a:lnTo>
                  <a:lnTo>
                    <a:pt x="956" y="3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1568090" y="2049321"/>
              <a:ext cx="7332" cy="13789"/>
            </a:xfrm>
            <a:custGeom>
              <a:avLst/>
              <a:pathLst>
                <a:path w="7332" h="13789">
                  <a:moveTo>
                    <a:pt x="6431" y="13688"/>
                  </a:moveTo>
                  <a:lnTo>
                    <a:pt x="6239" y="13789"/>
                  </a:lnTo>
                  <a:lnTo>
                    <a:pt x="5606" y="13429"/>
                  </a:lnTo>
                  <a:lnTo>
                    <a:pt x="3520" y="8434"/>
                  </a:lnTo>
                  <a:lnTo>
                    <a:pt x="2037" y="6612"/>
                  </a:lnTo>
                  <a:lnTo>
                    <a:pt x="1027" y="4146"/>
                  </a:lnTo>
                  <a:lnTo>
                    <a:pt x="0" y="2568"/>
                  </a:lnTo>
                  <a:lnTo>
                    <a:pt x="630" y="0"/>
                  </a:lnTo>
                  <a:lnTo>
                    <a:pt x="1180" y="317"/>
                  </a:lnTo>
                  <a:lnTo>
                    <a:pt x="3100" y="2407"/>
                  </a:lnTo>
                  <a:lnTo>
                    <a:pt x="4635" y="4433"/>
                  </a:lnTo>
                  <a:lnTo>
                    <a:pt x="5507" y="5755"/>
                  </a:lnTo>
                  <a:lnTo>
                    <a:pt x="7332" y="11417"/>
                  </a:lnTo>
                  <a:lnTo>
                    <a:pt x="7197" y="122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1566266" y="2035791"/>
              <a:ext cx="4527" cy="7241"/>
            </a:xfrm>
            <a:custGeom>
              <a:avLst/>
              <a:pathLst>
                <a:path w="4527" h="7241">
                  <a:moveTo>
                    <a:pt x="4527" y="3855"/>
                  </a:moveTo>
                  <a:lnTo>
                    <a:pt x="4230" y="4917"/>
                  </a:lnTo>
                  <a:lnTo>
                    <a:pt x="3554" y="6582"/>
                  </a:lnTo>
                  <a:lnTo>
                    <a:pt x="3105" y="7241"/>
                  </a:lnTo>
                  <a:lnTo>
                    <a:pt x="2884" y="6899"/>
                  </a:lnTo>
                  <a:lnTo>
                    <a:pt x="2278" y="6714"/>
                  </a:lnTo>
                  <a:lnTo>
                    <a:pt x="1632" y="5056"/>
                  </a:lnTo>
                  <a:lnTo>
                    <a:pt x="1128" y="4394"/>
                  </a:lnTo>
                  <a:lnTo>
                    <a:pt x="794" y="4361"/>
                  </a:lnTo>
                  <a:lnTo>
                    <a:pt x="629" y="4960"/>
                  </a:lnTo>
                  <a:lnTo>
                    <a:pt x="586" y="5761"/>
                  </a:lnTo>
                  <a:lnTo>
                    <a:pt x="667" y="6766"/>
                  </a:lnTo>
                  <a:lnTo>
                    <a:pt x="611" y="7224"/>
                  </a:lnTo>
                  <a:lnTo>
                    <a:pt x="420" y="7134"/>
                  </a:lnTo>
                  <a:lnTo>
                    <a:pt x="229" y="6664"/>
                  </a:lnTo>
                  <a:lnTo>
                    <a:pt x="39" y="5814"/>
                  </a:lnTo>
                  <a:lnTo>
                    <a:pt x="0" y="4950"/>
                  </a:lnTo>
                  <a:lnTo>
                    <a:pt x="111" y="4070"/>
                  </a:lnTo>
                  <a:lnTo>
                    <a:pt x="580" y="2888"/>
                  </a:lnTo>
                  <a:lnTo>
                    <a:pt x="2044" y="438"/>
                  </a:lnTo>
                  <a:lnTo>
                    <a:pt x="2492" y="0"/>
                  </a:lnTo>
                  <a:lnTo>
                    <a:pt x="2979" y="98"/>
                  </a:lnTo>
                  <a:lnTo>
                    <a:pt x="3762" y="1243"/>
                  </a:lnTo>
                  <a:lnTo>
                    <a:pt x="3930" y="157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1543283" y="2033725"/>
              <a:ext cx="13750" cy="28654"/>
            </a:xfrm>
            <a:custGeom>
              <a:avLst/>
              <a:pathLst>
                <a:path w="13750" h="28654">
                  <a:moveTo>
                    <a:pt x="4253" y="929"/>
                  </a:moveTo>
                  <a:lnTo>
                    <a:pt x="5132" y="2667"/>
                  </a:lnTo>
                  <a:lnTo>
                    <a:pt x="7243" y="1562"/>
                  </a:lnTo>
                  <a:lnTo>
                    <a:pt x="7638" y="1774"/>
                  </a:lnTo>
                  <a:lnTo>
                    <a:pt x="8040" y="2441"/>
                  </a:lnTo>
                  <a:lnTo>
                    <a:pt x="8479" y="3856"/>
                  </a:lnTo>
                  <a:lnTo>
                    <a:pt x="8958" y="6019"/>
                  </a:lnTo>
                  <a:lnTo>
                    <a:pt x="9063" y="8384"/>
                  </a:lnTo>
                  <a:lnTo>
                    <a:pt x="8871" y="9231"/>
                  </a:lnTo>
                  <a:lnTo>
                    <a:pt x="8493" y="10170"/>
                  </a:lnTo>
                  <a:lnTo>
                    <a:pt x="5124" y="13926"/>
                  </a:lnTo>
                  <a:lnTo>
                    <a:pt x="5035" y="14288"/>
                  </a:lnTo>
                  <a:lnTo>
                    <a:pt x="5103" y="14625"/>
                  </a:lnTo>
                  <a:lnTo>
                    <a:pt x="5415" y="14988"/>
                  </a:lnTo>
                  <a:lnTo>
                    <a:pt x="6090" y="14940"/>
                  </a:lnTo>
                  <a:lnTo>
                    <a:pt x="8757" y="14009"/>
                  </a:lnTo>
                  <a:lnTo>
                    <a:pt x="8904" y="13359"/>
                  </a:lnTo>
                  <a:lnTo>
                    <a:pt x="9091" y="10399"/>
                  </a:lnTo>
                  <a:lnTo>
                    <a:pt x="9459" y="8828"/>
                  </a:lnTo>
                  <a:lnTo>
                    <a:pt x="9492" y="7642"/>
                  </a:lnTo>
                  <a:lnTo>
                    <a:pt x="9248" y="4819"/>
                  </a:lnTo>
                  <a:lnTo>
                    <a:pt x="9263" y="3683"/>
                  </a:lnTo>
                  <a:lnTo>
                    <a:pt x="11124" y="3455"/>
                  </a:lnTo>
                  <a:lnTo>
                    <a:pt x="12289" y="2410"/>
                  </a:lnTo>
                  <a:lnTo>
                    <a:pt x="13478" y="465"/>
                  </a:lnTo>
                  <a:lnTo>
                    <a:pt x="13750" y="519"/>
                  </a:lnTo>
                  <a:lnTo>
                    <a:pt x="13579" y="4022"/>
                  </a:lnTo>
                  <a:lnTo>
                    <a:pt x="13415" y="5098"/>
                  </a:lnTo>
                  <a:lnTo>
                    <a:pt x="12274" y="9379"/>
                  </a:lnTo>
                  <a:lnTo>
                    <a:pt x="11620" y="13148"/>
                  </a:lnTo>
                  <a:lnTo>
                    <a:pt x="11302" y="16873"/>
                  </a:lnTo>
                  <a:lnTo>
                    <a:pt x="11246" y="23040"/>
                  </a:lnTo>
                  <a:lnTo>
                    <a:pt x="10964" y="25123"/>
                  </a:lnTo>
                  <a:lnTo>
                    <a:pt x="10446" y="26409"/>
                  </a:lnTo>
                  <a:lnTo>
                    <a:pt x="7216" y="28654"/>
                  </a:lnTo>
                  <a:lnTo>
                    <a:pt x="5551" y="28511"/>
                  </a:lnTo>
                  <a:lnTo>
                    <a:pt x="4067" y="26468"/>
                  </a:lnTo>
                  <a:lnTo>
                    <a:pt x="3368" y="25070"/>
                  </a:lnTo>
                  <a:lnTo>
                    <a:pt x="3897" y="23375"/>
                  </a:lnTo>
                  <a:lnTo>
                    <a:pt x="4260" y="23295"/>
                  </a:lnTo>
                  <a:lnTo>
                    <a:pt x="5303" y="23629"/>
                  </a:lnTo>
                  <a:lnTo>
                    <a:pt x="6109" y="24261"/>
                  </a:lnTo>
                  <a:lnTo>
                    <a:pt x="6469" y="24288"/>
                  </a:lnTo>
                  <a:lnTo>
                    <a:pt x="6408" y="23890"/>
                  </a:lnTo>
                  <a:lnTo>
                    <a:pt x="4112" y="20694"/>
                  </a:lnTo>
                  <a:lnTo>
                    <a:pt x="2431" y="19242"/>
                  </a:lnTo>
                  <a:lnTo>
                    <a:pt x="1922" y="17618"/>
                  </a:lnTo>
                  <a:lnTo>
                    <a:pt x="1907" y="16357"/>
                  </a:lnTo>
                  <a:lnTo>
                    <a:pt x="1774" y="15653"/>
                  </a:lnTo>
                  <a:lnTo>
                    <a:pt x="439" y="11252"/>
                  </a:lnTo>
                  <a:lnTo>
                    <a:pt x="177" y="9512"/>
                  </a:lnTo>
                  <a:lnTo>
                    <a:pt x="2" y="7052"/>
                  </a:lnTo>
                  <a:lnTo>
                    <a:pt x="0" y="4530"/>
                  </a:lnTo>
                  <a:lnTo>
                    <a:pt x="327" y="440"/>
                  </a:lnTo>
                  <a:lnTo>
                    <a:pt x="476" y="0"/>
                  </a:lnTo>
                  <a:lnTo>
                    <a:pt x="1023" y="33"/>
                  </a:lnTo>
                  <a:lnTo>
                    <a:pt x="1969" y="5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1563846" y="2019753"/>
              <a:ext cx="1976" cy="4550"/>
            </a:xfrm>
            <a:custGeom>
              <a:avLst/>
              <a:pathLst>
                <a:path w="1976" h="4550">
                  <a:moveTo>
                    <a:pt x="306" y="4513"/>
                  </a:moveTo>
                  <a:lnTo>
                    <a:pt x="83" y="4550"/>
                  </a:lnTo>
                  <a:lnTo>
                    <a:pt x="0" y="3933"/>
                  </a:lnTo>
                  <a:lnTo>
                    <a:pt x="53" y="2657"/>
                  </a:lnTo>
                  <a:lnTo>
                    <a:pt x="358" y="499"/>
                  </a:lnTo>
                  <a:lnTo>
                    <a:pt x="501" y="0"/>
                  </a:lnTo>
                  <a:lnTo>
                    <a:pt x="1749" y="380"/>
                  </a:lnTo>
                  <a:lnTo>
                    <a:pt x="1932" y="532"/>
                  </a:lnTo>
                  <a:lnTo>
                    <a:pt x="1976" y="947"/>
                  </a:lnTo>
                  <a:lnTo>
                    <a:pt x="1880" y="1627"/>
                  </a:lnTo>
                  <a:lnTo>
                    <a:pt x="1479" y="25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1567535" y="2008108"/>
              <a:ext cx="3570" cy="8189"/>
            </a:xfrm>
            <a:custGeom>
              <a:avLst/>
              <a:pathLst>
                <a:path w="3570" h="8189">
                  <a:moveTo>
                    <a:pt x="0" y="7570"/>
                  </a:moveTo>
                  <a:lnTo>
                    <a:pt x="788" y="5664"/>
                  </a:lnTo>
                  <a:lnTo>
                    <a:pt x="2526" y="2361"/>
                  </a:lnTo>
                  <a:lnTo>
                    <a:pt x="3473" y="0"/>
                  </a:lnTo>
                  <a:lnTo>
                    <a:pt x="3570" y="2330"/>
                  </a:lnTo>
                  <a:lnTo>
                    <a:pt x="2171" y="6244"/>
                  </a:lnTo>
                  <a:lnTo>
                    <a:pt x="382" y="81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2234526" y="1975162"/>
              <a:ext cx="2311" cy="3713"/>
            </a:xfrm>
            <a:custGeom>
              <a:avLst/>
              <a:pathLst>
                <a:path w="2311" h="3713">
                  <a:moveTo>
                    <a:pt x="1935" y="2999"/>
                  </a:moveTo>
                  <a:lnTo>
                    <a:pt x="2049" y="3713"/>
                  </a:lnTo>
                  <a:lnTo>
                    <a:pt x="565" y="3198"/>
                  </a:lnTo>
                  <a:lnTo>
                    <a:pt x="43" y="2747"/>
                  </a:lnTo>
                  <a:lnTo>
                    <a:pt x="0" y="2272"/>
                  </a:lnTo>
                  <a:lnTo>
                    <a:pt x="73" y="1532"/>
                  </a:lnTo>
                  <a:lnTo>
                    <a:pt x="368" y="663"/>
                  </a:lnTo>
                  <a:lnTo>
                    <a:pt x="1047" y="0"/>
                  </a:lnTo>
                  <a:lnTo>
                    <a:pt x="1416" y="341"/>
                  </a:lnTo>
                  <a:lnTo>
                    <a:pt x="2205" y="1240"/>
                  </a:lnTo>
                  <a:lnTo>
                    <a:pt x="2311" y="17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2064191" y="1966345"/>
              <a:ext cx="2467" cy="9094"/>
            </a:xfrm>
            <a:custGeom>
              <a:avLst/>
              <a:pathLst>
                <a:path w="2467" h="9094">
                  <a:moveTo>
                    <a:pt x="839" y="8684"/>
                  </a:moveTo>
                  <a:lnTo>
                    <a:pt x="351" y="9094"/>
                  </a:lnTo>
                  <a:lnTo>
                    <a:pt x="0" y="9053"/>
                  </a:lnTo>
                  <a:lnTo>
                    <a:pt x="65" y="8062"/>
                  </a:lnTo>
                  <a:lnTo>
                    <a:pt x="547" y="6120"/>
                  </a:lnTo>
                  <a:lnTo>
                    <a:pt x="821" y="4413"/>
                  </a:lnTo>
                  <a:lnTo>
                    <a:pt x="886" y="2941"/>
                  </a:lnTo>
                  <a:lnTo>
                    <a:pt x="1099" y="1652"/>
                  </a:lnTo>
                  <a:lnTo>
                    <a:pt x="1460" y="546"/>
                  </a:lnTo>
                  <a:lnTo>
                    <a:pt x="1819" y="0"/>
                  </a:lnTo>
                  <a:lnTo>
                    <a:pt x="2355" y="17"/>
                  </a:lnTo>
                  <a:lnTo>
                    <a:pt x="2467" y="3599"/>
                  </a:lnTo>
                  <a:lnTo>
                    <a:pt x="2317" y="5280"/>
                  </a:lnTo>
                  <a:lnTo>
                    <a:pt x="1957" y="6687"/>
                  </a:lnTo>
                  <a:lnTo>
                    <a:pt x="1465" y="782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2052895" y="1965543"/>
              <a:ext cx="4894" cy="7887"/>
            </a:xfrm>
            <a:custGeom>
              <a:avLst/>
              <a:pathLst>
                <a:path w="4894" h="7887">
                  <a:moveTo>
                    <a:pt x="1069" y="7662"/>
                  </a:moveTo>
                  <a:lnTo>
                    <a:pt x="579" y="7887"/>
                  </a:lnTo>
                  <a:lnTo>
                    <a:pt x="0" y="7460"/>
                  </a:lnTo>
                  <a:lnTo>
                    <a:pt x="301" y="5289"/>
                  </a:lnTo>
                  <a:lnTo>
                    <a:pt x="805" y="4386"/>
                  </a:lnTo>
                  <a:lnTo>
                    <a:pt x="2061" y="3484"/>
                  </a:lnTo>
                  <a:lnTo>
                    <a:pt x="2275" y="2930"/>
                  </a:lnTo>
                  <a:lnTo>
                    <a:pt x="2677" y="2654"/>
                  </a:lnTo>
                  <a:lnTo>
                    <a:pt x="3265" y="2654"/>
                  </a:lnTo>
                  <a:lnTo>
                    <a:pt x="3921" y="1843"/>
                  </a:lnTo>
                  <a:lnTo>
                    <a:pt x="4643" y="222"/>
                  </a:lnTo>
                  <a:lnTo>
                    <a:pt x="4894" y="0"/>
                  </a:lnTo>
                  <a:lnTo>
                    <a:pt x="4386" y="2359"/>
                  </a:lnTo>
                  <a:lnTo>
                    <a:pt x="3854" y="412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2053670" y="1961581"/>
              <a:ext cx="10590" cy="23451"/>
            </a:xfrm>
            <a:custGeom>
              <a:avLst/>
              <a:pathLst>
                <a:path w="10590" h="23451">
                  <a:moveTo>
                    <a:pt x="10312" y="9880"/>
                  </a:moveTo>
                  <a:lnTo>
                    <a:pt x="9520" y="12867"/>
                  </a:lnTo>
                  <a:lnTo>
                    <a:pt x="8886" y="15736"/>
                  </a:lnTo>
                  <a:lnTo>
                    <a:pt x="8005" y="21138"/>
                  </a:lnTo>
                  <a:lnTo>
                    <a:pt x="7502" y="21332"/>
                  </a:lnTo>
                  <a:lnTo>
                    <a:pt x="7062" y="20033"/>
                  </a:lnTo>
                  <a:lnTo>
                    <a:pt x="8325" y="13711"/>
                  </a:lnTo>
                  <a:lnTo>
                    <a:pt x="8384" y="13006"/>
                  </a:lnTo>
                  <a:lnTo>
                    <a:pt x="8325" y="12402"/>
                  </a:lnTo>
                  <a:lnTo>
                    <a:pt x="7942" y="11473"/>
                  </a:lnTo>
                  <a:lnTo>
                    <a:pt x="7560" y="12542"/>
                  </a:lnTo>
                  <a:lnTo>
                    <a:pt x="5776" y="19667"/>
                  </a:lnTo>
                  <a:lnTo>
                    <a:pt x="5315" y="20809"/>
                  </a:lnTo>
                  <a:lnTo>
                    <a:pt x="4933" y="21443"/>
                  </a:lnTo>
                  <a:lnTo>
                    <a:pt x="4628" y="21564"/>
                  </a:lnTo>
                  <a:lnTo>
                    <a:pt x="3869" y="21415"/>
                  </a:lnTo>
                  <a:lnTo>
                    <a:pt x="2340" y="23451"/>
                  </a:lnTo>
                  <a:lnTo>
                    <a:pt x="4910" y="14989"/>
                  </a:lnTo>
                  <a:lnTo>
                    <a:pt x="4937" y="14344"/>
                  </a:lnTo>
                  <a:lnTo>
                    <a:pt x="4456" y="13949"/>
                  </a:lnTo>
                  <a:lnTo>
                    <a:pt x="4265" y="14168"/>
                  </a:lnTo>
                  <a:lnTo>
                    <a:pt x="2183" y="19498"/>
                  </a:lnTo>
                  <a:lnTo>
                    <a:pt x="996" y="21552"/>
                  </a:lnTo>
                  <a:lnTo>
                    <a:pt x="199" y="20929"/>
                  </a:lnTo>
                  <a:lnTo>
                    <a:pt x="0" y="20371"/>
                  </a:lnTo>
                  <a:lnTo>
                    <a:pt x="71" y="19749"/>
                  </a:lnTo>
                  <a:lnTo>
                    <a:pt x="2097" y="14369"/>
                  </a:lnTo>
                  <a:lnTo>
                    <a:pt x="3959" y="10518"/>
                  </a:lnTo>
                  <a:lnTo>
                    <a:pt x="4739" y="8094"/>
                  </a:lnTo>
                  <a:lnTo>
                    <a:pt x="5055" y="5810"/>
                  </a:lnTo>
                  <a:lnTo>
                    <a:pt x="5194" y="4139"/>
                  </a:lnTo>
                  <a:lnTo>
                    <a:pt x="5184" y="2299"/>
                  </a:lnTo>
                  <a:lnTo>
                    <a:pt x="5389" y="1887"/>
                  </a:lnTo>
                  <a:lnTo>
                    <a:pt x="5508" y="2582"/>
                  </a:lnTo>
                  <a:lnTo>
                    <a:pt x="5539" y="4520"/>
                  </a:lnTo>
                  <a:lnTo>
                    <a:pt x="5114" y="8498"/>
                  </a:lnTo>
                  <a:lnTo>
                    <a:pt x="4772" y="10456"/>
                  </a:lnTo>
                  <a:lnTo>
                    <a:pt x="4365" y="12069"/>
                  </a:lnTo>
                  <a:lnTo>
                    <a:pt x="4536" y="12421"/>
                  </a:lnTo>
                  <a:lnTo>
                    <a:pt x="5287" y="11505"/>
                  </a:lnTo>
                  <a:lnTo>
                    <a:pt x="5918" y="9573"/>
                  </a:lnTo>
                  <a:lnTo>
                    <a:pt x="6430" y="6622"/>
                  </a:lnTo>
                  <a:lnTo>
                    <a:pt x="6757" y="4058"/>
                  </a:lnTo>
                  <a:lnTo>
                    <a:pt x="7074" y="0"/>
                  </a:lnTo>
                  <a:lnTo>
                    <a:pt x="7182" y="141"/>
                  </a:lnTo>
                  <a:lnTo>
                    <a:pt x="7330" y="950"/>
                  </a:lnTo>
                  <a:lnTo>
                    <a:pt x="7669" y="1522"/>
                  </a:lnTo>
                  <a:lnTo>
                    <a:pt x="8201" y="1856"/>
                  </a:lnTo>
                  <a:lnTo>
                    <a:pt x="8505" y="2377"/>
                  </a:lnTo>
                  <a:lnTo>
                    <a:pt x="8729" y="3738"/>
                  </a:lnTo>
                  <a:lnTo>
                    <a:pt x="8945" y="4338"/>
                  </a:lnTo>
                  <a:lnTo>
                    <a:pt x="9741" y="4846"/>
                  </a:lnTo>
                  <a:lnTo>
                    <a:pt x="10046" y="5280"/>
                  </a:lnTo>
                  <a:lnTo>
                    <a:pt x="10266" y="6766"/>
                  </a:lnTo>
                  <a:lnTo>
                    <a:pt x="10246" y="7550"/>
                  </a:lnTo>
                  <a:lnTo>
                    <a:pt x="10354" y="8052"/>
                  </a:lnTo>
                  <a:lnTo>
                    <a:pt x="10590" y="827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2057753" y="1955722"/>
              <a:ext cx="974" cy="4576"/>
            </a:xfrm>
            <a:custGeom>
              <a:avLst/>
              <a:pathLst>
                <a:path w="974" h="4576">
                  <a:moveTo>
                    <a:pt x="628" y="4197"/>
                  </a:moveTo>
                  <a:lnTo>
                    <a:pt x="289" y="4576"/>
                  </a:lnTo>
                  <a:lnTo>
                    <a:pt x="59" y="4544"/>
                  </a:lnTo>
                  <a:lnTo>
                    <a:pt x="315" y="1927"/>
                  </a:lnTo>
                  <a:lnTo>
                    <a:pt x="17" y="1001"/>
                  </a:lnTo>
                  <a:lnTo>
                    <a:pt x="0" y="525"/>
                  </a:lnTo>
                  <a:lnTo>
                    <a:pt x="129" y="89"/>
                  </a:lnTo>
                  <a:lnTo>
                    <a:pt x="294" y="0"/>
                  </a:lnTo>
                  <a:lnTo>
                    <a:pt x="695" y="806"/>
                  </a:lnTo>
                  <a:lnTo>
                    <a:pt x="889" y="1656"/>
                  </a:lnTo>
                  <a:lnTo>
                    <a:pt x="974" y="2491"/>
                  </a:lnTo>
                  <a:lnTo>
                    <a:pt x="951" y="3315"/>
                  </a:lnTo>
                  <a:lnTo>
                    <a:pt x="836" y="38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2054271" y="1953755"/>
              <a:ext cx="1144" cy="3195"/>
            </a:xfrm>
            <a:custGeom>
              <a:avLst/>
              <a:pathLst>
                <a:path w="1144" h="3195">
                  <a:moveTo>
                    <a:pt x="756" y="2680"/>
                  </a:moveTo>
                  <a:lnTo>
                    <a:pt x="492" y="3195"/>
                  </a:lnTo>
                  <a:lnTo>
                    <a:pt x="19" y="2615"/>
                  </a:lnTo>
                  <a:lnTo>
                    <a:pt x="0" y="1134"/>
                  </a:lnTo>
                  <a:lnTo>
                    <a:pt x="457" y="0"/>
                  </a:lnTo>
                  <a:lnTo>
                    <a:pt x="818" y="51"/>
                  </a:lnTo>
                  <a:lnTo>
                    <a:pt x="1144" y="655"/>
                  </a:lnTo>
                  <a:lnTo>
                    <a:pt x="1064" y="145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2226687" y="1932655"/>
              <a:ext cx="3592" cy="4824"/>
            </a:xfrm>
            <a:custGeom>
              <a:avLst/>
              <a:pathLst>
                <a:path w="3592" h="4824">
                  <a:moveTo>
                    <a:pt x="2572" y="731"/>
                  </a:moveTo>
                  <a:lnTo>
                    <a:pt x="3381" y="1607"/>
                  </a:lnTo>
                  <a:lnTo>
                    <a:pt x="3592" y="4824"/>
                  </a:lnTo>
                  <a:lnTo>
                    <a:pt x="2076" y="4635"/>
                  </a:lnTo>
                  <a:lnTo>
                    <a:pt x="343" y="2480"/>
                  </a:lnTo>
                  <a:lnTo>
                    <a:pt x="0" y="911"/>
                  </a:lnTo>
                  <a:lnTo>
                    <a:pt x="38" y="642"/>
                  </a:lnTo>
                  <a:lnTo>
                    <a:pt x="268" y="372"/>
                  </a:lnTo>
                  <a:lnTo>
                    <a:pt x="708" y="745"/>
                  </a:lnTo>
                  <a:lnTo>
                    <a:pt x="1136" y="183"/>
                  </a:lnTo>
                  <a:lnTo>
                    <a:pt x="156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2055304" y="1931810"/>
              <a:ext cx="1199" cy="4891"/>
            </a:xfrm>
            <a:custGeom>
              <a:avLst/>
              <a:pathLst>
                <a:path w="1199" h="4891">
                  <a:moveTo>
                    <a:pt x="1170" y="2731"/>
                  </a:moveTo>
                  <a:lnTo>
                    <a:pt x="1019" y="2967"/>
                  </a:lnTo>
                  <a:lnTo>
                    <a:pt x="606" y="2763"/>
                  </a:lnTo>
                  <a:lnTo>
                    <a:pt x="444" y="4709"/>
                  </a:lnTo>
                  <a:lnTo>
                    <a:pt x="286" y="4891"/>
                  </a:lnTo>
                  <a:lnTo>
                    <a:pt x="0" y="3692"/>
                  </a:lnTo>
                  <a:lnTo>
                    <a:pt x="214" y="2666"/>
                  </a:lnTo>
                  <a:lnTo>
                    <a:pt x="183" y="1960"/>
                  </a:lnTo>
                  <a:lnTo>
                    <a:pt x="263" y="1438"/>
                  </a:lnTo>
                  <a:lnTo>
                    <a:pt x="676" y="272"/>
                  </a:lnTo>
                  <a:lnTo>
                    <a:pt x="919" y="0"/>
                  </a:lnTo>
                  <a:lnTo>
                    <a:pt x="1072" y="99"/>
                  </a:lnTo>
                  <a:lnTo>
                    <a:pt x="1199" y="156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2156107" y="1886358"/>
              <a:ext cx="1900" cy="5478"/>
            </a:xfrm>
            <a:custGeom>
              <a:avLst/>
              <a:pathLst>
                <a:path w="1900" h="5478">
                  <a:moveTo>
                    <a:pt x="1853" y="3129"/>
                  </a:moveTo>
                  <a:lnTo>
                    <a:pt x="1268" y="5276"/>
                  </a:lnTo>
                  <a:lnTo>
                    <a:pt x="491" y="5009"/>
                  </a:lnTo>
                  <a:lnTo>
                    <a:pt x="211" y="5452"/>
                  </a:lnTo>
                  <a:lnTo>
                    <a:pt x="0" y="5478"/>
                  </a:lnTo>
                  <a:lnTo>
                    <a:pt x="351" y="3462"/>
                  </a:lnTo>
                  <a:lnTo>
                    <a:pt x="397" y="2107"/>
                  </a:lnTo>
                  <a:lnTo>
                    <a:pt x="219" y="735"/>
                  </a:lnTo>
                  <a:lnTo>
                    <a:pt x="476" y="37"/>
                  </a:lnTo>
                  <a:lnTo>
                    <a:pt x="1515" y="0"/>
                  </a:lnTo>
                  <a:lnTo>
                    <a:pt x="1528" y="1577"/>
                  </a:lnTo>
                  <a:lnTo>
                    <a:pt x="1655" y="2169"/>
                  </a:lnTo>
                  <a:lnTo>
                    <a:pt x="1900" y="243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2050628" y="1869265"/>
              <a:ext cx="1513" cy="3060"/>
            </a:xfrm>
            <a:custGeom>
              <a:avLst/>
              <a:pathLst>
                <a:path w="1513" h="3060">
                  <a:moveTo>
                    <a:pt x="378" y="2969"/>
                  </a:moveTo>
                  <a:lnTo>
                    <a:pt x="71" y="3060"/>
                  </a:lnTo>
                  <a:lnTo>
                    <a:pt x="0" y="2701"/>
                  </a:lnTo>
                  <a:lnTo>
                    <a:pt x="246" y="1490"/>
                  </a:lnTo>
                  <a:lnTo>
                    <a:pt x="653" y="1343"/>
                  </a:lnTo>
                  <a:lnTo>
                    <a:pt x="1102" y="0"/>
                  </a:lnTo>
                  <a:lnTo>
                    <a:pt x="1513" y="464"/>
                  </a:lnTo>
                  <a:lnTo>
                    <a:pt x="1361" y="1214"/>
                  </a:lnTo>
                  <a:lnTo>
                    <a:pt x="808" y="235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2052143" y="1864763"/>
              <a:ext cx="2580" cy="3341"/>
            </a:xfrm>
            <a:custGeom>
              <a:avLst/>
              <a:pathLst>
                <a:path w="2580" h="3341">
                  <a:moveTo>
                    <a:pt x="989" y="3136"/>
                  </a:moveTo>
                  <a:lnTo>
                    <a:pt x="0" y="3341"/>
                  </a:lnTo>
                  <a:lnTo>
                    <a:pt x="431" y="1588"/>
                  </a:lnTo>
                  <a:lnTo>
                    <a:pt x="802" y="741"/>
                  </a:lnTo>
                  <a:lnTo>
                    <a:pt x="1210" y="200"/>
                  </a:lnTo>
                  <a:lnTo>
                    <a:pt x="2030" y="0"/>
                  </a:lnTo>
                  <a:lnTo>
                    <a:pt x="2580" y="704"/>
                  </a:lnTo>
                  <a:lnTo>
                    <a:pt x="2090" y="19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2199527" y="1845921"/>
              <a:ext cx="4128" cy="6404"/>
            </a:xfrm>
            <a:custGeom>
              <a:avLst/>
              <a:pathLst>
                <a:path w="4128" h="6404">
                  <a:moveTo>
                    <a:pt x="4128" y="4358"/>
                  </a:moveTo>
                  <a:lnTo>
                    <a:pt x="3792" y="6404"/>
                  </a:lnTo>
                  <a:lnTo>
                    <a:pt x="2674" y="5654"/>
                  </a:lnTo>
                  <a:lnTo>
                    <a:pt x="946" y="4106"/>
                  </a:lnTo>
                  <a:lnTo>
                    <a:pt x="263" y="3079"/>
                  </a:lnTo>
                  <a:lnTo>
                    <a:pt x="25" y="1955"/>
                  </a:lnTo>
                  <a:lnTo>
                    <a:pt x="0" y="401"/>
                  </a:lnTo>
                  <a:lnTo>
                    <a:pt x="517" y="147"/>
                  </a:lnTo>
                  <a:lnTo>
                    <a:pt x="1827" y="0"/>
                  </a:lnTo>
                  <a:lnTo>
                    <a:pt x="2921" y="2162"/>
                  </a:lnTo>
                  <a:lnTo>
                    <a:pt x="3236" y="249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2165577" y="1843757"/>
              <a:ext cx="5278" cy="10487"/>
            </a:xfrm>
            <a:custGeom>
              <a:avLst/>
              <a:pathLst>
                <a:path w="5278" h="10487">
                  <a:moveTo>
                    <a:pt x="1289" y="10251"/>
                  </a:moveTo>
                  <a:lnTo>
                    <a:pt x="420" y="10487"/>
                  </a:lnTo>
                  <a:lnTo>
                    <a:pt x="25" y="9863"/>
                  </a:lnTo>
                  <a:lnTo>
                    <a:pt x="0" y="8069"/>
                  </a:lnTo>
                  <a:lnTo>
                    <a:pt x="284" y="6714"/>
                  </a:lnTo>
                  <a:lnTo>
                    <a:pt x="1279" y="3908"/>
                  </a:lnTo>
                  <a:lnTo>
                    <a:pt x="2172" y="763"/>
                  </a:lnTo>
                  <a:lnTo>
                    <a:pt x="2694" y="0"/>
                  </a:lnTo>
                  <a:lnTo>
                    <a:pt x="3747" y="515"/>
                  </a:lnTo>
                  <a:lnTo>
                    <a:pt x="4361" y="1418"/>
                  </a:lnTo>
                  <a:lnTo>
                    <a:pt x="5002" y="2926"/>
                  </a:lnTo>
                  <a:lnTo>
                    <a:pt x="5278" y="4087"/>
                  </a:lnTo>
                  <a:lnTo>
                    <a:pt x="5034" y="5797"/>
                  </a:lnTo>
                  <a:lnTo>
                    <a:pt x="4283" y="7326"/>
                  </a:lnTo>
                  <a:lnTo>
                    <a:pt x="3418" y="83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2066544" y="1836937"/>
              <a:ext cx="4108" cy="3006"/>
            </a:xfrm>
            <a:custGeom>
              <a:avLst/>
              <a:pathLst>
                <a:path w="4108" h="3006">
                  <a:moveTo>
                    <a:pt x="1321" y="2662"/>
                  </a:moveTo>
                  <a:lnTo>
                    <a:pt x="1" y="3006"/>
                  </a:lnTo>
                  <a:lnTo>
                    <a:pt x="0" y="2579"/>
                  </a:lnTo>
                  <a:lnTo>
                    <a:pt x="548" y="1369"/>
                  </a:lnTo>
                  <a:lnTo>
                    <a:pt x="2591" y="311"/>
                  </a:lnTo>
                  <a:lnTo>
                    <a:pt x="4108" y="0"/>
                  </a:lnTo>
                  <a:lnTo>
                    <a:pt x="3751" y="1027"/>
                  </a:lnTo>
                  <a:lnTo>
                    <a:pt x="2851" y="183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2193800" y="1811317"/>
              <a:ext cx="7330" cy="9788"/>
            </a:xfrm>
            <a:custGeom>
              <a:avLst/>
              <a:pathLst>
                <a:path w="7330" h="9788">
                  <a:moveTo>
                    <a:pt x="5763" y="9444"/>
                  </a:moveTo>
                  <a:lnTo>
                    <a:pt x="5530" y="9788"/>
                  </a:lnTo>
                  <a:lnTo>
                    <a:pt x="5310" y="9710"/>
                  </a:lnTo>
                  <a:lnTo>
                    <a:pt x="4594" y="8134"/>
                  </a:lnTo>
                  <a:lnTo>
                    <a:pt x="3631" y="7495"/>
                  </a:lnTo>
                  <a:lnTo>
                    <a:pt x="3274" y="6876"/>
                  </a:lnTo>
                  <a:lnTo>
                    <a:pt x="367" y="3630"/>
                  </a:lnTo>
                  <a:lnTo>
                    <a:pt x="51" y="2205"/>
                  </a:lnTo>
                  <a:lnTo>
                    <a:pt x="0" y="1069"/>
                  </a:lnTo>
                  <a:lnTo>
                    <a:pt x="966" y="515"/>
                  </a:lnTo>
                  <a:lnTo>
                    <a:pt x="2906" y="0"/>
                  </a:lnTo>
                  <a:lnTo>
                    <a:pt x="4592" y="17"/>
                  </a:lnTo>
                  <a:lnTo>
                    <a:pt x="6176" y="693"/>
                  </a:lnTo>
                  <a:lnTo>
                    <a:pt x="6496" y="1419"/>
                  </a:lnTo>
                  <a:lnTo>
                    <a:pt x="7330" y="2738"/>
                  </a:lnTo>
                  <a:lnTo>
                    <a:pt x="7125" y="4324"/>
                  </a:lnTo>
                  <a:lnTo>
                    <a:pt x="7073" y="6329"/>
                  </a:lnTo>
                  <a:lnTo>
                    <a:pt x="6727" y="7306"/>
                  </a:lnTo>
                  <a:lnTo>
                    <a:pt x="6196" y="80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1926881" y="1803950"/>
              <a:ext cx="1957" cy="2757"/>
            </a:xfrm>
            <a:custGeom>
              <a:avLst/>
              <a:pathLst>
                <a:path w="1957" h="2757">
                  <a:moveTo>
                    <a:pt x="1468" y="2686"/>
                  </a:moveTo>
                  <a:lnTo>
                    <a:pt x="1075" y="2757"/>
                  </a:lnTo>
                  <a:lnTo>
                    <a:pt x="193" y="1249"/>
                  </a:lnTo>
                  <a:lnTo>
                    <a:pt x="0" y="486"/>
                  </a:lnTo>
                  <a:lnTo>
                    <a:pt x="1162" y="0"/>
                  </a:lnTo>
                  <a:lnTo>
                    <a:pt x="1957" y="1338"/>
                  </a:lnTo>
                  <a:lnTo>
                    <a:pt x="1891" y="199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2195692" y="1803707"/>
              <a:ext cx="3747" cy="6225"/>
            </a:xfrm>
            <a:custGeom>
              <a:avLst/>
              <a:pathLst>
                <a:path w="3747" h="6225">
                  <a:moveTo>
                    <a:pt x="1968" y="1895"/>
                  </a:moveTo>
                  <a:lnTo>
                    <a:pt x="2185" y="2155"/>
                  </a:lnTo>
                  <a:lnTo>
                    <a:pt x="2444" y="1849"/>
                  </a:lnTo>
                  <a:lnTo>
                    <a:pt x="2641" y="2113"/>
                  </a:lnTo>
                  <a:lnTo>
                    <a:pt x="2775" y="2950"/>
                  </a:lnTo>
                  <a:lnTo>
                    <a:pt x="2997" y="3530"/>
                  </a:lnTo>
                  <a:lnTo>
                    <a:pt x="3559" y="4286"/>
                  </a:lnTo>
                  <a:lnTo>
                    <a:pt x="3747" y="4826"/>
                  </a:lnTo>
                  <a:lnTo>
                    <a:pt x="3732" y="5368"/>
                  </a:lnTo>
                  <a:lnTo>
                    <a:pt x="3256" y="6202"/>
                  </a:lnTo>
                  <a:lnTo>
                    <a:pt x="2957" y="6225"/>
                  </a:lnTo>
                  <a:lnTo>
                    <a:pt x="667" y="4301"/>
                  </a:lnTo>
                  <a:lnTo>
                    <a:pt x="48" y="2340"/>
                  </a:lnTo>
                  <a:lnTo>
                    <a:pt x="0" y="1344"/>
                  </a:lnTo>
                  <a:lnTo>
                    <a:pt x="238" y="438"/>
                  </a:lnTo>
                  <a:lnTo>
                    <a:pt x="590" y="0"/>
                  </a:lnTo>
                  <a:lnTo>
                    <a:pt x="1054" y="28"/>
                  </a:lnTo>
                  <a:lnTo>
                    <a:pt x="1605" y="50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2051059" y="1789819"/>
              <a:ext cx="9688" cy="24188"/>
            </a:xfrm>
            <a:custGeom>
              <a:avLst/>
              <a:pathLst>
                <a:path w="9688" h="24188">
                  <a:moveTo>
                    <a:pt x="7061" y="44"/>
                  </a:moveTo>
                  <a:lnTo>
                    <a:pt x="7821" y="848"/>
                  </a:lnTo>
                  <a:lnTo>
                    <a:pt x="9073" y="3531"/>
                  </a:lnTo>
                  <a:lnTo>
                    <a:pt x="9549" y="4892"/>
                  </a:lnTo>
                  <a:lnTo>
                    <a:pt x="9688" y="6714"/>
                  </a:lnTo>
                  <a:lnTo>
                    <a:pt x="9357" y="9151"/>
                  </a:lnTo>
                  <a:lnTo>
                    <a:pt x="9189" y="11440"/>
                  </a:lnTo>
                  <a:lnTo>
                    <a:pt x="8725" y="13162"/>
                  </a:lnTo>
                  <a:lnTo>
                    <a:pt x="7860" y="15339"/>
                  </a:lnTo>
                  <a:lnTo>
                    <a:pt x="7094" y="17883"/>
                  </a:lnTo>
                  <a:lnTo>
                    <a:pt x="6426" y="20791"/>
                  </a:lnTo>
                  <a:lnTo>
                    <a:pt x="5874" y="22717"/>
                  </a:lnTo>
                  <a:lnTo>
                    <a:pt x="5437" y="23659"/>
                  </a:lnTo>
                  <a:lnTo>
                    <a:pt x="4965" y="24149"/>
                  </a:lnTo>
                  <a:lnTo>
                    <a:pt x="4458" y="24188"/>
                  </a:lnTo>
                  <a:lnTo>
                    <a:pt x="3686" y="23139"/>
                  </a:lnTo>
                  <a:lnTo>
                    <a:pt x="2650" y="21000"/>
                  </a:lnTo>
                  <a:lnTo>
                    <a:pt x="1805" y="19691"/>
                  </a:lnTo>
                  <a:lnTo>
                    <a:pt x="720" y="18792"/>
                  </a:lnTo>
                  <a:lnTo>
                    <a:pt x="140" y="17582"/>
                  </a:lnTo>
                  <a:lnTo>
                    <a:pt x="35" y="16389"/>
                  </a:lnTo>
                  <a:lnTo>
                    <a:pt x="0" y="12520"/>
                  </a:lnTo>
                  <a:lnTo>
                    <a:pt x="45" y="10596"/>
                  </a:lnTo>
                  <a:lnTo>
                    <a:pt x="190" y="8988"/>
                  </a:lnTo>
                  <a:lnTo>
                    <a:pt x="434" y="7698"/>
                  </a:lnTo>
                  <a:lnTo>
                    <a:pt x="973" y="5922"/>
                  </a:lnTo>
                  <a:lnTo>
                    <a:pt x="2482" y="2076"/>
                  </a:lnTo>
                  <a:lnTo>
                    <a:pt x="3394" y="601"/>
                  </a:lnTo>
                  <a:lnTo>
                    <a:pt x="3958" y="262"/>
                  </a:lnTo>
                  <a:lnTo>
                    <a:pt x="5453" y="538"/>
                  </a:lnTo>
                  <a:lnTo>
                    <a:pt x="6059" y="441"/>
                  </a:lnTo>
                  <a:lnTo>
                    <a:pt x="6558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2198372" y="1785519"/>
              <a:ext cx="5176" cy="5175"/>
            </a:xfrm>
            <a:custGeom>
              <a:avLst/>
              <a:pathLst>
                <a:path w="5176" h="5175">
                  <a:moveTo>
                    <a:pt x="1275" y="0"/>
                  </a:moveTo>
                  <a:lnTo>
                    <a:pt x="3121" y="317"/>
                  </a:lnTo>
                  <a:lnTo>
                    <a:pt x="4241" y="204"/>
                  </a:lnTo>
                  <a:lnTo>
                    <a:pt x="4724" y="673"/>
                  </a:lnTo>
                  <a:lnTo>
                    <a:pt x="5176" y="2108"/>
                  </a:lnTo>
                  <a:lnTo>
                    <a:pt x="4596" y="4162"/>
                  </a:lnTo>
                  <a:lnTo>
                    <a:pt x="3941" y="4944"/>
                  </a:lnTo>
                  <a:lnTo>
                    <a:pt x="2875" y="5175"/>
                  </a:lnTo>
                  <a:lnTo>
                    <a:pt x="1145" y="4506"/>
                  </a:lnTo>
                  <a:lnTo>
                    <a:pt x="531" y="4068"/>
                  </a:lnTo>
                  <a:lnTo>
                    <a:pt x="0" y="2966"/>
                  </a:lnTo>
                  <a:lnTo>
                    <a:pt x="247" y="2178"/>
                  </a:lnTo>
                  <a:lnTo>
                    <a:pt x="1101" y="1908"/>
                  </a:lnTo>
                  <a:lnTo>
                    <a:pt x="1243" y="1588"/>
                  </a:lnTo>
                  <a:lnTo>
                    <a:pt x="1025" y="984"/>
                  </a:lnTo>
                  <a:lnTo>
                    <a:pt x="1035" y="45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2105409" y="1780361"/>
              <a:ext cx="6136" cy="3653"/>
            </a:xfrm>
            <a:custGeom>
              <a:avLst/>
              <a:pathLst>
                <a:path w="6136" h="3653">
                  <a:moveTo>
                    <a:pt x="6018" y="3394"/>
                  </a:moveTo>
                  <a:lnTo>
                    <a:pt x="5507" y="3653"/>
                  </a:lnTo>
                  <a:lnTo>
                    <a:pt x="3585" y="3289"/>
                  </a:lnTo>
                  <a:lnTo>
                    <a:pt x="1220" y="1905"/>
                  </a:lnTo>
                  <a:lnTo>
                    <a:pt x="0" y="607"/>
                  </a:lnTo>
                  <a:lnTo>
                    <a:pt x="62" y="206"/>
                  </a:lnTo>
                  <a:lnTo>
                    <a:pt x="598" y="0"/>
                  </a:lnTo>
                  <a:lnTo>
                    <a:pt x="1206" y="200"/>
                  </a:lnTo>
                  <a:lnTo>
                    <a:pt x="2227" y="1108"/>
                  </a:lnTo>
                  <a:lnTo>
                    <a:pt x="4975" y="1565"/>
                  </a:lnTo>
                  <a:lnTo>
                    <a:pt x="5861" y="2086"/>
                  </a:lnTo>
                  <a:lnTo>
                    <a:pt x="6136" y="28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2138156" y="1776086"/>
              <a:ext cx="9145" cy="9844"/>
            </a:xfrm>
            <a:custGeom>
              <a:avLst/>
              <a:pathLst>
                <a:path w="9145" h="9844">
                  <a:moveTo>
                    <a:pt x="8489" y="9728"/>
                  </a:moveTo>
                  <a:lnTo>
                    <a:pt x="7823" y="9844"/>
                  </a:lnTo>
                  <a:lnTo>
                    <a:pt x="6523" y="9622"/>
                  </a:lnTo>
                  <a:lnTo>
                    <a:pt x="5129" y="9006"/>
                  </a:lnTo>
                  <a:lnTo>
                    <a:pt x="4365" y="8306"/>
                  </a:lnTo>
                  <a:lnTo>
                    <a:pt x="3677" y="6792"/>
                  </a:lnTo>
                  <a:lnTo>
                    <a:pt x="3546" y="5130"/>
                  </a:lnTo>
                  <a:lnTo>
                    <a:pt x="2249" y="2664"/>
                  </a:lnTo>
                  <a:lnTo>
                    <a:pt x="799" y="1833"/>
                  </a:lnTo>
                  <a:lnTo>
                    <a:pt x="0" y="119"/>
                  </a:lnTo>
                  <a:lnTo>
                    <a:pt x="819" y="0"/>
                  </a:lnTo>
                  <a:lnTo>
                    <a:pt x="1984" y="373"/>
                  </a:lnTo>
                  <a:lnTo>
                    <a:pt x="3705" y="1119"/>
                  </a:lnTo>
                  <a:lnTo>
                    <a:pt x="5247" y="2096"/>
                  </a:lnTo>
                  <a:lnTo>
                    <a:pt x="7474" y="4260"/>
                  </a:lnTo>
                  <a:lnTo>
                    <a:pt x="8203" y="6269"/>
                  </a:lnTo>
                  <a:lnTo>
                    <a:pt x="8927" y="7742"/>
                  </a:lnTo>
                  <a:lnTo>
                    <a:pt x="9145" y="8861"/>
                  </a:lnTo>
                  <a:lnTo>
                    <a:pt x="8955" y="93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2016137" y="1773140"/>
              <a:ext cx="18879" cy="24154"/>
            </a:xfrm>
            <a:custGeom>
              <a:avLst/>
              <a:pathLst>
                <a:path w="18879" h="24154">
                  <a:moveTo>
                    <a:pt x="18380" y="693"/>
                  </a:moveTo>
                  <a:lnTo>
                    <a:pt x="18764" y="1520"/>
                  </a:lnTo>
                  <a:lnTo>
                    <a:pt x="18879" y="2767"/>
                  </a:lnTo>
                  <a:lnTo>
                    <a:pt x="18727" y="4433"/>
                  </a:lnTo>
                  <a:lnTo>
                    <a:pt x="18479" y="5950"/>
                  </a:lnTo>
                  <a:lnTo>
                    <a:pt x="18136" y="7316"/>
                  </a:lnTo>
                  <a:lnTo>
                    <a:pt x="17291" y="9616"/>
                  </a:lnTo>
                  <a:lnTo>
                    <a:pt x="14654" y="13549"/>
                  </a:lnTo>
                  <a:lnTo>
                    <a:pt x="13665" y="15693"/>
                  </a:lnTo>
                  <a:lnTo>
                    <a:pt x="12922" y="16974"/>
                  </a:lnTo>
                  <a:lnTo>
                    <a:pt x="8619" y="22687"/>
                  </a:lnTo>
                  <a:lnTo>
                    <a:pt x="8085" y="22968"/>
                  </a:lnTo>
                  <a:lnTo>
                    <a:pt x="7524" y="22858"/>
                  </a:lnTo>
                  <a:lnTo>
                    <a:pt x="6345" y="22005"/>
                  </a:lnTo>
                  <a:lnTo>
                    <a:pt x="5149" y="21853"/>
                  </a:lnTo>
                  <a:lnTo>
                    <a:pt x="2052" y="24154"/>
                  </a:lnTo>
                  <a:lnTo>
                    <a:pt x="1903" y="23760"/>
                  </a:lnTo>
                  <a:lnTo>
                    <a:pt x="1766" y="21290"/>
                  </a:lnTo>
                  <a:lnTo>
                    <a:pt x="1456" y="19921"/>
                  </a:lnTo>
                  <a:lnTo>
                    <a:pt x="89" y="16996"/>
                  </a:lnTo>
                  <a:lnTo>
                    <a:pt x="0" y="16315"/>
                  </a:lnTo>
                  <a:lnTo>
                    <a:pt x="18" y="15469"/>
                  </a:lnTo>
                  <a:lnTo>
                    <a:pt x="126" y="14810"/>
                  </a:lnTo>
                  <a:lnTo>
                    <a:pt x="1666" y="12080"/>
                  </a:lnTo>
                  <a:lnTo>
                    <a:pt x="5152" y="2149"/>
                  </a:lnTo>
                  <a:lnTo>
                    <a:pt x="5988" y="1657"/>
                  </a:lnTo>
                  <a:lnTo>
                    <a:pt x="7705" y="2764"/>
                  </a:lnTo>
                  <a:lnTo>
                    <a:pt x="8519" y="3120"/>
                  </a:lnTo>
                  <a:lnTo>
                    <a:pt x="9100" y="3065"/>
                  </a:lnTo>
                  <a:lnTo>
                    <a:pt x="11593" y="979"/>
                  </a:lnTo>
                  <a:lnTo>
                    <a:pt x="13965" y="1226"/>
                  </a:lnTo>
                  <a:lnTo>
                    <a:pt x="16128" y="7"/>
                  </a:lnTo>
                  <a:lnTo>
                    <a:pt x="17142" y="0"/>
                  </a:lnTo>
                  <a:lnTo>
                    <a:pt x="17927" y="21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2067816" y="1758014"/>
              <a:ext cx="9704" cy="11085"/>
            </a:xfrm>
            <a:custGeom>
              <a:avLst/>
              <a:pathLst>
                <a:path w="9704" h="11085">
                  <a:moveTo>
                    <a:pt x="6345" y="561"/>
                  </a:moveTo>
                  <a:lnTo>
                    <a:pt x="7159" y="1823"/>
                  </a:lnTo>
                  <a:lnTo>
                    <a:pt x="8008" y="1734"/>
                  </a:lnTo>
                  <a:lnTo>
                    <a:pt x="8479" y="2764"/>
                  </a:lnTo>
                  <a:lnTo>
                    <a:pt x="9597" y="5983"/>
                  </a:lnTo>
                  <a:lnTo>
                    <a:pt x="9704" y="6518"/>
                  </a:lnTo>
                  <a:lnTo>
                    <a:pt x="9652" y="7561"/>
                  </a:lnTo>
                  <a:lnTo>
                    <a:pt x="9064" y="8897"/>
                  </a:lnTo>
                  <a:lnTo>
                    <a:pt x="8451" y="9601"/>
                  </a:lnTo>
                  <a:lnTo>
                    <a:pt x="7165" y="10636"/>
                  </a:lnTo>
                  <a:lnTo>
                    <a:pt x="5713" y="11085"/>
                  </a:lnTo>
                  <a:lnTo>
                    <a:pt x="4925" y="10362"/>
                  </a:lnTo>
                  <a:lnTo>
                    <a:pt x="2699" y="7378"/>
                  </a:lnTo>
                  <a:lnTo>
                    <a:pt x="653" y="3889"/>
                  </a:lnTo>
                  <a:lnTo>
                    <a:pt x="0" y="1944"/>
                  </a:lnTo>
                  <a:lnTo>
                    <a:pt x="283" y="1135"/>
                  </a:lnTo>
                  <a:lnTo>
                    <a:pt x="1148" y="578"/>
                  </a:lnTo>
                  <a:lnTo>
                    <a:pt x="2901" y="0"/>
                  </a:lnTo>
                  <a:lnTo>
                    <a:pt x="5795" y="31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2079084" y="1752327"/>
              <a:ext cx="6847" cy="8805"/>
            </a:xfrm>
            <a:custGeom>
              <a:avLst/>
              <a:pathLst>
                <a:path w="6847" h="8805">
                  <a:moveTo>
                    <a:pt x="6606" y="8512"/>
                  </a:moveTo>
                  <a:lnTo>
                    <a:pt x="5591" y="8805"/>
                  </a:lnTo>
                  <a:lnTo>
                    <a:pt x="4257" y="8146"/>
                  </a:lnTo>
                  <a:lnTo>
                    <a:pt x="2956" y="6863"/>
                  </a:lnTo>
                  <a:lnTo>
                    <a:pt x="0" y="2768"/>
                  </a:lnTo>
                  <a:lnTo>
                    <a:pt x="2221" y="0"/>
                  </a:lnTo>
                  <a:lnTo>
                    <a:pt x="5779" y="3204"/>
                  </a:lnTo>
                  <a:lnTo>
                    <a:pt x="6847" y="527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2073304" y="1741832"/>
              <a:ext cx="3867" cy="2703"/>
            </a:xfrm>
            <a:custGeom>
              <a:avLst/>
              <a:pathLst>
                <a:path w="3867" h="2703">
                  <a:moveTo>
                    <a:pt x="3113" y="1339"/>
                  </a:moveTo>
                  <a:lnTo>
                    <a:pt x="2421" y="2703"/>
                  </a:lnTo>
                  <a:lnTo>
                    <a:pt x="357" y="2222"/>
                  </a:lnTo>
                  <a:lnTo>
                    <a:pt x="77" y="1807"/>
                  </a:lnTo>
                  <a:lnTo>
                    <a:pt x="0" y="1308"/>
                  </a:lnTo>
                  <a:lnTo>
                    <a:pt x="332" y="662"/>
                  </a:lnTo>
                  <a:lnTo>
                    <a:pt x="2453" y="46"/>
                  </a:lnTo>
                  <a:lnTo>
                    <a:pt x="3352" y="0"/>
                  </a:lnTo>
                  <a:lnTo>
                    <a:pt x="3812" y="200"/>
                  </a:lnTo>
                  <a:lnTo>
                    <a:pt x="3867" y="4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1984590" y="1686237"/>
              <a:ext cx="66646" cy="82707"/>
            </a:xfrm>
            <a:custGeom>
              <a:avLst/>
              <a:pathLst>
                <a:path w="66646" h="82707">
                  <a:moveTo>
                    <a:pt x="21863" y="19430"/>
                  </a:moveTo>
                  <a:lnTo>
                    <a:pt x="22195" y="19788"/>
                  </a:lnTo>
                  <a:lnTo>
                    <a:pt x="22609" y="19583"/>
                  </a:lnTo>
                  <a:lnTo>
                    <a:pt x="23289" y="18124"/>
                  </a:lnTo>
                  <a:lnTo>
                    <a:pt x="24816" y="13927"/>
                  </a:lnTo>
                  <a:lnTo>
                    <a:pt x="25244" y="13533"/>
                  </a:lnTo>
                  <a:lnTo>
                    <a:pt x="25886" y="13598"/>
                  </a:lnTo>
                  <a:lnTo>
                    <a:pt x="28143" y="16293"/>
                  </a:lnTo>
                  <a:lnTo>
                    <a:pt x="28974" y="17798"/>
                  </a:lnTo>
                  <a:lnTo>
                    <a:pt x="29421" y="19892"/>
                  </a:lnTo>
                  <a:lnTo>
                    <a:pt x="29888" y="20709"/>
                  </a:lnTo>
                  <a:lnTo>
                    <a:pt x="31664" y="21789"/>
                  </a:lnTo>
                  <a:lnTo>
                    <a:pt x="33371" y="22151"/>
                  </a:lnTo>
                  <a:lnTo>
                    <a:pt x="35600" y="23251"/>
                  </a:lnTo>
                  <a:lnTo>
                    <a:pt x="36404" y="24075"/>
                  </a:lnTo>
                  <a:lnTo>
                    <a:pt x="38181" y="28092"/>
                  </a:lnTo>
                  <a:lnTo>
                    <a:pt x="38386" y="28337"/>
                  </a:lnTo>
                  <a:lnTo>
                    <a:pt x="40408" y="29978"/>
                  </a:lnTo>
                  <a:lnTo>
                    <a:pt x="43513" y="33636"/>
                  </a:lnTo>
                  <a:lnTo>
                    <a:pt x="44300" y="34180"/>
                  </a:lnTo>
                  <a:lnTo>
                    <a:pt x="47320" y="35385"/>
                  </a:lnTo>
                  <a:lnTo>
                    <a:pt x="48404" y="36285"/>
                  </a:lnTo>
                  <a:lnTo>
                    <a:pt x="49451" y="37656"/>
                  </a:lnTo>
                  <a:lnTo>
                    <a:pt x="50615" y="40163"/>
                  </a:lnTo>
                  <a:lnTo>
                    <a:pt x="51977" y="44107"/>
                  </a:lnTo>
                  <a:lnTo>
                    <a:pt x="53045" y="50410"/>
                  </a:lnTo>
                  <a:lnTo>
                    <a:pt x="53129" y="51656"/>
                  </a:lnTo>
                  <a:lnTo>
                    <a:pt x="52999" y="52393"/>
                  </a:lnTo>
                  <a:lnTo>
                    <a:pt x="52614" y="53181"/>
                  </a:lnTo>
                  <a:lnTo>
                    <a:pt x="50867" y="55771"/>
                  </a:lnTo>
                  <a:lnTo>
                    <a:pt x="51017" y="56209"/>
                  </a:lnTo>
                  <a:lnTo>
                    <a:pt x="52661" y="56048"/>
                  </a:lnTo>
                  <a:lnTo>
                    <a:pt x="56318" y="54455"/>
                  </a:lnTo>
                  <a:lnTo>
                    <a:pt x="58545" y="55597"/>
                  </a:lnTo>
                  <a:lnTo>
                    <a:pt x="59318" y="55776"/>
                  </a:lnTo>
                  <a:lnTo>
                    <a:pt x="59497" y="55710"/>
                  </a:lnTo>
                  <a:lnTo>
                    <a:pt x="60303" y="53725"/>
                  </a:lnTo>
                  <a:lnTo>
                    <a:pt x="61189" y="54036"/>
                  </a:lnTo>
                  <a:lnTo>
                    <a:pt x="62484" y="55962"/>
                  </a:lnTo>
                  <a:lnTo>
                    <a:pt x="63318" y="57519"/>
                  </a:lnTo>
                  <a:lnTo>
                    <a:pt x="63690" y="58705"/>
                  </a:lnTo>
                  <a:lnTo>
                    <a:pt x="63591" y="59376"/>
                  </a:lnTo>
                  <a:lnTo>
                    <a:pt x="62734" y="59606"/>
                  </a:lnTo>
                  <a:lnTo>
                    <a:pt x="64827" y="60744"/>
                  </a:lnTo>
                  <a:lnTo>
                    <a:pt x="66646" y="62546"/>
                  </a:lnTo>
                  <a:lnTo>
                    <a:pt x="66255" y="63720"/>
                  </a:lnTo>
                  <a:lnTo>
                    <a:pt x="64313" y="66333"/>
                  </a:lnTo>
                  <a:lnTo>
                    <a:pt x="62316" y="68620"/>
                  </a:lnTo>
                  <a:lnTo>
                    <a:pt x="59992" y="72051"/>
                  </a:lnTo>
                  <a:lnTo>
                    <a:pt x="59412" y="72575"/>
                  </a:lnTo>
                  <a:lnTo>
                    <a:pt x="59099" y="72604"/>
                  </a:lnTo>
                  <a:lnTo>
                    <a:pt x="57818" y="71965"/>
                  </a:lnTo>
                  <a:lnTo>
                    <a:pt x="55971" y="70343"/>
                  </a:lnTo>
                  <a:lnTo>
                    <a:pt x="50284" y="66609"/>
                  </a:lnTo>
                  <a:lnTo>
                    <a:pt x="48528" y="65820"/>
                  </a:lnTo>
                  <a:lnTo>
                    <a:pt x="46296" y="65358"/>
                  </a:lnTo>
                  <a:lnTo>
                    <a:pt x="45973" y="64479"/>
                  </a:lnTo>
                  <a:lnTo>
                    <a:pt x="45441" y="58852"/>
                  </a:lnTo>
                  <a:lnTo>
                    <a:pt x="44437" y="57855"/>
                  </a:lnTo>
                  <a:lnTo>
                    <a:pt x="40994" y="56681"/>
                  </a:lnTo>
                  <a:lnTo>
                    <a:pt x="39992" y="56007"/>
                  </a:lnTo>
                  <a:lnTo>
                    <a:pt x="39946" y="54879"/>
                  </a:lnTo>
                  <a:lnTo>
                    <a:pt x="40162" y="52941"/>
                  </a:lnTo>
                  <a:lnTo>
                    <a:pt x="39692" y="51995"/>
                  </a:lnTo>
                  <a:lnTo>
                    <a:pt x="38534" y="52039"/>
                  </a:lnTo>
                  <a:lnTo>
                    <a:pt x="37396" y="52445"/>
                  </a:lnTo>
                  <a:lnTo>
                    <a:pt x="35565" y="53762"/>
                  </a:lnTo>
                  <a:lnTo>
                    <a:pt x="34707" y="54977"/>
                  </a:lnTo>
                  <a:lnTo>
                    <a:pt x="34385" y="56297"/>
                  </a:lnTo>
                  <a:lnTo>
                    <a:pt x="34184" y="59122"/>
                  </a:lnTo>
                  <a:lnTo>
                    <a:pt x="33957" y="60458"/>
                  </a:lnTo>
                  <a:lnTo>
                    <a:pt x="33316" y="62208"/>
                  </a:lnTo>
                  <a:lnTo>
                    <a:pt x="30491" y="66745"/>
                  </a:lnTo>
                  <a:lnTo>
                    <a:pt x="29343" y="68108"/>
                  </a:lnTo>
                  <a:lnTo>
                    <a:pt x="28200" y="68499"/>
                  </a:lnTo>
                  <a:lnTo>
                    <a:pt x="27747" y="68933"/>
                  </a:lnTo>
                  <a:lnTo>
                    <a:pt x="26979" y="70609"/>
                  </a:lnTo>
                  <a:lnTo>
                    <a:pt x="25838" y="74718"/>
                  </a:lnTo>
                  <a:lnTo>
                    <a:pt x="25372" y="75901"/>
                  </a:lnTo>
                  <a:lnTo>
                    <a:pt x="24619" y="77106"/>
                  </a:lnTo>
                  <a:lnTo>
                    <a:pt x="23056" y="78947"/>
                  </a:lnTo>
                  <a:lnTo>
                    <a:pt x="21460" y="80415"/>
                  </a:lnTo>
                  <a:lnTo>
                    <a:pt x="18801" y="82127"/>
                  </a:lnTo>
                  <a:lnTo>
                    <a:pt x="17316" y="82707"/>
                  </a:lnTo>
                  <a:lnTo>
                    <a:pt x="16327" y="82132"/>
                  </a:lnTo>
                  <a:lnTo>
                    <a:pt x="15648" y="78238"/>
                  </a:lnTo>
                  <a:lnTo>
                    <a:pt x="14225" y="66801"/>
                  </a:lnTo>
                  <a:lnTo>
                    <a:pt x="13989" y="66028"/>
                  </a:lnTo>
                  <a:lnTo>
                    <a:pt x="13698" y="65549"/>
                  </a:lnTo>
                  <a:lnTo>
                    <a:pt x="13354" y="65365"/>
                  </a:lnTo>
                  <a:lnTo>
                    <a:pt x="8578" y="66836"/>
                  </a:lnTo>
                  <a:lnTo>
                    <a:pt x="5942" y="66672"/>
                  </a:lnTo>
                  <a:lnTo>
                    <a:pt x="3335" y="69244"/>
                  </a:lnTo>
                  <a:lnTo>
                    <a:pt x="2678" y="69430"/>
                  </a:lnTo>
                  <a:lnTo>
                    <a:pt x="1354" y="69347"/>
                  </a:lnTo>
                  <a:lnTo>
                    <a:pt x="403" y="68938"/>
                  </a:lnTo>
                  <a:lnTo>
                    <a:pt x="160" y="68658"/>
                  </a:lnTo>
                  <a:lnTo>
                    <a:pt x="0" y="67544"/>
                  </a:lnTo>
                  <a:lnTo>
                    <a:pt x="47" y="66378"/>
                  </a:lnTo>
                  <a:lnTo>
                    <a:pt x="379" y="65119"/>
                  </a:lnTo>
                  <a:lnTo>
                    <a:pt x="1556" y="61705"/>
                  </a:lnTo>
                  <a:lnTo>
                    <a:pt x="2517" y="59600"/>
                  </a:lnTo>
                  <a:lnTo>
                    <a:pt x="2959" y="58948"/>
                  </a:lnTo>
                  <a:lnTo>
                    <a:pt x="7422" y="55170"/>
                  </a:lnTo>
                  <a:lnTo>
                    <a:pt x="8510" y="53926"/>
                  </a:lnTo>
                  <a:lnTo>
                    <a:pt x="9053" y="52650"/>
                  </a:lnTo>
                  <a:lnTo>
                    <a:pt x="9052" y="51338"/>
                  </a:lnTo>
                  <a:lnTo>
                    <a:pt x="8841" y="49660"/>
                  </a:lnTo>
                  <a:lnTo>
                    <a:pt x="8069" y="45568"/>
                  </a:lnTo>
                  <a:lnTo>
                    <a:pt x="7873" y="41831"/>
                  </a:lnTo>
                  <a:lnTo>
                    <a:pt x="7879" y="39975"/>
                  </a:lnTo>
                  <a:lnTo>
                    <a:pt x="8171" y="37122"/>
                  </a:lnTo>
                  <a:lnTo>
                    <a:pt x="9288" y="30208"/>
                  </a:lnTo>
                  <a:lnTo>
                    <a:pt x="9667" y="26841"/>
                  </a:lnTo>
                  <a:lnTo>
                    <a:pt x="10379" y="14815"/>
                  </a:lnTo>
                  <a:lnTo>
                    <a:pt x="10759" y="11371"/>
                  </a:lnTo>
                  <a:lnTo>
                    <a:pt x="11312" y="8225"/>
                  </a:lnTo>
                  <a:lnTo>
                    <a:pt x="11845" y="6335"/>
                  </a:lnTo>
                  <a:lnTo>
                    <a:pt x="13265" y="2562"/>
                  </a:lnTo>
                  <a:lnTo>
                    <a:pt x="14370" y="1049"/>
                  </a:lnTo>
                  <a:lnTo>
                    <a:pt x="15758" y="0"/>
                  </a:lnTo>
                  <a:lnTo>
                    <a:pt x="16062" y="121"/>
                  </a:lnTo>
                  <a:lnTo>
                    <a:pt x="16327" y="559"/>
                  </a:lnTo>
                  <a:lnTo>
                    <a:pt x="16837" y="2159"/>
                  </a:lnTo>
                  <a:lnTo>
                    <a:pt x="18772" y="3638"/>
                  </a:lnTo>
                  <a:lnTo>
                    <a:pt x="19396" y="5076"/>
                  </a:lnTo>
                  <a:lnTo>
                    <a:pt x="19837" y="6670"/>
                  </a:lnTo>
                  <a:lnTo>
                    <a:pt x="20077" y="8745"/>
                  </a:lnTo>
                  <a:lnTo>
                    <a:pt x="19838" y="9649"/>
                  </a:lnTo>
                  <a:lnTo>
                    <a:pt x="18915" y="11018"/>
                  </a:lnTo>
                  <a:lnTo>
                    <a:pt x="18756" y="11596"/>
                  </a:lnTo>
                  <a:lnTo>
                    <a:pt x="18784" y="12066"/>
                  </a:lnTo>
                  <a:lnTo>
                    <a:pt x="20552" y="1422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2003992" y="1683080"/>
              <a:ext cx="5512" cy="13644"/>
            </a:xfrm>
            <a:custGeom>
              <a:avLst/>
              <a:pathLst>
                <a:path w="5512" h="13644">
                  <a:moveTo>
                    <a:pt x="4815" y="13311"/>
                  </a:moveTo>
                  <a:lnTo>
                    <a:pt x="4313" y="13644"/>
                  </a:lnTo>
                  <a:lnTo>
                    <a:pt x="3775" y="13457"/>
                  </a:lnTo>
                  <a:lnTo>
                    <a:pt x="3320" y="12602"/>
                  </a:lnTo>
                  <a:lnTo>
                    <a:pt x="2948" y="11079"/>
                  </a:lnTo>
                  <a:lnTo>
                    <a:pt x="2350" y="9937"/>
                  </a:lnTo>
                  <a:lnTo>
                    <a:pt x="996" y="8514"/>
                  </a:lnTo>
                  <a:lnTo>
                    <a:pt x="762" y="7957"/>
                  </a:lnTo>
                  <a:lnTo>
                    <a:pt x="378" y="6046"/>
                  </a:lnTo>
                  <a:lnTo>
                    <a:pt x="304" y="4140"/>
                  </a:lnTo>
                  <a:lnTo>
                    <a:pt x="14" y="2415"/>
                  </a:lnTo>
                  <a:lnTo>
                    <a:pt x="0" y="1568"/>
                  </a:lnTo>
                  <a:lnTo>
                    <a:pt x="250" y="298"/>
                  </a:lnTo>
                  <a:lnTo>
                    <a:pt x="1387" y="0"/>
                  </a:lnTo>
                  <a:lnTo>
                    <a:pt x="2279" y="500"/>
                  </a:lnTo>
                  <a:lnTo>
                    <a:pt x="2459" y="840"/>
                  </a:lnTo>
                  <a:lnTo>
                    <a:pt x="2751" y="1578"/>
                  </a:lnTo>
                  <a:lnTo>
                    <a:pt x="2943" y="2481"/>
                  </a:lnTo>
                  <a:lnTo>
                    <a:pt x="4021" y="4921"/>
                  </a:lnTo>
                  <a:lnTo>
                    <a:pt x="4652" y="6864"/>
                  </a:lnTo>
                  <a:lnTo>
                    <a:pt x="5509" y="10877"/>
                  </a:lnTo>
                  <a:lnTo>
                    <a:pt x="5512" y="11642"/>
                  </a:lnTo>
                  <a:lnTo>
                    <a:pt x="5281" y="124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2010801" y="1679962"/>
              <a:ext cx="11859" cy="14804"/>
            </a:xfrm>
            <a:custGeom>
              <a:avLst/>
              <a:pathLst>
                <a:path w="11859" h="14804">
                  <a:moveTo>
                    <a:pt x="7127" y="9877"/>
                  </a:moveTo>
                  <a:lnTo>
                    <a:pt x="8362" y="11037"/>
                  </a:lnTo>
                  <a:lnTo>
                    <a:pt x="9593" y="11695"/>
                  </a:lnTo>
                  <a:lnTo>
                    <a:pt x="11576" y="12047"/>
                  </a:lnTo>
                  <a:lnTo>
                    <a:pt x="11859" y="12291"/>
                  </a:lnTo>
                  <a:lnTo>
                    <a:pt x="11857" y="12836"/>
                  </a:lnTo>
                  <a:lnTo>
                    <a:pt x="11572" y="13686"/>
                  </a:lnTo>
                  <a:lnTo>
                    <a:pt x="10911" y="14772"/>
                  </a:lnTo>
                  <a:lnTo>
                    <a:pt x="10439" y="14804"/>
                  </a:lnTo>
                  <a:lnTo>
                    <a:pt x="9344" y="14037"/>
                  </a:lnTo>
                  <a:lnTo>
                    <a:pt x="8943" y="13646"/>
                  </a:lnTo>
                  <a:lnTo>
                    <a:pt x="8500" y="12776"/>
                  </a:lnTo>
                  <a:lnTo>
                    <a:pt x="8275" y="12695"/>
                  </a:lnTo>
                  <a:lnTo>
                    <a:pt x="7989" y="12986"/>
                  </a:lnTo>
                  <a:lnTo>
                    <a:pt x="7912" y="13370"/>
                  </a:lnTo>
                  <a:lnTo>
                    <a:pt x="8043" y="13848"/>
                  </a:lnTo>
                  <a:lnTo>
                    <a:pt x="7862" y="13983"/>
                  </a:lnTo>
                  <a:lnTo>
                    <a:pt x="6535" y="13654"/>
                  </a:lnTo>
                  <a:lnTo>
                    <a:pt x="6327" y="13376"/>
                  </a:lnTo>
                  <a:lnTo>
                    <a:pt x="6433" y="12439"/>
                  </a:lnTo>
                  <a:lnTo>
                    <a:pt x="7359" y="11075"/>
                  </a:lnTo>
                  <a:lnTo>
                    <a:pt x="6545" y="10655"/>
                  </a:lnTo>
                  <a:lnTo>
                    <a:pt x="6285" y="10150"/>
                  </a:lnTo>
                  <a:lnTo>
                    <a:pt x="5080" y="11008"/>
                  </a:lnTo>
                  <a:lnTo>
                    <a:pt x="4411" y="11213"/>
                  </a:lnTo>
                  <a:lnTo>
                    <a:pt x="3356" y="10614"/>
                  </a:lnTo>
                  <a:lnTo>
                    <a:pt x="3244" y="7492"/>
                  </a:lnTo>
                  <a:lnTo>
                    <a:pt x="3116" y="6354"/>
                  </a:lnTo>
                  <a:lnTo>
                    <a:pt x="2635" y="5580"/>
                  </a:lnTo>
                  <a:lnTo>
                    <a:pt x="2349" y="4764"/>
                  </a:lnTo>
                  <a:lnTo>
                    <a:pt x="1888" y="4148"/>
                  </a:lnTo>
                  <a:lnTo>
                    <a:pt x="935" y="3521"/>
                  </a:lnTo>
                  <a:lnTo>
                    <a:pt x="161" y="1967"/>
                  </a:lnTo>
                  <a:lnTo>
                    <a:pt x="0" y="1262"/>
                  </a:lnTo>
                  <a:lnTo>
                    <a:pt x="106" y="731"/>
                  </a:lnTo>
                  <a:lnTo>
                    <a:pt x="578" y="0"/>
                  </a:lnTo>
                  <a:lnTo>
                    <a:pt x="3317" y="1571"/>
                  </a:lnTo>
                  <a:lnTo>
                    <a:pt x="4970" y="3058"/>
                  </a:lnTo>
                  <a:lnTo>
                    <a:pt x="6541" y="4882"/>
                  </a:lnTo>
                  <a:lnTo>
                    <a:pt x="7364" y="6231"/>
                  </a:lnTo>
                  <a:lnTo>
                    <a:pt x="7438" y="7110"/>
                  </a:lnTo>
                  <a:lnTo>
                    <a:pt x="7234" y="7986"/>
                  </a:lnTo>
                  <a:lnTo>
                    <a:pt x="6751" y="88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2022622" y="1673890"/>
              <a:ext cx="2946" cy="4054"/>
            </a:xfrm>
            <a:custGeom>
              <a:avLst/>
              <a:pathLst>
                <a:path w="2946" h="4054">
                  <a:moveTo>
                    <a:pt x="1099" y="1585"/>
                  </a:moveTo>
                  <a:lnTo>
                    <a:pt x="2056" y="1945"/>
                  </a:lnTo>
                  <a:lnTo>
                    <a:pt x="2785" y="1907"/>
                  </a:lnTo>
                  <a:lnTo>
                    <a:pt x="2946" y="2338"/>
                  </a:lnTo>
                  <a:lnTo>
                    <a:pt x="2182" y="3783"/>
                  </a:lnTo>
                  <a:lnTo>
                    <a:pt x="1711" y="4054"/>
                  </a:lnTo>
                  <a:lnTo>
                    <a:pt x="864" y="3021"/>
                  </a:lnTo>
                  <a:lnTo>
                    <a:pt x="230" y="1756"/>
                  </a:lnTo>
                  <a:lnTo>
                    <a:pt x="50" y="989"/>
                  </a:lnTo>
                  <a:lnTo>
                    <a:pt x="0" y="14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1783675" y="1654131"/>
              <a:ext cx="2761" cy="4354"/>
            </a:xfrm>
            <a:custGeom>
              <a:avLst/>
              <a:pathLst>
                <a:path w="2761" h="4354">
                  <a:moveTo>
                    <a:pt x="0" y="0"/>
                  </a:moveTo>
                  <a:lnTo>
                    <a:pt x="1213" y="233"/>
                  </a:lnTo>
                  <a:lnTo>
                    <a:pt x="2761" y="194"/>
                  </a:lnTo>
                  <a:lnTo>
                    <a:pt x="2493" y="2477"/>
                  </a:lnTo>
                  <a:lnTo>
                    <a:pt x="1899" y="3938"/>
                  </a:lnTo>
                  <a:lnTo>
                    <a:pt x="1430" y="4354"/>
                  </a:lnTo>
                  <a:lnTo>
                    <a:pt x="1226" y="3555"/>
                  </a:lnTo>
                  <a:lnTo>
                    <a:pt x="317" y="17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2218416" y="1648668"/>
              <a:ext cx="4569" cy="4764"/>
            </a:xfrm>
            <a:custGeom>
              <a:avLst/>
              <a:pathLst>
                <a:path w="4569" h="4764">
                  <a:moveTo>
                    <a:pt x="1827" y="3951"/>
                  </a:moveTo>
                  <a:lnTo>
                    <a:pt x="636" y="4764"/>
                  </a:lnTo>
                  <a:lnTo>
                    <a:pt x="0" y="3765"/>
                  </a:lnTo>
                  <a:lnTo>
                    <a:pt x="447" y="3484"/>
                  </a:lnTo>
                  <a:lnTo>
                    <a:pt x="1102" y="2289"/>
                  </a:lnTo>
                  <a:lnTo>
                    <a:pt x="1992" y="1235"/>
                  </a:lnTo>
                  <a:lnTo>
                    <a:pt x="2368" y="386"/>
                  </a:lnTo>
                  <a:lnTo>
                    <a:pt x="3863" y="0"/>
                  </a:lnTo>
                  <a:lnTo>
                    <a:pt x="4372" y="46"/>
                  </a:lnTo>
                  <a:lnTo>
                    <a:pt x="4569" y="346"/>
                  </a:lnTo>
                  <a:lnTo>
                    <a:pt x="3720" y="16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1783103" y="1634637"/>
              <a:ext cx="2511" cy="10244"/>
            </a:xfrm>
            <a:custGeom>
              <a:avLst/>
              <a:pathLst>
                <a:path w="2511" h="10244">
                  <a:moveTo>
                    <a:pt x="2426" y="7773"/>
                  </a:moveTo>
                  <a:lnTo>
                    <a:pt x="1941" y="10244"/>
                  </a:lnTo>
                  <a:lnTo>
                    <a:pt x="1756" y="10013"/>
                  </a:lnTo>
                  <a:lnTo>
                    <a:pt x="1425" y="8834"/>
                  </a:lnTo>
                  <a:lnTo>
                    <a:pt x="758" y="8268"/>
                  </a:lnTo>
                  <a:lnTo>
                    <a:pt x="0" y="6957"/>
                  </a:lnTo>
                  <a:lnTo>
                    <a:pt x="10" y="4139"/>
                  </a:lnTo>
                  <a:lnTo>
                    <a:pt x="301" y="2858"/>
                  </a:lnTo>
                  <a:lnTo>
                    <a:pt x="237" y="1073"/>
                  </a:lnTo>
                  <a:lnTo>
                    <a:pt x="992" y="0"/>
                  </a:lnTo>
                  <a:lnTo>
                    <a:pt x="1551" y="1264"/>
                  </a:lnTo>
                  <a:lnTo>
                    <a:pt x="1704" y="3413"/>
                  </a:lnTo>
                  <a:lnTo>
                    <a:pt x="1565" y="4471"/>
                  </a:lnTo>
                  <a:lnTo>
                    <a:pt x="2119" y="5567"/>
                  </a:lnTo>
                  <a:lnTo>
                    <a:pt x="2375" y="5846"/>
                  </a:lnTo>
                  <a:lnTo>
                    <a:pt x="2511" y="672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1773188" y="1625256"/>
              <a:ext cx="2860" cy="3060"/>
            </a:xfrm>
            <a:custGeom>
              <a:avLst/>
              <a:pathLst>
                <a:path w="2860" h="3060">
                  <a:moveTo>
                    <a:pt x="165" y="0"/>
                  </a:moveTo>
                  <a:lnTo>
                    <a:pt x="1246" y="310"/>
                  </a:lnTo>
                  <a:lnTo>
                    <a:pt x="2048" y="78"/>
                  </a:lnTo>
                  <a:lnTo>
                    <a:pt x="2633" y="1269"/>
                  </a:lnTo>
                  <a:lnTo>
                    <a:pt x="2860" y="2477"/>
                  </a:lnTo>
                  <a:lnTo>
                    <a:pt x="2785" y="2893"/>
                  </a:lnTo>
                  <a:lnTo>
                    <a:pt x="2532" y="3060"/>
                  </a:lnTo>
                  <a:lnTo>
                    <a:pt x="839" y="1724"/>
                  </a:lnTo>
                  <a:lnTo>
                    <a:pt x="212" y="906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2104228" y="1621973"/>
              <a:ext cx="12988" cy="9187"/>
            </a:xfrm>
            <a:custGeom>
              <a:avLst/>
              <a:pathLst>
                <a:path w="12988" h="9187">
                  <a:moveTo>
                    <a:pt x="10839" y="9148"/>
                  </a:moveTo>
                  <a:lnTo>
                    <a:pt x="6154" y="9187"/>
                  </a:lnTo>
                  <a:lnTo>
                    <a:pt x="3606" y="8978"/>
                  </a:lnTo>
                  <a:lnTo>
                    <a:pt x="2581" y="8527"/>
                  </a:lnTo>
                  <a:lnTo>
                    <a:pt x="1690" y="7824"/>
                  </a:lnTo>
                  <a:lnTo>
                    <a:pt x="679" y="5551"/>
                  </a:lnTo>
                  <a:lnTo>
                    <a:pt x="31" y="3210"/>
                  </a:lnTo>
                  <a:lnTo>
                    <a:pt x="0" y="2215"/>
                  </a:lnTo>
                  <a:lnTo>
                    <a:pt x="171" y="1319"/>
                  </a:lnTo>
                  <a:lnTo>
                    <a:pt x="410" y="778"/>
                  </a:lnTo>
                  <a:lnTo>
                    <a:pt x="3555" y="0"/>
                  </a:lnTo>
                  <a:lnTo>
                    <a:pt x="6132" y="970"/>
                  </a:lnTo>
                  <a:lnTo>
                    <a:pt x="8349" y="2113"/>
                  </a:lnTo>
                  <a:lnTo>
                    <a:pt x="11202" y="2308"/>
                  </a:lnTo>
                  <a:lnTo>
                    <a:pt x="12070" y="2742"/>
                  </a:lnTo>
                  <a:lnTo>
                    <a:pt x="12402" y="3059"/>
                  </a:lnTo>
                  <a:lnTo>
                    <a:pt x="12632" y="3647"/>
                  </a:lnTo>
                  <a:lnTo>
                    <a:pt x="12956" y="6345"/>
                  </a:lnTo>
                  <a:lnTo>
                    <a:pt x="12988" y="7786"/>
                  </a:lnTo>
                  <a:lnTo>
                    <a:pt x="12902" y="887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1770166" y="1621839"/>
              <a:ext cx="1680" cy="3262"/>
            </a:xfrm>
            <a:custGeom>
              <a:avLst/>
              <a:pathLst>
                <a:path w="1680" h="3262">
                  <a:moveTo>
                    <a:pt x="1680" y="3165"/>
                  </a:moveTo>
                  <a:lnTo>
                    <a:pt x="1318" y="3262"/>
                  </a:lnTo>
                  <a:lnTo>
                    <a:pt x="0" y="1506"/>
                  </a:lnTo>
                  <a:lnTo>
                    <a:pt x="277" y="0"/>
                  </a:lnTo>
                  <a:lnTo>
                    <a:pt x="1502" y="1541"/>
                  </a:lnTo>
                  <a:lnTo>
                    <a:pt x="1676" y="25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1986840" y="1615704"/>
              <a:ext cx="5550" cy="16865"/>
            </a:xfrm>
            <a:custGeom>
              <a:avLst/>
              <a:pathLst>
                <a:path w="5550" h="16865">
                  <a:moveTo>
                    <a:pt x="3501" y="16833"/>
                  </a:moveTo>
                  <a:lnTo>
                    <a:pt x="3092" y="16865"/>
                  </a:lnTo>
                  <a:lnTo>
                    <a:pt x="2440" y="16413"/>
                  </a:lnTo>
                  <a:lnTo>
                    <a:pt x="949" y="14630"/>
                  </a:lnTo>
                  <a:lnTo>
                    <a:pt x="646" y="13859"/>
                  </a:lnTo>
                  <a:lnTo>
                    <a:pt x="495" y="12959"/>
                  </a:lnTo>
                  <a:lnTo>
                    <a:pt x="493" y="11927"/>
                  </a:lnTo>
                  <a:lnTo>
                    <a:pt x="627" y="10859"/>
                  </a:lnTo>
                  <a:lnTo>
                    <a:pt x="1083" y="8727"/>
                  </a:lnTo>
                  <a:lnTo>
                    <a:pt x="212" y="7033"/>
                  </a:lnTo>
                  <a:lnTo>
                    <a:pt x="0" y="6068"/>
                  </a:lnTo>
                  <a:lnTo>
                    <a:pt x="102" y="5523"/>
                  </a:lnTo>
                  <a:lnTo>
                    <a:pt x="587" y="4217"/>
                  </a:lnTo>
                  <a:lnTo>
                    <a:pt x="720" y="3400"/>
                  </a:lnTo>
                  <a:lnTo>
                    <a:pt x="1209" y="2243"/>
                  </a:lnTo>
                  <a:lnTo>
                    <a:pt x="2477" y="0"/>
                  </a:lnTo>
                  <a:lnTo>
                    <a:pt x="3748" y="529"/>
                  </a:lnTo>
                  <a:lnTo>
                    <a:pt x="4882" y="2367"/>
                  </a:lnTo>
                  <a:lnTo>
                    <a:pt x="5178" y="3609"/>
                  </a:lnTo>
                  <a:lnTo>
                    <a:pt x="5090" y="4931"/>
                  </a:lnTo>
                  <a:lnTo>
                    <a:pt x="5189" y="6845"/>
                  </a:lnTo>
                  <a:lnTo>
                    <a:pt x="5474" y="9357"/>
                  </a:lnTo>
                  <a:lnTo>
                    <a:pt x="5550" y="11178"/>
                  </a:lnTo>
                  <a:lnTo>
                    <a:pt x="5416" y="12311"/>
                  </a:lnTo>
                  <a:lnTo>
                    <a:pt x="4930" y="14438"/>
                  </a:lnTo>
                  <a:lnTo>
                    <a:pt x="4520" y="15424"/>
                  </a:lnTo>
                  <a:lnTo>
                    <a:pt x="3977" y="163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2079649" y="1614782"/>
              <a:ext cx="21568" cy="32532"/>
            </a:xfrm>
            <a:custGeom>
              <a:avLst/>
              <a:pathLst>
                <a:path w="21568" h="32532">
                  <a:moveTo>
                    <a:pt x="15670" y="422"/>
                  </a:moveTo>
                  <a:lnTo>
                    <a:pt x="20689" y="3037"/>
                  </a:lnTo>
                  <a:lnTo>
                    <a:pt x="21176" y="3986"/>
                  </a:lnTo>
                  <a:lnTo>
                    <a:pt x="21417" y="4836"/>
                  </a:lnTo>
                  <a:lnTo>
                    <a:pt x="21557" y="5779"/>
                  </a:lnTo>
                  <a:lnTo>
                    <a:pt x="21568" y="7724"/>
                  </a:lnTo>
                  <a:lnTo>
                    <a:pt x="21467" y="8503"/>
                  </a:lnTo>
                  <a:lnTo>
                    <a:pt x="20977" y="10388"/>
                  </a:lnTo>
                  <a:lnTo>
                    <a:pt x="20944" y="10979"/>
                  </a:lnTo>
                  <a:lnTo>
                    <a:pt x="21337" y="17298"/>
                  </a:lnTo>
                  <a:lnTo>
                    <a:pt x="21297" y="20744"/>
                  </a:lnTo>
                  <a:lnTo>
                    <a:pt x="20944" y="23624"/>
                  </a:lnTo>
                  <a:lnTo>
                    <a:pt x="20226" y="25933"/>
                  </a:lnTo>
                  <a:lnTo>
                    <a:pt x="19144" y="27669"/>
                  </a:lnTo>
                  <a:lnTo>
                    <a:pt x="18321" y="28665"/>
                  </a:lnTo>
                  <a:lnTo>
                    <a:pt x="14668" y="31123"/>
                  </a:lnTo>
                  <a:lnTo>
                    <a:pt x="12083" y="31759"/>
                  </a:lnTo>
                  <a:lnTo>
                    <a:pt x="9355" y="31874"/>
                  </a:lnTo>
                  <a:lnTo>
                    <a:pt x="5883" y="32532"/>
                  </a:lnTo>
                  <a:lnTo>
                    <a:pt x="4298" y="32395"/>
                  </a:lnTo>
                  <a:lnTo>
                    <a:pt x="3477" y="32105"/>
                  </a:lnTo>
                  <a:lnTo>
                    <a:pt x="2893" y="31613"/>
                  </a:lnTo>
                  <a:lnTo>
                    <a:pt x="2210" y="30056"/>
                  </a:lnTo>
                  <a:lnTo>
                    <a:pt x="1430" y="27435"/>
                  </a:lnTo>
                  <a:lnTo>
                    <a:pt x="785" y="24484"/>
                  </a:lnTo>
                  <a:lnTo>
                    <a:pt x="14" y="19257"/>
                  </a:lnTo>
                  <a:lnTo>
                    <a:pt x="0" y="18637"/>
                  </a:lnTo>
                  <a:lnTo>
                    <a:pt x="743" y="14382"/>
                  </a:lnTo>
                  <a:lnTo>
                    <a:pt x="1730" y="11516"/>
                  </a:lnTo>
                  <a:lnTo>
                    <a:pt x="3472" y="7264"/>
                  </a:lnTo>
                  <a:lnTo>
                    <a:pt x="5438" y="3119"/>
                  </a:lnTo>
                  <a:lnTo>
                    <a:pt x="5938" y="2435"/>
                  </a:lnTo>
                  <a:lnTo>
                    <a:pt x="6826" y="1709"/>
                  </a:lnTo>
                  <a:lnTo>
                    <a:pt x="9050" y="535"/>
                  </a:lnTo>
                  <a:lnTo>
                    <a:pt x="10893" y="828"/>
                  </a:lnTo>
                  <a:lnTo>
                    <a:pt x="11705" y="679"/>
                  </a:lnTo>
                  <a:lnTo>
                    <a:pt x="12720" y="132"/>
                  </a:lnTo>
                  <a:lnTo>
                    <a:pt x="13837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2061683" y="1614303"/>
              <a:ext cx="3328" cy="5059"/>
            </a:xfrm>
            <a:custGeom>
              <a:avLst/>
              <a:pathLst>
                <a:path w="3328" h="5059">
                  <a:moveTo>
                    <a:pt x="1846" y="4734"/>
                  </a:moveTo>
                  <a:lnTo>
                    <a:pt x="1064" y="5059"/>
                  </a:lnTo>
                  <a:lnTo>
                    <a:pt x="6" y="3488"/>
                  </a:lnTo>
                  <a:lnTo>
                    <a:pt x="0" y="2617"/>
                  </a:lnTo>
                  <a:lnTo>
                    <a:pt x="204" y="525"/>
                  </a:lnTo>
                  <a:lnTo>
                    <a:pt x="2135" y="0"/>
                  </a:lnTo>
                  <a:lnTo>
                    <a:pt x="2942" y="1262"/>
                  </a:lnTo>
                  <a:lnTo>
                    <a:pt x="3328" y="250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1812914" y="1607544"/>
              <a:ext cx="5872" cy="5306"/>
            </a:xfrm>
            <a:custGeom>
              <a:avLst/>
              <a:pathLst>
                <a:path w="5872" h="5306">
                  <a:moveTo>
                    <a:pt x="4909" y="5197"/>
                  </a:moveTo>
                  <a:lnTo>
                    <a:pt x="4377" y="5306"/>
                  </a:lnTo>
                  <a:lnTo>
                    <a:pt x="3383" y="4831"/>
                  </a:lnTo>
                  <a:lnTo>
                    <a:pt x="1925" y="3777"/>
                  </a:lnTo>
                  <a:lnTo>
                    <a:pt x="828" y="2660"/>
                  </a:lnTo>
                  <a:lnTo>
                    <a:pt x="92" y="1484"/>
                  </a:lnTo>
                  <a:lnTo>
                    <a:pt x="0" y="672"/>
                  </a:lnTo>
                  <a:lnTo>
                    <a:pt x="551" y="223"/>
                  </a:lnTo>
                  <a:lnTo>
                    <a:pt x="1385" y="0"/>
                  </a:lnTo>
                  <a:lnTo>
                    <a:pt x="3374" y="149"/>
                  </a:lnTo>
                  <a:lnTo>
                    <a:pt x="4320" y="598"/>
                  </a:lnTo>
                  <a:lnTo>
                    <a:pt x="5568" y="2312"/>
                  </a:lnTo>
                  <a:lnTo>
                    <a:pt x="5833" y="3282"/>
                  </a:lnTo>
                  <a:lnTo>
                    <a:pt x="5872" y="3908"/>
                  </a:lnTo>
                  <a:lnTo>
                    <a:pt x="5712" y="445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097939" y="1604166"/>
              <a:ext cx="5817" cy="10456"/>
            </a:xfrm>
            <a:custGeom>
              <a:avLst/>
              <a:pathLst>
                <a:path w="5817" h="10456">
                  <a:moveTo>
                    <a:pt x="5023" y="10265"/>
                  </a:moveTo>
                  <a:lnTo>
                    <a:pt x="4269" y="10456"/>
                  </a:lnTo>
                  <a:lnTo>
                    <a:pt x="3181" y="8626"/>
                  </a:lnTo>
                  <a:lnTo>
                    <a:pt x="896" y="6549"/>
                  </a:lnTo>
                  <a:lnTo>
                    <a:pt x="30" y="5041"/>
                  </a:lnTo>
                  <a:lnTo>
                    <a:pt x="0" y="4312"/>
                  </a:lnTo>
                  <a:lnTo>
                    <a:pt x="69" y="3169"/>
                  </a:lnTo>
                  <a:lnTo>
                    <a:pt x="319" y="1773"/>
                  </a:lnTo>
                  <a:lnTo>
                    <a:pt x="1115" y="246"/>
                  </a:lnTo>
                  <a:lnTo>
                    <a:pt x="1957" y="0"/>
                  </a:lnTo>
                  <a:lnTo>
                    <a:pt x="3160" y="336"/>
                  </a:lnTo>
                  <a:lnTo>
                    <a:pt x="4035" y="1432"/>
                  </a:lnTo>
                  <a:lnTo>
                    <a:pt x="4986" y="4475"/>
                  </a:lnTo>
                  <a:lnTo>
                    <a:pt x="5618" y="5958"/>
                  </a:lnTo>
                  <a:lnTo>
                    <a:pt x="5817" y="7036"/>
                  </a:lnTo>
                  <a:lnTo>
                    <a:pt x="5503" y="7546"/>
                  </a:lnTo>
                  <a:lnTo>
                    <a:pt x="5532" y="8046"/>
                  </a:lnTo>
                  <a:lnTo>
                    <a:pt x="5677" y="8355"/>
                  </a:lnTo>
                  <a:lnTo>
                    <a:pt x="5622" y="8924"/>
                  </a:lnTo>
                  <a:lnTo>
                    <a:pt x="5368" y="975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1839286" y="1600345"/>
              <a:ext cx="5638" cy="7104"/>
            </a:xfrm>
            <a:custGeom>
              <a:avLst/>
              <a:pathLst>
                <a:path w="5638" h="7104">
                  <a:moveTo>
                    <a:pt x="4443" y="7064"/>
                  </a:moveTo>
                  <a:lnTo>
                    <a:pt x="4046" y="7104"/>
                  </a:lnTo>
                  <a:lnTo>
                    <a:pt x="3494" y="6576"/>
                  </a:lnTo>
                  <a:lnTo>
                    <a:pt x="401" y="4778"/>
                  </a:lnTo>
                  <a:lnTo>
                    <a:pt x="0" y="4237"/>
                  </a:lnTo>
                  <a:lnTo>
                    <a:pt x="361" y="3481"/>
                  </a:lnTo>
                  <a:lnTo>
                    <a:pt x="1488" y="2509"/>
                  </a:lnTo>
                  <a:lnTo>
                    <a:pt x="2247" y="1517"/>
                  </a:lnTo>
                  <a:lnTo>
                    <a:pt x="2833" y="0"/>
                  </a:lnTo>
                  <a:lnTo>
                    <a:pt x="4612" y="780"/>
                  </a:lnTo>
                  <a:lnTo>
                    <a:pt x="5276" y="1500"/>
                  </a:lnTo>
                  <a:lnTo>
                    <a:pt x="5529" y="2126"/>
                  </a:lnTo>
                  <a:lnTo>
                    <a:pt x="5638" y="2992"/>
                  </a:lnTo>
                  <a:lnTo>
                    <a:pt x="5538" y="5119"/>
                  </a:lnTo>
                  <a:lnTo>
                    <a:pt x="4940" y="557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1855463" y="1594150"/>
              <a:ext cx="4296" cy="9196"/>
            </a:xfrm>
            <a:custGeom>
              <a:avLst/>
              <a:pathLst>
                <a:path w="4296" h="9196">
                  <a:moveTo>
                    <a:pt x="3923" y="6747"/>
                  </a:moveTo>
                  <a:lnTo>
                    <a:pt x="3620" y="7683"/>
                  </a:lnTo>
                  <a:lnTo>
                    <a:pt x="3244" y="7948"/>
                  </a:lnTo>
                  <a:lnTo>
                    <a:pt x="2496" y="9049"/>
                  </a:lnTo>
                  <a:lnTo>
                    <a:pt x="2192" y="9196"/>
                  </a:lnTo>
                  <a:lnTo>
                    <a:pt x="1757" y="8495"/>
                  </a:lnTo>
                  <a:lnTo>
                    <a:pt x="1391" y="7354"/>
                  </a:lnTo>
                  <a:lnTo>
                    <a:pt x="1235" y="7175"/>
                  </a:lnTo>
                  <a:lnTo>
                    <a:pt x="1003" y="7221"/>
                  </a:lnTo>
                  <a:lnTo>
                    <a:pt x="500" y="7948"/>
                  </a:lnTo>
                  <a:lnTo>
                    <a:pt x="277" y="7938"/>
                  </a:lnTo>
                  <a:lnTo>
                    <a:pt x="90" y="7450"/>
                  </a:lnTo>
                  <a:lnTo>
                    <a:pt x="0" y="6475"/>
                  </a:lnTo>
                  <a:lnTo>
                    <a:pt x="7" y="5016"/>
                  </a:lnTo>
                  <a:lnTo>
                    <a:pt x="245" y="2768"/>
                  </a:lnTo>
                  <a:lnTo>
                    <a:pt x="260" y="1949"/>
                  </a:lnTo>
                  <a:lnTo>
                    <a:pt x="132" y="1326"/>
                  </a:lnTo>
                  <a:lnTo>
                    <a:pt x="238" y="757"/>
                  </a:lnTo>
                  <a:lnTo>
                    <a:pt x="576" y="243"/>
                  </a:lnTo>
                  <a:lnTo>
                    <a:pt x="1010" y="0"/>
                  </a:lnTo>
                  <a:lnTo>
                    <a:pt x="2032" y="206"/>
                  </a:lnTo>
                  <a:lnTo>
                    <a:pt x="2840" y="1108"/>
                  </a:lnTo>
                  <a:lnTo>
                    <a:pt x="3234" y="2286"/>
                  </a:lnTo>
                  <a:lnTo>
                    <a:pt x="4023" y="3217"/>
                  </a:lnTo>
                  <a:lnTo>
                    <a:pt x="4296" y="387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1859098" y="1591359"/>
              <a:ext cx="2429" cy="5185"/>
            </a:xfrm>
            <a:custGeom>
              <a:avLst/>
              <a:pathLst>
                <a:path w="2429" h="5185">
                  <a:moveTo>
                    <a:pt x="2429" y="3426"/>
                  </a:moveTo>
                  <a:lnTo>
                    <a:pt x="2204" y="5185"/>
                  </a:lnTo>
                  <a:lnTo>
                    <a:pt x="1019" y="4715"/>
                  </a:lnTo>
                  <a:lnTo>
                    <a:pt x="496" y="4078"/>
                  </a:lnTo>
                  <a:lnTo>
                    <a:pt x="51" y="2633"/>
                  </a:lnTo>
                  <a:lnTo>
                    <a:pt x="0" y="2266"/>
                  </a:lnTo>
                  <a:lnTo>
                    <a:pt x="99" y="1714"/>
                  </a:lnTo>
                  <a:lnTo>
                    <a:pt x="580" y="457"/>
                  </a:lnTo>
                  <a:lnTo>
                    <a:pt x="905" y="0"/>
                  </a:lnTo>
                  <a:lnTo>
                    <a:pt x="1678" y="532"/>
                  </a:lnTo>
                  <a:lnTo>
                    <a:pt x="2038" y="1268"/>
                  </a:lnTo>
                  <a:lnTo>
                    <a:pt x="2324" y="243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1950195" y="1584130"/>
              <a:ext cx="2751" cy="4867"/>
            </a:xfrm>
            <a:custGeom>
              <a:avLst/>
              <a:pathLst>
                <a:path w="2751" h="4867">
                  <a:moveTo>
                    <a:pt x="2682" y="4523"/>
                  </a:moveTo>
                  <a:lnTo>
                    <a:pt x="1895" y="4867"/>
                  </a:lnTo>
                  <a:lnTo>
                    <a:pt x="1401" y="3641"/>
                  </a:lnTo>
                  <a:lnTo>
                    <a:pt x="1001" y="3389"/>
                  </a:lnTo>
                  <a:lnTo>
                    <a:pt x="823" y="2570"/>
                  </a:lnTo>
                  <a:lnTo>
                    <a:pt x="0" y="2410"/>
                  </a:lnTo>
                  <a:lnTo>
                    <a:pt x="56" y="1128"/>
                  </a:lnTo>
                  <a:lnTo>
                    <a:pt x="280" y="497"/>
                  </a:lnTo>
                  <a:lnTo>
                    <a:pt x="1045" y="0"/>
                  </a:lnTo>
                  <a:lnTo>
                    <a:pt x="1652" y="187"/>
                  </a:lnTo>
                  <a:lnTo>
                    <a:pt x="2227" y="1464"/>
                  </a:lnTo>
                  <a:lnTo>
                    <a:pt x="2508" y="2474"/>
                  </a:lnTo>
                  <a:lnTo>
                    <a:pt x="2751" y="37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2059462" y="1583676"/>
              <a:ext cx="11313" cy="16275"/>
            </a:xfrm>
            <a:custGeom>
              <a:avLst/>
              <a:pathLst>
                <a:path w="11313" h="16275">
                  <a:moveTo>
                    <a:pt x="1875" y="16075"/>
                  </a:moveTo>
                  <a:lnTo>
                    <a:pt x="1211" y="16275"/>
                  </a:lnTo>
                  <a:lnTo>
                    <a:pt x="426" y="15715"/>
                  </a:lnTo>
                  <a:lnTo>
                    <a:pt x="146" y="14754"/>
                  </a:lnTo>
                  <a:lnTo>
                    <a:pt x="0" y="13783"/>
                  </a:lnTo>
                  <a:lnTo>
                    <a:pt x="140" y="13284"/>
                  </a:lnTo>
                  <a:lnTo>
                    <a:pt x="490" y="12812"/>
                  </a:lnTo>
                  <a:lnTo>
                    <a:pt x="966" y="11736"/>
                  </a:lnTo>
                  <a:lnTo>
                    <a:pt x="1567" y="10053"/>
                  </a:lnTo>
                  <a:lnTo>
                    <a:pt x="2507" y="8925"/>
                  </a:lnTo>
                  <a:lnTo>
                    <a:pt x="4569" y="7877"/>
                  </a:lnTo>
                  <a:lnTo>
                    <a:pt x="4862" y="7508"/>
                  </a:lnTo>
                  <a:lnTo>
                    <a:pt x="5784" y="4562"/>
                  </a:lnTo>
                  <a:lnTo>
                    <a:pt x="6094" y="4057"/>
                  </a:lnTo>
                  <a:lnTo>
                    <a:pt x="7150" y="3757"/>
                  </a:lnTo>
                  <a:lnTo>
                    <a:pt x="7263" y="3377"/>
                  </a:lnTo>
                  <a:lnTo>
                    <a:pt x="6890" y="2652"/>
                  </a:lnTo>
                  <a:lnTo>
                    <a:pt x="6890" y="1903"/>
                  </a:lnTo>
                  <a:lnTo>
                    <a:pt x="7263" y="1131"/>
                  </a:lnTo>
                  <a:lnTo>
                    <a:pt x="7778" y="558"/>
                  </a:lnTo>
                  <a:lnTo>
                    <a:pt x="9112" y="0"/>
                  </a:lnTo>
                  <a:lnTo>
                    <a:pt x="10317" y="102"/>
                  </a:lnTo>
                  <a:lnTo>
                    <a:pt x="10625" y="318"/>
                  </a:lnTo>
                  <a:lnTo>
                    <a:pt x="10895" y="835"/>
                  </a:lnTo>
                  <a:lnTo>
                    <a:pt x="11264" y="2213"/>
                  </a:lnTo>
                  <a:lnTo>
                    <a:pt x="11313" y="2526"/>
                  </a:lnTo>
                  <a:lnTo>
                    <a:pt x="10755" y="3747"/>
                  </a:lnTo>
                  <a:lnTo>
                    <a:pt x="9294" y="5624"/>
                  </a:lnTo>
                  <a:lnTo>
                    <a:pt x="8391" y="7194"/>
                  </a:lnTo>
                  <a:lnTo>
                    <a:pt x="8210" y="7707"/>
                  </a:lnTo>
                  <a:lnTo>
                    <a:pt x="8127" y="8369"/>
                  </a:lnTo>
                  <a:lnTo>
                    <a:pt x="7788" y="9173"/>
                  </a:lnTo>
                  <a:lnTo>
                    <a:pt x="6733" y="11105"/>
                  </a:lnTo>
                  <a:lnTo>
                    <a:pt x="6023" y="12972"/>
                  </a:lnTo>
                  <a:lnTo>
                    <a:pt x="5317" y="14001"/>
                  </a:lnTo>
                  <a:lnTo>
                    <a:pt x="3385" y="1496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1952882" y="1582301"/>
              <a:ext cx="3024" cy="5432"/>
            </a:xfrm>
            <a:custGeom>
              <a:avLst/>
              <a:pathLst>
                <a:path w="3024" h="5432">
                  <a:moveTo>
                    <a:pt x="2809" y="500"/>
                  </a:moveTo>
                  <a:lnTo>
                    <a:pt x="3024" y="2333"/>
                  </a:lnTo>
                  <a:lnTo>
                    <a:pt x="2160" y="4820"/>
                  </a:lnTo>
                  <a:lnTo>
                    <a:pt x="1889" y="5266"/>
                  </a:lnTo>
                  <a:lnTo>
                    <a:pt x="1555" y="5432"/>
                  </a:lnTo>
                  <a:lnTo>
                    <a:pt x="1230" y="5124"/>
                  </a:lnTo>
                  <a:lnTo>
                    <a:pt x="262" y="3171"/>
                  </a:lnTo>
                  <a:lnTo>
                    <a:pt x="0" y="1955"/>
                  </a:lnTo>
                  <a:lnTo>
                    <a:pt x="354" y="1346"/>
                  </a:lnTo>
                  <a:lnTo>
                    <a:pt x="1103" y="585"/>
                  </a:lnTo>
                  <a:lnTo>
                    <a:pt x="1634" y="216"/>
                  </a:lnTo>
                  <a:lnTo>
                    <a:pt x="2299" y="535"/>
                  </a:lnTo>
                  <a:lnTo>
                    <a:pt x="253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2078943" y="1582182"/>
              <a:ext cx="6830" cy="9099"/>
            </a:xfrm>
            <a:custGeom>
              <a:avLst/>
              <a:pathLst>
                <a:path w="6830" h="9099">
                  <a:moveTo>
                    <a:pt x="3691" y="8756"/>
                  </a:moveTo>
                  <a:lnTo>
                    <a:pt x="2478" y="9099"/>
                  </a:lnTo>
                  <a:lnTo>
                    <a:pt x="1580" y="8923"/>
                  </a:lnTo>
                  <a:lnTo>
                    <a:pt x="997" y="8227"/>
                  </a:lnTo>
                  <a:lnTo>
                    <a:pt x="552" y="7283"/>
                  </a:lnTo>
                  <a:lnTo>
                    <a:pt x="0" y="4906"/>
                  </a:lnTo>
                  <a:lnTo>
                    <a:pt x="205" y="3798"/>
                  </a:lnTo>
                  <a:lnTo>
                    <a:pt x="268" y="1815"/>
                  </a:lnTo>
                  <a:lnTo>
                    <a:pt x="369" y="1070"/>
                  </a:lnTo>
                  <a:lnTo>
                    <a:pt x="583" y="702"/>
                  </a:lnTo>
                  <a:lnTo>
                    <a:pt x="1844" y="0"/>
                  </a:lnTo>
                  <a:lnTo>
                    <a:pt x="2597" y="79"/>
                  </a:lnTo>
                  <a:lnTo>
                    <a:pt x="3704" y="836"/>
                  </a:lnTo>
                  <a:lnTo>
                    <a:pt x="6092" y="1066"/>
                  </a:lnTo>
                  <a:lnTo>
                    <a:pt x="6684" y="1763"/>
                  </a:lnTo>
                  <a:lnTo>
                    <a:pt x="6830" y="2184"/>
                  </a:lnTo>
                  <a:lnTo>
                    <a:pt x="6819" y="2703"/>
                  </a:lnTo>
                  <a:lnTo>
                    <a:pt x="6652" y="3321"/>
                  </a:lnTo>
                  <a:lnTo>
                    <a:pt x="5471" y="5121"/>
                  </a:lnTo>
                  <a:lnTo>
                    <a:pt x="4903" y="6359"/>
                  </a:lnTo>
                  <a:lnTo>
                    <a:pt x="4500" y="784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1848435" y="1578163"/>
              <a:ext cx="3421" cy="5543"/>
            </a:xfrm>
            <a:custGeom>
              <a:avLst/>
              <a:pathLst>
                <a:path w="3421" h="5543">
                  <a:moveTo>
                    <a:pt x="1776" y="5289"/>
                  </a:moveTo>
                  <a:lnTo>
                    <a:pt x="990" y="5543"/>
                  </a:lnTo>
                  <a:lnTo>
                    <a:pt x="845" y="5481"/>
                  </a:lnTo>
                  <a:lnTo>
                    <a:pt x="913" y="4676"/>
                  </a:lnTo>
                  <a:lnTo>
                    <a:pt x="854" y="4272"/>
                  </a:lnTo>
                  <a:lnTo>
                    <a:pt x="644" y="3983"/>
                  </a:lnTo>
                  <a:lnTo>
                    <a:pt x="1333" y="3343"/>
                  </a:lnTo>
                  <a:lnTo>
                    <a:pt x="1434" y="2843"/>
                  </a:lnTo>
                  <a:lnTo>
                    <a:pt x="1214" y="2460"/>
                  </a:lnTo>
                  <a:lnTo>
                    <a:pt x="269" y="1732"/>
                  </a:lnTo>
                  <a:lnTo>
                    <a:pt x="0" y="1074"/>
                  </a:lnTo>
                  <a:lnTo>
                    <a:pt x="49" y="497"/>
                  </a:lnTo>
                  <a:lnTo>
                    <a:pt x="419" y="0"/>
                  </a:lnTo>
                  <a:lnTo>
                    <a:pt x="1073" y="75"/>
                  </a:lnTo>
                  <a:lnTo>
                    <a:pt x="2481" y="1043"/>
                  </a:lnTo>
                  <a:lnTo>
                    <a:pt x="3127" y="2382"/>
                  </a:lnTo>
                  <a:lnTo>
                    <a:pt x="3421" y="3373"/>
                  </a:lnTo>
                  <a:lnTo>
                    <a:pt x="2954" y="3520"/>
                  </a:lnTo>
                  <a:lnTo>
                    <a:pt x="2592" y="3921"/>
                  </a:lnTo>
                  <a:lnTo>
                    <a:pt x="2206" y="47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1899981" y="1576696"/>
              <a:ext cx="5901" cy="8570"/>
            </a:xfrm>
            <a:custGeom>
              <a:avLst/>
              <a:pathLst>
                <a:path w="5901" h="8570">
                  <a:moveTo>
                    <a:pt x="4625" y="1539"/>
                  </a:moveTo>
                  <a:lnTo>
                    <a:pt x="5901" y="3520"/>
                  </a:lnTo>
                  <a:lnTo>
                    <a:pt x="5890" y="4481"/>
                  </a:lnTo>
                  <a:lnTo>
                    <a:pt x="5723" y="6085"/>
                  </a:lnTo>
                  <a:lnTo>
                    <a:pt x="5357" y="7306"/>
                  </a:lnTo>
                  <a:lnTo>
                    <a:pt x="4792" y="8144"/>
                  </a:lnTo>
                  <a:lnTo>
                    <a:pt x="4001" y="8566"/>
                  </a:lnTo>
                  <a:lnTo>
                    <a:pt x="2984" y="8570"/>
                  </a:lnTo>
                  <a:lnTo>
                    <a:pt x="2544" y="8219"/>
                  </a:lnTo>
                  <a:lnTo>
                    <a:pt x="2873" y="6978"/>
                  </a:lnTo>
                  <a:lnTo>
                    <a:pt x="3120" y="6611"/>
                  </a:lnTo>
                  <a:lnTo>
                    <a:pt x="3162" y="5518"/>
                  </a:lnTo>
                  <a:lnTo>
                    <a:pt x="2999" y="3706"/>
                  </a:lnTo>
                  <a:lnTo>
                    <a:pt x="2794" y="2591"/>
                  </a:lnTo>
                  <a:lnTo>
                    <a:pt x="2222" y="1953"/>
                  </a:lnTo>
                  <a:lnTo>
                    <a:pt x="1812" y="1927"/>
                  </a:lnTo>
                  <a:lnTo>
                    <a:pt x="1701" y="2516"/>
                  </a:lnTo>
                  <a:lnTo>
                    <a:pt x="1888" y="3721"/>
                  </a:lnTo>
                  <a:lnTo>
                    <a:pt x="1758" y="5280"/>
                  </a:lnTo>
                  <a:lnTo>
                    <a:pt x="1312" y="7195"/>
                  </a:lnTo>
                  <a:lnTo>
                    <a:pt x="974" y="8095"/>
                  </a:lnTo>
                  <a:lnTo>
                    <a:pt x="372" y="7641"/>
                  </a:lnTo>
                  <a:lnTo>
                    <a:pt x="84" y="6909"/>
                  </a:lnTo>
                  <a:lnTo>
                    <a:pt x="161" y="5703"/>
                  </a:lnTo>
                  <a:lnTo>
                    <a:pt x="0" y="4611"/>
                  </a:lnTo>
                  <a:lnTo>
                    <a:pt x="153" y="3453"/>
                  </a:lnTo>
                  <a:lnTo>
                    <a:pt x="562" y="1734"/>
                  </a:lnTo>
                  <a:lnTo>
                    <a:pt x="1143" y="582"/>
                  </a:lnTo>
                  <a:lnTo>
                    <a:pt x="1894" y="0"/>
                  </a:lnTo>
                  <a:lnTo>
                    <a:pt x="2770" y="41"/>
                  </a:lnTo>
                  <a:lnTo>
                    <a:pt x="3771" y="70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1483741" y="1575990"/>
              <a:ext cx="3966" cy="3259"/>
            </a:xfrm>
            <a:custGeom>
              <a:avLst/>
              <a:pathLst>
                <a:path w="3966" h="3259">
                  <a:moveTo>
                    <a:pt x="2386" y="2148"/>
                  </a:moveTo>
                  <a:lnTo>
                    <a:pt x="1592" y="3259"/>
                  </a:lnTo>
                  <a:lnTo>
                    <a:pt x="330" y="2099"/>
                  </a:lnTo>
                  <a:lnTo>
                    <a:pt x="0" y="1529"/>
                  </a:lnTo>
                  <a:lnTo>
                    <a:pt x="1459" y="0"/>
                  </a:lnTo>
                  <a:lnTo>
                    <a:pt x="2103" y="57"/>
                  </a:lnTo>
                  <a:lnTo>
                    <a:pt x="3459" y="965"/>
                  </a:lnTo>
                  <a:lnTo>
                    <a:pt x="3966" y="177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2166985" y="1575038"/>
              <a:ext cx="4487" cy="4342"/>
            </a:xfrm>
            <a:custGeom>
              <a:avLst/>
              <a:pathLst>
                <a:path w="4487" h="4342">
                  <a:moveTo>
                    <a:pt x="2948" y="4162"/>
                  </a:moveTo>
                  <a:lnTo>
                    <a:pt x="2702" y="4342"/>
                  </a:lnTo>
                  <a:lnTo>
                    <a:pt x="183" y="2996"/>
                  </a:lnTo>
                  <a:lnTo>
                    <a:pt x="0" y="1923"/>
                  </a:lnTo>
                  <a:lnTo>
                    <a:pt x="1231" y="733"/>
                  </a:lnTo>
                  <a:lnTo>
                    <a:pt x="2232" y="90"/>
                  </a:lnTo>
                  <a:lnTo>
                    <a:pt x="3004" y="0"/>
                  </a:lnTo>
                  <a:lnTo>
                    <a:pt x="3771" y="202"/>
                  </a:lnTo>
                  <a:lnTo>
                    <a:pt x="4487" y="1489"/>
                  </a:lnTo>
                  <a:lnTo>
                    <a:pt x="3619" y="26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2064822" y="1573334"/>
              <a:ext cx="8450" cy="7675"/>
            </a:xfrm>
            <a:custGeom>
              <a:avLst/>
              <a:pathLst>
                <a:path w="8450" h="7675">
                  <a:moveTo>
                    <a:pt x="7874" y="727"/>
                  </a:moveTo>
                  <a:lnTo>
                    <a:pt x="8367" y="2204"/>
                  </a:lnTo>
                  <a:lnTo>
                    <a:pt x="8450" y="2970"/>
                  </a:lnTo>
                  <a:lnTo>
                    <a:pt x="7769" y="3873"/>
                  </a:lnTo>
                  <a:lnTo>
                    <a:pt x="5200" y="5546"/>
                  </a:lnTo>
                  <a:lnTo>
                    <a:pt x="3635" y="7002"/>
                  </a:lnTo>
                  <a:lnTo>
                    <a:pt x="2843" y="7326"/>
                  </a:lnTo>
                  <a:lnTo>
                    <a:pt x="1789" y="6999"/>
                  </a:lnTo>
                  <a:lnTo>
                    <a:pt x="508" y="7675"/>
                  </a:lnTo>
                  <a:lnTo>
                    <a:pt x="0" y="7584"/>
                  </a:lnTo>
                  <a:lnTo>
                    <a:pt x="566" y="6393"/>
                  </a:lnTo>
                  <a:lnTo>
                    <a:pt x="2592" y="2975"/>
                  </a:lnTo>
                  <a:lnTo>
                    <a:pt x="4290" y="2625"/>
                  </a:lnTo>
                  <a:lnTo>
                    <a:pt x="4845" y="1911"/>
                  </a:lnTo>
                  <a:lnTo>
                    <a:pt x="5313" y="2138"/>
                  </a:lnTo>
                  <a:lnTo>
                    <a:pt x="5584" y="1546"/>
                  </a:lnTo>
                  <a:lnTo>
                    <a:pt x="5631" y="669"/>
                  </a:lnTo>
                  <a:lnTo>
                    <a:pt x="6224" y="0"/>
                  </a:lnTo>
                  <a:lnTo>
                    <a:pt x="6758" y="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2046109" y="1571237"/>
              <a:ext cx="13745" cy="8889"/>
            </a:xfrm>
            <a:custGeom>
              <a:avLst/>
              <a:pathLst>
                <a:path w="13745" h="8889">
                  <a:moveTo>
                    <a:pt x="13114" y="670"/>
                  </a:moveTo>
                  <a:lnTo>
                    <a:pt x="13502" y="2366"/>
                  </a:lnTo>
                  <a:lnTo>
                    <a:pt x="13745" y="2899"/>
                  </a:lnTo>
                  <a:lnTo>
                    <a:pt x="13385" y="3703"/>
                  </a:lnTo>
                  <a:lnTo>
                    <a:pt x="11939" y="5308"/>
                  </a:lnTo>
                  <a:lnTo>
                    <a:pt x="8778" y="5963"/>
                  </a:lnTo>
                  <a:lnTo>
                    <a:pt x="7183" y="5205"/>
                  </a:lnTo>
                  <a:lnTo>
                    <a:pt x="7918" y="7509"/>
                  </a:lnTo>
                  <a:lnTo>
                    <a:pt x="8078" y="8480"/>
                  </a:lnTo>
                  <a:lnTo>
                    <a:pt x="7853" y="8889"/>
                  </a:lnTo>
                  <a:lnTo>
                    <a:pt x="7190" y="8764"/>
                  </a:lnTo>
                  <a:lnTo>
                    <a:pt x="6088" y="8112"/>
                  </a:lnTo>
                  <a:lnTo>
                    <a:pt x="5455" y="7330"/>
                  </a:lnTo>
                  <a:lnTo>
                    <a:pt x="5290" y="6421"/>
                  </a:lnTo>
                  <a:lnTo>
                    <a:pt x="5057" y="6219"/>
                  </a:lnTo>
                  <a:lnTo>
                    <a:pt x="4759" y="6726"/>
                  </a:lnTo>
                  <a:lnTo>
                    <a:pt x="4472" y="6610"/>
                  </a:lnTo>
                  <a:lnTo>
                    <a:pt x="3815" y="5256"/>
                  </a:lnTo>
                  <a:lnTo>
                    <a:pt x="3333" y="4751"/>
                  </a:lnTo>
                  <a:lnTo>
                    <a:pt x="159" y="3944"/>
                  </a:lnTo>
                  <a:lnTo>
                    <a:pt x="0" y="3582"/>
                  </a:lnTo>
                  <a:lnTo>
                    <a:pt x="165" y="2959"/>
                  </a:lnTo>
                  <a:lnTo>
                    <a:pt x="655" y="2070"/>
                  </a:lnTo>
                  <a:lnTo>
                    <a:pt x="1367" y="1770"/>
                  </a:lnTo>
                  <a:lnTo>
                    <a:pt x="3161" y="2168"/>
                  </a:lnTo>
                  <a:lnTo>
                    <a:pt x="3307" y="1941"/>
                  </a:lnTo>
                  <a:lnTo>
                    <a:pt x="3426" y="820"/>
                  </a:lnTo>
                  <a:lnTo>
                    <a:pt x="3562" y="380"/>
                  </a:lnTo>
                  <a:lnTo>
                    <a:pt x="4805" y="493"/>
                  </a:lnTo>
                  <a:lnTo>
                    <a:pt x="5586" y="252"/>
                  </a:lnTo>
                  <a:lnTo>
                    <a:pt x="6017" y="829"/>
                  </a:lnTo>
                  <a:lnTo>
                    <a:pt x="6442" y="2164"/>
                  </a:lnTo>
                  <a:lnTo>
                    <a:pt x="7046" y="1920"/>
                  </a:lnTo>
                  <a:lnTo>
                    <a:pt x="7920" y="2113"/>
                  </a:lnTo>
                  <a:lnTo>
                    <a:pt x="8894" y="1624"/>
                  </a:lnTo>
                  <a:lnTo>
                    <a:pt x="10382" y="437"/>
                  </a:lnTo>
                  <a:lnTo>
                    <a:pt x="1154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1865667" y="1569726"/>
              <a:ext cx="41303" cy="41391"/>
            </a:xfrm>
            <a:custGeom>
              <a:avLst/>
              <a:pathLst>
                <a:path w="41303" h="41391">
                  <a:moveTo>
                    <a:pt x="20425" y="6469"/>
                  </a:moveTo>
                  <a:lnTo>
                    <a:pt x="20721" y="6821"/>
                  </a:lnTo>
                  <a:lnTo>
                    <a:pt x="21278" y="6522"/>
                  </a:lnTo>
                  <a:lnTo>
                    <a:pt x="21710" y="5558"/>
                  </a:lnTo>
                  <a:lnTo>
                    <a:pt x="21972" y="5377"/>
                  </a:lnTo>
                  <a:lnTo>
                    <a:pt x="22380" y="5558"/>
                  </a:lnTo>
                  <a:lnTo>
                    <a:pt x="23723" y="7287"/>
                  </a:lnTo>
                  <a:lnTo>
                    <a:pt x="24755" y="9101"/>
                  </a:lnTo>
                  <a:lnTo>
                    <a:pt x="25849" y="10389"/>
                  </a:lnTo>
                  <a:lnTo>
                    <a:pt x="27586" y="11539"/>
                  </a:lnTo>
                  <a:lnTo>
                    <a:pt x="31380" y="15283"/>
                  </a:lnTo>
                  <a:lnTo>
                    <a:pt x="32497" y="17815"/>
                  </a:lnTo>
                  <a:lnTo>
                    <a:pt x="33677" y="21753"/>
                  </a:lnTo>
                  <a:lnTo>
                    <a:pt x="34731" y="24758"/>
                  </a:lnTo>
                  <a:lnTo>
                    <a:pt x="35658" y="26832"/>
                  </a:lnTo>
                  <a:lnTo>
                    <a:pt x="36653" y="28484"/>
                  </a:lnTo>
                  <a:lnTo>
                    <a:pt x="38248" y="30332"/>
                  </a:lnTo>
                  <a:lnTo>
                    <a:pt x="39670" y="28987"/>
                  </a:lnTo>
                  <a:lnTo>
                    <a:pt x="40280" y="28647"/>
                  </a:lnTo>
                  <a:lnTo>
                    <a:pt x="40805" y="29206"/>
                  </a:lnTo>
                  <a:lnTo>
                    <a:pt x="41303" y="30599"/>
                  </a:lnTo>
                  <a:lnTo>
                    <a:pt x="41039" y="31221"/>
                  </a:lnTo>
                  <a:lnTo>
                    <a:pt x="40421" y="32008"/>
                  </a:lnTo>
                  <a:lnTo>
                    <a:pt x="39401" y="32927"/>
                  </a:lnTo>
                  <a:lnTo>
                    <a:pt x="37972" y="32994"/>
                  </a:lnTo>
                  <a:lnTo>
                    <a:pt x="37285" y="33265"/>
                  </a:lnTo>
                  <a:lnTo>
                    <a:pt x="36165" y="34724"/>
                  </a:lnTo>
                  <a:lnTo>
                    <a:pt x="35276" y="36474"/>
                  </a:lnTo>
                  <a:lnTo>
                    <a:pt x="34032" y="37064"/>
                  </a:lnTo>
                  <a:lnTo>
                    <a:pt x="31690" y="40000"/>
                  </a:lnTo>
                  <a:lnTo>
                    <a:pt x="30403" y="41100"/>
                  </a:lnTo>
                  <a:lnTo>
                    <a:pt x="28506" y="41391"/>
                  </a:lnTo>
                  <a:lnTo>
                    <a:pt x="24569" y="39091"/>
                  </a:lnTo>
                  <a:lnTo>
                    <a:pt x="22115" y="39415"/>
                  </a:lnTo>
                  <a:lnTo>
                    <a:pt x="20112" y="38943"/>
                  </a:lnTo>
                  <a:lnTo>
                    <a:pt x="17874" y="36513"/>
                  </a:lnTo>
                  <a:lnTo>
                    <a:pt x="16138" y="35138"/>
                  </a:lnTo>
                  <a:lnTo>
                    <a:pt x="12776" y="33161"/>
                  </a:lnTo>
                  <a:lnTo>
                    <a:pt x="12556" y="32868"/>
                  </a:lnTo>
                  <a:lnTo>
                    <a:pt x="12411" y="32200"/>
                  </a:lnTo>
                  <a:lnTo>
                    <a:pt x="12342" y="31157"/>
                  </a:lnTo>
                  <a:lnTo>
                    <a:pt x="12190" y="30460"/>
                  </a:lnTo>
                  <a:lnTo>
                    <a:pt x="11954" y="30107"/>
                  </a:lnTo>
                  <a:lnTo>
                    <a:pt x="11425" y="30137"/>
                  </a:lnTo>
                  <a:lnTo>
                    <a:pt x="10884" y="30827"/>
                  </a:lnTo>
                  <a:lnTo>
                    <a:pt x="9848" y="31421"/>
                  </a:lnTo>
                  <a:lnTo>
                    <a:pt x="8270" y="31287"/>
                  </a:lnTo>
                  <a:lnTo>
                    <a:pt x="7583" y="30875"/>
                  </a:lnTo>
                  <a:lnTo>
                    <a:pt x="7060" y="30228"/>
                  </a:lnTo>
                  <a:lnTo>
                    <a:pt x="6776" y="29468"/>
                  </a:lnTo>
                  <a:lnTo>
                    <a:pt x="6732" y="28598"/>
                  </a:lnTo>
                  <a:lnTo>
                    <a:pt x="6587" y="27928"/>
                  </a:lnTo>
                  <a:lnTo>
                    <a:pt x="6340" y="27456"/>
                  </a:lnTo>
                  <a:lnTo>
                    <a:pt x="5768" y="27443"/>
                  </a:lnTo>
                  <a:lnTo>
                    <a:pt x="4871" y="27892"/>
                  </a:lnTo>
                  <a:lnTo>
                    <a:pt x="4520" y="28447"/>
                  </a:lnTo>
                  <a:lnTo>
                    <a:pt x="4717" y="29107"/>
                  </a:lnTo>
                  <a:lnTo>
                    <a:pt x="4551" y="29498"/>
                  </a:lnTo>
                  <a:lnTo>
                    <a:pt x="2980" y="29502"/>
                  </a:lnTo>
                  <a:lnTo>
                    <a:pt x="2365" y="29116"/>
                  </a:lnTo>
                  <a:lnTo>
                    <a:pt x="1184" y="27892"/>
                  </a:lnTo>
                  <a:lnTo>
                    <a:pt x="667" y="26654"/>
                  </a:lnTo>
                  <a:lnTo>
                    <a:pt x="0" y="24451"/>
                  </a:lnTo>
                  <a:lnTo>
                    <a:pt x="64" y="23855"/>
                  </a:lnTo>
                  <a:lnTo>
                    <a:pt x="488" y="22516"/>
                  </a:lnTo>
                  <a:lnTo>
                    <a:pt x="1041" y="21583"/>
                  </a:lnTo>
                  <a:lnTo>
                    <a:pt x="4601" y="21034"/>
                  </a:lnTo>
                  <a:lnTo>
                    <a:pt x="6266" y="20508"/>
                  </a:lnTo>
                  <a:lnTo>
                    <a:pt x="8079" y="18984"/>
                  </a:lnTo>
                  <a:lnTo>
                    <a:pt x="10195" y="16350"/>
                  </a:lnTo>
                  <a:lnTo>
                    <a:pt x="10652" y="15570"/>
                  </a:lnTo>
                  <a:lnTo>
                    <a:pt x="10706" y="14997"/>
                  </a:lnTo>
                  <a:lnTo>
                    <a:pt x="10550" y="14379"/>
                  </a:lnTo>
                  <a:lnTo>
                    <a:pt x="9889" y="12862"/>
                  </a:lnTo>
                  <a:lnTo>
                    <a:pt x="9666" y="11825"/>
                  </a:lnTo>
                  <a:lnTo>
                    <a:pt x="9876" y="11334"/>
                  </a:lnTo>
                  <a:lnTo>
                    <a:pt x="10725" y="11290"/>
                  </a:lnTo>
                  <a:lnTo>
                    <a:pt x="10278" y="10704"/>
                  </a:lnTo>
                  <a:lnTo>
                    <a:pt x="9899" y="9874"/>
                  </a:lnTo>
                  <a:lnTo>
                    <a:pt x="9765" y="9356"/>
                  </a:lnTo>
                  <a:lnTo>
                    <a:pt x="9787" y="8531"/>
                  </a:lnTo>
                  <a:lnTo>
                    <a:pt x="10461" y="8349"/>
                  </a:lnTo>
                  <a:lnTo>
                    <a:pt x="11293" y="8763"/>
                  </a:lnTo>
                  <a:lnTo>
                    <a:pt x="12899" y="11142"/>
                  </a:lnTo>
                  <a:lnTo>
                    <a:pt x="13538" y="11605"/>
                  </a:lnTo>
                  <a:lnTo>
                    <a:pt x="14638" y="11966"/>
                  </a:lnTo>
                  <a:lnTo>
                    <a:pt x="13469" y="10324"/>
                  </a:lnTo>
                  <a:lnTo>
                    <a:pt x="12259" y="6873"/>
                  </a:lnTo>
                  <a:lnTo>
                    <a:pt x="12109" y="5683"/>
                  </a:lnTo>
                  <a:lnTo>
                    <a:pt x="12140" y="5021"/>
                  </a:lnTo>
                  <a:lnTo>
                    <a:pt x="12457" y="3166"/>
                  </a:lnTo>
                  <a:lnTo>
                    <a:pt x="12741" y="2410"/>
                  </a:lnTo>
                  <a:lnTo>
                    <a:pt x="13108" y="1910"/>
                  </a:lnTo>
                  <a:lnTo>
                    <a:pt x="14260" y="844"/>
                  </a:lnTo>
                  <a:lnTo>
                    <a:pt x="16103" y="99"/>
                  </a:lnTo>
                  <a:lnTo>
                    <a:pt x="17048" y="0"/>
                  </a:lnTo>
                  <a:lnTo>
                    <a:pt x="18004" y="601"/>
                  </a:lnTo>
                  <a:lnTo>
                    <a:pt x="18840" y="1755"/>
                  </a:lnTo>
                  <a:lnTo>
                    <a:pt x="20695" y="3638"/>
                  </a:lnTo>
                  <a:lnTo>
                    <a:pt x="20972" y="4409"/>
                  </a:lnTo>
                  <a:lnTo>
                    <a:pt x="20942" y="4768"/>
                  </a:lnTo>
                  <a:lnTo>
                    <a:pt x="20226" y="5286"/>
                  </a:lnTo>
                  <a:lnTo>
                    <a:pt x="20137" y="57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1983346" y="1561303"/>
              <a:ext cx="7767" cy="5033"/>
            </a:xfrm>
            <a:custGeom>
              <a:avLst/>
              <a:pathLst>
                <a:path w="7767" h="5033">
                  <a:moveTo>
                    <a:pt x="3943" y="988"/>
                  </a:moveTo>
                  <a:lnTo>
                    <a:pt x="5041" y="1223"/>
                  </a:lnTo>
                  <a:lnTo>
                    <a:pt x="6076" y="934"/>
                  </a:lnTo>
                  <a:lnTo>
                    <a:pt x="6830" y="1210"/>
                  </a:lnTo>
                  <a:lnTo>
                    <a:pt x="7305" y="2051"/>
                  </a:lnTo>
                  <a:lnTo>
                    <a:pt x="7617" y="2926"/>
                  </a:lnTo>
                  <a:lnTo>
                    <a:pt x="7767" y="3830"/>
                  </a:lnTo>
                  <a:lnTo>
                    <a:pt x="7359" y="4472"/>
                  </a:lnTo>
                  <a:lnTo>
                    <a:pt x="5661" y="5033"/>
                  </a:lnTo>
                  <a:lnTo>
                    <a:pt x="4502" y="4755"/>
                  </a:lnTo>
                  <a:lnTo>
                    <a:pt x="3261" y="4005"/>
                  </a:lnTo>
                  <a:lnTo>
                    <a:pt x="2686" y="4338"/>
                  </a:lnTo>
                  <a:lnTo>
                    <a:pt x="1273" y="3785"/>
                  </a:lnTo>
                  <a:lnTo>
                    <a:pt x="570" y="3035"/>
                  </a:lnTo>
                  <a:lnTo>
                    <a:pt x="0" y="1966"/>
                  </a:lnTo>
                  <a:lnTo>
                    <a:pt x="0" y="1312"/>
                  </a:lnTo>
                  <a:lnTo>
                    <a:pt x="1491" y="574"/>
                  </a:lnTo>
                  <a:lnTo>
                    <a:pt x="207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1854955" y="1545830"/>
              <a:ext cx="3866" cy="5396"/>
            </a:xfrm>
            <a:custGeom>
              <a:avLst/>
              <a:pathLst>
                <a:path w="3866" h="5396">
                  <a:moveTo>
                    <a:pt x="3556" y="5156"/>
                  </a:moveTo>
                  <a:lnTo>
                    <a:pt x="3432" y="5396"/>
                  </a:lnTo>
                  <a:lnTo>
                    <a:pt x="1356" y="4293"/>
                  </a:lnTo>
                  <a:lnTo>
                    <a:pt x="554" y="3645"/>
                  </a:lnTo>
                  <a:lnTo>
                    <a:pt x="293" y="3166"/>
                  </a:lnTo>
                  <a:lnTo>
                    <a:pt x="109" y="2188"/>
                  </a:lnTo>
                  <a:lnTo>
                    <a:pt x="0" y="712"/>
                  </a:lnTo>
                  <a:lnTo>
                    <a:pt x="413" y="0"/>
                  </a:lnTo>
                  <a:lnTo>
                    <a:pt x="1349" y="50"/>
                  </a:lnTo>
                  <a:lnTo>
                    <a:pt x="2349" y="617"/>
                  </a:lnTo>
                  <a:lnTo>
                    <a:pt x="3866" y="2236"/>
                  </a:lnTo>
                  <a:lnTo>
                    <a:pt x="3434" y="2716"/>
                  </a:lnTo>
                  <a:lnTo>
                    <a:pt x="3413" y="3778"/>
                  </a:lnTo>
                  <a:lnTo>
                    <a:pt x="3584" y="47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1467295" y="1506927"/>
              <a:ext cx="820327" cy="895691"/>
            </a:xfrm>
            <a:custGeom>
              <a:avLst/>
              <a:pathLst>
                <a:path w="820327" h="895691">
                  <a:moveTo>
                    <a:pt x="637321" y="797322"/>
                  </a:moveTo>
                  <a:lnTo>
                    <a:pt x="636806" y="797463"/>
                  </a:lnTo>
                  <a:lnTo>
                    <a:pt x="635900" y="797320"/>
                  </a:lnTo>
                  <a:lnTo>
                    <a:pt x="634559" y="798319"/>
                  </a:lnTo>
                  <a:lnTo>
                    <a:pt x="632798" y="800409"/>
                  </a:lnTo>
                  <a:lnTo>
                    <a:pt x="630664" y="804165"/>
                  </a:lnTo>
                  <a:lnTo>
                    <a:pt x="626909" y="812297"/>
                  </a:lnTo>
                  <a:lnTo>
                    <a:pt x="626645" y="813155"/>
                  </a:lnTo>
                  <a:lnTo>
                    <a:pt x="626101" y="814663"/>
                  </a:lnTo>
                  <a:lnTo>
                    <a:pt x="624714" y="816270"/>
                  </a:lnTo>
                  <a:lnTo>
                    <a:pt x="623455" y="818003"/>
                  </a:lnTo>
                  <a:lnTo>
                    <a:pt x="623122" y="819827"/>
                  </a:lnTo>
                  <a:lnTo>
                    <a:pt x="622519" y="820658"/>
                  </a:lnTo>
                  <a:lnTo>
                    <a:pt x="620442" y="825282"/>
                  </a:lnTo>
                  <a:lnTo>
                    <a:pt x="619274" y="829221"/>
                  </a:lnTo>
                  <a:lnTo>
                    <a:pt x="618213" y="833343"/>
                  </a:lnTo>
                  <a:lnTo>
                    <a:pt x="617026" y="837953"/>
                  </a:lnTo>
                  <a:lnTo>
                    <a:pt x="614590" y="838011"/>
                  </a:lnTo>
                  <a:lnTo>
                    <a:pt x="612731" y="837992"/>
                  </a:lnTo>
                  <a:lnTo>
                    <a:pt x="609560" y="837959"/>
                  </a:lnTo>
                  <a:lnTo>
                    <a:pt x="606842" y="837932"/>
                  </a:lnTo>
                  <a:lnTo>
                    <a:pt x="603616" y="837898"/>
                  </a:lnTo>
                  <a:lnTo>
                    <a:pt x="601276" y="837874"/>
                  </a:lnTo>
                  <a:lnTo>
                    <a:pt x="598755" y="838067"/>
                  </a:lnTo>
                  <a:lnTo>
                    <a:pt x="597552" y="839296"/>
                  </a:lnTo>
                  <a:lnTo>
                    <a:pt x="596044" y="840957"/>
                  </a:lnTo>
                  <a:lnTo>
                    <a:pt x="594415" y="842748"/>
                  </a:lnTo>
                  <a:lnTo>
                    <a:pt x="595269" y="846741"/>
                  </a:lnTo>
                  <a:lnTo>
                    <a:pt x="595498" y="848317"/>
                  </a:lnTo>
                  <a:lnTo>
                    <a:pt x="595432" y="853399"/>
                  </a:lnTo>
                  <a:lnTo>
                    <a:pt x="595606" y="853954"/>
                  </a:lnTo>
                  <a:lnTo>
                    <a:pt x="595788" y="854709"/>
                  </a:lnTo>
                  <a:lnTo>
                    <a:pt x="595816" y="856022"/>
                  </a:lnTo>
                  <a:lnTo>
                    <a:pt x="595955" y="856622"/>
                  </a:lnTo>
                  <a:lnTo>
                    <a:pt x="596252" y="857107"/>
                  </a:lnTo>
                  <a:lnTo>
                    <a:pt x="596587" y="857676"/>
                  </a:lnTo>
                  <a:lnTo>
                    <a:pt x="596828" y="858449"/>
                  </a:lnTo>
                  <a:lnTo>
                    <a:pt x="596884" y="859219"/>
                  </a:lnTo>
                  <a:lnTo>
                    <a:pt x="596651" y="860561"/>
                  </a:lnTo>
                  <a:lnTo>
                    <a:pt x="595715" y="862374"/>
                  </a:lnTo>
                  <a:lnTo>
                    <a:pt x="594397" y="863964"/>
                  </a:lnTo>
                  <a:lnTo>
                    <a:pt x="591777" y="866833"/>
                  </a:lnTo>
                  <a:lnTo>
                    <a:pt x="588742" y="870157"/>
                  </a:lnTo>
                  <a:lnTo>
                    <a:pt x="586110" y="873038"/>
                  </a:lnTo>
                  <a:lnTo>
                    <a:pt x="584074" y="875268"/>
                  </a:lnTo>
                  <a:lnTo>
                    <a:pt x="579891" y="877225"/>
                  </a:lnTo>
                  <a:lnTo>
                    <a:pt x="576569" y="878779"/>
                  </a:lnTo>
                  <a:lnTo>
                    <a:pt x="574171" y="879902"/>
                  </a:lnTo>
                  <a:lnTo>
                    <a:pt x="571963" y="883025"/>
                  </a:lnTo>
                  <a:lnTo>
                    <a:pt x="569525" y="886472"/>
                  </a:lnTo>
                  <a:lnTo>
                    <a:pt x="567475" y="889371"/>
                  </a:lnTo>
                  <a:lnTo>
                    <a:pt x="565176" y="892622"/>
                  </a:lnTo>
                  <a:lnTo>
                    <a:pt x="563005" y="895691"/>
                  </a:lnTo>
                  <a:lnTo>
                    <a:pt x="560593" y="895681"/>
                  </a:lnTo>
                  <a:lnTo>
                    <a:pt x="558899" y="893381"/>
                  </a:lnTo>
                  <a:lnTo>
                    <a:pt x="557325" y="891019"/>
                  </a:lnTo>
                  <a:lnTo>
                    <a:pt x="556248" y="886796"/>
                  </a:lnTo>
                  <a:lnTo>
                    <a:pt x="556174" y="881889"/>
                  </a:lnTo>
                  <a:lnTo>
                    <a:pt x="556560" y="878675"/>
                  </a:lnTo>
                  <a:lnTo>
                    <a:pt x="556910" y="877210"/>
                  </a:lnTo>
                  <a:lnTo>
                    <a:pt x="557577" y="876280"/>
                  </a:lnTo>
                  <a:lnTo>
                    <a:pt x="558884" y="874700"/>
                  </a:lnTo>
                  <a:lnTo>
                    <a:pt x="560072" y="871502"/>
                  </a:lnTo>
                  <a:lnTo>
                    <a:pt x="561025" y="869593"/>
                  </a:lnTo>
                  <a:lnTo>
                    <a:pt x="561984" y="867623"/>
                  </a:lnTo>
                  <a:lnTo>
                    <a:pt x="562532" y="864231"/>
                  </a:lnTo>
                  <a:lnTo>
                    <a:pt x="563215" y="856020"/>
                  </a:lnTo>
                  <a:lnTo>
                    <a:pt x="563302" y="854387"/>
                  </a:lnTo>
                  <a:lnTo>
                    <a:pt x="564296" y="848756"/>
                  </a:lnTo>
                  <a:lnTo>
                    <a:pt x="565396" y="842525"/>
                  </a:lnTo>
                  <a:lnTo>
                    <a:pt x="565901" y="839664"/>
                  </a:lnTo>
                  <a:lnTo>
                    <a:pt x="565337" y="832238"/>
                  </a:lnTo>
                  <a:lnTo>
                    <a:pt x="564912" y="826532"/>
                  </a:lnTo>
                  <a:lnTo>
                    <a:pt x="564523" y="821304"/>
                  </a:lnTo>
                  <a:lnTo>
                    <a:pt x="564085" y="815415"/>
                  </a:lnTo>
                  <a:lnTo>
                    <a:pt x="563686" y="810053"/>
                  </a:lnTo>
                  <a:lnTo>
                    <a:pt x="563310" y="805002"/>
                  </a:lnTo>
                  <a:lnTo>
                    <a:pt x="562933" y="799932"/>
                  </a:lnTo>
                  <a:lnTo>
                    <a:pt x="562563" y="794961"/>
                  </a:lnTo>
                  <a:lnTo>
                    <a:pt x="562273" y="791396"/>
                  </a:lnTo>
                  <a:lnTo>
                    <a:pt x="561929" y="787172"/>
                  </a:lnTo>
                  <a:lnTo>
                    <a:pt x="559916" y="784206"/>
                  </a:lnTo>
                  <a:lnTo>
                    <a:pt x="558388" y="782130"/>
                  </a:lnTo>
                  <a:lnTo>
                    <a:pt x="555889" y="778738"/>
                  </a:lnTo>
                  <a:lnTo>
                    <a:pt x="553793" y="775893"/>
                  </a:lnTo>
                  <a:lnTo>
                    <a:pt x="551915" y="773290"/>
                  </a:lnTo>
                  <a:lnTo>
                    <a:pt x="553099" y="768044"/>
                  </a:lnTo>
                  <a:lnTo>
                    <a:pt x="552997" y="767185"/>
                  </a:lnTo>
                  <a:lnTo>
                    <a:pt x="552568" y="766152"/>
                  </a:lnTo>
                  <a:lnTo>
                    <a:pt x="551691" y="764434"/>
                  </a:lnTo>
                  <a:lnTo>
                    <a:pt x="551179" y="764259"/>
                  </a:lnTo>
                  <a:lnTo>
                    <a:pt x="550276" y="764663"/>
                  </a:lnTo>
                  <a:lnTo>
                    <a:pt x="548835" y="765732"/>
                  </a:lnTo>
                  <a:lnTo>
                    <a:pt x="548213" y="765378"/>
                  </a:lnTo>
                  <a:lnTo>
                    <a:pt x="547718" y="763542"/>
                  </a:lnTo>
                  <a:lnTo>
                    <a:pt x="547150" y="761193"/>
                  </a:lnTo>
                  <a:lnTo>
                    <a:pt x="546963" y="759358"/>
                  </a:lnTo>
                  <a:lnTo>
                    <a:pt x="546892" y="756930"/>
                  </a:lnTo>
                  <a:lnTo>
                    <a:pt x="546552" y="754744"/>
                  </a:lnTo>
                  <a:lnTo>
                    <a:pt x="546767" y="753597"/>
                  </a:lnTo>
                  <a:lnTo>
                    <a:pt x="546815" y="753026"/>
                  </a:lnTo>
                  <a:lnTo>
                    <a:pt x="546796" y="752307"/>
                  </a:lnTo>
                  <a:lnTo>
                    <a:pt x="546562" y="751848"/>
                  </a:lnTo>
                  <a:lnTo>
                    <a:pt x="546151" y="751648"/>
                  </a:lnTo>
                  <a:lnTo>
                    <a:pt x="544762" y="752565"/>
                  </a:lnTo>
                  <a:lnTo>
                    <a:pt x="544137" y="752650"/>
                  </a:lnTo>
                  <a:lnTo>
                    <a:pt x="543765" y="753167"/>
                  </a:lnTo>
                  <a:lnTo>
                    <a:pt x="543177" y="754239"/>
                  </a:lnTo>
                  <a:lnTo>
                    <a:pt x="542599" y="754372"/>
                  </a:lnTo>
                  <a:lnTo>
                    <a:pt x="541599" y="751834"/>
                  </a:lnTo>
                  <a:lnTo>
                    <a:pt x="540506" y="749055"/>
                  </a:lnTo>
                  <a:lnTo>
                    <a:pt x="540048" y="745227"/>
                  </a:lnTo>
                  <a:lnTo>
                    <a:pt x="539578" y="741295"/>
                  </a:lnTo>
                  <a:lnTo>
                    <a:pt x="537712" y="738931"/>
                  </a:lnTo>
                  <a:lnTo>
                    <a:pt x="535846" y="736566"/>
                  </a:lnTo>
                  <a:lnTo>
                    <a:pt x="533981" y="734202"/>
                  </a:lnTo>
                  <a:lnTo>
                    <a:pt x="532115" y="731838"/>
                  </a:lnTo>
                  <a:lnTo>
                    <a:pt x="530249" y="729473"/>
                  </a:lnTo>
                  <a:lnTo>
                    <a:pt x="528384" y="727108"/>
                  </a:lnTo>
                  <a:lnTo>
                    <a:pt x="526518" y="724743"/>
                  </a:lnTo>
                  <a:lnTo>
                    <a:pt x="524652" y="722379"/>
                  </a:lnTo>
                  <a:lnTo>
                    <a:pt x="524008" y="721595"/>
                  </a:lnTo>
                  <a:lnTo>
                    <a:pt x="522310" y="719532"/>
                  </a:lnTo>
                  <a:lnTo>
                    <a:pt x="519910" y="716613"/>
                  </a:lnTo>
                  <a:lnTo>
                    <a:pt x="517158" y="713266"/>
                  </a:lnTo>
                  <a:lnTo>
                    <a:pt x="514407" y="709918"/>
                  </a:lnTo>
                  <a:lnTo>
                    <a:pt x="512007" y="707000"/>
                  </a:lnTo>
                  <a:lnTo>
                    <a:pt x="510309" y="704936"/>
                  </a:lnTo>
                  <a:lnTo>
                    <a:pt x="509665" y="704153"/>
                  </a:lnTo>
                  <a:lnTo>
                    <a:pt x="508000" y="702129"/>
                  </a:lnTo>
                  <a:lnTo>
                    <a:pt x="505909" y="699833"/>
                  </a:lnTo>
                  <a:lnTo>
                    <a:pt x="503663" y="700987"/>
                  </a:lnTo>
                  <a:lnTo>
                    <a:pt x="500905" y="704187"/>
                  </a:lnTo>
                  <a:lnTo>
                    <a:pt x="499329" y="706017"/>
                  </a:lnTo>
                  <a:lnTo>
                    <a:pt x="498146" y="707388"/>
                  </a:lnTo>
                  <a:lnTo>
                    <a:pt x="497304" y="708199"/>
                  </a:lnTo>
                  <a:lnTo>
                    <a:pt x="495550" y="708900"/>
                  </a:lnTo>
                  <a:lnTo>
                    <a:pt x="494638" y="708792"/>
                  </a:lnTo>
                  <a:lnTo>
                    <a:pt x="492476" y="708336"/>
                  </a:lnTo>
                  <a:lnTo>
                    <a:pt x="491269" y="708923"/>
                  </a:lnTo>
                  <a:lnTo>
                    <a:pt x="490378" y="708336"/>
                  </a:lnTo>
                  <a:lnTo>
                    <a:pt x="489933" y="706479"/>
                  </a:lnTo>
                  <a:lnTo>
                    <a:pt x="489435" y="705298"/>
                  </a:lnTo>
                  <a:lnTo>
                    <a:pt x="487240" y="705858"/>
                  </a:lnTo>
                  <a:lnTo>
                    <a:pt x="484481" y="705461"/>
                  </a:lnTo>
                  <a:lnTo>
                    <a:pt x="483161" y="705698"/>
                  </a:lnTo>
                  <a:lnTo>
                    <a:pt x="482652" y="704916"/>
                  </a:lnTo>
                  <a:lnTo>
                    <a:pt x="482238" y="702863"/>
                  </a:lnTo>
                  <a:lnTo>
                    <a:pt x="481510" y="702609"/>
                  </a:lnTo>
                  <a:lnTo>
                    <a:pt x="480286" y="703065"/>
                  </a:lnTo>
                  <a:lnTo>
                    <a:pt x="478582" y="705698"/>
                  </a:lnTo>
                  <a:lnTo>
                    <a:pt x="476981" y="707059"/>
                  </a:lnTo>
                  <a:lnTo>
                    <a:pt x="475721" y="707066"/>
                  </a:lnTo>
                  <a:lnTo>
                    <a:pt x="474480" y="705698"/>
                  </a:lnTo>
                  <a:lnTo>
                    <a:pt x="472451" y="702951"/>
                  </a:lnTo>
                  <a:lnTo>
                    <a:pt x="471040" y="699869"/>
                  </a:lnTo>
                  <a:lnTo>
                    <a:pt x="469438" y="698790"/>
                  </a:lnTo>
                  <a:lnTo>
                    <a:pt x="468218" y="699070"/>
                  </a:lnTo>
                  <a:lnTo>
                    <a:pt x="467740" y="700615"/>
                  </a:lnTo>
                  <a:lnTo>
                    <a:pt x="467104" y="700615"/>
                  </a:lnTo>
                  <a:lnTo>
                    <a:pt x="466659" y="697977"/>
                  </a:lnTo>
                  <a:lnTo>
                    <a:pt x="466277" y="695924"/>
                  </a:lnTo>
                  <a:lnTo>
                    <a:pt x="465483" y="695046"/>
                  </a:lnTo>
                  <a:lnTo>
                    <a:pt x="464046" y="693073"/>
                  </a:lnTo>
                  <a:lnTo>
                    <a:pt x="463046" y="692011"/>
                  </a:lnTo>
                  <a:lnTo>
                    <a:pt x="461512" y="690710"/>
                  </a:lnTo>
                  <a:lnTo>
                    <a:pt x="460979" y="690472"/>
                  </a:lnTo>
                  <a:lnTo>
                    <a:pt x="459984" y="690310"/>
                  </a:lnTo>
                  <a:lnTo>
                    <a:pt x="458996" y="690206"/>
                  </a:lnTo>
                  <a:lnTo>
                    <a:pt x="457843" y="690570"/>
                  </a:lnTo>
                  <a:lnTo>
                    <a:pt x="457019" y="692203"/>
                  </a:lnTo>
                  <a:lnTo>
                    <a:pt x="456052" y="692923"/>
                  </a:lnTo>
                  <a:lnTo>
                    <a:pt x="454672" y="693262"/>
                  </a:lnTo>
                  <a:lnTo>
                    <a:pt x="453751" y="692568"/>
                  </a:lnTo>
                  <a:lnTo>
                    <a:pt x="453289" y="690844"/>
                  </a:lnTo>
                  <a:lnTo>
                    <a:pt x="451332" y="689315"/>
                  </a:lnTo>
                  <a:lnTo>
                    <a:pt x="447881" y="687983"/>
                  </a:lnTo>
                  <a:lnTo>
                    <a:pt x="445893" y="686845"/>
                  </a:lnTo>
                  <a:lnTo>
                    <a:pt x="445370" y="685905"/>
                  </a:lnTo>
                  <a:lnTo>
                    <a:pt x="445084" y="684898"/>
                  </a:lnTo>
                  <a:lnTo>
                    <a:pt x="445010" y="683275"/>
                  </a:lnTo>
                  <a:lnTo>
                    <a:pt x="444138" y="679153"/>
                  </a:lnTo>
                  <a:lnTo>
                    <a:pt x="443762" y="675718"/>
                  </a:lnTo>
                  <a:lnTo>
                    <a:pt x="443591" y="671598"/>
                  </a:lnTo>
                  <a:lnTo>
                    <a:pt x="443649" y="670239"/>
                  </a:lnTo>
                  <a:lnTo>
                    <a:pt x="443452" y="669812"/>
                  </a:lnTo>
                  <a:lnTo>
                    <a:pt x="442832" y="668915"/>
                  </a:lnTo>
                  <a:lnTo>
                    <a:pt x="440756" y="668316"/>
                  </a:lnTo>
                  <a:lnTo>
                    <a:pt x="440727" y="673239"/>
                  </a:lnTo>
                  <a:lnTo>
                    <a:pt x="440691" y="679483"/>
                  </a:lnTo>
                  <a:lnTo>
                    <a:pt x="438424" y="679442"/>
                  </a:lnTo>
                  <a:lnTo>
                    <a:pt x="434324" y="679442"/>
                  </a:lnTo>
                  <a:lnTo>
                    <a:pt x="430225" y="679442"/>
                  </a:lnTo>
                  <a:lnTo>
                    <a:pt x="426126" y="679442"/>
                  </a:lnTo>
                  <a:lnTo>
                    <a:pt x="422027" y="679442"/>
                  </a:lnTo>
                  <a:lnTo>
                    <a:pt x="417928" y="679442"/>
                  </a:lnTo>
                  <a:lnTo>
                    <a:pt x="413829" y="679442"/>
                  </a:lnTo>
                  <a:lnTo>
                    <a:pt x="409729" y="679442"/>
                  </a:lnTo>
                  <a:lnTo>
                    <a:pt x="405631" y="679442"/>
                  </a:lnTo>
                  <a:lnTo>
                    <a:pt x="401532" y="679443"/>
                  </a:lnTo>
                  <a:lnTo>
                    <a:pt x="397433" y="679443"/>
                  </a:lnTo>
                  <a:lnTo>
                    <a:pt x="393333" y="679443"/>
                  </a:lnTo>
                  <a:lnTo>
                    <a:pt x="389234" y="679443"/>
                  </a:lnTo>
                  <a:lnTo>
                    <a:pt x="385135" y="679443"/>
                  </a:lnTo>
                  <a:lnTo>
                    <a:pt x="381036" y="679443"/>
                  </a:lnTo>
                  <a:lnTo>
                    <a:pt x="376937" y="679443"/>
                  </a:lnTo>
                  <a:lnTo>
                    <a:pt x="372838" y="679443"/>
                  </a:lnTo>
                  <a:lnTo>
                    <a:pt x="368739" y="679443"/>
                  </a:lnTo>
                  <a:lnTo>
                    <a:pt x="364640" y="679443"/>
                  </a:lnTo>
                  <a:lnTo>
                    <a:pt x="360541" y="679443"/>
                  </a:lnTo>
                  <a:lnTo>
                    <a:pt x="356441" y="679443"/>
                  </a:lnTo>
                  <a:lnTo>
                    <a:pt x="352342" y="679443"/>
                  </a:lnTo>
                  <a:lnTo>
                    <a:pt x="348243" y="679443"/>
                  </a:lnTo>
                  <a:lnTo>
                    <a:pt x="344144" y="679443"/>
                  </a:lnTo>
                  <a:lnTo>
                    <a:pt x="340045" y="679443"/>
                  </a:lnTo>
                  <a:lnTo>
                    <a:pt x="335946" y="679443"/>
                  </a:lnTo>
                  <a:lnTo>
                    <a:pt x="331847" y="679443"/>
                  </a:lnTo>
                  <a:lnTo>
                    <a:pt x="327748" y="679443"/>
                  </a:lnTo>
                  <a:lnTo>
                    <a:pt x="323649" y="679443"/>
                  </a:lnTo>
                  <a:lnTo>
                    <a:pt x="319550" y="679443"/>
                  </a:lnTo>
                  <a:lnTo>
                    <a:pt x="315450" y="679443"/>
                  </a:lnTo>
                  <a:lnTo>
                    <a:pt x="311351" y="679443"/>
                  </a:lnTo>
                  <a:lnTo>
                    <a:pt x="307252" y="679443"/>
                  </a:lnTo>
                  <a:lnTo>
                    <a:pt x="303153" y="679444"/>
                  </a:lnTo>
                  <a:lnTo>
                    <a:pt x="299054" y="679444"/>
                  </a:lnTo>
                  <a:lnTo>
                    <a:pt x="294955" y="679444"/>
                  </a:lnTo>
                  <a:lnTo>
                    <a:pt x="290856" y="679444"/>
                  </a:lnTo>
                  <a:lnTo>
                    <a:pt x="286757" y="679444"/>
                  </a:lnTo>
                  <a:lnTo>
                    <a:pt x="282658" y="679444"/>
                  </a:lnTo>
                  <a:lnTo>
                    <a:pt x="278559" y="679444"/>
                  </a:lnTo>
                  <a:lnTo>
                    <a:pt x="274459" y="679444"/>
                  </a:lnTo>
                  <a:lnTo>
                    <a:pt x="270360" y="679444"/>
                  </a:lnTo>
                  <a:lnTo>
                    <a:pt x="266262" y="679444"/>
                  </a:lnTo>
                  <a:lnTo>
                    <a:pt x="262162" y="679444"/>
                  </a:lnTo>
                  <a:lnTo>
                    <a:pt x="258063" y="679444"/>
                  </a:lnTo>
                  <a:lnTo>
                    <a:pt x="253964" y="679444"/>
                  </a:lnTo>
                  <a:lnTo>
                    <a:pt x="249865" y="679444"/>
                  </a:lnTo>
                  <a:lnTo>
                    <a:pt x="245766" y="679444"/>
                  </a:lnTo>
                  <a:lnTo>
                    <a:pt x="241667" y="679444"/>
                  </a:lnTo>
                  <a:lnTo>
                    <a:pt x="237568" y="679444"/>
                  </a:lnTo>
                  <a:lnTo>
                    <a:pt x="233468" y="679444"/>
                  </a:lnTo>
                  <a:lnTo>
                    <a:pt x="229369" y="679444"/>
                  </a:lnTo>
                  <a:lnTo>
                    <a:pt x="225271" y="679444"/>
                  </a:lnTo>
                  <a:lnTo>
                    <a:pt x="221171" y="679444"/>
                  </a:lnTo>
                  <a:lnTo>
                    <a:pt x="217072" y="679444"/>
                  </a:lnTo>
                  <a:lnTo>
                    <a:pt x="212973" y="679444"/>
                  </a:lnTo>
                  <a:lnTo>
                    <a:pt x="208874" y="679444"/>
                  </a:lnTo>
                  <a:lnTo>
                    <a:pt x="204775" y="679446"/>
                  </a:lnTo>
                  <a:lnTo>
                    <a:pt x="200676" y="679446"/>
                  </a:lnTo>
                  <a:lnTo>
                    <a:pt x="196577" y="679446"/>
                  </a:lnTo>
                  <a:lnTo>
                    <a:pt x="192478" y="679446"/>
                  </a:lnTo>
                  <a:lnTo>
                    <a:pt x="188379" y="679446"/>
                  </a:lnTo>
                  <a:lnTo>
                    <a:pt x="184280" y="679446"/>
                  </a:lnTo>
                  <a:lnTo>
                    <a:pt x="180180" y="679446"/>
                  </a:lnTo>
                  <a:lnTo>
                    <a:pt x="176081" y="679446"/>
                  </a:lnTo>
                  <a:lnTo>
                    <a:pt x="175097" y="679446"/>
                  </a:lnTo>
                  <a:lnTo>
                    <a:pt x="174732" y="678400"/>
                  </a:lnTo>
                  <a:lnTo>
                    <a:pt x="173795" y="677034"/>
                  </a:lnTo>
                  <a:lnTo>
                    <a:pt x="173425" y="677035"/>
                  </a:lnTo>
                  <a:lnTo>
                    <a:pt x="173044" y="677440"/>
                  </a:lnTo>
                  <a:lnTo>
                    <a:pt x="172804" y="678101"/>
                  </a:lnTo>
                  <a:lnTo>
                    <a:pt x="172593" y="679446"/>
                  </a:lnTo>
                  <a:lnTo>
                    <a:pt x="172458" y="679897"/>
                  </a:lnTo>
                  <a:lnTo>
                    <a:pt x="172323" y="679824"/>
                  </a:lnTo>
                  <a:lnTo>
                    <a:pt x="172235" y="679446"/>
                  </a:lnTo>
                  <a:lnTo>
                    <a:pt x="171935" y="677575"/>
                  </a:lnTo>
                  <a:lnTo>
                    <a:pt x="172015" y="676739"/>
                  </a:lnTo>
                  <a:lnTo>
                    <a:pt x="172323" y="675742"/>
                  </a:lnTo>
                  <a:lnTo>
                    <a:pt x="172301" y="675380"/>
                  </a:lnTo>
                  <a:lnTo>
                    <a:pt x="171623" y="675663"/>
                  </a:lnTo>
                  <a:lnTo>
                    <a:pt x="171318" y="675413"/>
                  </a:lnTo>
                  <a:lnTo>
                    <a:pt x="171179" y="674875"/>
                  </a:lnTo>
                  <a:lnTo>
                    <a:pt x="171229" y="672753"/>
                  </a:lnTo>
                  <a:lnTo>
                    <a:pt x="170860" y="671542"/>
                  </a:lnTo>
                  <a:lnTo>
                    <a:pt x="171298" y="671033"/>
                  </a:lnTo>
                  <a:lnTo>
                    <a:pt x="172419" y="670624"/>
                  </a:lnTo>
                  <a:lnTo>
                    <a:pt x="173569" y="670574"/>
                  </a:lnTo>
                  <a:lnTo>
                    <a:pt x="173903" y="669690"/>
                  </a:lnTo>
                  <a:lnTo>
                    <a:pt x="174228" y="667452"/>
                  </a:lnTo>
                  <a:lnTo>
                    <a:pt x="173408" y="669508"/>
                  </a:lnTo>
                  <a:lnTo>
                    <a:pt x="172917" y="669720"/>
                  </a:lnTo>
                  <a:lnTo>
                    <a:pt x="171391" y="668951"/>
                  </a:lnTo>
                  <a:lnTo>
                    <a:pt x="170406" y="669076"/>
                  </a:lnTo>
                  <a:lnTo>
                    <a:pt x="170273" y="668618"/>
                  </a:lnTo>
                  <a:lnTo>
                    <a:pt x="170314" y="668160"/>
                  </a:lnTo>
                  <a:lnTo>
                    <a:pt x="170528" y="667701"/>
                  </a:lnTo>
                  <a:lnTo>
                    <a:pt x="170685" y="666149"/>
                  </a:lnTo>
                  <a:lnTo>
                    <a:pt x="170922" y="661791"/>
                  </a:lnTo>
                  <a:lnTo>
                    <a:pt x="171233" y="660201"/>
                  </a:lnTo>
                  <a:lnTo>
                    <a:pt x="171340" y="659337"/>
                  </a:lnTo>
                  <a:lnTo>
                    <a:pt x="171264" y="659137"/>
                  </a:lnTo>
                  <a:lnTo>
                    <a:pt x="169942" y="662169"/>
                  </a:lnTo>
                  <a:lnTo>
                    <a:pt x="169830" y="663132"/>
                  </a:lnTo>
                  <a:lnTo>
                    <a:pt x="169967" y="663963"/>
                  </a:lnTo>
                  <a:lnTo>
                    <a:pt x="169839" y="665671"/>
                  </a:lnTo>
                  <a:lnTo>
                    <a:pt x="169231" y="666182"/>
                  </a:lnTo>
                  <a:lnTo>
                    <a:pt x="168865" y="665904"/>
                  </a:lnTo>
                  <a:lnTo>
                    <a:pt x="168180" y="667348"/>
                  </a:lnTo>
                  <a:lnTo>
                    <a:pt x="167965" y="667499"/>
                  </a:lnTo>
                  <a:lnTo>
                    <a:pt x="164809" y="664971"/>
                  </a:lnTo>
                  <a:lnTo>
                    <a:pt x="164492" y="664621"/>
                  </a:lnTo>
                  <a:lnTo>
                    <a:pt x="163949" y="663439"/>
                  </a:lnTo>
                  <a:lnTo>
                    <a:pt x="163177" y="661425"/>
                  </a:lnTo>
                  <a:lnTo>
                    <a:pt x="162935" y="659686"/>
                  </a:lnTo>
                  <a:lnTo>
                    <a:pt x="163222" y="658220"/>
                  </a:lnTo>
                  <a:lnTo>
                    <a:pt x="163523" y="657486"/>
                  </a:lnTo>
                  <a:lnTo>
                    <a:pt x="163842" y="657486"/>
                  </a:lnTo>
                  <a:lnTo>
                    <a:pt x="164195" y="658037"/>
                  </a:lnTo>
                  <a:lnTo>
                    <a:pt x="164922" y="660427"/>
                  </a:lnTo>
                  <a:lnTo>
                    <a:pt x="165210" y="661907"/>
                  </a:lnTo>
                  <a:lnTo>
                    <a:pt x="165961" y="661701"/>
                  </a:lnTo>
                  <a:lnTo>
                    <a:pt x="167175" y="659809"/>
                  </a:lnTo>
                  <a:lnTo>
                    <a:pt x="167467" y="659109"/>
                  </a:lnTo>
                  <a:lnTo>
                    <a:pt x="166257" y="659828"/>
                  </a:lnTo>
                  <a:lnTo>
                    <a:pt x="165734" y="659782"/>
                  </a:lnTo>
                  <a:lnTo>
                    <a:pt x="165202" y="658994"/>
                  </a:lnTo>
                  <a:lnTo>
                    <a:pt x="164660" y="657467"/>
                  </a:lnTo>
                  <a:lnTo>
                    <a:pt x="164377" y="655734"/>
                  </a:lnTo>
                  <a:lnTo>
                    <a:pt x="164373" y="650247"/>
                  </a:lnTo>
                  <a:lnTo>
                    <a:pt x="164558" y="649187"/>
                  </a:lnTo>
                  <a:lnTo>
                    <a:pt x="165146" y="648399"/>
                  </a:lnTo>
                  <a:lnTo>
                    <a:pt x="165523" y="647091"/>
                  </a:lnTo>
                  <a:lnTo>
                    <a:pt x="165494" y="646536"/>
                  </a:lnTo>
                  <a:lnTo>
                    <a:pt x="165131" y="645428"/>
                  </a:lnTo>
                  <a:lnTo>
                    <a:pt x="164605" y="644560"/>
                  </a:lnTo>
                  <a:lnTo>
                    <a:pt x="164091" y="644127"/>
                  </a:lnTo>
                  <a:lnTo>
                    <a:pt x="163973" y="644255"/>
                  </a:lnTo>
                  <a:lnTo>
                    <a:pt x="164769" y="646659"/>
                  </a:lnTo>
                  <a:lnTo>
                    <a:pt x="164743" y="647561"/>
                  </a:lnTo>
                  <a:lnTo>
                    <a:pt x="163862" y="649904"/>
                  </a:lnTo>
                  <a:lnTo>
                    <a:pt x="163728" y="650591"/>
                  </a:lnTo>
                  <a:lnTo>
                    <a:pt x="163721" y="652881"/>
                  </a:lnTo>
                  <a:lnTo>
                    <a:pt x="163598" y="653367"/>
                  </a:lnTo>
                  <a:lnTo>
                    <a:pt x="162887" y="654015"/>
                  </a:lnTo>
                  <a:lnTo>
                    <a:pt x="162091" y="655817"/>
                  </a:lnTo>
                  <a:lnTo>
                    <a:pt x="160749" y="656424"/>
                  </a:lnTo>
                  <a:lnTo>
                    <a:pt x="159486" y="656247"/>
                  </a:lnTo>
                  <a:lnTo>
                    <a:pt x="158807" y="655358"/>
                  </a:lnTo>
                  <a:lnTo>
                    <a:pt x="156701" y="650941"/>
                  </a:lnTo>
                  <a:lnTo>
                    <a:pt x="155931" y="649096"/>
                  </a:lnTo>
                  <a:lnTo>
                    <a:pt x="155913" y="647539"/>
                  </a:lnTo>
                  <a:lnTo>
                    <a:pt x="154472" y="642065"/>
                  </a:lnTo>
                  <a:lnTo>
                    <a:pt x="154480" y="640888"/>
                  </a:lnTo>
                  <a:lnTo>
                    <a:pt x="153977" y="639182"/>
                  </a:lnTo>
                  <a:lnTo>
                    <a:pt x="153420" y="638941"/>
                  </a:lnTo>
                  <a:lnTo>
                    <a:pt x="153294" y="637320"/>
                  </a:lnTo>
                  <a:lnTo>
                    <a:pt x="154446" y="633811"/>
                  </a:lnTo>
                  <a:lnTo>
                    <a:pt x="155159" y="630859"/>
                  </a:lnTo>
                  <a:lnTo>
                    <a:pt x="155240" y="629932"/>
                  </a:lnTo>
                  <a:lnTo>
                    <a:pt x="155209" y="628494"/>
                  </a:lnTo>
                  <a:lnTo>
                    <a:pt x="155036" y="625294"/>
                  </a:lnTo>
                  <a:lnTo>
                    <a:pt x="155186" y="623912"/>
                  </a:lnTo>
                  <a:lnTo>
                    <a:pt x="154477" y="625738"/>
                  </a:lnTo>
                  <a:lnTo>
                    <a:pt x="154327" y="627094"/>
                  </a:lnTo>
                  <a:lnTo>
                    <a:pt x="154502" y="628462"/>
                  </a:lnTo>
                  <a:lnTo>
                    <a:pt x="154391" y="630021"/>
                  </a:lnTo>
                  <a:lnTo>
                    <a:pt x="153979" y="632199"/>
                  </a:lnTo>
                  <a:lnTo>
                    <a:pt x="153274" y="634506"/>
                  </a:lnTo>
                  <a:lnTo>
                    <a:pt x="151821" y="635616"/>
                  </a:lnTo>
                  <a:lnTo>
                    <a:pt x="149260" y="635000"/>
                  </a:lnTo>
                  <a:lnTo>
                    <a:pt x="148963" y="634701"/>
                  </a:lnTo>
                  <a:lnTo>
                    <a:pt x="148782" y="633907"/>
                  </a:lnTo>
                  <a:lnTo>
                    <a:pt x="148654" y="630513"/>
                  </a:lnTo>
                  <a:lnTo>
                    <a:pt x="148498" y="630931"/>
                  </a:lnTo>
                  <a:lnTo>
                    <a:pt x="148207" y="632740"/>
                  </a:lnTo>
                  <a:lnTo>
                    <a:pt x="147973" y="635329"/>
                  </a:lnTo>
                  <a:lnTo>
                    <a:pt x="147674" y="635914"/>
                  </a:lnTo>
                  <a:lnTo>
                    <a:pt x="147133" y="635963"/>
                  </a:lnTo>
                  <a:lnTo>
                    <a:pt x="146713" y="635549"/>
                  </a:lnTo>
                  <a:lnTo>
                    <a:pt x="146413" y="634674"/>
                  </a:lnTo>
                  <a:lnTo>
                    <a:pt x="145767" y="634601"/>
                  </a:lnTo>
                  <a:lnTo>
                    <a:pt x="144561" y="635290"/>
                  </a:lnTo>
                  <a:lnTo>
                    <a:pt x="143993" y="635013"/>
                  </a:lnTo>
                  <a:lnTo>
                    <a:pt x="143318" y="634987"/>
                  </a:lnTo>
                  <a:lnTo>
                    <a:pt x="141951" y="634228"/>
                  </a:lnTo>
                  <a:lnTo>
                    <a:pt x="140336" y="634033"/>
                  </a:lnTo>
                  <a:lnTo>
                    <a:pt x="139899" y="633447"/>
                  </a:lnTo>
                  <a:lnTo>
                    <a:pt x="139923" y="632323"/>
                  </a:lnTo>
                  <a:lnTo>
                    <a:pt x="140225" y="631755"/>
                  </a:lnTo>
                  <a:lnTo>
                    <a:pt x="141928" y="631257"/>
                  </a:lnTo>
                  <a:lnTo>
                    <a:pt x="143579" y="630061"/>
                  </a:lnTo>
                  <a:lnTo>
                    <a:pt x="145209" y="629468"/>
                  </a:lnTo>
                  <a:lnTo>
                    <a:pt x="145147" y="628861"/>
                  </a:lnTo>
                  <a:lnTo>
                    <a:pt x="144411" y="628670"/>
                  </a:lnTo>
                  <a:lnTo>
                    <a:pt x="140665" y="629989"/>
                  </a:lnTo>
                  <a:lnTo>
                    <a:pt x="139486" y="629830"/>
                  </a:lnTo>
                  <a:lnTo>
                    <a:pt x="139280" y="629615"/>
                  </a:lnTo>
                  <a:lnTo>
                    <a:pt x="139252" y="628283"/>
                  </a:lnTo>
                  <a:lnTo>
                    <a:pt x="139685" y="627018"/>
                  </a:lnTo>
                  <a:lnTo>
                    <a:pt x="140407" y="625842"/>
                  </a:lnTo>
                  <a:lnTo>
                    <a:pt x="140624" y="624948"/>
                  </a:lnTo>
                  <a:lnTo>
                    <a:pt x="140205" y="624568"/>
                  </a:lnTo>
                  <a:lnTo>
                    <a:pt x="139532" y="624815"/>
                  </a:lnTo>
                  <a:lnTo>
                    <a:pt x="139209" y="624099"/>
                  </a:lnTo>
                  <a:lnTo>
                    <a:pt x="139566" y="621309"/>
                  </a:lnTo>
                  <a:lnTo>
                    <a:pt x="139252" y="618462"/>
                  </a:lnTo>
                  <a:lnTo>
                    <a:pt x="138814" y="621162"/>
                  </a:lnTo>
                  <a:lnTo>
                    <a:pt x="138151" y="622649"/>
                  </a:lnTo>
                  <a:lnTo>
                    <a:pt x="134992" y="623283"/>
                  </a:lnTo>
                  <a:lnTo>
                    <a:pt x="134476" y="624078"/>
                  </a:lnTo>
                  <a:lnTo>
                    <a:pt x="134058" y="624056"/>
                  </a:lnTo>
                  <a:lnTo>
                    <a:pt x="132040" y="622622"/>
                  </a:lnTo>
                  <a:lnTo>
                    <a:pt x="131180" y="621750"/>
                  </a:lnTo>
                  <a:lnTo>
                    <a:pt x="130370" y="620455"/>
                  </a:lnTo>
                  <a:lnTo>
                    <a:pt x="128931" y="617555"/>
                  </a:lnTo>
                  <a:lnTo>
                    <a:pt x="127804" y="615675"/>
                  </a:lnTo>
                  <a:lnTo>
                    <a:pt x="127744" y="612203"/>
                  </a:lnTo>
                  <a:lnTo>
                    <a:pt x="127986" y="609993"/>
                  </a:lnTo>
                  <a:lnTo>
                    <a:pt x="128529" y="607515"/>
                  </a:lnTo>
                  <a:lnTo>
                    <a:pt x="130577" y="602174"/>
                  </a:lnTo>
                  <a:lnTo>
                    <a:pt x="131280" y="601160"/>
                  </a:lnTo>
                  <a:lnTo>
                    <a:pt x="131913" y="600813"/>
                  </a:lnTo>
                  <a:lnTo>
                    <a:pt x="134918" y="600346"/>
                  </a:lnTo>
                  <a:lnTo>
                    <a:pt x="137155" y="599675"/>
                  </a:lnTo>
                  <a:lnTo>
                    <a:pt x="137578" y="599356"/>
                  </a:lnTo>
                  <a:lnTo>
                    <a:pt x="134284" y="598964"/>
                  </a:lnTo>
                  <a:lnTo>
                    <a:pt x="131355" y="599239"/>
                  </a:lnTo>
                  <a:lnTo>
                    <a:pt x="130355" y="600079"/>
                  </a:lnTo>
                  <a:lnTo>
                    <a:pt x="129077" y="603507"/>
                  </a:lnTo>
                  <a:lnTo>
                    <a:pt x="128751" y="604951"/>
                  </a:lnTo>
                  <a:lnTo>
                    <a:pt x="128412" y="606003"/>
                  </a:lnTo>
                  <a:lnTo>
                    <a:pt x="128183" y="606029"/>
                  </a:lnTo>
                  <a:lnTo>
                    <a:pt x="127747" y="605657"/>
                  </a:lnTo>
                  <a:lnTo>
                    <a:pt x="127606" y="605204"/>
                  </a:lnTo>
                  <a:lnTo>
                    <a:pt x="127425" y="604080"/>
                  </a:lnTo>
                  <a:lnTo>
                    <a:pt x="126738" y="602297"/>
                  </a:lnTo>
                  <a:lnTo>
                    <a:pt x="126435" y="600249"/>
                  </a:lnTo>
                  <a:lnTo>
                    <a:pt x="126256" y="597234"/>
                  </a:lnTo>
                  <a:lnTo>
                    <a:pt x="126313" y="595888"/>
                  </a:lnTo>
                  <a:lnTo>
                    <a:pt x="126632" y="594168"/>
                  </a:lnTo>
                  <a:lnTo>
                    <a:pt x="127616" y="590793"/>
                  </a:lnTo>
                  <a:lnTo>
                    <a:pt x="126355" y="590880"/>
                  </a:lnTo>
                  <a:lnTo>
                    <a:pt x="126504" y="588037"/>
                  </a:lnTo>
                  <a:lnTo>
                    <a:pt x="126965" y="584948"/>
                  </a:lnTo>
                  <a:lnTo>
                    <a:pt x="128138" y="583119"/>
                  </a:lnTo>
                  <a:lnTo>
                    <a:pt x="129327" y="581798"/>
                  </a:lnTo>
                  <a:lnTo>
                    <a:pt x="130401" y="580068"/>
                  </a:lnTo>
                  <a:lnTo>
                    <a:pt x="132283" y="578917"/>
                  </a:lnTo>
                  <a:lnTo>
                    <a:pt x="132922" y="581289"/>
                  </a:lnTo>
                  <a:lnTo>
                    <a:pt x="134535" y="582003"/>
                  </a:lnTo>
                  <a:lnTo>
                    <a:pt x="135001" y="583071"/>
                  </a:lnTo>
                  <a:lnTo>
                    <a:pt x="135573" y="585027"/>
                  </a:lnTo>
                  <a:lnTo>
                    <a:pt x="136281" y="586895"/>
                  </a:lnTo>
                  <a:lnTo>
                    <a:pt x="137125" y="588673"/>
                  </a:lnTo>
                  <a:lnTo>
                    <a:pt x="137361" y="588799"/>
                  </a:lnTo>
                  <a:lnTo>
                    <a:pt x="136990" y="587273"/>
                  </a:lnTo>
                  <a:lnTo>
                    <a:pt x="135619" y="583930"/>
                  </a:lnTo>
                  <a:lnTo>
                    <a:pt x="135559" y="582752"/>
                  </a:lnTo>
                  <a:lnTo>
                    <a:pt x="135206" y="581474"/>
                  </a:lnTo>
                  <a:lnTo>
                    <a:pt x="133390" y="579631"/>
                  </a:lnTo>
                  <a:lnTo>
                    <a:pt x="133068" y="578924"/>
                  </a:lnTo>
                  <a:lnTo>
                    <a:pt x="132747" y="577069"/>
                  </a:lnTo>
                  <a:lnTo>
                    <a:pt x="132609" y="575870"/>
                  </a:lnTo>
                  <a:lnTo>
                    <a:pt x="132813" y="574704"/>
                  </a:lnTo>
                  <a:lnTo>
                    <a:pt x="134658" y="571152"/>
                  </a:lnTo>
                  <a:lnTo>
                    <a:pt x="135080" y="569280"/>
                  </a:lnTo>
                  <a:lnTo>
                    <a:pt x="135079" y="568400"/>
                  </a:lnTo>
                  <a:lnTo>
                    <a:pt x="134935" y="567406"/>
                  </a:lnTo>
                  <a:lnTo>
                    <a:pt x="134426" y="565698"/>
                  </a:lnTo>
                  <a:lnTo>
                    <a:pt x="134550" y="568295"/>
                  </a:lnTo>
                  <a:lnTo>
                    <a:pt x="134484" y="569318"/>
                  </a:lnTo>
                  <a:lnTo>
                    <a:pt x="134276" y="570448"/>
                  </a:lnTo>
                  <a:lnTo>
                    <a:pt x="133975" y="571306"/>
                  </a:lnTo>
                  <a:lnTo>
                    <a:pt x="133582" y="571893"/>
                  </a:lnTo>
                  <a:lnTo>
                    <a:pt x="129620" y="579976"/>
                  </a:lnTo>
                  <a:lnTo>
                    <a:pt x="129225" y="580451"/>
                  </a:lnTo>
                  <a:lnTo>
                    <a:pt x="127753" y="581181"/>
                  </a:lnTo>
                  <a:lnTo>
                    <a:pt x="126999" y="582042"/>
                  </a:lnTo>
                  <a:lnTo>
                    <a:pt x="126591" y="583176"/>
                  </a:lnTo>
                  <a:lnTo>
                    <a:pt x="125938" y="586134"/>
                  </a:lnTo>
                  <a:lnTo>
                    <a:pt x="125042" y="592054"/>
                  </a:lnTo>
                  <a:lnTo>
                    <a:pt x="124015" y="596844"/>
                  </a:lnTo>
                  <a:lnTo>
                    <a:pt x="123137" y="590643"/>
                  </a:lnTo>
                  <a:lnTo>
                    <a:pt x="121560" y="585897"/>
                  </a:lnTo>
                  <a:lnTo>
                    <a:pt x="124637" y="581191"/>
                  </a:lnTo>
                  <a:lnTo>
                    <a:pt x="124718" y="580472"/>
                  </a:lnTo>
                  <a:lnTo>
                    <a:pt x="124418" y="577959"/>
                  </a:lnTo>
                  <a:lnTo>
                    <a:pt x="124502" y="577197"/>
                  </a:lnTo>
                  <a:lnTo>
                    <a:pt x="124793" y="576094"/>
                  </a:lnTo>
                  <a:lnTo>
                    <a:pt x="125572" y="574483"/>
                  </a:lnTo>
                  <a:lnTo>
                    <a:pt x="125542" y="574319"/>
                  </a:lnTo>
                  <a:lnTo>
                    <a:pt x="124630" y="574897"/>
                  </a:lnTo>
                  <a:lnTo>
                    <a:pt x="123229" y="578539"/>
                  </a:lnTo>
                  <a:lnTo>
                    <a:pt x="122681" y="579711"/>
                  </a:lnTo>
                  <a:lnTo>
                    <a:pt x="122387" y="579866"/>
                  </a:lnTo>
                  <a:lnTo>
                    <a:pt x="122353" y="577724"/>
                  </a:lnTo>
                  <a:lnTo>
                    <a:pt x="123106" y="572175"/>
                  </a:lnTo>
                  <a:lnTo>
                    <a:pt x="123725" y="566781"/>
                  </a:lnTo>
                  <a:lnTo>
                    <a:pt x="123952" y="565238"/>
                  </a:lnTo>
                  <a:lnTo>
                    <a:pt x="124486" y="563682"/>
                  </a:lnTo>
                  <a:lnTo>
                    <a:pt x="123979" y="563795"/>
                  </a:lnTo>
                  <a:lnTo>
                    <a:pt x="121488" y="566191"/>
                  </a:lnTo>
                  <a:lnTo>
                    <a:pt x="120653" y="564689"/>
                  </a:lnTo>
                  <a:lnTo>
                    <a:pt x="119954" y="556887"/>
                  </a:lnTo>
                  <a:lnTo>
                    <a:pt x="118726" y="553838"/>
                  </a:lnTo>
                  <a:lnTo>
                    <a:pt x="116648" y="551348"/>
                  </a:lnTo>
                  <a:lnTo>
                    <a:pt x="114606" y="550190"/>
                  </a:lnTo>
                  <a:lnTo>
                    <a:pt x="114139" y="547974"/>
                  </a:lnTo>
                  <a:lnTo>
                    <a:pt x="113735" y="545276"/>
                  </a:lnTo>
                  <a:lnTo>
                    <a:pt x="114284" y="542099"/>
                  </a:lnTo>
                  <a:lnTo>
                    <a:pt x="115178" y="540591"/>
                  </a:lnTo>
                  <a:lnTo>
                    <a:pt x="116003" y="539910"/>
                  </a:lnTo>
                  <a:lnTo>
                    <a:pt x="116782" y="540225"/>
                  </a:lnTo>
                  <a:lnTo>
                    <a:pt x="116822" y="541388"/>
                  </a:lnTo>
                  <a:lnTo>
                    <a:pt x="116292" y="544516"/>
                  </a:lnTo>
                  <a:lnTo>
                    <a:pt x="116989" y="544809"/>
                  </a:lnTo>
                  <a:lnTo>
                    <a:pt x="119786" y="548613"/>
                  </a:lnTo>
                  <a:lnTo>
                    <a:pt x="120397" y="548919"/>
                  </a:lnTo>
                  <a:lnTo>
                    <a:pt x="121556" y="547456"/>
                  </a:lnTo>
                  <a:lnTo>
                    <a:pt x="122200" y="547514"/>
                  </a:lnTo>
                  <a:lnTo>
                    <a:pt x="123722" y="548699"/>
                  </a:lnTo>
                  <a:lnTo>
                    <a:pt x="124236" y="550127"/>
                  </a:lnTo>
                  <a:lnTo>
                    <a:pt x="125692" y="552926"/>
                  </a:lnTo>
                  <a:lnTo>
                    <a:pt x="125478" y="551297"/>
                  </a:lnTo>
                  <a:lnTo>
                    <a:pt x="123891" y="547866"/>
                  </a:lnTo>
                  <a:lnTo>
                    <a:pt x="123006" y="546765"/>
                  </a:lnTo>
                  <a:lnTo>
                    <a:pt x="121449" y="546553"/>
                  </a:lnTo>
                  <a:lnTo>
                    <a:pt x="120483" y="547129"/>
                  </a:lnTo>
                  <a:lnTo>
                    <a:pt x="120078" y="546961"/>
                  </a:lnTo>
                  <a:lnTo>
                    <a:pt x="119226" y="546089"/>
                  </a:lnTo>
                  <a:lnTo>
                    <a:pt x="118503" y="544656"/>
                  </a:lnTo>
                  <a:lnTo>
                    <a:pt x="117780" y="541516"/>
                  </a:lnTo>
                  <a:lnTo>
                    <a:pt x="117616" y="540057"/>
                  </a:lnTo>
                  <a:lnTo>
                    <a:pt x="117656" y="538974"/>
                  </a:lnTo>
                  <a:lnTo>
                    <a:pt x="117826" y="537990"/>
                  </a:lnTo>
                  <a:lnTo>
                    <a:pt x="118126" y="537108"/>
                  </a:lnTo>
                  <a:lnTo>
                    <a:pt x="118721" y="536469"/>
                  </a:lnTo>
                  <a:lnTo>
                    <a:pt x="119610" y="536072"/>
                  </a:lnTo>
                  <a:lnTo>
                    <a:pt x="119882" y="535687"/>
                  </a:lnTo>
                  <a:lnTo>
                    <a:pt x="118741" y="533892"/>
                  </a:lnTo>
                  <a:lnTo>
                    <a:pt x="118222" y="533900"/>
                  </a:lnTo>
                  <a:lnTo>
                    <a:pt x="116440" y="536524"/>
                  </a:lnTo>
                  <a:lnTo>
                    <a:pt x="116078" y="536730"/>
                  </a:lnTo>
                  <a:lnTo>
                    <a:pt x="115923" y="536221"/>
                  </a:lnTo>
                  <a:lnTo>
                    <a:pt x="115775" y="536179"/>
                  </a:lnTo>
                  <a:lnTo>
                    <a:pt x="115250" y="537479"/>
                  </a:lnTo>
                  <a:lnTo>
                    <a:pt x="114842" y="538061"/>
                  </a:lnTo>
                  <a:lnTo>
                    <a:pt x="113383" y="542085"/>
                  </a:lnTo>
                  <a:lnTo>
                    <a:pt x="113156" y="544011"/>
                  </a:lnTo>
                  <a:lnTo>
                    <a:pt x="113074" y="546888"/>
                  </a:lnTo>
                  <a:lnTo>
                    <a:pt x="112905" y="548693"/>
                  </a:lnTo>
                  <a:lnTo>
                    <a:pt x="112651" y="549426"/>
                  </a:lnTo>
                  <a:lnTo>
                    <a:pt x="110939" y="550802"/>
                  </a:lnTo>
                  <a:lnTo>
                    <a:pt x="109965" y="553613"/>
                  </a:lnTo>
                  <a:lnTo>
                    <a:pt x="108782" y="551187"/>
                  </a:lnTo>
                  <a:lnTo>
                    <a:pt x="107484" y="548847"/>
                  </a:lnTo>
                  <a:lnTo>
                    <a:pt x="106618" y="544751"/>
                  </a:lnTo>
                  <a:lnTo>
                    <a:pt x="105056" y="544034"/>
                  </a:lnTo>
                  <a:lnTo>
                    <a:pt x="103239" y="541714"/>
                  </a:lnTo>
                  <a:lnTo>
                    <a:pt x="102548" y="539652"/>
                  </a:lnTo>
                  <a:lnTo>
                    <a:pt x="103532" y="535412"/>
                  </a:lnTo>
                  <a:lnTo>
                    <a:pt x="104944" y="532210"/>
                  </a:lnTo>
                  <a:lnTo>
                    <a:pt x="105160" y="528372"/>
                  </a:lnTo>
                  <a:lnTo>
                    <a:pt x="105354" y="527548"/>
                  </a:lnTo>
                  <a:lnTo>
                    <a:pt x="107782" y="526596"/>
                  </a:lnTo>
                  <a:lnTo>
                    <a:pt x="109366" y="524690"/>
                  </a:lnTo>
                  <a:lnTo>
                    <a:pt x="107742" y="524517"/>
                  </a:lnTo>
                  <a:lnTo>
                    <a:pt x="106747" y="524805"/>
                  </a:lnTo>
                  <a:lnTo>
                    <a:pt x="104961" y="526134"/>
                  </a:lnTo>
                  <a:lnTo>
                    <a:pt x="102979" y="523505"/>
                  </a:lnTo>
                  <a:lnTo>
                    <a:pt x="101956" y="521103"/>
                  </a:lnTo>
                  <a:lnTo>
                    <a:pt x="101634" y="519054"/>
                  </a:lnTo>
                  <a:lnTo>
                    <a:pt x="101988" y="517322"/>
                  </a:lnTo>
                  <a:lnTo>
                    <a:pt x="102034" y="515557"/>
                  </a:lnTo>
                  <a:lnTo>
                    <a:pt x="102213" y="513173"/>
                  </a:lnTo>
                  <a:lnTo>
                    <a:pt x="102401" y="512130"/>
                  </a:lnTo>
                  <a:lnTo>
                    <a:pt x="102817" y="510801"/>
                  </a:lnTo>
                  <a:lnTo>
                    <a:pt x="103666" y="509916"/>
                  </a:lnTo>
                  <a:lnTo>
                    <a:pt x="104416" y="507183"/>
                  </a:lnTo>
                  <a:lnTo>
                    <a:pt x="104726" y="505277"/>
                  </a:lnTo>
                  <a:lnTo>
                    <a:pt x="106265" y="499550"/>
                  </a:lnTo>
                  <a:lnTo>
                    <a:pt x="106827" y="497080"/>
                  </a:lnTo>
                  <a:lnTo>
                    <a:pt x="107878" y="493658"/>
                  </a:lnTo>
                  <a:lnTo>
                    <a:pt x="109994" y="488277"/>
                  </a:lnTo>
                  <a:lnTo>
                    <a:pt x="109326" y="488582"/>
                  </a:lnTo>
                  <a:lnTo>
                    <a:pt x="108975" y="489042"/>
                  </a:lnTo>
                  <a:lnTo>
                    <a:pt x="108642" y="488986"/>
                  </a:lnTo>
                  <a:lnTo>
                    <a:pt x="108326" y="488412"/>
                  </a:lnTo>
                  <a:lnTo>
                    <a:pt x="108025" y="487223"/>
                  </a:lnTo>
                  <a:lnTo>
                    <a:pt x="107740" y="485411"/>
                  </a:lnTo>
                  <a:lnTo>
                    <a:pt x="107579" y="486207"/>
                  </a:lnTo>
                  <a:lnTo>
                    <a:pt x="107543" y="489606"/>
                  </a:lnTo>
                  <a:lnTo>
                    <a:pt x="107330" y="492516"/>
                  </a:lnTo>
                  <a:lnTo>
                    <a:pt x="106952" y="494539"/>
                  </a:lnTo>
                  <a:lnTo>
                    <a:pt x="105913" y="498651"/>
                  </a:lnTo>
                  <a:lnTo>
                    <a:pt x="105304" y="500253"/>
                  </a:lnTo>
                  <a:lnTo>
                    <a:pt x="104888" y="498761"/>
                  </a:lnTo>
                  <a:lnTo>
                    <a:pt x="105209" y="496190"/>
                  </a:lnTo>
                  <a:lnTo>
                    <a:pt x="105810" y="494143"/>
                  </a:lnTo>
                  <a:lnTo>
                    <a:pt x="105913" y="491342"/>
                  </a:lnTo>
                  <a:lnTo>
                    <a:pt x="105347" y="488000"/>
                  </a:lnTo>
                  <a:lnTo>
                    <a:pt x="105002" y="485312"/>
                  </a:lnTo>
                  <a:lnTo>
                    <a:pt x="104877" y="483275"/>
                  </a:lnTo>
                  <a:lnTo>
                    <a:pt x="104860" y="481415"/>
                  </a:lnTo>
                  <a:lnTo>
                    <a:pt x="104952" y="479733"/>
                  </a:lnTo>
                  <a:lnTo>
                    <a:pt x="105190" y="477901"/>
                  </a:lnTo>
                  <a:lnTo>
                    <a:pt x="105575" y="475920"/>
                  </a:lnTo>
                  <a:lnTo>
                    <a:pt x="105529" y="475699"/>
                  </a:lnTo>
                  <a:lnTo>
                    <a:pt x="105635" y="473858"/>
                  </a:lnTo>
                  <a:lnTo>
                    <a:pt x="105550" y="471968"/>
                  </a:lnTo>
                  <a:lnTo>
                    <a:pt x="105233" y="470469"/>
                  </a:lnTo>
                  <a:lnTo>
                    <a:pt x="104830" y="469167"/>
                  </a:lnTo>
                  <a:lnTo>
                    <a:pt x="103706" y="469949"/>
                  </a:lnTo>
                  <a:lnTo>
                    <a:pt x="101799" y="468776"/>
                  </a:lnTo>
                  <a:lnTo>
                    <a:pt x="101184" y="465583"/>
                  </a:lnTo>
                  <a:lnTo>
                    <a:pt x="99530" y="464605"/>
                  </a:lnTo>
                  <a:lnTo>
                    <a:pt x="98640" y="462325"/>
                  </a:lnTo>
                  <a:lnTo>
                    <a:pt x="96828" y="461208"/>
                  </a:lnTo>
                  <a:lnTo>
                    <a:pt x="95360" y="460434"/>
                  </a:lnTo>
                  <a:lnTo>
                    <a:pt x="94240" y="459122"/>
                  </a:lnTo>
                  <a:lnTo>
                    <a:pt x="92929" y="457586"/>
                  </a:lnTo>
                  <a:lnTo>
                    <a:pt x="91620" y="455945"/>
                  </a:lnTo>
                  <a:lnTo>
                    <a:pt x="90628" y="454701"/>
                  </a:lnTo>
                  <a:lnTo>
                    <a:pt x="89893" y="454782"/>
                  </a:lnTo>
                  <a:lnTo>
                    <a:pt x="88233" y="454963"/>
                  </a:lnTo>
                  <a:lnTo>
                    <a:pt x="88148" y="452161"/>
                  </a:lnTo>
                  <a:lnTo>
                    <a:pt x="87639" y="450467"/>
                  </a:lnTo>
                  <a:lnTo>
                    <a:pt x="87830" y="448969"/>
                  </a:lnTo>
                  <a:lnTo>
                    <a:pt x="86904" y="448204"/>
                  </a:lnTo>
                  <a:lnTo>
                    <a:pt x="85541" y="447079"/>
                  </a:lnTo>
                  <a:lnTo>
                    <a:pt x="85939" y="444225"/>
                  </a:lnTo>
                  <a:lnTo>
                    <a:pt x="86240" y="442062"/>
                  </a:lnTo>
                  <a:lnTo>
                    <a:pt x="85034" y="441423"/>
                  </a:lnTo>
                  <a:lnTo>
                    <a:pt x="83294" y="440500"/>
                  </a:lnTo>
                  <a:lnTo>
                    <a:pt x="83857" y="438552"/>
                  </a:lnTo>
                  <a:lnTo>
                    <a:pt x="84311" y="436981"/>
                  </a:lnTo>
                  <a:lnTo>
                    <a:pt x="83643" y="434682"/>
                  </a:lnTo>
                  <a:lnTo>
                    <a:pt x="82289" y="430829"/>
                  </a:lnTo>
                  <a:lnTo>
                    <a:pt x="81251" y="428076"/>
                  </a:lnTo>
                  <a:lnTo>
                    <a:pt x="79895" y="423785"/>
                  </a:lnTo>
                  <a:lnTo>
                    <a:pt x="78703" y="420014"/>
                  </a:lnTo>
                  <a:lnTo>
                    <a:pt x="77729" y="416933"/>
                  </a:lnTo>
                  <a:lnTo>
                    <a:pt x="76916" y="414806"/>
                  </a:lnTo>
                  <a:lnTo>
                    <a:pt x="75772" y="411001"/>
                  </a:lnTo>
                  <a:lnTo>
                    <a:pt x="74283" y="406713"/>
                  </a:lnTo>
                  <a:lnTo>
                    <a:pt x="72867" y="403338"/>
                  </a:lnTo>
                  <a:lnTo>
                    <a:pt x="73073" y="401157"/>
                  </a:lnTo>
                  <a:lnTo>
                    <a:pt x="71677" y="398421"/>
                  </a:lnTo>
                  <a:lnTo>
                    <a:pt x="70451" y="395652"/>
                  </a:lnTo>
                  <a:lnTo>
                    <a:pt x="69039" y="392465"/>
                  </a:lnTo>
                  <a:lnTo>
                    <a:pt x="67645" y="390904"/>
                  </a:lnTo>
                  <a:lnTo>
                    <a:pt x="66651" y="389792"/>
                  </a:lnTo>
                  <a:lnTo>
                    <a:pt x="65215" y="388184"/>
                  </a:lnTo>
                  <a:lnTo>
                    <a:pt x="64461" y="386749"/>
                  </a:lnTo>
                  <a:lnTo>
                    <a:pt x="64147" y="385531"/>
                  </a:lnTo>
                  <a:lnTo>
                    <a:pt x="63821" y="384672"/>
                  </a:lnTo>
                  <a:lnTo>
                    <a:pt x="63537" y="383478"/>
                  </a:lnTo>
                  <a:lnTo>
                    <a:pt x="63372" y="382087"/>
                  </a:lnTo>
                  <a:lnTo>
                    <a:pt x="63078" y="381227"/>
                  </a:lnTo>
                  <a:lnTo>
                    <a:pt x="61336" y="379160"/>
                  </a:lnTo>
                  <a:lnTo>
                    <a:pt x="60805" y="377861"/>
                  </a:lnTo>
                  <a:lnTo>
                    <a:pt x="59602" y="376362"/>
                  </a:lnTo>
                  <a:lnTo>
                    <a:pt x="58594" y="375736"/>
                  </a:lnTo>
                  <a:lnTo>
                    <a:pt x="58243" y="375231"/>
                  </a:lnTo>
                  <a:lnTo>
                    <a:pt x="57017" y="370705"/>
                  </a:lnTo>
                  <a:lnTo>
                    <a:pt x="57214" y="369091"/>
                  </a:lnTo>
                  <a:lnTo>
                    <a:pt x="57350" y="367477"/>
                  </a:lnTo>
                  <a:lnTo>
                    <a:pt x="57212" y="366650"/>
                  </a:lnTo>
                  <a:lnTo>
                    <a:pt x="55195" y="363212"/>
                  </a:lnTo>
                  <a:lnTo>
                    <a:pt x="54166" y="361785"/>
                  </a:lnTo>
                  <a:lnTo>
                    <a:pt x="53127" y="360309"/>
                  </a:lnTo>
                  <a:lnTo>
                    <a:pt x="50948" y="362215"/>
                  </a:lnTo>
                  <a:lnTo>
                    <a:pt x="48717" y="364169"/>
                  </a:lnTo>
                  <a:lnTo>
                    <a:pt x="47154" y="364886"/>
                  </a:lnTo>
                  <a:lnTo>
                    <a:pt x="44995" y="365877"/>
                  </a:lnTo>
                  <a:lnTo>
                    <a:pt x="45713" y="368002"/>
                  </a:lnTo>
                  <a:lnTo>
                    <a:pt x="45416" y="369556"/>
                  </a:lnTo>
                  <a:lnTo>
                    <a:pt x="44744" y="370273"/>
                  </a:lnTo>
                  <a:lnTo>
                    <a:pt x="43605" y="370184"/>
                  </a:lnTo>
                  <a:lnTo>
                    <a:pt x="43601" y="375477"/>
                  </a:lnTo>
                  <a:lnTo>
                    <a:pt x="42525" y="379250"/>
                  </a:lnTo>
                  <a:lnTo>
                    <a:pt x="40270" y="379315"/>
                  </a:lnTo>
                  <a:lnTo>
                    <a:pt x="39058" y="380614"/>
                  </a:lnTo>
                  <a:lnTo>
                    <a:pt x="37261" y="382538"/>
                  </a:lnTo>
                  <a:lnTo>
                    <a:pt x="35807" y="384098"/>
                  </a:lnTo>
                  <a:lnTo>
                    <a:pt x="34259" y="386612"/>
                  </a:lnTo>
                  <a:lnTo>
                    <a:pt x="33467" y="386249"/>
                  </a:lnTo>
                  <a:lnTo>
                    <a:pt x="33820" y="384009"/>
                  </a:lnTo>
                  <a:lnTo>
                    <a:pt x="33248" y="380220"/>
                  </a:lnTo>
                  <a:lnTo>
                    <a:pt x="32771" y="377063"/>
                  </a:lnTo>
                  <a:lnTo>
                    <a:pt x="31778" y="375441"/>
                  </a:lnTo>
                  <a:lnTo>
                    <a:pt x="30106" y="372710"/>
                  </a:lnTo>
                  <a:lnTo>
                    <a:pt x="28850" y="370661"/>
                  </a:lnTo>
                  <a:lnTo>
                    <a:pt x="27059" y="367735"/>
                  </a:lnTo>
                  <a:lnTo>
                    <a:pt x="25808" y="365691"/>
                  </a:lnTo>
                  <a:lnTo>
                    <a:pt x="24500" y="363555"/>
                  </a:lnTo>
                  <a:lnTo>
                    <a:pt x="22783" y="360752"/>
                  </a:lnTo>
                  <a:lnTo>
                    <a:pt x="22079" y="357116"/>
                  </a:lnTo>
                  <a:lnTo>
                    <a:pt x="20509" y="355803"/>
                  </a:lnTo>
                  <a:lnTo>
                    <a:pt x="18830" y="354399"/>
                  </a:lnTo>
                  <a:lnTo>
                    <a:pt x="17468" y="351730"/>
                  </a:lnTo>
                  <a:lnTo>
                    <a:pt x="17931" y="349097"/>
                  </a:lnTo>
                  <a:lnTo>
                    <a:pt x="18486" y="345943"/>
                  </a:lnTo>
                  <a:lnTo>
                    <a:pt x="18486" y="344044"/>
                  </a:lnTo>
                  <a:lnTo>
                    <a:pt x="16991" y="344161"/>
                  </a:lnTo>
                  <a:lnTo>
                    <a:pt x="14749" y="344340"/>
                  </a:lnTo>
                  <a:lnTo>
                    <a:pt x="12746" y="344498"/>
                  </a:lnTo>
                  <a:lnTo>
                    <a:pt x="11262" y="346728"/>
                  </a:lnTo>
                  <a:lnTo>
                    <a:pt x="9891" y="348788"/>
                  </a:lnTo>
                  <a:lnTo>
                    <a:pt x="7741" y="347182"/>
                  </a:lnTo>
                  <a:lnTo>
                    <a:pt x="5281" y="345344"/>
                  </a:lnTo>
                  <a:lnTo>
                    <a:pt x="4582" y="347748"/>
                  </a:lnTo>
                  <a:lnTo>
                    <a:pt x="2301" y="346543"/>
                  </a:lnTo>
                  <a:lnTo>
                    <a:pt x="0" y="345328"/>
                  </a:lnTo>
                  <a:lnTo>
                    <a:pt x="0" y="336694"/>
                  </a:lnTo>
                  <a:lnTo>
                    <a:pt x="0" y="328059"/>
                  </a:lnTo>
                  <a:lnTo>
                    <a:pt x="0" y="319425"/>
                  </a:lnTo>
                  <a:lnTo>
                    <a:pt x="0" y="310791"/>
                  </a:lnTo>
                  <a:lnTo>
                    <a:pt x="0" y="302156"/>
                  </a:lnTo>
                  <a:lnTo>
                    <a:pt x="0" y="293522"/>
                  </a:lnTo>
                  <a:lnTo>
                    <a:pt x="0" y="284887"/>
                  </a:lnTo>
                  <a:lnTo>
                    <a:pt x="0" y="276253"/>
                  </a:lnTo>
                  <a:lnTo>
                    <a:pt x="0" y="267619"/>
                  </a:lnTo>
                  <a:lnTo>
                    <a:pt x="0" y="258985"/>
                  </a:lnTo>
                  <a:lnTo>
                    <a:pt x="0" y="250351"/>
                  </a:lnTo>
                  <a:lnTo>
                    <a:pt x="0" y="241716"/>
                  </a:lnTo>
                  <a:lnTo>
                    <a:pt x="0" y="233082"/>
                  </a:lnTo>
                  <a:lnTo>
                    <a:pt x="0" y="224447"/>
                  </a:lnTo>
                  <a:lnTo>
                    <a:pt x="0" y="215813"/>
                  </a:lnTo>
                  <a:lnTo>
                    <a:pt x="0" y="207178"/>
                  </a:lnTo>
                  <a:lnTo>
                    <a:pt x="0" y="198544"/>
                  </a:lnTo>
                  <a:lnTo>
                    <a:pt x="0" y="189910"/>
                  </a:lnTo>
                  <a:lnTo>
                    <a:pt x="0" y="181275"/>
                  </a:lnTo>
                  <a:lnTo>
                    <a:pt x="0" y="172641"/>
                  </a:lnTo>
                  <a:lnTo>
                    <a:pt x="0" y="164007"/>
                  </a:lnTo>
                  <a:lnTo>
                    <a:pt x="0" y="155372"/>
                  </a:lnTo>
                  <a:lnTo>
                    <a:pt x="0" y="146738"/>
                  </a:lnTo>
                  <a:lnTo>
                    <a:pt x="0" y="138104"/>
                  </a:lnTo>
                  <a:lnTo>
                    <a:pt x="0" y="129469"/>
                  </a:lnTo>
                  <a:lnTo>
                    <a:pt x="0" y="120835"/>
                  </a:lnTo>
                  <a:lnTo>
                    <a:pt x="0" y="112201"/>
                  </a:lnTo>
                  <a:lnTo>
                    <a:pt x="0" y="103565"/>
                  </a:lnTo>
                  <a:lnTo>
                    <a:pt x="0" y="94932"/>
                  </a:lnTo>
                  <a:lnTo>
                    <a:pt x="0" y="86298"/>
                  </a:lnTo>
                  <a:lnTo>
                    <a:pt x="0" y="77662"/>
                  </a:lnTo>
                  <a:lnTo>
                    <a:pt x="0" y="69029"/>
                  </a:lnTo>
                  <a:lnTo>
                    <a:pt x="1366" y="69488"/>
                  </a:lnTo>
                  <a:lnTo>
                    <a:pt x="5739" y="70456"/>
                  </a:lnTo>
                  <a:lnTo>
                    <a:pt x="9859" y="69887"/>
                  </a:lnTo>
                  <a:lnTo>
                    <a:pt x="17502" y="73025"/>
                  </a:lnTo>
                  <a:lnTo>
                    <a:pt x="22229" y="78898"/>
                  </a:lnTo>
                  <a:lnTo>
                    <a:pt x="26063" y="81786"/>
                  </a:lnTo>
                  <a:lnTo>
                    <a:pt x="27627" y="83769"/>
                  </a:lnTo>
                  <a:lnTo>
                    <a:pt x="30116" y="85516"/>
                  </a:lnTo>
                  <a:lnTo>
                    <a:pt x="35976" y="89319"/>
                  </a:lnTo>
                  <a:lnTo>
                    <a:pt x="37798" y="89710"/>
                  </a:lnTo>
                  <a:lnTo>
                    <a:pt x="41192" y="91534"/>
                  </a:lnTo>
                  <a:lnTo>
                    <a:pt x="43294" y="91293"/>
                  </a:lnTo>
                  <a:lnTo>
                    <a:pt x="46912" y="91739"/>
                  </a:lnTo>
                  <a:lnTo>
                    <a:pt x="49370" y="93205"/>
                  </a:lnTo>
                  <a:lnTo>
                    <a:pt x="54220" y="97229"/>
                  </a:lnTo>
                  <a:lnTo>
                    <a:pt x="55214" y="97587"/>
                  </a:lnTo>
                  <a:lnTo>
                    <a:pt x="55479" y="97292"/>
                  </a:lnTo>
                  <a:lnTo>
                    <a:pt x="53790" y="93313"/>
                  </a:lnTo>
                  <a:lnTo>
                    <a:pt x="53524" y="92928"/>
                  </a:lnTo>
                  <a:lnTo>
                    <a:pt x="51569" y="91443"/>
                  </a:lnTo>
                  <a:lnTo>
                    <a:pt x="49278" y="90711"/>
                  </a:lnTo>
                  <a:lnTo>
                    <a:pt x="49101" y="90424"/>
                  </a:lnTo>
                  <a:lnTo>
                    <a:pt x="48675" y="89022"/>
                  </a:lnTo>
                  <a:lnTo>
                    <a:pt x="48812" y="88476"/>
                  </a:lnTo>
                  <a:lnTo>
                    <a:pt x="49311" y="88228"/>
                  </a:lnTo>
                  <a:lnTo>
                    <a:pt x="51019" y="88240"/>
                  </a:lnTo>
                  <a:lnTo>
                    <a:pt x="52030" y="88015"/>
                  </a:lnTo>
                  <a:lnTo>
                    <a:pt x="52169" y="87462"/>
                  </a:lnTo>
                  <a:lnTo>
                    <a:pt x="51441" y="87334"/>
                  </a:lnTo>
                  <a:lnTo>
                    <a:pt x="50563" y="86798"/>
                  </a:lnTo>
                  <a:lnTo>
                    <a:pt x="49533" y="85854"/>
                  </a:lnTo>
                  <a:lnTo>
                    <a:pt x="48952" y="84965"/>
                  </a:lnTo>
                  <a:lnTo>
                    <a:pt x="51055" y="79064"/>
                  </a:lnTo>
                  <a:lnTo>
                    <a:pt x="51790" y="79659"/>
                  </a:lnTo>
                  <a:lnTo>
                    <a:pt x="52900" y="78296"/>
                  </a:lnTo>
                  <a:lnTo>
                    <a:pt x="54887" y="79162"/>
                  </a:lnTo>
                  <a:lnTo>
                    <a:pt x="55251" y="78690"/>
                  </a:lnTo>
                  <a:lnTo>
                    <a:pt x="55493" y="75694"/>
                  </a:lnTo>
                  <a:lnTo>
                    <a:pt x="55789" y="74973"/>
                  </a:lnTo>
                  <a:lnTo>
                    <a:pt x="56348" y="74435"/>
                  </a:lnTo>
                  <a:lnTo>
                    <a:pt x="59117" y="73901"/>
                  </a:lnTo>
                  <a:lnTo>
                    <a:pt x="62568" y="74432"/>
                  </a:lnTo>
                  <a:lnTo>
                    <a:pt x="62924" y="74145"/>
                  </a:lnTo>
                  <a:lnTo>
                    <a:pt x="62594" y="72145"/>
                  </a:lnTo>
                  <a:lnTo>
                    <a:pt x="62554" y="71359"/>
                  </a:lnTo>
                  <a:lnTo>
                    <a:pt x="62762" y="69560"/>
                  </a:lnTo>
                  <a:lnTo>
                    <a:pt x="62976" y="68595"/>
                  </a:lnTo>
                  <a:lnTo>
                    <a:pt x="63384" y="68113"/>
                  </a:lnTo>
                  <a:lnTo>
                    <a:pt x="64989" y="68495"/>
                  </a:lnTo>
                  <a:lnTo>
                    <a:pt x="65490" y="69382"/>
                  </a:lnTo>
                  <a:lnTo>
                    <a:pt x="66027" y="70906"/>
                  </a:lnTo>
                  <a:lnTo>
                    <a:pt x="66571" y="71774"/>
                  </a:lnTo>
                  <a:lnTo>
                    <a:pt x="68278" y="72650"/>
                  </a:lnTo>
                  <a:lnTo>
                    <a:pt x="68472" y="73256"/>
                  </a:lnTo>
                  <a:lnTo>
                    <a:pt x="67821" y="75567"/>
                  </a:lnTo>
                  <a:lnTo>
                    <a:pt x="67139" y="76779"/>
                  </a:lnTo>
                  <a:lnTo>
                    <a:pt x="65729" y="79968"/>
                  </a:lnTo>
                  <a:lnTo>
                    <a:pt x="65640" y="80788"/>
                  </a:lnTo>
                  <a:lnTo>
                    <a:pt x="67815" y="79355"/>
                  </a:lnTo>
                  <a:lnTo>
                    <a:pt x="70257" y="77373"/>
                  </a:lnTo>
                  <a:lnTo>
                    <a:pt x="72354" y="76280"/>
                  </a:lnTo>
                  <a:lnTo>
                    <a:pt x="74106" y="76080"/>
                  </a:lnTo>
                  <a:lnTo>
                    <a:pt x="75361" y="75438"/>
                  </a:lnTo>
                  <a:lnTo>
                    <a:pt x="76118" y="74351"/>
                  </a:lnTo>
                  <a:lnTo>
                    <a:pt x="76658" y="73240"/>
                  </a:lnTo>
                  <a:lnTo>
                    <a:pt x="77744" y="69653"/>
                  </a:lnTo>
                  <a:lnTo>
                    <a:pt x="78465" y="69032"/>
                  </a:lnTo>
                  <a:lnTo>
                    <a:pt x="81479" y="69251"/>
                  </a:lnTo>
                  <a:lnTo>
                    <a:pt x="82194" y="69143"/>
                  </a:lnTo>
                  <a:lnTo>
                    <a:pt x="82660" y="68793"/>
                  </a:lnTo>
                  <a:lnTo>
                    <a:pt x="82575" y="68340"/>
                  </a:lnTo>
                  <a:lnTo>
                    <a:pt x="81939" y="67785"/>
                  </a:lnTo>
                  <a:lnTo>
                    <a:pt x="81079" y="67629"/>
                  </a:lnTo>
                  <a:lnTo>
                    <a:pt x="81057" y="67377"/>
                  </a:lnTo>
                  <a:lnTo>
                    <a:pt x="81375" y="66789"/>
                  </a:lnTo>
                  <a:lnTo>
                    <a:pt x="81847" y="66449"/>
                  </a:lnTo>
                  <a:lnTo>
                    <a:pt x="83332" y="66044"/>
                  </a:lnTo>
                  <a:lnTo>
                    <a:pt x="84309" y="67333"/>
                  </a:lnTo>
                  <a:lnTo>
                    <a:pt x="84972" y="67427"/>
                  </a:lnTo>
                  <a:lnTo>
                    <a:pt x="87176" y="65995"/>
                  </a:lnTo>
                  <a:lnTo>
                    <a:pt x="90563" y="62192"/>
                  </a:lnTo>
                  <a:lnTo>
                    <a:pt x="91918" y="61135"/>
                  </a:lnTo>
                  <a:lnTo>
                    <a:pt x="93091" y="60950"/>
                  </a:lnTo>
                  <a:lnTo>
                    <a:pt x="94082" y="61641"/>
                  </a:lnTo>
                  <a:lnTo>
                    <a:pt x="94846" y="61461"/>
                  </a:lnTo>
                  <a:lnTo>
                    <a:pt x="95851" y="59316"/>
                  </a:lnTo>
                  <a:lnTo>
                    <a:pt x="96247" y="58174"/>
                  </a:lnTo>
                  <a:lnTo>
                    <a:pt x="96867" y="57185"/>
                  </a:lnTo>
                  <a:lnTo>
                    <a:pt x="99373" y="54956"/>
                  </a:lnTo>
                  <a:lnTo>
                    <a:pt x="100979" y="54479"/>
                  </a:lnTo>
                  <a:lnTo>
                    <a:pt x="101960" y="54890"/>
                  </a:lnTo>
                  <a:lnTo>
                    <a:pt x="103127" y="55814"/>
                  </a:lnTo>
                  <a:lnTo>
                    <a:pt x="104089" y="56172"/>
                  </a:lnTo>
                  <a:lnTo>
                    <a:pt x="105354" y="55900"/>
                  </a:lnTo>
                  <a:lnTo>
                    <a:pt x="106299" y="56023"/>
                  </a:lnTo>
                  <a:lnTo>
                    <a:pt x="106751" y="55573"/>
                  </a:lnTo>
                  <a:lnTo>
                    <a:pt x="108366" y="53033"/>
                  </a:lnTo>
                  <a:lnTo>
                    <a:pt x="108889" y="53008"/>
                  </a:lnTo>
                  <a:lnTo>
                    <a:pt x="109395" y="53756"/>
                  </a:lnTo>
                  <a:lnTo>
                    <a:pt x="110208" y="55602"/>
                  </a:lnTo>
                  <a:lnTo>
                    <a:pt x="110210" y="56525"/>
                  </a:lnTo>
                  <a:lnTo>
                    <a:pt x="109152" y="58776"/>
                  </a:lnTo>
                  <a:lnTo>
                    <a:pt x="101359" y="65211"/>
                  </a:lnTo>
                  <a:lnTo>
                    <a:pt x="98959" y="67988"/>
                  </a:lnTo>
                  <a:lnTo>
                    <a:pt x="97771" y="69009"/>
                  </a:lnTo>
                  <a:lnTo>
                    <a:pt x="96540" y="69583"/>
                  </a:lnTo>
                  <a:lnTo>
                    <a:pt x="94158" y="70063"/>
                  </a:lnTo>
                  <a:lnTo>
                    <a:pt x="93212" y="70629"/>
                  </a:lnTo>
                  <a:lnTo>
                    <a:pt x="91610" y="71135"/>
                  </a:lnTo>
                  <a:lnTo>
                    <a:pt x="87862" y="72026"/>
                  </a:lnTo>
                  <a:lnTo>
                    <a:pt x="87141" y="72458"/>
                  </a:lnTo>
                  <a:lnTo>
                    <a:pt x="86651" y="72963"/>
                  </a:lnTo>
                  <a:lnTo>
                    <a:pt x="85305" y="76370"/>
                  </a:lnTo>
                  <a:lnTo>
                    <a:pt x="84651" y="77482"/>
                  </a:lnTo>
                  <a:lnTo>
                    <a:pt x="83363" y="79159"/>
                  </a:lnTo>
                  <a:lnTo>
                    <a:pt x="81917" y="80187"/>
                  </a:lnTo>
                  <a:lnTo>
                    <a:pt x="79941" y="80580"/>
                  </a:lnTo>
                  <a:lnTo>
                    <a:pt x="78684" y="82178"/>
                  </a:lnTo>
                  <a:lnTo>
                    <a:pt x="77237" y="85262"/>
                  </a:lnTo>
                  <a:lnTo>
                    <a:pt x="76069" y="87409"/>
                  </a:lnTo>
                  <a:lnTo>
                    <a:pt x="74735" y="89230"/>
                  </a:lnTo>
                  <a:lnTo>
                    <a:pt x="73286" y="91607"/>
                  </a:lnTo>
                  <a:lnTo>
                    <a:pt x="72908" y="92860"/>
                  </a:lnTo>
                  <a:lnTo>
                    <a:pt x="73340" y="94509"/>
                  </a:lnTo>
                  <a:lnTo>
                    <a:pt x="73580" y="95059"/>
                  </a:lnTo>
                  <a:lnTo>
                    <a:pt x="75037" y="95946"/>
                  </a:lnTo>
                  <a:lnTo>
                    <a:pt x="75603" y="95747"/>
                  </a:lnTo>
                  <a:lnTo>
                    <a:pt x="75082" y="94863"/>
                  </a:lnTo>
                  <a:lnTo>
                    <a:pt x="73858" y="93585"/>
                  </a:lnTo>
                  <a:lnTo>
                    <a:pt x="73693" y="93127"/>
                  </a:lnTo>
                  <a:lnTo>
                    <a:pt x="74007" y="92767"/>
                  </a:lnTo>
                  <a:lnTo>
                    <a:pt x="79756" y="93728"/>
                  </a:lnTo>
                  <a:lnTo>
                    <a:pt x="80990" y="92756"/>
                  </a:lnTo>
                  <a:lnTo>
                    <a:pt x="81422" y="91934"/>
                  </a:lnTo>
                  <a:lnTo>
                    <a:pt x="81330" y="91511"/>
                  </a:lnTo>
                  <a:lnTo>
                    <a:pt x="79772" y="91335"/>
                  </a:lnTo>
                  <a:lnTo>
                    <a:pt x="79438" y="90550"/>
                  </a:lnTo>
                  <a:lnTo>
                    <a:pt x="79192" y="89072"/>
                  </a:lnTo>
                  <a:lnTo>
                    <a:pt x="79139" y="87900"/>
                  </a:lnTo>
                  <a:lnTo>
                    <a:pt x="79280" y="87029"/>
                  </a:lnTo>
                  <a:lnTo>
                    <a:pt x="79631" y="85918"/>
                  </a:lnTo>
                  <a:lnTo>
                    <a:pt x="81302" y="84103"/>
                  </a:lnTo>
                  <a:lnTo>
                    <a:pt x="83101" y="83326"/>
                  </a:lnTo>
                  <a:lnTo>
                    <a:pt x="84486" y="82300"/>
                  </a:lnTo>
                  <a:lnTo>
                    <a:pt x="85251" y="81330"/>
                  </a:lnTo>
                  <a:lnTo>
                    <a:pt x="87316" y="79674"/>
                  </a:lnTo>
                  <a:lnTo>
                    <a:pt x="88145" y="78330"/>
                  </a:lnTo>
                  <a:lnTo>
                    <a:pt x="88592" y="77288"/>
                  </a:lnTo>
                  <a:lnTo>
                    <a:pt x="88648" y="76768"/>
                  </a:lnTo>
                  <a:lnTo>
                    <a:pt x="88272" y="76391"/>
                  </a:lnTo>
                  <a:lnTo>
                    <a:pt x="88578" y="75494"/>
                  </a:lnTo>
                  <a:lnTo>
                    <a:pt x="90083" y="74693"/>
                  </a:lnTo>
                  <a:lnTo>
                    <a:pt x="90745" y="74625"/>
                  </a:lnTo>
                  <a:lnTo>
                    <a:pt x="92860" y="75393"/>
                  </a:lnTo>
                  <a:lnTo>
                    <a:pt x="93244" y="75993"/>
                  </a:lnTo>
                  <a:lnTo>
                    <a:pt x="93035" y="77586"/>
                  </a:lnTo>
                  <a:lnTo>
                    <a:pt x="93331" y="77511"/>
                  </a:lnTo>
                  <a:lnTo>
                    <a:pt x="94147" y="75488"/>
                  </a:lnTo>
                  <a:lnTo>
                    <a:pt x="94602" y="74814"/>
                  </a:lnTo>
                  <a:lnTo>
                    <a:pt x="95072" y="74682"/>
                  </a:lnTo>
                  <a:lnTo>
                    <a:pt x="95547" y="74941"/>
                  </a:lnTo>
                  <a:lnTo>
                    <a:pt x="96028" y="75591"/>
                  </a:lnTo>
                  <a:lnTo>
                    <a:pt x="96289" y="77536"/>
                  </a:lnTo>
                  <a:lnTo>
                    <a:pt x="96330" y="80775"/>
                  </a:lnTo>
                  <a:lnTo>
                    <a:pt x="96439" y="82080"/>
                  </a:lnTo>
                  <a:lnTo>
                    <a:pt x="96981" y="79841"/>
                  </a:lnTo>
                  <a:lnTo>
                    <a:pt x="97358" y="78802"/>
                  </a:lnTo>
                  <a:lnTo>
                    <a:pt x="99419" y="74037"/>
                  </a:lnTo>
                  <a:lnTo>
                    <a:pt x="100810" y="71425"/>
                  </a:lnTo>
                  <a:lnTo>
                    <a:pt x="102371" y="68880"/>
                  </a:lnTo>
                  <a:lnTo>
                    <a:pt x="104640" y="66981"/>
                  </a:lnTo>
                  <a:lnTo>
                    <a:pt x="109884" y="63830"/>
                  </a:lnTo>
                  <a:lnTo>
                    <a:pt x="112838" y="62982"/>
                  </a:lnTo>
                  <a:lnTo>
                    <a:pt x="114335" y="62198"/>
                  </a:lnTo>
                  <a:lnTo>
                    <a:pt x="115068" y="61517"/>
                  </a:lnTo>
                  <a:lnTo>
                    <a:pt x="115535" y="60676"/>
                  </a:lnTo>
                  <a:lnTo>
                    <a:pt x="116356" y="59709"/>
                  </a:lnTo>
                  <a:lnTo>
                    <a:pt x="116502" y="59789"/>
                  </a:lnTo>
                  <a:lnTo>
                    <a:pt x="116184" y="61816"/>
                  </a:lnTo>
                  <a:lnTo>
                    <a:pt x="115974" y="62403"/>
                  </a:lnTo>
                  <a:lnTo>
                    <a:pt x="114054" y="63658"/>
                  </a:lnTo>
                  <a:lnTo>
                    <a:pt x="113866" y="64616"/>
                  </a:lnTo>
                  <a:lnTo>
                    <a:pt x="114075" y="66096"/>
                  </a:lnTo>
                  <a:lnTo>
                    <a:pt x="114406" y="67071"/>
                  </a:lnTo>
                  <a:lnTo>
                    <a:pt x="114862" y="67543"/>
                  </a:lnTo>
                  <a:lnTo>
                    <a:pt x="115659" y="67208"/>
                  </a:lnTo>
                  <a:lnTo>
                    <a:pt x="116797" y="66067"/>
                  </a:lnTo>
                  <a:lnTo>
                    <a:pt x="118215" y="64319"/>
                  </a:lnTo>
                  <a:lnTo>
                    <a:pt x="121280" y="59887"/>
                  </a:lnTo>
                  <a:lnTo>
                    <a:pt x="121545" y="59076"/>
                  </a:lnTo>
                  <a:lnTo>
                    <a:pt x="122319" y="55515"/>
                  </a:lnTo>
                  <a:lnTo>
                    <a:pt x="124076" y="53942"/>
                  </a:lnTo>
                  <a:lnTo>
                    <a:pt x="127258" y="52153"/>
                  </a:lnTo>
                  <a:lnTo>
                    <a:pt x="128038" y="51016"/>
                  </a:lnTo>
                  <a:lnTo>
                    <a:pt x="125248" y="50054"/>
                  </a:lnTo>
                  <a:lnTo>
                    <a:pt x="124669" y="49392"/>
                  </a:lnTo>
                  <a:lnTo>
                    <a:pt x="124578" y="48995"/>
                  </a:lnTo>
                  <a:lnTo>
                    <a:pt x="125104" y="47979"/>
                  </a:lnTo>
                  <a:lnTo>
                    <a:pt x="123830" y="46968"/>
                  </a:lnTo>
                  <a:lnTo>
                    <a:pt x="123363" y="46345"/>
                  </a:lnTo>
                  <a:lnTo>
                    <a:pt x="123382" y="44532"/>
                  </a:lnTo>
                  <a:lnTo>
                    <a:pt x="123774" y="43231"/>
                  </a:lnTo>
                  <a:lnTo>
                    <a:pt x="124609" y="41973"/>
                  </a:lnTo>
                  <a:lnTo>
                    <a:pt x="125084" y="41753"/>
                  </a:lnTo>
                  <a:lnTo>
                    <a:pt x="126328" y="42485"/>
                  </a:lnTo>
                  <a:lnTo>
                    <a:pt x="127374" y="43429"/>
                  </a:lnTo>
                  <a:lnTo>
                    <a:pt x="130989" y="47813"/>
                  </a:lnTo>
                  <a:lnTo>
                    <a:pt x="132439" y="49959"/>
                  </a:lnTo>
                  <a:lnTo>
                    <a:pt x="133280" y="51637"/>
                  </a:lnTo>
                  <a:lnTo>
                    <a:pt x="135315" y="56886"/>
                  </a:lnTo>
                  <a:lnTo>
                    <a:pt x="136212" y="59919"/>
                  </a:lnTo>
                  <a:lnTo>
                    <a:pt x="136931" y="63042"/>
                  </a:lnTo>
                  <a:lnTo>
                    <a:pt x="137641" y="65296"/>
                  </a:lnTo>
                  <a:lnTo>
                    <a:pt x="138340" y="66678"/>
                  </a:lnTo>
                  <a:lnTo>
                    <a:pt x="141818" y="72147"/>
                  </a:lnTo>
                  <a:lnTo>
                    <a:pt x="143612" y="74457"/>
                  </a:lnTo>
                  <a:lnTo>
                    <a:pt x="145115" y="75891"/>
                  </a:lnTo>
                  <a:lnTo>
                    <a:pt x="146842" y="77031"/>
                  </a:lnTo>
                  <a:lnTo>
                    <a:pt x="148792" y="77870"/>
                  </a:lnTo>
                  <a:lnTo>
                    <a:pt x="150121" y="77940"/>
                  </a:lnTo>
                  <a:lnTo>
                    <a:pt x="152186" y="75612"/>
                  </a:lnTo>
                  <a:lnTo>
                    <a:pt x="152235" y="74082"/>
                  </a:lnTo>
                  <a:lnTo>
                    <a:pt x="151324" y="71529"/>
                  </a:lnTo>
                  <a:lnTo>
                    <a:pt x="150407" y="69762"/>
                  </a:lnTo>
                  <a:lnTo>
                    <a:pt x="150517" y="68684"/>
                  </a:lnTo>
                  <a:lnTo>
                    <a:pt x="151730" y="66618"/>
                  </a:lnTo>
                  <a:lnTo>
                    <a:pt x="151648" y="65898"/>
                  </a:lnTo>
                  <a:lnTo>
                    <a:pt x="151905" y="63768"/>
                  </a:lnTo>
                  <a:lnTo>
                    <a:pt x="152743" y="64175"/>
                  </a:lnTo>
                  <a:lnTo>
                    <a:pt x="153074" y="64093"/>
                  </a:lnTo>
                  <a:lnTo>
                    <a:pt x="153541" y="63311"/>
                  </a:lnTo>
                  <a:lnTo>
                    <a:pt x="154144" y="61830"/>
                  </a:lnTo>
                  <a:lnTo>
                    <a:pt x="154904" y="60607"/>
                  </a:lnTo>
                  <a:lnTo>
                    <a:pt x="155823" y="59640"/>
                  </a:lnTo>
                  <a:lnTo>
                    <a:pt x="156070" y="59004"/>
                  </a:lnTo>
                  <a:lnTo>
                    <a:pt x="155160" y="58547"/>
                  </a:lnTo>
                  <a:lnTo>
                    <a:pt x="154608" y="58545"/>
                  </a:lnTo>
                  <a:lnTo>
                    <a:pt x="154198" y="58337"/>
                  </a:lnTo>
                  <a:lnTo>
                    <a:pt x="153931" y="57923"/>
                  </a:lnTo>
                  <a:lnTo>
                    <a:pt x="154296" y="57476"/>
                  </a:lnTo>
                  <a:lnTo>
                    <a:pt x="156289" y="56340"/>
                  </a:lnTo>
                  <a:lnTo>
                    <a:pt x="156662" y="55252"/>
                  </a:lnTo>
                  <a:lnTo>
                    <a:pt x="157300" y="54530"/>
                  </a:lnTo>
                  <a:lnTo>
                    <a:pt x="158117" y="54241"/>
                  </a:lnTo>
                  <a:lnTo>
                    <a:pt x="158621" y="54540"/>
                  </a:lnTo>
                  <a:lnTo>
                    <a:pt x="159179" y="55442"/>
                  </a:lnTo>
                  <a:lnTo>
                    <a:pt x="159208" y="56880"/>
                  </a:lnTo>
                  <a:lnTo>
                    <a:pt x="158961" y="59225"/>
                  </a:lnTo>
                  <a:lnTo>
                    <a:pt x="158916" y="61118"/>
                  </a:lnTo>
                  <a:lnTo>
                    <a:pt x="159540" y="65582"/>
                  </a:lnTo>
                  <a:lnTo>
                    <a:pt x="160094" y="66554"/>
                  </a:lnTo>
                  <a:lnTo>
                    <a:pt x="162255" y="67870"/>
                  </a:lnTo>
                  <a:lnTo>
                    <a:pt x="162121" y="68958"/>
                  </a:lnTo>
                  <a:lnTo>
                    <a:pt x="159623" y="73666"/>
                  </a:lnTo>
                  <a:lnTo>
                    <a:pt x="159089" y="74819"/>
                  </a:lnTo>
                  <a:lnTo>
                    <a:pt x="158825" y="75696"/>
                  </a:lnTo>
                  <a:lnTo>
                    <a:pt x="158914" y="76438"/>
                  </a:lnTo>
                  <a:lnTo>
                    <a:pt x="159355" y="77047"/>
                  </a:lnTo>
                  <a:lnTo>
                    <a:pt x="160202" y="77478"/>
                  </a:lnTo>
                  <a:lnTo>
                    <a:pt x="162378" y="77654"/>
                  </a:lnTo>
                  <a:lnTo>
                    <a:pt x="162975" y="77241"/>
                  </a:lnTo>
                  <a:lnTo>
                    <a:pt x="167210" y="77106"/>
                  </a:lnTo>
                  <a:lnTo>
                    <a:pt x="167986" y="76754"/>
                  </a:lnTo>
                  <a:lnTo>
                    <a:pt x="168640" y="75847"/>
                  </a:lnTo>
                  <a:lnTo>
                    <a:pt x="169591" y="73584"/>
                  </a:lnTo>
                  <a:lnTo>
                    <a:pt x="170673" y="72893"/>
                  </a:lnTo>
                  <a:lnTo>
                    <a:pt x="171012" y="72258"/>
                  </a:lnTo>
                  <a:lnTo>
                    <a:pt x="171677" y="69570"/>
                  </a:lnTo>
                  <a:lnTo>
                    <a:pt x="172005" y="66447"/>
                  </a:lnTo>
                  <a:lnTo>
                    <a:pt x="172330" y="65137"/>
                  </a:lnTo>
                  <a:lnTo>
                    <a:pt x="172818" y="64324"/>
                  </a:lnTo>
                  <a:lnTo>
                    <a:pt x="173483" y="64062"/>
                  </a:lnTo>
                  <a:lnTo>
                    <a:pt x="175129" y="64370"/>
                  </a:lnTo>
                  <a:lnTo>
                    <a:pt x="175903" y="64106"/>
                  </a:lnTo>
                  <a:lnTo>
                    <a:pt x="178955" y="64370"/>
                  </a:lnTo>
                  <a:lnTo>
                    <a:pt x="182006" y="64142"/>
                  </a:lnTo>
                  <a:lnTo>
                    <a:pt x="185162" y="64693"/>
                  </a:lnTo>
                  <a:lnTo>
                    <a:pt x="187188" y="65335"/>
                  </a:lnTo>
                  <a:lnTo>
                    <a:pt x="189061" y="66346"/>
                  </a:lnTo>
                  <a:lnTo>
                    <a:pt x="192655" y="68744"/>
                  </a:lnTo>
                  <a:lnTo>
                    <a:pt x="194075" y="70031"/>
                  </a:lnTo>
                  <a:lnTo>
                    <a:pt x="199095" y="75832"/>
                  </a:lnTo>
                  <a:lnTo>
                    <a:pt x="200561" y="77013"/>
                  </a:lnTo>
                  <a:lnTo>
                    <a:pt x="203322" y="78143"/>
                  </a:lnTo>
                  <a:lnTo>
                    <a:pt x="212783" y="80659"/>
                  </a:lnTo>
                  <a:lnTo>
                    <a:pt x="213974" y="81336"/>
                  </a:lnTo>
                  <a:lnTo>
                    <a:pt x="216466" y="83978"/>
                  </a:lnTo>
                  <a:lnTo>
                    <a:pt x="218183" y="85519"/>
                  </a:lnTo>
                  <a:lnTo>
                    <a:pt x="220219" y="86990"/>
                  </a:lnTo>
                  <a:lnTo>
                    <a:pt x="222766" y="88262"/>
                  </a:lnTo>
                  <a:lnTo>
                    <a:pt x="227756" y="90182"/>
                  </a:lnTo>
                  <a:lnTo>
                    <a:pt x="228566" y="90817"/>
                  </a:lnTo>
                  <a:lnTo>
                    <a:pt x="229482" y="91003"/>
                  </a:lnTo>
                  <a:lnTo>
                    <a:pt x="230501" y="90742"/>
                  </a:lnTo>
                  <a:lnTo>
                    <a:pt x="235075" y="91840"/>
                  </a:lnTo>
                  <a:lnTo>
                    <a:pt x="236280" y="91786"/>
                  </a:lnTo>
                  <a:lnTo>
                    <a:pt x="237150" y="91993"/>
                  </a:lnTo>
                  <a:lnTo>
                    <a:pt x="238221" y="92785"/>
                  </a:lnTo>
                  <a:lnTo>
                    <a:pt x="239790" y="93075"/>
                  </a:lnTo>
                  <a:lnTo>
                    <a:pt x="239735" y="92531"/>
                  </a:lnTo>
                  <a:lnTo>
                    <a:pt x="237943" y="89502"/>
                  </a:lnTo>
                  <a:lnTo>
                    <a:pt x="238022" y="89025"/>
                  </a:lnTo>
                  <a:lnTo>
                    <a:pt x="238759" y="88987"/>
                  </a:lnTo>
                  <a:lnTo>
                    <a:pt x="240976" y="89497"/>
                  </a:lnTo>
                  <a:lnTo>
                    <a:pt x="241484" y="88634"/>
                  </a:lnTo>
                  <a:lnTo>
                    <a:pt x="242224" y="88654"/>
                  </a:lnTo>
                  <a:lnTo>
                    <a:pt x="243908" y="89069"/>
                  </a:lnTo>
                  <a:lnTo>
                    <a:pt x="245724" y="90004"/>
                  </a:lnTo>
                  <a:lnTo>
                    <a:pt x="247670" y="91455"/>
                  </a:lnTo>
                  <a:lnTo>
                    <a:pt x="250036" y="92689"/>
                  </a:lnTo>
                  <a:lnTo>
                    <a:pt x="253627" y="95761"/>
                  </a:lnTo>
                  <a:lnTo>
                    <a:pt x="255610" y="98318"/>
                  </a:lnTo>
                  <a:lnTo>
                    <a:pt x="257492" y="101495"/>
                  </a:lnTo>
                  <a:lnTo>
                    <a:pt x="258524" y="103703"/>
                  </a:lnTo>
                  <a:lnTo>
                    <a:pt x="258704" y="104942"/>
                  </a:lnTo>
                  <a:lnTo>
                    <a:pt x="259098" y="105555"/>
                  </a:lnTo>
                  <a:lnTo>
                    <a:pt x="259703" y="105545"/>
                  </a:lnTo>
                  <a:lnTo>
                    <a:pt x="259931" y="106016"/>
                  </a:lnTo>
                  <a:lnTo>
                    <a:pt x="259389" y="108751"/>
                  </a:lnTo>
                  <a:lnTo>
                    <a:pt x="259078" y="109434"/>
                  </a:lnTo>
                  <a:lnTo>
                    <a:pt x="258667" y="109924"/>
                  </a:lnTo>
                  <a:lnTo>
                    <a:pt x="256948" y="110484"/>
                  </a:lnTo>
                  <a:lnTo>
                    <a:pt x="252232" y="109823"/>
                  </a:lnTo>
                  <a:lnTo>
                    <a:pt x="251396" y="112038"/>
                  </a:lnTo>
                  <a:lnTo>
                    <a:pt x="248754" y="113906"/>
                  </a:lnTo>
                  <a:lnTo>
                    <a:pt x="248284" y="114723"/>
                  </a:lnTo>
                  <a:lnTo>
                    <a:pt x="248180" y="115320"/>
                  </a:lnTo>
                  <a:lnTo>
                    <a:pt x="248369" y="117259"/>
                  </a:lnTo>
                  <a:lnTo>
                    <a:pt x="248035" y="117854"/>
                  </a:lnTo>
                  <a:lnTo>
                    <a:pt x="245872" y="120067"/>
                  </a:lnTo>
                  <a:lnTo>
                    <a:pt x="245799" y="120693"/>
                  </a:lnTo>
                  <a:lnTo>
                    <a:pt x="247202" y="121599"/>
                  </a:lnTo>
                  <a:lnTo>
                    <a:pt x="248695" y="123150"/>
                  </a:lnTo>
                  <a:lnTo>
                    <a:pt x="249868" y="123528"/>
                  </a:lnTo>
                  <a:lnTo>
                    <a:pt x="251353" y="123316"/>
                  </a:lnTo>
                  <a:lnTo>
                    <a:pt x="253216" y="123859"/>
                  </a:lnTo>
                  <a:lnTo>
                    <a:pt x="255461" y="125159"/>
                  </a:lnTo>
                  <a:lnTo>
                    <a:pt x="257022" y="125752"/>
                  </a:lnTo>
                  <a:lnTo>
                    <a:pt x="257900" y="125638"/>
                  </a:lnTo>
                  <a:lnTo>
                    <a:pt x="259098" y="125877"/>
                  </a:lnTo>
                  <a:lnTo>
                    <a:pt x="260616" y="126469"/>
                  </a:lnTo>
                  <a:lnTo>
                    <a:pt x="262647" y="126674"/>
                  </a:lnTo>
                  <a:lnTo>
                    <a:pt x="267136" y="126620"/>
                  </a:lnTo>
                  <a:lnTo>
                    <a:pt x="268482" y="127066"/>
                  </a:lnTo>
                  <a:lnTo>
                    <a:pt x="270362" y="127267"/>
                  </a:lnTo>
                  <a:lnTo>
                    <a:pt x="273981" y="127206"/>
                  </a:lnTo>
                  <a:lnTo>
                    <a:pt x="274633" y="127123"/>
                  </a:lnTo>
                  <a:lnTo>
                    <a:pt x="275793" y="126094"/>
                  </a:lnTo>
                  <a:lnTo>
                    <a:pt x="276541" y="125753"/>
                  </a:lnTo>
                  <a:lnTo>
                    <a:pt x="277842" y="125735"/>
                  </a:lnTo>
                  <a:lnTo>
                    <a:pt x="281596" y="124979"/>
                  </a:lnTo>
                  <a:lnTo>
                    <a:pt x="282895" y="124993"/>
                  </a:lnTo>
                  <a:lnTo>
                    <a:pt x="284097" y="124422"/>
                  </a:lnTo>
                  <a:lnTo>
                    <a:pt x="285634" y="123267"/>
                  </a:lnTo>
                  <a:lnTo>
                    <a:pt x="286583" y="123051"/>
                  </a:lnTo>
                  <a:lnTo>
                    <a:pt x="286942" y="123769"/>
                  </a:lnTo>
                  <a:lnTo>
                    <a:pt x="287590" y="124083"/>
                  </a:lnTo>
                  <a:lnTo>
                    <a:pt x="288526" y="123989"/>
                  </a:lnTo>
                  <a:lnTo>
                    <a:pt x="290306" y="122762"/>
                  </a:lnTo>
                  <a:lnTo>
                    <a:pt x="294468" y="119161"/>
                  </a:lnTo>
                  <a:lnTo>
                    <a:pt x="295965" y="119167"/>
                  </a:lnTo>
                  <a:lnTo>
                    <a:pt x="297064" y="118037"/>
                  </a:lnTo>
                  <a:lnTo>
                    <a:pt x="297333" y="118017"/>
                  </a:lnTo>
                  <a:lnTo>
                    <a:pt x="297635" y="118482"/>
                  </a:lnTo>
                  <a:lnTo>
                    <a:pt x="298654" y="121120"/>
                  </a:lnTo>
                  <a:lnTo>
                    <a:pt x="298964" y="121545"/>
                  </a:lnTo>
                  <a:lnTo>
                    <a:pt x="299665" y="121773"/>
                  </a:lnTo>
                  <a:lnTo>
                    <a:pt x="300350" y="123123"/>
                  </a:lnTo>
                  <a:lnTo>
                    <a:pt x="301062" y="125143"/>
                  </a:lnTo>
                  <a:lnTo>
                    <a:pt x="301597" y="125706"/>
                  </a:lnTo>
                  <a:lnTo>
                    <a:pt x="305501" y="125792"/>
                  </a:lnTo>
                  <a:lnTo>
                    <a:pt x="306876" y="126355"/>
                  </a:lnTo>
                  <a:lnTo>
                    <a:pt x="307292" y="126934"/>
                  </a:lnTo>
                  <a:lnTo>
                    <a:pt x="307711" y="128531"/>
                  </a:lnTo>
                  <a:lnTo>
                    <a:pt x="307968" y="131626"/>
                  </a:lnTo>
                  <a:lnTo>
                    <a:pt x="308139" y="132761"/>
                  </a:lnTo>
                  <a:lnTo>
                    <a:pt x="308706" y="134412"/>
                  </a:lnTo>
                  <a:lnTo>
                    <a:pt x="309080" y="134888"/>
                  </a:lnTo>
                  <a:lnTo>
                    <a:pt x="309434" y="134429"/>
                  </a:lnTo>
                  <a:lnTo>
                    <a:pt x="310396" y="130135"/>
                  </a:lnTo>
                  <a:lnTo>
                    <a:pt x="310732" y="129444"/>
                  </a:lnTo>
                  <a:lnTo>
                    <a:pt x="311375" y="129685"/>
                  </a:lnTo>
                  <a:lnTo>
                    <a:pt x="311571" y="129897"/>
                  </a:lnTo>
                  <a:lnTo>
                    <a:pt x="312546" y="133076"/>
                  </a:lnTo>
                  <a:lnTo>
                    <a:pt x="313936" y="135436"/>
                  </a:lnTo>
                  <a:lnTo>
                    <a:pt x="317380" y="139781"/>
                  </a:lnTo>
                  <a:lnTo>
                    <a:pt x="317939" y="141373"/>
                  </a:lnTo>
                  <a:lnTo>
                    <a:pt x="318144" y="142554"/>
                  </a:lnTo>
                  <a:lnTo>
                    <a:pt x="317949" y="143610"/>
                  </a:lnTo>
                  <a:lnTo>
                    <a:pt x="317355" y="144545"/>
                  </a:lnTo>
                  <a:lnTo>
                    <a:pt x="316421" y="145295"/>
                  </a:lnTo>
                  <a:lnTo>
                    <a:pt x="315148" y="145862"/>
                  </a:lnTo>
                  <a:lnTo>
                    <a:pt x="313961" y="145657"/>
                  </a:lnTo>
                  <a:lnTo>
                    <a:pt x="312858" y="144685"/>
                  </a:lnTo>
                  <a:lnTo>
                    <a:pt x="312502" y="144630"/>
                  </a:lnTo>
                  <a:lnTo>
                    <a:pt x="312894" y="145495"/>
                  </a:lnTo>
                  <a:lnTo>
                    <a:pt x="315174" y="149093"/>
                  </a:lnTo>
                  <a:lnTo>
                    <a:pt x="315755" y="150530"/>
                  </a:lnTo>
                  <a:lnTo>
                    <a:pt x="316296" y="151483"/>
                  </a:lnTo>
                  <a:lnTo>
                    <a:pt x="316794" y="151956"/>
                  </a:lnTo>
                  <a:lnTo>
                    <a:pt x="317254" y="152734"/>
                  </a:lnTo>
                  <a:lnTo>
                    <a:pt x="317675" y="153819"/>
                  </a:lnTo>
                  <a:lnTo>
                    <a:pt x="319569" y="156703"/>
                  </a:lnTo>
                  <a:lnTo>
                    <a:pt x="320108" y="158080"/>
                  </a:lnTo>
                  <a:lnTo>
                    <a:pt x="322267" y="162374"/>
                  </a:lnTo>
                  <a:lnTo>
                    <a:pt x="323292" y="164062"/>
                  </a:lnTo>
                  <a:lnTo>
                    <a:pt x="324084" y="165033"/>
                  </a:lnTo>
                  <a:lnTo>
                    <a:pt x="324390" y="165129"/>
                  </a:lnTo>
                  <a:lnTo>
                    <a:pt x="324212" y="164350"/>
                  </a:lnTo>
                  <a:lnTo>
                    <a:pt x="321458" y="158630"/>
                  </a:lnTo>
                  <a:lnTo>
                    <a:pt x="320056" y="155038"/>
                  </a:lnTo>
                  <a:lnTo>
                    <a:pt x="319859" y="154177"/>
                  </a:lnTo>
                  <a:lnTo>
                    <a:pt x="319768" y="152860"/>
                  </a:lnTo>
                  <a:lnTo>
                    <a:pt x="319713" y="148495"/>
                  </a:lnTo>
                  <a:lnTo>
                    <a:pt x="319914" y="147826"/>
                  </a:lnTo>
                  <a:lnTo>
                    <a:pt x="320865" y="147264"/>
                  </a:lnTo>
                  <a:lnTo>
                    <a:pt x="322085" y="149243"/>
                  </a:lnTo>
                  <a:lnTo>
                    <a:pt x="322546" y="149521"/>
                  </a:lnTo>
                  <a:lnTo>
                    <a:pt x="322858" y="149404"/>
                  </a:lnTo>
                  <a:lnTo>
                    <a:pt x="323019" y="148893"/>
                  </a:lnTo>
                  <a:lnTo>
                    <a:pt x="323720" y="149367"/>
                  </a:lnTo>
                  <a:lnTo>
                    <a:pt x="324960" y="150827"/>
                  </a:lnTo>
                  <a:lnTo>
                    <a:pt x="325380" y="150851"/>
                  </a:lnTo>
                  <a:lnTo>
                    <a:pt x="324445" y="148055"/>
                  </a:lnTo>
                  <a:lnTo>
                    <a:pt x="323776" y="146690"/>
                  </a:lnTo>
                  <a:lnTo>
                    <a:pt x="323541" y="145738"/>
                  </a:lnTo>
                  <a:lnTo>
                    <a:pt x="324163" y="144305"/>
                  </a:lnTo>
                  <a:lnTo>
                    <a:pt x="323823" y="143581"/>
                  </a:lnTo>
                  <a:lnTo>
                    <a:pt x="322248" y="141473"/>
                  </a:lnTo>
                  <a:lnTo>
                    <a:pt x="321429" y="139288"/>
                  </a:lnTo>
                  <a:lnTo>
                    <a:pt x="320693" y="135987"/>
                  </a:lnTo>
                  <a:lnTo>
                    <a:pt x="320627" y="134703"/>
                  </a:lnTo>
                  <a:lnTo>
                    <a:pt x="320748" y="133344"/>
                  </a:lnTo>
                  <a:lnTo>
                    <a:pt x="320637" y="132249"/>
                  </a:lnTo>
                  <a:lnTo>
                    <a:pt x="319645" y="130015"/>
                  </a:lnTo>
                  <a:lnTo>
                    <a:pt x="318568" y="128469"/>
                  </a:lnTo>
                  <a:lnTo>
                    <a:pt x="317713" y="126672"/>
                  </a:lnTo>
                  <a:lnTo>
                    <a:pt x="317539" y="125726"/>
                  </a:lnTo>
                  <a:lnTo>
                    <a:pt x="317671" y="123168"/>
                  </a:lnTo>
                  <a:lnTo>
                    <a:pt x="318320" y="122053"/>
                  </a:lnTo>
                  <a:lnTo>
                    <a:pt x="319549" y="120561"/>
                  </a:lnTo>
                  <a:lnTo>
                    <a:pt x="319880" y="119024"/>
                  </a:lnTo>
                  <a:lnTo>
                    <a:pt x="319315" y="117438"/>
                  </a:lnTo>
                  <a:lnTo>
                    <a:pt x="319210" y="116717"/>
                  </a:lnTo>
                  <a:lnTo>
                    <a:pt x="319569" y="116857"/>
                  </a:lnTo>
                  <a:lnTo>
                    <a:pt x="321988" y="116060"/>
                  </a:lnTo>
                  <a:lnTo>
                    <a:pt x="322595" y="116340"/>
                  </a:lnTo>
                  <a:lnTo>
                    <a:pt x="323509" y="116000"/>
                  </a:lnTo>
                  <a:lnTo>
                    <a:pt x="324730" y="115036"/>
                  </a:lnTo>
                  <a:lnTo>
                    <a:pt x="325685" y="114603"/>
                  </a:lnTo>
                  <a:lnTo>
                    <a:pt x="326946" y="114667"/>
                  </a:lnTo>
                  <a:lnTo>
                    <a:pt x="327629" y="114434"/>
                  </a:lnTo>
                  <a:lnTo>
                    <a:pt x="328465" y="114007"/>
                  </a:lnTo>
                  <a:lnTo>
                    <a:pt x="328897" y="113528"/>
                  </a:lnTo>
                  <a:lnTo>
                    <a:pt x="329663" y="111697"/>
                  </a:lnTo>
                  <a:lnTo>
                    <a:pt x="330073" y="111425"/>
                  </a:lnTo>
                  <a:lnTo>
                    <a:pt x="331356" y="111624"/>
                  </a:lnTo>
                  <a:lnTo>
                    <a:pt x="332081" y="112026"/>
                  </a:lnTo>
                  <a:lnTo>
                    <a:pt x="332420" y="111881"/>
                  </a:lnTo>
                  <a:lnTo>
                    <a:pt x="332370" y="109284"/>
                  </a:lnTo>
                  <a:lnTo>
                    <a:pt x="332611" y="108372"/>
                  </a:lnTo>
                  <a:lnTo>
                    <a:pt x="333891" y="106484"/>
                  </a:lnTo>
                  <a:lnTo>
                    <a:pt x="335228" y="106287"/>
                  </a:lnTo>
                  <a:lnTo>
                    <a:pt x="336121" y="105772"/>
                  </a:lnTo>
                  <a:lnTo>
                    <a:pt x="337142" y="104714"/>
                  </a:lnTo>
                  <a:lnTo>
                    <a:pt x="337874" y="103768"/>
                  </a:lnTo>
                  <a:lnTo>
                    <a:pt x="338602" y="102248"/>
                  </a:lnTo>
                  <a:lnTo>
                    <a:pt x="338900" y="100306"/>
                  </a:lnTo>
                  <a:lnTo>
                    <a:pt x="338668" y="99749"/>
                  </a:lnTo>
                  <a:lnTo>
                    <a:pt x="337150" y="98999"/>
                  </a:lnTo>
                  <a:lnTo>
                    <a:pt x="336237" y="99388"/>
                  </a:lnTo>
                  <a:lnTo>
                    <a:pt x="334217" y="100771"/>
                  </a:lnTo>
                  <a:lnTo>
                    <a:pt x="332095" y="102547"/>
                  </a:lnTo>
                  <a:lnTo>
                    <a:pt x="331275" y="104198"/>
                  </a:lnTo>
                  <a:lnTo>
                    <a:pt x="331051" y="106314"/>
                  </a:lnTo>
                  <a:lnTo>
                    <a:pt x="330649" y="107248"/>
                  </a:lnTo>
                  <a:lnTo>
                    <a:pt x="328996" y="106363"/>
                  </a:lnTo>
                  <a:lnTo>
                    <a:pt x="328291" y="106378"/>
                  </a:lnTo>
                  <a:lnTo>
                    <a:pt x="327406" y="106746"/>
                  </a:lnTo>
                  <a:lnTo>
                    <a:pt x="326468" y="107559"/>
                  </a:lnTo>
                  <a:lnTo>
                    <a:pt x="325479" y="108819"/>
                  </a:lnTo>
                  <a:lnTo>
                    <a:pt x="324019" y="109048"/>
                  </a:lnTo>
                  <a:lnTo>
                    <a:pt x="322087" y="108247"/>
                  </a:lnTo>
                  <a:lnTo>
                    <a:pt x="320931" y="108025"/>
                  </a:lnTo>
                  <a:lnTo>
                    <a:pt x="319756" y="109364"/>
                  </a:lnTo>
                  <a:lnTo>
                    <a:pt x="319826" y="110360"/>
                  </a:lnTo>
                  <a:lnTo>
                    <a:pt x="320370" y="111811"/>
                  </a:lnTo>
                  <a:lnTo>
                    <a:pt x="319827" y="112674"/>
                  </a:lnTo>
                  <a:lnTo>
                    <a:pt x="317010" y="112993"/>
                  </a:lnTo>
                  <a:lnTo>
                    <a:pt x="316266" y="112805"/>
                  </a:lnTo>
                  <a:lnTo>
                    <a:pt x="314762" y="113378"/>
                  </a:lnTo>
                  <a:lnTo>
                    <a:pt x="314168" y="113254"/>
                  </a:lnTo>
                  <a:lnTo>
                    <a:pt x="313734" y="112561"/>
                  </a:lnTo>
                  <a:lnTo>
                    <a:pt x="310671" y="109612"/>
                  </a:lnTo>
                  <a:lnTo>
                    <a:pt x="310367" y="109018"/>
                  </a:lnTo>
                  <a:lnTo>
                    <a:pt x="311110" y="106623"/>
                  </a:lnTo>
                  <a:lnTo>
                    <a:pt x="313947" y="100143"/>
                  </a:lnTo>
                  <a:lnTo>
                    <a:pt x="314258" y="99759"/>
                  </a:lnTo>
                  <a:lnTo>
                    <a:pt x="319517" y="98633"/>
                  </a:lnTo>
                  <a:lnTo>
                    <a:pt x="322694" y="97452"/>
                  </a:lnTo>
                  <a:lnTo>
                    <a:pt x="328513" y="93889"/>
                  </a:lnTo>
                  <a:lnTo>
                    <a:pt x="329639" y="93593"/>
                  </a:lnTo>
                  <a:lnTo>
                    <a:pt x="333381" y="91229"/>
                  </a:lnTo>
                  <a:lnTo>
                    <a:pt x="334918" y="90626"/>
                  </a:lnTo>
                  <a:lnTo>
                    <a:pt x="336348" y="91035"/>
                  </a:lnTo>
                  <a:lnTo>
                    <a:pt x="338441" y="92254"/>
                  </a:lnTo>
                  <a:lnTo>
                    <a:pt x="339521" y="93336"/>
                  </a:lnTo>
                  <a:lnTo>
                    <a:pt x="340286" y="94688"/>
                  </a:lnTo>
                  <a:lnTo>
                    <a:pt x="340922" y="96572"/>
                  </a:lnTo>
                  <a:lnTo>
                    <a:pt x="341719" y="100726"/>
                  </a:lnTo>
                  <a:lnTo>
                    <a:pt x="341992" y="104267"/>
                  </a:lnTo>
                  <a:lnTo>
                    <a:pt x="342484" y="105580"/>
                  </a:lnTo>
                  <a:lnTo>
                    <a:pt x="344238" y="108045"/>
                  </a:lnTo>
                  <a:lnTo>
                    <a:pt x="345138" y="109002"/>
                  </a:lnTo>
                  <a:lnTo>
                    <a:pt x="345693" y="109301"/>
                  </a:lnTo>
                  <a:lnTo>
                    <a:pt x="346172" y="108724"/>
                  </a:lnTo>
                  <a:lnTo>
                    <a:pt x="346498" y="108631"/>
                  </a:lnTo>
                  <a:lnTo>
                    <a:pt x="346721" y="108854"/>
                  </a:lnTo>
                  <a:lnTo>
                    <a:pt x="346959" y="110406"/>
                  </a:lnTo>
                  <a:lnTo>
                    <a:pt x="347271" y="110560"/>
                  </a:lnTo>
                  <a:lnTo>
                    <a:pt x="348327" y="110369"/>
                  </a:lnTo>
                  <a:lnTo>
                    <a:pt x="349446" y="111009"/>
                  </a:lnTo>
                  <a:lnTo>
                    <a:pt x="349608" y="111487"/>
                  </a:lnTo>
                  <a:lnTo>
                    <a:pt x="349370" y="113411"/>
                  </a:lnTo>
                  <a:lnTo>
                    <a:pt x="349687" y="114218"/>
                  </a:lnTo>
                  <a:lnTo>
                    <a:pt x="351046" y="115941"/>
                  </a:lnTo>
                  <a:lnTo>
                    <a:pt x="352354" y="116590"/>
                  </a:lnTo>
                  <a:lnTo>
                    <a:pt x="353865" y="116886"/>
                  </a:lnTo>
                  <a:lnTo>
                    <a:pt x="356672" y="116594"/>
                  </a:lnTo>
                  <a:lnTo>
                    <a:pt x="359021" y="115766"/>
                  </a:lnTo>
                  <a:lnTo>
                    <a:pt x="360781" y="114408"/>
                  </a:lnTo>
                  <a:lnTo>
                    <a:pt x="362232" y="115922"/>
                  </a:lnTo>
                  <a:lnTo>
                    <a:pt x="365130" y="119574"/>
                  </a:lnTo>
                  <a:lnTo>
                    <a:pt x="366863" y="122159"/>
                  </a:lnTo>
                  <a:lnTo>
                    <a:pt x="368301" y="123376"/>
                  </a:lnTo>
                  <a:lnTo>
                    <a:pt x="371212" y="124834"/>
                  </a:lnTo>
                  <a:lnTo>
                    <a:pt x="371873" y="125619"/>
                  </a:lnTo>
                  <a:lnTo>
                    <a:pt x="372937" y="125706"/>
                  </a:lnTo>
                  <a:lnTo>
                    <a:pt x="374403" y="125097"/>
                  </a:lnTo>
                  <a:lnTo>
                    <a:pt x="376072" y="125333"/>
                  </a:lnTo>
                  <a:lnTo>
                    <a:pt x="377944" y="126417"/>
                  </a:lnTo>
                  <a:lnTo>
                    <a:pt x="379231" y="126874"/>
                  </a:lnTo>
                  <a:lnTo>
                    <a:pt x="383640" y="124830"/>
                  </a:lnTo>
                  <a:lnTo>
                    <a:pt x="384313" y="124732"/>
                  </a:lnTo>
                  <a:lnTo>
                    <a:pt x="385955" y="123748"/>
                  </a:lnTo>
                  <a:lnTo>
                    <a:pt x="387013" y="123449"/>
                  </a:lnTo>
                  <a:lnTo>
                    <a:pt x="388257" y="123474"/>
                  </a:lnTo>
                  <a:lnTo>
                    <a:pt x="389185" y="123173"/>
                  </a:lnTo>
                  <a:lnTo>
                    <a:pt x="389796" y="122552"/>
                  </a:lnTo>
                  <a:lnTo>
                    <a:pt x="392133" y="122578"/>
                  </a:lnTo>
                  <a:lnTo>
                    <a:pt x="396363" y="123279"/>
                  </a:lnTo>
                  <a:lnTo>
                    <a:pt x="399254" y="124188"/>
                  </a:lnTo>
                  <a:lnTo>
                    <a:pt x="400972" y="125333"/>
                  </a:lnTo>
                  <a:lnTo>
                    <a:pt x="402382" y="125974"/>
                  </a:lnTo>
                  <a:lnTo>
                    <a:pt x="403485" y="126115"/>
                  </a:lnTo>
                  <a:lnTo>
                    <a:pt x="404559" y="125911"/>
                  </a:lnTo>
                  <a:lnTo>
                    <a:pt x="405604" y="125360"/>
                  </a:lnTo>
                  <a:lnTo>
                    <a:pt x="406705" y="124316"/>
                  </a:lnTo>
                  <a:lnTo>
                    <a:pt x="409055" y="123780"/>
                  </a:lnTo>
                  <a:lnTo>
                    <a:pt x="409446" y="123505"/>
                  </a:lnTo>
                  <a:lnTo>
                    <a:pt x="409398" y="122936"/>
                  </a:lnTo>
                  <a:lnTo>
                    <a:pt x="408910" y="122068"/>
                  </a:lnTo>
                  <a:lnTo>
                    <a:pt x="407577" y="120425"/>
                  </a:lnTo>
                  <a:lnTo>
                    <a:pt x="406644" y="118821"/>
                  </a:lnTo>
                  <a:lnTo>
                    <a:pt x="406465" y="117802"/>
                  </a:lnTo>
                  <a:lnTo>
                    <a:pt x="406485" y="116567"/>
                  </a:lnTo>
                  <a:lnTo>
                    <a:pt x="406776" y="115854"/>
                  </a:lnTo>
                  <a:lnTo>
                    <a:pt x="407336" y="115664"/>
                  </a:lnTo>
                  <a:lnTo>
                    <a:pt x="408218" y="116430"/>
                  </a:lnTo>
                  <a:lnTo>
                    <a:pt x="409420" y="118150"/>
                  </a:lnTo>
                  <a:lnTo>
                    <a:pt x="412807" y="124614"/>
                  </a:lnTo>
                  <a:lnTo>
                    <a:pt x="413623" y="125531"/>
                  </a:lnTo>
                  <a:lnTo>
                    <a:pt x="414073" y="126354"/>
                  </a:lnTo>
                  <a:lnTo>
                    <a:pt x="417182" y="128710"/>
                  </a:lnTo>
                  <a:lnTo>
                    <a:pt x="418648" y="129125"/>
                  </a:lnTo>
                  <a:lnTo>
                    <a:pt x="420385" y="127669"/>
                  </a:lnTo>
                  <a:lnTo>
                    <a:pt x="421152" y="126763"/>
                  </a:lnTo>
                  <a:lnTo>
                    <a:pt x="421527" y="125892"/>
                  </a:lnTo>
                  <a:lnTo>
                    <a:pt x="421510" y="125052"/>
                  </a:lnTo>
                  <a:lnTo>
                    <a:pt x="421677" y="123829"/>
                  </a:lnTo>
                  <a:lnTo>
                    <a:pt x="421502" y="123069"/>
                  </a:lnTo>
                  <a:lnTo>
                    <a:pt x="421036" y="122090"/>
                  </a:lnTo>
                  <a:lnTo>
                    <a:pt x="419790" y="120722"/>
                  </a:lnTo>
                  <a:lnTo>
                    <a:pt x="417766" y="118968"/>
                  </a:lnTo>
                  <a:lnTo>
                    <a:pt x="415916" y="118453"/>
                  </a:lnTo>
                  <a:lnTo>
                    <a:pt x="414241" y="119180"/>
                  </a:lnTo>
                  <a:lnTo>
                    <a:pt x="412346" y="120673"/>
                  </a:lnTo>
                  <a:lnTo>
                    <a:pt x="411557" y="120083"/>
                  </a:lnTo>
                  <a:lnTo>
                    <a:pt x="409193" y="115896"/>
                  </a:lnTo>
                  <a:lnTo>
                    <a:pt x="408598" y="114330"/>
                  </a:lnTo>
                  <a:lnTo>
                    <a:pt x="408599" y="113899"/>
                  </a:lnTo>
                  <a:lnTo>
                    <a:pt x="409696" y="114400"/>
                  </a:lnTo>
                  <a:lnTo>
                    <a:pt x="409746" y="113893"/>
                  </a:lnTo>
                  <a:lnTo>
                    <a:pt x="409090" y="111875"/>
                  </a:lnTo>
                  <a:lnTo>
                    <a:pt x="408685" y="111200"/>
                  </a:lnTo>
                  <a:lnTo>
                    <a:pt x="407322" y="108022"/>
                  </a:lnTo>
                  <a:lnTo>
                    <a:pt x="407154" y="107066"/>
                  </a:lnTo>
                  <a:lnTo>
                    <a:pt x="408002" y="106849"/>
                  </a:lnTo>
                  <a:lnTo>
                    <a:pt x="408387" y="106479"/>
                  </a:lnTo>
                  <a:lnTo>
                    <a:pt x="408903" y="106516"/>
                  </a:lnTo>
                  <a:lnTo>
                    <a:pt x="411307" y="108428"/>
                  </a:lnTo>
                  <a:lnTo>
                    <a:pt x="412538" y="107574"/>
                  </a:lnTo>
                  <a:lnTo>
                    <a:pt x="415386" y="106355"/>
                  </a:lnTo>
                  <a:lnTo>
                    <a:pt x="414263" y="104525"/>
                  </a:lnTo>
                  <a:lnTo>
                    <a:pt x="413996" y="102724"/>
                  </a:lnTo>
                  <a:lnTo>
                    <a:pt x="414128" y="102333"/>
                  </a:lnTo>
                  <a:lnTo>
                    <a:pt x="415056" y="102065"/>
                  </a:lnTo>
                  <a:lnTo>
                    <a:pt x="416873" y="103565"/>
                  </a:lnTo>
                  <a:lnTo>
                    <a:pt x="417753" y="103774"/>
                  </a:lnTo>
                  <a:lnTo>
                    <a:pt x="418396" y="103176"/>
                  </a:lnTo>
                  <a:lnTo>
                    <a:pt x="419076" y="103136"/>
                  </a:lnTo>
                  <a:lnTo>
                    <a:pt x="419793" y="103649"/>
                  </a:lnTo>
                  <a:lnTo>
                    <a:pt x="420465" y="104424"/>
                  </a:lnTo>
                  <a:lnTo>
                    <a:pt x="421714" y="106639"/>
                  </a:lnTo>
                  <a:lnTo>
                    <a:pt x="422331" y="107972"/>
                  </a:lnTo>
                  <a:lnTo>
                    <a:pt x="423026" y="109979"/>
                  </a:lnTo>
                  <a:lnTo>
                    <a:pt x="423245" y="110260"/>
                  </a:lnTo>
                  <a:lnTo>
                    <a:pt x="426596" y="110412"/>
                  </a:lnTo>
                  <a:lnTo>
                    <a:pt x="428495" y="108630"/>
                  </a:lnTo>
                  <a:lnTo>
                    <a:pt x="428454" y="109236"/>
                  </a:lnTo>
                  <a:lnTo>
                    <a:pt x="428018" y="110633"/>
                  </a:lnTo>
                  <a:lnTo>
                    <a:pt x="425664" y="115998"/>
                  </a:lnTo>
                  <a:lnTo>
                    <a:pt x="425693" y="116662"/>
                  </a:lnTo>
                  <a:lnTo>
                    <a:pt x="426942" y="116376"/>
                  </a:lnTo>
                  <a:lnTo>
                    <a:pt x="427527" y="115942"/>
                  </a:lnTo>
                  <a:lnTo>
                    <a:pt x="427889" y="115297"/>
                  </a:lnTo>
                  <a:lnTo>
                    <a:pt x="428202" y="113794"/>
                  </a:lnTo>
                  <a:lnTo>
                    <a:pt x="428411" y="113349"/>
                  </a:lnTo>
                  <a:lnTo>
                    <a:pt x="431909" y="110819"/>
                  </a:lnTo>
                  <a:lnTo>
                    <a:pt x="432921" y="110446"/>
                  </a:lnTo>
                  <a:lnTo>
                    <a:pt x="432289" y="113146"/>
                  </a:lnTo>
                  <a:lnTo>
                    <a:pt x="430988" y="122781"/>
                  </a:lnTo>
                  <a:lnTo>
                    <a:pt x="430724" y="126146"/>
                  </a:lnTo>
                  <a:lnTo>
                    <a:pt x="430439" y="127287"/>
                  </a:lnTo>
                  <a:lnTo>
                    <a:pt x="429065" y="130991"/>
                  </a:lnTo>
                  <a:lnTo>
                    <a:pt x="429086" y="132294"/>
                  </a:lnTo>
                  <a:lnTo>
                    <a:pt x="430589" y="135410"/>
                  </a:lnTo>
                  <a:lnTo>
                    <a:pt x="430857" y="136258"/>
                  </a:lnTo>
                  <a:lnTo>
                    <a:pt x="431008" y="138818"/>
                  </a:lnTo>
                  <a:lnTo>
                    <a:pt x="431275" y="139324"/>
                  </a:lnTo>
                  <a:lnTo>
                    <a:pt x="432514" y="139352"/>
                  </a:lnTo>
                  <a:lnTo>
                    <a:pt x="433797" y="138537"/>
                  </a:lnTo>
                  <a:lnTo>
                    <a:pt x="435328" y="137996"/>
                  </a:lnTo>
                  <a:lnTo>
                    <a:pt x="435566" y="138530"/>
                  </a:lnTo>
                  <a:lnTo>
                    <a:pt x="434726" y="141630"/>
                  </a:lnTo>
                  <a:lnTo>
                    <a:pt x="434772" y="141902"/>
                  </a:lnTo>
                  <a:lnTo>
                    <a:pt x="436227" y="141105"/>
                  </a:lnTo>
                  <a:lnTo>
                    <a:pt x="436894" y="140995"/>
                  </a:lnTo>
                  <a:lnTo>
                    <a:pt x="437166" y="141176"/>
                  </a:lnTo>
                  <a:lnTo>
                    <a:pt x="438250" y="142760"/>
                  </a:lnTo>
                  <a:lnTo>
                    <a:pt x="438359" y="143942"/>
                  </a:lnTo>
                  <a:lnTo>
                    <a:pt x="438336" y="145699"/>
                  </a:lnTo>
                  <a:lnTo>
                    <a:pt x="438222" y="146966"/>
                  </a:lnTo>
                  <a:lnTo>
                    <a:pt x="437856" y="147669"/>
                  </a:lnTo>
                  <a:lnTo>
                    <a:pt x="437420" y="147951"/>
                  </a:lnTo>
                  <a:lnTo>
                    <a:pt x="436871" y="148162"/>
                  </a:lnTo>
                  <a:lnTo>
                    <a:pt x="436378" y="148075"/>
                  </a:lnTo>
                  <a:lnTo>
                    <a:pt x="434859" y="148341"/>
                  </a:lnTo>
                  <a:lnTo>
                    <a:pt x="433964" y="148002"/>
                  </a:lnTo>
                  <a:lnTo>
                    <a:pt x="433077" y="147035"/>
                  </a:lnTo>
                  <a:lnTo>
                    <a:pt x="432447" y="146803"/>
                  </a:lnTo>
                  <a:lnTo>
                    <a:pt x="431717" y="147547"/>
                  </a:lnTo>
                  <a:lnTo>
                    <a:pt x="430563" y="147424"/>
                  </a:lnTo>
                  <a:lnTo>
                    <a:pt x="429266" y="145288"/>
                  </a:lnTo>
                  <a:lnTo>
                    <a:pt x="428749" y="145488"/>
                  </a:lnTo>
                  <a:lnTo>
                    <a:pt x="428573" y="145827"/>
                  </a:lnTo>
                  <a:lnTo>
                    <a:pt x="428595" y="146287"/>
                  </a:lnTo>
                  <a:lnTo>
                    <a:pt x="429179" y="147670"/>
                  </a:lnTo>
                  <a:lnTo>
                    <a:pt x="433738" y="154999"/>
                  </a:lnTo>
                  <a:lnTo>
                    <a:pt x="434430" y="156513"/>
                  </a:lnTo>
                  <a:lnTo>
                    <a:pt x="434678" y="158680"/>
                  </a:lnTo>
                  <a:lnTo>
                    <a:pt x="435104" y="156504"/>
                  </a:lnTo>
                  <a:lnTo>
                    <a:pt x="434826" y="155451"/>
                  </a:lnTo>
                  <a:lnTo>
                    <a:pt x="432480" y="151185"/>
                  </a:lnTo>
                  <a:lnTo>
                    <a:pt x="432199" y="149628"/>
                  </a:lnTo>
                  <a:lnTo>
                    <a:pt x="432281" y="149204"/>
                  </a:lnTo>
                  <a:lnTo>
                    <a:pt x="432901" y="148768"/>
                  </a:lnTo>
                  <a:lnTo>
                    <a:pt x="436240" y="149831"/>
                  </a:lnTo>
                  <a:lnTo>
                    <a:pt x="437534" y="149599"/>
                  </a:lnTo>
                  <a:lnTo>
                    <a:pt x="438407" y="148850"/>
                  </a:lnTo>
                  <a:lnTo>
                    <a:pt x="438845" y="147927"/>
                  </a:lnTo>
                  <a:lnTo>
                    <a:pt x="439162" y="142851"/>
                  </a:lnTo>
                  <a:lnTo>
                    <a:pt x="439761" y="139599"/>
                  </a:lnTo>
                  <a:lnTo>
                    <a:pt x="439407" y="136689"/>
                  </a:lnTo>
                  <a:lnTo>
                    <a:pt x="438504" y="132056"/>
                  </a:lnTo>
                  <a:lnTo>
                    <a:pt x="437794" y="129326"/>
                  </a:lnTo>
                  <a:lnTo>
                    <a:pt x="436157" y="126558"/>
                  </a:lnTo>
                  <a:lnTo>
                    <a:pt x="435995" y="125566"/>
                  </a:lnTo>
                  <a:lnTo>
                    <a:pt x="437820" y="117176"/>
                  </a:lnTo>
                  <a:lnTo>
                    <a:pt x="438148" y="116470"/>
                  </a:lnTo>
                  <a:lnTo>
                    <a:pt x="438556" y="116166"/>
                  </a:lnTo>
                  <a:lnTo>
                    <a:pt x="439992" y="116043"/>
                  </a:lnTo>
                  <a:lnTo>
                    <a:pt x="441039" y="115346"/>
                  </a:lnTo>
                  <a:lnTo>
                    <a:pt x="442679" y="116322"/>
                  </a:lnTo>
                  <a:lnTo>
                    <a:pt x="443585" y="116577"/>
                  </a:lnTo>
                  <a:lnTo>
                    <a:pt x="444706" y="115713"/>
                  </a:lnTo>
                  <a:lnTo>
                    <a:pt x="447197" y="112191"/>
                  </a:lnTo>
                  <a:lnTo>
                    <a:pt x="448172" y="111100"/>
                  </a:lnTo>
                  <a:lnTo>
                    <a:pt x="449413" y="109037"/>
                  </a:lnTo>
                  <a:lnTo>
                    <a:pt x="450919" y="106005"/>
                  </a:lnTo>
                  <a:lnTo>
                    <a:pt x="452557" y="103806"/>
                  </a:lnTo>
                  <a:lnTo>
                    <a:pt x="455211" y="101759"/>
                  </a:lnTo>
                  <a:lnTo>
                    <a:pt x="456833" y="100111"/>
                  </a:lnTo>
                  <a:lnTo>
                    <a:pt x="457160" y="99520"/>
                  </a:lnTo>
                  <a:lnTo>
                    <a:pt x="455652" y="99379"/>
                  </a:lnTo>
                  <a:lnTo>
                    <a:pt x="455286" y="99100"/>
                  </a:lnTo>
                  <a:lnTo>
                    <a:pt x="454976" y="97537"/>
                  </a:lnTo>
                  <a:lnTo>
                    <a:pt x="455132" y="94649"/>
                  </a:lnTo>
                  <a:lnTo>
                    <a:pt x="455104" y="93040"/>
                  </a:lnTo>
                  <a:lnTo>
                    <a:pt x="454925" y="91590"/>
                  </a:lnTo>
                  <a:lnTo>
                    <a:pt x="454595" y="90296"/>
                  </a:lnTo>
                  <a:lnTo>
                    <a:pt x="454115" y="89157"/>
                  </a:lnTo>
                  <a:lnTo>
                    <a:pt x="453676" y="88475"/>
                  </a:lnTo>
                  <a:lnTo>
                    <a:pt x="453281" y="88249"/>
                  </a:lnTo>
                  <a:lnTo>
                    <a:pt x="453009" y="88352"/>
                  </a:lnTo>
                  <a:lnTo>
                    <a:pt x="452861" y="88785"/>
                  </a:lnTo>
                  <a:lnTo>
                    <a:pt x="452458" y="91537"/>
                  </a:lnTo>
                  <a:lnTo>
                    <a:pt x="451944" y="93560"/>
                  </a:lnTo>
                  <a:lnTo>
                    <a:pt x="451239" y="94619"/>
                  </a:lnTo>
                  <a:lnTo>
                    <a:pt x="449777" y="95334"/>
                  </a:lnTo>
                  <a:lnTo>
                    <a:pt x="447264" y="95859"/>
                  </a:lnTo>
                  <a:lnTo>
                    <a:pt x="446221" y="94891"/>
                  </a:lnTo>
                  <a:lnTo>
                    <a:pt x="446090" y="94073"/>
                  </a:lnTo>
                  <a:lnTo>
                    <a:pt x="446454" y="90869"/>
                  </a:lnTo>
                  <a:lnTo>
                    <a:pt x="447290" y="89495"/>
                  </a:lnTo>
                  <a:lnTo>
                    <a:pt x="449588" y="86788"/>
                  </a:lnTo>
                  <a:lnTo>
                    <a:pt x="451058" y="84621"/>
                  </a:lnTo>
                  <a:lnTo>
                    <a:pt x="451082" y="84245"/>
                  </a:lnTo>
                  <a:lnTo>
                    <a:pt x="449730" y="84229"/>
                  </a:lnTo>
                  <a:lnTo>
                    <a:pt x="449407" y="83783"/>
                  </a:lnTo>
                  <a:lnTo>
                    <a:pt x="449123" y="81120"/>
                  </a:lnTo>
                  <a:lnTo>
                    <a:pt x="449202" y="80126"/>
                  </a:lnTo>
                  <a:lnTo>
                    <a:pt x="449414" y="78987"/>
                  </a:lnTo>
                  <a:lnTo>
                    <a:pt x="450359" y="78160"/>
                  </a:lnTo>
                  <a:lnTo>
                    <a:pt x="453262" y="77137"/>
                  </a:lnTo>
                  <a:lnTo>
                    <a:pt x="455521" y="75937"/>
                  </a:lnTo>
                  <a:lnTo>
                    <a:pt x="455586" y="76355"/>
                  </a:lnTo>
                  <a:lnTo>
                    <a:pt x="453776" y="79958"/>
                  </a:lnTo>
                  <a:lnTo>
                    <a:pt x="453588" y="80794"/>
                  </a:lnTo>
                  <a:lnTo>
                    <a:pt x="454280" y="81577"/>
                  </a:lnTo>
                  <a:lnTo>
                    <a:pt x="456021" y="79486"/>
                  </a:lnTo>
                  <a:lnTo>
                    <a:pt x="457144" y="77763"/>
                  </a:lnTo>
                  <a:lnTo>
                    <a:pt x="457333" y="77176"/>
                  </a:lnTo>
                  <a:lnTo>
                    <a:pt x="456313" y="76961"/>
                  </a:lnTo>
                  <a:lnTo>
                    <a:pt x="456257" y="76249"/>
                  </a:lnTo>
                  <a:lnTo>
                    <a:pt x="456454" y="74941"/>
                  </a:lnTo>
                  <a:lnTo>
                    <a:pt x="456359" y="74048"/>
                  </a:lnTo>
                  <a:lnTo>
                    <a:pt x="455229" y="72921"/>
                  </a:lnTo>
                  <a:lnTo>
                    <a:pt x="453839" y="73548"/>
                  </a:lnTo>
                  <a:lnTo>
                    <a:pt x="452679" y="74735"/>
                  </a:lnTo>
                  <a:lnTo>
                    <a:pt x="451716" y="75058"/>
                  </a:lnTo>
                  <a:lnTo>
                    <a:pt x="450294" y="75081"/>
                  </a:lnTo>
                  <a:lnTo>
                    <a:pt x="449259" y="74810"/>
                  </a:lnTo>
                  <a:lnTo>
                    <a:pt x="448612" y="74245"/>
                  </a:lnTo>
                  <a:lnTo>
                    <a:pt x="447833" y="72980"/>
                  </a:lnTo>
                  <a:lnTo>
                    <a:pt x="446922" y="71018"/>
                  </a:lnTo>
                  <a:lnTo>
                    <a:pt x="445769" y="69062"/>
                  </a:lnTo>
                  <a:lnTo>
                    <a:pt x="445361" y="68848"/>
                  </a:lnTo>
                  <a:lnTo>
                    <a:pt x="445011" y="69069"/>
                  </a:lnTo>
                  <a:lnTo>
                    <a:pt x="444275" y="70959"/>
                  </a:lnTo>
                  <a:lnTo>
                    <a:pt x="443955" y="71186"/>
                  </a:lnTo>
                  <a:lnTo>
                    <a:pt x="439441" y="68538"/>
                  </a:lnTo>
                  <a:lnTo>
                    <a:pt x="437526" y="67053"/>
                  </a:lnTo>
                  <a:lnTo>
                    <a:pt x="436600" y="65928"/>
                  </a:lnTo>
                  <a:lnTo>
                    <a:pt x="435448" y="65263"/>
                  </a:lnTo>
                  <a:lnTo>
                    <a:pt x="434071" y="65059"/>
                  </a:lnTo>
                  <a:lnTo>
                    <a:pt x="432972" y="64537"/>
                  </a:lnTo>
                  <a:lnTo>
                    <a:pt x="432153" y="63699"/>
                  </a:lnTo>
                  <a:lnTo>
                    <a:pt x="431490" y="62496"/>
                  </a:lnTo>
                  <a:lnTo>
                    <a:pt x="430984" y="60927"/>
                  </a:lnTo>
                  <a:lnTo>
                    <a:pt x="430045" y="58952"/>
                  </a:lnTo>
                  <a:lnTo>
                    <a:pt x="427902" y="55019"/>
                  </a:lnTo>
                  <a:lnTo>
                    <a:pt x="427334" y="52495"/>
                  </a:lnTo>
                  <a:lnTo>
                    <a:pt x="427256" y="51529"/>
                  </a:lnTo>
                  <a:lnTo>
                    <a:pt x="427390" y="49040"/>
                  </a:lnTo>
                  <a:lnTo>
                    <a:pt x="429399" y="44817"/>
                  </a:lnTo>
                  <a:lnTo>
                    <a:pt x="429773" y="43599"/>
                  </a:lnTo>
                  <a:lnTo>
                    <a:pt x="430458" y="42703"/>
                  </a:lnTo>
                  <a:lnTo>
                    <a:pt x="431455" y="42126"/>
                  </a:lnTo>
                  <a:lnTo>
                    <a:pt x="432172" y="41953"/>
                  </a:lnTo>
                  <a:lnTo>
                    <a:pt x="433802" y="42488"/>
                  </a:lnTo>
                  <a:lnTo>
                    <a:pt x="432826" y="41181"/>
                  </a:lnTo>
                  <a:lnTo>
                    <a:pt x="432749" y="40482"/>
                  </a:lnTo>
                  <a:lnTo>
                    <a:pt x="433728" y="38194"/>
                  </a:lnTo>
                  <a:lnTo>
                    <a:pt x="433535" y="38092"/>
                  </a:lnTo>
                  <a:lnTo>
                    <a:pt x="430843" y="39849"/>
                  </a:lnTo>
                  <a:lnTo>
                    <a:pt x="430155" y="39731"/>
                  </a:lnTo>
                  <a:lnTo>
                    <a:pt x="429185" y="38656"/>
                  </a:lnTo>
                  <a:lnTo>
                    <a:pt x="427358" y="34812"/>
                  </a:lnTo>
                  <a:lnTo>
                    <a:pt x="427337" y="32418"/>
                  </a:lnTo>
                  <a:lnTo>
                    <a:pt x="427912" y="29091"/>
                  </a:lnTo>
                  <a:lnTo>
                    <a:pt x="428113" y="27100"/>
                  </a:lnTo>
                  <a:lnTo>
                    <a:pt x="427590" y="25406"/>
                  </a:lnTo>
                  <a:lnTo>
                    <a:pt x="427786" y="24930"/>
                  </a:lnTo>
                  <a:lnTo>
                    <a:pt x="428353" y="24456"/>
                  </a:lnTo>
                  <a:lnTo>
                    <a:pt x="428590" y="23946"/>
                  </a:lnTo>
                  <a:lnTo>
                    <a:pt x="428342" y="22072"/>
                  </a:lnTo>
                  <a:lnTo>
                    <a:pt x="428735" y="21075"/>
                  </a:lnTo>
                  <a:lnTo>
                    <a:pt x="430027" y="19140"/>
                  </a:lnTo>
                  <a:lnTo>
                    <a:pt x="431293" y="17448"/>
                  </a:lnTo>
                  <a:lnTo>
                    <a:pt x="432039" y="16931"/>
                  </a:lnTo>
                  <a:lnTo>
                    <a:pt x="432689" y="17026"/>
                  </a:lnTo>
                  <a:lnTo>
                    <a:pt x="433365" y="17546"/>
                  </a:lnTo>
                  <a:lnTo>
                    <a:pt x="434069" y="18491"/>
                  </a:lnTo>
                  <a:lnTo>
                    <a:pt x="435275" y="19463"/>
                  </a:lnTo>
                  <a:lnTo>
                    <a:pt x="436168" y="19740"/>
                  </a:lnTo>
                  <a:lnTo>
                    <a:pt x="436824" y="19209"/>
                  </a:lnTo>
                  <a:lnTo>
                    <a:pt x="437947" y="15566"/>
                  </a:lnTo>
                  <a:lnTo>
                    <a:pt x="438343" y="14633"/>
                  </a:lnTo>
                  <a:lnTo>
                    <a:pt x="437967" y="14227"/>
                  </a:lnTo>
                  <a:lnTo>
                    <a:pt x="435767" y="14266"/>
                  </a:lnTo>
                  <a:lnTo>
                    <a:pt x="434814" y="13965"/>
                  </a:lnTo>
                  <a:lnTo>
                    <a:pt x="434266" y="13615"/>
                  </a:lnTo>
                  <a:lnTo>
                    <a:pt x="433863" y="12225"/>
                  </a:lnTo>
                  <a:lnTo>
                    <a:pt x="434195" y="11483"/>
                  </a:lnTo>
                  <a:lnTo>
                    <a:pt x="436328" y="8908"/>
                  </a:lnTo>
                  <a:lnTo>
                    <a:pt x="437330" y="6207"/>
                  </a:lnTo>
                  <a:lnTo>
                    <a:pt x="440314" y="2457"/>
                  </a:lnTo>
                  <a:lnTo>
                    <a:pt x="443336" y="694"/>
                  </a:lnTo>
                  <a:lnTo>
                    <a:pt x="444798" y="115"/>
                  </a:lnTo>
                  <a:lnTo>
                    <a:pt x="445987" y="0"/>
                  </a:lnTo>
                  <a:lnTo>
                    <a:pt x="446507" y="233"/>
                  </a:lnTo>
                  <a:lnTo>
                    <a:pt x="447142" y="2108"/>
                  </a:lnTo>
                  <a:lnTo>
                    <a:pt x="447259" y="4086"/>
                  </a:lnTo>
                  <a:lnTo>
                    <a:pt x="448898" y="6559"/>
                  </a:lnTo>
                  <a:lnTo>
                    <a:pt x="450216" y="6749"/>
                  </a:lnTo>
                  <a:lnTo>
                    <a:pt x="451036" y="6374"/>
                  </a:lnTo>
                  <a:lnTo>
                    <a:pt x="453687" y="6518"/>
                  </a:lnTo>
                  <a:lnTo>
                    <a:pt x="454302" y="7211"/>
                  </a:lnTo>
                  <a:lnTo>
                    <a:pt x="454257" y="7984"/>
                  </a:lnTo>
                  <a:lnTo>
                    <a:pt x="453962" y="9235"/>
                  </a:lnTo>
                  <a:lnTo>
                    <a:pt x="454142" y="10307"/>
                  </a:lnTo>
                  <a:lnTo>
                    <a:pt x="455940" y="12356"/>
                  </a:lnTo>
                  <a:lnTo>
                    <a:pt x="457559" y="13774"/>
                  </a:lnTo>
                  <a:lnTo>
                    <a:pt x="459012" y="15543"/>
                  </a:lnTo>
                  <a:lnTo>
                    <a:pt x="461175" y="19241"/>
                  </a:lnTo>
                  <a:lnTo>
                    <a:pt x="461644" y="20286"/>
                  </a:lnTo>
                  <a:lnTo>
                    <a:pt x="461969" y="21416"/>
                  </a:lnTo>
                  <a:lnTo>
                    <a:pt x="462532" y="25545"/>
                  </a:lnTo>
                  <a:lnTo>
                    <a:pt x="462604" y="27112"/>
                  </a:lnTo>
                  <a:lnTo>
                    <a:pt x="462397" y="31641"/>
                  </a:lnTo>
                  <a:lnTo>
                    <a:pt x="462226" y="32496"/>
                  </a:lnTo>
                  <a:lnTo>
                    <a:pt x="461655" y="33527"/>
                  </a:lnTo>
                  <a:lnTo>
                    <a:pt x="461852" y="33944"/>
                  </a:lnTo>
                  <a:lnTo>
                    <a:pt x="463562" y="35125"/>
                  </a:lnTo>
                  <a:lnTo>
                    <a:pt x="464921" y="37470"/>
                  </a:lnTo>
                  <a:lnTo>
                    <a:pt x="465634" y="38226"/>
                  </a:lnTo>
                  <a:lnTo>
                    <a:pt x="467355" y="39490"/>
                  </a:lnTo>
                  <a:lnTo>
                    <a:pt x="467669" y="39967"/>
                  </a:lnTo>
                  <a:lnTo>
                    <a:pt x="468058" y="40758"/>
                  </a:lnTo>
                  <a:lnTo>
                    <a:pt x="469028" y="44144"/>
                  </a:lnTo>
                  <a:lnTo>
                    <a:pt x="470618" y="47196"/>
                  </a:lnTo>
                  <a:lnTo>
                    <a:pt x="470732" y="47854"/>
                  </a:lnTo>
                  <a:lnTo>
                    <a:pt x="470392" y="49291"/>
                  </a:lnTo>
                  <a:lnTo>
                    <a:pt x="470634" y="49747"/>
                  </a:lnTo>
                  <a:lnTo>
                    <a:pt x="471248" y="50272"/>
                  </a:lnTo>
                  <a:lnTo>
                    <a:pt x="471799" y="49999"/>
                  </a:lnTo>
                  <a:lnTo>
                    <a:pt x="472286" y="48924"/>
                  </a:lnTo>
                  <a:lnTo>
                    <a:pt x="472816" y="48614"/>
                  </a:lnTo>
                  <a:lnTo>
                    <a:pt x="473389" y="49069"/>
                  </a:lnTo>
                  <a:lnTo>
                    <a:pt x="473824" y="49868"/>
                  </a:lnTo>
                  <a:lnTo>
                    <a:pt x="474416" y="51826"/>
                  </a:lnTo>
                  <a:lnTo>
                    <a:pt x="475281" y="53442"/>
                  </a:lnTo>
                  <a:lnTo>
                    <a:pt x="475208" y="53935"/>
                  </a:lnTo>
                  <a:lnTo>
                    <a:pt x="474780" y="54341"/>
                  </a:lnTo>
                  <a:lnTo>
                    <a:pt x="472449" y="54789"/>
                  </a:lnTo>
                  <a:lnTo>
                    <a:pt x="471138" y="54478"/>
                  </a:lnTo>
                  <a:lnTo>
                    <a:pt x="469926" y="53689"/>
                  </a:lnTo>
                  <a:lnTo>
                    <a:pt x="469084" y="52873"/>
                  </a:lnTo>
                  <a:lnTo>
                    <a:pt x="468299" y="51622"/>
                  </a:lnTo>
                  <a:lnTo>
                    <a:pt x="468009" y="51755"/>
                  </a:lnTo>
                  <a:lnTo>
                    <a:pt x="467597" y="52775"/>
                  </a:lnTo>
                  <a:lnTo>
                    <a:pt x="466719" y="54264"/>
                  </a:lnTo>
                  <a:lnTo>
                    <a:pt x="466169" y="55641"/>
                  </a:lnTo>
                  <a:lnTo>
                    <a:pt x="466805" y="56252"/>
                  </a:lnTo>
                  <a:lnTo>
                    <a:pt x="469869" y="56212"/>
                  </a:lnTo>
                  <a:lnTo>
                    <a:pt x="470535" y="56599"/>
                  </a:lnTo>
                  <a:lnTo>
                    <a:pt x="471314" y="57567"/>
                  </a:lnTo>
                  <a:lnTo>
                    <a:pt x="470426" y="59183"/>
                  </a:lnTo>
                  <a:lnTo>
                    <a:pt x="468352" y="61897"/>
                  </a:lnTo>
                  <a:lnTo>
                    <a:pt x="463871" y="67163"/>
                  </a:lnTo>
                  <a:lnTo>
                    <a:pt x="462555" y="68514"/>
                  </a:lnTo>
                  <a:lnTo>
                    <a:pt x="462875" y="68907"/>
                  </a:lnTo>
                  <a:lnTo>
                    <a:pt x="463374" y="69009"/>
                  </a:lnTo>
                  <a:lnTo>
                    <a:pt x="464910" y="68778"/>
                  </a:lnTo>
                  <a:lnTo>
                    <a:pt x="466346" y="68071"/>
                  </a:lnTo>
                  <a:lnTo>
                    <a:pt x="468093" y="68375"/>
                  </a:lnTo>
                  <a:lnTo>
                    <a:pt x="468871" y="68952"/>
                  </a:lnTo>
                  <a:lnTo>
                    <a:pt x="468607" y="69515"/>
                  </a:lnTo>
                  <a:lnTo>
                    <a:pt x="469080" y="70431"/>
                  </a:lnTo>
                  <a:lnTo>
                    <a:pt x="471936" y="72561"/>
                  </a:lnTo>
                  <a:lnTo>
                    <a:pt x="473742" y="72136"/>
                  </a:lnTo>
                  <a:lnTo>
                    <a:pt x="475585" y="70085"/>
                  </a:lnTo>
                  <a:lnTo>
                    <a:pt x="477010" y="69068"/>
                  </a:lnTo>
                  <a:lnTo>
                    <a:pt x="478763" y="69206"/>
                  </a:lnTo>
                  <a:lnTo>
                    <a:pt x="479253" y="69431"/>
                  </a:lnTo>
                  <a:lnTo>
                    <a:pt x="479066" y="69929"/>
                  </a:lnTo>
                  <a:lnTo>
                    <a:pt x="477771" y="71082"/>
                  </a:lnTo>
                  <a:lnTo>
                    <a:pt x="476600" y="72363"/>
                  </a:lnTo>
                  <a:lnTo>
                    <a:pt x="476474" y="72725"/>
                  </a:lnTo>
                  <a:lnTo>
                    <a:pt x="477933" y="72207"/>
                  </a:lnTo>
                  <a:lnTo>
                    <a:pt x="481182" y="73027"/>
                  </a:lnTo>
                  <a:lnTo>
                    <a:pt x="482763" y="73230"/>
                  </a:lnTo>
                  <a:lnTo>
                    <a:pt x="483908" y="73025"/>
                  </a:lnTo>
                  <a:lnTo>
                    <a:pt x="484982" y="73351"/>
                  </a:lnTo>
                  <a:lnTo>
                    <a:pt x="485986" y="74210"/>
                  </a:lnTo>
                  <a:lnTo>
                    <a:pt x="486322" y="74755"/>
                  </a:lnTo>
                  <a:lnTo>
                    <a:pt x="485383" y="75106"/>
                  </a:lnTo>
                  <a:lnTo>
                    <a:pt x="484495" y="75100"/>
                  </a:lnTo>
                  <a:lnTo>
                    <a:pt x="483742" y="75620"/>
                  </a:lnTo>
                  <a:lnTo>
                    <a:pt x="483121" y="76661"/>
                  </a:lnTo>
                  <a:lnTo>
                    <a:pt x="482678" y="78013"/>
                  </a:lnTo>
                  <a:lnTo>
                    <a:pt x="482414" y="79675"/>
                  </a:lnTo>
                  <a:lnTo>
                    <a:pt x="481739" y="80361"/>
                  </a:lnTo>
                  <a:lnTo>
                    <a:pt x="480656" y="80071"/>
                  </a:lnTo>
                  <a:lnTo>
                    <a:pt x="480230" y="79600"/>
                  </a:lnTo>
                  <a:lnTo>
                    <a:pt x="480465" y="78944"/>
                  </a:lnTo>
                  <a:lnTo>
                    <a:pt x="480148" y="78850"/>
                  </a:lnTo>
                  <a:lnTo>
                    <a:pt x="479282" y="79317"/>
                  </a:lnTo>
                  <a:lnTo>
                    <a:pt x="478608" y="79332"/>
                  </a:lnTo>
                  <a:lnTo>
                    <a:pt x="478423" y="79821"/>
                  </a:lnTo>
                  <a:lnTo>
                    <a:pt x="483157" y="85129"/>
                  </a:lnTo>
                  <a:lnTo>
                    <a:pt x="484671" y="89828"/>
                  </a:lnTo>
                  <a:lnTo>
                    <a:pt x="485712" y="91770"/>
                  </a:lnTo>
                  <a:lnTo>
                    <a:pt x="485815" y="92284"/>
                  </a:lnTo>
                  <a:lnTo>
                    <a:pt x="485136" y="93590"/>
                  </a:lnTo>
                  <a:lnTo>
                    <a:pt x="485101" y="94583"/>
                  </a:lnTo>
                  <a:lnTo>
                    <a:pt x="485413" y="97452"/>
                  </a:lnTo>
                  <a:lnTo>
                    <a:pt x="485268" y="99745"/>
                  </a:lnTo>
                  <a:lnTo>
                    <a:pt x="484802" y="103781"/>
                  </a:lnTo>
                  <a:lnTo>
                    <a:pt x="485238" y="105036"/>
                  </a:lnTo>
                  <a:lnTo>
                    <a:pt x="486250" y="106144"/>
                  </a:lnTo>
                  <a:lnTo>
                    <a:pt x="486856" y="107562"/>
                  </a:lnTo>
                  <a:lnTo>
                    <a:pt x="487267" y="108047"/>
                  </a:lnTo>
                  <a:lnTo>
                    <a:pt x="487575" y="109190"/>
                  </a:lnTo>
                  <a:lnTo>
                    <a:pt x="487935" y="109905"/>
                  </a:lnTo>
                  <a:lnTo>
                    <a:pt x="488348" y="110200"/>
                  </a:lnTo>
                  <a:lnTo>
                    <a:pt x="488640" y="109823"/>
                  </a:lnTo>
                  <a:lnTo>
                    <a:pt x="488809" y="108780"/>
                  </a:lnTo>
                  <a:lnTo>
                    <a:pt x="489198" y="107803"/>
                  </a:lnTo>
                  <a:lnTo>
                    <a:pt x="490266" y="106046"/>
                  </a:lnTo>
                  <a:lnTo>
                    <a:pt x="491301" y="103306"/>
                  </a:lnTo>
                  <a:lnTo>
                    <a:pt x="491476" y="102397"/>
                  </a:lnTo>
                  <a:lnTo>
                    <a:pt x="491311" y="100244"/>
                  </a:lnTo>
                  <a:lnTo>
                    <a:pt x="491430" y="99322"/>
                  </a:lnTo>
                  <a:lnTo>
                    <a:pt x="492402" y="96061"/>
                  </a:lnTo>
                  <a:lnTo>
                    <a:pt x="492713" y="93801"/>
                  </a:lnTo>
                  <a:lnTo>
                    <a:pt x="493007" y="90280"/>
                  </a:lnTo>
                  <a:lnTo>
                    <a:pt x="493522" y="87827"/>
                  </a:lnTo>
                  <a:lnTo>
                    <a:pt x="494624" y="85749"/>
                  </a:lnTo>
                  <a:lnTo>
                    <a:pt x="496548" y="81551"/>
                  </a:lnTo>
                  <a:lnTo>
                    <a:pt x="497243" y="80710"/>
                  </a:lnTo>
                  <a:lnTo>
                    <a:pt x="498023" y="80296"/>
                  </a:lnTo>
                  <a:lnTo>
                    <a:pt x="499385" y="80395"/>
                  </a:lnTo>
                  <a:lnTo>
                    <a:pt x="500378" y="81746"/>
                  </a:lnTo>
                  <a:lnTo>
                    <a:pt x="501714" y="84243"/>
                  </a:lnTo>
                  <a:lnTo>
                    <a:pt x="503413" y="86520"/>
                  </a:lnTo>
                  <a:lnTo>
                    <a:pt x="506511" y="89605"/>
                  </a:lnTo>
                  <a:lnTo>
                    <a:pt x="507395" y="90769"/>
                  </a:lnTo>
                  <a:lnTo>
                    <a:pt x="509147" y="93822"/>
                  </a:lnTo>
                  <a:lnTo>
                    <a:pt x="509887" y="96849"/>
                  </a:lnTo>
                  <a:lnTo>
                    <a:pt x="510395" y="101121"/>
                  </a:lnTo>
                  <a:lnTo>
                    <a:pt x="510833" y="103694"/>
                  </a:lnTo>
                  <a:lnTo>
                    <a:pt x="511201" y="104567"/>
                  </a:lnTo>
                  <a:lnTo>
                    <a:pt x="511368" y="105865"/>
                  </a:lnTo>
                  <a:lnTo>
                    <a:pt x="511337" y="107592"/>
                  </a:lnTo>
                  <a:lnTo>
                    <a:pt x="511199" y="108944"/>
                  </a:lnTo>
                  <a:lnTo>
                    <a:pt x="510955" y="109921"/>
                  </a:lnTo>
                  <a:lnTo>
                    <a:pt x="510576" y="110475"/>
                  </a:lnTo>
                  <a:lnTo>
                    <a:pt x="509631" y="110656"/>
                  </a:lnTo>
                  <a:lnTo>
                    <a:pt x="508476" y="110386"/>
                  </a:lnTo>
                  <a:lnTo>
                    <a:pt x="508143" y="109947"/>
                  </a:lnTo>
                  <a:lnTo>
                    <a:pt x="507535" y="107913"/>
                  </a:lnTo>
                  <a:lnTo>
                    <a:pt x="507283" y="107789"/>
                  </a:lnTo>
                  <a:lnTo>
                    <a:pt x="506209" y="109289"/>
                  </a:lnTo>
                  <a:lnTo>
                    <a:pt x="506077" y="110129"/>
                  </a:lnTo>
                  <a:lnTo>
                    <a:pt x="506472" y="112909"/>
                  </a:lnTo>
                  <a:lnTo>
                    <a:pt x="506419" y="118140"/>
                  </a:lnTo>
                  <a:lnTo>
                    <a:pt x="506528" y="119275"/>
                  </a:lnTo>
                  <a:lnTo>
                    <a:pt x="507661" y="124728"/>
                  </a:lnTo>
                  <a:lnTo>
                    <a:pt x="509572" y="128869"/>
                  </a:lnTo>
                  <a:lnTo>
                    <a:pt x="514360" y="136857"/>
                  </a:lnTo>
                  <a:lnTo>
                    <a:pt x="514632" y="137765"/>
                  </a:lnTo>
                  <a:lnTo>
                    <a:pt x="515140" y="141028"/>
                  </a:lnTo>
                  <a:lnTo>
                    <a:pt x="515390" y="141711"/>
                  </a:lnTo>
                  <a:lnTo>
                    <a:pt x="515703" y="142119"/>
                  </a:lnTo>
                  <a:lnTo>
                    <a:pt x="516079" y="142249"/>
                  </a:lnTo>
                  <a:lnTo>
                    <a:pt x="516598" y="141925"/>
                  </a:lnTo>
                  <a:lnTo>
                    <a:pt x="518358" y="139444"/>
                  </a:lnTo>
                  <a:lnTo>
                    <a:pt x="519890" y="136830"/>
                  </a:lnTo>
                  <a:lnTo>
                    <a:pt x="520958" y="135467"/>
                  </a:lnTo>
                  <a:lnTo>
                    <a:pt x="521563" y="135357"/>
                  </a:lnTo>
                  <a:lnTo>
                    <a:pt x="522215" y="134878"/>
                  </a:lnTo>
                  <a:lnTo>
                    <a:pt x="522914" y="134035"/>
                  </a:lnTo>
                  <a:lnTo>
                    <a:pt x="523381" y="133110"/>
                  </a:lnTo>
                  <a:lnTo>
                    <a:pt x="523615" y="132105"/>
                  </a:lnTo>
                  <a:lnTo>
                    <a:pt x="523931" y="128166"/>
                  </a:lnTo>
                  <a:lnTo>
                    <a:pt x="524200" y="126284"/>
                  </a:lnTo>
                  <a:lnTo>
                    <a:pt x="524945" y="123715"/>
                  </a:lnTo>
                  <a:lnTo>
                    <a:pt x="525218" y="122985"/>
                  </a:lnTo>
                  <a:lnTo>
                    <a:pt x="528921" y="116467"/>
                  </a:lnTo>
                  <a:lnTo>
                    <a:pt x="529228" y="115667"/>
                  </a:lnTo>
                  <a:lnTo>
                    <a:pt x="530802" y="108115"/>
                  </a:lnTo>
                  <a:lnTo>
                    <a:pt x="531357" y="104658"/>
                  </a:lnTo>
                  <a:lnTo>
                    <a:pt x="531437" y="102576"/>
                  </a:lnTo>
                  <a:lnTo>
                    <a:pt x="531225" y="100720"/>
                  </a:lnTo>
                  <a:lnTo>
                    <a:pt x="531331" y="99188"/>
                  </a:lnTo>
                  <a:lnTo>
                    <a:pt x="531754" y="97982"/>
                  </a:lnTo>
                  <a:lnTo>
                    <a:pt x="532202" y="97132"/>
                  </a:lnTo>
                  <a:lnTo>
                    <a:pt x="532978" y="96272"/>
                  </a:lnTo>
                  <a:lnTo>
                    <a:pt x="533408" y="95060"/>
                  </a:lnTo>
                  <a:lnTo>
                    <a:pt x="533665" y="94938"/>
                  </a:lnTo>
                  <a:lnTo>
                    <a:pt x="534299" y="94929"/>
                  </a:lnTo>
                  <a:lnTo>
                    <a:pt x="535135" y="95755"/>
                  </a:lnTo>
                  <a:lnTo>
                    <a:pt x="535741" y="95901"/>
                  </a:lnTo>
                  <a:lnTo>
                    <a:pt x="539659" y="94956"/>
                  </a:lnTo>
                  <a:lnTo>
                    <a:pt x="539660" y="94453"/>
                  </a:lnTo>
                  <a:lnTo>
                    <a:pt x="537360" y="92867"/>
                  </a:lnTo>
                  <a:lnTo>
                    <a:pt x="537382" y="92072"/>
                  </a:lnTo>
                  <a:lnTo>
                    <a:pt x="537584" y="90980"/>
                  </a:lnTo>
                  <a:lnTo>
                    <a:pt x="538306" y="89759"/>
                  </a:lnTo>
                  <a:lnTo>
                    <a:pt x="539192" y="89374"/>
                  </a:lnTo>
                  <a:lnTo>
                    <a:pt x="539392" y="88598"/>
                  </a:lnTo>
                  <a:lnTo>
                    <a:pt x="539417" y="87638"/>
                  </a:lnTo>
                  <a:lnTo>
                    <a:pt x="539710" y="86073"/>
                  </a:lnTo>
                  <a:lnTo>
                    <a:pt x="539443" y="85517"/>
                  </a:lnTo>
                  <a:lnTo>
                    <a:pt x="537294" y="83357"/>
                  </a:lnTo>
                  <a:lnTo>
                    <a:pt x="536053" y="83450"/>
                  </a:lnTo>
                  <a:lnTo>
                    <a:pt x="535737" y="83167"/>
                  </a:lnTo>
                  <a:lnTo>
                    <a:pt x="534667" y="81407"/>
                  </a:lnTo>
                  <a:lnTo>
                    <a:pt x="534275" y="78850"/>
                  </a:lnTo>
                  <a:lnTo>
                    <a:pt x="534233" y="77802"/>
                  </a:lnTo>
                  <a:lnTo>
                    <a:pt x="534382" y="76117"/>
                  </a:lnTo>
                  <a:lnTo>
                    <a:pt x="534518" y="75648"/>
                  </a:lnTo>
                  <a:lnTo>
                    <a:pt x="534452" y="74888"/>
                  </a:lnTo>
                  <a:lnTo>
                    <a:pt x="534182" y="73832"/>
                  </a:lnTo>
                  <a:lnTo>
                    <a:pt x="534160" y="72896"/>
                  </a:lnTo>
                  <a:lnTo>
                    <a:pt x="534387" y="72073"/>
                  </a:lnTo>
                  <a:lnTo>
                    <a:pt x="534250" y="71101"/>
                  </a:lnTo>
                  <a:lnTo>
                    <a:pt x="533751" y="69975"/>
                  </a:lnTo>
                  <a:lnTo>
                    <a:pt x="533555" y="69007"/>
                  </a:lnTo>
                  <a:lnTo>
                    <a:pt x="534080" y="66152"/>
                  </a:lnTo>
                  <a:lnTo>
                    <a:pt x="534097" y="65276"/>
                  </a:lnTo>
                  <a:lnTo>
                    <a:pt x="533603" y="64057"/>
                  </a:lnTo>
                  <a:lnTo>
                    <a:pt x="533244" y="63583"/>
                  </a:lnTo>
                  <a:lnTo>
                    <a:pt x="533508" y="63282"/>
                  </a:lnTo>
                  <a:lnTo>
                    <a:pt x="534394" y="63156"/>
                  </a:lnTo>
                  <a:lnTo>
                    <a:pt x="535454" y="63552"/>
                  </a:lnTo>
                  <a:lnTo>
                    <a:pt x="536686" y="64468"/>
                  </a:lnTo>
                  <a:lnTo>
                    <a:pt x="538195" y="64478"/>
                  </a:lnTo>
                  <a:lnTo>
                    <a:pt x="539982" y="63583"/>
                  </a:lnTo>
                  <a:lnTo>
                    <a:pt x="541797" y="63151"/>
                  </a:lnTo>
                  <a:lnTo>
                    <a:pt x="544934" y="63328"/>
                  </a:lnTo>
                  <a:lnTo>
                    <a:pt x="545676" y="63585"/>
                  </a:lnTo>
                  <a:lnTo>
                    <a:pt x="548795" y="66234"/>
                  </a:lnTo>
                  <a:lnTo>
                    <a:pt x="551217" y="67583"/>
                  </a:lnTo>
                  <a:lnTo>
                    <a:pt x="552309" y="67458"/>
                  </a:lnTo>
                  <a:lnTo>
                    <a:pt x="557696" y="67991"/>
                  </a:lnTo>
                  <a:lnTo>
                    <a:pt x="560058" y="67718"/>
                  </a:lnTo>
                  <a:lnTo>
                    <a:pt x="561282" y="67838"/>
                  </a:lnTo>
                  <a:lnTo>
                    <a:pt x="563629" y="69294"/>
                  </a:lnTo>
                  <a:lnTo>
                    <a:pt x="563475" y="70503"/>
                  </a:lnTo>
                  <a:lnTo>
                    <a:pt x="562461" y="72532"/>
                  </a:lnTo>
                  <a:lnTo>
                    <a:pt x="561138" y="72949"/>
                  </a:lnTo>
                  <a:lnTo>
                    <a:pt x="559970" y="73650"/>
                  </a:lnTo>
                  <a:lnTo>
                    <a:pt x="561054" y="74713"/>
                  </a:lnTo>
                  <a:lnTo>
                    <a:pt x="564248" y="76143"/>
                  </a:lnTo>
                  <a:lnTo>
                    <a:pt x="564998" y="78432"/>
                  </a:lnTo>
                  <a:lnTo>
                    <a:pt x="565225" y="79482"/>
                  </a:lnTo>
                  <a:lnTo>
                    <a:pt x="564854" y="80428"/>
                  </a:lnTo>
                  <a:lnTo>
                    <a:pt x="565039" y="80905"/>
                  </a:lnTo>
                  <a:lnTo>
                    <a:pt x="565779" y="80905"/>
                  </a:lnTo>
                  <a:lnTo>
                    <a:pt x="567690" y="80101"/>
                  </a:lnTo>
                  <a:lnTo>
                    <a:pt x="569801" y="80632"/>
                  </a:lnTo>
                  <a:lnTo>
                    <a:pt x="572876" y="82404"/>
                  </a:lnTo>
                  <a:lnTo>
                    <a:pt x="573208" y="82773"/>
                  </a:lnTo>
                  <a:lnTo>
                    <a:pt x="573749" y="84154"/>
                  </a:lnTo>
                  <a:lnTo>
                    <a:pt x="573681" y="84715"/>
                  </a:lnTo>
                  <a:lnTo>
                    <a:pt x="570962" y="88169"/>
                  </a:lnTo>
                  <a:lnTo>
                    <a:pt x="569550" y="89537"/>
                  </a:lnTo>
                  <a:lnTo>
                    <a:pt x="567691" y="90945"/>
                  </a:lnTo>
                  <a:lnTo>
                    <a:pt x="567631" y="91697"/>
                  </a:lnTo>
                  <a:lnTo>
                    <a:pt x="570236" y="91836"/>
                  </a:lnTo>
                  <a:lnTo>
                    <a:pt x="572264" y="92231"/>
                  </a:lnTo>
                  <a:lnTo>
                    <a:pt x="573178" y="92689"/>
                  </a:lnTo>
                  <a:lnTo>
                    <a:pt x="573655" y="93342"/>
                  </a:lnTo>
                  <a:lnTo>
                    <a:pt x="574307" y="94741"/>
                  </a:lnTo>
                  <a:lnTo>
                    <a:pt x="574413" y="95848"/>
                  </a:lnTo>
                  <a:lnTo>
                    <a:pt x="574349" y="97347"/>
                  </a:lnTo>
                  <a:lnTo>
                    <a:pt x="574133" y="98387"/>
                  </a:lnTo>
                  <a:lnTo>
                    <a:pt x="571775" y="101380"/>
                  </a:lnTo>
                  <a:lnTo>
                    <a:pt x="570692" y="102313"/>
                  </a:lnTo>
                  <a:lnTo>
                    <a:pt x="568847" y="103421"/>
                  </a:lnTo>
                  <a:lnTo>
                    <a:pt x="568045" y="104251"/>
                  </a:lnTo>
                  <a:lnTo>
                    <a:pt x="567164" y="104137"/>
                  </a:lnTo>
                  <a:lnTo>
                    <a:pt x="566204" y="103076"/>
                  </a:lnTo>
                  <a:lnTo>
                    <a:pt x="565206" y="102849"/>
                  </a:lnTo>
                  <a:lnTo>
                    <a:pt x="563408" y="103696"/>
                  </a:lnTo>
                  <a:lnTo>
                    <a:pt x="562432" y="103665"/>
                  </a:lnTo>
                  <a:lnTo>
                    <a:pt x="561952" y="103961"/>
                  </a:lnTo>
                  <a:lnTo>
                    <a:pt x="561913" y="104614"/>
                  </a:lnTo>
                  <a:lnTo>
                    <a:pt x="562764" y="106507"/>
                  </a:lnTo>
                  <a:lnTo>
                    <a:pt x="563256" y="107253"/>
                  </a:lnTo>
                  <a:lnTo>
                    <a:pt x="563450" y="107810"/>
                  </a:lnTo>
                  <a:lnTo>
                    <a:pt x="563086" y="108748"/>
                  </a:lnTo>
                  <a:lnTo>
                    <a:pt x="563163" y="109044"/>
                  </a:lnTo>
                  <a:lnTo>
                    <a:pt x="563453" y="109379"/>
                  </a:lnTo>
                  <a:lnTo>
                    <a:pt x="565088" y="113515"/>
                  </a:lnTo>
                  <a:lnTo>
                    <a:pt x="565433" y="113836"/>
                  </a:lnTo>
                  <a:lnTo>
                    <a:pt x="565772" y="113680"/>
                  </a:lnTo>
                  <a:lnTo>
                    <a:pt x="566480" y="112498"/>
                  </a:lnTo>
                  <a:lnTo>
                    <a:pt x="566901" y="112018"/>
                  </a:lnTo>
                  <a:lnTo>
                    <a:pt x="567106" y="112078"/>
                  </a:lnTo>
                  <a:lnTo>
                    <a:pt x="567098" y="112684"/>
                  </a:lnTo>
                  <a:lnTo>
                    <a:pt x="566343" y="116287"/>
                  </a:lnTo>
                  <a:lnTo>
                    <a:pt x="566245" y="117249"/>
                  </a:lnTo>
                  <a:lnTo>
                    <a:pt x="566260" y="118108"/>
                  </a:lnTo>
                  <a:lnTo>
                    <a:pt x="566625" y="119930"/>
                  </a:lnTo>
                  <a:lnTo>
                    <a:pt x="567453" y="121885"/>
                  </a:lnTo>
                  <a:lnTo>
                    <a:pt x="568483" y="123644"/>
                  </a:lnTo>
                  <a:lnTo>
                    <a:pt x="570028" y="126012"/>
                  </a:lnTo>
                  <a:lnTo>
                    <a:pt x="572103" y="128537"/>
                  </a:lnTo>
                  <a:lnTo>
                    <a:pt x="572876" y="129764"/>
                  </a:lnTo>
                  <a:lnTo>
                    <a:pt x="574010" y="132659"/>
                  </a:lnTo>
                  <a:lnTo>
                    <a:pt x="574243" y="133767"/>
                  </a:lnTo>
                  <a:lnTo>
                    <a:pt x="573946" y="136808"/>
                  </a:lnTo>
                  <a:lnTo>
                    <a:pt x="573118" y="141785"/>
                  </a:lnTo>
                  <a:lnTo>
                    <a:pt x="572584" y="144612"/>
                  </a:lnTo>
                  <a:lnTo>
                    <a:pt x="572345" y="145292"/>
                  </a:lnTo>
                  <a:lnTo>
                    <a:pt x="570783" y="147297"/>
                  </a:lnTo>
                  <a:lnTo>
                    <a:pt x="569896" y="147768"/>
                  </a:lnTo>
                  <a:lnTo>
                    <a:pt x="568433" y="147713"/>
                  </a:lnTo>
                  <a:lnTo>
                    <a:pt x="567942" y="148104"/>
                  </a:lnTo>
                  <a:lnTo>
                    <a:pt x="567178" y="149709"/>
                  </a:lnTo>
                  <a:lnTo>
                    <a:pt x="566138" y="152525"/>
                  </a:lnTo>
                  <a:lnTo>
                    <a:pt x="565320" y="154311"/>
                  </a:lnTo>
                  <a:lnTo>
                    <a:pt x="564722" y="155066"/>
                  </a:lnTo>
                  <a:lnTo>
                    <a:pt x="563624" y="155943"/>
                  </a:lnTo>
                  <a:lnTo>
                    <a:pt x="561904" y="158544"/>
                  </a:lnTo>
                  <a:lnTo>
                    <a:pt x="561059" y="159546"/>
                  </a:lnTo>
                  <a:lnTo>
                    <a:pt x="558104" y="160629"/>
                  </a:lnTo>
                  <a:lnTo>
                    <a:pt x="555702" y="164156"/>
                  </a:lnTo>
                  <a:lnTo>
                    <a:pt x="554744" y="165319"/>
                  </a:lnTo>
                  <a:lnTo>
                    <a:pt x="553705" y="165936"/>
                  </a:lnTo>
                  <a:lnTo>
                    <a:pt x="552584" y="166010"/>
                  </a:lnTo>
                  <a:lnTo>
                    <a:pt x="551938" y="165445"/>
                  </a:lnTo>
                  <a:lnTo>
                    <a:pt x="551572" y="163293"/>
                  </a:lnTo>
                  <a:lnTo>
                    <a:pt x="551354" y="162586"/>
                  </a:lnTo>
                  <a:lnTo>
                    <a:pt x="550506" y="161115"/>
                  </a:lnTo>
                  <a:lnTo>
                    <a:pt x="548766" y="156840"/>
                  </a:lnTo>
                  <a:lnTo>
                    <a:pt x="548018" y="155379"/>
                  </a:lnTo>
                  <a:lnTo>
                    <a:pt x="547518" y="155054"/>
                  </a:lnTo>
                  <a:lnTo>
                    <a:pt x="546514" y="155285"/>
                  </a:lnTo>
                  <a:lnTo>
                    <a:pt x="545999" y="155148"/>
                  </a:lnTo>
                  <a:lnTo>
                    <a:pt x="544881" y="153805"/>
                  </a:lnTo>
                  <a:lnTo>
                    <a:pt x="544478" y="152938"/>
                  </a:lnTo>
                  <a:lnTo>
                    <a:pt x="544528" y="152600"/>
                  </a:lnTo>
                  <a:lnTo>
                    <a:pt x="545379" y="152108"/>
                  </a:lnTo>
                  <a:lnTo>
                    <a:pt x="545016" y="151412"/>
                  </a:lnTo>
                  <a:lnTo>
                    <a:pt x="543519" y="149501"/>
                  </a:lnTo>
                  <a:lnTo>
                    <a:pt x="542897" y="148499"/>
                  </a:lnTo>
                  <a:lnTo>
                    <a:pt x="542822" y="148160"/>
                  </a:lnTo>
                  <a:lnTo>
                    <a:pt x="541341" y="146866"/>
                  </a:lnTo>
                  <a:lnTo>
                    <a:pt x="539868" y="146508"/>
                  </a:lnTo>
                  <a:lnTo>
                    <a:pt x="538001" y="148655"/>
                  </a:lnTo>
                  <a:lnTo>
                    <a:pt x="537292" y="150107"/>
                  </a:lnTo>
                  <a:lnTo>
                    <a:pt x="537316" y="150580"/>
                  </a:lnTo>
                  <a:lnTo>
                    <a:pt x="538210" y="151137"/>
                  </a:lnTo>
                  <a:lnTo>
                    <a:pt x="538597" y="150866"/>
                  </a:lnTo>
                  <a:lnTo>
                    <a:pt x="539356" y="149527"/>
                  </a:lnTo>
                  <a:lnTo>
                    <a:pt x="539757" y="149110"/>
                  </a:lnTo>
                  <a:lnTo>
                    <a:pt x="540907" y="149319"/>
                  </a:lnTo>
                  <a:lnTo>
                    <a:pt x="541860" y="150242"/>
                  </a:lnTo>
                  <a:lnTo>
                    <a:pt x="542207" y="151046"/>
                  </a:lnTo>
                  <a:lnTo>
                    <a:pt x="542332" y="151593"/>
                  </a:lnTo>
                  <a:lnTo>
                    <a:pt x="544933" y="155872"/>
                  </a:lnTo>
                  <a:lnTo>
                    <a:pt x="545855" y="156740"/>
                  </a:lnTo>
                  <a:lnTo>
                    <a:pt x="546239" y="157762"/>
                  </a:lnTo>
                  <a:lnTo>
                    <a:pt x="546531" y="159465"/>
                  </a:lnTo>
                  <a:lnTo>
                    <a:pt x="547093" y="161356"/>
                  </a:lnTo>
                  <a:lnTo>
                    <a:pt x="548343" y="164479"/>
                  </a:lnTo>
                  <a:lnTo>
                    <a:pt x="549674" y="168337"/>
                  </a:lnTo>
                  <a:lnTo>
                    <a:pt x="549945" y="169859"/>
                  </a:lnTo>
                  <a:lnTo>
                    <a:pt x="549258" y="170595"/>
                  </a:lnTo>
                  <a:lnTo>
                    <a:pt x="548912" y="170648"/>
                  </a:lnTo>
                  <a:lnTo>
                    <a:pt x="547887" y="170074"/>
                  </a:lnTo>
                  <a:lnTo>
                    <a:pt x="545182" y="168284"/>
                  </a:lnTo>
                  <a:lnTo>
                    <a:pt x="544882" y="168317"/>
                  </a:lnTo>
                  <a:lnTo>
                    <a:pt x="544169" y="169260"/>
                  </a:lnTo>
                  <a:lnTo>
                    <a:pt x="543583" y="171403"/>
                  </a:lnTo>
                  <a:lnTo>
                    <a:pt x="543400" y="171608"/>
                  </a:lnTo>
                  <a:lnTo>
                    <a:pt x="541961" y="170768"/>
                  </a:lnTo>
                  <a:lnTo>
                    <a:pt x="539266" y="168888"/>
                  </a:lnTo>
                  <a:lnTo>
                    <a:pt x="537461" y="167292"/>
                  </a:lnTo>
                  <a:lnTo>
                    <a:pt x="536545" y="165982"/>
                  </a:lnTo>
                  <a:lnTo>
                    <a:pt x="535436" y="163894"/>
                  </a:lnTo>
                  <a:lnTo>
                    <a:pt x="534134" y="161028"/>
                  </a:lnTo>
                  <a:lnTo>
                    <a:pt x="532580" y="160114"/>
                  </a:lnTo>
                  <a:lnTo>
                    <a:pt x="530774" y="161157"/>
                  </a:lnTo>
                  <a:lnTo>
                    <a:pt x="528164" y="161530"/>
                  </a:lnTo>
                  <a:lnTo>
                    <a:pt x="522684" y="161205"/>
                  </a:lnTo>
                  <a:lnTo>
                    <a:pt x="521964" y="161450"/>
                  </a:lnTo>
                  <a:lnTo>
                    <a:pt x="521685" y="161810"/>
                  </a:lnTo>
                  <a:lnTo>
                    <a:pt x="522152" y="163388"/>
                  </a:lnTo>
                  <a:lnTo>
                    <a:pt x="522041" y="163822"/>
                  </a:lnTo>
                  <a:lnTo>
                    <a:pt x="521673" y="164115"/>
                  </a:lnTo>
                  <a:lnTo>
                    <a:pt x="521591" y="164581"/>
                  </a:lnTo>
                  <a:lnTo>
                    <a:pt x="522185" y="166256"/>
                  </a:lnTo>
                  <a:lnTo>
                    <a:pt x="523150" y="167393"/>
                  </a:lnTo>
                  <a:lnTo>
                    <a:pt x="525878" y="168930"/>
                  </a:lnTo>
                  <a:lnTo>
                    <a:pt x="527685" y="170249"/>
                  </a:lnTo>
                  <a:lnTo>
                    <a:pt x="528764" y="171386"/>
                  </a:lnTo>
                  <a:lnTo>
                    <a:pt x="529115" y="172342"/>
                  </a:lnTo>
                  <a:lnTo>
                    <a:pt x="529168" y="173388"/>
                  </a:lnTo>
                  <a:lnTo>
                    <a:pt x="528654" y="175473"/>
                  </a:lnTo>
                  <a:lnTo>
                    <a:pt x="528360" y="176239"/>
                  </a:lnTo>
                  <a:lnTo>
                    <a:pt x="522024" y="186641"/>
                  </a:lnTo>
                  <a:lnTo>
                    <a:pt x="519608" y="190845"/>
                  </a:lnTo>
                  <a:lnTo>
                    <a:pt x="518378" y="193429"/>
                  </a:lnTo>
                  <a:lnTo>
                    <a:pt x="517295" y="195136"/>
                  </a:lnTo>
                  <a:lnTo>
                    <a:pt x="516356" y="195970"/>
                  </a:lnTo>
                  <a:lnTo>
                    <a:pt x="514804" y="196439"/>
                  </a:lnTo>
                  <a:lnTo>
                    <a:pt x="512639" y="196546"/>
                  </a:lnTo>
                  <a:lnTo>
                    <a:pt x="509833" y="196144"/>
                  </a:lnTo>
                  <a:lnTo>
                    <a:pt x="508381" y="194795"/>
                  </a:lnTo>
                  <a:lnTo>
                    <a:pt x="505748" y="191201"/>
                  </a:lnTo>
                  <a:lnTo>
                    <a:pt x="503904" y="189090"/>
                  </a:lnTo>
                  <a:lnTo>
                    <a:pt x="503080" y="188383"/>
                  </a:lnTo>
                  <a:lnTo>
                    <a:pt x="502392" y="186398"/>
                  </a:lnTo>
                  <a:lnTo>
                    <a:pt x="501772" y="186017"/>
                  </a:lnTo>
                  <a:lnTo>
                    <a:pt x="500449" y="185681"/>
                  </a:lnTo>
                  <a:lnTo>
                    <a:pt x="499087" y="184619"/>
                  </a:lnTo>
                  <a:lnTo>
                    <a:pt x="495890" y="181019"/>
                  </a:lnTo>
                  <a:lnTo>
                    <a:pt x="494233" y="179585"/>
                  </a:lnTo>
                  <a:lnTo>
                    <a:pt x="492726" y="178796"/>
                  </a:lnTo>
                  <a:lnTo>
                    <a:pt x="491370" y="178655"/>
                  </a:lnTo>
                  <a:lnTo>
                    <a:pt x="490856" y="178868"/>
                  </a:lnTo>
                  <a:lnTo>
                    <a:pt x="491781" y="180680"/>
                  </a:lnTo>
                  <a:lnTo>
                    <a:pt x="491378" y="180790"/>
                  </a:lnTo>
                  <a:lnTo>
                    <a:pt x="490281" y="180376"/>
                  </a:lnTo>
                  <a:lnTo>
                    <a:pt x="489196" y="180380"/>
                  </a:lnTo>
                  <a:lnTo>
                    <a:pt x="487277" y="179082"/>
                  </a:lnTo>
                  <a:lnTo>
                    <a:pt x="485383" y="179255"/>
                  </a:lnTo>
                  <a:lnTo>
                    <a:pt x="484016" y="178994"/>
                  </a:lnTo>
                  <a:lnTo>
                    <a:pt x="482379" y="178269"/>
                  </a:lnTo>
                  <a:lnTo>
                    <a:pt x="480612" y="177919"/>
                  </a:lnTo>
                  <a:lnTo>
                    <a:pt x="477767" y="177953"/>
                  </a:lnTo>
                  <a:lnTo>
                    <a:pt x="476747" y="178106"/>
                  </a:lnTo>
                  <a:lnTo>
                    <a:pt x="476596" y="178445"/>
                  </a:lnTo>
                  <a:lnTo>
                    <a:pt x="477962" y="180025"/>
                  </a:lnTo>
                  <a:lnTo>
                    <a:pt x="480308" y="181934"/>
                  </a:lnTo>
                  <a:lnTo>
                    <a:pt x="479996" y="180288"/>
                  </a:lnTo>
                  <a:lnTo>
                    <a:pt x="480079" y="179864"/>
                  </a:lnTo>
                  <a:lnTo>
                    <a:pt x="480863" y="179292"/>
                  </a:lnTo>
                  <a:lnTo>
                    <a:pt x="484579" y="180309"/>
                  </a:lnTo>
                  <a:lnTo>
                    <a:pt x="488792" y="182440"/>
                  </a:lnTo>
                  <a:lnTo>
                    <a:pt x="489860" y="182650"/>
                  </a:lnTo>
                  <a:lnTo>
                    <a:pt x="491047" y="183398"/>
                  </a:lnTo>
                  <a:lnTo>
                    <a:pt x="492355" y="184686"/>
                  </a:lnTo>
                  <a:lnTo>
                    <a:pt x="494159" y="187314"/>
                  </a:lnTo>
                  <a:lnTo>
                    <a:pt x="497607" y="193264"/>
                  </a:lnTo>
                  <a:lnTo>
                    <a:pt x="498714" y="194765"/>
                  </a:lnTo>
                  <a:lnTo>
                    <a:pt x="500181" y="196163"/>
                  </a:lnTo>
                  <a:lnTo>
                    <a:pt x="507643" y="198185"/>
                  </a:lnTo>
                  <a:lnTo>
                    <a:pt x="510222" y="198171"/>
                  </a:lnTo>
                  <a:lnTo>
                    <a:pt x="515390" y="198756"/>
                  </a:lnTo>
                  <a:lnTo>
                    <a:pt x="518120" y="199812"/>
                  </a:lnTo>
                  <a:lnTo>
                    <a:pt x="518893" y="200601"/>
                  </a:lnTo>
                  <a:lnTo>
                    <a:pt x="519132" y="203246"/>
                  </a:lnTo>
                  <a:lnTo>
                    <a:pt x="518884" y="204575"/>
                  </a:lnTo>
                  <a:lnTo>
                    <a:pt x="517400" y="208617"/>
                  </a:lnTo>
                  <a:lnTo>
                    <a:pt x="516461" y="211591"/>
                  </a:lnTo>
                  <a:lnTo>
                    <a:pt x="510650" y="224171"/>
                  </a:lnTo>
                  <a:lnTo>
                    <a:pt x="509895" y="227066"/>
                  </a:lnTo>
                  <a:lnTo>
                    <a:pt x="509568" y="228795"/>
                  </a:lnTo>
                  <a:lnTo>
                    <a:pt x="508529" y="230587"/>
                  </a:lnTo>
                  <a:lnTo>
                    <a:pt x="505901" y="233366"/>
                  </a:lnTo>
                  <a:lnTo>
                    <a:pt x="503266" y="235727"/>
                  </a:lnTo>
                  <a:lnTo>
                    <a:pt x="501683" y="236233"/>
                  </a:lnTo>
                  <a:lnTo>
                    <a:pt x="500273" y="235672"/>
                  </a:lnTo>
                  <a:lnTo>
                    <a:pt x="499358" y="234987"/>
                  </a:lnTo>
                  <a:lnTo>
                    <a:pt x="498002" y="232642"/>
                  </a:lnTo>
                  <a:lnTo>
                    <a:pt x="497918" y="232889"/>
                  </a:lnTo>
                  <a:lnTo>
                    <a:pt x="498896" y="236562"/>
                  </a:lnTo>
                  <a:lnTo>
                    <a:pt x="498666" y="236934"/>
                  </a:lnTo>
                  <a:lnTo>
                    <a:pt x="497868" y="236473"/>
                  </a:lnTo>
                  <a:lnTo>
                    <a:pt x="496052" y="234822"/>
                  </a:lnTo>
                  <a:lnTo>
                    <a:pt x="495463" y="235126"/>
                  </a:lnTo>
                  <a:lnTo>
                    <a:pt x="495115" y="235575"/>
                  </a:lnTo>
                  <a:lnTo>
                    <a:pt x="494631" y="235567"/>
                  </a:lnTo>
                  <a:lnTo>
                    <a:pt x="494011" y="235099"/>
                  </a:lnTo>
                  <a:lnTo>
                    <a:pt x="492887" y="233730"/>
                  </a:lnTo>
                  <a:lnTo>
                    <a:pt x="492588" y="233063"/>
                  </a:lnTo>
                  <a:lnTo>
                    <a:pt x="492316" y="231032"/>
                  </a:lnTo>
                  <a:lnTo>
                    <a:pt x="492131" y="230668"/>
                  </a:lnTo>
                  <a:lnTo>
                    <a:pt x="489917" y="231841"/>
                  </a:lnTo>
                  <a:lnTo>
                    <a:pt x="489548" y="232229"/>
                  </a:lnTo>
                  <a:lnTo>
                    <a:pt x="490456" y="233043"/>
                  </a:lnTo>
                  <a:lnTo>
                    <a:pt x="490764" y="233622"/>
                  </a:lnTo>
                  <a:lnTo>
                    <a:pt x="491657" y="236630"/>
                  </a:lnTo>
                  <a:lnTo>
                    <a:pt x="491704" y="237275"/>
                  </a:lnTo>
                  <a:lnTo>
                    <a:pt x="491068" y="237672"/>
                  </a:lnTo>
                  <a:lnTo>
                    <a:pt x="488953" y="236536"/>
                  </a:lnTo>
                  <a:lnTo>
                    <a:pt x="488701" y="236632"/>
                  </a:lnTo>
                  <a:lnTo>
                    <a:pt x="489744" y="239624"/>
                  </a:lnTo>
                  <a:lnTo>
                    <a:pt x="490144" y="241047"/>
                  </a:lnTo>
                  <a:lnTo>
                    <a:pt x="490188" y="241787"/>
                  </a:lnTo>
                  <a:lnTo>
                    <a:pt x="488830" y="245174"/>
                  </a:lnTo>
                  <a:lnTo>
                    <a:pt x="487959" y="246586"/>
                  </a:lnTo>
                  <a:lnTo>
                    <a:pt x="486771" y="247102"/>
                  </a:lnTo>
                  <a:lnTo>
                    <a:pt x="486027" y="246754"/>
                  </a:lnTo>
                  <a:lnTo>
                    <a:pt x="485188" y="245890"/>
                  </a:lnTo>
                  <a:lnTo>
                    <a:pt x="484584" y="246013"/>
                  </a:lnTo>
                  <a:lnTo>
                    <a:pt x="484212" y="247121"/>
                  </a:lnTo>
                  <a:lnTo>
                    <a:pt x="483522" y="247914"/>
                  </a:lnTo>
                  <a:lnTo>
                    <a:pt x="482512" y="248388"/>
                  </a:lnTo>
                  <a:lnTo>
                    <a:pt x="481226" y="248183"/>
                  </a:lnTo>
                  <a:lnTo>
                    <a:pt x="479665" y="247297"/>
                  </a:lnTo>
                  <a:lnTo>
                    <a:pt x="475523" y="244113"/>
                  </a:lnTo>
                  <a:lnTo>
                    <a:pt x="474218" y="243621"/>
                  </a:lnTo>
                  <a:lnTo>
                    <a:pt x="471801" y="243182"/>
                  </a:lnTo>
                  <a:lnTo>
                    <a:pt x="471513" y="242732"/>
                  </a:lnTo>
                  <a:lnTo>
                    <a:pt x="471534" y="242303"/>
                  </a:lnTo>
                  <a:lnTo>
                    <a:pt x="471864" y="241896"/>
                  </a:lnTo>
                  <a:lnTo>
                    <a:pt x="471773" y="241546"/>
                  </a:lnTo>
                  <a:lnTo>
                    <a:pt x="471261" y="241251"/>
                  </a:lnTo>
                  <a:lnTo>
                    <a:pt x="470728" y="241528"/>
                  </a:lnTo>
                  <a:lnTo>
                    <a:pt x="470178" y="242374"/>
                  </a:lnTo>
                  <a:lnTo>
                    <a:pt x="469213" y="242624"/>
                  </a:lnTo>
                  <a:lnTo>
                    <a:pt x="467836" y="242279"/>
                  </a:lnTo>
                  <a:lnTo>
                    <a:pt x="465801" y="241041"/>
                  </a:lnTo>
                  <a:lnTo>
                    <a:pt x="461763" y="237846"/>
                  </a:lnTo>
                  <a:lnTo>
                    <a:pt x="457345" y="235153"/>
                  </a:lnTo>
                  <a:lnTo>
                    <a:pt x="454782" y="231655"/>
                  </a:lnTo>
                  <a:lnTo>
                    <a:pt x="455739" y="234805"/>
                  </a:lnTo>
                  <a:lnTo>
                    <a:pt x="455661" y="235871"/>
                  </a:lnTo>
                  <a:lnTo>
                    <a:pt x="455171" y="236808"/>
                  </a:lnTo>
                  <a:lnTo>
                    <a:pt x="455091" y="237735"/>
                  </a:lnTo>
                  <a:lnTo>
                    <a:pt x="456094" y="239985"/>
                  </a:lnTo>
                  <a:lnTo>
                    <a:pt x="457481" y="240791"/>
                  </a:lnTo>
                  <a:lnTo>
                    <a:pt x="458878" y="240706"/>
                  </a:lnTo>
                  <a:lnTo>
                    <a:pt x="458917" y="240338"/>
                  </a:lnTo>
                  <a:lnTo>
                    <a:pt x="458334" y="239778"/>
                  </a:lnTo>
                  <a:lnTo>
                    <a:pt x="457820" y="238957"/>
                  </a:lnTo>
                  <a:lnTo>
                    <a:pt x="457574" y="237741"/>
                  </a:lnTo>
                  <a:lnTo>
                    <a:pt x="457837" y="237526"/>
                  </a:lnTo>
                  <a:lnTo>
                    <a:pt x="459068" y="238164"/>
                  </a:lnTo>
                  <a:lnTo>
                    <a:pt x="459881" y="238907"/>
                  </a:lnTo>
                  <a:lnTo>
                    <a:pt x="466002" y="243059"/>
                  </a:lnTo>
                  <a:lnTo>
                    <a:pt x="467829" y="243837"/>
                  </a:lnTo>
                  <a:lnTo>
                    <a:pt x="469201" y="244638"/>
                  </a:lnTo>
                  <a:lnTo>
                    <a:pt x="469582" y="245114"/>
                  </a:lnTo>
                  <a:lnTo>
                    <a:pt x="469119" y="246145"/>
                  </a:lnTo>
                  <a:lnTo>
                    <a:pt x="466658" y="248727"/>
                  </a:lnTo>
                  <a:lnTo>
                    <a:pt x="466619" y="249151"/>
                  </a:lnTo>
                  <a:lnTo>
                    <a:pt x="468306" y="248917"/>
                  </a:lnTo>
                  <a:lnTo>
                    <a:pt x="470353" y="246642"/>
                  </a:lnTo>
                  <a:lnTo>
                    <a:pt x="471505" y="245589"/>
                  </a:lnTo>
                  <a:lnTo>
                    <a:pt x="472610" y="244941"/>
                  </a:lnTo>
                  <a:lnTo>
                    <a:pt x="474108" y="246059"/>
                  </a:lnTo>
                  <a:lnTo>
                    <a:pt x="475999" y="248940"/>
                  </a:lnTo>
                  <a:lnTo>
                    <a:pt x="477530" y="250577"/>
                  </a:lnTo>
                  <a:lnTo>
                    <a:pt x="479713" y="251491"/>
                  </a:lnTo>
                  <a:lnTo>
                    <a:pt x="480991" y="252469"/>
                  </a:lnTo>
                  <a:lnTo>
                    <a:pt x="483140" y="255165"/>
                  </a:lnTo>
                  <a:lnTo>
                    <a:pt x="483479" y="256569"/>
                  </a:lnTo>
                  <a:lnTo>
                    <a:pt x="483677" y="262286"/>
                  </a:lnTo>
                  <a:lnTo>
                    <a:pt x="483601" y="263666"/>
                  </a:lnTo>
                  <a:lnTo>
                    <a:pt x="483322" y="265036"/>
                  </a:lnTo>
                  <a:lnTo>
                    <a:pt x="482839" y="266391"/>
                  </a:lnTo>
                  <a:lnTo>
                    <a:pt x="481942" y="267150"/>
                  </a:lnTo>
                  <a:lnTo>
                    <a:pt x="480629" y="267313"/>
                  </a:lnTo>
                  <a:lnTo>
                    <a:pt x="479599" y="267870"/>
                  </a:lnTo>
                  <a:lnTo>
                    <a:pt x="477344" y="270904"/>
                  </a:lnTo>
                  <a:lnTo>
                    <a:pt x="476387" y="271343"/>
                  </a:lnTo>
                  <a:lnTo>
                    <a:pt x="472343" y="270437"/>
                  </a:lnTo>
                  <a:lnTo>
                    <a:pt x="470761" y="269588"/>
                  </a:lnTo>
                  <a:lnTo>
                    <a:pt x="470032" y="269639"/>
                  </a:lnTo>
                  <a:lnTo>
                    <a:pt x="469628" y="270308"/>
                  </a:lnTo>
                  <a:lnTo>
                    <a:pt x="469204" y="270611"/>
                  </a:lnTo>
                  <a:lnTo>
                    <a:pt x="467617" y="270890"/>
                  </a:lnTo>
                  <a:lnTo>
                    <a:pt x="467358" y="271437"/>
                  </a:lnTo>
                  <a:lnTo>
                    <a:pt x="467458" y="272278"/>
                  </a:lnTo>
                  <a:lnTo>
                    <a:pt x="467771" y="273418"/>
                  </a:lnTo>
                  <a:lnTo>
                    <a:pt x="468156" y="274073"/>
                  </a:lnTo>
                  <a:lnTo>
                    <a:pt x="468752" y="274901"/>
                  </a:lnTo>
                  <a:lnTo>
                    <a:pt x="469656" y="275443"/>
                  </a:lnTo>
                  <a:lnTo>
                    <a:pt x="471514" y="276049"/>
                  </a:lnTo>
                  <a:lnTo>
                    <a:pt x="471707" y="277597"/>
                  </a:lnTo>
                  <a:lnTo>
                    <a:pt x="471624" y="278097"/>
                  </a:lnTo>
                  <a:lnTo>
                    <a:pt x="471014" y="279130"/>
                  </a:lnTo>
                  <a:lnTo>
                    <a:pt x="470310" y="279025"/>
                  </a:lnTo>
                  <a:lnTo>
                    <a:pt x="469098" y="277805"/>
                  </a:lnTo>
                  <a:lnTo>
                    <a:pt x="468499" y="277758"/>
                  </a:lnTo>
                  <a:lnTo>
                    <a:pt x="467974" y="278419"/>
                  </a:lnTo>
                  <a:lnTo>
                    <a:pt x="467244" y="278637"/>
                  </a:lnTo>
                  <a:lnTo>
                    <a:pt x="466308" y="278411"/>
                  </a:lnTo>
                  <a:lnTo>
                    <a:pt x="465789" y="278947"/>
                  </a:lnTo>
                  <a:lnTo>
                    <a:pt x="465685" y="280242"/>
                  </a:lnTo>
                  <a:lnTo>
                    <a:pt x="465370" y="281212"/>
                  </a:lnTo>
                  <a:lnTo>
                    <a:pt x="464289" y="282744"/>
                  </a:lnTo>
                  <a:lnTo>
                    <a:pt x="463707" y="283874"/>
                  </a:lnTo>
                  <a:lnTo>
                    <a:pt x="463726" y="284761"/>
                  </a:lnTo>
                  <a:lnTo>
                    <a:pt x="464346" y="285403"/>
                  </a:lnTo>
                  <a:lnTo>
                    <a:pt x="465058" y="286856"/>
                  </a:lnTo>
                  <a:lnTo>
                    <a:pt x="465860" y="289124"/>
                  </a:lnTo>
                  <a:lnTo>
                    <a:pt x="466014" y="290126"/>
                  </a:lnTo>
                  <a:lnTo>
                    <a:pt x="465522" y="289862"/>
                  </a:lnTo>
                  <a:lnTo>
                    <a:pt x="464859" y="288963"/>
                  </a:lnTo>
                  <a:lnTo>
                    <a:pt x="464026" y="287428"/>
                  </a:lnTo>
                  <a:lnTo>
                    <a:pt x="462766" y="286054"/>
                  </a:lnTo>
                  <a:lnTo>
                    <a:pt x="459991" y="284262"/>
                  </a:lnTo>
                  <a:lnTo>
                    <a:pt x="459502" y="284318"/>
                  </a:lnTo>
                  <a:lnTo>
                    <a:pt x="459753" y="284773"/>
                  </a:lnTo>
                  <a:lnTo>
                    <a:pt x="461594" y="286653"/>
                  </a:lnTo>
                  <a:lnTo>
                    <a:pt x="462299" y="287863"/>
                  </a:lnTo>
                  <a:lnTo>
                    <a:pt x="462384" y="288745"/>
                  </a:lnTo>
                  <a:lnTo>
                    <a:pt x="460843" y="290677"/>
                  </a:lnTo>
                  <a:lnTo>
                    <a:pt x="460801" y="291325"/>
                  </a:lnTo>
                  <a:lnTo>
                    <a:pt x="461210" y="291892"/>
                  </a:lnTo>
                  <a:lnTo>
                    <a:pt x="461320" y="292364"/>
                  </a:lnTo>
                  <a:lnTo>
                    <a:pt x="460771" y="293313"/>
                  </a:lnTo>
                  <a:lnTo>
                    <a:pt x="459866" y="294108"/>
                  </a:lnTo>
                  <a:lnTo>
                    <a:pt x="458114" y="294222"/>
                  </a:lnTo>
                  <a:lnTo>
                    <a:pt x="457954" y="294672"/>
                  </a:lnTo>
                  <a:lnTo>
                    <a:pt x="458622" y="295646"/>
                  </a:lnTo>
                  <a:lnTo>
                    <a:pt x="458847" y="296252"/>
                  </a:lnTo>
                  <a:lnTo>
                    <a:pt x="458274" y="297084"/>
                  </a:lnTo>
                  <a:lnTo>
                    <a:pt x="457900" y="297201"/>
                  </a:lnTo>
                  <a:lnTo>
                    <a:pt x="455883" y="296815"/>
                  </a:lnTo>
                  <a:lnTo>
                    <a:pt x="456413" y="298895"/>
                  </a:lnTo>
                  <a:lnTo>
                    <a:pt x="456725" y="299625"/>
                  </a:lnTo>
                  <a:lnTo>
                    <a:pt x="457343" y="300654"/>
                  </a:lnTo>
                  <a:lnTo>
                    <a:pt x="458454" y="301609"/>
                  </a:lnTo>
                  <a:lnTo>
                    <a:pt x="458477" y="301978"/>
                  </a:lnTo>
                  <a:lnTo>
                    <a:pt x="458089" y="302798"/>
                  </a:lnTo>
                  <a:lnTo>
                    <a:pt x="457433" y="303795"/>
                  </a:lnTo>
                  <a:lnTo>
                    <a:pt x="454654" y="306846"/>
                  </a:lnTo>
                  <a:lnTo>
                    <a:pt x="452701" y="310425"/>
                  </a:lnTo>
                  <a:lnTo>
                    <a:pt x="452431" y="311542"/>
                  </a:lnTo>
                  <a:lnTo>
                    <a:pt x="452927" y="313893"/>
                  </a:lnTo>
                  <a:lnTo>
                    <a:pt x="452931" y="314485"/>
                  </a:lnTo>
                  <a:lnTo>
                    <a:pt x="452420" y="315550"/>
                  </a:lnTo>
                  <a:lnTo>
                    <a:pt x="451279" y="315260"/>
                  </a:lnTo>
                  <a:lnTo>
                    <a:pt x="451060" y="315678"/>
                  </a:lnTo>
                  <a:lnTo>
                    <a:pt x="451332" y="316786"/>
                  </a:lnTo>
                  <a:lnTo>
                    <a:pt x="451382" y="318408"/>
                  </a:lnTo>
                  <a:lnTo>
                    <a:pt x="451211" y="320548"/>
                  </a:lnTo>
                  <a:lnTo>
                    <a:pt x="450381" y="323899"/>
                  </a:lnTo>
                  <a:lnTo>
                    <a:pt x="448895" y="328463"/>
                  </a:lnTo>
                  <a:lnTo>
                    <a:pt x="447756" y="332608"/>
                  </a:lnTo>
                  <a:lnTo>
                    <a:pt x="446966" y="336336"/>
                  </a:lnTo>
                  <a:lnTo>
                    <a:pt x="446393" y="338185"/>
                  </a:lnTo>
                  <a:lnTo>
                    <a:pt x="445337" y="338312"/>
                  </a:lnTo>
                  <a:lnTo>
                    <a:pt x="444540" y="339477"/>
                  </a:lnTo>
                  <a:lnTo>
                    <a:pt x="445082" y="340089"/>
                  </a:lnTo>
                  <a:lnTo>
                    <a:pt x="445415" y="340805"/>
                  </a:lnTo>
                  <a:lnTo>
                    <a:pt x="445645" y="341896"/>
                  </a:lnTo>
                  <a:lnTo>
                    <a:pt x="445417" y="345304"/>
                  </a:lnTo>
                  <a:lnTo>
                    <a:pt x="444733" y="351027"/>
                  </a:lnTo>
                  <a:lnTo>
                    <a:pt x="444308" y="355580"/>
                  </a:lnTo>
                  <a:lnTo>
                    <a:pt x="444396" y="369621"/>
                  </a:lnTo>
                  <a:lnTo>
                    <a:pt x="444284" y="375834"/>
                  </a:lnTo>
                  <a:lnTo>
                    <a:pt x="443984" y="379278"/>
                  </a:lnTo>
                  <a:lnTo>
                    <a:pt x="443496" y="381149"/>
                  </a:lnTo>
                  <a:lnTo>
                    <a:pt x="442659" y="381715"/>
                  </a:lnTo>
                  <a:lnTo>
                    <a:pt x="443724" y="382262"/>
                  </a:lnTo>
                  <a:lnTo>
                    <a:pt x="444401" y="383140"/>
                  </a:lnTo>
                  <a:lnTo>
                    <a:pt x="444712" y="384475"/>
                  </a:lnTo>
                  <a:lnTo>
                    <a:pt x="445004" y="386606"/>
                  </a:lnTo>
                  <a:lnTo>
                    <a:pt x="445389" y="387587"/>
                  </a:lnTo>
                  <a:lnTo>
                    <a:pt x="445866" y="387421"/>
                  </a:lnTo>
                  <a:lnTo>
                    <a:pt x="446294" y="387636"/>
                  </a:lnTo>
                  <a:lnTo>
                    <a:pt x="446674" y="388229"/>
                  </a:lnTo>
                  <a:lnTo>
                    <a:pt x="447832" y="391269"/>
                  </a:lnTo>
                  <a:lnTo>
                    <a:pt x="449103" y="392141"/>
                  </a:lnTo>
                  <a:lnTo>
                    <a:pt x="449163" y="393827"/>
                  </a:lnTo>
                  <a:lnTo>
                    <a:pt x="448665" y="403278"/>
                  </a:lnTo>
                  <a:lnTo>
                    <a:pt x="448669" y="404511"/>
                  </a:lnTo>
                  <a:lnTo>
                    <a:pt x="449246" y="402128"/>
                  </a:lnTo>
                  <a:lnTo>
                    <a:pt x="449854" y="394790"/>
                  </a:lnTo>
                  <a:lnTo>
                    <a:pt x="450678" y="391529"/>
                  </a:lnTo>
                  <a:lnTo>
                    <a:pt x="451326" y="390841"/>
                  </a:lnTo>
                  <a:lnTo>
                    <a:pt x="453977" y="390470"/>
                  </a:lnTo>
                  <a:lnTo>
                    <a:pt x="456802" y="391299"/>
                  </a:lnTo>
                  <a:lnTo>
                    <a:pt x="457871" y="391402"/>
                  </a:lnTo>
                  <a:lnTo>
                    <a:pt x="458802" y="390947"/>
                  </a:lnTo>
                  <a:lnTo>
                    <a:pt x="459758" y="391856"/>
                  </a:lnTo>
                  <a:lnTo>
                    <a:pt x="459990" y="392774"/>
                  </a:lnTo>
                  <a:lnTo>
                    <a:pt x="460260" y="396621"/>
                  </a:lnTo>
                  <a:lnTo>
                    <a:pt x="460513" y="398824"/>
                  </a:lnTo>
                  <a:lnTo>
                    <a:pt x="462196" y="406664"/>
                  </a:lnTo>
                  <a:lnTo>
                    <a:pt x="462998" y="411056"/>
                  </a:lnTo>
                  <a:lnTo>
                    <a:pt x="463977" y="417907"/>
                  </a:lnTo>
                  <a:lnTo>
                    <a:pt x="464344" y="419864"/>
                  </a:lnTo>
                  <a:lnTo>
                    <a:pt x="466383" y="429000"/>
                  </a:lnTo>
                  <a:lnTo>
                    <a:pt x="466769" y="431475"/>
                  </a:lnTo>
                  <a:lnTo>
                    <a:pt x="466929" y="433382"/>
                  </a:lnTo>
                  <a:lnTo>
                    <a:pt x="466862" y="434720"/>
                  </a:lnTo>
                  <a:lnTo>
                    <a:pt x="466491" y="436782"/>
                  </a:lnTo>
                  <a:lnTo>
                    <a:pt x="465817" y="439569"/>
                  </a:lnTo>
                  <a:lnTo>
                    <a:pt x="465186" y="441694"/>
                  </a:lnTo>
                  <a:lnTo>
                    <a:pt x="464598" y="443156"/>
                  </a:lnTo>
                  <a:lnTo>
                    <a:pt x="463995" y="444247"/>
                  </a:lnTo>
                  <a:lnTo>
                    <a:pt x="463376" y="444965"/>
                  </a:lnTo>
                  <a:lnTo>
                    <a:pt x="463417" y="445153"/>
                  </a:lnTo>
                  <a:lnTo>
                    <a:pt x="464117" y="444811"/>
                  </a:lnTo>
                  <a:lnTo>
                    <a:pt x="464832" y="444079"/>
                  </a:lnTo>
                  <a:lnTo>
                    <a:pt x="466184" y="442188"/>
                  </a:lnTo>
                  <a:lnTo>
                    <a:pt x="466703" y="441762"/>
                  </a:lnTo>
                  <a:lnTo>
                    <a:pt x="468173" y="441492"/>
                  </a:lnTo>
                  <a:lnTo>
                    <a:pt x="468222" y="442175"/>
                  </a:lnTo>
                  <a:lnTo>
                    <a:pt x="467512" y="443582"/>
                  </a:lnTo>
                  <a:lnTo>
                    <a:pt x="467670" y="443716"/>
                  </a:lnTo>
                  <a:lnTo>
                    <a:pt x="468696" y="442582"/>
                  </a:lnTo>
                  <a:lnTo>
                    <a:pt x="470917" y="440963"/>
                  </a:lnTo>
                  <a:lnTo>
                    <a:pt x="479634" y="435720"/>
                  </a:lnTo>
                  <a:lnTo>
                    <a:pt x="481689" y="435255"/>
                  </a:lnTo>
                  <a:lnTo>
                    <a:pt x="484624" y="436215"/>
                  </a:lnTo>
                  <a:lnTo>
                    <a:pt x="487002" y="438442"/>
                  </a:lnTo>
                  <a:lnTo>
                    <a:pt x="489594" y="441314"/>
                  </a:lnTo>
                  <a:lnTo>
                    <a:pt x="492328" y="443398"/>
                  </a:lnTo>
                  <a:lnTo>
                    <a:pt x="496640" y="445346"/>
                  </a:lnTo>
                  <a:lnTo>
                    <a:pt x="497897" y="446280"/>
                  </a:lnTo>
                  <a:lnTo>
                    <a:pt x="500426" y="447241"/>
                  </a:lnTo>
                  <a:lnTo>
                    <a:pt x="501599" y="448336"/>
                  </a:lnTo>
                  <a:lnTo>
                    <a:pt x="503008" y="450972"/>
                  </a:lnTo>
                  <a:lnTo>
                    <a:pt x="505247" y="454410"/>
                  </a:lnTo>
                  <a:lnTo>
                    <a:pt x="506936" y="456567"/>
                  </a:lnTo>
                  <a:lnTo>
                    <a:pt x="508823" y="458588"/>
                  </a:lnTo>
                  <a:lnTo>
                    <a:pt x="510716" y="462302"/>
                  </a:lnTo>
                  <a:lnTo>
                    <a:pt x="513766" y="470731"/>
                  </a:lnTo>
                  <a:lnTo>
                    <a:pt x="514520" y="471767"/>
                  </a:lnTo>
                  <a:lnTo>
                    <a:pt x="516400" y="473145"/>
                  </a:lnTo>
                  <a:lnTo>
                    <a:pt x="519933" y="474921"/>
                  </a:lnTo>
                  <a:lnTo>
                    <a:pt x="525148" y="479097"/>
                  </a:lnTo>
                  <a:lnTo>
                    <a:pt x="527439" y="480733"/>
                  </a:lnTo>
                  <a:lnTo>
                    <a:pt x="528921" y="481382"/>
                  </a:lnTo>
                  <a:lnTo>
                    <a:pt x="530401" y="482534"/>
                  </a:lnTo>
                  <a:lnTo>
                    <a:pt x="531880" y="484184"/>
                  </a:lnTo>
                  <a:lnTo>
                    <a:pt x="533008" y="485983"/>
                  </a:lnTo>
                  <a:lnTo>
                    <a:pt x="533786" y="487931"/>
                  </a:lnTo>
                  <a:lnTo>
                    <a:pt x="534470" y="489205"/>
                  </a:lnTo>
                  <a:lnTo>
                    <a:pt x="535668" y="490619"/>
                  </a:lnTo>
                  <a:lnTo>
                    <a:pt x="536290" y="491633"/>
                  </a:lnTo>
                  <a:lnTo>
                    <a:pt x="536347" y="493156"/>
                  </a:lnTo>
                  <a:lnTo>
                    <a:pt x="534905" y="499125"/>
                  </a:lnTo>
                  <a:lnTo>
                    <a:pt x="534874" y="499602"/>
                  </a:lnTo>
                  <a:lnTo>
                    <a:pt x="536332" y="495316"/>
                  </a:lnTo>
                  <a:lnTo>
                    <a:pt x="537147" y="494079"/>
                  </a:lnTo>
                  <a:lnTo>
                    <a:pt x="537800" y="493505"/>
                  </a:lnTo>
                  <a:lnTo>
                    <a:pt x="539155" y="493573"/>
                  </a:lnTo>
                  <a:lnTo>
                    <a:pt x="541214" y="494285"/>
                  </a:lnTo>
                  <a:lnTo>
                    <a:pt x="543020" y="494295"/>
                  </a:lnTo>
                  <a:lnTo>
                    <a:pt x="544572" y="493597"/>
                  </a:lnTo>
                  <a:lnTo>
                    <a:pt x="545894" y="493284"/>
                  </a:lnTo>
                  <a:lnTo>
                    <a:pt x="546986" y="493352"/>
                  </a:lnTo>
                  <a:lnTo>
                    <a:pt x="547778" y="493146"/>
                  </a:lnTo>
                  <a:lnTo>
                    <a:pt x="548270" y="492662"/>
                  </a:lnTo>
                  <a:lnTo>
                    <a:pt x="548859" y="492648"/>
                  </a:lnTo>
                  <a:lnTo>
                    <a:pt x="551194" y="494129"/>
                  </a:lnTo>
                  <a:lnTo>
                    <a:pt x="552138" y="494209"/>
                  </a:lnTo>
                  <a:lnTo>
                    <a:pt x="555552" y="495604"/>
                  </a:lnTo>
                  <a:lnTo>
                    <a:pt x="557745" y="495108"/>
                  </a:lnTo>
                  <a:lnTo>
                    <a:pt x="558122" y="495379"/>
                  </a:lnTo>
                  <a:lnTo>
                    <a:pt x="558884" y="497197"/>
                  </a:lnTo>
                  <a:lnTo>
                    <a:pt x="559529" y="497338"/>
                  </a:lnTo>
                  <a:lnTo>
                    <a:pt x="560617" y="497054"/>
                  </a:lnTo>
                  <a:lnTo>
                    <a:pt x="561675" y="497550"/>
                  </a:lnTo>
                  <a:lnTo>
                    <a:pt x="563446" y="499941"/>
                  </a:lnTo>
                  <a:lnTo>
                    <a:pt x="564263" y="502000"/>
                  </a:lnTo>
                  <a:lnTo>
                    <a:pt x="565048" y="506203"/>
                  </a:lnTo>
                  <a:lnTo>
                    <a:pt x="565117" y="507457"/>
                  </a:lnTo>
                  <a:lnTo>
                    <a:pt x="563664" y="517207"/>
                  </a:lnTo>
                  <a:lnTo>
                    <a:pt x="563207" y="520981"/>
                  </a:lnTo>
                  <a:lnTo>
                    <a:pt x="563149" y="524267"/>
                  </a:lnTo>
                  <a:lnTo>
                    <a:pt x="563437" y="526162"/>
                  </a:lnTo>
                  <a:lnTo>
                    <a:pt x="564693" y="529337"/>
                  </a:lnTo>
                  <a:lnTo>
                    <a:pt x="564920" y="530170"/>
                  </a:lnTo>
                  <a:lnTo>
                    <a:pt x="565663" y="534872"/>
                  </a:lnTo>
                  <a:lnTo>
                    <a:pt x="565867" y="536883"/>
                  </a:lnTo>
                  <a:lnTo>
                    <a:pt x="565784" y="539190"/>
                  </a:lnTo>
                  <a:lnTo>
                    <a:pt x="565394" y="542991"/>
                  </a:lnTo>
                  <a:lnTo>
                    <a:pt x="565492" y="545889"/>
                  </a:lnTo>
                  <a:lnTo>
                    <a:pt x="565821" y="550270"/>
                  </a:lnTo>
                  <a:lnTo>
                    <a:pt x="565696" y="553238"/>
                  </a:lnTo>
                  <a:lnTo>
                    <a:pt x="565119" y="554795"/>
                  </a:lnTo>
                  <a:lnTo>
                    <a:pt x="564728" y="556321"/>
                  </a:lnTo>
                  <a:lnTo>
                    <a:pt x="564423" y="559090"/>
                  </a:lnTo>
                  <a:lnTo>
                    <a:pt x="564424" y="560136"/>
                  </a:lnTo>
                  <a:lnTo>
                    <a:pt x="564723" y="562192"/>
                  </a:lnTo>
                  <a:lnTo>
                    <a:pt x="565278" y="563358"/>
                  </a:lnTo>
                  <a:lnTo>
                    <a:pt x="566189" y="564666"/>
                  </a:lnTo>
                  <a:lnTo>
                    <a:pt x="567034" y="566610"/>
                  </a:lnTo>
                  <a:lnTo>
                    <a:pt x="568579" y="571344"/>
                  </a:lnTo>
                  <a:lnTo>
                    <a:pt x="569704" y="573938"/>
                  </a:lnTo>
                  <a:lnTo>
                    <a:pt x="571078" y="577809"/>
                  </a:lnTo>
                  <a:lnTo>
                    <a:pt x="571344" y="579739"/>
                  </a:lnTo>
                  <a:lnTo>
                    <a:pt x="570961" y="581016"/>
                  </a:lnTo>
                  <a:lnTo>
                    <a:pt x="570483" y="581908"/>
                  </a:lnTo>
                  <a:lnTo>
                    <a:pt x="569376" y="583098"/>
                  </a:lnTo>
                  <a:lnTo>
                    <a:pt x="568881" y="583967"/>
                  </a:lnTo>
                  <a:lnTo>
                    <a:pt x="569009" y="584175"/>
                  </a:lnTo>
                  <a:lnTo>
                    <a:pt x="570610" y="583528"/>
                  </a:lnTo>
                  <a:lnTo>
                    <a:pt x="571557" y="583596"/>
                  </a:lnTo>
                  <a:lnTo>
                    <a:pt x="572358" y="584550"/>
                  </a:lnTo>
                  <a:lnTo>
                    <a:pt x="573013" y="586390"/>
                  </a:lnTo>
                  <a:lnTo>
                    <a:pt x="574100" y="587956"/>
                  </a:lnTo>
                  <a:lnTo>
                    <a:pt x="575617" y="589251"/>
                  </a:lnTo>
                  <a:lnTo>
                    <a:pt x="577143" y="591413"/>
                  </a:lnTo>
                  <a:lnTo>
                    <a:pt x="579671" y="596551"/>
                  </a:lnTo>
                  <a:lnTo>
                    <a:pt x="580128" y="597733"/>
                  </a:lnTo>
                  <a:lnTo>
                    <a:pt x="580801" y="600425"/>
                  </a:lnTo>
                  <a:lnTo>
                    <a:pt x="581687" y="604625"/>
                  </a:lnTo>
                  <a:lnTo>
                    <a:pt x="582151" y="607370"/>
                  </a:lnTo>
                  <a:lnTo>
                    <a:pt x="582192" y="608660"/>
                  </a:lnTo>
                  <a:lnTo>
                    <a:pt x="581690" y="609957"/>
                  </a:lnTo>
                  <a:lnTo>
                    <a:pt x="579987" y="612318"/>
                  </a:lnTo>
                  <a:lnTo>
                    <a:pt x="578270" y="616448"/>
                  </a:lnTo>
                  <a:lnTo>
                    <a:pt x="578811" y="616246"/>
                  </a:lnTo>
                  <a:lnTo>
                    <a:pt x="579943" y="614501"/>
                  </a:lnTo>
                  <a:lnTo>
                    <a:pt x="581855" y="611060"/>
                  </a:lnTo>
                  <a:lnTo>
                    <a:pt x="582916" y="610394"/>
                  </a:lnTo>
                  <a:lnTo>
                    <a:pt x="583900" y="610793"/>
                  </a:lnTo>
                  <a:lnTo>
                    <a:pt x="585458" y="611783"/>
                  </a:lnTo>
                  <a:lnTo>
                    <a:pt x="586834" y="613193"/>
                  </a:lnTo>
                  <a:lnTo>
                    <a:pt x="588028" y="615019"/>
                  </a:lnTo>
                  <a:lnTo>
                    <a:pt x="589804" y="619911"/>
                  </a:lnTo>
                  <a:lnTo>
                    <a:pt x="591682" y="623818"/>
                  </a:lnTo>
                  <a:lnTo>
                    <a:pt x="592723" y="627155"/>
                  </a:lnTo>
                  <a:lnTo>
                    <a:pt x="592407" y="625031"/>
                  </a:lnTo>
                  <a:lnTo>
                    <a:pt x="591716" y="622586"/>
                  </a:lnTo>
                  <a:lnTo>
                    <a:pt x="589952" y="618693"/>
                  </a:lnTo>
                  <a:lnTo>
                    <a:pt x="589199" y="616667"/>
                  </a:lnTo>
                  <a:lnTo>
                    <a:pt x="589036" y="615695"/>
                  </a:lnTo>
                  <a:lnTo>
                    <a:pt x="588978" y="614637"/>
                  </a:lnTo>
                  <a:lnTo>
                    <a:pt x="589114" y="612705"/>
                  </a:lnTo>
                  <a:lnTo>
                    <a:pt x="589445" y="609900"/>
                  </a:lnTo>
                  <a:lnTo>
                    <a:pt x="589886" y="607922"/>
                  </a:lnTo>
                  <a:lnTo>
                    <a:pt x="590436" y="606772"/>
                  </a:lnTo>
                  <a:lnTo>
                    <a:pt x="590804" y="605549"/>
                  </a:lnTo>
                  <a:lnTo>
                    <a:pt x="590991" y="604253"/>
                  </a:lnTo>
                  <a:lnTo>
                    <a:pt x="591284" y="603301"/>
                  </a:lnTo>
                  <a:lnTo>
                    <a:pt x="592812" y="601580"/>
                  </a:lnTo>
                  <a:lnTo>
                    <a:pt x="593212" y="601738"/>
                  </a:lnTo>
                  <a:lnTo>
                    <a:pt x="593527" y="603830"/>
                  </a:lnTo>
                  <a:lnTo>
                    <a:pt x="593894" y="604265"/>
                  </a:lnTo>
                  <a:lnTo>
                    <a:pt x="594599" y="604592"/>
                  </a:lnTo>
                  <a:lnTo>
                    <a:pt x="595194" y="605316"/>
                  </a:lnTo>
                  <a:lnTo>
                    <a:pt x="595678" y="606438"/>
                  </a:lnTo>
                  <a:lnTo>
                    <a:pt x="596019" y="607573"/>
                  </a:lnTo>
                  <a:lnTo>
                    <a:pt x="596218" y="608724"/>
                  </a:lnTo>
                  <a:lnTo>
                    <a:pt x="596674" y="612484"/>
                  </a:lnTo>
                  <a:lnTo>
                    <a:pt x="596998" y="614223"/>
                  </a:lnTo>
                  <a:lnTo>
                    <a:pt x="597053" y="612114"/>
                  </a:lnTo>
                  <a:lnTo>
                    <a:pt x="597433" y="608796"/>
                  </a:lnTo>
                  <a:lnTo>
                    <a:pt x="597726" y="607436"/>
                  </a:lnTo>
                  <a:lnTo>
                    <a:pt x="598650" y="605442"/>
                  </a:lnTo>
                  <a:lnTo>
                    <a:pt x="598601" y="604581"/>
                  </a:lnTo>
                  <a:lnTo>
                    <a:pt x="598218" y="603424"/>
                  </a:lnTo>
                  <a:lnTo>
                    <a:pt x="596282" y="598459"/>
                  </a:lnTo>
                  <a:lnTo>
                    <a:pt x="596244" y="597254"/>
                  </a:lnTo>
                  <a:lnTo>
                    <a:pt x="596761" y="596537"/>
                  </a:lnTo>
                  <a:lnTo>
                    <a:pt x="597114" y="595169"/>
                  </a:lnTo>
                  <a:lnTo>
                    <a:pt x="597305" y="593151"/>
                  </a:lnTo>
                  <a:lnTo>
                    <a:pt x="597719" y="591686"/>
                  </a:lnTo>
                  <a:lnTo>
                    <a:pt x="598932" y="589626"/>
                  </a:lnTo>
                  <a:lnTo>
                    <a:pt x="599977" y="586464"/>
                  </a:lnTo>
                  <a:lnTo>
                    <a:pt x="600515" y="584290"/>
                  </a:lnTo>
                  <a:lnTo>
                    <a:pt x="600955" y="583143"/>
                  </a:lnTo>
                  <a:lnTo>
                    <a:pt x="601373" y="582869"/>
                  </a:lnTo>
                  <a:lnTo>
                    <a:pt x="600749" y="581990"/>
                  </a:lnTo>
                  <a:lnTo>
                    <a:pt x="600624" y="581412"/>
                  </a:lnTo>
                  <a:lnTo>
                    <a:pt x="600595" y="578797"/>
                  </a:lnTo>
                  <a:lnTo>
                    <a:pt x="600326" y="576057"/>
                  </a:lnTo>
                  <a:lnTo>
                    <a:pt x="599907" y="574781"/>
                  </a:lnTo>
                  <a:lnTo>
                    <a:pt x="598723" y="572043"/>
                  </a:lnTo>
                  <a:lnTo>
                    <a:pt x="598527" y="571227"/>
                  </a:lnTo>
                  <a:lnTo>
                    <a:pt x="598319" y="568133"/>
                  </a:lnTo>
                  <a:lnTo>
                    <a:pt x="598436" y="566587"/>
                  </a:lnTo>
                  <a:lnTo>
                    <a:pt x="598743" y="565285"/>
                  </a:lnTo>
                  <a:lnTo>
                    <a:pt x="598569" y="564029"/>
                  </a:lnTo>
                  <a:lnTo>
                    <a:pt x="597470" y="561750"/>
                  </a:lnTo>
                  <a:lnTo>
                    <a:pt x="597046" y="559762"/>
                  </a:lnTo>
                  <a:lnTo>
                    <a:pt x="596576" y="554950"/>
                  </a:lnTo>
                  <a:lnTo>
                    <a:pt x="596144" y="548918"/>
                  </a:lnTo>
                  <a:lnTo>
                    <a:pt x="595653" y="544481"/>
                  </a:lnTo>
                  <a:lnTo>
                    <a:pt x="595103" y="541640"/>
                  </a:lnTo>
                  <a:lnTo>
                    <a:pt x="594980" y="539851"/>
                  </a:lnTo>
                  <a:lnTo>
                    <a:pt x="595285" y="539110"/>
                  </a:lnTo>
                  <a:lnTo>
                    <a:pt x="595680" y="536873"/>
                  </a:lnTo>
                  <a:lnTo>
                    <a:pt x="596037" y="536324"/>
                  </a:lnTo>
                  <a:lnTo>
                    <a:pt x="596590" y="536471"/>
                  </a:lnTo>
                  <a:lnTo>
                    <a:pt x="596602" y="536215"/>
                  </a:lnTo>
                  <a:lnTo>
                    <a:pt x="595760" y="535009"/>
                  </a:lnTo>
                  <a:lnTo>
                    <a:pt x="595345" y="533493"/>
                  </a:lnTo>
                  <a:lnTo>
                    <a:pt x="595363" y="532930"/>
                  </a:lnTo>
                  <a:lnTo>
                    <a:pt x="596106" y="531421"/>
                  </a:lnTo>
                  <a:lnTo>
                    <a:pt x="595972" y="530786"/>
                  </a:lnTo>
                  <a:lnTo>
                    <a:pt x="595422" y="529959"/>
                  </a:lnTo>
                  <a:lnTo>
                    <a:pt x="593743" y="528573"/>
                  </a:lnTo>
                  <a:lnTo>
                    <a:pt x="594348" y="528039"/>
                  </a:lnTo>
                  <a:lnTo>
                    <a:pt x="594733" y="526848"/>
                  </a:lnTo>
                  <a:lnTo>
                    <a:pt x="594657" y="526494"/>
                  </a:lnTo>
                  <a:lnTo>
                    <a:pt x="593991" y="526007"/>
                  </a:lnTo>
                  <a:lnTo>
                    <a:pt x="593225" y="525087"/>
                  </a:lnTo>
                  <a:lnTo>
                    <a:pt x="592644" y="523712"/>
                  </a:lnTo>
                  <a:lnTo>
                    <a:pt x="591928" y="521548"/>
                  </a:lnTo>
                  <a:lnTo>
                    <a:pt x="591492" y="519829"/>
                  </a:lnTo>
                  <a:lnTo>
                    <a:pt x="591062" y="516969"/>
                  </a:lnTo>
                  <a:lnTo>
                    <a:pt x="590319" y="513716"/>
                  </a:lnTo>
                  <a:lnTo>
                    <a:pt x="589994" y="512905"/>
                  </a:lnTo>
                  <a:lnTo>
                    <a:pt x="589622" y="512381"/>
                  </a:lnTo>
                  <a:lnTo>
                    <a:pt x="589204" y="512140"/>
                  </a:lnTo>
                  <a:lnTo>
                    <a:pt x="589219" y="511643"/>
                  </a:lnTo>
                  <a:lnTo>
                    <a:pt x="589669" y="510885"/>
                  </a:lnTo>
                  <a:lnTo>
                    <a:pt x="596940" y="505447"/>
                  </a:lnTo>
                  <a:lnTo>
                    <a:pt x="597546" y="504664"/>
                  </a:lnTo>
                  <a:lnTo>
                    <a:pt x="601114" y="501619"/>
                  </a:lnTo>
                  <a:lnTo>
                    <a:pt x="602762" y="499920"/>
                  </a:lnTo>
                  <a:lnTo>
                    <a:pt x="604442" y="497474"/>
                  </a:lnTo>
                  <a:lnTo>
                    <a:pt x="606728" y="494959"/>
                  </a:lnTo>
                  <a:lnTo>
                    <a:pt x="607841" y="493339"/>
                  </a:lnTo>
                  <a:lnTo>
                    <a:pt x="608545" y="491775"/>
                  </a:lnTo>
                  <a:lnTo>
                    <a:pt x="612171" y="485530"/>
                  </a:lnTo>
                  <a:lnTo>
                    <a:pt x="613708" y="482339"/>
                  </a:lnTo>
                  <a:lnTo>
                    <a:pt x="614597" y="479597"/>
                  </a:lnTo>
                  <a:lnTo>
                    <a:pt x="615890" y="476319"/>
                  </a:lnTo>
                  <a:lnTo>
                    <a:pt x="617585" y="472502"/>
                  </a:lnTo>
                  <a:lnTo>
                    <a:pt x="618655" y="469228"/>
                  </a:lnTo>
                  <a:lnTo>
                    <a:pt x="619101" y="466499"/>
                  </a:lnTo>
                  <a:lnTo>
                    <a:pt x="619656" y="461794"/>
                  </a:lnTo>
                  <a:lnTo>
                    <a:pt x="619815" y="457623"/>
                  </a:lnTo>
                  <a:lnTo>
                    <a:pt x="619913" y="451506"/>
                  </a:lnTo>
                  <a:lnTo>
                    <a:pt x="619856" y="446045"/>
                  </a:lnTo>
                  <a:lnTo>
                    <a:pt x="619401" y="437493"/>
                  </a:lnTo>
                  <a:lnTo>
                    <a:pt x="619127" y="434802"/>
                  </a:lnTo>
                  <a:lnTo>
                    <a:pt x="618608" y="431602"/>
                  </a:lnTo>
                  <a:lnTo>
                    <a:pt x="617349" y="425160"/>
                  </a:lnTo>
                  <a:lnTo>
                    <a:pt x="617123" y="423405"/>
                  </a:lnTo>
                  <a:lnTo>
                    <a:pt x="616344" y="420446"/>
                  </a:lnTo>
                  <a:lnTo>
                    <a:pt x="613787" y="412740"/>
                  </a:lnTo>
                  <a:lnTo>
                    <a:pt x="610592" y="407527"/>
                  </a:lnTo>
                  <a:lnTo>
                    <a:pt x="609984" y="406218"/>
                  </a:lnTo>
                  <a:lnTo>
                    <a:pt x="608718" y="404689"/>
                  </a:lnTo>
                  <a:lnTo>
                    <a:pt x="606795" y="402934"/>
                  </a:lnTo>
                  <a:lnTo>
                    <a:pt x="605551" y="401503"/>
                  </a:lnTo>
                  <a:lnTo>
                    <a:pt x="602300" y="396140"/>
                  </a:lnTo>
                  <a:lnTo>
                    <a:pt x="601230" y="395497"/>
                  </a:lnTo>
                  <a:lnTo>
                    <a:pt x="600818" y="394117"/>
                  </a:lnTo>
                  <a:lnTo>
                    <a:pt x="600729" y="393135"/>
                  </a:lnTo>
                  <a:lnTo>
                    <a:pt x="600852" y="390572"/>
                  </a:lnTo>
                  <a:lnTo>
                    <a:pt x="601041" y="388799"/>
                  </a:lnTo>
                  <a:lnTo>
                    <a:pt x="601271" y="387493"/>
                  </a:lnTo>
                  <a:lnTo>
                    <a:pt x="601542" y="386652"/>
                  </a:lnTo>
                  <a:lnTo>
                    <a:pt x="603331" y="382713"/>
                  </a:lnTo>
                  <a:lnTo>
                    <a:pt x="604333" y="379561"/>
                  </a:lnTo>
                  <a:lnTo>
                    <a:pt x="605031" y="377834"/>
                  </a:lnTo>
                  <a:lnTo>
                    <a:pt x="605800" y="376495"/>
                  </a:lnTo>
                  <a:lnTo>
                    <a:pt x="607192" y="374736"/>
                  </a:lnTo>
                  <a:lnTo>
                    <a:pt x="607982" y="372520"/>
                  </a:lnTo>
                  <a:lnTo>
                    <a:pt x="607802" y="371622"/>
                  </a:lnTo>
                  <a:lnTo>
                    <a:pt x="607174" y="370644"/>
                  </a:lnTo>
                  <a:lnTo>
                    <a:pt x="607036" y="369690"/>
                  </a:lnTo>
                  <a:lnTo>
                    <a:pt x="608094" y="367256"/>
                  </a:lnTo>
                  <a:lnTo>
                    <a:pt x="608243" y="366582"/>
                  </a:lnTo>
                  <a:lnTo>
                    <a:pt x="608108" y="364291"/>
                  </a:lnTo>
                  <a:lnTo>
                    <a:pt x="608314" y="363777"/>
                  </a:lnTo>
                  <a:lnTo>
                    <a:pt x="609619" y="363640"/>
                  </a:lnTo>
                  <a:lnTo>
                    <a:pt x="611481" y="366929"/>
                  </a:lnTo>
                  <a:lnTo>
                    <a:pt x="611939" y="366642"/>
                  </a:lnTo>
                  <a:lnTo>
                    <a:pt x="611343" y="365735"/>
                  </a:lnTo>
                  <a:lnTo>
                    <a:pt x="610629" y="363521"/>
                  </a:lnTo>
                  <a:lnTo>
                    <a:pt x="610733" y="362602"/>
                  </a:lnTo>
                  <a:lnTo>
                    <a:pt x="612107" y="360209"/>
                  </a:lnTo>
                  <a:lnTo>
                    <a:pt x="612145" y="359123"/>
                  </a:lnTo>
                  <a:lnTo>
                    <a:pt x="611753" y="357617"/>
                  </a:lnTo>
                  <a:lnTo>
                    <a:pt x="611709" y="356413"/>
                  </a:lnTo>
                  <a:lnTo>
                    <a:pt x="612514" y="353549"/>
                  </a:lnTo>
                  <a:lnTo>
                    <a:pt x="612297" y="352948"/>
                  </a:lnTo>
                  <a:lnTo>
                    <a:pt x="610035" y="352394"/>
                  </a:lnTo>
                  <a:lnTo>
                    <a:pt x="609662" y="351594"/>
                  </a:lnTo>
                  <a:lnTo>
                    <a:pt x="609794" y="351216"/>
                  </a:lnTo>
                  <a:lnTo>
                    <a:pt x="610859" y="350255"/>
                  </a:lnTo>
                  <a:lnTo>
                    <a:pt x="610941" y="349892"/>
                  </a:lnTo>
                  <a:lnTo>
                    <a:pt x="609059" y="343489"/>
                  </a:lnTo>
                  <a:lnTo>
                    <a:pt x="608744" y="341580"/>
                  </a:lnTo>
                  <a:lnTo>
                    <a:pt x="609544" y="339226"/>
                  </a:lnTo>
                  <a:lnTo>
                    <a:pt x="610454" y="338163"/>
                  </a:lnTo>
                  <a:lnTo>
                    <a:pt x="610338" y="337558"/>
                  </a:lnTo>
                  <a:lnTo>
                    <a:pt x="609147" y="337449"/>
                  </a:lnTo>
                  <a:lnTo>
                    <a:pt x="608421" y="337127"/>
                  </a:lnTo>
                  <a:lnTo>
                    <a:pt x="607692" y="335293"/>
                  </a:lnTo>
                  <a:lnTo>
                    <a:pt x="607977" y="334135"/>
                  </a:lnTo>
                  <a:lnTo>
                    <a:pt x="608236" y="333605"/>
                  </a:lnTo>
                  <a:lnTo>
                    <a:pt x="608944" y="330871"/>
                  </a:lnTo>
                  <a:lnTo>
                    <a:pt x="609627" y="330307"/>
                  </a:lnTo>
                  <a:lnTo>
                    <a:pt x="609498" y="329816"/>
                  </a:lnTo>
                  <a:lnTo>
                    <a:pt x="606916" y="330979"/>
                  </a:lnTo>
                  <a:lnTo>
                    <a:pt x="605699" y="330023"/>
                  </a:lnTo>
                  <a:lnTo>
                    <a:pt x="604504" y="330277"/>
                  </a:lnTo>
                  <a:lnTo>
                    <a:pt x="603938" y="329995"/>
                  </a:lnTo>
                  <a:lnTo>
                    <a:pt x="604146" y="329018"/>
                  </a:lnTo>
                  <a:lnTo>
                    <a:pt x="606314" y="324573"/>
                  </a:lnTo>
                  <a:lnTo>
                    <a:pt x="607314" y="322168"/>
                  </a:lnTo>
                  <a:lnTo>
                    <a:pt x="607940" y="319996"/>
                  </a:lnTo>
                  <a:lnTo>
                    <a:pt x="608271" y="318552"/>
                  </a:lnTo>
                  <a:lnTo>
                    <a:pt x="608308" y="317835"/>
                  </a:lnTo>
                  <a:lnTo>
                    <a:pt x="608088" y="313038"/>
                  </a:lnTo>
                  <a:lnTo>
                    <a:pt x="608217" y="311728"/>
                  </a:lnTo>
                  <a:lnTo>
                    <a:pt x="609057" y="310507"/>
                  </a:lnTo>
                  <a:lnTo>
                    <a:pt x="610350" y="308213"/>
                  </a:lnTo>
                  <a:lnTo>
                    <a:pt x="608580" y="306141"/>
                  </a:lnTo>
                  <a:lnTo>
                    <a:pt x="607472" y="304121"/>
                  </a:lnTo>
                  <a:lnTo>
                    <a:pt x="606740" y="303118"/>
                  </a:lnTo>
                  <a:lnTo>
                    <a:pt x="606185" y="302139"/>
                  </a:lnTo>
                  <a:lnTo>
                    <a:pt x="605476" y="300064"/>
                  </a:lnTo>
                  <a:lnTo>
                    <a:pt x="604936" y="297366"/>
                  </a:lnTo>
                  <a:lnTo>
                    <a:pt x="604363" y="291929"/>
                  </a:lnTo>
                  <a:lnTo>
                    <a:pt x="604268" y="288935"/>
                  </a:lnTo>
                  <a:lnTo>
                    <a:pt x="604399" y="286761"/>
                  </a:lnTo>
                  <a:lnTo>
                    <a:pt x="604637" y="285702"/>
                  </a:lnTo>
                  <a:lnTo>
                    <a:pt x="605026" y="284600"/>
                  </a:lnTo>
                  <a:lnTo>
                    <a:pt x="606643" y="282497"/>
                  </a:lnTo>
                  <a:lnTo>
                    <a:pt x="609489" y="279400"/>
                  </a:lnTo>
                  <a:lnTo>
                    <a:pt x="611715" y="278185"/>
                  </a:lnTo>
                  <a:lnTo>
                    <a:pt x="613321" y="278851"/>
                  </a:lnTo>
                  <a:lnTo>
                    <a:pt x="616454" y="279577"/>
                  </a:lnTo>
                  <a:lnTo>
                    <a:pt x="618983" y="281342"/>
                  </a:lnTo>
                  <a:lnTo>
                    <a:pt x="626669" y="285768"/>
                  </a:lnTo>
                  <a:lnTo>
                    <a:pt x="628028" y="287729"/>
                  </a:lnTo>
                  <a:lnTo>
                    <a:pt x="626743" y="289387"/>
                  </a:lnTo>
                  <a:lnTo>
                    <a:pt x="626929" y="289795"/>
                  </a:lnTo>
                  <a:lnTo>
                    <a:pt x="629823" y="286638"/>
                  </a:lnTo>
                  <a:lnTo>
                    <a:pt x="630588" y="286028"/>
                  </a:lnTo>
                  <a:lnTo>
                    <a:pt x="631242" y="285879"/>
                  </a:lnTo>
                  <a:lnTo>
                    <a:pt x="633426" y="287102"/>
                  </a:lnTo>
                  <a:lnTo>
                    <a:pt x="634303" y="287288"/>
                  </a:lnTo>
                  <a:lnTo>
                    <a:pt x="635411" y="288305"/>
                  </a:lnTo>
                  <a:lnTo>
                    <a:pt x="638055" y="291684"/>
                  </a:lnTo>
                  <a:lnTo>
                    <a:pt x="638244" y="291403"/>
                  </a:lnTo>
                  <a:lnTo>
                    <a:pt x="637503" y="289681"/>
                  </a:lnTo>
                  <a:lnTo>
                    <a:pt x="637927" y="288863"/>
                  </a:lnTo>
                  <a:lnTo>
                    <a:pt x="640010" y="287070"/>
                  </a:lnTo>
                  <a:lnTo>
                    <a:pt x="642161" y="285605"/>
                  </a:lnTo>
                  <a:lnTo>
                    <a:pt x="643689" y="284168"/>
                  </a:lnTo>
                  <a:lnTo>
                    <a:pt x="645310" y="282267"/>
                  </a:lnTo>
                  <a:lnTo>
                    <a:pt x="646405" y="281251"/>
                  </a:lnTo>
                  <a:lnTo>
                    <a:pt x="646971" y="281121"/>
                  </a:lnTo>
                  <a:lnTo>
                    <a:pt x="647693" y="281681"/>
                  </a:lnTo>
                  <a:lnTo>
                    <a:pt x="649631" y="284203"/>
                  </a:lnTo>
                  <a:lnTo>
                    <a:pt x="650875" y="285497"/>
                  </a:lnTo>
                  <a:lnTo>
                    <a:pt x="651873" y="286853"/>
                  </a:lnTo>
                  <a:lnTo>
                    <a:pt x="653275" y="289244"/>
                  </a:lnTo>
                  <a:lnTo>
                    <a:pt x="653823" y="289771"/>
                  </a:lnTo>
                  <a:lnTo>
                    <a:pt x="654885" y="291397"/>
                  </a:lnTo>
                  <a:lnTo>
                    <a:pt x="656298" y="291228"/>
                  </a:lnTo>
                  <a:lnTo>
                    <a:pt x="656759" y="291421"/>
                  </a:lnTo>
                  <a:lnTo>
                    <a:pt x="656914" y="291737"/>
                  </a:lnTo>
                  <a:lnTo>
                    <a:pt x="657153" y="292838"/>
                  </a:lnTo>
                  <a:lnTo>
                    <a:pt x="657277" y="293542"/>
                  </a:lnTo>
                  <a:lnTo>
                    <a:pt x="657286" y="294297"/>
                  </a:lnTo>
                  <a:lnTo>
                    <a:pt x="656960" y="296422"/>
                  </a:lnTo>
                  <a:lnTo>
                    <a:pt x="655945" y="299817"/>
                  </a:lnTo>
                  <a:lnTo>
                    <a:pt x="656370" y="299871"/>
                  </a:lnTo>
                  <a:lnTo>
                    <a:pt x="657012" y="299143"/>
                  </a:lnTo>
                  <a:lnTo>
                    <a:pt x="657846" y="297846"/>
                  </a:lnTo>
                  <a:lnTo>
                    <a:pt x="658503" y="297387"/>
                  </a:lnTo>
                  <a:lnTo>
                    <a:pt x="659895" y="298418"/>
                  </a:lnTo>
                  <a:lnTo>
                    <a:pt x="661189" y="300078"/>
                  </a:lnTo>
                  <a:lnTo>
                    <a:pt x="661647" y="300958"/>
                  </a:lnTo>
                  <a:lnTo>
                    <a:pt x="662151" y="302394"/>
                  </a:lnTo>
                  <a:lnTo>
                    <a:pt x="662580" y="303131"/>
                  </a:lnTo>
                  <a:lnTo>
                    <a:pt x="662978" y="304550"/>
                  </a:lnTo>
                  <a:lnTo>
                    <a:pt x="662950" y="305010"/>
                  </a:lnTo>
                  <a:lnTo>
                    <a:pt x="662575" y="305698"/>
                  </a:lnTo>
                  <a:lnTo>
                    <a:pt x="660988" y="306861"/>
                  </a:lnTo>
                  <a:lnTo>
                    <a:pt x="661288" y="307298"/>
                  </a:lnTo>
                  <a:lnTo>
                    <a:pt x="663141" y="306568"/>
                  </a:lnTo>
                  <a:lnTo>
                    <a:pt x="663705" y="305850"/>
                  </a:lnTo>
                  <a:lnTo>
                    <a:pt x="664110" y="304648"/>
                  </a:lnTo>
                  <a:lnTo>
                    <a:pt x="664650" y="304306"/>
                  </a:lnTo>
                  <a:lnTo>
                    <a:pt x="666841" y="306414"/>
                  </a:lnTo>
                  <a:lnTo>
                    <a:pt x="667163" y="307147"/>
                  </a:lnTo>
                  <a:lnTo>
                    <a:pt x="667022" y="307722"/>
                  </a:lnTo>
                  <a:lnTo>
                    <a:pt x="666668" y="308372"/>
                  </a:lnTo>
                  <a:lnTo>
                    <a:pt x="665711" y="309086"/>
                  </a:lnTo>
                  <a:lnTo>
                    <a:pt x="664892" y="310881"/>
                  </a:lnTo>
                  <a:lnTo>
                    <a:pt x="664763" y="311656"/>
                  </a:lnTo>
                  <a:lnTo>
                    <a:pt x="665347" y="312205"/>
                  </a:lnTo>
                  <a:lnTo>
                    <a:pt x="666773" y="312443"/>
                  </a:lnTo>
                  <a:lnTo>
                    <a:pt x="666762" y="312869"/>
                  </a:lnTo>
                  <a:lnTo>
                    <a:pt x="665938" y="313657"/>
                  </a:lnTo>
                  <a:lnTo>
                    <a:pt x="665829" y="314685"/>
                  </a:lnTo>
                  <a:lnTo>
                    <a:pt x="667675" y="318349"/>
                  </a:lnTo>
                  <a:lnTo>
                    <a:pt x="668913" y="319955"/>
                  </a:lnTo>
                  <a:lnTo>
                    <a:pt x="669627" y="320249"/>
                  </a:lnTo>
                  <a:lnTo>
                    <a:pt x="671293" y="320321"/>
                  </a:lnTo>
                  <a:lnTo>
                    <a:pt x="672641" y="320942"/>
                  </a:lnTo>
                  <a:lnTo>
                    <a:pt x="675637" y="323021"/>
                  </a:lnTo>
                  <a:lnTo>
                    <a:pt x="677392" y="323396"/>
                  </a:lnTo>
                  <a:lnTo>
                    <a:pt x="678902" y="322761"/>
                  </a:lnTo>
                  <a:lnTo>
                    <a:pt x="679905" y="322622"/>
                  </a:lnTo>
                  <a:lnTo>
                    <a:pt x="680791" y="323453"/>
                  </a:lnTo>
                  <a:lnTo>
                    <a:pt x="681072" y="324041"/>
                  </a:lnTo>
                  <a:lnTo>
                    <a:pt x="681205" y="325209"/>
                  </a:lnTo>
                  <a:lnTo>
                    <a:pt x="681188" y="326961"/>
                  </a:lnTo>
                  <a:lnTo>
                    <a:pt x="681674" y="328189"/>
                  </a:lnTo>
                  <a:lnTo>
                    <a:pt x="682663" y="328891"/>
                  </a:lnTo>
                  <a:lnTo>
                    <a:pt x="683463" y="328785"/>
                  </a:lnTo>
                  <a:lnTo>
                    <a:pt x="684509" y="327408"/>
                  </a:lnTo>
                  <a:lnTo>
                    <a:pt x="685394" y="327173"/>
                  </a:lnTo>
                  <a:lnTo>
                    <a:pt x="685690" y="326141"/>
                  </a:lnTo>
                  <a:lnTo>
                    <a:pt x="685951" y="324233"/>
                  </a:lnTo>
                  <a:lnTo>
                    <a:pt x="686209" y="323188"/>
                  </a:lnTo>
                  <a:lnTo>
                    <a:pt x="686850" y="322888"/>
                  </a:lnTo>
                  <a:lnTo>
                    <a:pt x="687365" y="323456"/>
                  </a:lnTo>
                  <a:lnTo>
                    <a:pt x="687667" y="324328"/>
                  </a:lnTo>
                  <a:lnTo>
                    <a:pt x="688221" y="326942"/>
                  </a:lnTo>
                  <a:lnTo>
                    <a:pt x="688375" y="328112"/>
                  </a:lnTo>
                  <a:lnTo>
                    <a:pt x="688313" y="329179"/>
                  </a:lnTo>
                  <a:lnTo>
                    <a:pt x="688037" y="330140"/>
                  </a:lnTo>
                  <a:lnTo>
                    <a:pt x="687494" y="331164"/>
                  </a:lnTo>
                  <a:lnTo>
                    <a:pt x="686684" y="332253"/>
                  </a:lnTo>
                  <a:lnTo>
                    <a:pt x="686047" y="333817"/>
                  </a:lnTo>
                  <a:lnTo>
                    <a:pt x="685269" y="337433"/>
                  </a:lnTo>
                  <a:lnTo>
                    <a:pt x="684982" y="339796"/>
                  </a:lnTo>
                  <a:lnTo>
                    <a:pt x="684903" y="341192"/>
                  </a:lnTo>
                  <a:lnTo>
                    <a:pt x="684937" y="342720"/>
                  </a:lnTo>
                  <a:lnTo>
                    <a:pt x="685084" y="344382"/>
                  </a:lnTo>
                  <a:lnTo>
                    <a:pt x="685393" y="345751"/>
                  </a:lnTo>
                  <a:lnTo>
                    <a:pt x="686118" y="347689"/>
                  </a:lnTo>
                  <a:lnTo>
                    <a:pt x="686159" y="348332"/>
                  </a:lnTo>
                  <a:lnTo>
                    <a:pt x="686213" y="349902"/>
                  </a:lnTo>
                  <a:lnTo>
                    <a:pt x="686150" y="350592"/>
                  </a:lnTo>
                  <a:lnTo>
                    <a:pt x="685727" y="351958"/>
                  </a:lnTo>
                  <a:lnTo>
                    <a:pt x="684555" y="353322"/>
                  </a:lnTo>
                  <a:lnTo>
                    <a:pt x="682948" y="353673"/>
                  </a:lnTo>
                  <a:lnTo>
                    <a:pt x="677694" y="353751"/>
                  </a:lnTo>
                  <a:lnTo>
                    <a:pt x="676295" y="353425"/>
                  </a:lnTo>
                  <a:lnTo>
                    <a:pt x="676633" y="354665"/>
                  </a:lnTo>
                  <a:lnTo>
                    <a:pt x="678104" y="355061"/>
                  </a:lnTo>
                  <a:lnTo>
                    <a:pt x="679448" y="355045"/>
                  </a:lnTo>
                  <a:lnTo>
                    <a:pt x="684459" y="355829"/>
                  </a:lnTo>
                  <a:lnTo>
                    <a:pt x="685148" y="356623"/>
                  </a:lnTo>
                  <a:lnTo>
                    <a:pt x="685730" y="358019"/>
                  </a:lnTo>
                  <a:lnTo>
                    <a:pt x="686145" y="359465"/>
                  </a:lnTo>
                  <a:lnTo>
                    <a:pt x="686557" y="362405"/>
                  </a:lnTo>
                  <a:lnTo>
                    <a:pt x="686634" y="363801"/>
                  </a:lnTo>
                  <a:lnTo>
                    <a:pt x="686413" y="365349"/>
                  </a:lnTo>
                  <a:lnTo>
                    <a:pt x="685896" y="367051"/>
                  </a:lnTo>
                  <a:lnTo>
                    <a:pt x="685548" y="369317"/>
                  </a:lnTo>
                  <a:lnTo>
                    <a:pt x="685370" y="372150"/>
                  </a:lnTo>
                  <a:lnTo>
                    <a:pt x="685649" y="373651"/>
                  </a:lnTo>
                  <a:lnTo>
                    <a:pt x="688359" y="373768"/>
                  </a:lnTo>
                  <a:lnTo>
                    <a:pt x="688897" y="374793"/>
                  </a:lnTo>
                  <a:lnTo>
                    <a:pt x="688835" y="375558"/>
                  </a:lnTo>
                  <a:lnTo>
                    <a:pt x="687873" y="378429"/>
                  </a:lnTo>
                  <a:lnTo>
                    <a:pt x="687784" y="379245"/>
                  </a:lnTo>
                  <a:lnTo>
                    <a:pt x="688223" y="381182"/>
                  </a:lnTo>
                  <a:lnTo>
                    <a:pt x="688163" y="381733"/>
                  </a:lnTo>
                  <a:lnTo>
                    <a:pt x="687896" y="382296"/>
                  </a:lnTo>
                  <a:lnTo>
                    <a:pt x="687641" y="383749"/>
                  </a:lnTo>
                  <a:lnTo>
                    <a:pt x="687396" y="386094"/>
                  </a:lnTo>
                  <a:lnTo>
                    <a:pt x="687093" y="387613"/>
                  </a:lnTo>
                  <a:lnTo>
                    <a:pt x="686357" y="388787"/>
                  </a:lnTo>
                  <a:lnTo>
                    <a:pt x="685971" y="389044"/>
                  </a:lnTo>
                  <a:lnTo>
                    <a:pt x="685692" y="388733"/>
                  </a:lnTo>
                  <a:lnTo>
                    <a:pt x="684965" y="385534"/>
                  </a:lnTo>
                  <a:lnTo>
                    <a:pt x="684665" y="385058"/>
                  </a:lnTo>
                  <a:lnTo>
                    <a:pt x="684382" y="385358"/>
                  </a:lnTo>
                  <a:lnTo>
                    <a:pt x="684239" y="385854"/>
                  </a:lnTo>
                  <a:lnTo>
                    <a:pt x="684238" y="386545"/>
                  </a:lnTo>
                  <a:lnTo>
                    <a:pt x="684113" y="387261"/>
                  </a:lnTo>
                  <a:lnTo>
                    <a:pt x="683864" y="388000"/>
                  </a:lnTo>
                  <a:lnTo>
                    <a:pt x="682791" y="389176"/>
                  </a:lnTo>
                  <a:lnTo>
                    <a:pt x="681053" y="389972"/>
                  </a:lnTo>
                  <a:lnTo>
                    <a:pt x="681107" y="390823"/>
                  </a:lnTo>
                  <a:lnTo>
                    <a:pt x="682273" y="391279"/>
                  </a:lnTo>
                  <a:lnTo>
                    <a:pt x="683758" y="392703"/>
                  </a:lnTo>
                  <a:lnTo>
                    <a:pt x="684610" y="392930"/>
                  </a:lnTo>
                  <a:lnTo>
                    <a:pt x="685950" y="391779"/>
                  </a:lnTo>
                  <a:lnTo>
                    <a:pt x="688533" y="388160"/>
                  </a:lnTo>
                  <a:lnTo>
                    <a:pt x="689598" y="387179"/>
                  </a:lnTo>
                  <a:lnTo>
                    <a:pt x="690536" y="386803"/>
                  </a:lnTo>
                  <a:lnTo>
                    <a:pt x="691593" y="386756"/>
                  </a:lnTo>
                  <a:lnTo>
                    <a:pt x="692767" y="387032"/>
                  </a:lnTo>
                  <a:lnTo>
                    <a:pt x="695106" y="386570"/>
                  </a:lnTo>
                  <a:lnTo>
                    <a:pt x="695691" y="386915"/>
                  </a:lnTo>
                  <a:lnTo>
                    <a:pt x="696406" y="387711"/>
                  </a:lnTo>
                  <a:lnTo>
                    <a:pt x="697252" y="388965"/>
                  </a:lnTo>
                  <a:lnTo>
                    <a:pt x="697835" y="390170"/>
                  </a:lnTo>
                  <a:lnTo>
                    <a:pt x="698154" y="391328"/>
                  </a:lnTo>
                  <a:lnTo>
                    <a:pt x="698679" y="395704"/>
                  </a:lnTo>
                  <a:lnTo>
                    <a:pt x="699386" y="396850"/>
                  </a:lnTo>
                  <a:lnTo>
                    <a:pt x="699557" y="397691"/>
                  </a:lnTo>
                  <a:lnTo>
                    <a:pt x="699613" y="398980"/>
                  </a:lnTo>
                  <a:lnTo>
                    <a:pt x="699569" y="401502"/>
                  </a:lnTo>
                  <a:lnTo>
                    <a:pt x="698792" y="406593"/>
                  </a:lnTo>
                  <a:lnTo>
                    <a:pt x="698390" y="408475"/>
                  </a:lnTo>
                  <a:lnTo>
                    <a:pt x="697317" y="411043"/>
                  </a:lnTo>
                  <a:lnTo>
                    <a:pt x="696080" y="412209"/>
                  </a:lnTo>
                  <a:lnTo>
                    <a:pt x="693879" y="413302"/>
                  </a:lnTo>
                  <a:lnTo>
                    <a:pt x="692730" y="414220"/>
                  </a:lnTo>
                  <a:lnTo>
                    <a:pt x="691863" y="415484"/>
                  </a:lnTo>
                  <a:lnTo>
                    <a:pt x="691812" y="416179"/>
                  </a:lnTo>
                  <a:lnTo>
                    <a:pt x="694310" y="414012"/>
                  </a:lnTo>
                  <a:lnTo>
                    <a:pt x="697058" y="412953"/>
                  </a:lnTo>
                  <a:lnTo>
                    <a:pt x="697842" y="411769"/>
                  </a:lnTo>
                  <a:lnTo>
                    <a:pt x="698435" y="410617"/>
                  </a:lnTo>
                  <a:lnTo>
                    <a:pt x="699038" y="408048"/>
                  </a:lnTo>
                  <a:lnTo>
                    <a:pt x="700130" y="401402"/>
                  </a:lnTo>
                  <a:lnTo>
                    <a:pt x="700750" y="399311"/>
                  </a:lnTo>
                  <a:lnTo>
                    <a:pt x="701615" y="398958"/>
                  </a:lnTo>
                  <a:lnTo>
                    <a:pt x="701999" y="399669"/>
                  </a:lnTo>
                  <a:lnTo>
                    <a:pt x="702897" y="403565"/>
                  </a:lnTo>
                  <a:lnTo>
                    <a:pt x="702892" y="404559"/>
                  </a:lnTo>
                  <a:lnTo>
                    <a:pt x="702669" y="405402"/>
                  </a:lnTo>
                  <a:lnTo>
                    <a:pt x="701204" y="409192"/>
                  </a:lnTo>
                  <a:lnTo>
                    <a:pt x="701731" y="408805"/>
                  </a:lnTo>
                  <a:lnTo>
                    <a:pt x="703204" y="405243"/>
                  </a:lnTo>
                  <a:lnTo>
                    <a:pt x="703516" y="404130"/>
                  </a:lnTo>
                  <a:lnTo>
                    <a:pt x="703690" y="402499"/>
                  </a:lnTo>
                  <a:lnTo>
                    <a:pt x="704164" y="401343"/>
                  </a:lnTo>
                  <a:lnTo>
                    <a:pt x="704346" y="401909"/>
                  </a:lnTo>
                  <a:lnTo>
                    <a:pt x="704801" y="406094"/>
                  </a:lnTo>
                  <a:lnTo>
                    <a:pt x="704815" y="409154"/>
                  </a:lnTo>
                  <a:lnTo>
                    <a:pt x="704889" y="410136"/>
                  </a:lnTo>
                  <a:lnTo>
                    <a:pt x="704724" y="413040"/>
                  </a:lnTo>
                  <a:lnTo>
                    <a:pt x="704911" y="413561"/>
                  </a:lnTo>
                  <a:lnTo>
                    <a:pt x="705353" y="411049"/>
                  </a:lnTo>
                  <a:lnTo>
                    <a:pt x="705498" y="409151"/>
                  </a:lnTo>
                  <a:lnTo>
                    <a:pt x="705699" y="407798"/>
                  </a:lnTo>
                  <a:lnTo>
                    <a:pt x="705955" y="406990"/>
                  </a:lnTo>
                  <a:lnTo>
                    <a:pt x="707759" y="404433"/>
                  </a:lnTo>
                  <a:lnTo>
                    <a:pt x="709866" y="402354"/>
                  </a:lnTo>
                  <a:lnTo>
                    <a:pt x="711245" y="400506"/>
                  </a:lnTo>
                  <a:lnTo>
                    <a:pt x="712389" y="399623"/>
                  </a:lnTo>
                  <a:lnTo>
                    <a:pt x="714102" y="398789"/>
                  </a:lnTo>
                  <a:lnTo>
                    <a:pt x="715201" y="397078"/>
                  </a:lnTo>
                  <a:lnTo>
                    <a:pt x="715683" y="394487"/>
                  </a:lnTo>
                  <a:lnTo>
                    <a:pt x="716094" y="392693"/>
                  </a:lnTo>
                  <a:lnTo>
                    <a:pt x="716431" y="391700"/>
                  </a:lnTo>
                  <a:lnTo>
                    <a:pt x="717561" y="389920"/>
                  </a:lnTo>
                  <a:lnTo>
                    <a:pt x="718175" y="389821"/>
                  </a:lnTo>
                  <a:lnTo>
                    <a:pt x="718763" y="390478"/>
                  </a:lnTo>
                  <a:lnTo>
                    <a:pt x="719428" y="391813"/>
                  </a:lnTo>
                  <a:lnTo>
                    <a:pt x="720171" y="393824"/>
                  </a:lnTo>
                  <a:lnTo>
                    <a:pt x="720616" y="395403"/>
                  </a:lnTo>
                  <a:lnTo>
                    <a:pt x="720761" y="396550"/>
                  </a:lnTo>
                  <a:lnTo>
                    <a:pt x="720881" y="400568"/>
                  </a:lnTo>
                  <a:lnTo>
                    <a:pt x="721022" y="400557"/>
                  </a:lnTo>
                  <a:lnTo>
                    <a:pt x="721706" y="397488"/>
                  </a:lnTo>
                  <a:lnTo>
                    <a:pt x="721786" y="396397"/>
                  </a:lnTo>
                  <a:lnTo>
                    <a:pt x="721738" y="395245"/>
                  </a:lnTo>
                  <a:lnTo>
                    <a:pt x="721529" y="394096"/>
                  </a:lnTo>
                  <a:lnTo>
                    <a:pt x="720840" y="391587"/>
                  </a:lnTo>
                  <a:lnTo>
                    <a:pt x="720571" y="390017"/>
                  </a:lnTo>
                  <a:lnTo>
                    <a:pt x="720631" y="389049"/>
                  </a:lnTo>
                  <a:lnTo>
                    <a:pt x="721362" y="388500"/>
                  </a:lnTo>
                  <a:lnTo>
                    <a:pt x="722441" y="388281"/>
                  </a:lnTo>
                  <a:lnTo>
                    <a:pt x="722622" y="387871"/>
                  </a:lnTo>
                  <a:lnTo>
                    <a:pt x="721830" y="386834"/>
                  </a:lnTo>
                  <a:lnTo>
                    <a:pt x="721808" y="386271"/>
                  </a:lnTo>
                  <a:lnTo>
                    <a:pt x="722570" y="384427"/>
                  </a:lnTo>
                  <a:lnTo>
                    <a:pt x="723018" y="384326"/>
                  </a:lnTo>
                  <a:lnTo>
                    <a:pt x="723895" y="384618"/>
                  </a:lnTo>
                  <a:lnTo>
                    <a:pt x="723718" y="383673"/>
                  </a:lnTo>
                  <a:lnTo>
                    <a:pt x="723727" y="383047"/>
                  </a:lnTo>
                  <a:lnTo>
                    <a:pt x="723975" y="382802"/>
                  </a:lnTo>
                  <a:lnTo>
                    <a:pt x="725429" y="383399"/>
                  </a:lnTo>
                  <a:lnTo>
                    <a:pt x="725599" y="382679"/>
                  </a:lnTo>
                  <a:lnTo>
                    <a:pt x="726850" y="382614"/>
                  </a:lnTo>
                  <a:lnTo>
                    <a:pt x="726972" y="381970"/>
                  </a:lnTo>
                  <a:lnTo>
                    <a:pt x="725890" y="381051"/>
                  </a:lnTo>
                  <a:lnTo>
                    <a:pt x="724831" y="380477"/>
                  </a:lnTo>
                  <a:lnTo>
                    <a:pt x="724508" y="379975"/>
                  </a:lnTo>
                  <a:lnTo>
                    <a:pt x="724260" y="379234"/>
                  </a:lnTo>
                  <a:lnTo>
                    <a:pt x="723929" y="377445"/>
                  </a:lnTo>
                  <a:lnTo>
                    <a:pt x="724009" y="376971"/>
                  </a:lnTo>
                  <a:lnTo>
                    <a:pt x="724307" y="376962"/>
                  </a:lnTo>
                  <a:lnTo>
                    <a:pt x="724822" y="377451"/>
                  </a:lnTo>
                  <a:lnTo>
                    <a:pt x="725102" y="376510"/>
                  </a:lnTo>
                  <a:lnTo>
                    <a:pt x="725416" y="374301"/>
                  </a:lnTo>
                  <a:lnTo>
                    <a:pt x="725729" y="373395"/>
                  </a:lnTo>
                  <a:lnTo>
                    <a:pt x="726701" y="374442"/>
                  </a:lnTo>
                  <a:lnTo>
                    <a:pt x="726743" y="373991"/>
                  </a:lnTo>
                  <a:lnTo>
                    <a:pt x="725954" y="370518"/>
                  </a:lnTo>
                  <a:lnTo>
                    <a:pt x="726091" y="369852"/>
                  </a:lnTo>
                  <a:lnTo>
                    <a:pt x="727297" y="369601"/>
                  </a:lnTo>
                  <a:lnTo>
                    <a:pt x="728027" y="370034"/>
                  </a:lnTo>
                  <a:lnTo>
                    <a:pt x="729944" y="372579"/>
                  </a:lnTo>
                  <a:lnTo>
                    <a:pt x="730291" y="372287"/>
                  </a:lnTo>
                  <a:lnTo>
                    <a:pt x="729997" y="371590"/>
                  </a:lnTo>
                  <a:lnTo>
                    <a:pt x="729015" y="370090"/>
                  </a:lnTo>
                  <a:lnTo>
                    <a:pt x="728129" y="369109"/>
                  </a:lnTo>
                  <a:lnTo>
                    <a:pt x="727337" y="368648"/>
                  </a:lnTo>
                  <a:lnTo>
                    <a:pt x="726742" y="367812"/>
                  </a:lnTo>
                  <a:lnTo>
                    <a:pt x="726090" y="365523"/>
                  </a:lnTo>
                  <a:lnTo>
                    <a:pt x="725982" y="364581"/>
                  </a:lnTo>
                  <a:lnTo>
                    <a:pt x="726036" y="363353"/>
                  </a:lnTo>
                  <a:lnTo>
                    <a:pt x="726492" y="360804"/>
                  </a:lnTo>
                  <a:lnTo>
                    <a:pt x="726754" y="360251"/>
                  </a:lnTo>
                  <a:lnTo>
                    <a:pt x="727218" y="359841"/>
                  </a:lnTo>
                  <a:lnTo>
                    <a:pt x="727883" y="359576"/>
                  </a:lnTo>
                  <a:lnTo>
                    <a:pt x="728618" y="359829"/>
                  </a:lnTo>
                  <a:lnTo>
                    <a:pt x="730135" y="361505"/>
                  </a:lnTo>
                  <a:lnTo>
                    <a:pt x="730388" y="360975"/>
                  </a:lnTo>
                  <a:lnTo>
                    <a:pt x="729570" y="360062"/>
                  </a:lnTo>
                  <a:lnTo>
                    <a:pt x="729128" y="359220"/>
                  </a:lnTo>
                  <a:lnTo>
                    <a:pt x="728915" y="358140"/>
                  </a:lnTo>
                  <a:lnTo>
                    <a:pt x="729008" y="356918"/>
                  </a:lnTo>
                  <a:lnTo>
                    <a:pt x="729651" y="354395"/>
                  </a:lnTo>
                  <a:lnTo>
                    <a:pt x="729953" y="352362"/>
                  </a:lnTo>
                  <a:lnTo>
                    <a:pt x="731320" y="346754"/>
                  </a:lnTo>
                  <a:lnTo>
                    <a:pt x="731721" y="345734"/>
                  </a:lnTo>
                  <a:lnTo>
                    <a:pt x="732149" y="345090"/>
                  </a:lnTo>
                  <a:lnTo>
                    <a:pt x="732415" y="344418"/>
                  </a:lnTo>
                  <a:lnTo>
                    <a:pt x="733487" y="344268"/>
                  </a:lnTo>
                  <a:lnTo>
                    <a:pt x="735471" y="346273"/>
                  </a:lnTo>
                  <a:lnTo>
                    <a:pt x="736078" y="347459"/>
                  </a:lnTo>
                  <a:lnTo>
                    <a:pt x="736239" y="349136"/>
                  </a:lnTo>
                  <a:lnTo>
                    <a:pt x="735199" y="351407"/>
                  </a:lnTo>
                  <a:lnTo>
                    <a:pt x="733415" y="353102"/>
                  </a:lnTo>
                  <a:lnTo>
                    <a:pt x="732885" y="353842"/>
                  </a:lnTo>
                  <a:lnTo>
                    <a:pt x="733230" y="354272"/>
                  </a:lnTo>
                  <a:lnTo>
                    <a:pt x="734897" y="352917"/>
                  </a:lnTo>
                  <a:lnTo>
                    <a:pt x="736353" y="352285"/>
                  </a:lnTo>
                  <a:lnTo>
                    <a:pt x="737547" y="352307"/>
                  </a:lnTo>
                  <a:lnTo>
                    <a:pt x="738515" y="354999"/>
                  </a:lnTo>
                  <a:lnTo>
                    <a:pt x="738650" y="358735"/>
                  </a:lnTo>
                  <a:lnTo>
                    <a:pt x="738097" y="361847"/>
                  </a:lnTo>
                  <a:lnTo>
                    <a:pt x="738824" y="360299"/>
                  </a:lnTo>
                  <a:lnTo>
                    <a:pt x="739734" y="359443"/>
                  </a:lnTo>
                  <a:lnTo>
                    <a:pt x="740477" y="361478"/>
                  </a:lnTo>
                  <a:lnTo>
                    <a:pt x="740566" y="363135"/>
                  </a:lnTo>
                  <a:lnTo>
                    <a:pt x="740957" y="364692"/>
                  </a:lnTo>
                  <a:lnTo>
                    <a:pt x="741799" y="366776"/>
                  </a:lnTo>
                  <a:lnTo>
                    <a:pt x="742674" y="368602"/>
                  </a:lnTo>
                  <a:lnTo>
                    <a:pt x="741711" y="370517"/>
                  </a:lnTo>
                  <a:lnTo>
                    <a:pt x="740554" y="371661"/>
                  </a:lnTo>
                  <a:lnTo>
                    <a:pt x="740797" y="372515"/>
                  </a:lnTo>
                  <a:lnTo>
                    <a:pt x="742379" y="373429"/>
                  </a:lnTo>
                  <a:lnTo>
                    <a:pt x="742593" y="374333"/>
                  </a:lnTo>
                  <a:lnTo>
                    <a:pt x="742427" y="375560"/>
                  </a:lnTo>
                  <a:lnTo>
                    <a:pt x="742657" y="375554"/>
                  </a:lnTo>
                  <a:lnTo>
                    <a:pt x="743757" y="373659"/>
                  </a:lnTo>
                  <a:lnTo>
                    <a:pt x="744696" y="373913"/>
                  </a:lnTo>
                  <a:lnTo>
                    <a:pt x="745895" y="378005"/>
                  </a:lnTo>
                  <a:lnTo>
                    <a:pt x="745020" y="380346"/>
                  </a:lnTo>
                  <a:lnTo>
                    <a:pt x="743680" y="381418"/>
                  </a:lnTo>
                  <a:lnTo>
                    <a:pt x="742614" y="381874"/>
                  </a:lnTo>
                  <a:lnTo>
                    <a:pt x="741133" y="381811"/>
                  </a:lnTo>
                  <a:lnTo>
                    <a:pt x="740550" y="382159"/>
                  </a:lnTo>
                  <a:lnTo>
                    <a:pt x="740840" y="382940"/>
                  </a:lnTo>
                  <a:lnTo>
                    <a:pt x="742256" y="382951"/>
                  </a:lnTo>
                  <a:lnTo>
                    <a:pt x="744427" y="382360"/>
                  </a:lnTo>
                  <a:lnTo>
                    <a:pt x="746051" y="381396"/>
                  </a:lnTo>
                  <a:lnTo>
                    <a:pt x="746757" y="381338"/>
                  </a:lnTo>
                  <a:lnTo>
                    <a:pt x="747498" y="381731"/>
                  </a:lnTo>
                  <a:lnTo>
                    <a:pt x="747747" y="382060"/>
                  </a:lnTo>
                  <a:lnTo>
                    <a:pt x="746966" y="382732"/>
                  </a:lnTo>
                  <a:lnTo>
                    <a:pt x="746907" y="382967"/>
                  </a:lnTo>
                  <a:lnTo>
                    <a:pt x="747200" y="383655"/>
                  </a:lnTo>
                  <a:lnTo>
                    <a:pt x="747806" y="385877"/>
                  </a:lnTo>
                  <a:lnTo>
                    <a:pt x="747753" y="386378"/>
                  </a:lnTo>
                  <a:lnTo>
                    <a:pt x="747174" y="387668"/>
                  </a:lnTo>
                  <a:lnTo>
                    <a:pt x="748104" y="387952"/>
                  </a:lnTo>
                  <a:lnTo>
                    <a:pt x="749403" y="387349"/>
                  </a:lnTo>
                  <a:lnTo>
                    <a:pt x="749806" y="388021"/>
                  </a:lnTo>
                  <a:lnTo>
                    <a:pt x="750597" y="390692"/>
                  </a:lnTo>
                  <a:lnTo>
                    <a:pt x="751099" y="393428"/>
                  </a:lnTo>
                  <a:lnTo>
                    <a:pt x="748902" y="397172"/>
                  </a:lnTo>
                  <a:lnTo>
                    <a:pt x="747784" y="397946"/>
                  </a:lnTo>
                  <a:lnTo>
                    <a:pt x="746137" y="399926"/>
                  </a:lnTo>
                  <a:lnTo>
                    <a:pt x="745676" y="401513"/>
                  </a:lnTo>
                  <a:lnTo>
                    <a:pt x="744723" y="403549"/>
                  </a:lnTo>
                  <a:lnTo>
                    <a:pt x="745333" y="403527"/>
                  </a:lnTo>
                  <a:lnTo>
                    <a:pt x="747036" y="400261"/>
                  </a:lnTo>
                  <a:lnTo>
                    <a:pt x="747868" y="399500"/>
                  </a:lnTo>
                  <a:lnTo>
                    <a:pt x="748487" y="399692"/>
                  </a:lnTo>
                  <a:lnTo>
                    <a:pt x="748737" y="400245"/>
                  </a:lnTo>
                  <a:lnTo>
                    <a:pt x="748616" y="401158"/>
                  </a:lnTo>
                  <a:lnTo>
                    <a:pt x="749159" y="401041"/>
                  </a:lnTo>
                  <a:lnTo>
                    <a:pt x="751449" y="399132"/>
                  </a:lnTo>
                  <a:lnTo>
                    <a:pt x="752412" y="398754"/>
                  </a:lnTo>
                  <a:lnTo>
                    <a:pt x="753656" y="398630"/>
                  </a:lnTo>
                  <a:lnTo>
                    <a:pt x="753791" y="399291"/>
                  </a:lnTo>
                  <a:lnTo>
                    <a:pt x="753017" y="403866"/>
                  </a:lnTo>
                  <a:lnTo>
                    <a:pt x="751693" y="407377"/>
                  </a:lnTo>
                  <a:lnTo>
                    <a:pt x="749282" y="409542"/>
                  </a:lnTo>
                  <a:lnTo>
                    <a:pt x="748428" y="410811"/>
                  </a:lnTo>
                  <a:lnTo>
                    <a:pt x="747372" y="412864"/>
                  </a:lnTo>
                  <a:lnTo>
                    <a:pt x="747771" y="413235"/>
                  </a:lnTo>
                  <a:lnTo>
                    <a:pt x="750070" y="410541"/>
                  </a:lnTo>
                  <a:lnTo>
                    <a:pt x="751640" y="409479"/>
                  </a:lnTo>
                  <a:lnTo>
                    <a:pt x="753846" y="408626"/>
                  </a:lnTo>
                  <a:lnTo>
                    <a:pt x="754825" y="408746"/>
                  </a:lnTo>
                  <a:lnTo>
                    <a:pt x="756561" y="414118"/>
                  </a:lnTo>
                  <a:lnTo>
                    <a:pt x="757563" y="414639"/>
                  </a:lnTo>
                  <a:lnTo>
                    <a:pt x="758371" y="414359"/>
                  </a:lnTo>
                  <a:lnTo>
                    <a:pt x="759897" y="415905"/>
                  </a:lnTo>
                  <a:lnTo>
                    <a:pt x="760470" y="417396"/>
                  </a:lnTo>
                  <a:lnTo>
                    <a:pt x="760326" y="418468"/>
                  </a:lnTo>
                  <a:lnTo>
                    <a:pt x="759810" y="419110"/>
                  </a:lnTo>
                  <a:lnTo>
                    <a:pt x="759549" y="420111"/>
                  </a:lnTo>
                  <a:lnTo>
                    <a:pt x="760161" y="423092"/>
                  </a:lnTo>
                  <a:lnTo>
                    <a:pt x="759808" y="424766"/>
                  </a:lnTo>
                  <a:lnTo>
                    <a:pt x="758692" y="426243"/>
                  </a:lnTo>
                  <a:lnTo>
                    <a:pt x="757895" y="426992"/>
                  </a:lnTo>
                  <a:lnTo>
                    <a:pt x="757062" y="427223"/>
                  </a:lnTo>
                  <a:lnTo>
                    <a:pt x="756245" y="428530"/>
                  </a:lnTo>
                  <a:lnTo>
                    <a:pt x="755874" y="428723"/>
                  </a:lnTo>
                  <a:lnTo>
                    <a:pt x="754736" y="428391"/>
                  </a:lnTo>
                  <a:lnTo>
                    <a:pt x="755126" y="429197"/>
                  </a:lnTo>
                  <a:lnTo>
                    <a:pt x="755688" y="429603"/>
                  </a:lnTo>
                  <a:lnTo>
                    <a:pt x="756585" y="429826"/>
                  </a:lnTo>
                  <a:lnTo>
                    <a:pt x="757632" y="429414"/>
                  </a:lnTo>
                  <a:lnTo>
                    <a:pt x="758653" y="429466"/>
                  </a:lnTo>
                  <a:lnTo>
                    <a:pt x="760258" y="430413"/>
                  </a:lnTo>
                  <a:lnTo>
                    <a:pt x="760932" y="431580"/>
                  </a:lnTo>
                  <a:lnTo>
                    <a:pt x="760944" y="431902"/>
                  </a:lnTo>
                  <a:lnTo>
                    <a:pt x="760597" y="432568"/>
                  </a:lnTo>
                  <a:lnTo>
                    <a:pt x="760088" y="434740"/>
                  </a:lnTo>
                  <a:lnTo>
                    <a:pt x="759717" y="435521"/>
                  </a:lnTo>
                  <a:lnTo>
                    <a:pt x="760033" y="436106"/>
                  </a:lnTo>
                  <a:lnTo>
                    <a:pt x="760838" y="437010"/>
                  </a:lnTo>
                  <a:lnTo>
                    <a:pt x="761438" y="437344"/>
                  </a:lnTo>
                  <a:lnTo>
                    <a:pt x="762227" y="437050"/>
                  </a:lnTo>
                  <a:lnTo>
                    <a:pt x="763071" y="437435"/>
                  </a:lnTo>
                  <a:lnTo>
                    <a:pt x="765905" y="442534"/>
                  </a:lnTo>
                  <a:lnTo>
                    <a:pt x="765790" y="445164"/>
                  </a:lnTo>
                  <a:lnTo>
                    <a:pt x="765360" y="447192"/>
                  </a:lnTo>
                  <a:lnTo>
                    <a:pt x="765529" y="449471"/>
                  </a:lnTo>
                  <a:lnTo>
                    <a:pt x="765541" y="452279"/>
                  </a:lnTo>
                  <a:lnTo>
                    <a:pt x="764002" y="453054"/>
                  </a:lnTo>
                  <a:lnTo>
                    <a:pt x="758899" y="451739"/>
                  </a:lnTo>
                  <a:lnTo>
                    <a:pt x="755980" y="449732"/>
                  </a:lnTo>
                  <a:lnTo>
                    <a:pt x="755830" y="449121"/>
                  </a:lnTo>
                  <a:lnTo>
                    <a:pt x="756656" y="447787"/>
                  </a:lnTo>
                  <a:lnTo>
                    <a:pt x="755923" y="447688"/>
                  </a:lnTo>
                  <a:lnTo>
                    <a:pt x="755076" y="448212"/>
                  </a:lnTo>
                  <a:lnTo>
                    <a:pt x="754719" y="448707"/>
                  </a:lnTo>
                  <a:lnTo>
                    <a:pt x="755698" y="450825"/>
                  </a:lnTo>
                  <a:lnTo>
                    <a:pt x="758380" y="452692"/>
                  </a:lnTo>
                  <a:lnTo>
                    <a:pt x="759581" y="454938"/>
                  </a:lnTo>
                  <a:lnTo>
                    <a:pt x="760894" y="455131"/>
                  </a:lnTo>
                  <a:lnTo>
                    <a:pt x="761294" y="455538"/>
                  </a:lnTo>
                  <a:lnTo>
                    <a:pt x="762021" y="456853"/>
                  </a:lnTo>
                  <a:lnTo>
                    <a:pt x="761807" y="457304"/>
                  </a:lnTo>
                  <a:lnTo>
                    <a:pt x="760467" y="457462"/>
                  </a:lnTo>
                  <a:lnTo>
                    <a:pt x="759407" y="458985"/>
                  </a:lnTo>
                  <a:lnTo>
                    <a:pt x="760073" y="459880"/>
                  </a:lnTo>
                  <a:lnTo>
                    <a:pt x="762456" y="460663"/>
                  </a:lnTo>
                  <a:lnTo>
                    <a:pt x="764166" y="460862"/>
                  </a:lnTo>
                  <a:lnTo>
                    <a:pt x="765025" y="461740"/>
                  </a:lnTo>
                  <a:lnTo>
                    <a:pt x="764319" y="462716"/>
                  </a:lnTo>
                  <a:lnTo>
                    <a:pt x="762315" y="463865"/>
                  </a:lnTo>
                  <a:lnTo>
                    <a:pt x="762258" y="465572"/>
                  </a:lnTo>
                  <a:lnTo>
                    <a:pt x="763743" y="466256"/>
                  </a:lnTo>
                  <a:lnTo>
                    <a:pt x="765065" y="465841"/>
                  </a:lnTo>
                  <a:lnTo>
                    <a:pt x="765607" y="466013"/>
                  </a:lnTo>
                  <a:lnTo>
                    <a:pt x="765995" y="470144"/>
                  </a:lnTo>
                  <a:lnTo>
                    <a:pt x="766219" y="471002"/>
                  </a:lnTo>
                  <a:lnTo>
                    <a:pt x="764798" y="471735"/>
                  </a:lnTo>
                  <a:lnTo>
                    <a:pt x="764792" y="472523"/>
                  </a:lnTo>
                  <a:lnTo>
                    <a:pt x="765736" y="473174"/>
                  </a:lnTo>
                  <a:lnTo>
                    <a:pt x="767307" y="473715"/>
                  </a:lnTo>
                  <a:lnTo>
                    <a:pt x="767826" y="474457"/>
                  </a:lnTo>
                  <a:lnTo>
                    <a:pt x="767931" y="475689"/>
                  </a:lnTo>
                  <a:lnTo>
                    <a:pt x="768254" y="476345"/>
                  </a:lnTo>
                  <a:lnTo>
                    <a:pt x="769154" y="476464"/>
                  </a:lnTo>
                  <a:lnTo>
                    <a:pt x="770145" y="474931"/>
                  </a:lnTo>
                  <a:lnTo>
                    <a:pt x="770730" y="473641"/>
                  </a:lnTo>
                  <a:lnTo>
                    <a:pt x="771582" y="474126"/>
                  </a:lnTo>
                  <a:lnTo>
                    <a:pt x="771645" y="475736"/>
                  </a:lnTo>
                  <a:lnTo>
                    <a:pt x="772661" y="477567"/>
                  </a:lnTo>
                  <a:lnTo>
                    <a:pt x="773030" y="477867"/>
                  </a:lnTo>
                  <a:lnTo>
                    <a:pt x="773323" y="480463"/>
                  </a:lnTo>
                  <a:lnTo>
                    <a:pt x="774153" y="478154"/>
                  </a:lnTo>
                  <a:lnTo>
                    <a:pt x="774761" y="478644"/>
                  </a:lnTo>
                  <a:lnTo>
                    <a:pt x="775449" y="478759"/>
                  </a:lnTo>
                  <a:lnTo>
                    <a:pt x="775214" y="480993"/>
                  </a:lnTo>
                  <a:lnTo>
                    <a:pt x="774802" y="482751"/>
                  </a:lnTo>
                  <a:lnTo>
                    <a:pt x="775344" y="483851"/>
                  </a:lnTo>
                  <a:lnTo>
                    <a:pt x="775763" y="485487"/>
                  </a:lnTo>
                  <a:lnTo>
                    <a:pt x="776878" y="487735"/>
                  </a:lnTo>
                  <a:lnTo>
                    <a:pt x="776573" y="488814"/>
                  </a:lnTo>
                  <a:lnTo>
                    <a:pt x="775257" y="491121"/>
                  </a:lnTo>
                  <a:lnTo>
                    <a:pt x="774563" y="494772"/>
                  </a:lnTo>
                  <a:lnTo>
                    <a:pt x="774400" y="496037"/>
                  </a:lnTo>
                  <a:lnTo>
                    <a:pt x="773723" y="498133"/>
                  </a:lnTo>
                  <a:lnTo>
                    <a:pt x="772794" y="500166"/>
                  </a:lnTo>
                  <a:lnTo>
                    <a:pt x="773377" y="499951"/>
                  </a:lnTo>
                  <a:lnTo>
                    <a:pt x="775451" y="496214"/>
                  </a:lnTo>
                  <a:lnTo>
                    <a:pt x="776684" y="494959"/>
                  </a:lnTo>
                  <a:lnTo>
                    <a:pt x="779397" y="494280"/>
                  </a:lnTo>
                  <a:lnTo>
                    <a:pt x="780053" y="493232"/>
                  </a:lnTo>
                  <a:lnTo>
                    <a:pt x="781046" y="492798"/>
                  </a:lnTo>
                  <a:lnTo>
                    <a:pt x="781654" y="493993"/>
                  </a:lnTo>
                  <a:lnTo>
                    <a:pt x="781716" y="496144"/>
                  </a:lnTo>
                  <a:lnTo>
                    <a:pt x="782520" y="496823"/>
                  </a:lnTo>
                  <a:lnTo>
                    <a:pt x="783364" y="496113"/>
                  </a:lnTo>
                  <a:lnTo>
                    <a:pt x="784131" y="496747"/>
                  </a:lnTo>
                  <a:lnTo>
                    <a:pt x="783670" y="498099"/>
                  </a:lnTo>
                  <a:lnTo>
                    <a:pt x="781210" y="503642"/>
                  </a:lnTo>
                  <a:lnTo>
                    <a:pt x="780492" y="505868"/>
                  </a:lnTo>
                  <a:lnTo>
                    <a:pt x="780287" y="507442"/>
                  </a:lnTo>
                  <a:lnTo>
                    <a:pt x="781132" y="505284"/>
                  </a:lnTo>
                  <a:lnTo>
                    <a:pt x="784221" y="500305"/>
                  </a:lnTo>
                  <a:lnTo>
                    <a:pt x="784551" y="499560"/>
                  </a:lnTo>
                  <a:lnTo>
                    <a:pt x="785224" y="497429"/>
                  </a:lnTo>
                  <a:lnTo>
                    <a:pt x="785845" y="496037"/>
                  </a:lnTo>
                  <a:lnTo>
                    <a:pt x="787511" y="496530"/>
                  </a:lnTo>
                  <a:lnTo>
                    <a:pt x="788369" y="497529"/>
                  </a:lnTo>
                  <a:lnTo>
                    <a:pt x="788766" y="500318"/>
                  </a:lnTo>
                  <a:lnTo>
                    <a:pt x="789439" y="503356"/>
                  </a:lnTo>
                  <a:lnTo>
                    <a:pt x="790454" y="506721"/>
                  </a:lnTo>
                  <a:lnTo>
                    <a:pt x="793149" y="508354"/>
                  </a:lnTo>
                  <a:lnTo>
                    <a:pt x="794127" y="508620"/>
                  </a:lnTo>
                  <a:lnTo>
                    <a:pt x="795812" y="507480"/>
                  </a:lnTo>
                  <a:lnTo>
                    <a:pt x="796077" y="505907"/>
                  </a:lnTo>
                  <a:lnTo>
                    <a:pt x="797392" y="505425"/>
                  </a:lnTo>
                  <a:lnTo>
                    <a:pt x="798315" y="505617"/>
                  </a:lnTo>
                  <a:lnTo>
                    <a:pt x="798634" y="508649"/>
                  </a:lnTo>
                  <a:lnTo>
                    <a:pt x="799619" y="510259"/>
                  </a:lnTo>
                  <a:lnTo>
                    <a:pt x="800599" y="511586"/>
                  </a:lnTo>
                  <a:lnTo>
                    <a:pt x="801544" y="512277"/>
                  </a:lnTo>
                  <a:lnTo>
                    <a:pt x="802925" y="512575"/>
                  </a:lnTo>
                  <a:lnTo>
                    <a:pt x="803680" y="514035"/>
                  </a:lnTo>
                  <a:lnTo>
                    <a:pt x="803680" y="514639"/>
                  </a:lnTo>
                  <a:lnTo>
                    <a:pt x="802902" y="516203"/>
                  </a:lnTo>
                  <a:lnTo>
                    <a:pt x="802153" y="518480"/>
                  </a:lnTo>
                  <a:lnTo>
                    <a:pt x="800846" y="520071"/>
                  </a:lnTo>
                  <a:lnTo>
                    <a:pt x="799021" y="520145"/>
                  </a:lnTo>
                  <a:lnTo>
                    <a:pt x="796499" y="521139"/>
                  </a:lnTo>
                  <a:lnTo>
                    <a:pt x="796398" y="522039"/>
                  </a:lnTo>
                  <a:lnTo>
                    <a:pt x="795842" y="523029"/>
                  </a:lnTo>
                  <a:lnTo>
                    <a:pt x="794502" y="524009"/>
                  </a:lnTo>
                  <a:lnTo>
                    <a:pt x="793771" y="524753"/>
                  </a:lnTo>
                  <a:lnTo>
                    <a:pt x="792586" y="528451"/>
                  </a:lnTo>
                  <a:lnTo>
                    <a:pt x="791867" y="530030"/>
                  </a:lnTo>
                  <a:lnTo>
                    <a:pt x="791038" y="530330"/>
                  </a:lnTo>
                  <a:lnTo>
                    <a:pt x="789871" y="530180"/>
                  </a:lnTo>
                  <a:lnTo>
                    <a:pt x="789108" y="530516"/>
                  </a:lnTo>
                  <a:lnTo>
                    <a:pt x="788548" y="531191"/>
                  </a:lnTo>
                  <a:lnTo>
                    <a:pt x="788219" y="532196"/>
                  </a:lnTo>
                  <a:lnTo>
                    <a:pt x="787968" y="532569"/>
                  </a:lnTo>
                  <a:lnTo>
                    <a:pt x="786404" y="533589"/>
                  </a:lnTo>
                  <a:lnTo>
                    <a:pt x="783567" y="536394"/>
                  </a:lnTo>
                  <a:lnTo>
                    <a:pt x="782066" y="536481"/>
                  </a:lnTo>
                  <a:lnTo>
                    <a:pt x="781136" y="536155"/>
                  </a:lnTo>
                  <a:lnTo>
                    <a:pt x="780428" y="536387"/>
                  </a:lnTo>
                  <a:lnTo>
                    <a:pt x="779945" y="537175"/>
                  </a:lnTo>
                  <a:lnTo>
                    <a:pt x="778591" y="538540"/>
                  </a:lnTo>
                  <a:lnTo>
                    <a:pt x="778184" y="539374"/>
                  </a:lnTo>
                  <a:lnTo>
                    <a:pt x="777945" y="540329"/>
                  </a:lnTo>
                  <a:lnTo>
                    <a:pt x="777761" y="542303"/>
                  </a:lnTo>
                  <a:lnTo>
                    <a:pt x="777600" y="543015"/>
                  </a:lnTo>
                  <a:lnTo>
                    <a:pt x="777334" y="543428"/>
                  </a:lnTo>
                  <a:lnTo>
                    <a:pt x="776196" y="543017"/>
                  </a:lnTo>
                  <a:lnTo>
                    <a:pt x="774926" y="541738"/>
                  </a:lnTo>
                  <a:lnTo>
                    <a:pt x="775175" y="543093"/>
                  </a:lnTo>
                  <a:lnTo>
                    <a:pt x="777187" y="545383"/>
                  </a:lnTo>
                  <a:lnTo>
                    <a:pt x="777763" y="546654"/>
                  </a:lnTo>
                  <a:lnTo>
                    <a:pt x="777217" y="547752"/>
                  </a:lnTo>
                  <a:lnTo>
                    <a:pt x="775936" y="549476"/>
                  </a:lnTo>
                  <a:lnTo>
                    <a:pt x="775788" y="550403"/>
                  </a:lnTo>
                  <a:lnTo>
                    <a:pt x="776312" y="550892"/>
                  </a:lnTo>
                  <a:lnTo>
                    <a:pt x="776105" y="551674"/>
                  </a:lnTo>
                  <a:lnTo>
                    <a:pt x="775404" y="552503"/>
                  </a:lnTo>
                  <a:lnTo>
                    <a:pt x="775483" y="552845"/>
                  </a:lnTo>
                  <a:lnTo>
                    <a:pt x="775560" y="553180"/>
                  </a:lnTo>
                  <a:lnTo>
                    <a:pt x="777301" y="551985"/>
                  </a:lnTo>
                  <a:lnTo>
                    <a:pt x="778851" y="549436"/>
                  </a:lnTo>
                  <a:lnTo>
                    <a:pt x="779864" y="546858"/>
                  </a:lnTo>
                  <a:lnTo>
                    <a:pt x="780371" y="546135"/>
                  </a:lnTo>
                  <a:lnTo>
                    <a:pt x="782370" y="545181"/>
                  </a:lnTo>
                  <a:lnTo>
                    <a:pt x="783552" y="544060"/>
                  </a:lnTo>
                  <a:lnTo>
                    <a:pt x="785243" y="542021"/>
                  </a:lnTo>
                  <a:lnTo>
                    <a:pt x="787097" y="539060"/>
                  </a:lnTo>
                  <a:lnTo>
                    <a:pt x="789114" y="535179"/>
                  </a:lnTo>
                  <a:lnTo>
                    <a:pt x="791686" y="532148"/>
                  </a:lnTo>
                  <a:lnTo>
                    <a:pt x="794814" y="529964"/>
                  </a:lnTo>
                  <a:lnTo>
                    <a:pt x="797108" y="528850"/>
                  </a:lnTo>
                  <a:lnTo>
                    <a:pt x="798570" y="528801"/>
                  </a:lnTo>
                  <a:lnTo>
                    <a:pt x="798644" y="528434"/>
                  </a:lnTo>
                  <a:lnTo>
                    <a:pt x="797331" y="527749"/>
                  </a:lnTo>
                  <a:lnTo>
                    <a:pt x="796249" y="527615"/>
                  </a:lnTo>
                  <a:lnTo>
                    <a:pt x="794902" y="528112"/>
                  </a:lnTo>
                  <a:lnTo>
                    <a:pt x="794486" y="526929"/>
                  </a:lnTo>
                  <a:lnTo>
                    <a:pt x="794531" y="526414"/>
                  </a:lnTo>
                  <a:lnTo>
                    <a:pt x="794975" y="525535"/>
                  </a:lnTo>
                  <a:lnTo>
                    <a:pt x="796108" y="524752"/>
                  </a:lnTo>
                  <a:lnTo>
                    <a:pt x="801656" y="525847"/>
                  </a:lnTo>
                  <a:lnTo>
                    <a:pt x="803568" y="526685"/>
                  </a:lnTo>
                  <a:lnTo>
                    <a:pt x="805656" y="533729"/>
                  </a:lnTo>
                  <a:lnTo>
                    <a:pt x="806136" y="535994"/>
                  </a:lnTo>
                  <a:lnTo>
                    <a:pt x="806271" y="537645"/>
                  </a:lnTo>
                  <a:lnTo>
                    <a:pt x="806059" y="538678"/>
                  </a:lnTo>
                  <a:lnTo>
                    <a:pt x="805222" y="539902"/>
                  </a:lnTo>
                  <a:lnTo>
                    <a:pt x="802863" y="542336"/>
                  </a:lnTo>
                  <a:lnTo>
                    <a:pt x="802530" y="542976"/>
                  </a:lnTo>
                  <a:lnTo>
                    <a:pt x="802498" y="543317"/>
                  </a:lnTo>
                  <a:lnTo>
                    <a:pt x="803528" y="543809"/>
                  </a:lnTo>
                  <a:lnTo>
                    <a:pt x="803856" y="544480"/>
                  </a:lnTo>
                  <a:lnTo>
                    <a:pt x="804379" y="547182"/>
                  </a:lnTo>
                  <a:lnTo>
                    <a:pt x="805440" y="545426"/>
                  </a:lnTo>
                  <a:lnTo>
                    <a:pt x="807451" y="541168"/>
                  </a:lnTo>
                  <a:lnTo>
                    <a:pt x="809098" y="539193"/>
                  </a:lnTo>
                  <a:lnTo>
                    <a:pt x="810485" y="538655"/>
                  </a:lnTo>
                  <a:lnTo>
                    <a:pt x="812141" y="538395"/>
                  </a:lnTo>
                  <a:lnTo>
                    <a:pt x="812712" y="538437"/>
                  </a:lnTo>
                  <a:lnTo>
                    <a:pt x="812910" y="539818"/>
                  </a:lnTo>
                  <a:lnTo>
                    <a:pt x="813779" y="542591"/>
                  </a:lnTo>
                  <a:lnTo>
                    <a:pt x="814584" y="543311"/>
                  </a:lnTo>
                  <a:lnTo>
                    <a:pt x="816123" y="543680"/>
                  </a:lnTo>
                  <a:lnTo>
                    <a:pt x="817508" y="547122"/>
                  </a:lnTo>
                  <a:lnTo>
                    <a:pt x="818035" y="549495"/>
                  </a:lnTo>
                  <a:lnTo>
                    <a:pt x="818534" y="550881"/>
                  </a:lnTo>
                  <a:lnTo>
                    <a:pt x="818495" y="551817"/>
                  </a:lnTo>
                  <a:lnTo>
                    <a:pt x="818578" y="552597"/>
                  </a:lnTo>
                  <a:lnTo>
                    <a:pt x="818942" y="553782"/>
                  </a:lnTo>
                  <a:lnTo>
                    <a:pt x="819124" y="554780"/>
                  </a:lnTo>
                  <a:lnTo>
                    <a:pt x="819026" y="557064"/>
                  </a:lnTo>
                  <a:lnTo>
                    <a:pt x="818217" y="561030"/>
                  </a:lnTo>
                  <a:lnTo>
                    <a:pt x="818817" y="564636"/>
                  </a:lnTo>
                  <a:lnTo>
                    <a:pt x="818548" y="566262"/>
                  </a:lnTo>
                  <a:lnTo>
                    <a:pt x="818407" y="568853"/>
                  </a:lnTo>
                  <a:lnTo>
                    <a:pt x="818925" y="570583"/>
                  </a:lnTo>
                  <a:lnTo>
                    <a:pt x="819077" y="571587"/>
                  </a:lnTo>
                  <a:lnTo>
                    <a:pt x="818639" y="572173"/>
                  </a:lnTo>
                  <a:lnTo>
                    <a:pt x="815576" y="573609"/>
                  </a:lnTo>
                  <a:lnTo>
                    <a:pt x="814371" y="573638"/>
                  </a:lnTo>
                  <a:lnTo>
                    <a:pt x="814058" y="574502"/>
                  </a:lnTo>
                  <a:lnTo>
                    <a:pt x="814986" y="574754"/>
                  </a:lnTo>
                  <a:lnTo>
                    <a:pt x="816676" y="574713"/>
                  </a:lnTo>
                  <a:lnTo>
                    <a:pt x="818718" y="575593"/>
                  </a:lnTo>
                  <a:lnTo>
                    <a:pt x="819619" y="576570"/>
                  </a:lnTo>
                  <a:lnTo>
                    <a:pt x="820009" y="577937"/>
                  </a:lnTo>
                  <a:lnTo>
                    <a:pt x="819910" y="579024"/>
                  </a:lnTo>
                  <a:lnTo>
                    <a:pt x="819324" y="579829"/>
                  </a:lnTo>
                  <a:lnTo>
                    <a:pt x="818175" y="579672"/>
                  </a:lnTo>
                  <a:lnTo>
                    <a:pt x="817069" y="578936"/>
                  </a:lnTo>
                  <a:lnTo>
                    <a:pt x="817137" y="579647"/>
                  </a:lnTo>
                  <a:lnTo>
                    <a:pt x="818781" y="581420"/>
                  </a:lnTo>
                  <a:lnTo>
                    <a:pt x="819263" y="582321"/>
                  </a:lnTo>
                  <a:lnTo>
                    <a:pt x="820152" y="583453"/>
                  </a:lnTo>
                  <a:lnTo>
                    <a:pt x="820327" y="584974"/>
                  </a:lnTo>
                  <a:lnTo>
                    <a:pt x="820112" y="586521"/>
                  </a:lnTo>
                  <a:lnTo>
                    <a:pt x="817014" y="592682"/>
                  </a:lnTo>
                  <a:lnTo>
                    <a:pt x="814465" y="596589"/>
                  </a:lnTo>
                  <a:lnTo>
                    <a:pt x="811908" y="600018"/>
                  </a:lnTo>
                  <a:lnTo>
                    <a:pt x="807799" y="606618"/>
                  </a:lnTo>
                  <a:lnTo>
                    <a:pt x="807393" y="606940"/>
                  </a:lnTo>
                  <a:lnTo>
                    <a:pt x="806649" y="607065"/>
                  </a:lnTo>
                  <a:lnTo>
                    <a:pt x="804692" y="606009"/>
                  </a:lnTo>
                  <a:lnTo>
                    <a:pt x="803130" y="606280"/>
                  </a:lnTo>
                  <a:lnTo>
                    <a:pt x="800170" y="607556"/>
                  </a:lnTo>
                  <a:lnTo>
                    <a:pt x="799360" y="608336"/>
                  </a:lnTo>
                  <a:lnTo>
                    <a:pt x="797737" y="610625"/>
                  </a:lnTo>
                  <a:lnTo>
                    <a:pt x="797095" y="610952"/>
                  </a:lnTo>
                  <a:lnTo>
                    <a:pt x="795354" y="611418"/>
                  </a:lnTo>
                  <a:lnTo>
                    <a:pt x="793702" y="611102"/>
                  </a:lnTo>
                  <a:lnTo>
                    <a:pt x="793048" y="611422"/>
                  </a:lnTo>
                  <a:lnTo>
                    <a:pt x="792251" y="612544"/>
                  </a:lnTo>
                  <a:lnTo>
                    <a:pt x="792045" y="613137"/>
                  </a:lnTo>
                  <a:lnTo>
                    <a:pt x="791825" y="615069"/>
                  </a:lnTo>
                  <a:lnTo>
                    <a:pt x="787813" y="623714"/>
                  </a:lnTo>
                  <a:lnTo>
                    <a:pt x="786751" y="626646"/>
                  </a:lnTo>
                  <a:lnTo>
                    <a:pt x="784707" y="629732"/>
                  </a:lnTo>
                  <a:lnTo>
                    <a:pt x="782458" y="635150"/>
                  </a:lnTo>
                  <a:lnTo>
                    <a:pt x="780502" y="637331"/>
                  </a:lnTo>
                  <a:lnTo>
                    <a:pt x="779820" y="640341"/>
                  </a:lnTo>
                  <a:lnTo>
                    <a:pt x="777956" y="642168"/>
                  </a:lnTo>
                  <a:lnTo>
                    <a:pt x="774516" y="642632"/>
                  </a:lnTo>
                  <a:lnTo>
                    <a:pt x="772880" y="643156"/>
                  </a:lnTo>
                  <a:lnTo>
                    <a:pt x="770967" y="642309"/>
                  </a:lnTo>
                  <a:lnTo>
                    <a:pt x="769534" y="643621"/>
                  </a:lnTo>
                  <a:lnTo>
                    <a:pt x="767376" y="644032"/>
                  </a:lnTo>
                  <a:lnTo>
                    <a:pt x="766328" y="643723"/>
                  </a:lnTo>
                  <a:lnTo>
                    <a:pt x="762145" y="646616"/>
                  </a:lnTo>
                  <a:lnTo>
                    <a:pt x="761083" y="643870"/>
                  </a:lnTo>
                  <a:lnTo>
                    <a:pt x="760273" y="642810"/>
                  </a:lnTo>
                  <a:lnTo>
                    <a:pt x="757911" y="642631"/>
                  </a:lnTo>
                  <a:lnTo>
                    <a:pt x="756023" y="641497"/>
                  </a:lnTo>
                  <a:lnTo>
                    <a:pt x="754300" y="641283"/>
                  </a:lnTo>
                  <a:lnTo>
                    <a:pt x="752622" y="640777"/>
                  </a:lnTo>
                  <a:lnTo>
                    <a:pt x="751518" y="640783"/>
                  </a:lnTo>
                  <a:lnTo>
                    <a:pt x="750369" y="641081"/>
                  </a:lnTo>
                  <a:lnTo>
                    <a:pt x="748582" y="641009"/>
                  </a:lnTo>
                  <a:lnTo>
                    <a:pt x="747592" y="642523"/>
                  </a:lnTo>
                  <a:lnTo>
                    <a:pt x="744246" y="642061"/>
                  </a:lnTo>
                  <a:lnTo>
                    <a:pt x="742834" y="640689"/>
                  </a:lnTo>
                  <a:lnTo>
                    <a:pt x="741676" y="640402"/>
                  </a:lnTo>
                  <a:lnTo>
                    <a:pt x="740120" y="640709"/>
                  </a:lnTo>
                  <a:lnTo>
                    <a:pt x="738634" y="641729"/>
                  </a:lnTo>
                  <a:lnTo>
                    <a:pt x="735380" y="640562"/>
                  </a:lnTo>
                  <a:lnTo>
                    <a:pt x="731929" y="641550"/>
                  </a:lnTo>
                  <a:lnTo>
                    <a:pt x="728920" y="640888"/>
                  </a:lnTo>
                  <a:lnTo>
                    <a:pt x="728077" y="640234"/>
                  </a:lnTo>
                  <a:lnTo>
                    <a:pt x="723329" y="642029"/>
                  </a:lnTo>
                  <a:lnTo>
                    <a:pt x="721474" y="640999"/>
                  </a:lnTo>
                  <a:lnTo>
                    <a:pt x="719838" y="643750"/>
                  </a:lnTo>
                  <a:lnTo>
                    <a:pt x="718717" y="643179"/>
                  </a:lnTo>
                  <a:lnTo>
                    <a:pt x="717499" y="643584"/>
                  </a:lnTo>
                  <a:lnTo>
                    <a:pt x="717093" y="643064"/>
                  </a:lnTo>
                  <a:lnTo>
                    <a:pt x="716282" y="643430"/>
                  </a:lnTo>
                  <a:lnTo>
                    <a:pt x="715757" y="644928"/>
                  </a:lnTo>
                  <a:lnTo>
                    <a:pt x="715068" y="645098"/>
                  </a:lnTo>
                  <a:lnTo>
                    <a:pt x="713923" y="647754"/>
                  </a:lnTo>
                  <a:lnTo>
                    <a:pt x="711997" y="649877"/>
                  </a:lnTo>
                  <a:lnTo>
                    <a:pt x="709178" y="661458"/>
                  </a:lnTo>
                  <a:lnTo>
                    <a:pt x="708914" y="665908"/>
                  </a:lnTo>
                  <a:lnTo>
                    <a:pt x="707855" y="668944"/>
                  </a:lnTo>
                  <a:lnTo>
                    <a:pt x="706920" y="669352"/>
                  </a:lnTo>
                  <a:lnTo>
                    <a:pt x="706151" y="669421"/>
                  </a:lnTo>
                  <a:lnTo>
                    <a:pt x="701277" y="671652"/>
                  </a:lnTo>
                  <a:lnTo>
                    <a:pt x="699107" y="673413"/>
                  </a:lnTo>
                  <a:lnTo>
                    <a:pt x="699697" y="674817"/>
                  </a:lnTo>
                  <a:lnTo>
                    <a:pt x="698986" y="675860"/>
                  </a:lnTo>
                  <a:lnTo>
                    <a:pt x="697834" y="676299"/>
                  </a:lnTo>
                  <a:lnTo>
                    <a:pt x="696589" y="677580"/>
                  </a:lnTo>
                  <a:lnTo>
                    <a:pt x="695782" y="679027"/>
                  </a:lnTo>
                  <a:lnTo>
                    <a:pt x="695386" y="681027"/>
                  </a:lnTo>
                  <a:lnTo>
                    <a:pt x="692886" y="684294"/>
                  </a:lnTo>
                  <a:lnTo>
                    <a:pt x="689986" y="691838"/>
                  </a:lnTo>
                  <a:lnTo>
                    <a:pt x="688600" y="697370"/>
                  </a:lnTo>
                  <a:lnTo>
                    <a:pt x="686916" y="701378"/>
                  </a:lnTo>
                  <a:lnTo>
                    <a:pt x="685726" y="702903"/>
                  </a:lnTo>
                  <a:lnTo>
                    <a:pt x="684879" y="703140"/>
                  </a:lnTo>
                  <a:lnTo>
                    <a:pt x="684016" y="702661"/>
                  </a:lnTo>
                  <a:lnTo>
                    <a:pt x="682581" y="700782"/>
                  </a:lnTo>
                  <a:lnTo>
                    <a:pt x="681527" y="700575"/>
                  </a:lnTo>
                  <a:lnTo>
                    <a:pt x="678902" y="697959"/>
                  </a:lnTo>
                  <a:lnTo>
                    <a:pt x="672801" y="695326"/>
                  </a:lnTo>
                  <a:lnTo>
                    <a:pt x="673721" y="696310"/>
                  </a:lnTo>
                  <a:lnTo>
                    <a:pt x="674527" y="697933"/>
                  </a:lnTo>
                  <a:lnTo>
                    <a:pt x="676139" y="698351"/>
                  </a:lnTo>
                  <a:lnTo>
                    <a:pt x="677778" y="698318"/>
                  </a:lnTo>
                  <a:lnTo>
                    <a:pt x="681194" y="701592"/>
                  </a:lnTo>
                  <a:lnTo>
                    <a:pt x="682867" y="702709"/>
                  </a:lnTo>
                  <a:lnTo>
                    <a:pt x="683883" y="703698"/>
                  </a:lnTo>
                  <a:lnTo>
                    <a:pt x="684754" y="705890"/>
                  </a:lnTo>
                  <a:lnTo>
                    <a:pt x="684130" y="710190"/>
                  </a:lnTo>
                  <a:lnTo>
                    <a:pt x="683498" y="713746"/>
                  </a:lnTo>
                  <a:lnTo>
                    <a:pt x="682644" y="716474"/>
                  </a:lnTo>
                  <a:lnTo>
                    <a:pt x="679705" y="723474"/>
                  </a:lnTo>
                  <a:lnTo>
                    <a:pt x="678283" y="725825"/>
                  </a:lnTo>
                  <a:lnTo>
                    <a:pt x="675805" y="734207"/>
                  </a:lnTo>
                  <a:lnTo>
                    <a:pt x="673239" y="738140"/>
                  </a:lnTo>
                  <a:lnTo>
                    <a:pt x="671865" y="740555"/>
                  </a:lnTo>
                  <a:lnTo>
                    <a:pt x="670403" y="744367"/>
                  </a:lnTo>
                  <a:lnTo>
                    <a:pt x="666971" y="747250"/>
                  </a:lnTo>
                  <a:lnTo>
                    <a:pt x="665697" y="747983"/>
                  </a:lnTo>
                  <a:lnTo>
                    <a:pt x="664521" y="747592"/>
                  </a:lnTo>
                  <a:lnTo>
                    <a:pt x="663090" y="749938"/>
                  </a:lnTo>
                  <a:lnTo>
                    <a:pt x="661396" y="751372"/>
                  </a:lnTo>
                  <a:lnTo>
                    <a:pt x="660896" y="753554"/>
                  </a:lnTo>
                  <a:lnTo>
                    <a:pt x="656825" y="759397"/>
                  </a:lnTo>
                  <a:lnTo>
                    <a:pt x="655262" y="760133"/>
                  </a:lnTo>
                  <a:lnTo>
                    <a:pt x="653932" y="761690"/>
                  </a:lnTo>
                  <a:lnTo>
                    <a:pt x="653539" y="764333"/>
                  </a:lnTo>
                  <a:lnTo>
                    <a:pt x="652352" y="765927"/>
                  </a:lnTo>
                  <a:lnTo>
                    <a:pt x="652022" y="767148"/>
                  </a:lnTo>
                  <a:lnTo>
                    <a:pt x="651024" y="770846"/>
                  </a:lnTo>
                  <a:lnTo>
                    <a:pt x="649167" y="775622"/>
                  </a:lnTo>
                  <a:lnTo>
                    <a:pt x="646906" y="776421"/>
                  </a:lnTo>
                  <a:lnTo>
                    <a:pt x="646079" y="778083"/>
                  </a:lnTo>
                  <a:lnTo>
                    <a:pt x="645122" y="780765"/>
                  </a:lnTo>
                  <a:lnTo>
                    <a:pt x="643772" y="782606"/>
                  </a:lnTo>
                  <a:lnTo>
                    <a:pt x="641107" y="781744"/>
                  </a:lnTo>
                  <a:lnTo>
                    <a:pt x="641755" y="782872"/>
                  </a:lnTo>
                  <a:lnTo>
                    <a:pt x="644140" y="784631"/>
                  </a:lnTo>
                  <a:lnTo>
                    <a:pt x="644387" y="787238"/>
                  </a:lnTo>
                  <a:lnTo>
                    <a:pt x="643193" y="787861"/>
                  </a:lnTo>
                  <a:lnTo>
                    <a:pt x="640691" y="79133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1889378" y="1471410"/>
              <a:ext cx="4798" cy="7745"/>
            </a:xfrm>
            <a:custGeom>
              <a:avLst/>
              <a:pathLst>
                <a:path w="4798" h="7745">
                  <a:moveTo>
                    <a:pt x="3031" y="7452"/>
                  </a:moveTo>
                  <a:lnTo>
                    <a:pt x="1479" y="7745"/>
                  </a:lnTo>
                  <a:lnTo>
                    <a:pt x="46" y="5670"/>
                  </a:lnTo>
                  <a:lnTo>
                    <a:pt x="0" y="3735"/>
                  </a:lnTo>
                  <a:lnTo>
                    <a:pt x="95" y="2669"/>
                  </a:lnTo>
                  <a:lnTo>
                    <a:pt x="273" y="1732"/>
                  </a:lnTo>
                  <a:lnTo>
                    <a:pt x="794" y="932"/>
                  </a:lnTo>
                  <a:lnTo>
                    <a:pt x="2261" y="0"/>
                  </a:lnTo>
                  <a:lnTo>
                    <a:pt x="2927" y="689"/>
                  </a:lnTo>
                  <a:lnTo>
                    <a:pt x="3171" y="1522"/>
                  </a:lnTo>
                  <a:lnTo>
                    <a:pt x="3395" y="1848"/>
                  </a:lnTo>
                  <a:lnTo>
                    <a:pt x="4342" y="2568"/>
                  </a:lnTo>
                  <a:lnTo>
                    <a:pt x="4798" y="3397"/>
                  </a:lnTo>
                  <a:lnTo>
                    <a:pt x="4750" y="4351"/>
                  </a:lnTo>
                  <a:lnTo>
                    <a:pt x="4443" y="5803"/>
                  </a:lnTo>
                  <a:lnTo>
                    <a:pt x="4105" y="6733"/>
                  </a:lnTo>
                  <a:lnTo>
                    <a:pt x="3734" y="714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1678876" y="1465978"/>
              <a:ext cx="173892" cy="144659"/>
            </a:xfrm>
            <a:custGeom>
              <a:avLst/>
              <a:pathLst>
                <a:path w="173892" h="144659">
                  <a:moveTo>
                    <a:pt x="42994" y="23040"/>
                  </a:moveTo>
                  <a:lnTo>
                    <a:pt x="43604" y="23411"/>
                  </a:lnTo>
                  <a:lnTo>
                    <a:pt x="44716" y="23103"/>
                  </a:lnTo>
                  <a:lnTo>
                    <a:pt x="46331" y="22120"/>
                  </a:lnTo>
                  <a:lnTo>
                    <a:pt x="48413" y="21310"/>
                  </a:lnTo>
                  <a:lnTo>
                    <a:pt x="50965" y="20679"/>
                  </a:lnTo>
                  <a:lnTo>
                    <a:pt x="51640" y="21447"/>
                  </a:lnTo>
                  <a:lnTo>
                    <a:pt x="52064" y="21291"/>
                  </a:lnTo>
                  <a:lnTo>
                    <a:pt x="52814" y="20040"/>
                  </a:lnTo>
                  <a:lnTo>
                    <a:pt x="52948" y="19218"/>
                  </a:lnTo>
                  <a:lnTo>
                    <a:pt x="52854" y="18290"/>
                  </a:lnTo>
                  <a:lnTo>
                    <a:pt x="52897" y="16269"/>
                  </a:lnTo>
                  <a:lnTo>
                    <a:pt x="53297" y="15052"/>
                  </a:lnTo>
                  <a:lnTo>
                    <a:pt x="54811" y="12495"/>
                  </a:lnTo>
                  <a:lnTo>
                    <a:pt x="55622" y="11572"/>
                  </a:lnTo>
                  <a:lnTo>
                    <a:pt x="56915" y="11151"/>
                  </a:lnTo>
                  <a:lnTo>
                    <a:pt x="59990" y="11424"/>
                  </a:lnTo>
                  <a:lnTo>
                    <a:pt x="62873" y="12884"/>
                  </a:lnTo>
                  <a:lnTo>
                    <a:pt x="66773" y="14320"/>
                  </a:lnTo>
                  <a:lnTo>
                    <a:pt x="72470" y="17928"/>
                  </a:lnTo>
                  <a:lnTo>
                    <a:pt x="74256" y="19470"/>
                  </a:lnTo>
                  <a:lnTo>
                    <a:pt x="74442" y="20805"/>
                  </a:lnTo>
                  <a:lnTo>
                    <a:pt x="73431" y="23655"/>
                  </a:lnTo>
                  <a:lnTo>
                    <a:pt x="70976" y="27689"/>
                  </a:lnTo>
                  <a:lnTo>
                    <a:pt x="69004" y="29145"/>
                  </a:lnTo>
                  <a:lnTo>
                    <a:pt x="68243" y="30038"/>
                  </a:lnTo>
                  <a:lnTo>
                    <a:pt x="69527" y="30654"/>
                  </a:lnTo>
                  <a:lnTo>
                    <a:pt x="70359" y="31691"/>
                  </a:lnTo>
                  <a:lnTo>
                    <a:pt x="71623" y="30191"/>
                  </a:lnTo>
                  <a:lnTo>
                    <a:pt x="72548" y="28513"/>
                  </a:lnTo>
                  <a:lnTo>
                    <a:pt x="73857" y="27120"/>
                  </a:lnTo>
                  <a:lnTo>
                    <a:pt x="74303" y="26996"/>
                  </a:lnTo>
                  <a:lnTo>
                    <a:pt x="74412" y="27291"/>
                  </a:lnTo>
                  <a:lnTo>
                    <a:pt x="74184" y="28006"/>
                  </a:lnTo>
                  <a:lnTo>
                    <a:pt x="74087" y="28707"/>
                  </a:lnTo>
                  <a:lnTo>
                    <a:pt x="74121" y="29391"/>
                  </a:lnTo>
                  <a:lnTo>
                    <a:pt x="74272" y="29808"/>
                  </a:lnTo>
                  <a:lnTo>
                    <a:pt x="75074" y="30022"/>
                  </a:lnTo>
                  <a:lnTo>
                    <a:pt x="75504" y="29765"/>
                  </a:lnTo>
                  <a:lnTo>
                    <a:pt x="77243" y="27796"/>
                  </a:lnTo>
                  <a:lnTo>
                    <a:pt x="78949" y="24785"/>
                  </a:lnTo>
                  <a:lnTo>
                    <a:pt x="81535" y="22839"/>
                  </a:lnTo>
                  <a:lnTo>
                    <a:pt x="82239" y="21845"/>
                  </a:lnTo>
                  <a:lnTo>
                    <a:pt x="84490" y="21020"/>
                  </a:lnTo>
                  <a:lnTo>
                    <a:pt x="84463" y="20436"/>
                  </a:lnTo>
                  <a:lnTo>
                    <a:pt x="84567" y="18136"/>
                  </a:lnTo>
                  <a:lnTo>
                    <a:pt x="83779" y="17156"/>
                  </a:lnTo>
                  <a:lnTo>
                    <a:pt x="81140" y="15106"/>
                  </a:lnTo>
                  <a:lnTo>
                    <a:pt x="79835" y="12650"/>
                  </a:lnTo>
                  <a:lnTo>
                    <a:pt x="80109" y="10769"/>
                  </a:lnTo>
                  <a:lnTo>
                    <a:pt x="81566" y="11043"/>
                  </a:lnTo>
                  <a:lnTo>
                    <a:pt x="85553" y="11243"/>
                  </a:lnTo>
                  <a:lnTo>
                    <a:pt x="86381" y="11495"/>
                  </a:lnTo>
                  <a:lnTo>
                    <a:pt x="90212" y="14685"/>
                  </a:lnTo>
                  <a:lnTo>
                    <a:pt x="91566" y="16671"/>
                  </a:lnTo>
                  <a:lnTo>
                    <a:pt x="92643" y="17658"/>
                  </a:lnTo>
                  <a:lnTo>
                    <a:pt x="94904" y="19096"/>
                  </a:lnTo>
                  <a:lnTo>
                    <a:pt x="95662" y="20264"/>
                  </a:lnTo>
                  <a:lnTo>
                    <a:pt x="96197" y="20739"/>
                  </a:lnTo>
                  <a:lnTo>
                    <a:pt x="96382" y="21232"/>
                  </a:lnTo>
                  <a:lnTo>
                    <a:pt x="96216" y="21743"/>
                  </a:lnTo>
                  <a:lnTo>
                    <a:pt x="96130" y="22949"/>
                  </a:lnTo>
                  <a:lnTo>
                    <a:pt x="96549" y="23337"/>
                  </a:lnTo>
                  <a:lnTo>
                    <a:pt x="98019" y="23790"/>
                  </a:lnTo>
                  <a:lnTo>
                    <a:pt x="98432" y="24276"/>
                  </a:lnTo>
                  <a:lnTo>
                    <a:pt x="98977" y="25807"/>
                  </a:lnTo>
                  <a:lnTo>
                    <a:pt x="99655" y="28386"/>
                  </a:lnTo>
                  <a:lnTo>
                    <a:pt x="100245" y="31183"/>
                  </a:lnTo>
                  <a:lnTo>
                    <a:pt x="101175" y="36460"/>
                  </a:lnTo>
                  <a:lnTo>
                    <a:pt x="103032" y="43504"/>
                  </a:lnTo>
                  <a:lnTo>
                    <a:pt x="103667" y="47913"/>
                  </a:lnTo>
                  <a:lnTo>
                    <a:pt x="103880" y="48722"/>
                  </a:lnTo>
                  <a:lnTo>
                    <a:pt x="104299" y="49279"/>
                  </a:lnTo>
                  <a:lnTo>
                    <a:pt x="105490" y="50090"/>
                  </a:lnTo>
                  <a:lnTo>
                    <a:pt x="106408" y="51237"/>
                  </a:lnTo>
                  <a:lnTo>
                    <a:pt x="107489" y="51606"/>
                  </a:lnTo>
                  <a:lnTo>
                    <a:pt x="107752" y="51502"/>
                  </a:lnTo>
                  <a:lnTo>
                    <a:pt x="108021" y="50517"/>
                  </a:lnTo>
                  <a:lnTo>
                    <a:pt x="108696" y="48949"/>
                  </a:lnTo>
                  <a:lnTo>
                    <a:pt x="111968" y="45901"/>
                  </a:lnTo>
                  <a:lnTo>
                    <a:pt x="112138" y="45428"/>
                  </a:lnTo>
                  <a:lnTo>
                    <a:pt x="111752" y="44727"/>
                  </a:lnTo>
                  <a:lnTo>
                    <a:pt x="111633" y="44250"/>
                  </a:lnTo>
                  <a:lnTo>
                    <a:pt x="111680" y="43927"/>
                  </a:lnTo>
                  <a:lnTo>
                    <a:pt x="112362" y="43672"/>
                  </a:lnTo>
                  <a:lnTo>
                    <a:pt x="110087" y="39811"/>
                  </a:lnTo>
                  <a:lnTo>
                    <a:pt x="108614" y="36148"/>
                  </a:lnTo>
                  <a:lnTo>
                    <a:pt x="107670" y="31618"/>
                  </a:lnTo>
                  <a:lnTo>
                    <a:pt x="107526" y="30293"/>
                  </a:lnTo>
                  <a:lnTo>
                    <a:pt x="107384" y="27477"/>
                  </a:lnTo>
                  <a:lnTo>
                    <a:pt x="107078" y="26737"/>
                  </a:lnTo>
                  <a:lnTo>
                    <a:pt x="106557" y="26058"/>
                  </a:lnTo>
                  <a:lnTo>
                    <a:pt x="106339" y="25183"/>
                  </a:lnTo>
                  <a:lnTo>
                    <a:pt x="106423" y="24112"/>
                  </a:lnTo>
                  <a:lnTo>
                    <a:pt x="106321" y="23193"/>
                  </a:lnTo>
                  <a:lnTo>
                    <a:pt x="105717" y="21274"/>
                  </a:lnTo>
                  <a:lnTo>
                    <a:pt x="103399" y="7885"/>
                  </a:lnTo>
                  <a:lnTo>
                    <a:pt x="103408" y="6582"/>
                  </a:lnTo>
                  <a:lnTo>
                    <a:pt x="103727" y="5602"/>
                  </a:lnTo>
                  <a:lnTo>
                    <a:pt x="104552" y="5041"/>
                  </a:lnTo>
                  <a:lnTo>
                    <a:pt x="105883" y="4902"/>
                  </a:lnTo>
                  <a:lnTo>
                    <a:pt x="106303" y="4595"/>
                  </a:lnTo>
                  <a:lnTo>
                    <a:pt x="105814" y="4123"/>
                  </a:lnTo>
                  <a:lnTo>
                    <a:pt x="104945" y="2696"/>
                  </a:lnTo>
                  <a:lnTo>
                    <a:pt x="104830" y="2037"/>
                  </a:lnTo>
                  <a:lnTo>
                    <a:pt x="105410" y="706"/>
                  </a:lnTo>
                  <a:lnTo>
                    <a:pt x="108381" y="1288"/>
                  </a:lnTo>
                  <a:lnTo>
                    <a:pt x="110532" y="2490"/>
                  </a:lnTo>
                  <a:lnTo>
                    <a:pt x="114212" y="5334"/>
                  </a:lnTo>
                  <a:lnTo>
                    <a:pt x="114588" y="5178"/>
                  </a:lnTo>
                  <a:lnTo>
                    <a:pt x="114991" y="3763"/>
                  </a:lnTo>
                  <a:lnTo>
                    <a:pt x="115777" y="2855"/>
                  </a:lnTo>
                  <a:lnTo>
                    <a:pt x="116953" y="3154"/>
                  </a:lnTo>
                  <a:lnTo>
                    <a:pt x="120282" y="5214"/>
                  </a:lnTo>
                  <a:lnTo>
                    <a:pt x="124132" y="8886"/>
                  </a:lnTo>
                  <a:lnTo>
                    <a:pt x="126718" y="10697"/>
                  </a:lnTo>
                  <a:lnTo>
                    <a:pt x="128530" y="13154"/>
                  </a:lnTo>
                  <a:lnTo>
                    <a:pt x="129763" y="15474"/>
                  </a:lnTo>
                  <a:lnTo>
                    <a:pt x="130540" y="17266"/>
                  </a:lnTo>
                  <a:lnTo>
                    <a:pt x="130573" y="17966"/>
                  </a:lnTo>
                  <a:lnTo>
                    <a:pt x="130396" y="18683"/>
                  </a:lnTo>
                  <a:lnTo>
                    <a:pt x="130579" y="19618"/>
                  </a:lnTo>
                  <a:lnTo>
                    <a:pt x="131122" y="20770"/>
                  </a:lnTo>
                  <a:lnTo>
                    <a:pt x="131424" y="21802"/>
                  </a:lnTo>
                  <a:lnTo>
                    <a:pt x="131670" y="24000"/>
                  </a:lnTo>
                  <a:lnTo>
                    <a:pt x="132157" y="26862"/>
                  </a:lnTo>
                  <a:lnTo>
                    <a:pt x="132280" y="28295"/>
                  </a:lnTo>
                  <a:lnTo>
                    <a:pt x="135701" y="41152"/>
                  </a:lnTo>
                  <a:lnTo>
                    <a:pt x="136354" y="43421"/>
                  </a:lnTo>
                  <a:lnTo>
                    <a:pt x="136771" y="44473"/>
                  </a:lnTo>
                  <a:lnTo>
                    <a:pt x="139162" y="49448"/>
                  </a:lnTo>
                  <a:lnTo>
                    <a:pt x="140434" y="53061"/>
                  </a:lnTo>
                  <a:lnTo>
                    <a:pt x="140557" y="55479"/>
                  </a:lnTo>
                  <a:lnTo>
                    <a:pt x="140728" y="56172"/>
                  </a:lnTo>
                  <a:lnTo>
                    <a:pt x="140784" y="57285"/>
                  </a:lnTo>
                  <a:lnTo>
                    <a:pt x="140724" y="58819"/>
                  </a:lnTo>
                  <a:lnTo>
                    <a:pt x="140444" y="60135"/>
                  </a:lnTo>
                  <a:lnTo>
                    <a:pt x="139945" y="61236"/>
                  </a:lnTo>
                  <a:lnTo>
                    <a:pt x="139462" y="62784"/>
                  </a:lnTo>
                  <a:lnTo>
                    <a:pt x="138731" y="66196"/>
                  </a:lnTo>
                  <a:lnTo>
                    <a:pt x="138669" y="67035"/>
                  </a:lnTo>
                  <a:lnTo>
                    <a:pt x="139195" y="68210"/>
                  </a:lnTo>
                  <a:lnTo>
                    <a:pt x="142540" y="72260"/>
                  </a:lnTo>
                  <a:lnTo>
                    <a:pt x="144592" y="77123"/>
                  </a:lnTo>
                  <a:lnTo>
                    <a:pt x="145553" y="77976"/>
                  </a:lnTo>
                  <a:lnTo>
                    <a:pt x="148138" y="81017"/>
                  </a:lnTo>
                  <a:lnTo>
                    <a:pt x="150925" y="82743"/>
                  </a:lnTo>
                  <a:lnTo>
                    <a:pt x="151863" y="83486"/>
                  </a:lnTo>
                  <a:lnTo>
                    <a:pt x="152749" y="84581"/>
                  </a:lnTo>
                  <a:lnTo>
                    <a:pt x="153016" y="84623"/>
                  </a:lnTo>
                  <a:lnTo>
                    <a:pt x="153554" y="84416"/>
                  </a:lnTo>
                  <a:lnTo>
                    <a:pt x="153708" y="84118"/>
                  </a:lnTo>
                  <a:lnTo>
                    <a:pt x="153746" y="83673"/>
                  </a:lnTo>
                  <a:lnTo>
                    <a:pt x="152962" y="81365"/>
                  </a:lnTo>
                  <a:lnTo>
                    <a:pt x="152907" y="80460"/>
                  </a:lnTo>
                  <a:lnTo>
                    <a:pt x="153282" y="80301"/>
                  </a:lnTo>
                  <a:lnTo>
                    <a:pt x="156157" y="84237"/>
                  </a:lnTo>
                  <a:lnTo>
                    <a:pt x="157708" y="85804"/>
                  </a:lnTo>
                  <a:lnTo>
                    <a:pt x="159827" y="87448"/>
                  </a:lnTo>
                  <a:lnTo>
                    <a:pt x="163469" y="91235"/>
                  </a:lnTo>
                  <a:lnTo>
                    <a:pt x="163975" y="91545"/>
                  </a:lnTo>
                  <a:lnTo>
                    <a:pt x="165946" y="91196"/>
                  </a:lnTo>
                  <a:lnTo>
                    <a:pt x="166483" y="91436"/>
                  </a:lnTo>
                  <a:lnTo>
                    <a:pt x="166821" y="91811"/>
                  </a:lnTo>
                  <a:lnTo>
                    <a:pt x="166959" y="92320"/>
                  </a:lnTo>
                  <a:lnTo>
                    <a:pt x="167040" y="94564"/>
                  </a:lnTo>
                  <a:lnTo>
                    <a:pt x="167579" y="95669"/>
                  </a:lnTo>
                  <a:lnTo>
                    <a:pt x="170686" y="95197"/>
                  </a:lnTo>
                  <a:lnTo>
                    <a:pt x="171557" y="95297"/>
                  </a:lnTo>
                  <a:lnTo>
                    <a:pt x="172113" y="95649"/>
                  </a:lnTo>
                  <a:lnTo>
                    <a:pt x="172575" y="96384"/>
                  </a:lnTo>
                  <a:lnTo>
                    <a:pt x="173242" y="98787"/>
                  </a:lnTo>
                  <a:lnTo>
                    <a:pt x="173859" y="103524"/>
                  </a:lnTo>
                  <a:lnTo>
                    <a:pt x="173892" y="105222"/>
                  </a:lnTo>
                  <a:lnTo>
                    <a:pt x="173609" y="108070"/>
                  </a:lnTo>
                  <a:lnTo>
                    <a:pt x="173155" y="109117"/>
                  </a:lnTo>
                  <a:lnTo>
                    <a:pt x="172565" y="109448"/>
                  </a:lnTo>
                  <a:lnTo>
                    <a:pt x="170907" y="109125"/>
                  </a:lnTo>
                  <a:lnTo>
                    <a:pt x="169743" y="108220"/>
                  </a:lnTo>
                  <a:lnTo>
                    <a:pt x="169139" y="107067"/>
                  </a:lnTo>
                  <a:lnTo>
                    <a:pt x="168595" y="104567"/>
                  </a:lnTo>
                  <a:lnTo>
                    <a:pt x="168334" y="104085"/>
                  </a:lnTo>
                  <a:lnTo>
                    <a:pt x="168098" y="104588"/>
                  </a:lnTo>
                  <a:lnTo>
                    <a:pt x="167553" y="106878"/>
                  </a:lnTo>
                  <a:lnTo>
                    <a:pt x="167193" y="107894"/>
                  </a:lnTo>
                  <a:lnTo>
                    <a:pt x="166759" y="108566"/>
                  </a:lnTo>
                  <a:lnTo>
                    <a:pt x="165933" y="108400"/>
                  </a:lnTo>
                  <a:lnTo>
                    <a:pt x="164715" y="107398"/>
                  </a:lnTo>
                  <a:lnTo>
                    <a:pt x="162430" y="104841"/>
                  </a:lnTo>
                  <a:lnTo>
                    <a:pt x="161621" y="104210"/>
                  </a:lnTo>
                  <a:lnTo>
                    <a:pt x="161119" y="104320"/>
                  </a:lnTo>
                  <a:lnTo>
                    <a:pt x="160025" y="105184"/>
                  </a:lnTo>
                  <a:lnTo>
                    <a:pt x="158339" y="106803"/>
                  </a:lnTo>
                  <a:lnTo>
                    <a:pt x="157643" y="107994"/>
                  </a:lnTo>
                  <a:lnTo>
                    <a:pt x="157938" y="108754"/>
                  </a:lnTo>
                  <a:lnTo>
                    <a:pt x="158133" y="109711"/>
                  </a:lnTo>
                  <a:lnTo>
                    <a:pt x="158230" y="110863"/>
                  </a:lnTo>
                  <a:lnTo>
                    <a:pt x="158172" y="111712"/>
                  </a:lnTo>
                  <a:lnTo>
                    <a:pt x="157958" y="112258"/>
                  </a:lnTo>
                  <a:lnTo>
                    <a:pt x="157401" y="112911"/>
                  </a:lnTo>
                  <a:lnTo>
                    <a:pt x="156223" y="113022"/>
                  </a:lnTo>
                  <a:lnTo>
                    <a:pt x="154529" y="112522"/>
                  </a:lnTo>
                  <a:lnTo>
                    <a:pt x="153189" y="111635"/>
                  </a:lnTo>
                  <a:lnTo>
                    <a:pt x="150843" y="109282"/>
                  </a:lnTo>
                  <a:lnTo>
                    <a:pt x="150304" y="108956"/>
                  </a:lnTo>
                  <a:lnTo>
                    <a:pt x="149578" y="109478"/>
                  </a:lnTo>
                  <a:lnTo>
                    <a:pt x="149289" y="110164"/>
                  </a:lnTo>
                  <a:lnTo>
                    <a:pt x="149739" y="111140"/>
                  </a:lnTo>
                  <a:lnTo>
                    <a:pt x="150931" y="112410"/>
                  </a:lnTo>
                  <a:lnTo>
                    <a:pt x="152389" y="114514"/>
                  </a:lnTo>
                  <a:lnTo>
                    <a:pt x="152779" y="114925"/>
                  </a:lnTo>
                  <a:lnTo>
                    <a:pt x="153155" y="114879"/>
                  </a:lnTo>
                  <a:lnTo>
                    <a:pt x="153288" y="115267"/>
                  </a:lnTo>
                  <a:lnTo>
                    <a:pt x="153452" y="116398"/>
                  </a:lnTo>
                  <a:lnTo>
                    <a:pt x="153376" y="118346"/>
                  </a:lnTo>
                  <a:lnTo>
                    <a:pt x="152675" y="122234"/>
                  </a:lnTo>
                  <a:lnTo>
                    <a:pt x="152602" y="123162"/>
                  </a:lnTo>
                  <a:lnTo>
                    <a:pt x="152890" y="122943"/>
                  </a:lnTo>
                  <a:lnTo>
                    <a:pt x="154873" y="119122"/>
                  </a:lnTo>
                  <a:lnTo>
                    <a:pt x="155898" y="118050"/>
                  </a:lnTo>
                  <a:lnTo>
                    <a:pt x="158118" y="116369"/>
                  </a:lnTo>
                  <a:lnTo>
                    <a:pt x="159077" y="115133"/>
                  </a:lnTo>
                  <a:lnTo>
                    <a:pt x="161916" y="114796"/>
                  </a:lnTo>
                  <a:lnTo>
                    <a:pt x="162930" y="115472"/>
                  </a:lnTo>
                  <a:lnTo>
                    <a:pt x="163581" y="116646"/>
                  </a:lnTo>
                  <a:lnTo>
                    <a:pt x="163607" y="117180"/>
                  </a:lnTo>
                  <a:lnTo>
                    <a:pt x="162863" y="118556"/>
                  </a:lnTo>
                  <a:lnTo>
                    <a:pt x="162729" y="119246"/>
                  </a:lnTo>
                  <a:lnTo>
                    <a:pt x="162690" y="120118"/>
                  </a:lnTo>
                  <a:lnTo>
                    <a:pt x="162756" y="120900"/>
                  </a:lnTo>
                  <a:lnTo>
                    <a:pt x="162929" y="121594"/>
                  </a:lnTo>
                  <a:lnTo>
                    <a:pt x="163439" y="122233"/>
                  </a:lnTo>
                  <a:lnTo>
                    <a:pt x="164342" y="121953"/>
                  </a:lnTo>
                  <a:lnTo>
                    <a:pt x="164594" y="122117"/>
                  </a:lnTo>
                  <a:lnTo>
                    <a:pt x="165078" y="122793"/>
                  </a:lnTo>
                  <a:lnTo>
                    <a:pt x="165398" y="123840"/>
                  </a:lnTo>
                  <a:lnTo>
                    <a:pt x="165412" y="125299"/>
                  </a:lnTo>
                  <a:lnTo>
                    <a:pt x="164745" y="128499"/>
                  </a:lnTo>
                  <a:lnTo>
                    <a:pt x="163559" y="129546"/>
                  </a:lnTo>
                  <a:lnTo>
                    <a:pt x="159922" y="131487"/>
                  </a:lnTo>
                  <a:lnTo>
                    <a:pt x="158676" y="132490"/>
                  </a:lnTo>
                  <a:lnTo>
                    <a:pt x="156274" y="133197"/>
                  </a:lnTo>
                  <a:lnTo>
                    <a:pt x="155346" y="134135"/>
                  </a:lnTo>
                  <a:lnTo>
                    <a:pt x="154767" y="134419"/>
                  </a:lnTo>
                  <a:lnTo>
                    <a:pt x="152198" y="134269"/>
                  </a:lnTo>
                  <a:lnTo>
                    <a:pt x="149257" y="134865"/>
                  </a:lnTo>
                  <a:lnTo>
                    <a:pt x="145871" y="133699"/>
                  </a:lnTo>
                  <a:lnTo>
                    <a:pt x="143497" y="133180"/>
                  </a:lnTo>
                  <a:lnTo>
                    <a:pt x="140754" y="131330"/>
                  </a:lnTo>
                  <a:lnTo>
                    <a:pt x="139721" y="131796"/>
                  </a:lnTo>
                  <a:lnTo>
                    <a:pt x="138651" y="132986"/>
                  </a:lnTo>
                  <a:lnTo>
                    <a:pt x="133513" y="131559"/>
                  </a:lnTo>
                  <a:lnTo>
                    <a:pt x="132903" y="130526"/>
                  </a:lnTo>
                  <a:lnTo>
                    <a:pt x="133105" y="129854"/>
                  </a:lnTo>
                  <a:lnTo>
                    <a:pt x="134323" y="127656"/>
                  </a:lnTo>
                  <a:lnTo>
                    <a:pt x="134400" y="127196"/>
                  </a:lnTo>
                  <a:lnTo>
                    <a:pt x="134342" y="126806"/>
                  </a:lnTo>
                  <a:lnTo>
                    <a:pt x="132009" y="126430"/>
                  </a:lnTo>
                  <a:lnTo>
                    <a:pt x="129407" y="125261"/>
                  </a:lnTo>
                  <a:lnTo>
                    <a:pt x="126792" y="124681"/>
                  </a:lnTo>
                  <a:lnTo>
                    <a:pt x="124836" y="124846"/>
                  </a:lnTo>
                  <a:lnTo>
                    <a:pt x="123563" y="124420"/>
                  </a:lnTo>
                  <a:lnTo>
                    <a:pt x="122320" y="123458"/>
                  </a:lnTo>
                  <a:lnTo>
                    <a:pt x="121637" y="122578"/>
                  </a:lnTo>
                  <a:lnTo>
                    <a:pt x="121514" y="121784"/>
                  </a:lnTo>
                  <a:lnTo>
                    <a:pt x="121497" y="120915"/>
                  </a:lnTo>
                  <a:lnTo>
                    <a:pt x="121608" y="119171"/>
                  </a:lnTo>
                  <a:lnTo>
                    <a:pt x="121443" y="117947"/>
                  </a:lnTo>
                  <a:lnTo>
                    <a:pt x="120880" y="116981"/>
                  </a:lnTo>
                  <a:lnTo>
                    <a:pt x="119728" y="116115"/>
                  </a:lnTo>
                  <a:lnTo>
                    <a:pt x="118581" y="116218"/>
                  </a:lnTo>
                  <a:lnTo>
                    <a:pt x="117611" y="117177"/>
                  </a:lnTo>
                  <a:lnTo>
                    <a:pt x="116690" y="118945"/>
                  </a:lnTo>
                  <a:lnTo>
                    <a:pt x="114982" y="123866"/>
                  </a:lnTo>
                  <a:lnTo>
                    <a:pt x="114126" y="124707"/>
                  </a:lnTo>
                  <a:lnTo>
                    <a:pt x="111906" y="128271"/>
                  </a:lnTo>
                  <a:lnTo>
                    <a:pt x="111074" y="129144"/>
                  </a:lnTo>
                  <a:lnTo>
                    <a:pt x="107003" y="130556"/>
                  </a:lnTo>
                  <a:lnTo>
                    <a:pt x="102181" y="131135"/>
                  </a:lnTo>
                  <a:lnTo>
                    <a:pt x="100378" y="132239"/>
                  </a:lnTo>
                  <a:lnTo>
                    <a:pt x="98668" y="134306"/>
                  </a:lnTo>
                  <a:lnTo>
                    <a:pt x="96596" y="136305"/>
                  </a:lnTo>
                  <a:lnTo>
                    <a:pt x="91537" y="138760"/>
                  </a:lnTo>
                  <a:lnTo>
                    <a:pt x="86861" y="140132"/>
                  </a:lnTo>
                  <a:lnTo>
                    <a:pt x="81967" y="140731"/>
                  </a:lnTo>
                  <a:lnTo>
                    <a:pt x="78309" y="141665"/>
                  </a:lnTo>
                  <a:lnTo>
                    <a:pt x="77260" y="141199"/>
                  </a:lnTo>
                  <a:lnTo>
                    <a:pt x="75622" y="141372"/>
                  </a:lnTo>
                  <a:lnTo>
                    <a:pt x="73860" y="142740"/>
                  </a:lnTo>
                  <a:lnTo>
                    <a:pt x="71868" y="143005"/>
                  </a:lnTo>
                  <a:lnTo>
                    <a:pt x="64304" y="143503"/>
                  </a:lnTo>
                  <a:lnTo>
                    <a:pt x="60830" y="144418"/>
                  </a:lnTo>
                  <a:lnTo>
                    <a:pt x="58926" y="144659"/>
                  </a:lnTo>
                  <a:lnTo>
                    <a:pt x="57434" y="144533"/>
                  </a:lnTo>
                  <a:lnTo>
                    <a:pt x="56393" y="144155"/>
                  </a:lnTo>
                  <a:lnTo>
                    <a:pt x="55397" y="142936"/>
                  </a:lnTo>
                  <a:lnTo>
                    <a:pt x="54371" y="141063"/>
                  </a:lnTo>
                  <a:lnTo>
                    <a:pt x="52287" y="136075"/>
                  </a:lnTo>
                  <a:lnTo>
                    <a:pt x="51691" y="133980"/>
                  </a:lnTo>
                  <a:lnTo>
                    <a:pt x="51925" y="130393"/>
                  </a:lnTo>
                  <a:lnTo>
                    <a:pt x="51771" y="128316"/>
                  </a:lnTo>
                  <a:lnTo>
                    <a:pt x="51078" y="123830"/>
                  </a:lnTo>
                  <a:lnTo>
                    <a:pt x="50948" y="123445"/>
                  </a:lnTo>
                  <a:lnTo>
                    <a:pt x="47302" y="121781"/>
                  </a:lnTo>
                  <a:lnTo>
                    <a:pt x="44903" y="121254"/>
                  </a:lnTo>
                  <a:lnTo>
                    <a:pt x="41287" y="121148"/>
                  </a:lnTo>
                  <a:lnTo>
                    <a:pt x="36865" y="121385"/>
                  </a:lnTo>
                  <a:lnTo>
                    <a:pt x="32452" y="120846"/>
                  </a:lnTo>
                  <a:lnTo>
                    <a:pt x="30119" y="120237"/>
                  </a:lnTo>
                  <a:lnTo>
                    <a:pt x="27804" y="119245"/>
                  </a:lnTo>
                  <a:lnTo>
                    <a:pt x="23844" y="116660"/>
                  </a:lnTo>
                  <a:lnTo>
                    <a:pt x="23620" y="116396"/>
                  </a:lnTo>
                  <a:lnTo>
                    <a:pt x="23312" y="115535"/>
                  </a:lnTo>
                  <a:lnTo>
                    <a:pt x="22921" y="114078"/>
                  </a:lnTo>
                  <a:lnTo>
                    <a:pt x="21935" y="112181"/>
                  </a:lnTo>
                  <a:lnTo>
                    <a:pt x="19236" y="107950"/>
                  </a:lnTo>
                  <a:lnTo>
                    <a:pt x="18167" y="105443"/>
                  </a:lnTo>
                  <a:lnTo>
                    <a:pt x="17994" y="104804"/>
                  </a:lnTo>
                  <a:lnTo>
                    <a:pt x="17738" y="102964"/>
                  </a:lnTo>
                  <a:lnTo>
                    <a:pt x="17397" y="99922"/>
                  </a:lnTo>
                  <a:lnTo>
                    <a:pt x="17288" y="98061"/>
                  </a:lnTo>
                  <a:lnTo>
                    <a:pt x="17602" y="96926"/>
                  </a:lnTo>
                  <a:lnTo>
                    <a:pt x="17865" y="96699"/>
                  </a:lnTo>
                  <a:lnTo>
                    <a:pt x="23456" y="94486"/>
                  </a:lnTo>
                  <a:lnTo>
                    <a:pt x="33308" y="92060"/>
                  </a:lnTo>
                  <a:lnTo>
                    <a:pt x="42313" y="90426"/>
                  </a:lnTo>
                  <a:lnTo>
                    <a:pt x="46402" y="90573"/>
                  </a:lnTo>
                  <a:lnTo>
                    <a:pt x="48810" y="91339"/>
                  </a:lnTo>
                  <a:lnTo>
                    <a:pt x="51223" y="91690"/>
                  </a:lnTo>
                  <a:lnTo>
                    <a:pt x="55595" y="91863"/>
                  </a:lnTo>
                  <a:lnTo>
                    <a:pt x="61103" y="93003"/>
                  </a:lnTo>
                  <a:lnTo>
                    <a:pt x="62209" y="92905"/>
                  </a:lnTo>
                  <a:lnTo>
                    <a:pt x="64678" y="92132"/>
                  </a:lnTo>
                  <a:lnTo>
                    <a:pt x="65412" y="91515"/>
                  </a:lnTo>
                  <a:lnTo>
                    <a:pt x="69315" y="91594"/>
                  </a:lnTo>
                  <a:lnTo>
                    <a:pt x="70072" y="91215"/>
                  </a:lnTo>
                  <a:lnTo>
                    <a:pt x="70767" y="90532"/>
                  </a:lnTo>
                  <a:lnTo>
                    <a:pt x="69871" y="89256"/>
                  </a:lnTo>
                  <a:lnTo>
                    <a:pt x="66138" y="86454"/>
                  </a:lnTo>
                  <a:lnTo>
                    <a:pt x="56223" y="81446"/>
                  </a:lnTo>
                  <a:lnTo>
                    <a:pt x="53805" y="80381"/>
                  </a:lnTo>
                  <a:lnTo>
                    <a:pt x="50341" y="79248"/>
                  </a:lnTo>
                  <a:lnTo>
                    <a:pt x="48334" y="79086"/>
                  </a:lnTo>
                  <a:lnTo>
                    <a:pt x="45776" y="79734"/>
                  </a:lnTo>
                  <a:lnTo>
                    <a:pt x="44822" y="79705"/>
                  </a:lnTo>
                  <a:lnTo>
                    <a:pt x="42311" y="80681"/>
                  </a:lnTo>
                  <a:lnTo>
                    <a:pt x="39925" y="81297"/>
                  </a:lnTo>
                  <a:lnTo>
                    <a:pt x="35402" y="81894"/>
                  </a:lnTo>
                  <a:lnTo>
                    <a:pt x="28868" y="82334"/>
                  </a:lnTo>
                  <a:lnTo>
                    <a:pt x="27953" y="82204"/>
                  </a:lnTo>
                  <a:lnTo>
                    <a:pt x="26609" y="81444"/>
                  </a:lnTo>
                  <a:lnTo>
                    <a:pt x="25634" y="81228"/>
                  </a:lnTo>
                  <a:lnTo>
                    <a:pt x="19239" y="81820"/>
                  </a:lnTo>
                  <a:lnTo>
                    <a:pt x="13523" y="81056"/>
                  </a:lnTo>
                  <a:lnTo>
                    <a:pt x="7015" y="73409"/>
                  </a:lnTo>
                  <a:lnTo>
                    <a:pt x="5933" y="71063"/>
                  </a:lnTo>
                  <a:lnTo>
                    <a:pt x="6164" y="70108"/>
                  </a:lnTo>
                  <a:lnTo>
                    <a:pt x="6966" y="69083"/>
                  </a:lnTo>
                  <a:lnTo>
                    <a:pt x="10189" y="66130"/>
                  </a:lnTo>
                  <a:lnTo>
                    <a:pt x="11341" y="65427"/>
                  </a:lnTo>
                  <a:lnTo>
                    <a:pt x="16148" y="63842"/>
                  </a:lnTo>
                  <a:lnTo>
                    <a:pt x="20943" y="61926"/>
                  </a:lnTo>
                  <a:lnTo>
                    <a:pt x="24728" y="60122"/>
                  </a:lnTo>
                  <a:lnTo>
                    <a:pt x="26586" y="59496"/>
                  </a:lnTo>
                  <a:lnTo>
                    <a:pt x="28376" y="59422"/>
                  </a:lnTo>
                  <a:lnTo>
                    <a:pt x="29822" y="58828"/>
                  </a:lnTo>
                  <a:lnTo>
                    <a:pt x="29528" y="58258"/>
                  </a:lnTo>
                  <a:lnTo>
                    <a:pt x="28345" y="57607"/>
                  </a:lnTo>
                  <a:lnTo>
                    <a:pt x="28358" y="56685"/>
                  </a:lnTo>
                  <a:lnTo>
                    <a:pt x="28970" y="56242"/>
                  </a:lnTo>
                  <a:lnTo>
                    <a:pt x="31340" y="55775"/>
                  </a:lnTo>
                  <a:lnTo>
                    <a:pt x="33858" y="56345"/>
                  </a:lnTo>
                  <a:lnTo>
                    <a:pt x="35116" y="56150"/>
                  </a:lnTo>
                  <a:lnTo>
                    <a:pt x="35477" y="55521"/>
                  </a:lnTo>
                  <a:lnTo>
                    <a:pt x="35143" y="55013"/>
                  </a:lnTo>
                  <a:lnTo>
                    <a:pt x="32754" y="53964"/>
                  </a:lnTo>
                  <a:lnTo>
                    <a:pt x="21279" y="56984"/>
                  </a:lnTo>
                  <a:lnTo>
                    <a:pt x="15926" y="57267"/>
                  </a:lnTo>
                  <a:lnTo>
                    <a:pt x="12213" y="58565"/>
                  </a:lnTo>
                  <a:lnTo>
                    <a:pt x="10172" y="58523"/>
                  </a:lnTo>
                  <a:lnTo>
                    <a:pt x="7744" y="57228"/>
                  </a:lnTo>
                  <a:lnTo>
                    <a:pt x="7420" y="56840"/>
                  </a:lnTo>
                  <a:lnTo>
                    <a:pt x="7376" y="56307"/>
                  </a:lnTo>
                  <a:lnTo>
                    <a:pt x="8127" y="54574"/>
                  </a:lnTo>
                  <a:lnTo>
                    <a:pt x="10722" y="53537"/>
                  </a:lnTo>
                  <a:lnTo>
                    <a:pt x="12030" y="50627"/>
                  </a:lnTo>
                  <a:lnTo>
                    <a:pt x="10634" y="50576"/>
                  </a:lnTo>
                  <a:lnTo>
                    <a:pt x="5981" y="51200"/>
                  </a:lnTo>
                  <a:lnTo>
                    <a:pt x="3948" y="50931"/>
                  </a:lnTo>
                  <a:lnTo>
                    <a:pt x="1205" y="49816"/>
                  </a:lnTo>
                  <a:lnTo>
                    <a:pt x="400" y="48487"/>
                  </a:lnTo>
                  <a:lnTo>
                    <a:pt x="58" y="47526"/>
                  </a:lnTo>
                  <a:lnTo>
                    <a:pt x="0" y="46381"/>
                  </a:lnTo>
                  <a:lnTo>
                    <a:pt x="92" y="43128"/>
                  </a:lnTo>
                  <a:lnTo>
                    <a:pt x="326" y="41381"/>
                  </a:lnTo>
                  <a:lnTo>
                    <a:pt x="472" y="40987"/>
                  </a:lnTo>
                  <a:lnTo>
                    <a:pt x="3883" y="35611"/>
                  </a:lnTo>
                  <a:lnTo>
                    <a:pt x="6009" y="34489"/>
                  </a:lnTo>
                  <a:lnTo>
                    <a:pt x="7501" y="32792"/>
                  </a:lnTo>
                  <a:lnTo>
                    <a:pt x="7559" y="32082"/>
                  </a:lnTo>
                  <a:lnTo>
                    <a:pt x="7189" y="31369"/>
                  </a:lnTo>
                  <a:lnTo>
                    <a:pt x="5799" y="29641"/>
                  </a:lnTo>
                  <a:lnTo>
                    <a:pt x="5240" y="28764"/>
                  </a:lnTo>
                  <a:lnTo>
                    <a:pt x="4926" y="27922"/>
                  </a:lnTo>
                  <a:lnTo>
                    <a:pt x="5164" y="26598"/>
                  </a:lnTo>
                  <a:lnTo>
                    <a:pt x="5953" y="24785"/>
                  </a:lnTo>
                  <a:lnTo>
                    <a:pt x="8273" y="21861"/>
                  </a:lnTo>
                  <a:lnTo>
                    <a:pt x="13863" y="16002"/>
                  </a:lnTo>
                  <a:lnTo>
                    <a:pt x="16701" y="13540"/>
                  </a:lnTo>
                  <a:lnTo>
                    <a:pt x="19439" y="12213"/>
                  </a:lnTo>
                  <a:lnTo>
                    <a:pt x="23269" y="9388"/>
                  </a:lnTo>
                  <a:lnTo>
                    <a:pt x="33085" y="4703"/>
                  </a:lnTo>
                  <a:lnTo>
                    <a:pt x="41872" y="0"/>
                  </a:lnTo>
                  <a:lnTo>
                    <a:pt x="45105" y="1239"/>
                  </a:lnTo>
                  <a:lnTo>
                    <a:pt x="46024" y="2212"/>
                  </a:lnTo>
                  <a:lnTo>
                    <a:pt x="46431" y="3038"/>
                  </a:lnTo>
                  <a:lnTo>
                    <a:pt x="46786" y="4194"/>
                  </a:lnTo>
                  <a:lnTo>
                    <a:pt x="47090" y="5684"/>
                  </a:lnTo>
                  <a:lnTo>
                    <a:pt x="47511" y="8913"/>
                  </a:lnTo>
                  <a:lnTo>
                    <a:pt x="47564" y="10580"/>
                  </a:lnTo>
                  <a:lnTo>
                    <a:pt x="47491" y="12250"/>
                  </a:lnTo>
                  <a:lnTo>
                    <a:pt x="47289" y="13764"/>
                  </a:lnTo>
                  <a:lnTo>
                    <a:pt x="46958" y="15119"/>
                  </a:lnTo>
                  <a:lnTo>
                    <a:pt x="46300" y="16771"/>
                  </a:lnTo>
                  <a:lnTo>
                    <a:pt x="45313" y="18722"/>
                  </a:lnTo>
                  <a:lnTo>
                    <a:pt x="43222" y="2206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1794664" y="1454322"/>
              <a:ext cx="23046" cy="25182"/>
            </a:xfrm>
            <a:custGeom>
              <a:avLst/>
              <a:pathLst>
                <a:path w="23046" h="25182">
                  <a:moveTo>
                    <a:pt x="15965" y="25034"/>
                  </a:moveTo>
                  <a:lnTo>
                    <a:pt x="15480" y="25182"/>
                  </a:lnTo>
                  <a:lnTo>
                    <a:pt x="14570" y="24500"/>
                  </a:lnTo>
                  <a:lnTo>
                    <a:pt x="13234" y="22984"/>
                  </a:lnTo>
                  <a:lnTo>
                    <a:pt x="11050" y="19910"/>
                  </a:lnTo>
                  <a:lnTo>
                    <a:pt x="8446" y="16865"/>
                  </a:lnTo>
                  <a:lnTo>
                    <a:pt x="8046" y="15041"/>
                  </a:lnTo>
                  <a:lnTo>
                    <a:pt x="7398" y="13682"/>
                  </a:lnTo>
                  <a:lnTo>
                    <a:pt x="4075" y="10453"/>
                  </a:lnTo>
                  <a:lnTo>
                    <a:pt x="1915" y="9142"/>
                  </a:lnTo>
                  <a:lnTo>
                    <a:pt x="270" y="8489"/>
                  </a:lnTo>
                  <a:lnTo>
                    <a:pt x="0" y="7587"/>
                  </a:lnTo>
                  <a:lnTo>
                    <a:pt x="1140" y="4966"/>
                  </a:lnTo>
                  <a:lnTo>
                    <a:pt x="2449" y="2872"/>
                  </a:lnTo>
                  <a:lnTo>
                    <a:pt x="3227" y="2113"/>
                  </a:lnTo>
                  <a:lnTo>
                    <a:pt x="5648" y="1434"/>
                  </a:lnTo>
                  <a:lnTo>
                    <a:pt x="13818" y="40"/>
                  </a:lnTo>
                  <a:lnTo>
                    <a:pt x="15686" y="0"/>
                  </a:lnTo>
                  <a:lnTo>
                    <a:pt x="17642" y="670"/>
                  </a:lnTo>
                  <a:lnTo>
                    <a:pt x="20332" y="3542"/>
                  </a:lnTo>
                  <a:lnTo>
                    <a:pt x="21451" y="3866"/>
                  </a:lnTo>
                  <a:lnTo>
                    <a:pt x="22119" y="4513"/>
                  </a:lnTo>
                  <a:lnTo>
                    <a:pt x="22709" y="5586"/>
                  </a:lnTo>
                  <a:lnTo>
                    <a:pt x="23020" y="6678"/>
                  </a:lnTo>
                  <a:lnTo>
                    <a:pt x="23046" y="8910"/>
                  </a:lnTo>
                  <a:lnTo>
                    <a:pt x="22753" y="12210"/>
                  </a:lnTo>
                  <a:lnTo>
                    <a:pt x="22379" y="13474"/>
                  </a:lnTo>
                  <a:lnTo>
                    <a:pt x="20752" y="17714"/>
                  </a:lnTo>
                  <a:lnTo>
                    <a:pt x="19044" y="20047"/>
                  </a:lnTo>
                  <a:lnTo>
                    <a:pt x="18718" y="21558"/>
                  </a:lnTo>
                  <a:lnTo>
                    <a:pt x="18025" y="22756"/>
                  </a:lnTo>
                  <a:lnTo>
                    <a:pt x="16814" y="2422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2045474" y="1454316"/>
              <a:ext cx="45864" cy="29885"/>
            </a:xfrm>
            <a:custGeom>
              <a:avLst/>
              <a:pathLst>
                <a:path w="45864" h="29885">
                  <a:moveTo>
                    <a:pt x="12723" y="3334"/>
                  </a:moveTo>
                  <a:lnTo>
                    <a:pt x="14362" y="3722"/>
                  </a:lnTo>
                  <a:lnTo>
                    <a:pt x="24747" y="2999"/>
                  </a:lnTo>
                  <a:lnTo>
                    <a:pt x="26897" y="3536"/>
                  </a:lnTo>
                  <a:lnTo>
                    <a:pt x="33442" y="6815"/>
                  </a:lnTo>
                  <a:lnTo>
                    <a:pt x="35130" y="7912"/>
                  </a:lnTo>
                  <a:lnTo>
                    <a:pt x="35964" y="9362"/>
                  </a:lnTo>
                  <a:lnTo>
                    <a:pt x="36716" y="11650"/>
                  </a:lnTo>
                  <a:lnTo>
                    <a:pt x="37064" y="12152"/>
                  </a:lnTo>
                  <a:lnTo>
                    <a:pt x="39435" y="13513"/>
                  </a:lnTo>
                  <a:lnTo>
                    <a:pt x="40410" y="15162"/>
                  </a:lnTo>
                  <a:lnTo>
                    <a:pt x="40753" y="16015"/>
                  </a:lnTo>
                  <a:lnTo>
                    <a:pt x="41252" y="17967"/>
                  </a:lnTo>
                  <a:lnTo>
                    <a:pt x="42322" y="19074"/>
                  </a:lnTo>
                  <a:lnTo>
                    <a:pt x="43546" y="19704"/>
                  </a:lnTo>
                  <a:lnTo>
                    <a:pt x="43945" y="20280"/>
                  </a:lnTo>
                  <a:lnTo>
                    <a:pt x="43753" y="22735"/>
                  </a:lnTo>
                  <a:lnTo>
                    <a:pt x="44275" y="23878"/>
                  </a:lnTo>
                  <a:lnTo>
                    <a:pt x="45431" y="25262"/>
                  </a:lnTo>
                  <a:lnTo>
                    <a:pt x="45864" y="26184"/>
                  </a:lnTo>
                  <a:lnTo>
                    <a:pt x="44966" y="27311"/>
                  </a:lnTo>
                  <a:lnTo>
                    <a:pt x="42878" y="27973"/>
                  </a:lnTo>
                  <a:lnTo>
                    <a:pt x="36985" y="27283"/>
                  </a:lnTo>
                  <a:lnTo>
                    <a:pt x="29079" y="25722"/>
                  </a:lnTo>
                  <a:lnTo>
                    <a:pt x="24481" y="26165"/>
                  </a:lnTo>
                  <a:lnTo>
                    <a:pt x="22175" y="26878"/>
                  </a:lnTo>
                  <a:lnTo>
                    <a:pt x="16598" y="29422"/>
                  </a:lnTo>
                  <a:lnTo>
                    <a:pt x="14818" y="29833"/>
                  </a:lnTo>
                  <a:lnTo>
                    <a:pt x="13076" y="29885"/>
                  </a:lnTo>
                  <a:lnTo>
                    <a:pt x="9998" y="27806"/>
                  </a:lnTo>
                  <a:lnTo>
                    <a:pt x="8881" y="26703"/>
                  </a:lnTo>
                  <a:lnTo>
                    <a:pt x="8512" y="25851"/>
                  </a:lnTo>
                  <a:lnTo>
                    <a:pt x="7778" y="23353"/>
                  </a:lnTo>
                  <a:lnTo>
                    <a:pt x="7174" y="20362"/>
                  </a:lnTo>
                  <a:lnTo>
                    <a:pt x="6867" y="17907"/>
                  </a:lnTo>
                  <a:lnTo>
                    <a:pt x="6512" y="16035"/>
                  </a:lnTo>
                  <a:lnTo>
                    <a:pt x="5460" y="15416"/>
                  </a:lnTo>
                  <a:lnTo>
                    <a:pt x="2334" y="14672"/>
                  </a:lnTo>
                  <a:lnTo>
                    <a:pt x="1287" y="13647"/>
                  </a:lnTo>
                  <a:lnTo>
                    <a:pt x="810" y="12799"/>
                  </a:lnTo>
                  <a:lnTo>
                    <a:pt x="351" y="11425"/>
                  </a:lnTo>
                  <a:lnTo>
                    <a:pt x="363" y="9998"/>
                  </a:lnTo>
                  <a:lnTo>
                    <a:pt x="603" y="8740"/>
                  </a:lnTo>
                  <a:lnTo>
                    <a:pt x="805" y="8431"/>
                  </a:lnTo>
                  <a:lnTo>
                    <a:pt x="1200" y="8398"/>
                  </a:lnTo>
                  <a:lnTo>
                    <a:pt x="324" y="6875"/>
                  </a:lnTo>
                  <a:lnTo>
                    <a:pt x="21" y="5198"/>
                  </a:lnTo>
                  <a:lnTo>
                    <a:pt x="0" y="2859"/>
                  </a:lnTo>
                  <a:lnTo>
                    <a:pt x="114" y="1362"/>
                  </a:lnTo>
                  <a:lnTo>
                    <a:pt x="364" y="705"/>
                  </a:lnTo>
                  <a:lnTo>
                    <a:pt x="942" y="282"/>
                  </a:lnTo>
                  <a:lnTo>
                    <a:pt x="2301" y="0"/>
                  </a:lnTo>
                  <a:lnTo>
                    <a:pt x="4311" y="56"/>
                  </a:lnTo>
                  <a:lnTo>
                    <a:pt x="7118" y="1780"/>
                  </a:lnTo>
                  <a:lnTo>
                    <a:pt x="9338" y="19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1957370" y="1451731"/>
              <a:ext cx="276157" cy="354190"/>
            </a:xfrm>
            <a:custGeom>
              <a:avLst/>
              <a:pathLst>
                <a:path w="276157" h="354190">
                  <a:moveTo>
                    <a:pt x="33030" y="84037"/>
                  </a:moveTo>
                  <a:lnTo>
                    <a:pt x="33412" y="84688"/>
                  </a:lnTo>
                  <a:lnTo>
                    <a:pt x="35608" y="83859"/>
                  </a:lnTo>
                  <a:lnTo>
                    <a:pt x="37474" y="82909"/>
                  </a:lnTo>
                  <a:lnTo>
                    <a:pt x="40383" y="80641"/>
                  </a:lnTo>
                  <a:lnTo>
                    <a:pt x="42120" y="79851"/>
                  </a:lnTo>
                  <a:lnTo>
                    <a:pt x="47398" y="79866"/>
                  </a:lnTo>
                  <a:lnTo>
                    <a:pt x="48295" y="80294"/>
                  </a:lnTo>
                  <a:lnTo>
                    <a:pt x="47899" y="81649"/>
                  </a:lnTo>
                  <a:lnTo>
                    <a:pt x="47678" y="82033"/>
                  </a:lnTo>
                  <a:lnTo>
                    <a:pt x="47852" y="82621"/>
                  </a:lnTo>
                  <a:lnTo>
                    <a:pt x="48421" y="83418"/>
                  </a:lnTo>
                  <a:lnTo>
                    <a:pt x="49557" y="84303"/>
                  </a:lnTo>
                  <a:lnTo>
                    <a:pt x="50005" y="83510"/>
                  </a:lnTo>
                  <a:lnTo>
                    <a:pt x="50333" y="81600"/>
                  </a:lnTo>
                  <a:lnTo>
                    <a:pt x="51111" y="73757"/>
                  </a:lnTo>
                  <a:lnTo>
                    <a:pt x="51441" y="71390"/>
                  </a:lnTo>
                  <a:lnTo>
                    <a:pt x="51597" y="69150"/>
                  </a:lnTo>
                  <a:lnTo>
                    <a:pt x="51579" y="67036"/>
                  </a:lnTo>
                  <a:lnTo>
                    <a:pt x="51200" y="65697"/>
                  </a:lnTo>
                  <a:lnTo>
                    <a:pt x="49847" y="64893"/>
                  </a:lnTo>
                  <a:lnTo>
                    <a:pt x="48000" y="65029"/>
                  </a:lnTo>
                  <a:lnTo>
                    <a:pt x="47051" y="64817"/>
                  </a:lnTo>
                  <a:lnTo>
                    <a:pt x="45902" y="64402"/>
                  </a:lnTo>
                  <a:lnTo>
                    <a:pt x="45050" y="63752"/>
                  </a:lnTo>
                  <a:lnTo>
                    <a:pt x="44496" y="62872"/>
                  </a:lnTo>
                  <a:lnTo>
                    <a:pt x="43392" y="60228"/>
                  </a:lnTo>
                  <a:lnTo>
                    <a:pt x="42578" y="58754"/>
                  </a:lnTo>
                  <a:lnTo>
                    <a:pt x="40491" y="56094"/>
                  </a:lnTo>
                  <a:lnTo>
                    <a:pt x="39546" y="55205"/>
                  </a:lnTo>
                  <a:lnTo>
                    <a:pt x="40022" y="54157"/>
                  </a:lnTo>
                  <a:lnTo>
                    <a:pt x="41919" y="52951"/>
                  </a:lnTo>
                  <a:lnTo>
                    <a:pt x="43063" y="51806"/>
                  </a:lnTo>
                  <a:lnTo>
                    <a:pt x="44408" y="48458"/>
                  </a:lnTo>
                  <a:lnTo>
                    <a:pt x="45216" y="47917"/>
                  </a:lnTo>
                  <a:lnTo>
                    <a:pt x="48130" y="48360"/>
                  </a:lnTo>
                  <a:lnTo>
                    <a:pt x="52074" y="50980"/>
                  </a:lnTo>
                  <a:lnTo>
                    <a:pt x="54543" y="53251"/>
                  </a:lnTo>
                  <a:lnTo>
                    <a:pt x="55196" y="53492"/>
                  </a:lnTo>
                  <a:lnTo>
                    <a:pt x="55210" y="53080"/>
                  </a:lnTo>
                  <a:lnTo>
                    <a:pt x="54583" y="52016"/>
                  </a:lnTo>
                  <a:lnTo>
                    <a:pt x="51742" y="49206"/>
                  </a:lnTo>
                  <a:lnTo>
                    <a:pt x="50449" y="47160"/>
                  </a:lnTo>
                  <a:lnTo>
                    <a:pt x="49829" y="45701"/>
                  </a:lnTo>
                  <a:lnTo>
                    <a:pt x="50127" y="45069"/>
                  </a:lnTo>
                  <a:lnTo>
                    <a:pt x="51726" y="44423"/>
                  </a:lnTo>
                  <a:lnTo>
                    <a:pt x="51934" y="43680"/>
                  </a:lnTo>
                  <a:lnTo>
                    <a:pt x="49758" y="42802"/>
                  </a:lnTo>
                  <a:lnTo>
                    <a:pt x="48655" y="42821"/>
                  </a:lnTo>
                  <a:lnTo>
                    <a:pt x="47764" y="43449"/>
                  </a:lnTo>
                  <a:lnTo>
                    <a:pt x="46806" y="43492"/>
                  </a:lnTo>
                  <a:lnTo>
                    <a:pt x="45031" y="42351"/>
                  </a:lnTo>
                  <a:lnTo>
                    <a:pt x="44548" y="41687"/>
                  </a:lnTo>
                  <a:lnTo>
                    <a:pt x="43525" y="39719"/>
                  </a:lnTo>
                  <a:lnTo>
                    <a:pt x="42987" y="38005"/>
                  </a:lnTo>
                  <a:lnTo>
                    <a:pt x="42392" y="36940"/>
                  </a:lnTo>
                  <a:lnTo>
                    <a:pt x="42178" y="36096"/>
                  </a:lnTo>
                  <a:lnTo>
                    <a:pt x="42062" y="33467"/>
                  </a:lnTo>
                  <a:lnTo>
                    <a:pt x="42114" y="31922"/>
                  </a:lnTo>
                  <a:lnTo>
                    <a:pt x="42355" y="30600"/>
                  </a:lnTo>
                  <a:lnTo>
                    <a:pt x="42786" y="29501"/>
                  </a:lnTo>
                  <a:lnTo>
                    <a:pt x="43938" y="27470"/>
                  </a:lnTo>
                  <a:lnTo>
                    <a:pt x="44584" y="26882"/>
                  </a:lnTo>
                  <a:lnTo>
                    <a:pt x="45790" y="26617"/>
                  </a:lnTo>
                  <a:lnTo>
                    <a:pt x="48410" y="27626"/>
                  </a:lnTo>
                  <a:lnTo>
                    <a:pt x="55456" y="31264"/>
                  </a:lnTo>
                  <a:lnTo>
                    <a:pt x="55287" y="30091"/>
                  </a:lnTo>
                  <a:lnTo>
                    <a:pt x="47406" y="25180"/>
                  </a:lnTo>
                  <a:lnTo>
                    <a:pt x="44619" y="23916"/>
                  </a:lnTo>
                  <a:lnTo>
                    <a:pt x="43938" y="22141"/>
                  </a:lnTo>
                  <a:lnTo>
                    <a:pt x="48133" y="15344"/>
                  </a:lnTo>
                  <a:lnTo>
                    <a:pt x="52001" y="13747"/>
                  </a:lnTo>
                  <a:lnTo>
                    <a:pt x="53924" y="11769"/>
                  </a:lnTo>
                  <a:lnTo>
                    <a:pt x="57068" y="11684"/>
                  </a:lnTo>
                  <a:lnTo>
                    <a:pt x="60021" y="12939"/>
                  </a:lnTo>
                  <a:lnTo>
                    <a:pt x="60072" y="12597"/>
                  </a:lnTo>
                  <a:lnTo>
                    <a:pt x="58741" y="10235"/>
                  </a:lnTo>
                  <a:lnTo>
                    <a:pt x="58846" y="9646"/>
                  </a:lnTo>
                  <a:lnTo>
                    <a:pt x="60521" y="8241"/>
                  </a:lnTo>
                  <a:lnTo>
                    <a:pt x="63592" y="6592"/>
                  </a:lnTo>
                  <a:lnTo>
                    <a:pt x="67341" y="5282"/>
                  </a:lnTo>
                  <a:lnTo>
                    <a:pt x="68083" y="4599"/>
                  </a:lnTo>
                  <a:lnTo>
                    <a:pt x="69044" y="4117"/>
                  </a:lnTo>
                  <a:lnTo>
                    <a:pt x="70810" y="3699"/>
                  </a:lnTo>
                  <a:lnTo>
                    <a:pt x="75202" y="3496"/>
                  </a:lnTo>
                  <a:lnTo>
                    <a:pt x="77669" y="3692"/>
                  </a:lnTo>
                  <a:lnTo>
                    <a:pt x="80945" y="4692"/>
                  </a:lnTo>
                  <a:lnTo>
                    <a:pt x="82860" y="6508"/>
                  </a:lnTo>
                  <a:lnTo>
                    <a:pt x="83457" y="7595"/>
                  </a:lnTo>
                  <a:lnTo>
                    <a:pt x="84473" y="11088"/>
                  </a:lnTo>
                  <a:lnTo>
                    <a:pt x="85306" y="15979"/>
                  </a:lnTo>
                  <a:lnTo>
                    <a:pt x="86523" y="18012"/>
                  </a:lnTo>
                  <a:lnTo>
                    <a:pt x="88479" y="19136"/>
                  </a:lnTo>
                  <a:lnTo>
                    <a:pt x="89830" y="20358"/>
                  </a:lnTo>
                  <a:lnTo>
                    <a:pt x="90577" y="21677"/>
                  </a:lnTo>
                  <a:lnTo>
                    <a:pt x="90776" y="23339"/>
                  </a:lnTo>
                  <a:lnTo>
                    <a:pt x="90426" y="25341"/>
                  </a:lnTo>
                  <a:lnTo>
                    <a:pt x="90688" y="27394"/>
                  </a:lnTo>
                  <a:lnTo>
                    <a:pt x="91563" y="29495"/>
                  </a:lnTo>
                  <a:lnTo>
                    <a:pt x="92237" y="30687"/>
                  </a:lnTo>
                  <a:lnTo>
                    <a:pt x="93713" y="32049"/>
                  </a:lnTo>
                  <a:lnTo>
                    <a:pt x="93737" y="32776"/>
                  </a:lnTo>
                  <a:lnTo>
                    <a:pt x="93276" y="33606"/>
                  </a:lnTo>
                  <a:lnTo>
                    <a:pt x="92299" y="34746"/>
                  </a:lnTo>
                  <a:lnTo>
                    <a:pt x="89888" y="38300"/>
                  </a:lnTo>
                  <a:lnTo>
                    <a:pt x="86777" y="42212"/>
                  </a:lnTo>
                  <a:lnTo>
                    <a:pt x="84560" y="45596"/>
                  </a:lnTo>
                  <a:lnTo>
                    <a:pt x="84452" y="46594"/>
                  </a:lnTo>
                  <a:lnTo>
                    <a:pt x="89064" y="41297"/>
                  </a:lnTo>
                  <a:lnTo>
                    <a:pt x="90500" y="41485"/>
                  </a:lnTo>
                  <a:lnTo>
                    <a:pt x="90565" y="42225"/>
                  </a:lnTo>
                  <a:lnTo>
                    <a:pt x="89625" y="44811"/>
                  </a:lnTo>
                  <a:lnTo>
                    <a:pt x="88481" y="47117"/>
                  </a:lnTo>
                  <a:lnTo>
                    <a:pt x="87330" y="48597"/>
                  </a:lnTo>
                  <a:lnTo>
                    <a:pt x="87540" y="49155"/>
                  </a:lnTo>
                  <a:lnTo>
                    <a:pt x="89731" y="51750"/>
                  </a:lnTo>
                  <a:lnTo>
                    <a:pt x="89329" y="52177"/>
                  </a:lnTo>
                  <a:lnTo>
                    <a:pt x="88272" y="51964"/>
                  </a:lnTo>
                  <a:lnTo>
                    <a:pt x="87838" y="52198"/>
                  </a:lnTo>
                  <a:lnTo>
                    <a:pt x="87523" y="52670"/>
                  </a:lnTo>
                  <a:lnTo>
                    <a:pt x="87328" y="53381"/>
                  </a:lnTo>
                  <a:lnTo>
                    <a:pt x="87316" y="54383"/>
                  </a:lnTo>
                  <a:lnTo>
                    <a:pt x="87485" y="55672"/>
                  </a:lnTo>
                  <a:lnTo>
                    <a:pt x="87468" y="56636"/>
                  </a:lnTo>
                  <a:lnTo>
                    <a:pt x="87266" y="57273"/>
                  </a:lnTo>
                  <a:lnTo>
                    <a:pt x="87484" y="57535"/>
                  </a:lnTo>
                  <a:lnTo>
                    <a:pt x="88125" y="57424"/>
                  </a:lnTo>
                  <a:lnTo>
                    <a:pt x="88666" y="56899"/>
                  </a:lnTo>
                  <a:lnTo>
                    <a:pt x="89597" y="55158"/>
                  </a:lnTo>
                  <a:lnTo>
                    <a:pt x="92666" y="50410"/>
                  </a:lnTo>
                  <a:lnTo>
                    <a:pt x="94629" y="48637"/>
                  </a:lnTo>
                  <a:lnTo>
                    <a:pt x="95262" y="48482"/>
                  </a:lnTo>
                  <a:lnTo>
                    <a:pt x="97067" y="49637"/>
                  </a:lnTo>
                  <a:lnTo>
                    <a:pt x="97490" y="49571"/>
                  </a:lnTo>
                  <a:lnTo>
                    <a:pt x="95504" y="45916"/>
                  </a:lnTo>
                  <a:lnTo>
                    <a:pt x="95331" y="44991"/>
                  </a:lnTo>
                  <a:lnTo>
                    <a:pt x="95734" y="43628"/>
                  </a:lnTo>
                  <a:lnTo>
                    <a:pt x="95976" y="43157"/>
                  </a:lnTo>
                  <a:lnTo>
                    <a:pt x="97083" y="42155"/>
                  </a:lnTo>
                  <a:lnTo>
                    <a:pt x="98000" y="41619"/>
                  </a:lnTo>
                  <a:lnTo>
                    <a:pt x="98514" y="41843"/>
                  </a:lnTo>
                  <a:lnTo>
                    <a:pt x="99327" y="43698"/>
                  </a:lnTo>
                  <a:lnTo>
                    <a:pt x="99706" y="44991"/>
                  </a:lnTo>
                  <a:lnTo>
                    <a:pt x="100381" y="45509"/>
                  </a:lnTo>
                  <a:lnTo>
                    <a:pt x="101883" y="44840"/>
                  </a:lnTo>
                  <a:lnTo>
                    <a:pt x="102884" y="43259"/>
                  </a:lnTo>
                  <a:lnTo>
                    <a:pt x="104123" y="44296"/>
                  </a:lnTo>
                  <a:lnTo>
                    <a:pt x="105990" y="46769"/>
                  </a:lnTo>
                  <a:lnTo>
                    <a:pt x="105819" y="49245"/>
                  </a:lnTo>
                  <a:lnTo>
                    <a:pt x="105821" y="51723"/>
                  </a:lnTo>
                  <a:lnTo>
                    <a:pt x="105917" y="53538"/>
                  </a:lnTo>
                  <a:lnTo>
                    <a:pt x="108146" y="56864"/>
                  </a:lnTo>
                  <a:lnTo>
                    <a:pt x="109699" y="58323"/>
                  </a:lnTo>
                  <a:lnTo>
                    <a:pt x="109981" y="58334"/>
                  </a:lnTo>
                  <a:lnTo>
                    <a:pt x="109945" y="57835"/>
                  </a:lnTo>
                  <a:lnTo>
                    <a:pt x="109621" y="56729"/>
                  </a:lnTo>
                  <a:lnTo>
                    <a:pt x="108769" y="55622"/>
                  </a:lnTo>
                  <a:lnTo>
                    <a:pt x="108003" y="53912"/>
                  </a:lnTo>
                  <a:lnTo>
                    <a:pt x="107312" y="51827"/>
                  </a:lnTo>
                  <a:lnTo>
                    <a:pt x="107721" y="46964"/>
                  </a:lnTo>
                  <a:lnTo>
                    <a:pt x="108883" y="44423"/>
                  </a:lnTo>
                  <a:lnTo>
                    <a:pt x="110006" y="45075"/>
                  </a:lnTo>
                  <a:lnTo>
                    <a:pt x="111483" y="46539"/>
                  </a:lnTo>
                  <a:lnTo>
                    <a:pt x="112650" y="46676"/>
                  </a:lnTo>
                  <a:lnTo>
                    <a:pt x="114487" y="46524"/>
                  </a:lnTo>
                  <a:lnTo>
                    <a:pt x="118240" y="49489"/>
                  </a:lnTo>
                  <a:lnTo>
                    <a:pt x="120254" y="49553"/>
                  </a:lnTo>
                  <a:lnTo>
                    <a:pt x="120069" y="48343"/>
                  </a:lnTo>
                  <a:lnTo>
                    <a:pt x="118543" y="47761"/>
                  </a:lnTo>
                  <a:lnTo>
                    <a:pt x="116315" y="46124"/>
                  </a:lnTo>
                  <a:lnTo>
                    <a:pt x="112845" y="44175"/>
                  </a:lnTo>
                  <a:lnTo>
                    <a:pt x="111250" y="41947"/>
                  </a:lnTo>
                  <a:lnTo>
                    <a:pt x="110950" y="40901"/>
                  </a:lnTo>
                  <a:lnTo>
                    <a:pt x="110996" y="39774"/>
                  </a:lnTo>
                  <a:lnTo>
                    <a:pt x="111195" y="38781"/>
                  </a:lnTo>
                  <a:lnTo>
                    <a:pt x="111545" y="37919"/>
                  </a:lnTo>
                  <a:lnTo>
                    <a:pt x="112238" y="37072"/>
                  </a:lnTo>
                  <a:lnTo>
                    <a:pt x="115596" y="34489"/>
                  </a:lnTo>
                  <a:lnTo>
                    <a:pt x="117978" y="33391"/>
                  </a:lnTo>
                  <a:lnTo>
                    <a:pt x="119770" y="33033"/>
                  </a:lnTo>
                  <a:lnTo>
                    <a:pt x="122764" y="33062"/>
                  </a:lnTo>
                  <a:lnTo>
                    <a:pt x="126243" y="33512"/>
                  </a:lnTo>
                  <a:lnTo>
                    <a:pt x="128123" y="34268"/>
                  </a:lnTo>
                  <a:lnTo>
                    <a:pt x="130283" y="36092"/>
                  </a:lnTo>
                  <a:lnTo>
                    <a:pt x="133018" y="37898"/>
                  </a:lnTo>
                  <a:lnTo>
                    <a:pt x="133994" y="38220"/>
                  </a:lnTo>
                  <a:lnTo>
                    <a:pt x="135133" y="38178"/>
                  </a:lnTo>
                  <a:lnTo>
                    <a:pt x="136437" y="37772"/>
                  </a:lnTo>
                  <a:lnTo>
                    <a:pt x="137676" y="37919"/>
                  </a:lnTo>
                  <a:lnTo>
                    <a:pt x="141618" y="40598"/>
                  </a:lnTo>
                  <a:lnTo>
                    <a:pt x="142661" y="41976"/>
                  </a:lnTo>
                  <a:lnTo>
                    <a:pt x="143292" y="43645"/>
                  </a:lnTo>
                  <a:lnTo>
                    <a:pt x="143760" y="45267"/>
                  </a:lnTo>
                  <a:lnTo>
                    <a:pt x="144064" y="46841"/>
                  </a:lnTo>
                  <a:lnTo>
                    <a:pt x="143940" y="48118"/>
                  </a:lnTo>
                  <a:lnTo>
                    <a:pt x="140658" y="53631"/>
                  </a:lnTo>
                  <a:lnTo>
                    <a:pt x="139229" y="54572"/>
                  </a:lnTo>
                  <a:lnTo>
                    <a:pt x="138285" y="56664"/>
                  </a:lnTo>
                  <a:lnTo>
                    <a:pt x="136877" y="60626"/>
                  </a:lnTo>
                  <a:lnTo>
                    <a:pt x="135686" y="62747"/>
                  </a:lnTo>
                  <a:lnTo>
                    <a:pt x="135575" y="63162"/>
                  </a:lnTo>
                  <a:lnTo>
                    <a:pt x="135825" y="63266"/>
                  </a:lnTo>
                  <a:lnTo>
                    <a:pt x="136544" y="62315"/>
                  </a:lnTo>
                  <a:lnTo>
                    <a:pt x="137781" y="59577"/>
                  </a:lnTo>
                  <a:lnTo>
                    <a:pt x="138679" y="57216"/>
                  </a:lnTo>
                  <a:lnTo>
                    <a:pt x="140329" y="55268"/>
                  </a:lnTo>
                  <a:lnTo>
                    <a:pt x="143027" y="52946"/>
                  </a:lnTo>
                  <a:lnTo>
                    <a:pt x="145378" y="51837"/>
                  </a:lnTo>
                  <a:lnTo>
                    <a:pt x="147380" y="51943"/>
                  </a:lnTo>
                  <a:lnTo>
                    <a:pt x="149064" y="52276"/>
                  </a:lnTo>
                  <a:lnTo>
                    <a:pt x="150432" y="52840"/>
                  </a:lnTo>
                  <a:lnTo>
                    <a:pt x="151244" y="53312"/>
                  </a:lnTo>
                  <a:lnTo>
                    <a:pt x="151500" y="53693"/>
                  </a:lnTo>
                  <a:lnTo>
                    <a:pt x="152048" y="55437"/>
                  </a:lnTo>
                  <a:lnTo>
                    <a:pt x="152016" y="56619"/>
                  </a:lnTo>
                  <a:lnTo>
                    <a:pt x="151674" y="57949"/>
                  </a:lnTo>
                  <a:lnTo>
                    <a:pt x="151025" y="59456"/>
                  </a:lnTo>
                  <a:lnTo>
                    <a:pt x="148086" y="61122"/>
                  </a:lnTo>
                  <a:lnTo>
                    <a:pt x="146475" y="62431"/>
                  </a:lnTo>
                  <a:lnTo>
                    <a:pt x="145476" y="62917"/>
                  </a:lnTo>
                  <a:lnTo>
                    <a:pt x="142478" y="63402"/>
                  </a:lnTo>
                  <a:lnTo>
                    <a:pt x="142610" y="63920"/>
                  </a:lnTo>
                  <a:lnTo>
                    <a:pt x="144836" y="64632"/>
                  </a:lnTo>
                  <a:lnTo>
                    <a:pt x="147323" y="64393"/>
                  </a:lnTo>
                  <a:lnTo>
                    <a:pt x="147260" y="65240"/>
                  </a:lnTo>
                  <a:lnTo>
                    <a:pt x="146091" y="67486"/>
                  </a:lnTo>
                  <a:lnTo>
                    <a:pt x="145713" y="69441"/>
                  </a:lnTo>
                  <a:lnTo>
                    <a:pt x="146038" y="71041"/>
                  </a:lnTo>
                  <a:lnTo>
                    <a:pt x="145978" y="72342"/>
                  </a:lnTo>
                  <a:lnTo>
                    <a:pt x="145107" y="75076"/>
                  </a:lnTo>
                  <a:lnTo>
                    <a:pt x="144107" y="77544"/>
                  </a:lnTo>
                  <a:lnTo>
                    <a:pt x="144483" y="77911"/>
                  </a:lnTo>
                  <a:lnTo>
                    <a:pt x="146764" y="74364"/>
                  </a:lnTo>
                  <a:lnTo>
                    <a:pt x="147376" y="70484"/>
                  </a:lnTo>
                  <a:lnTo>
                    <a:pt x="148296" y="67074"/>
                  </a:lnTo>
                  <a:lnTo>
                    <a:pt x="149368" y="65196"/>
                  </a:lnTo>
                  <a:lnTo>
                    <a:pt x="150175" y="64484"/>
                  </a:lnTo>
                  <a:lnTo>
                    <a:pt x="152723" y="64197"/>
                  </a:lnTo>
                  <a:lnTo>
                    <a:pt x="154136" y="62206"/>
                  </a:lnTo>
                  <a:lnTo>
                    <a:pt x="155343" y="61572"/>
                  </a:lnTo>
                  <a:lnTo>
                    <a:pt x="155848" y="61561"/>
                  </a:lnTo>
                  <a:lnTo>
                    <a:pt x="156875" y="62302"/>
                  </a:lnTo>
                  <a:lnTo>
                    <a:pt x="156814" y="63084"/>
                  </a:lnTo>
                  <a:lnTo>
                    <a:pt x="155324" y="66645"/>
                  </a:lnTo>
                  <a:lnTo>
                    <a:pt x="152164" y="72414"/>
                  </a:lnTo>
                  <a:lnTo>
                    <a:pt x="153452" y="71754"/>
                  </a:lnTo>
                  <a:lnTo>
                    <a:pt x="154325" y="70383"/>
                  </a:lnTo>
                  <a:lnTo>
                    <a:pt x="155494" y="69016"/>
                  </a:lnTo>
                  <a:lnTo>
                    <a:pt x="156821" y="66993"/>
                  </a:lnTo>
                  <a:lnTo>
                    <a:pt x="157697" y="68827"/>
                  </a:lnTo>
                  <a:lnTo>
                    <a:pt x="159044" y="70194"/>
                  </a:lnTo>
                  <a:lnTo>
                    <a:pt x="159850" y="73321"/>
                  </a:lnTo>
                  <a:lnTo>
                    <a:pt x="161151" y="74827"/>
                  </a:lnTo>
                  <a:lnTo>
                    <a:pt x="161938" y="75998"/>
                  </a:lnTo>
                  <a:lnTo>
                    <a:pt x="161826" y="74018"/>
                  </a:lnTo>
                  <a:lnTo>
                    <a:pt x="160689" y="70046"/>
                  </a:lnTo>
                  <a:lnTo>
                    <a:pt x="160999" y="68459"/>
                  </a:lnTo>
                  <a:lnTo>
                    <a:pt x="161878" y="67664"/>
                  </a:lnTo>
                  <a:lnTo>
                    <a:pt x="164617" y="64328"/>
                  </a:lnTo>
                  <a:lnTo>
                    <a:pt x="166529" y="65440"/>
                  </a:lnTo>
                  <a:lnTo>
                    <a:pt x="167706" y="66426"/>
                  </a:lnTo>
                  <a:lnTo>
                    <a:pt x="168295" y="66165"/>
                  </a:lnTo>
                  <a:lnTo>
                    <a:pt x="169783" y="66302"/>
                  </a:lnTo>
                  <a:lnTo>
                    <a:pt x="172168" y="66840"/>
                  </a:lnTo>
                  <a:lnTo>
                    <a:pt x="174488" y="67772"/>
                  </a:lnTo>
                  <a:lnTo>
                    <a:pt x="176742" y="69101"/>
                  </a:lnTo>
                  <a:lnTo>
                    <a:pt x="178480" y="70653"/>
                  </a:lnTo>
                  <a:lnTo>
                    <a:pt x="179700" y="72434"/>
                  </a:lnTo>
                  <a:lnTo>
                    <a:pt x="180440" y="73664"/>
                  </a:lnTo>
                  <a:lnTo>
                    <a:pt x="180696" y="74346"/>
                  </a:lnTo>
                  <a:lnTo>
                    <a:pt x="181108" y="76120"/>
                  </a:lnTo>
                  <a:lnTo>
                    <a:pt x="180792" y="77299"/>
                  </a:lnTo>
                  <a:lnTo>
                    <a:pt x="179089" y="80016"/>
                  </a:lnTo>
                  <a:lnTo>
                    <a:pt x="178142" y="81249"/>
                  </a:lnTo>
                  <a:lnTo>
                    <a:pt x="177200" y="81804"/>
                  </a:lnTo>
                  <a:lnTo>
                    <a:pt x="174671" y="81260"/>
                  </a:lnTo>
                  <a:lnTo>
                    <a:pt x="173884" y="81570"/>
                  </a:lnTo>
                  <a:lnTo>
                    <a:pt x="173058" y="82425"/>
                  </a:lnTo>
                  <a:lnTo>
                    <a:pt x="170426" y="86164"/>
                  </a:lnTo>
                  <a:lnTo>
                    <a:pt x="168970" y="87781"/>
                  </a:lnTo>
                  <a:lnTo>
                    <a:pt x="167538" y="88811"/>
                  </a:lnTo>
                  <a:lnTo>
                    <a:pt x="167205" y="89357"/>
                  </a:lnTo>
                  <a:lnTo>
                    <a:pt x="170283" y="89305"/>
                  </a:lnTo>
                  <a:lnTo>
                    <a:pt x="171135" y="88192"/>
                  </a:lnTo>
                  <a:lnTo>
                    <a:pt x="171846" y="86109"/>
                  </a:lnTo>
                  <a:lnTo>
                    <a:pt x="173199" y="83959"/>
                  </a:lnTo>
                  <a:lnTo>
                    <a:pt x="175763" y="82971"/>
                  </a:lnTo>
                  <a:lnTo>
                    <a:pt x="179336" y="85090"/>
                  </a:lnTo>
                  <a:lnTo>
                    <a:pt x="181111" y="85005"/>
                  </a:lnTo>
                  <a:lnTo>
                    <a:pt x="182465" y="82878"/>
                  </a:lnTo>
                  <a:lnTo>
                    <a:pt x="183978" y="81430"/>
                  </a:lnTo>
                  <a:lnTo>
                    <a:pt x="184573" y="81143"/>
                  </a:lnTo>
                  <a:lnTo>
                    <a:pt x="184896" y="81303"/>
                  </a:lnTo>
                  <a:lnTo>
                    <a:pt x="186048" y="82813"/>
                  </a:lnTo>
                  <a:lnTo>
                    <a:pt x="186396" y="84161"/>
                  </a:lnTo>
                  <a:lnTo>
                    <a:pt x="186371" y="87239"/>
                  </a:lnTo>
                  <a:lnTo>
                    <a:pt x="186216" y="88171"/>
                  </a:lnTo>
                  <a:lnTo>
                    <a:pt x="185192" y="90495"/>
                  </a:lnTo>
                  <a:lnTo>
                    <a:pt x="182692" y="93985"/>
                  </a:lnTo>
                  <a:lnTo>
                    <a:pt x="181057" y="95295"/>
                  </a:lnTo>
                  <a:lnTo>
                    <a:pt x="179244" y="95999"/>
                  </a:lnTo>
                  <a:lnTo>
                    <a:pt x="177268" y="97184"/>
                  </a:lnTo>
                  <a:lnTo>
                    <a:pt x="176571" y="98139"/>
                  </a:lnTo>
                  <a:lnTo>
                    <a:pt x="175889" y="99494"/>
                  </a:lnTo>
                  <a:lnTo>
                    <a:pt x="175209" y="100400"/>
                  </a:lnTo>
                  <a:lnTo>
                    <a:pt x="174343" y="101153"/>
                  </a:lnTo>
                  <a:lnTo>
                    <a:pt x="175476" y="102257"/>
                  </a:lnTo>
                  <a:lnTo>
                    <a:pt x="175910" y="102227"/>
                  </a:lnTo>
                  <a:lnTo>
                    <a:pt x="176329" y="101566"/>
                  </a:lnTo>
                  <a:lnTo>
                    <a:pt x="177470" y="98963"/>
                  </a:lnTo>
                  <a:lnTo>
                    <a:pt x="178319" y="97829"/>
                  </a:lnTo>
                  <a:lnTo>
                    <a:pt x="178800" y="97591"/>
                  </a:lnTo>
                  <a:lnTo>
                    <a:pt x="179295" y="97699"/>
                  </a:lnTo>
                  <a:lnTo>
                    <a:pt x="179778" y="98210"/>
                  </a:lnTo>
                  <a:lnTo>
                    <a:pt x="180249" y="99122"/>
                  </a:lnTo>
                  <a:lnTo>
                    <a:pt x="180213" y="101341"/>
                  </a:lnTo>
                  <a:lnTo>
                    <a:pt x="178773" y="110129"/>
                  </a:lnTo>
                  <a:lnTo>
                    <a:pt x="179007" y="110103"/>
                  </a:lnTo>
                  <a:lnTo>
                    <a:pt x="179892" y="107719"/>
                  </a:lnTo>
                  <a:lnTo>
                    <a:pt x="182466" y="98568"/>
                  </a:lnTo>
                  <a:lnTo>
                    <a:pt x="183096" y="96735"/>
                  </a:lnTo>
                  <a:lnTo>
                    <a:pt x="184338" y="94887"/>
                  </a:lnTo>
                  <a:lnTo>
                    <a:pt x="187122" y="92089"/>
                  </a:lnTo>
                  <a:lnTo>
                    <a:pt x="189273" y="90625"/>
                  </a:lnTo>
                  <a:lnTo>
                    <a:pt x="191701" y="89393"/>
                  </a:lnTo>
                  <a:lnTo>
                    <a:pt x="192998" y="88935"/>
                  </a:lnTo>
                  <a:lnTo>
                    <a:pt x="194479" y="89244"/>
                  </a:lnTo>
                  <a:lnTo>
                    <a:pt x="195442" y="90683"/>
                  </a:lnTo>
                  <a:lnTo>
                    <a:pt x="196744" y="90941"/>
                  </a:lnTo>
                  <a:lnTo>
                    <a:pt x="198328" y="90583"/>
                  </a:lnTo>
                  <a:lnTo>
                    <a:pt x="199350" y="90755"/>
                  </a:lnTo>
                  <a:lnTo>
                    <a:pt x="200507" y="91325"/>
                  </a:lnTo>
                  <a:lnTo>
                    <a:pt x="201497" y="92391"/>
                  </a:lnTo>
                  <a:lnTo>
                    <a:pt x="203179" y="93601"/>
                  </a:lnTo>
                  <a:lnTo>
                    <a:pt x="206976" y="95872"/>
                  </a:lnTo>
                  <a:lnTo>
                    <a:pt x="207448" y="96350"/>
                  </a:lnTo>
                  <a:lnTo>
                    <a:pt x="207889" y="97210"/>
                  </a:lnTo>
                  <a:lnTo>
                    <a:pt x="208298" y="98454"/>
                  </a:lnTo>
                  <a:lnTo>
                    <a:pt x="208248" y="99684"/>
                  </a:lnTo>
                  <a:lnTo>
                    <a:pt x="207737" y="100904"/>
                  </a:lnTo>
                  <a:lnTo>
                    <a:pt x="207103" y="101646"/>
                  </a:lnTo>
                  <a:lnTo>
                    <a:pt x="206346" y="101918"/>
                  </a:lnTo>
                  <a:lnTo>
                    <a:pt x="205562" y="102582"/>
                  </a:lnTo>
                  <a:lnTo>
                    <a:pt x="204112" y="104319"/>
                  </a:lnTo>
                  <a:lnTo>
                    <a:pt x="203639" y="104613"/>
                  </a:lnTo>
                  <a:lnTo>
                    <a:pt x="201365" y="105360"/>
                  </a:lnTo>
                  <a:lnTo>
                    <a:pt x="199257" y="105725"/>
                  </a:lnTo>
                  <a:lnTo>
                    <a:pt x="197940" y="106425"/>
                  </a:lnTo>
                  <a:lnTo>
                    <a:pt x="195409" y="108311"/>
                  </a:lnTo>
                  <a:lnTo>
                    <a:pt x="191925" y="111811"/>
                  </a:lnTo>
                  <a:lnTo>
                    <a:pt x="191960" y="112645"/>
                  </a:lnTo>
                  <a:lnTo>
                    <a:pt x="193351" y="113046"/>
                  </a:lnTo>
                  <a:lnTo>
                    <a:pt x="194478" y="112518"/>
                  </a:lnTo>
                  <a:lnTo>
                    <a:pt x="196028" y="110100"/>
                  </a:lnTo>
                  <a:lnTo>
                    <a:pt x="197485" y="109175"/>
                  </a:lnTo>
                  <a:lnTo>
                    <a:pt x="199762" y="108435"/>
                  </a:lnTo>
                  <a:lnTo>
                    <a:pt x="202912" y="107789"/>
                  </a:lnTo>
                  <a:lnTo>
                    <a:pt x="204261" y="107890"/>
                  </a:lnTo>
                  <a:lnTo>
                    <a:pt x="204504" y="108020"/>
                  </a:lnTo>
                  <a:lnTo>
                    <a:pt x="204680" y="108591"/>
                  </a:lnTo>
                  <a:lnTo>
                    <a:pt x="204789" y="109601"/>
                  </a:lnTo>
                  <a:lnTo>
                    <a:pt x="204273" y="110920"/>
                  </a:lnTo>
                  <a:lnTo>
                    <a:pt x="203675" y="111543"/>
                  </a:lnTo>
                  <a:lnTo>
                    <a:pt x="202049" y="114527"/>
                  </a:lnTo>
                  <a:lnTo>
                    <a:pt x="203119" y="115301"/>
                  </a:lnTo>
                  <a:lnTo>
                    <a:pt x="204589" y="115636"/>
                  </a:lnTo>
                  <a:lnTo>
                    <a:pt x="205429" y="114837"/>
                  </a:lnTo>
                  <a:lnTo>
                    <a:pt x="206187" y="113004"/>
                  </a:lnTo>
                  <a:lnTo>
                    <a:pt x="207038" y="111989"/>
                  </a:lnTo>
                  <a:lnTo>
                    <a:pt x="207981" y="111788"/>
                  </a:lnTo>
                  <a:lnTo>
                    <a:pt x="208809" y="111322"/>
                  </a:lnTo>
                  <a:lnTo>
                    <a:pt x="209525" y="110589"/>
                  </a:lnTo>
                  <a:lnTo>
                    <a:pt x="209719" y="110110"/>
                  </a:lnTo>
                  <a:lnTo>
                    <a:pt x="208679" y="109159"/>
                  </a:lnTo>
                  <a:lnTo>
                    <a:pt x="208597" y="108581"/>
                  </a:lnTo>
                  <a:lnTo>
                    <a:pt x="209021" y="107160"/>
                  </a:lnTo>
                  <a:lnTo>
                    <a:pt x="209786" y="105587"/>
                  </a:lnTo>
                  <a:lnTo>
                    <a:pt x="210582" y="104609"/>
                  </a:lnTo>
                  <a:lnTo>
                    <a:pt x="211174" y="104531"/>
                  </a:lnTo>
                  <a:lnTo>
                    <a:pt x="213133" y="105578"/>
                  </a:lnTo>
                  <a:lnTo>
                    <a:pt x="214472" y="107409"/>
                  </a:lnTo>
                  <a:lnTo>
                    <a:pt x="217860" y="112888"/>
                  </a:lnTo>
                  <a:lnTo>
                    <a:pt x="218295" y="113951"/>
                  </a:lnTo>
                  <a:lnTo>
                    <a:pt x="219473" y="118021"/>
                  </a:lnTo>
                  <a:lnTo>
                    <a:pt x="219696" y="119830"/>
                  </a:lnTo>
                  <a:lnTo>
                    <a:pt x="219503" y="121090"/>
                  </a:lnTo>
                  <a:lnTo>
                    <a:pt x="219225" y="121862"/>
                  </a:lnTo>
                  <a:lnTo>
                    <a:pt x="218863" y="122140"/>
                  </a:lnTo>
                  <a:lnTo>
                    <a:pt x="218119" y="122149"/>
                  </a:lnTo>
                  <a:lnTo>
                    <a:pt x="213605" y="120483"/>
                  </a:lnTo>
                  <a:lnTo>
                    <a:pt x="211546" y="120699"/>
                  </a:lnTo>
                  <a:lnTo>
                    <a:pt x="210647" y="121165"/>
                  </a:lnTo>
                  <a:lnTo>
                    <a:pt x="209921" y="121865"/>
                  </a:lnTo>
                  <a:lnTo>
                    <a:pt x="209357" y="122746"/>
                  </a:lnTo>
                  <a:lnTo>
                    <a:pt x="208956" y="123813"/>
                  </a:lnTo>
                  <a:lnTo>
                    <a:pt x="208165" y="124413"/>
                  </a:lnTo>
                  <a:lnTo>
                    <a:pt x="205302" y="124435"/>
                  </a:lnTo>
                  <a:lnTo>
                    <a:pt x="203695" y="125029"/>
                  </a:lnTo>
                  <a:lnTo>
                    <a:pt x="200932" y="126477"/>
                  </a:lnTo>
                  <a:lnTo>
                    <a:pt x="199940" y="127278"/>
                  </a:lnTo>
                  <a:lnTo>
                    <a:pt x="199718" y="128327"/>
                  </a:lnTo>
                  <a:lnTo>
                    <a:pt x="201409" y="128144"/>
                  </a:lnTo>
                  <a:lnTo>
                    <a:pt x="204193" y="126782"/>
                  </a:lnTo>
                  <a:lnTo>
                    <a:pt x="206810" y="126395"/>
                  </a:lnTo>
                  <a:lnTo>
                    <a:pt x="211183" y="129392"/>
                  </a:lnTo>
                  <a:lnTo>
                    <a:pt x="212624" y="129858"/>
                  </a:lnTo>
                  <a:lnTo>
                    <a:pt x="213426" y="129427"/>
                  </a:lnTo>
                  <a:lnTo>
                    <a:pt x="214391" y="129293"/>
                  </a:lnTo>
                  <a:lnTo>
                    <a:pt x="217886" y="129492"/>
                  </a:lnTo>
                  <a:lnTo>
                    <a:pt x="219078" y="129858"/>
                  </a:lnTo>
                  <a:lnTo>
                    <a:pt x="220850" y="131008"/>
                  </a:lnTo>
                  <a:lnTo>
                    <a:pt x="223559" y="133506"/>
                  </a:lnTo>
                  <a:lnTo>
                    <a:pt x="224079" y="134239"/>
                  </a:lnTo>
                  <a:lnTo>
                    <a:pt x="224382" y="135011"/>
                  </a:lnTo>
                  <a:lnTo>
                    <a:pt x="224468" y="135817"/>
                  </a:lnTo>
                  <a:lnTo>
                    <a:pt x="224439" y="137808"/>
                  </a:lnTo>
                  <a:lnTo>
                    <a:pt x="224169" y="138483"/>
                  </a:lnTo>
                  <a:lnTo>
                    <a:pt x="223251" y="138941"/>
                  </a:lnTo>
                  <a:lnTo>
                    <a:pt x="219356" y="138411"/>
                  </a:lnTo>
                  <a:lnTo>
                    <a:pt x="218168" y="137996"/>
                  </a:lnTo>
                  <a:lnTo>
                    <a:pt x="216705" y="138519"/>
                  </a:lnTo>
                  <a:lnTo>
                    <a:pt x="215518" y="138336"/>
                  </a:lnTo>
                  <a:lnTo>
                    <a:pt x="214001" y="137537"/>
                  </a:lnTo>
                  <a:lnTo>
                    <a:pt x="212334" y="136121"/>
                  </a:lnTo>
                  <a:lnTo>
                    <a:pt x="209837" y="137465"/>
                  </a:lnTo>
                  <a:lnTo>
                    <a:pt x="207836" y="136592"/>
                  </a:lnTo>
                  <a:lnTo>
                    <a:pt x="205792" y="137367"/>
                  </a:lnTo>
                  <a:lnTo>
                    <a:pt x="201738" y="140558"/>
                  </a:lnTo>
                  <a:lnTo>
                    <a:pt x="202192" y="141109"/>
                  </a:lnTo>
                  <a:lnTo>
                    <a:pt x="207748" y="138369"/>
                  </a:lnTo>
                  <a:lnTo>
                    <a:pt x="208820" y="138537"/>
                  </a:lnTo>
                  <a:lnTo>
                    <a:pt x="210576" y="139535"/>
                  </a:lnTo>
                  <a:lnTo>
                    <a:pt x="213351" y="141505"/>
                  </a:lnTo>
                  <a:lnTo>
                    <a:pt x="214129" y="142311"/>
                  </a:lnTo>
                  <a:lnTo>
                    <a:pt x="214136" y="145409"/>
                  </a:lnTo>
                  <a:lnTo>
                    <a:pt x="213712" y="147492"/>
                  </a:lnTo>
                  <a:lnTo>
                    <a:pt x="212865" y="149837"/>
                  </a:lnTo>
                  <a:lnTo>
                    <a:pt x="211592" y="149521"/>
                  </a:lnTo>
                  <a:lnTo>
                    <a:pt x="208625" y="148062"/>
                  </a:lnTo>
                  <a:lnTo>
                    <a:pt x="207412" y="147862"/>
                  </a:lnTo>
                  <a:lnTo>
                    <a:pt x="206524" y="148100"/>
                  </a:lnTo>
                  <a:lnTo>
                    <a:pt x="205333" y="149029"/>
                  </a:lnTo>
                  <a:lnTo>
                    <a:pt x="204770" y="149062"/>
                  </a:lnTo>
                  <a:lnTo>
                    <a:pt x="200025" y="147212"/>
                  </a:lnTo>
                  <a:lnTo>
                    <a:pt x="198958" y="147124"/>
                  </a:lnTo>
                  <a:lnTo>
                    <a:pt x="198834" y="147313"/>
                  </a:lnTo>
                  <a:lnTo>
                    <a:pt x="199061" y="147680"/>
                  </a:lnTo>
                  <a:lnTo>
                    <a:pt x="203365" y="150547"/>
                  </a:lnTo>
                  <a:lnTo>
                    <a:pt x="206545" y="150860"/>
                  </a:lnTo>
                  <a:lnTo>
                    <a:pt x="208539" y="151356"/>
                  </a:lnTo>
                  <a:lnTo>
                    <a:pt x="209720" y="152231"/>
                  </a:lnTo>
                  <a:lnTo>
                    <a:pt x="210276" y="152878"/>
                  </a:lnTo>
                  <a:lnTo>
                    <a:pt x="210316" y="154797"/>
                  </a:lnTo>
                  <a:lnTo>
                    <a:pt x="211378" y="156729"/>
                  </a:lnTo>
                  <a:lnTo>
                    <a:pt x="212334" y="157514"/>
                  </a:lnTo>
                  <a:lnTo>
                    <a:pt x="212944" y="157550"/>
                  </a:lnTo>
                  <a:lnTo>
                    <a:pt x="213992" y="156839"/>
                  </a:lnTo>
                  <a:lnTo>
                    <a:pt x="215050" y="156729"/>
                  </a:lnTo>
                  <a:lnTo>
                    <a:pt x="215906" y="157224"/>
                  </a:lnTo>
                  <a:lnTo>
                    <a:pt x="216977" y="158291"/>
                  </a:lnTo>
                  <a:lnTo>
                    <a:pt x="218273" y="158589"/>
                  </a:lnTo>
                  <a:lnTo>
                    <a:pt x="219409" y="159237"/>
                  </a:lnTo>
                  <a:lnTo>
                    <a:pt x="220287" y="159367"/>
                  </a:lnTo>
                  <a:lnTo>
                    <a:pt x="222758" y="159067"/>
                  </a:lnTo>
                  <a:lnTo>
                    <a:pt x="223829" y="159476"/>
                  </a:lnTo>
                  <a:lnTo>
                    <a:pt x="224106" y="159833"/>
                  </a:lnTo>
                  <a:lnTo>
                    <a:pt x="223640" y="160455"/>
                  </a:lnTo>
                  <a:lnTo>
                    <a:pt x="221382" y="161947"/>
                  </a:lnTo>
                  <a:lnTo>
                    <a:pt x="221039" y="163368"/>
                  </a:lnTo>
                  <a:lnTo>
                    <a:pt x="222314" y="165216"/>
                  </a:lnTo>
                  <a:lnTo>
                    <a:pt x="222981" y="166631"/>
                  </a:lnTo>
                  <a:lnTo>
                    <a:pt x="222949" y="167687"/>
                  </a:lnTo>
                  <a:lnTo>
                    <a:pt x="222268" y="170093"/>
                  </a:lnTo>
                  <a:lnTo>
                    <a:pt x="222095" y="171061"/>
                  </a:lnTo>
                  <a:lnTo>
                    <a:pt x="222319" y="171139"/>
                  </a:lnTo>
                  <a:lnTo>
                    <a:pt x="223961" y="169191"/>
                  </a:lnTo>
                  <a:lnTo>
                    <a:pt x="224218" y="169441"/>
                  </a:lnTo>
                  <a:lnTo>
                    <a:pt x="224388" y="172139"/>
                  </a:lnTo>
                  <a:lnTo>
                    <a:pt x="224599" y="171986"/>
                  </a:lnTo>
                  <a:lnTo>
                    <a:pt x="225149" y="169752"/>
                  </a:lnTo>
                  <a:lnTo>
                    <a:pt x="224904" y="166779"/>
                  </a:lnTo>
                  <a:lnTo>
                    <a:pt x="225867" y="165606"/>
                  </a:lnTo>
                  <a:lnTo>
                    <a:pt x="228928" y="164717"/>
                  </a:lnTo>
                  <a:lnTo>
                    <a:pt x="228409" y="169377"/>
                  </a:lnTo>
                  <a:lnTo>
                    <a:pt x="228329" y="171798"/>
                  </a:lnTo>
                  <a:lnTo>
                    <a:pt x="226991" y="175831"/>
                  </a:lnTo>
                  <a:lnTo>
                    <a:pt x="225875" y="177131"/>
                  </a:lnTo>
                  <a:lnTo>
                    <a:pt x="225908" y="177401"/>
                  </a:lnTo>
                  <a:lnTo>
                    <a:pt x="226702" y="177913"/>
                  </a:lnTo>
                  <a:lnTo>
                    <a:pt x="227197" y="177969"/>
                  </a:lnTo>
                  <a:lnTo>
                    <a:pt x="227673" y="177339"/>
                  </a:lnTo>
                  <a:lnTo>
                    <a:pt x="228805" y="174222"/>
                  </a:lnTo>
                  <a:lnTo>
                    <a:pt x="231106" y="170977"/>
                  </a:lnTo>
                  <a:lnTo>
                    <a:pt x="231524" y="170907"/>
                  </a:lnTo>
                  <a:lnTo>
                    <a:pt x="231508" y="172081"/>
                  </a:lnTo>
                  <a:lnTo>
                    <a:pt x="231211" y="174261"/>
                  </a:lnTo>
                  <a:lnTo>
                    <a:pt x="232274" y="175283"/>
                  </a:lnTo>
                  <a:lnTo>
                    <a:pt x="233287" y="174271"/>
                  </a:lnTo>
                  <a:lnTo>
                    <a:pt x="233837" y="173397"/>
                  </a:lnTo>
                  <a:lnTo>
                    <a:pt x="235110" y="173525"/>
                  </a:lnTo>
                  <a:lnTo>
                    <a:pt x="235689" y="173941"/>
                  </a:lnTo>
                  <a:lnTo>
                    <a:pt x="235862" y="174903"/>
                  </a:lnTo>
                  <a:lnTo>
                    <a:pt x="235277" y="178931"/>
                  </a:lnTo>
                  <a:lnTo>
                    <a:pt x="235384" y="179929"/>
                  </a:lnTo>
                  <a:lnTo>
                    <a:pt x="236726" y="182611"/>
                  </a:lnTo>
                  <a:lnTo>
                    <a:pt x="236862" y="182451"/>
                  </a:lnTo>
                  <a:lnTo>
                    <a:pt x="236608" y="181156"/>
                  </a:lnTo>
                  <a:lnTo>
                    <a:pt x="236332" y="177958"/>
                  </a:lnTo>
                  <a:lnTo>
                    <a:pt x="236591" y="176571"/>
                  </a:lnTo>
                  <a:lnTo>
                    <a:pt x="237696" y="174791"/>
                  </a:lnTo>
                  <a:lnTo>
                    <a:pt x="239964" y="172228"/>
                  </a:lnTo>
                  <a:lnTo>
                    <a:pt x="240805" y="171720"/>
                  </a:lnTo>
                  <a:lnTo>
                    <a:pt x="241330" y="172068"/>
                  </a:lnTo>
                  <a:lnTo>
                    <a:pt x="242165" y="173299"/>
                  </a:lnTo>
                  <a:lnTo>
                    <a:pt x="241905" y="174033"/>
                  </a:lnTo>
                  <a:lnTo>
                    <a:pt x="241003" y="174802"/>
                  </a:lnTo>
                  <a:lnTo>
                    <a:pt x="240333" y="176193"/>
                  </a:lnTo>
                  <a:lnTo>
                    <a:pt x="239897" y="178209"/>
                  </a:lnTo>
                  <a:lnTo>
                    <a:pt x="240381" y="179281"/>
                  </a:lnTo>
                  <a:lnTo>
                    <a:pt x="242219" y="179377"/>
                  </a:lnTo>
                  <a:lnTo>
                    <a:pt x="244065" y="177724"/>
                  </a:lnTo>
                  <a:lnTo>
                    <a:pt x="245125" y="178538"/>
                  </a:lnTo>
                  <a:lnTo>
                    <a:pt x="246386" y="180688"/>
                  </a:lnTo>
                  <a:lnTo>
                    <a:pt x="248695" y="184143"/>
                  </a:lnTo>
                  <a:lnTo>
                    <a:pt x="250010" y="183201"/>
                  </a:lnTo>
                  <a:lnTo>
                    <a:pt x="251637" y="185825"/>
                  </a:lnTo>
                  <a:lnTo>
                    <a:pt x="249452" y="187907"/>
                  </a:lnTo>
                  <a:lnTo>
                    <a:pt x="250121" y="192289"/>
                  </a:lnTo>
                  <a:lnTo>
                    <a:pt x="247281" y="192108"/>
                  </a:lnTo>
                  <a:lnTo>
                    <a:pt x="245685" y="192451"/>
                  </a:lnTo>
                  <a:lnTo>
                    <a:pt x="244617" y="192057"/>
                  </a:lnTo>
                  <a:lnTo>
                    <a:pt x="243468" y="192194"/>
                  </a:lnTo>
                  <a:lnTo>
                    <a:pt x="244532" y="193228"/>
                  </a:lnTo>
                  <a:lnTo>
                    <a:pt x="246583" y="193655"/>
                  </a:lnTo>
                  <a:lnTo>
                    <a:pt x="246770" y="194983"/>
                  </a:lnTo>
                  <a:lnTo>
                    <a:pt x="248380" y="194950"/>
                  </a:lnTo>
                  <a:lnTo>
                    <a:pt x="249589" y="194694"/>
                  </a:lnTo>
                  <a:lnTo>
                    <a:pt x="251771" y="194748"/>
                  </a:lnTo>
                  <a:lnTo>
                    <a:pt x="251888" y="193224"/>
                  </a:lnTo>
                  <a:lnTo>
                    <a:pt x="253307" y="192354"/>
                  </a:lnTo>
                  <a:lnTo>
                    <a:pt x="254123" y="191396"/>
                  </a:lnTo>
                  <a:lnTo>
                    <a:pt x="254801" y="191963"/>
                  </a:lnTo>
                  <a:lnTo>
                    <a:pt x="256775" y="192614"/>
                  </a:lnTo>
                  <a:lnTo>
                    <a:pt x="259425" y="195608"/>
                  </a:lnTo>
                  <a:lnTo>
                    <a:pt x="258257" y="197400"/>
                  </a:lnTo>
                  <a:lnTo>
                    <a:pt x="257939" y="199094"/>
                  </a:lnTo>
                  <a:lnTo>
                    <a:pt x="257546" y="200528"/>
                  </a:lnTo>
                  <a:lnTo>
                    <a:pt x="257327" y="201823"/>
                  </a:lnTo>
                  <a:lnTo>
                    <a:pt x="256861" y="202715"/>
                  </a:lnTo>
                  <a:lnTo>
                    <a:pt x="253066" y="207801"/>
                  </a:lnTo>
                  <a:lnTo>
                    <a:pt x="253694" y="207847"/>
                  </a:lnTo>
                  <a:lnTo>
                    <a:pt x="255300" y="206618"/>
                  </a:lnTo>
                  <a:lnTo>
                    <a:pt x="258429" y="204788"/>
                  </a:lnTo>
                  <a:lnTo>
                    <a:pt x="260173" y="204051"/>
                  </a:lnTo>
                  <a:lnTo>
                    <a:pt x="261413" y="204540"/>
                  </a:lnTo>
                  <a:lnTo>
                    <a:pt x="262039" y="204562"/>
                  </a:lnTo>
                  <a:lnTo>
                    <a:pt x="262594" y="203908"/>
                  </a:lnTo>
                  <a:lnTo>
                    <a:pt x="263628" y="204661"/>
                  </a:lnTo>
                  <a:lnTo>
                    <a:pt x="265774" y="205348"/>
                  </a:lnTo>
                  <a:lnTo>
                    <a:pt x="268236" y="201171"/>
                  </a:lnTo>
                  <a:lnTo>
                    <a:pt x="269727" y="201989"/>
                  </a:lnTo>
                  <a:lnTo>
                    <a:pt x="271115" y="204569"/>
                  </a:lnTo>
                  <a:lnTo>
                    <a:pt x="274090" y="209098"/>
                  </a:lnTo>
                  <a:lnTo>
                    <a:pt x="275640" y="211736"/>
                  </a:lnTo>
                  <a:lnTo>
                    <a:pt x="276157" y="212932"/>
                  </a:lnTo>
                  <a:lnTo>
                    <a:pt x="276084" y="214110"/>
                  </a:lnTo>
                  <a:lnTo>
                    <a:pt x="274682" y="215359"/>
                  </a:lnTo>
                  <a:lnTo>
                    <a:pt x="273964" y="215610"/>
                  </a:lnTo>
                  <a:lnTo>
                    <a:pt x="272077" y="213255"/>
                  </a:lnTo>
                  <a:lnTo>
                    <a:pt x="270343" y="212063"/>
                  </a:lnTo>
                  <a:lnTo>
                    <a:pt x="269287" y="212191"/>
                  </a:lnTo>
                  <a:lnTo>
                    <a:pt x="268239" y="213099"/>
                  </a:lnTo>
                  <a:lnTo>
                    <a:pt x="268566" y="213605"/>
                  </a:lnTo>
                  <a:lnTo>
                    <a:pt x="272764" y="217234"/>
                  </a:lnTo>
                  <a:lnTo>
                    <a:pt x="273497" y="219912"/>
                  </a:lnTo>
                  <a:lnTo>
                    <a:pt x="273551" y="221082"/>
                  </a:lnTo>
                  <a:lnTo>
                    <a:pt x="270744" y="222857"/>
                  </a:lnTo>
                  <a:lnTo>
                    <a:pt x="269844" y="222961"/>
                  </a:lnTo>
                  <a:lnTo>
                    <a:pt x="267901" y="222114"/>
                  </a:lnTo>
                  <a:lnTo>
                    <a:pt x="266762" y="220533"/>
                  </a:lnTo>
                  <a:lnTo>
                    <a:pt x="265824" y="219961"/>
                  </a:lnTo>
                  <a:lnTo>
                    <a:pt x="264523" y="219773"/>
                  </a:lnTo>
                  <a:lnTo>
                    <a:pt x="264107" y="220079"/>
                  </a:lnTo>
                  <a:lnTo>
                    <a:pt x="265524" y="222766"/>
                  </a:lnTo>
                  <a:lnTo>
                    <a:pt x="265388" y="223574"/>
                  </a:lnTo>
                  <a:lnTo>
                    <a:pt x="264656" y="224096"/>
                  </a:lnTo>
                  <a:lnTo>
                    <a:pt x="264295" y="225393"/>
                  </a:lnTo>
                  <a:lnTo>
                    <a:pt x="267097" y="227729"/>
                  </a:lnTo>
                  <a:lnTo>
                    <a:pt x="269194" y="230105"/>
                  </a:lnTo>
                  <a:lnTo>
                    <a:pt x="269505" y="231058"/>
                  </a:lnTo>
                  <a:lnTo>
                    <a:pt x="268091" y="231765"/>
                  </a:lnTo>
                  <a:lnTo>
                    <a:pt x="267075" y="231928"/>
                  </a:lnTo>
                  <a:lnTo>
                    <a:pt x="264927" y="231585"/>
                  </a:lnTo>
                  <a:lnTo>
                    <a:pt x="263749" y="231084"/>
                  </a:lnTo>
                  <a:lnTo>
                    <a:pt x="263424" y="231621"/>
                  </a:lnTo>
                  <a:lnTo>
                    <a:pt x="264643" y="232868"/>
                  </a:lnTo>
                  <a:lnTo>
                    <a:pt x="265114" y="233711"/>
                  </a:lnTo>
                  <a:lnTo>
                    <a:pt x="265480" y="234886"/>
                  </a:lnTo>
                  <a:lnTo>
                    <a:pt x="265692" y="235992"/>
                  </a:lnTo>
                  <a:lnTo>
                    <a:pt x="265752" y="237027"/>
                  </a:lnTo>
                  <a:lnTo>
                    <a:pt x="264756" y="237878"/>
                  </a:lnTo>
                  <a:lnTo>
                    <a:pt x="263558" y="240267"/>
                  </a:lnTo>
                  <a:lnTo>
                    <a:pt x="263090" y="242741"/>
                  </a:lnTo>
                  <a:lnTo>
                    <a:pt x="262005" y="242976"/>
                  </a:lnTo>
                  <a:lnTo>
                    <a:pt x="261567" y="242511"/>
                  </a:lnTo>
                  <a:lnTo>
                    <a:pt x="260110" y="243260"/>
                  </a:lnTo>
                  <a:lnTo>
                    <a:pt x="258187" y="242227"/>
                  </a:lnTo>
                  <a:lnTo>
                    <a:pt x="257497" y="241097"/>
                  </a:lnTo>
                  <a:lnTo>
                    <a:pt x="255401" y="236444"/>
                  </a:lnTo>
                  <a:lnTo>
                    <a:pt x="255347" y="236966"/>
                  </a:lnTo>
                  <a:lnTo>
                    <a:pt x="255871" y="239317"/>
                  </a:lnTo>
                  <a:lnTo>
                    <a:pt x="255764" y="240712"/>
                  </a:lnTo>
                  <a:lnTo>
                    <a:pt x="253543" y="241725"/>
                  </a:lnTo>
                  <a:lnTo>
                    <a:pt x="253551" y="242119"/>
                  </a:lnTo>
                  <a:lnTo>
                    <a:pt x="254915" y="242856"/>
                  </a:lnTo>
                  <a:lnTo>
                    <a:pt x="256567" y="243426"/>
                  </a:lnTo>
                  <a:lnTo>
                    <a:pt x="256309" y="245599"/>
                  </a:lnTo>
                  <a:lnTo>
                    <a:pt x="256317" y="254862"/>
                  </a:lnTo>
                  <a:lnTo>
                    <a:pt x="255948" y="258150"/>
                  </a:lnTo>
                  <a:lnTo>
                    <a:pt x="255140" y="261022"/>
                  </a:lnTo>
                  <a:lnTo>
                    <a:pt x="253979" y="263775"/>
                  </a:lnTo>
                  <a:lnTo>
                    <a:pt x="252724" y="261972"/>
                  </a:lnTo>
                  <a:lnTo>
                    <a:pt x="252222" y="260132"/>
                  </a:lnTo>
                  <a:lnTo>
                    <a:pt x="251801" y="259188"/>
                  </a:lnTo>
                  <a:lnTo>
                    <a:pt x="251201" y="258421"/>
                  </a:lnTo>
                  <a:lnTo>
                    <a:pt x="250425" y="258060"/>
                  </a:lnTo>
                  <a:lnTo>
                    <a:pt x="249607" y="258047"/>
                  </a:lnTo>
                  <a:lnTo>
                    <a:pt x="248737" y="259695"/>
                  </a:lnTo>
                  <a:lnTo>
                    <a:pt x="247789" y="258273"/>
                  </a:lnTo>
                  <a:lnTo>
                    <a:pt x="246874" y="256555"/>
                  </a:lnTo>
                  <a:lnTo>
                    <a:pt x="247219" y="252060"/>
                  </a:lnTo>
                  <a:lnTo>
                    <a:pt x="247604" y="249807"/>
                  </a:lnTo>
                  <a:lnTo>
                    <a:pt x="247450" y="249825"/>
                  </a:lnTo>
                  <a:lnTo>
                    <a:pt x="246929" y="250890"/>
                  </a:lnTo>
                  <a:lnTo>
                    <a:pt x="245680" y="254182"/>
                  </a:lnTo>
                  <a:lnTo>
                    <a:pt x="244861" y="258205"/>
                  </a:lnTo>
                  <a:lnTo>
                    <a:pt x="243801" y="256658"/>
                  </a:lnTo>
                  <a:lnTo>
                    <a:pt x="242845" y="254733"/>
                  </a:lnTo>
                  <a:lnTo>
                    <a:pt x="242055" y="252798"/>
                  </a:lnTo>
                  <a:lnTo>
                    <a:pt x="240779" y="250566"/>
                  </a:lnTo>
                  <a:lnTo>
                    <a:pt x="239540" y="247946"/>
                  </a:lnTo>
                  <a:lnTo>
                    <a:pt x="238894" y="244861"/>
                  </a:lnTo>
                  <a:lnTo>
                    <a:pt x="238593" y="244226"/>
                  </a:lnTo>
                  <a:lnTo>
                    <a:pt x="237872" y="241655"/>
                  </a:lnTo>
                  <a:lnTo>
                    <a:pt x="237589" y="240921"/>
                  </a:lnTo>
                  <a:lnTo>
                    <a:pt x="237340" y="240677"/>
                  </a:lnTo>
                  <a:lnTo>
                    <a:pt x="236722" y="239074"/>
                  </a:lnTo>
                  <a:lnTo>
                    <a:pt x="236948" y="237359"/>
                  </a:lnTo>
                  <a:lnTo>
                    <a:pt x="237921" y="235332"/>
                  </a:lnTo>
                  <a:lnTo>
                    <a:pt x="238806" y="233876"/>
                  </a:lnTo>
                  <a:lnTo>
                    <a:pt x="240274" y="232440"/>
                  </a:lnTo>
                  <a:lnTo>
                    <a:pt x="241990" y="231631"/>
                  </a:lnTo>
                  <a:lnTo>
                    <a:pt x="242770" y="229780"/>
                  </a:lnTo>
                  <a:lnTo>
                    <a:pt x="243727" y="226406"/>
                  </a:lnTo>
                  <a:lnTo>
                    <a:pt x="244775" y="224059"/>
                  </a:lnTo>
                  <a:lnTo>
                    <a:pt x="245915" y="222730"/>
                  </a:lnTo>
                  <a:lnTo>
                    <a:pt x="245348" y="222483"/>
                  </a:lnTo>
                  <a:lnTo>
                    <a:pt x="243898" y="223620"/>
                  </a:lnTo>
                  <a:lnTo>
                    <a:pt x="242880" y="225278"/>
                  </a:lnTo>
                  <a:lnTo>
                    <a:pt x="241667" y="228041"/>
                  </a:lnTo>
                  <a:lnTo>
                    <a:pt x="240540" y="229804"/>
                  </a:lnTo>
                  <a:lnTo>
                    <a:pt x="237648" y="231851"/>
                  </a:lnTo>
                  <a:lnTo>
                    <a:pt x="236588" y="232261"/>
                  </a:lnTo>
                  <a:lnTo>
                    <a:pt x="235356" y="232479"/>
                  </a:lnTo>
                  <a:lnTo>
                    <a:pt x="232645" y="232192"/>
                  </a:lnTo>
                  <a:lnTo>
                    <a:pt x="232017" y="231504"/>
                  </a:lnTo>
                  <a:lnTo>
                    <a:pt x="232343" y="229547"/>
                  </a:lnTo>
                  <a:lnTo>
                    <a:pt x="234273" y="226051"/>
                  </a:lnTo>
                  <a:lnTo>
                    <a:pt x="233965" y="225805"/>
                  </a:lnTo>
                  <a:lnTo>
                    <a:pt x="233287" y="227042"/>
                  </a:lnTo>
                  <a:lnTo>
                    <a:pt x="232354" y="227898"/>
                  </a:lnTo>
                  <a:lnTo>
                    <a:pt x="231546" y="228335"/>
                  </a:lnTo>
                  <a:lnTo>
                    <a:pt x="230357" y="228179"/>
                  </a:lnTo>
                  <a:lnTo>
                    <a:pt x="228964" y="226002"/>
                  </a:lnTo>
                  <a:lnTo>
                    <a:pt x="228303" y="225331"/>
                  </a:lnTo>
                  <a:lnTo>
                    <a:pt x="226940" y="224581"/>
                  </a:lnTo>
                  <a:lnTo>
                    <a:pt x="226384" y="223835"/>
                  </a:lnTo>
                  <a:lnTo>
                    <a:pt x="224122" y="218495"/>
                  </a:lnTo>
                  <a:lnTo>
                    <a:pt x="223666" y="217075"/>
                  </a:lnTo>
                  <a:lnTo>
                    <a:pt x="223400" y="215682"/>
                  </a:lnTo>
                  <a:lnTo>
                    <a:pt x="222674" y="214510"/>
                  </a:lnTo>
                  <a:lnTo>
                    <a:pt x="221487" y="213559"/>
                  </a:lnTo>
                  <a:lnTo>
                    <a:pt x="221214" y="213715"/>
                  </a:lnTo>
                  <a:lnTo>
                    <a:pt x="221641" y="214907"/>
                  </a:lnTo>
                  <a:lnTo>
                    <a:pt x="221654" y="215933"/>
                  </a:lnTo>
                  <a:lnTo>
                    <a:pt x="220617" y="216573"/>
                  </a:lnTo>
                  <a:lnTo>
                    <a:pt x="219533" y="216351"/>
                  </a:lnTo>
                  <a:lnTo>
                    <a:pt x="218401" y="215266"/>
                  </a:lnTo>
                  <a:lnTo>
                    <a:pt x="218302" y="216725"/>
                  </a:lnTo>
                  <a:lnTo>
                    <a:pt x="219513" y="219313"/>
                  </a:lnTo>
                  <a:lnTo>
                    <a:pt x="219532" y="222594"/>
                  </a:lnTo>
                  <a:lnTo>
                    <a:pt x="219189" y="222933"/>
                  </a:lnTo>
                  <a:lnTo>
                    <a:pt x="218364" y="223125"/>
                  </a:lnTo>
                  <a:lnTo>
                    <a:pt x="217810" y="222720"/>
                  </a:lnTo>
                  <a:lnTo>
                    <a:pt x="215975" y="220268"/>
                  </a:lnTo>
                  <a:lnTo>
                    <a:pt x="214235" y="218561"/>
                  </a:lnTo>
                  <a:lnTo>
                    <a:pt x="213007" y="217618"/>
                  </a:lnTo>
                  <a:lnTo>
                    <a:pt x="212863" y="218289"/>
                  </a:lnTo>
                  <a:lnTo>
                    <a:pt x="213659" y="221247"/>
                  </a:lnTo>
                  <a:lnTo>
                    <a:pt x="214583" y="224164"/>
                  </a:lnTo>
                  <a:lnTo>
                    <a:pt x="216095" y="226569"/>
                  </a:lnTo>
                  <a:lnTo>
                    <a:pt x="218503" y="229433"/>
                  </a:lnTo>
                  <a:lnTo>
                    <a:pt x="219595" y="231084"/>
                  </a:lnTo>
                  <a:lnTo>
                    <a:pt x="218735" y="233414"/>
                  </a:lnTo>
                  <a:lnTo>
                    <a:pt x="217987" y="234177"/>
                  </a:lnTo>
                  <a:lnTo>
                    <a:pt x="217522" y="234414"/>
                  </a:lnTo>
                  <a:lnTo>
                    <a:pt x="216061" y="234417"/>
                  </a:lnTo>
                  <a:lnTo>
                    <a:pt x="213396" y="233130"/>
                  </a:lnTo>
                  <a:lnTo>
                    <a:pt x="212144" y="231693"/>
                  </a:lnTo>
                  <a:lnTo>
                    <a:pt x="210327" y="228264"/>
                  </a:lnTo>
                  <a:lnTo>
                    <a:pt x="207321" y="224735"/>
                  </a:lnTo>
                  <a:lnTo>
                    <a:pt x="206668" y="224754"/>
                  </a:lnTo>
                  <a:lnTo>
                    <a:pt x="204542" y="226190"/>
                  </a:lnTo>
                  <a:lnTo>
                    <a:pt x="204876" y="226421"/>
                  </a:lnTo>
                  <a:lnTo>
                    <a:pt x="206246" y="226525"/>
                  </a:lnTo>
                  <a:lnTo>
                    <a:pt x="207252" y="226983"/>
                  </a:lnTo>
                  <a:lnTo>
                    <a:pt x="209654" y="229771"/>
                  </a:lnTo>
                  <a:lnTo>
                    <a:pt x="209836" y="230949"/>
                  </a:lnTo>
                  <a:lnTo>
                    <a:pt x="209236" y="232261"/>
                  </a:lnTo>
                  <a:lnTo>
                    <a:pt x="209273" y="233914"/>
                  </a:lnTo>
                  <a:lnTo>
                    <a:pt x="209947" y="235913"/>
                  </a:lnTo>
                  <a:lnTo>
                    <a:pt x="210636" y="237190"/>
                  </a:lnTo>
                  <a:lnTo>
                    <a:pt x="212049" y="238091"/>
                  </a:lnTo>
                  <a:lnTo>
                    <a:pt x="212760" y="238210"/>
                  </a:lnTo>
                  <a:lnTo>
                    <a:pt x="213026" y="238789"/>
                  </a:lnTo>
                  <a:lnTo>
                    <a:pt x="212181" y="243238"/>
                  </a:lnTo>
                  <a:lnTo>
                    <a:pt x="212109" y="244455"/>
                  </a:lnTo>
                  <a:lnTo>
                    <a:pt x="212350" y="244958"/>
                  </a:lnTo>
                  <a:lnTo>
                    <a:pt x="212646" y="245000"/>
                  </a:lnTo>
                  <a:lnTo>
                    <a:pt x="214462" y="243172"/>
                  </a:lnTo>
                  <a:lnTo>
                    <a:pt x="215222" y="242726"/>
                  </a:lnTo>
                  <a:lnTo>
                    <a:pt x="215880" y="242634"/>
                  </a:lnTo>
                  <a:lnTo>
                    <a:pt x="216644" y="243146"/>
                  </a:lnTo>
                  <a:lnTo>
                    <a:pt x="217513" y="244264"/>
                  </a:lnTo>
                  <a:lnTo>
                    <a:pt x="218026" y="245417"/>
                  </a:lnTo>
                  <a:lnTo>
                    <a:pt x="218180" y="246604"/>
                  </a:lnTo>
                  <a:lnTo>
                    <a:pt x="218439" y="247381"/>
                  </a:lnTo>
                  <a:lnTo>
                    <a:pt x="220222" y="248637"/>
                  </a:lnTo>
                  <a:lnTo>
                    <a:pt x="220059" y="249224"/>
                  </a:lnTo>
                  <a:lnTo>
                    <a:pt x="218221" y="251112"/>
                  </a:lnTo>
                  <a:lnTo>
                    <a:pt x="218121" y="251409"/>
                  </a:lnTo>
                  <a:lnTo>
                    <a:pt x="218488" y="251546"/>
                  </a:lnTo>
                  <a:lnTo>
                    <a:pt x="219649" y="252673"/>
                  </a:lnTo>
                  <a:lnTo>
                    <a:pt x="220717" y="254437"/>
                  </a:lnTo>
                  <a:lnTo>
                    <a:pt x="221370" y="256538"/>
                  </a:lnTo>
                  <a:lnTo>
                    <a:pt x="221501" y="257571"/>
                  </a:lnTo>
                  <a:lnTo>
                    <a:pt x="221494" y="258552"/>
                  </a:lnTo>
                  <a:lnTo>
                    <a:pt x="221641" y="259141"/>
                  </a:lnTo>
                  <a:lnTo>
                    <a:pt x="222207" y="259246"/>
                  </a:lnTo>
                  <a:lnTo>
                    <a:pt x="222438" y="258873"/>
                  </a:lnTo>
                  <a:lnTo>
                    <a:pt x="222696" y="258943"/>
                  </a:lnTo>
                  <a:lnTo>
                    <a:pt x="222982" y="259458"/>
                  </a:lnTo>
                  <a:lnTo>
                    <a:pt x="223282" y="261069"/>
                  </a:lnTo>
                  <a:lnTo>
                    <a:pt x="223925" y="265785"/>
                  </a:lnTo>
                  <a:lnTo>
                    <a:pt x="224265" y="267111"/>
                  </a:lnTo>
                  <a:lnTo>
                    <a:pt x="224460" y="267156"/>
                  </a:lnTo>
                  <a:lnTo>
                    <a:pt x="224560" y="262423"/>
                  </a:lnTo>
                  <a:lnTo>
                    <a:pt x="224860" y="261640"/>
                  </a:lnTo>
                  <a:lnTo>
                    <a:pt x="225992" y="262478"/>
                  </a:lnTo>
                  <a:lnTo>
                    <a:pt x="227651" y="264321"/>
                  </a:lnTo>
                  <a:lnTo>
                    <a:pt x="228819" y="265961"/>
                  </a:lnTo>
                  <a:lnTo>
                    <a:pt x="228954" y="266729"/>
                  </a:lnTo>
                  <a:lnTo>
                    <a:pt x="228071" y="268218"/>
                  </a:lnTo>
                  <a:lnTo>
                    <a:pt x="228257" y="268880"/>
                  </a:lnTo>
                  <a:lnTo>
                    <a:pt x="228906" y="269853"/>
                  </a:lnTo>
                  <a:lnTo>
                    <a:pt x="229504" y="269483"/>
                  </a:lnTo>
                  <a:lnTo>
                    <a:pt x="229936" y="267820"/>
                  </a:lnTo>
                  <a:lnTo>
                    <a:pt x="230680" y="266183"/>
                  </a:lnTo>
                  <a:lnTo>
                    <a:pt x="231561" y="265026"/>
                  </a:lnTo>
                  <a:lnTo>
                    <a:pt x="233199" y="265977"/>
                  </a:lnTo>
                  <a:lnTo>
                    <a:pt x="234558" y="268424"/>
                  </a:lnTo>
                  <a:lnTo>
                    <a:pt x="234764" y="269264"/>
                  </a:lnTo>
                  <a:lnTo>
                    <a:pt x="235650" y="270323"/>
                  </a:lnTo>
                  <a:lnTo>
                    <a:pt x="236431" y="269734"/>
                  </a:lnTo>
                  <a:lnTo>
                    <a:pt x="237941" y="272538"/>
                  </a:lnTo>
                  <a:lnTo>
                    <a:pt x="237225" y="273809"/>
                  </a:lnTo>
                  <a:lnTo>
                    <a:pt x="235654" y="275657"/>
                  </a:lnTo>
                  <a:lnTo>
                    <a:pt x="235494" y="276283"/>
                  </a:lnTo>
                  <a:lnTo>
                    <a:pt x="235873" y="276140"/>
                  </a:lnTo>
                  <a:lnTo>
                    <a:pt x="238866" y="276138"/>
                  </a:lnTo>
                  <a:lnTo>
                    <a:pt x="239675" y="276881"/>
                  </a:lnTo>
                  <a:lnTo>
                    <a:pt x="239866" y="278296"/>
                  </a:lnTo>
                  <a:lnTo>
                    <a:pt x="238536" y="282238"/>
                  </a:lnTo>
                  <a:lnTo>
                    <a:pt x="237316" y="281889"/>
                  </a:lnTo>
                  <a:lnTo>
                    <a:pt x="235705" y="281793"/>
                  </a:lnTo>
                  <a:lnTo>
                    <a:pt x="234876" y="282005"/>
                  </a:lnTo>
                  <a:lnTo>
                    <a:pt x="235004" y="282516"/>
                  </a:lnTo>
                  <a:lnTo>
                    <a:pt x="237240" y="284334"/>
                  </a:lnTo>
                  <a:lnTo>
                    <a:pt x="237872" y="285832"/>
                  </a:lnTo>
                  <a:lnTo>
                    <a:pt x="238730" y="287363"/>
                  </a:lnTo>
                  <a:lnTo>
                    <a:pt x="239145" y="288624"/>
                  </a:lnTo>
                  <a:lnTo>
                    <a:pt x="239135" y="289204"/>
                  </a:lnTo>
                  <a:lnTo>
                    <a:pt x="238783" y="290077"/>
                  </a:lnTo>
                  <a:lnTo>
                    <a:pt x="238950" y="290367"/>
                  </a:lnTo>
                  <a:lnTo>
                    <a:pt x="240481" y="290938"/>
                  </a:lnTo>
                  <a:lnTo>
                    <a:pt x="241431" y="290426"/>
                  </a:lnTo>
                  <a:lnTo>
                    <a:pt x="242623" y="290231"/>
                  </a:lnTo>
                  <a:lnTo>
                    <a:pt x="243674" y="290372"/>
                  </a:lnTo>
                  <a:lnTo>
                    <a:pt x="243759" y="290916"/>
                  </a:lnTo>
                  <a:lnTo>
                    <a:pt x="243600" y="292353"/>
                  </a:lnTo>
                  <a:lnTo>
                    <a:pt x="242524" y="293682"/>
                  </a:lnTo>
                  <a:lnTo>
                    <a:pt x="242812" y="293994"/>
                  </a:lnTo>
                  <a:lnTo>
                    <a:pt x="244076" y="293612"/>
                  </a:lnTo>
                  <a:lnTo>
                    <a:pt x="244656" y="294232"/>
                  </a:lnTo>
                  <a:lnTo>
                    <a:pt x="245405" y="297395"/>
                  </a:lnTo>
                  <a:lnTo>
                    <a:pt x="246246" y="299876"/>
                  </a:lnTo>
                  <a:lnTo>
                    <a:pt x="245561" y="300446"/>
                  </a:lnTo>
                  <a:lnTo>
                    <a:pt x="244798" y="300664"/>
                  </a:lnTo>
                  <a:lnTo>
                    <a:pt x="244907" y="303830"/>
                  </a:lnTo>
                  <a:lnTo>
                    <a:pt x="245403" y="307073"/>
                  </a:lnTo>
                  <a:lnTo>
                    <a:pt x="245408" y="310182"/>
                  </a:lnTo>
                  <a:lnTo>
                    <a:pt x="245252" y="312948"/>
                  </a:lnTo>
                  <a:lnTo>
                    <a:pt x="244555" y="313563"/>
                  </a:lnTo>
                  <a:lnTo>
                    <a:pt x="243807" y="313498"/>
                  </a:lnTo>
                  <a:lnTo>
                    <a:pt x="243510" y="312804"/>
                  </a:lnTo>
                  <a:lnTo>
                    <a:pt x="241677" y="304534"/>
                  </a:lnTo>
                  <a:lnTo>
                    <a:pt x="241225" y="303040"/>
                  </a:lnTo>
                  <a:lnTo>
                    <a:pt x="240682" y="301737"/>
                  </a:lnTo>
                  <a:lnTo>
                    <a:pt x="238739" y="298165"/>
                  </a:lnTo>
                  <a:lnTo>
                    <a:pt x="238815" y="298739"/>
                  </a:lnTo>
                  <a:lnTo>
                    <a:pt x="239297" y="300387"/>
                  </a:lnTo>
                  <a:lnTo>
                    <a:pt x="239724" y="302843"/>
                  </a:lnTo>
                  <a:lnTo>
                    <a:pt x="240282" y="307743"/>
                  </a:lnTo>
                  <a:lnTo>
                    <a:pt x="240537" y="310897"/>
                  </a:lnTo>
                  <a:lnTo>
                    <a:pt x="240423" y="312096"/>
                  </a:lnTo>
                  <a:lnTo>
                    <a:pt x="240025" y="312390"/>
                  </a:lnTo>
                  <a:lnTo>
                    <a:pt x="239921" y="312963"/>
                  </a:lnTo>
                  <a:lnTo>
                    <a:pt x="240109" y="313815"/>
                  </a:lnTo>
                  <a:lnTo>
                    <a:pt x="241595" y="317036"/>
                  </a:lnTo>
                  <a:lnTo>
                    <a:pt x="242312" y="318975"/>
                  </a:lnTo>
                  <a:lnTo>
                    <a:pt x="242820" y="320991"/>
                  </a:lnTo>
                  <a:lnTo>
                    <a:pt x="243293" y="322350"/>
                  </a:lnTo>
                  <a:lnTo>
                    <a:pt x="243733" y="323054"/>
                  </a:lnTo>
                  <a:lnTo>
                    <a:pt x="243625" y="323632"/>
                  </a:lnTo>
                  <a:lnTo>
                    <a:pt x="242969" y="324083"/>
                  </a:lnTo>
                  <a:lnTo>
                    <a:pt x="241846" y="324298"/>
                  </a:lnTo>
                  <a:lnTo>
                    <a:pt x="241321" y="324023"/>
                  </a:lnTo>
                  <a:lnTo>
                    <a:pt x="239305" y="322156"/>
                  </a:lnTo>
                  <a:lnTo>
                    <a:pt x="239018" y="322739"/>
                  </a:lnTo>
                  <a:lnTo>
                    <a:pt x="240135" y="329570"/>
                  </a:lnTo>
                  <a:lnTo>
                    <a:pt x="240101" y="331204"/>
                  </a:lnTo>
                  <a:lnTo>
                    <a:pt x="239540" y="331786"/>
                  </a:lnTo>
                  <a:lnTo>
                    <a:pt x="238850" y="331106"/>
                  </a:lnTo>
                  <a:lnTo>
                    <a:pt x="238028" y="329167"/>
                  </a:lnTo>
                  <a:lnTo>
                    <a:pt x="236771" y="327007"/>
                  </a:lnTo>
                  <a:lnTo>
                    <a:pt x="235080" y="324622"/>
                  </a:lnTo>
                  <a:lnTo>
                    <a:pt x="233466" y="322758"/>
                  </a:lnTo>
                  <a:lnTo>
                    <a:pt x="233086" y="322808"/>
                  </a:lnTo>
                  <a:lnTo>
                    <a:pt x="232838" y="323361"/>
                  </a:lnTo>
                  <a:lnTo>
                    <a:pt x="232568" y="323451"/>
                  </a:lnTo>
                  <a:lnTo>
                    <a:pt x="232277" y="323078"/>
                  </a:lnTo>
                  <a:lnTo>
                    <a:pt x="231736" y="321679"/>
                  </a:lnTo>
                  <a:lnTo>
                    <a:pt x="231173" y="320728"/>
                  </a:lnTo>
                  <a:lnTo>
                    <a:pt x="228816" y="317581"/>
                  </a:lnTo>
                  <a:lnTo>
                    <a:pt x="228574" y="317549"/>
                  </a:lnTo>
                  <a:lnTo>
                    <a:pt x="228796" y="318493"/>
                  </a:lnTo>
                  <a:lnTo>
                    <a:pt x="229037" y="320564"/>
                  </a:lnTo>
                  <a:lnTo>
                    <a:pt x="228771" y="321015"/>
                  </a:lnTo>
                  <a:lnTo>
                    <a:pt x="228155" y="320846"/>
                  </a:lnTo>
                  <a:lnTo>
                    <a:pt x="226985" y="319945"/>
                  </a:lnTo>
                  <a:lnTo>
                    <a:pt x="226198" y="317874"/>
                  </a:lnTo>
                  <a:lnTo>
                    <a:pt x="225197" y="314280"/>
                  </a:lnTo>
                  <a:lnTo>
                    <a:pt x="224673" y="312925"/>
                  </a:lnTo>
                  <a:lnTo>
                    <a:pt x="224626" y="313807"/>
                  </a:lnTo>
                  <a:lnTo>
                    <a:pt x="224905" y="317231"/>
                  </a:lnTo>
                  <a:lnTo>
                    <a:pt x="224851" y="318380"/>
                  </a:lnTo>
                  <a:lnTo>
                    <a:pt x="224265" y="318694"/>
                  </a:lnTo>
                  <a:lnTo>
                    <a:pt x="224017" y="318379"/>
                  </a:lnTo>
                  <a:lnTo>
                    <a:pt x="223774" y="317466"/>
                  </a:lnTo>
                  <a:lnTo>
                    <a:pt x="223536" y="315954"/>
                  </a:lnTo>
                  <a:lnTo>
                    <a:pt x="222976" y="314805"/>
                  </a:lnTo>
                  <a:lnTo>
                    <a:pt x="222093" y="314020"/>
                  </a:lnTo>
                  <a:lnTo>
                    <a:pt x="221599" y="313197"/>
                  </a:lnTo>
                  <a:lnTo>
                    <a:pt x="221355" y="311732"/>
                  </a:lnTo>
                  <a:lnTo>
                    <a:pt x="221184" y="311396"/>
                  </a:lnTo>
                  <a:lnTo>
                    <a:pt x="219628" y="311735"/>
                  </a:lnTo>
                  <a:lnTo>
                    <a:pt x="218847" y="310680"/>
                  </a:lnTo>
                  <a:lnTo>
                    <a:pt x="216597" y="306522"/>
                  </a:lnTo>
                  <a:lnTo>
                    <a:pt x="214538" y="302016"/>
                  </a:lnTo>
                  <a:lnTo>
                    <a:pt x="213240" y="299634"/>
                  </a:lnTo>
                  <a:lnTo>
                    <a:pt x="212768" y="299067"/>
                  </a:lnTo>
                  <a:lnTo>
                    <a:pt x="213459" y="301984"/>
                  </a:lnTo>
                  <a:lnTo>
                    <a:pt x="214218" y="306291"/>
                  </a:lnTo>
                  <a:lnTo>
                    <a:pt x="214410" y="308256"/>
                  </a:lnTo>
                  <a:lnTo>
                    <a:pt x="214061" y="308346"/>
                  </a:lnTo>
                  <a:lnTo>
                    <a:pt x="213301" y="307474"/>
                  </a:lnTo>
                  <a:lnTo>
                    <a:pt x="209401" y="301924"/>
                  </a:lnTo>
                  <a:lnTo>
                    <a:pt x="206996" y="299311"/>
                  </a:lnTo>
                  <a:lnTo>
                    <a:pt x="205658" y="298849"/>
                  </a:lnTo>
                  <a:lnTo>
                    <a:pt x="203485" y="298531"/>
                  </a:lnTo>
                  <a:lnTo>
                    <a:pt x="202984" y="299969"/>
                  </a:lnTo>
                  <a:lnTo>
                    <a:pt x="204155" y="303163"/>
                  </a:lnTo>
                  <a:lnTo>
                    <a:pt x="205296" y="305570"/>
                  </a:lnTo>
                  <a:lnTo>
                    <a:pt x="206406" y="307187"/>
                  </a:lnTo>
                  <a:lnTo>
                    <a:pt x="208148" y="310341"/>
                  </a:lnTo>
                  <a:lnTo>
                    <a:pt x="209742" y="314404"/>
                  </a:lnTo>
                  <a:lnTo>
                    <a:pt x="210384" y="315656"/>
                  </a:lnTo>
                  <a:lnTo>
                    <a:pt x="212556" y="317389"/>
                  </a:lnTo>
                  <a:lnTo>
                    <a:pt x="213689" y="317850"/>
                  </a:lnTo>
                  <a:lnTo>
                    <a:pt x="214857" y="317984"/>
                  </a:lnTo>
                  <a:lnTo>
                    <a:pt x="214964" y="318601"/>
                  </a:lnTo>
                  <a:lnTo>
                    <a:pt x="214398" y="319753"/>
                  </a:lnTo>
                  <a:lnTo>
                    <a:pt x="214271" y="320465"/>
                  </a:lnTo>
                  <a:lnTo>
                    <a:pt x="216855" y="322278"/>
                  </a:lnTo>
                  <a:lnTo>
                    <a:pt x="217831" y="323285"/>
                  </a:lnTo>
                  <a:lnTo>
                    <a:pt x="218775" y="324957"/>
                  </a:lnTo>
                  <a:lnTo>
                    <a:pt x="219311" y="325372"/>
                  </a:lnTo>
                  <a:lnTo>
                    <a:pt x="221553" y="329588"/>
                  </a:lnTo>
                  <a:lnTo>
                    <a:pt x="222110" y="330261"/>
                  </a:lnTo>
                  <a:lnTo>
                    <a:pt x="224105" y="331628"/>
                  </a:lnTo>
                  <a:lnTo>
                    <a:pt x="224770" y="332507"/>
                  </a:lnTo>
                  <a:lnTo>
                    <a:pt x="225869" y="335228"/>
                  </a:lnTo>
                  <a:lnTo>
                    <a:pt x="226560" y="336612"/>
                  </a:lnTo>
                  <a:lnTo>
                    <a:pt x="227535" y="339899"/>
                  </a:lnTo>
                  <a:lnTo>
                    <a:pt x="228266" y="341353"/>
                  </a:lnTo>
                  <a:lnTo>
                    <a:pt x="230056" y="343017"/>
                  </a:lnTo>
                  <a:lnTo>
                    <a:pt x="230819" y="343493"/>
                  </a:lnTo>
                  <a:lnTo>
                    <a:pt x="231160" y="344125"/>
                  </a:lnTo>
                  <a:lnTo>
                    <a:pt x="230928" y="345620"/>
                  </a:lnTo>
                  <a:lnTo>
                    <a:pt x="230711" y="346243"/>
                  </a:lnTo>
                  <a:lnTo>
                    <a:pt x="229690" y="347272"/>
                  </a:lnTo>
                  <a:lnTo>
                    <a:pt x="229851" y="348704"/>
                  </a:lnTo>
                  <a:lnTo>
                    <a:pt x="230427" y="351258"/>
                  </a:lnTo>
                  <a:lnTo>
                    <a:pt x="230404" y="352842"/>
                  </a:lnTo>
                  <a:lnTo>
                    <a:pt x="229779" y="353457"/>
                  </a:lnTo>
                  <a:lnTo>
                    <a:pt x="228502" y="354190"/>
                  </a:lnTo>
                  <a:lnTo>
                    <a:pt x="227857" y="354131"/>
                  </a:lnTo>
                  <a:lnTo>
                    <a:pt x="226889" y="353526"/>
                  </a:lnTo>
                  <a:lnTo>
                    <a:pt x="225669" y="352496"/>
                  </a:lnTo>
                  <a:lnTo>
                    <a:pt x="223249" y="349925"/>
                  </a:lnTo>
                  <a:lnTo>
                    <a:pt x="219615" y="348144"/>
                  </a:lnTo>
                  <a:lnTo>
                    <a:pt x="218260" y="347194"/>
                  </a:lnTo>
                  <a:lnTo>
                    <a:pt x="217809" y="346335"/>
                  </a:lnTo>
                  <a:lnTo>
                    <a:pt x="217125" y="345827"/>
                  </a:lnTo>
                  <a:lnTo>
                    <a:pt x="208102" y="343349"/>
                  </a:lnTo>
                  <a:lnTo>
                    <a:pt x="206590" y="342744"/>
                  </a:lnTo>
                  <a:lnTo>
                    <a:pt x="205651" y="341985"/>
                  </a:lnTo>
                  <a:lnTo>
                    <a:pt x="204779" y="340871"/>
                  </a:lnTo>
                  <a:lnTo>
                    <a:pt x="201337" y="338325"/>
                  </a:lnTo>
                  <a:lnTo>
                    <a:pt x="200921" y="337769"/>
                  </a:lnTo>
                  <a:lnTo>
                    <a:pt x="198610" y="333399"/>
                  </a:lnTo>
                  <a:lnTo>
                    <a:pt x="196888" y="328295"/>
                  </a:lnTo>
                  <a:lnTo>
                    <a:pt x="196315" y="327612"/>
                  </a:lnTo>
                  <a:lnTo>
                    <a:pt x="194442" y="326939"/>
                  </a:lnTo>
                  <a:lnTo>
                    <a:pt x="192879" y="327362"/>
                  </a:lnTo>
                  <a:lnTo>
                    <a:pt x="191833" y="327922"/>
                  </a:lnTo>
                  <a:lnTo>
                    <a:pt x="190245" y="327740"/>
                  </a:lnTo>
                  <a:lnTo>
                    <a:pt x="189208" y="326909"/>
                  </a:lnTo>
                  <a:lnTo>
                    <a:pt x="187022" y="324614"/>
                  </a:lnTo>
                  <a:lnTo>
                    <a:pt x="184810" y="323393"/>
                  </a:lnTo>
                  <a:lnTo>
                    <a:pt x="182881" y="321390"/>
                  </a:lnTo>
                  <a:lnTo>
                    <a:pt x="181885" y="320682"/>
                  </a:lnTo>
                  <a:lnTo>
                    <a:pt x="181977" y="320167"/>
                  </a:lnTo>
                  <a:lnTo>
                    <a:pt x="183420" y="317182"/>
                  </a:lnTo>
                  <a:lnTo>
                    <a:pt x="182972" y="317223"/>
                  </a:lnTo>
                  <a:lnTo>
                    <a:pt x="180462" y="319491"/>
                  </a:lnTo>
                  <a:lnTo>
                    <a:pt x="179563" y="318794"/>
                  </a:lnTo>
                  <a:lnTo>
                    <a:pt x="178082" y="317013"/>
                  </a:lnTo>
                  <a:lnTo>
                    <a:pt x="176968" y="315216"/>
                  </a:lnTo>
                  <a:lnTo>
                    <a:pt x="174677" y="310250"/>
                  </a:lnTo>
                  <a:lnTo>
                    <a:pt x="173362" y="308451"/>
                  </a:lnTo>
                  <a:lnTo>
                    <a:pt x="173547" y="308046"/>
                  </a:lnTo>
                  <a:lnTo>
                    <a:pt x="175026" y="307881"/>
                  </a:lnTo>
                  <a:lnTo>
                    <a:pt x="176205" y="308035"/>
                  </a:lnTo>
                  <a:lnTo>
                    <a:pt x="176996" y="307626"/>
                  </a:lnTo>
                  <a:lnTo>
                    <a:pt x="178519" y="305611"/>
                  </a:lnTo>
                  <a:lnTo>
                    <a:pt x="179177" y="304348"/>
                  </a:lnTo>
                  <a:lnTo>
                    <a:pt x="179240" y="303600"/>
                  </a:lnTo>
                  <a:lnTo>
                    <a:pt x="177965" y="303415"/>
                  </a:lnTo>
                  <a:lnTo>
                    <a:pt x="177692" y="303053"/>
                  </a:lnTo>
                  <a:lnTo>
                    <a:pt x="177464" y="302228"/>
                  </a:lnTo>
                  <a:lnTo>
                    <a:pt x="176876" y="301169"/>
                  </a:lnTo>
                  <a:lnTo>
                    <a:pt x="175929" y="299882"/>
                  </a:lnTo>
                  <a:lnTo>
                    <a:pt x="174849" y="299327"/>
                  </a:lnTo>
                  <a:lnTo>
                    <a:pt x="171144" y="299801"/>
                  </a:lnTo>
                  <a:lnTo>
                    <a:pt x="170498" y="299237"/>
                  </a:lnTo>
                  <a:lnTo>
                    <a:pt x="170512" y="298380"/>
                  </a:lnTo>
                  <a:lnTo>
                    <a:pt x="171235" y="295965"/>
                  </a:lnTo>
                  <a:lnTo>
                    <a:pt x="171630" y="294991"/>
                  </a:lnTo>
                  <a:lnTo>
                    <a:pt x="171755" y="294453"/>
                  </a:lnTo>
                  <a:lnTo>
                    <a:pt x="171612" y="294349"/>
                  </a:lnTo>
                  <a:lnTo>
                    <a:pt x="171111" y="294409"/>
                  </a:lnTo>
                  <a:lnTo>
                    <a:pt x="168961" y="296574"/>
                  </a:lnTo>
                  <a:lnTo>
                    <a:pt x="168496" y="296415"/>
                  </a:lnTo>
                  <a:lnTo>
                    <a:pt x="167653" y="294131"/>
                  </a:lnTo>
                  <a:lnTo>
                    <a:pt x="167142" y="291522"/>
                  </a:lnTo>
                  <a:lnTo>
                    <a:pt x="166769" y="290608"/>
                  </a:lnTo>
                  <a:lnTo>
                    <a:pt x="166274" y="290299"/>
                  </a:lnTo>
                  <a:lnTo>
                    <a:pt x="164509" y="287736"/>
                  </a:lnTo>
                  <a:lnTo>
                    <a:pt x="161998" y="282870"/>
                  </a:lnTo>
                  <a:lnTo>
                    <a:pt x="161075" y="281345"/>
                  </a:lnTo>
                  <a:lnTo>
                    <a:pt x="160049" y="279983"/>
                  </a:lnTo>
                  <a:lnTo>
                    <a:pt x="159304" y="279401"/>
                  </a:lnTo>
                  <a:lnTo>
                    <a:pt x="159409" y="278686"/>
                  </a:lnTo>
                  <a:lnTo>
                    <a:pt x="161000" y="274644"/>
                  </a:lnTo>
                  <a:lnTo>
                    <a:pt x="161066" y="273986"/>
                  </a:lnTo>
                  <a:lnTo>
                    <a:pt x="159703" y="274233"/>
                  </a:lnTo>
                  <a:lnTo>
                    <a:pt x="157647" y="273395"/>
                  </a:lnTo>
                  <a:lnTo>
                    <a:pt x="156671" y="274407"/>
                  </a:lnTo>
                  <a:lnTo>
                    <a:pt x="156053" y="274468"/>
                  </a:lnTo>
                  <a:lnTo>
                    <a:pt x="155331" y="273903"/>
                  </a:lnTo>
                  <a:lnTo>
                    <a:pt x="154922" y="274116"/>
                  </a:lnTo>
                  <a:lnTo>
                    <a:pt x="154537" y="277435"/>
                  </a:lnTo>
                  <a:lnTo>
                    <a:pt x="154242" y="278264"/>
                  </a:lnTo>
                  <a:lnTo>
                    <a:pt x="153814" y="278710"/>
                  </a:lnTo>
                  <a:lnTo>
                    <a:pt x="153437" y="278651"/>
                  </a:lnTo>
                  <a:lnTo>
                    <a:pt x="153111" y="278088"/>
                  </a:lnTo>
                  <a:lnTo>
                    <a:pt x="153119" y="277313"/>
                  </a:lnTo>
                  <a:lnTo>
                    <a:pt x="152806" y="273239"/>
                  </a:lnTo>
                  <a:lnTo>
                    <a:pt x="152089" y="272639"/>
                  </a:lnTo>
                  <a:lnTo>
                    <a:pt x="150062" y="272480"/>
                  </a:lnTo>
                  <a:lnTo>
                    <a:pt x="149626" y="272149"/>
                  </a:lnTo>
                  <a:lnTo>
                    <a:pt x="149134" y="271396"/>
                  </a:lnTo>
                  <a:lnTo>
                    <a:pt x="148713" y="270003"/>
                  </a:lnTo>
                  <a:lnTo>
                    <a:pt x="148364" y="267968"/>
                  </a:lnTo>
                  <a:lnTo>
                    <a:pt x="147963" y="266853"/>
                  </a:lnTo>
                  <a:lnTo>
                    <a:pt x="147510" y="266654"/>
                  </a:lnTo>
                  <a:lnTo>
                    <a:pt x="147146" y="266817"/>
                  </a:lnTo>
                  <a:lnTo>
                    <a:pt x="146872" y="267344"/>
                  </a:lnTo>
                  <a:lnTo>
                    <a:pt x="146240" y="267671"/>
                  </a:lnTo>
                  <a:lnTo>
                    <a:pt x="145252" y="267797"/>
                  </a:lnTo>
                  <a:lnTo>
                    <a:pt x="145221" y="268579"/>
                  </a:lnTo>
                  <a:lnTo>
                    <a:pt x="146148" y="270016"/>
                  </a:lnTo>
                  <a:lnTo>
                    <a:pt x="147044" y="272070"/>
                  </a:lnTo>
                  <a:lnTo>
                    <a:pt x="147907" y="274738"/>
                  </a:lnTo>
                  <a:lnTo>
                    <a:pt x="147381" y="276526"/>
                  </a:lnTo>
                  <a:lnTo>
                    <a:pt x="145466" y="277438"/>
                  </a:lnTo>
                  <a:lnTo>
                    <a:pt x="143799" y="277704"/>
                  </a:lnTo>
                  <a:lnTo>
                    <a:pt x="142379" y="277329"/>
                  </a:lnTo>
                  <a:lnTo>
                    <a:pt x="141289" y="276708"/>
                  </a:lnTo>
                  <a:lnTo>
                    <a:pt x="139757" y="275220"/>
                  </a:lnTo>
                  <a:lnTo>
                    <a:pt x="137573" y="275705"/>
                  </a:lnTo>
                  <a:lnTo>
                    <a:pt x="137076" y="279618"/>
                  </a:lnTo>
                  <a:lnTo>
                    <a:pt x="136609" y="279833"/>
                  </a:lnTo>
                  <a:lnTo>
                    <a:pt x="134527" y="279732"/>
                  </a:lnTo>
                  <a:lnTo>
                    <a:pt x="133698" y="280079"/>
                  </a:lnTo>
                  <a:lnTo>
                    <a:pt x="130922" y="282241"/>
                  </a:lnTo>
                  <a:lnTo>
                    <a:pt x="130077" y="282542"/>
                  </a:lnTo>
                  <a:lnTo>
                    <a:pt x="129435" y="282287"/>
                  </a:lnTo>
                  <a:lnTo>
                    <a:pt x="128810" y="282809"/>
                  </a:lnTo>
                  <a:lnTo>
                    <a:pt x="127874" y="284047"/>
                  </a:lnTo>
                  <a:lnTo>
                    <a:pt x="126602" y="284177"/>
                  </a:lnTo>
                  <a:lnTo>
                    <a:pt x="124993" y="283196"/>
                  </a:lnTo>
                  <a:lnTo>
                    <a:pt x="123627" y="282776"/>
                  </a:lnTo>
                  <a:lnTo>
                    <a:pt x="122503" y="282914"/>
                  </a:lnTo>
                  <a:lnTo>
                    <a:pt x="121346" y="282337"/>
                  </a:lnTo>
                  <a:lnTo>
                    <a:pt x="120155" y="281042"/>
                  </a:lnTo>
                  <a:lnTo>
                    <a:pt x="119184" y="280459"/>
                  </a:lnTo>
                  <a:lnTo>
                    <a:pt x="117908" y="280557"/>
                  </a:lnTo>
                  <a:lnTo>
                    <a:pt x="117613" y="280352"/>
                  </a:lnTo>
                  <a:lnTo>
                    <a:pt x="115751" y="277575"/>
                  </a:lnTo>
                  <a:lnTo>
                    <a:pt x="115171" y="276446"/>
                  </a:lnTo>
                  <a:lnTo>
                    <a:pt x="113928" y="272946"/>
                  </a:lnTo>
                  <a:lnTo>
                    <a:pt x="113706" y="271560"/>
                  </a:lnTo>
                  <a:lnTo>
                    <a:pt x="113675" y="270079"/>
                  </a:lnTo>
                  <a:lnTo>
                    <a:pt x="113782" y="268984"/>
                  </a:lnTo>
                  <a:lnTo>
                    <a:pt x="114215" y="267332"/>
                  </a:lnTo>
                  <a:lnTo>
                    <a:pt x="114687" y="263445"/>
                  </a:lnTo>
                  <a:lnTo>
                    <a:pt x="115074" y="262155"/>
                  </a:lnTo>
                  <a:lnTo>
                    <a:pt x="115658" y="260982"/>
                  </a:lnTo>
                  <a:lnTo>
                    <a:pt x="116796" y="259495"/>
                  </a:lnTo>
                  <a:lnTo>
                    <a:pt x="120918" y="256876"/>
                  </a:lnTo>
                  <a:lnTo>
                    <a:pt x="121750" y="255843"/>
                  </a:lnTo>
                  <a:lnTo>
                    <a:pt x="121721" y="255156"/>
                  </a:lnTo>
                  <a:lnTo>
                    <a:pt x="120783" y="251953"/>
                  </a:lnTo>
                  <a:lnTo>
                    <a:pt x="120793" y="251133"/>
                  </a:lnTo>
                  <a:lnTo>
                    <a:pt x="121108" y="250654"/>
                  </a:lnTo>
                  <a:lnTo>
                    <a:pt x="121778" y="248783"/>
                  </a:lnTo>
                  <a:lnTo>
                    <a:pt x="122079" y="248261"/>
                  </a:lnTo>
                  <a:lnTo>
                    <a:pt x="122805" y="247972"/>
                  </a:lnTo>
                  <a:lnTo>
                    <a:pt x="124314" y="248919"/>
                  </a:lnTo>
                  <a:lnTo>
                    <a:pt x="125617" y="249298"/>
                  </a:lnTo>
                  <a:lnTo>
                    <a:pt x="127345" y="249421"/>
                  </a:lnTo>
                  <a:lnTo>
                    <a:pt x="130202" y="250725"/>
                  </a:lnTo>
                  <a:lnTo>
                    <a:pt x="134189" y="253215"/>
                  </a:lnTo>
                  <a:lnTo>
                    <a:pt x="136483" y="254941"/>
                  </a:lnTo>
                  <a:lnTo>
                    <a:pt x="138216" y="257489"/>
                  </a:lnTo>
                  <a:lnTo>
                    <a:pt x="139448" y="259995"/>
                  </a:lnTo>
                  <a:lnTo>
                    <a:pt x="139625" y="261263"/>
                  </a:lnTo>
                  <a:lnTo>
                    <a:pt x="139054" y="263216"/>
                  </a:lnTo>
                  <a:lnTo>
                    <a:pt x="138766" y="263787"/>
                  </a:lnTo>
                  <a:lnTo>
                    <a:pt x="138783" y="264456"/>
                  </a:lnTo>
                  <a:lnTo>
                    <a:pt x="139104" y="265219"/>
                  </a:lnTo>
                  <a:lnTo>
                    <a:pt x="140100" y="266331"/>
                  </a:lnTo>
                  <a:lnTo>
                    <a:pt x="140340" y="265909"/>
                  </a:lnTo>
                  <a:lnTo>
                    <a:pt x="140263" y="264582"/>
                  </a:lnTo>
                  <a:lnTo>
                    <a:pt x="140470" y="263467"/>
                  </a:lnTo>
                  <a:lnTo>
                    <a:pt x="140959" y="262565"/>
                  </a:lnTo>
                  <a:lnTo>
                    <a:pt x="141013" y="261392"/>
                  </a:lnTo>
                  <a:lnTo>
                    <a:pt x="140633" y="259949"/>
                  </a:lnTo>
                  <a:lnTo>
                    <a:pt x="140161" y="258704"/>
                  </a:lnTo>
                  <a:lnTo>
                    <a:pt x="139595" y="257656"/>
                  </a:lnTo>
                  <a:lnTo>
                    <a:pt x="137016" y="254055"/>
                  </a:lnTo>
                  <a:lnTo>
                    <a:pt x="136768" y="252859"/>
                  </a:lnTo>
                  <a:lnTo>
                    <a:pt x="137634" y="252321"/>
                  </a:lnTo>
                  <a:lnTo>
                    <a:pt x="141403" y="253530"/>
                  </a:lnTo>
                  <a:lnTo>
                    <a:pt x="142848" y="253260"/>
                  </a:lnTo>
                  <a:lnTo>
                    <a:pt x="143396" y="251856"/>
                  </a:lnTo>
                  <a:lnTo>
                    <a:pt x="143988" y="250895"/>
                  </a:lnTo>
                  <a:lnTo>
                    <a:pt x="144622" y="250379"/>
                  </a:lnTo>
                  <a:lnTo>
                    <a:pt x="145890" y="250154"/>
                  </a:lnTo>
                  <a:lnTo>
                    <a:pt x="147663" y="250807"/>
                  </a:lnTo>
                  <a:lnTo>
                    <a:pt x="148533" y="250904"/>
                  </a:lnTo>
                  <a:lnTo>
                    <a:pt x="149304" y="250667"/>
                  </a:lnTo>
                  <a:lnTo>
                    <a:pt x="150304" y="249903"/>
                  </a:lnTo>
                  <a:lnTo>
                    <a:pt x="151783" y="247352"/>
                  </a:lnTo>
                  <a:lnTo>
                    <a:pt x="152729" y="246773"/>
                  </a:lnTo>
                  <a:lnTo>
                    <a:pt x="154160" y="246374"/>
                  </a:lnTo>
                  <a:lnTo>
                    <a:pt x="155234" y="246318"/>
                  </a:lnTo>
                  <a:lnTo>
                    <a:pt x="157181" y="247339"/>
                  </a:lnTo>
                  <a:lnTo>
                    <a:pt x="158379" y="247311"/>
                  </a:lnTo>
                  <a:lnTo>
                    <a:pt x="158283" y="245607"/>
                  </a:lnTo>
                  <a:lnTo>
                    <a:pt x="157488" y="242348"/>
                  </a:lnTo>
                  <a:lnTo>
                    <a:pt x="156501" y="238995"/>
                  </a:lnTo>
                  <a:lnTo>
                    <a:pt x="155732" y="237858"/>
                  </a:lnTo>
                  <a:lnTo>
                    <a:pt x="153742" y="235734"/>
                  </a:lnTo>
                  <a:lnTo>
                    <a:pt x="151405" y="231724"/>
                  </a:lnTo>
                  <a:lnTo>
                    <a:pt x="150205" y="229236"/>
                  </a:lnTo>
                  <a:lnTo>
                    <a:pt x="149889" y="227993"/>
                  </a:lnTo>
                  <a:lnTo>
                    <a:pt x="150057" y="227164"/>
                  </a:lnTo>
                  <a:lnTo>
                    <a:pt x="150456" y="225950"/>
                  </a:lnTo>
                  <a:lnTo>
                    <a:pt x="154698" y="221521"/>
                  </a:lnTo>
                  <a:lnTo>
                    <a:pt x="158057" y="217122"/>
                  </a:lnTo>
                  <a:lnTo>
                    <a:pt x="159531" y="214869"/>
                  </a:lnTo>
                  <a:lnTo>
                    <a:pt x="160238" y="213299"/>
                  </a:lnTo>
                  <a:lnTo>
                    <a:pt x="160974" y="212157"/>
                  </a:lnTo>
                  <a:lnTo>
                    <a:pt x="161740" y="211441"/>
                  </a:lnTo>
                  <a:lnTo>
                    <a:pt x="163354" y="210584"/>
                  </a:lnTo>
                  <a:lnTo>
                    <a:pt x="163815" y="209485"/>
                  </a:lnTo>
                  <a:lnTo>
                    <a:pt x="163916" y="207619"/>
                  </a:lnTo>
                  <a:lnTo>
                    <a:pt x="164186" y="206002"/>
                  </a:lnTo>
                  <a:lnTo>
                    <a:pt x="165704" y="201647"/>
                  </a:lnTo>
                  <a:lnTo>
                    <a:pt x="166868" y="200470"/>
                  </a:lnTo>
                  <a:lnTo>
                    <a:pt x="168624" y="199653"/>
                  </a:lnTo>
                  <a:lnTo>
                    <a:pt x="169779" y="198610"/>
                  </a:lnTo>
                  <a:lnTo>
                    <a:pt x="171172" y="195038"/>
                  </a:lnTo>
                  <a:lnTo>
                    <a:pt x="171037" y="194148"/>
                  </a:lnTo>
                  <a:lnTo>
                    <a:pt x="170393" y="193472"/>
                  </a:lnTo>
                  <a:lnTo>
                    <a:pt x="169895" y="192449"/>
                  </a:lnTo>
                  <a:lnTo>
                    <a:pt x="167746" y="183090"/>
                  </a:lnTo>
                  <a:lnTo>
                    <a:pt x="166315" y="178569"/>
                  </a:lnTo>
                  <a:lnTo>
                    <a:pt x="164597" y="174635"/>
                  </a:lnTo>
                  <a:lnTo>
                    <a:pt x="163064" y="169842"/>
                  </a:lnTo>
                  <a:lnTo>
                    <a:pt x="160519" y="165121"/>
                  </a:lnTo>
                  <a:lnTo>
                    <a:pt x="160488" y="163873"/>
                  </a:lnTo>
                  <a:lnTo>
                    <a:pt x="160939" y="162454"/>
                  </a:lnTo>
                  <a:lnTo>
                    <a:pt x="160724" y="162134"/>
                  </a:lnTo>
                  <a:lnTo>
                    <a:pt x="158096" y="164205"/>
                  </a:lnTo>
                  <a:lnTo>
                    <a:pt x="157478" y="164300"/>
                  </a:lnTo>
                  <a:lnTo>
                    <a:pt x="156469" y="163400"/>
                  </a:lnTo>
                  <a:lnTo>
                    <a:pt x="155786" y="162278"/>
                  </a:lnTo>
                  <a:lnTo>
                    <a:pt x="155220" y="160315"/>
                  </a:lnTo>
                  <a:lnTo>
                    <a:pt x="155278" y="159288"/>
                  </a:lnTo>
                  <a:lnTo>
                    <a:pt x="155652" y="158315"/>
                  </a:lnTo>
                  <a:lnTo>
                    <a:pt x="156151" y="155923"/>
                  </a:lnTo>
                  <a:lnTo>
                    <a:pt x="156170" y="154704"/>
                  </a:lnTo>
                  <a:lnTo>
                    <a:pt x="155998" y="153541"/>
                  </a:lnTo>
                  <a:lnTo>
                    <a:pt x="155770" y="152733"/>
                  </a:lnTo>
                  <a:lnTo>
                    <a:pt x="155487" y="152278"/>
                  </a:lnTo>
                  <a:lnTo>
                    <a:pt x="154684" y="151994"/>
                  </a:lnTo>
                  <a:lnTo>
                    <a:pt x="153359" y="151877"/>
                  </a:lnTo>
                  <a:lnTo>
                    <a:pt x="152926" y="152291"/>
                  </a:lnTo>
                  <a:lnTo>
                    <a:pt x="154387" y="155901"/>
                  </a:lnTo>
                  <a:lnTo>
                    <a:pt x="154164" y="156791"/>
                  </a:lnTo>
                  <a:lnTo>
                    <a:pt x="152303" y="157181"/>
                  </a:lnTo>
                  <a:lnTo>
                    <a:pt x="151464" y="157011"/>
                  </a:lnTo>
                  <a:lnTo>
                    <a:pt x="150696" y="156572"/>
                  </a:lnTo>
                  <a:lnTo>
                    <a:pt x="149999" y="155866"/>
                  </a:lnTo>
                  <a:lnTo>
                    <a:pt x="147831" y="152096"/>
                  </a:lnTo>
                  <a:lnTo>
                    <a:pt x="147371" y="150677"/>
                  </a:lnTo>
                  <a:lnTo>
                    <a:pt x="147518" y="149651"/>
                  </a:lnTo>
                  <a:lnTo>
                    <a:pt x="147331" y="149117"/>
                  </a:lnTo>
                  <a:lnTo>
                    <a:pt x="146889" y="149460"/>
                  </a:lnTo>
                  <a:lnTo>
                    <a:pt x="146289" y="149485"/>
                  </a:lnTo>
                  <a:lnTo>
                    <a:pt x="145476" y="149123"/>
                  </a:lnTo>
                  <a:lnTo>
                    <a:pt x="145308" y="148680"/>
                  </a:lnTo>
                  <a:lnTo>
                    <a:pt x="146827" y="146643"/>
                  </a:lnTo>
                  <a:lnTo>
                    <a:pt x="146915" y="146014"/>
                  </a:lnTo>
                  <a:lnTo>
                    <a:pt x="146214" y="145341"/>
                  </a:lnTo>
                  <a:lnTo>
                    <a:pt x="145167" y="145205"/>
                  </a:lnTo>
                  <a:lnTo>
                    <a:pt x="144889" y="144604"/>
                  </a:lnTo>
                  <a:lnTo>
                    <a:pt x="145242" y="143960"/>
                  </a:lnTo>
                  <a:lnTo>
                    <a:pt x="146664" y="142844"/>
                  </a:lnTo>
                  <a:lnTo>
                    <a:pt x="147170" y="142109"/>
                  </a:lnTo>
                  <a:lnTo>
                    <a:pt x="146317" y="141555"/>
                  </a:lnTo>
                  <a:lnTo>
                    <a:pt x="145842" y="141509"/>
                  </a:lnTo>
                  <a:lnTo>
                    <a:pt x="144885" y="142727"/>
                  </a:lnTo>
                  <a:lnTo>
                    <a:pt x="143444" y="145210"/>
                  </a:lnTo>
                  <a:lnTo>
                    <a:pt x="142396" y="146132"/>
                  </a:lnTo>
                  <a:lnTo>
                    <a:pt x="140959" y="144982"/>
                  </a:lnTo>
                  <a:lnTo>
                    <a:pt x="140053" y="144598"/>
                  </a:lnTo>
                  <a:lnTo>
                    <a:pt x="139422" y="144851"/>
                  </a:lnTo>
                  <a:lnTo>
                    <a:pt x="138457" y="146771"/>
                  </a:lnTo>
                  <a:lnTo>
                    <a:pt x="136350" y="148176"/>
                  </a:lnTo>
                  <a:lnTo>
                    <a:pt x="132577" y="151490"/>
                  </a:lnTo>
                  <a:lnTo>
                    <a:pt x="130955" y="152545"/>
                  </a:lnTo>
                  <a:lnTo>
                    <a:pt x="129208" y="152356"/>
                  </a:lnTo>
                  <a:lnTo>
                    <a:pt x="128878" y="151687"/>
                  </a:lnTo>
                  <a:lnTo>
                    <a:pt x="128909" y="150550"/>
                  </a:lnTo>
                  <a:lnTo>
                    <a:pt x="129030" y="149613"/>
                  </a:lnTo>
                  <a:lnTo>
                    <a:pt x="129240" y="148882"/>
                  </a:lnTo>
                  <a:lnTo>
                    <a:pt x="129309" y="147984"/>
                  </a:lnTo>
                  <a:lnTo>
                    <a:pt x="129183" y="144209"/>
                  </a:lnTo>
                  <a:lnTo>
                    <a:pt x="129476" y="143174"/>
                  </a:lnTo>
                  <a:lnTo>
                    <a:pt x="130073" y="142555"/>
                  </a:lnTo>
                  <a:lnTo>
                    <a:pt x="131171" y="141904"/>
                  </a:lnTo>
                  <a:lnTo>
                    <a:pt x="133975" y="142681"/>
                  </a:lnTo>
                  <a:lnTo>
                    <a:pt x="135278" y="142544"/>
                  </a:lnTo>
                  <a:lnTo>
                    <a:pt x="136192" y="141672"/>
                  </a:lnTo>
                  <a:lnTo>
                    <a:pt x="137108" y="140412"/>
                  </a:lnTo>
                  <a:lnTo>
                    <a:pt x="138025" y="138760"/>
                  </a:lnTo>
                  <a:lnTo>
                    <a:pt x="138219" y="137173"/>
                  </a:lnTo>
                  <a:lnTo>
                    <a:pt x="137245" y="134602"/>
                  </a:lnTo>
                  <a:lnTo>
                    <a:pt x="136879" y="134038"/>
                  </a:lnTo>
                  <a:lnTo>
                    <a:pt x="134386" y="132037"/>
                  </a:lnTo>
                  <a:lnTo>
                    <a:pt x="133008" y="131310"/>
                  </a:lnTo>
                  <a:lnTo>
                    <a:pt x="131793" y="130995"/>
                  </a:lnTo>
                  <a:lnTo>
                    <a:pt x="130911" y="130419"/>
                  </a:lnTo>
                  <a:lnTo>
                    <a:pt x="130363" y="129583"/>
                  </a:lnTo>
                  <a:lnTo>
                    <a:pt x="129830" y="128189"/>
                  </a:lnTo>
                  <a:lnTo>
                    <a:pt x="129786" y="127241"/>
                  </a:lnTo>
                  <a:lnTo>
                    <a:pt x="129871" y="125993"/>
                  </a:lnTo>
                  <a:lnTo>
                    <a:pt x="130379" y="125135"/>
                  </a:lnTo>
                  <a:lnTo>
                    <a:pt x="132611" y="124144"/>
                  </a:lnTo>
                  <a:lnTo>
                    <a:pt x="132583" y="123889"/>
                  </a:lnTo>
                  <a:lnTo>
                    <a:pt x="130758" y="123159"/>
                  </a:lnTo>
                  <a:lnTo>
                    <a:pt x="129898" y="123244"/>
                  </a:lnTo>
                  <a:lnTo>
                    <a:pt x="129161" y="124062"/>
                  </a:lnTo>
                  <a:lnTo>
                    <a:pt x="128233" y="125983"/>
                  </a:lnTo>
                  <a:lnTo>
                    <a:pt x="127696" y="126525"/>
                  </a:lnTo>
                  <a:lnTo>
                    <a:pt x="126031" y="125394"/>
                  </a:lnTo>
                  <a:lnTo>
                    <a:pt x="125031" y="125227"/>
                  </a:lnTo>
                  <a:lnTo>
                    <a:pt x="124355" y="124687"/>
                  </a:lnTo>
                  <a:lnTo>
                    <a:pt x="123981" y="124166"/>
                  </a:lnTo>
                  <a:lnTo>
                    <a:pt x="124209" y="123634"/>
                  </a:lnTo>
                  <a:lnTo>
                    <a:pt x="125040" y="123093"/>
                  </a:lnTo>
                  <a:lnTo>
                    <a:pt x="126483" y="121435"/>
                  </a:lnTo>
                  <a:lnTo>
                    <a:pt x="126579" y="120542"/>
                  </a:lnTo>
                  <a:lnTo>
                    <a:pt x="125582" y="119080"/>
                  </a:lnTo>
                  <a:lnTo>
                    <a:pt x="125066" y="118747"/>
                  </a:lnTo>
                  <a:lnTo>
                    <a:pt x="122984" y="118202"/>
                  </a:lnTo>
                  <a:lnTo>
                    <a:pt x="120467" y="118744"/>
                  </a:lnTo>
                  <a:lnTo>
                    <a:pt x="119531" y="118467"/>
                  </a:lnTo>
                  <a:lnTo>
                    <a:pt x="119112" y="116847"/>
                  </a:lnTo>
                  <a:lnTo>
                    <a:pt x="118846" y="114918"/>
                  </a:lnTo>
                  <a:lnTo>
                    <a:pt x="118732" y="112678"/>
                  </a:lnTo>
                  <a:lnTo>
                    <a:pt x="118279" y="108858"/>
                  </a:lnTo>
                  <a:lnTo>
                    <a:pt x="117778" y="106857"/>
                  </a:lnTo>
                  <a:lnTo>
                    <a:pt x="117120" y="106604"/>
                  </a:lnTo>
                  <a:lnTo>
                    <a:pt x="114098" y="107430"/>
                  </a:lnTo>
                  <a:lnTo>
                    <a:pt x="113381" y="107440"/>
                  </a:lnTo>
                  <a:lnTo>
                    <a:pt x="112887" y="107134"/>
                  </a:lnTo>
                  <a:lnTo>
                    <a:pt x="110888" y="104580"/>
                  </a:lnTo>
                  <a:lnTo>
                    <a:pt x="110080" y="103675"/>
                  </a:lnTo>
                  <a:lnTo>
                    <a:pt x="109631" y="103462"/>
                  </a:lnTo>
                  <a:lnTo>
                    <a:pt x="108178" y="100746"/>
                  </a:lnTo>
                  <a:lnTo>
                    <a:pt x="107618" y="100218"/>
                  </a:lnTo>
                  <a:lnTo>
                    <a:pt x="106954" y="98878"/>
                  </a:lnTo>
                  <a:lnTo>
                    <a:pt x="106186" y="96726"/>
                  </a:lnTo>
                  <a:lnTo>
                    <a:pt x="105354" y="96070"/>
                  </a:lnTo>
                  <a:lnTo>
                    <a:pt x="104456" y="96907"/>
                  </a:lnTo>
                  <a:lnTo>
                    <a:pt x="103558" y="98105"/>
                  </a:lnTo>
                  <a:lnTo>
                    <a:pt x="102660" y="99666"/>
                  </a:lnTo>
                  <a:lnTo>
                    <a:pt x="102172" y="100984"/>
                  </a:lnTo>
                  <a:lnTo>
                    <a:pt x="102096" y="102064"/>
                  </a:lnTo>
                  <a:lnTo>
                    <a:pt x="102652" y="102903"/>
                  </a:lnTo>
                  <a:lnTo>
                    <a:pt x="105823" y="104296"/>
                  </a:lnTo>
                  <a:lnTo>
                    <a:pt x="106628" y="105226"/>
                  </a:lnTo>
                  <a:lnTo>
                    <a:pt x="107311" y="106757"/>
                  </a:lnTo>
                  <a:lnTo>
                    <a:pt x="107820" y="108629"/>
                  </a:lnTo>
                  <a:lnTo>
                    <a:pt x="108156" y="110843"/>
                  </a:lnTo>
                  <a:lnTo>
                    <a:pt x="108128" y="112497"/>
                  </a:lnTo>
                  <a:lnTo>
                    <a:pt x="107734" y="113596"/>
                  </a:lnTo>
                  <a:lnTo>
                    <a:pt x="107053" y="114570"/>
                  </a:lnTo>
                  <a:lnTo>
                    <a:pt x="105099" y="116111"/>
                  </a:lnTo>
                  <a:lnTo>
                    <a:pt x="103076" y="117013"/>
                  </a:lnTo>
                  <a:lnTo>
                    <a:pt x="101037" y="117226"/>
                  </a:lnTo>
                  <a:lnTo>
                    <a:pt x="100071" y="117015"/>
                  </a:lnTo>
                  <a:lnTo>
                    <a:pt x="94820" y="114023"/>
                  </a:lnTo>
                  <a:lnTo>
                    <a:pt x="93875" y="114000"/>
                  </a:lnTo>
                  <a:lnTo>
                    <a:pt x="92660" y="113596"/>
                  </a:lnTo>
                  <a:lnTo>
                    <a:pt x="89934" y="112365"/>
                  </a:lnTo>
                  <a:lnTo>
                    <a:pt x="88440" y="112231"/>
                  </a:lnTo>
                  <a:lnTo>
                    <a:pt x="85820" y="111211"/>
                  </a:lnTo>
                  <a:lnTo>
                    <a:pt x="81385" y="110618"/>
                  </a:lnTo>
                  <a:lnTo>
                    <a:pt x="80497" y="111108"/>
                  </a:lnTo>
                  <a:lnTo>
                    <a:pt x="81677" y="112485"/>
                  </a:lnTo>
                  <a:lnTo>
                    <a:pt x="82710" y="113178"/>
                  </a:lnTo>
                  <a:lnTo>
                    <a:pt x="83597" y="113185"/>
                  </a:lnTo>
                  <a:lnTo>
                    <a:pt x="84872" y="114413"/>
                  </a:lnTo>
                  <a:lnTo>
                    <a:pt x="86537" y="116860"/>
                  </a:lnTo>
                  <a:lnTo>
                    <a:pt x="87488" y="118320"/>
                  </a:lnTo>
                  <a:lnTo>
                    <a:pt x="88275" y="120061"/>
                  </a:lnTo>
                  <a:lnTo>
                    <a:pt x="88300" y="120660"/>
                  </a:lnTo>
                  <a:lnTo>
                    <a:pt x="87517" y="121856"/>
                  </a:lnTo>
                  <a:lnTo>
                    <a:pt x="81336" y="115597"/>
                  </a:lnTo>
                  <a:lnTo>
                    <a:pt x="77558" y="117783"/>
                  </a:lnTo>
                  <a:lnTo>
                    <a:pt x="75817" y="118597"/>
                  </a:lnTo>
                  <a:lnTo>
                    <a:pt x="74326" y="118724"/>
                  </a:lnTo>
                  <a:lnTo>
                    <a:pt x="72462" y="117865"/>
                  </a:lnTo>
                  <a:lnTo>
                    <a:pt x="68255" y="114846"/>
                  </a:lnTo>
                  <a:lnTo>
                    <a:pt x="66661" y="113789"/>
                  </a:lnTo>
                  <a:lnTo>
                    <a:pt x="66096" y="113636"/>
                  </a:lnTo>
                  <a:lnTo>
                    <a:pt x="62435" y="114945"/>
                  </a:lnTo>
                  <a:lnTo>
                    <a:pt x="59278" y="115006"/>
                  </a:lnTo>
                  <a:lnTo>
                    <a:pt x="52907" y="113750"/>
                  </a:lnTo>
                  <a:lnTo>
                    <a:pt x="50568" y="112911"/>
                  </a:lnTo>
                  <a:lnTo>
                    <a:pt x="49952" y="112033"/>
                  </a:lnTo>
                  <a:lnTo>
                    <a:pt x="49184" y="111593"/>
                  </a:lnTo>
                  <a:lnTo>
                    <a:pt x="47804" y="111593"/>
                  </a:lnTo>
                  <a:lnTo>
                    <a:pt x="44153" y="110614"/>
                  </a:lnTo>
                  <a:lnTo>
                    <a:pt x="40811" y="112821"/>
                  </a:lnTo>
                  <a:lnTo>
                    <a:pt x="36791" y="110798"/>
                  </a:lnTo>
                  <a:lnTo>
                    <a:pt x="35601" y="109608"/>
                  </a:lnTo>
                  <a:lnTo>
                    <a:pt x="35222" y="108791"/>
                  </a:lnTo>
                  <a:lnTo>
                    <a:pt x="34052" y="105378"/>
                  </a:lnTo>
                  <a:lnTo>
                    <a:pt x="33891" y="103551"/>
                  </a:lnTo>
                  <a:lnTo>
                    <a:pt x="34222" y="101901"/>
                  </a:lnTo>
                  <a:lnTo>
                    <a:pt x="34553" y="100770"/>
                  </a:lnTo>
                  <a:lnTo>
                    <a:pt x="34881" y="100155"/>
                  </a:lnTo>
                  <a:lnTo>
                    <a:pt x="32694" y="102048"/>
                  </a:lnTo>
                  <a:lnTo>
                    <a:pt x="31927" y="102359"/>
                  </a:lnTo>
                  <a:lnTo>
                    <a:pt x="30916" y="102431"/>
                  </a:lnTo>
                  <a:lnTo>
                    <a:pt x="27905" y="101732"/>
                  </a:lnTo>
                  <a:lnTo>
                    <a:pt x="27429" y="102090"/>
                  </a:lnTo>
                  <a:lnTo>
                    <a:pt x="27585" y="102752"/>
                  </a:lnTo>
                  <a:lnTo>
                    <a:pt x="28371" y="103716"/>
                  </a:lnTo>
                  <a:lnTo>
                    <a:pt x="28474" y="104299"/>
                  </a:lnTo>
                  <a:lnTo>
                    <a:pt x="26796" y="104753"/>
                  </a:lnTo>
                  <a:lnTo>
                    <a:pt x="24252" y="104281"/>
                  </a:lnTo>
                  <a:lnTo>
                    <a:pt x="23144" y="104486"/>
                  </a:lnTo>
                  <a:lnTo>
                    <a:pt x="22639" y="104750"/>
                  </a:lnTo>
                  <a:lnTo>
                    <a:pt x="21493" y="106274"/>
                  </a:lnTo>
                  <a:lnTo>
                    <a:pt x="21025" y="106619"/>
                  </a:lnTo>
                  <a:lnTo>
                    <a:pt x="20424" y="106461"/>
                  </a:lnTo>
                  <a:lnTo>
                    <a:pt x="17755" y="103013"/>
                  </a:lnTo>
                  <a:lnTo>
                    <a:pt x="15603" y="100830"/>
                  </a:lnTo>
                  <a:lnTo>
                    <a:pt x="13095" y="99992"/>
                  </a:lnTo>
                  <a:lnTo>
                    <a:pt x="11944" y="99293"/>
                  </a:lnTo>
                  <a:lnTo>
                    <a:pt x="11312" y="98454"/>
                  </a:lnTo>
                  <a:lnTo>
                    <a:pt x="7853" y="91456"/>
                  </a:lnTo>
                  <a:lnTo>
                    <a:pt x="7380" y="89950"/>
                  </a:lnTo>
                  <a:lnTo>
                    <a:pt x="6284" y="84470"/>
                  </a:lnTo>
                  <a:lnTo>
                    <a:pt x="5916" y="83301"/>
                  </a:lnTo>
                  <a:lnTo>
                    <a:pt x="5472" y="82532"/>
                  </a:lnTo>
                  <a:lnTo>
                    <a:pt x="6341" y="82370"/>
                  </a:lnTo>
                  <a:lnTo>
                    <a:pt x="9614" y="83037"/>
                  </a:lnTo>
                  <a:lnTo>
                    <a:pt x="12781" y="83008"/>
                  </a:lnTo>
                  <a:lnTo>
                    <a:pt x="14502" y="83453"/>
                  </a:lnTo>
                  <a:lnTo>
                    <a:pt x="16498" y="84819"/>
                  </a:lnTo>
                  <a:lnTo>
                    <a:pt x="19098" y="85794"/>
                  </a:lnTo>
                  <a:lnTo>
                    <a:pt x="20960" y="85999"/>
                  </a:lnTo>
                  <a:lnTo>
                    <a:pt x="23945" y="85638"/>
                  </a:lnTo>
                  <a:lnTo>
                    <a:pt x="27337" y="84724"/>
                  </a:lnTo>
                  <a:lnTo>
                    <a:pt x="27736" y="84012"/>
                  </a:lnTo>
                  <a:lnTo>
                    <a:pt x="25539" y="82795"/>
                  </a:lnTo>
                  <a:lnTo>
                    <a:pt x="23581" y="81177"/>
                  </a:lnTo>
                  <a:lnTo>
                    <a:pt x="21774" y="79081"/>
                  </a:lnTo>
                  <a:lnTo>
                    <a:pt x="20695" y="78193"/>
                  </a:lnTo>
                  <a:lnTo>
                    <a:pt x="18886" y="77641"/>
                  </a:lnTo>
                  <a:lnTo>
                    <a:pt x="13802" y="77256"/>
                  </a:lnTo>
                  <a:lnTo>
                    <a:pt x="9093" y="75847"/>
                  </a:lnTo>
                  <a:lnTo>
                    <a:pt x="5840" y="73949"/>
                  </a:lnTo>
                  <a:lnTo>
                    <a:pt x="3190" y="71842"/>
                  </a:lnTo>
                  <a:lnTo>
                    <a:pt x="2113" y="70695"/>
                  </a:lnTo>
                  <a:lnTo>
                    <a:pt x="1725" y="69809"/>
                  </a:lnTo>
                  <a:lnTo>
                    <a:pt x="1313" y="67048"/>
                  </a:lnTo>
                  <a:lnTo>
                    <a:pt x="879" y="62409"/>
                  </a:lnTo>
                  <a:lnTo>
                    <a:pt x="459" y="59297"/>
                  </a:lnTo>
                  <a:lnTo>
                    <a:pt x="54" y="57708"/>
                  </a:lnTo>
                  <a:lnTo>
                    <a:pt x="0" y="56320"/>
                  </a:lnTo>
                  <a:lnTo>
                    <a:pt x="900" y="53358"/>
                  </a:lnTo>
                  <a:lnTo>
                    <a:pt x="3474" y="50139"/>
                  </a:lnTo>
                  <a:lnTo>
                    <a:pt x="3536" y="49634"/>
                  </a:lnTo>
                  <a:lnTo>
                    <a:pt x="3024" y="49484"/>
                  </a:lnTo>
                  <a:lnTo>
                    <a:pt x="1944" y="48666"/>
                  </a:lnTo>
                  <a:lnTo>
                    <a:pt x="1600" y="47468"/>
                  </a:lnTo>
                  <a:lnTo>
                    <a:pt x="1462" y="45568"/>
                  </a:lnTo>
                  <a:lnTo>
                    <a:pt x="1453" y="43957"/>
                  </a:lnTo>
                  <a:lnTo>
                    <a:pt x="1573" y="42635"/>
                  </a:lnTo>
                  <a:lnTo>
                    <a:pt x="2003" y="40986"/>
                  </a:lnTo>
                  <a:lnTo>
                    <a:pt x="3111" y="38021"/>
                  </a:lnTo>
                  <a:lnTo>
                    <a:pt x="4698" y="34423"/>
                  </a:lnTo>
                  <a:lnTo>
                    <a:pt x="6416" y="31045"/>
                  </a:lnTo>
                  <a:lnTo>
                    <a:pt x="6711" y="29940"/>
                  </a:lnTo>
                  <a:lnTo>
                    <a:pt x="6862" y="26943"/>
                  </a:lnTo>
                  <a:lnTo>
                    <a:pt x="7090" y="24757"/>
                  </a:lnTo>
                  <a:lnTo>
                    <a:pt x="7325" y="23219"/>
                  </a:lnTo>
                  <a:lnTo>
                    <a:pt x="7689" y="22065"/>
                  </a:lnTo>
                  <a:lnTo>
                    <a:pt x="8752" y="19875"/>
                  </a:lnTo>
                  <a:lnTo>
                    <a:pt x="10078" y="17797"/>
                  </a:lnTo>
                  <a:lnTo>
                    <a:pt x="12154" y="16027"/>
                  </a:lnTo>
                  <a:lnTo>
                    <a:pt x="12331" y="15371"/>
                  </a:lnTo>
                  <a:lnTo>
                    <a:pt x="12359" y="14464"/>
                  </a:lnTo>
                  <a:lnTo>
                    <a:pt x="12478" y="13787"/>
                  </a:lnTo>
                  <a:lnTo>
                    <a:pt x="12690" y="13341"/>
                  </a:lnTo>
                  <a:lnTo>
                    <a:pt x="17835" y="7667"/>
                  </a:lnTo>
                  <a:lnTo>
                    <a:pt x="20176" y="5361"/>
                  </a:lnTo>
                  <a:lnTo>
                    <a:pt x="22163" y="3897"/>
                  </a:lnTo>
                  <a:lnTo>
                    <a:pt x="24542" y="2818"/>
                  </a:lnTo>
                  <a:lnTo>
                    <a:pt x="31306" y="614"/>
                  </a:lnTo>
                  <a:lnTo>
                    <a:pt x="34789" y="0"/>
                  </a:lnTo>
                  <a:lnTo>
                    <a:pt x="39170" y="137"/>
                  </a:lnTo>
                  <a:lnTo>
                    <a:pt x="47248" y="1378"/>
                  </a:lnTo>
                  <a:lnTo>
                    <a:pt x="48220" y="2251"/>
                  </a:lnTo>
                  <a:lnTo>
                    <a:pt x="48468" y="2691"/>
                  </a:lnTo>
                  <a:lnTo>
                    <a:pt x="48822" y="3934"/>
                  </a:lnTo>
                  <a:lnTo>
                    <a:pt x="48555" y="4728"/>
                  </a:lnTo>
                  <a:lnTo>
                    <a:pt x="46346" y="7423"/>
                  </a:lnTo>
                  <a:lnTo>
                    <a:pt x="43565" y="9665"/>
                  </a:lnTo>
                  <a:lnTo>
                    <a:pt x="41755" y="11621"/>
                  </a:lnTo>
                  <a:lnTo>
                    <a:pt x="38691" y="16022"/>
                  </a:lnTo>
                  <a:lnTo>
                    <a:pt x="37865" y="17567"/>
                  </a:lnTo>
                  <a:lnTo>
                    <a:pt x="34068" y="26432"/>
                  </a:lnTo>
                  <a:lnTo>
                    <a:pt x="33172" y="27901"/>
                  </a:lnTo>
                  <a:lnTo>
                    <a:pt x="32646" y="29075"/>
                  </a:lnTo>
                  <a:lnTo>
                    <a:pt x="32277" y="32274"/>
                  </a:lnTo>
                  <a:lnTo>
                    <a:pt x="32387" y="33413"/>
                  </a:lnTo>
                  <a:lnTo>
                    <a:pt x="32980" y="35271"/>
                  </a:lnTo>
                  <a:lnTo>
                    <a:pt x="35040" y="39304"/>
                  </a:lnTo>
                  <a:lnTo>
                    <a:pt x="35595" y="41189"/>
                  </a:lnTo>
                  <a:lnTo>
                    <a:pt x="35581" y="42924"/>
                  </a:lnTo>
                  <a:lnTo>
                    <a:pt x="35350" y="47057"/>
                  </a:lnTo>
                  <a:lnTo>
                    <a:pt x="35322" y="49154"/>
                  </a:lnTo>
                  <a:lnTo>
                    <a:pt x="35415" y="51167"/>
                  </a:lnTo>
                  <a:lnTo>
                    <a:pt x="35840" y="54045"/>
                  </a:lnTo>
                  <a:lnTo>
                    <a:pt x="36596" y="57788"/>
                  </a:lnTo>
                  <a:lnTo>
                    <a:pt x="38349" y="61575"/>
                  </a:lnTo>
                  <a:lnTo>
                    <a:pt x="41099" y="65404"/>
                  </a:lnTo>
                  <a:lnTo>
                    <a:pt x="43146" y="67944"/>
                  </a:lnTo>
                  <a:lnTo>
                    <a:pt x="45164" y="69814"/>
                  </a:lnTo>
                  <a:lnTo>
                    <a:pt x="47553" y="72581"/>
                  </a:lnTo>
                  <a:lnTo>
                    <a:pt x="48085" y="73918"/>
                  </a:lnTo>
                  <a:lnTo>
                    <a:pt x="46987" y="75390"/>
                  </a:lnTo>
                  <a:lnTo>
                    <a:pt x="44413" y="77655"/>
                  </a:lnTo>
                  <a:lnTo>
                    <a:pt x="41030" y="78625"/>
                  </a:lnTo>
                  <a:lnTo>
                    <a:pt x="39221" y="79550"/>
                  </a:lnTo>
                  <a:lnTo>
                    <a:pt x="36971" y="81522"/>
                  </a:lnTo>
                  <a:lnTo>
                    <a:pt x="34147" y="830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1835388" y="1449039"/>
              <a:ext cx="60311" cy="78121"/>
            </a:xfrm>
            <a:custGeom>
              <a:avLst/>
              <a:pathLst>
                <a:path w="60311" h="78121">
                  <a:moveTo>
                    <a:pt x="26069" y="0"/>
                  </a:moveTo>
                  <a:lnTo>
                    <a:pt x="34183" y="6332"/>
                  </a:lnTo>
                  <a:lnTo>
                    <a:pt x="35320" y="5810"/>
                  </a:lnTo>
                  <a:lnTo>
                    <a:pt x="37773" y="5476"/>
                  </a:lnTo>
                  <a:lnTo>
                    <a:pt x="40322" y="4544"/>
                  </a:lnTo>
                  <a:lnTo>
                    <a:pt x="43855" y="3772"/>
                  </a:lnTo>
                  <a:lnTo>
                    <a:pt x="46010" y="2367"/>
                  </a:lnTo>
                  <a:lnTo>
                    <a:pt x="46928" y="1966"/>
                  </a:lnTo>
                  <a:lnTo>
                    <a:pt x="48488" y="1718"/>
                  </a:lnTo>
                  <a:lnTo>
                    <a:pt x="49335" y="1724"/>
                  </a:lnTo>
                  <a:lnTo>
                    <a:pt x="51785" y="2483"/>
                  </a:lnTo>
                  <a:lnTo>
                    <a:pt x="52768" y="3016"/>
                  </a:lnTo>
                  <a:lnTo>
                    <a:pt x="53290" y="3576"/>
                  </a:lnTo>
                  <a:lnTo>
                    <a:pt x="53855" y="4596"/>
                  </a:lnTo>
                  <a:lnTo>
                    <a:pt x="54820" y="7084"/>
                  </a:lnTo>
                  <a:lnTo>
                    <a:pt x="54962" y="8007"/>
                  </a:lnTo>
                  <a:lnTo>
                    <a:pt x="54912" y="8255"/>
                  </a:lnTo>
                  <a:lnTo>
                    <a:pt x="54020" y="9785"/>
                  </a:lnTo>
                  <a:lnTo>
                    <a:pt x="53425" y="10451"/>
                  </a:lnTo>
                  <a:lnTo>
                    <a:pt x="52197" y="11084"/>
                  </a:lnTo>
                  <a:lnTo>
                    <a:pt x="51134" y="11278"/>
                  </a:lnTo>
                  <a:lnTo>
                    <a:pt x="50220" y="12389"/>
                  </a:lnTo>
                  <a:lnTo>
                    <a:pt x="49190" y="12093"/>
                  </a:lnTo>
                  <a:lnTo>
                    <a:pt x="48912" y="13107"/>
                  </a:lnTo>
                  <a:lnTo>
                    <a:pt x="49020" y="13726"/>
                  </a:lnTo>
                  <a:lnTo>
                    <a:pt x="49297" y="14028"/>
                  </a:lnTo>
                  <a:lnTo>
                    <a:pt x="49816" y="13956"/>
                  </a:lnTo>
                  <a:lnTo>
                    <a:pt x="50409" y="13523"/>
                  </a:lnTo>
                  <a:lnTo>
                    <a:pt x="51561" y="13738"/>
                  </a:lnTo>
                  <a:lnTo>
                    <a:pt x="52169" y="14403"/>
                  </a:lnTo>
                  <a:lnTo>
                    <a:pt x="52714" y="15501"/>
                  </a:lnTo>
                  <a:lnTo>
                    <a:pt x="52309" y="16520"/>
                  </a:lnTo>
                  <a:lnTo>
                    <a:pt x="50275" y="17926"/>
                  </a:lnTo>
                  <a:lnTo>
                    <a:pt x="47277" y="19519"/>
                  </a:lnTo>
                  <a:lnTo>
                    <a:pt x="43625" y="24529"/>
                  </a:lnTo>
                  <a:lnTo>
                    <a:pt x="41704" y="26630"/>
                  </a:lnTo>
                  <a:lnTo>
                    <a:pt x="41308" y="27285"/>
                  </a:lnTo>
                  <a:lnTo>
                    <a:pt x="41114" y="27943"/>
                  </a:lnTo>
                  <a:lnTo>
                    <a:pt x="41173" y="29189"/>
                  </a:lnTo>
                  <a:lnTo>
                    <a:pt x="41260" y="29693"/>
                  </a:lnTo>
                  <a:lnTo>
                    <a:pt x="41790" y="29896"/>
                  </a:lnTo>
                  <a:lnTo>
                    <a:pt x="43577" y="28155"/>
                  </a:lnTo>
                  <a:lnTo>
                    <a:pt x="44728" y="27344"/>
                  </a:lnTo>
                  <a:lnTo>
                    <a:pt x="45898" y="26898"/>
                  </a:lnTo>
                  <a:lnTo>
                    <a:pt x="47961" y="26866"/>
                  </a:lnTo>
                  <a:lnTo>
                    <a:pt x="48811" y="27133"/>
                  </a:lnTo>
                  <a:lnTo>
                    <a:pt x="50356" y="28178"/>
                  </a:lnTo>
                  <a:lnTo>
                    <a:pt x="51768" y="29786"/>
                  </a:lnTo>
                  <a:lnTo>
                    <a:pt x="52085" y="30372"/>
                  </a:lnTo>
                  <a:lnTo>
                    <a:pt x="51949" y="30959"/>
                  </a:lnTo>
                  <a:lnTo>
                    <a:pt x="51362" y="31551"/>
                  </a:lnTo>
                  <a:lnTo>
                    <a:pt x="51298" y="31940"/>
                  </a:lnTo>
                  <a:lnTo>
                    <a:pt x="52645" y="32753"/>
                  </a:lnTo>
                  <a:lnTo>
                    <a:pt x="54131" y="34958"/>
                  </a:lnTo>
                  <a:lnTo>
                    <a:pt x="54228" y="36295"/>
                  </a:lnTo>
                  <a:lnTo>
                    <a:pt x="53578" y="37620"/>
                  </a:lnTo>
                  <a:lnTo>
                    <a:pt x="53401" y="38506"/>
                  </a:lnTo>
                  <a:lnTo>
                    <a:pt x="53697" y="38954"/>
                  </a:lnTo>
                  <a:lnTo>
                    <a:pt x="54431" y="38681"/>
                  </a:lnTo>
                  <a:lnTo>
                    <a:pt x="56188" y="37198"/>
                  </a:lnTo>
                  <a:lnTo>
                    <a:pt x="58089" y="36425"/>
                  </a:lnTo>
                  <a:lnTo>
                    <a:pt x="58850" y="36512"/>
                  </a:lnTo>
                  <a:lnTo>
                    <a:pt x="59331" y="36852"/>
                  </a:lnTo>
                  <a:lnTo>
                    <a:pt x="59839" y="38886"/>
                  </a:lnTo>
                  <a:lnTo>
                    <a:pt x="60259" y="41175"/>
                  </a:lnTo>
                  <a:lnTo>
                    <a:pt x="60311" y="43099"/>
                  </a:lnTo>
                  <a:lnTo>
                    <a:pt x="59997" y="44663"/>
                  </a:lnTo>
                  <a:lnTo>
                    <a:pt x="59545" y="45883"/>
                  </a:lnTo>
                  <a:lnTo>
                    <a:pt x="58406" y="47392"/>
                  </a:lnTo>
                  <a:lnTo>
                    <a:pt x="57375" y="47966"/>
                  </a:lnTo>
                  <a:lnTo>
                    <a:pt x="56838" y="47972"/>
                  </a:lnTo>
                  <a:lnTo>
                    <a:pt x="56891" y="48227"/>
                  </a:lnTo>
                  <a:lnTo>
                    <a:pt x="58113" y="49484"/>
                  </a:lnTo>
                  <a:lnTo>
                    <a:pt x="58625" y="50488"/>
                  </a:lnTo>
                  <a:lnTo>
                    <a:pt x="58843" y="51456"/>
                  </a:lnTo>
                  <a:lnTo>
                    <a:pt x="58769" y="52391"/>
                  </a:lnTo>
                  <a:lnTo>
                    <a:pt x="58600" y="53187"/>
                  </a:lnTo>
                  <a:lnTo>
                    <a:pt x="57175" y="56141"/>
                  </a:lnTo>
                  <a:lnTo>
                    <a:pt x="57252" y="56563"/>
                  </a:lnTo>
                  <a:lnTo>
                    <a:pt x="57647" y="56756"/>
                  </a:lnTo>
                  <a:lnTo>
                    <a:pt x="58540" y="58457"/>
                  </a:lnTo>
                  <a:lnTo>
                    <a:pt x="58645" y="62409"/>
                  </a:lnTo>
                  <a:lnTo>
                    <a:pt x="55443" y="63648"/>
                  </a:lnTo>
                  <a:lnTo>
                    <a:pt x="54692" y="64569"/>
                  </a:lnTo>
                  <a:lnTo>
                    <a:pt x="53807" y="66043"/>
                  </a:lnTo>
                  <a:lnTo>
                    <a:pt x="52793" y="67147"/>
                  </a:lnTo>
                  <a:lnTo>
                    <a:pt x="50495" y="68307"/>
                  </a:lnTo>
                  <a:lnTo>
                    <a:pt x="49331" y="68441"/>
                  </a:lnTo>
                  <a:lnTo>
                    <a:pt x="43572" y="67473"/>
                  </a:lnTo>
                  <a:lnTo>
                    <a:pt x="42989" y="66910"/>
                  </a:lnTo>
                  <a:lnTo>
                    <a:pt x="42586" y="65905"/>
                  </a:lnTo>
                  <a:lnTo>
                    <a:pt x="42363" y="64457"/>
                  </a:lnTo>
                  <a:lnTo>
                    <a:pt x="42302" y="63318"/>
                  </a:lnTo>
                  <a:lnTo>
                    <a:pt x="42405" y="62489"/>
                  </a:lnTo>
                  <a:lnTo>
                    <a:pt x="42375" y="62003"/>
                  </a:lnTo>
                  <a:lnTo>
                    <a:pt x="42213" y="61862"/>
                  </a:lnTo>
                  <a:lnTo>
                    <a:pt x="41572" y="62692"/>
                  </a:lnTo>
                  <a:lnTo>
                    <a:pt x="40904" y="64201"/>
                  </a:lnTo>
                  <a:lnTo>
                    <a:pt x="41270" y="65876"/>
                  </a:lnTo>
                  <a:lnTo>
                    <a:pt x="43090" y="70532"/>
                  </a:lnTo>
                  <a:lnTo>
                    <a:pt x="43437" y="72533"/>
                  </a:lnTo>
                  <a:lnTo>
                    <a:pt x="43487" y="73383"/>
                  </a:lnTo>
                  <a:lnTo>
                    <a:pt x="43406" y="74020"/>
                  </a:lnTo>
                  <a:lnTo>
                    <a:pt x="41351" y="76740"/>
                  </a:lnTo>
                  <a:lnTo>
                    <a:pt x="40163" y="77662"/>
                  </a:lnTo>
                  <a:lnTo>
                    <a:pt x="38942" y="78121"/>
                  </a:lnTo>
                  <a:lnTo>
                    <a:pt x="37780" y="77779"/>
                  </a:lnTo>
                  <a:lnTo>
                    <a:pt x="36675" y="76636"/>
                  </a:lnTo>
                  <a:lnTo>
                    <a:pt x="35834" y="76130"/>
                  </a:lnTo>
                  <a:lnTo>
                    <a:pt x="34095" y="76198"/>
                  </a:lnTo>
                  <a:lnTo>
                    <a:pt x="33552" y="75609"/>
                  </a:lnTo>
                  <a:lnTo>
                    <a:pt x="33046" y="74513"/>
                  </a:lnTo>
                  <a:lnTo>
                    <a:pt x="31821" y="70584"/>
                  </a:lnTo>
                  <a:lnTo>
                    <a:pt x="30112" y="67795"/>
                  </a:lnTo>
                  <a:lnTo>
                    <a:pt x="28638" y="64672"/>
                  </a:lnTo>
                  <a:lnTo>
                    <a:pt x="24895" y="60113"/>
                  </a:lnTo>
                  <a:lnTo>
                    <a:pt x="22957" y="57385"/>
                  </a:lnTo>
                  <a:lnTo>
                    <a:pt x="20373" y="52997"/>
                  </a:lnTo>
                  <a:lnTo>
                    <a:pt x="19293" y="52004"/>
                  </a:lnTo>
                  <a:lnTo>
                    <a:pt x="18395" y="51606"/>
                  </a:lnTo>
                  <a:lnTo>
                    <a:pt x="16631" y="51292"/>
                  </a:lnTo>
                  <a:lnTo>
                    <a:pt x="16222" y="50745"/>
                  </a:lnTo>
                  <a:lnTo>
                    <a:pt x="15579" y="49253"/>
                  </a:lnTo>
                  <a:lnTo>
                    <a:pt x="14469" y="48132"/>
                  </a:lnTo>
                  <a:lnTo>
                    <a:pt x="14064" y="47991"/>
                  </a:lnTo>
                  <a:lnTo>
                    <a:pt x="13410" y="48255"/>
                  </a:lnTo>
                  <a:lnTo>
                    <a:pt x="11683" y="49288"/>
                  </a:lnTo>
                  <a:lnTo>
                    <a:pt x="9515" y="48194"/>
                  </a:lnTo>
                  <a:lnTo>
                    <a:pt x="9028" y="47425"/>
                  </a:lnTo>
                  <a:lnTo>
                    <a:pt x="8740" y="46121"/>
                  </a:lnTo>
                  <a:lnTo>
                    <a:pt x="8467" y="45405"/>
                  </a:lnTo>
                  <a:lnTo>
                    <a:pt x="7732" y="44762"/>
                  </a:lnTo>
                  <a:lnTo>
                    <a:pt x="7114" y="43134"/>
                  </a:lnTo>
                  <a:lnTo>
                    <a:pt x="2993" y="39925"/>
                  </a:lnTo>
                  <a:lnTo>
                    <a:pt x="544" y="36240"/>
                  </a:lnTo>
                  <a:lnTo>
                    <a:pt x="47" y="34908"/>
                  </a:lnTo>
                  <a:lnTo>
                    <a:pt x="0" y="34364"/>
                  </a:lnTo>
                  <a:lnTo>
                    <a:pt x="251" y="32594"/>
                  </a:lnTo>
                  <a:lnTo>
                    <a:pt x="819" y="30586"/>
                  </a:lnTo>
                  <a:lnTo>
                    <a:pt x="1563" y="28592"/>
                  </a:lnTo>
                  <a:lnTo>
                    <a:pt x="2017" y="27775"/>
                  </a:lnTo>
                  <a:lnTo>
                    <a:pt x="3629" y="26055"/>
                  </a:lnTo>
                  <a:lnTo>
                    <a:pt x="4899" y="25666"/>
                  </a:lnTo>
                  <a:lnTo>
                    <a:pt x="6672" y="25884"/>
                  </a:lnTo>
                  <a:lnTo>
                    <a:pt x="7606" y="26266"/>
                  </a:lnTo>
                  <a:lnTo>
                    <a:pt x="8443" y="27417"/>
                  </a:lnTo>
                  <a:lnTo>
                    <a:pt x="8802" y="28745"/>
                  </a:lnTo>
                  <a:lnTo>
                    <a:pt x="9220" y="29639"/>
                  </a:lnTo>
                  <a:lnTo>
                    <a:pt x="10535" y="30618"/>
                  </a:lnTo>
                  <a:lnTo>
                    <a:pt x="11248" y="31405"/>
                  </a:lnTo>
                  <a:lnTo>
                    <a:pt x="12296" y="33238"/>
                  </a:lnTo>
                  <a:lnTo>
                    <a:pt x="13104" y="35447"/>
                  </a:lnTo>
                  <a:lnTo>
                    <a:pt x="13848" y="36174"/>
                  </a:lnTo>
                  <a:lnTo>
                    <a:pt x="15632" y="36422"/>
                  </a:lnTo>
                  <a:lnTo>
                    <a:pt x="17473" y="36048"/>
                  </a:lnTo>
                  <a:lnTo>
                    <a:pt x="21427" y="34659"/>
                  </a:lnTo>
                  <a:lnTo>
                    <a:pt x="21588" y="34486"/>
                  </a:lnTo>
                  <a:lnTo>
                    <a:pt x="21833" y="33657"/>
                  </a:lnTo>
                  <a:lnTo>
                    <a:pt x="22284" y="28629"/>
                  </a:lnTo>
                  <a:lnTo>
                    <a:pt x="22555" y="28608"/>
                  </a:lnTo>
                  <a:lnTo>
                    <a:pt x="23897" y="30936"/>
                  </a:lnTo>
                  <a:lnTo>
                    <a:pt x="24277" y="31192"/>
                  </a:lnTo>
                  <a:lnTo>
                    <a:pt x="24856" y="30707"/>
                  </a:lnTo>
                  <a:lnTo>
                    <a:pt x="25200" y="29576"/>
                  </a:lnTo>
                  <a:lnTo>
                    <a:pt x="25158" y="29039"/>
                  </a:lnTo>
                  <a:lnTo>
                    <a:pt x="24314" y="26315"/>
                  </a:lnTo>
                  <a:lnTo>
                    <a:pt x="23817" y="25131"/>
                  </a:lnTo>
                  <a:lnTo>
                    <a:pt x="23370" y="24395"/>
                  </a:lnTo>
                  <a:lnTo>
                    <a:pt x="22873" y="24154"/>
                  </a:lnTo>
                  <a:lnTo>
                    <a:pt x="21798" y="24387"/>
                  </a:lnTo>
                  <a:lnTo>
                    <a:pt x="20979" y="23864"/>
                  </a:lnTo>
                  <a:lnTo>
                    <a:pt x="20798" y="23112"/>
                  </a:lnTo>
                  <a:lnTo>
                    <a:pt x="20931" y="22103"/>
                  </a:lnTo>
                  <a:lnTo>
                    <a:pt x="21384" y="21037"/>
                  </a:lnTo>
                  <a:lnTo>
                    <a:pt x="21869" y="20427"/>
                  </a:lnTo>
                  <a:lnTo>
                    <a:pt x="22812" y="20114"/>
                  </a:lnTo>
                  <a:lnTo>
                    <a:pt x="23916" y="20424"/>
                  </a:lnTo>
                  <a:lnTo>
                    <a:pt x="25444" y="21712"/>
                  </a:lnTo>
                  <a:lnTo>
                    <a:pt x="26411" y="21998"/>
                  </a:lnTo>
                  <a:lnTo>
                    <a:pt x="27769" y="21630"/>
                  </a:lnTo>
                  <a:lnTo>
                    <a:pt x="26031" y="20873"/>
                  </a:lnTo>
                  <a:lnTo>
                    <a:pt x="23608" y="17896"/>
                  </a:lnTo>
                  <a:lnTo>
                    <a:pt x="22568" y="17341"/>
                  </a:lnTo>
                  <a:lnTo>
                    <a:pt x="21300" y="18618"/>
                  </a:lnTo>
                  <a:lnTo>
                    <a:pt x="20444" y="19098"/>
                  </a:lnTo>
                  <a:lnTo>
                    <a:pt x="18826" y="19721"/>
                  </a:lnTo>
                  <a:lnTo>
                    <a:pt x="17538" y="19814"/>
                  </a:lnTo>
                  <a:lnTo>
                    <a:pt x="12140" y="15215"/>
                  </a:lnTo>
                  <a:lnTo>
                    <a:pt x="11840" y="14775"/>
                  </a:lnTo>
                  <a:lnTo>
                    <a:pt x="11444" y="13578"/>
                  </a:lnTo>
                  <a:lnTo>
                    <a:pt x="11490" y="13027"/>
                  </a:lnTo>
                  <a:lnTo>
                    <a:pt x="12023" y="12175"/>
                  </a:lnTo>
                  <a:lnTo>
                    <a:pt x="13368" y="11049"/>
                  </a:lnTo>
                  <a:lnTo>
                    <a:pt x="15369" y="10343"/>
                  </a:lnTo>
                  <a:lnTo>
                    <a:pt x="16707" y="10228"/>
                  </a:lnTo>
                  <a:lnTo>
                    <a:pt x="17877" y="11069"/>
                  </a:lnTo>
                  <a:lnTo>
                    <a:pt x="19581" y="13344"/>
                  </a:lnTo>
                  <a:lnTo>
                    <a:pt x="21073" y="14673"/>
                  </a:lnTo>
                  <a:lnTo>
                    <a:pt x="21195" y="14195"/>
                  </a:lnTo>
                  <a:lnTo>
                    <a:pt x="20932" y="12888"/>
                  </a:lnTo>
                  <a:lnTo>
                    <a:pt x="20251" y="10947"/>
                  </a:lnTo>
                  <a:lnTo>
                    <a:pt x="19763" y="10416"/>
                  </a:lnTo>
                  <a:lnTo>
                    <a:pt x="18563" y="9838"/>
                  </a:lnTo>
                  <a:lnTo>
                    <a:pt x="17452" y="8505"/>
                  </a:lnTo>
                  <a:lnTo>
                    <a:pt x="16930" y="7519"/>
                  </a:lnTo>
                  <a:lnTo>
                    <a:pt x="16652" y="6462"/>
                  </a:lnTo>
                  <a:lnTo>
                    <a:pt x="16617" y="5335"/>
                  </a:lnTo>
                  <a:lnTo>
                    <a:pt x="16830" y="4564"/>
                  </a:lnTo>
                  <a:lnTo>
                    <a:pt x="17290" y="4152"/>
                  </a:lnTo>
                  <a:lnTo>
                    <a:pt x="21438" y="3025"/>
                  </a:lnTo>
                  <a:lnTo>
                    <a:pt x="24335" y="4273"/>
                  </a:lnTo>
                  <a:lnTo>
                    <a:pt x="26173" y="4453"/>
                  </a:lnTo>
                  <a:lnTo>
                    <a:pt x="26935" y="2921"/>
                  </a:lnTo>
                  <a:lnTo>
                    <a:pt x="26669" y="2622"/>
                  </a:lnTo>
                  <a:lnTo>
                    <a:pt x="25702" y="3016"/>
                  </a:lnTo>
                  <a:lnTo>
                    <a:pt x="24609" y="3008"/>
                  </a:lnTo>
                  <a:lnTo>
                    <a:pt x="23927" y="2168"/>
                  </a:lnTo>
                  <a:lnTo>
                    <a:pt x="23905" y="1677"/>
                  </a:lnTo>
                  <a:lnTo>
                    <a:pt x="24757" y="50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1867081" y="1444053"/>
              <a:ext cx="16899" cy="8941"/>
            </a:xfrm>
            <a:custGeom>
              <a:avLst/>
              <a:pathLst>
                <a:path w="16899" h="8941">
                  <a:moveTo>
                    <a:pt x="11023" y="7273"/>
                  </a:moveTo>
                  <a:lnTo>
                    <a:pt x="8256" y="7896"/>
                  </a:lnTo>
                  <a:lnTo>
                    <a:pt x="6978" y="7628"/>
                  </a:lnTo>
                  <a:lnTo>
                    <a:pt x="6302" y="8444"/>
                  </a:lnTo>
                  <a:lnTo>
                    <a:pt x="5771" y="8791"/>
                  </a:lnTo>
                  <a:lnTo>
                    <a:pt x="4259" y="8941"/>
                  </a:lnTo>
                  <a:lnTo>
                    <a:pt x="1143" y="7466"/>
                  </a:lnTo>
                  <a:lnTo>
                    <a:pt x="306" y="6954"/>
                  </a:lnTo>
                  <a:lnTo>
                    <a:pt x="0" y="6478"/>
                  </a:lnTo>
                  <a:lnTo>
                    <a:pt x="126" y="6020"/>
                  </a:lnTo>
                  <a:lnTo>
                    <a:pt x="686" y="5582"/>
                  </a:lnTo>
                  <a:lnTo>
                    <a:pt x="3077" y="4915"/>
                  </a:lnTo>
                  <a:lnTo>
                    <a:pt x="3963" y="4423"/>
                  </a:lnTo>
                  <a:lnTo>
                    <a:pt x="4328" y="3736"/>
                  </a:lnTo>
                  <a:lnTo>
                    <a:pt x="4926" y="3184"/>
                  </a:lnTo>
                  <a:lnTo>
                    <a:pt x="5756" y="2767"/>
                  </a:lnTo>
                  <a:lnTo>
                    <a:pt x="7998" y="2367"/>
                  </a:lnTo>
                  <a:lnTo>
                    <a:pt x="13035" y="294"/>
                  </a:lnTo>
                  <a:lnTo>
                    <a:pt x="15541" y="0"/>
                  </a:lnTo>
                  <a:lnTo>
                    <a:pt x="16523" y="175"/>
                  </a:lnTo>
                  <a:lnTo>
                    <a:pt x="16819" y="724"/>
                  </a:lnTo>
                  <a:lnTo>
                    <a:pt x="16899" y="1271"/>
                  </a:lnTo>
                  <a:lnTo>
                    <a:pt x="16762" y="1820"/>
                  </a:lnTo>
                  <a:lnTo>
                    <a:pt x="15980" y="3224"/>
                  </a:lnTo>
                  <a:lnTo>
                    <a:pt x="14957" y="4319"/>
                  </a:lnTo>
                  <a:lnTo>
                    <a:pt x="12209" y="667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1903315" y="1442159"/>
              <a:ext cx="50889" cy="64355"/>
            </a:xfrm>
            <a:custGeom>
              <a:avLst/>
              <a:pathLst>
                <a:path w="50889" h="64355">
                  <a:moveTo>
                    <a:pt x="23814" y="525"/>
                  </a:moveTo>
                  <a:lnTo>
                    <a:pt x="27590" y="1921"/>
                  </a:lnTo>
                  <a:lnTo>
                    <a:pt x="29429" y="2837"/>
                  </a:lnTo>
                  <a:lnTo>
                    <a:pt x="30332" y="3448"/>
                  </a:lnTo>
                  <a:lnTo>
                    <a:pt x="32053" y="5507"/>
                  </a:lnTo>
                  <a:lnTo>
                    <a:pt x="32929" y="6098"/>
                  </a:lnTo>
                  <a:lnTo>
                    <a:pt x="36280" y="4904"/>
                  </a:lnTo>
                  <a:lnTo>
                    <a:pt x="38623" y="4461"/>
                  </a:lnTo>
                  <a:lnTo>
                    <a:pt x="43838" y="5007"/>
                  </a:lnTo>
                  <a:lnTo>
                    <a:pt x="48265" y="6709"/>
                  </a:lnTo>
                  <a:lnTo>
                    <a:pt x="49894" y="7988"/>
                  </a:lnTo>
                  <a:lnTo>
                    <a:pt x="50889" y="9163"/>
                  </a:lnTo>
                  <a:lnTo>
                    <a:pt x="50631" y="10460"/>
                  </a:lnTo>
                  <a:lnTo>
                    <a:pt x="49816" y="12555"/>
                  </a:lnTo>
                  <a:lnTo>
                    <a:pt x="48860" y="14547"/>
                  </a:lnTo>
                  <a:lnTo>
                    <a:pt x="46947" y="17674"/>
                  </a:lnTo>
                  <a:lnTo>
                    <a:pt x="45321" y="19238"/>
                  </a:lnTo>
                  <a:lnTo>
                    <a:pt x="44919" y="19988"/>
                  </a:lnTo>
                  <a:lnTo>
                    <a:pt x="44665" y="21028"/>
                  </a:lnTo>
                  <a:lnTo>
                    <a:pt x="44034" y="22552"/>
                  </a:lnTo>
                  <a:lnTo>
                    <a:pt x="42287" y="25848"/>
                  </a:lnTo>
                  <a:lnTo>
                    <a:pt x="41821" y="26412"/>
                  </a:lnTo>
                  <a:lnTo>
                    <a:pt x="39361" y="27855"/>
                  </a:lnTo>
                  <a:lnTo>
                    <a:pt x="40204" y="28501"/>
                  </a:lnTo>
                  <a:lnTo>
                    <a:pt x="40589" y="29072"/>
                  </a:lnTo>
                  <a:lnTo>
                    <a:pt x="40265" y="30535"/>
                  </a:lnTo>
                  <a:lnTo>
                    <a:pt x="38714" y="34066"/>
                  </a:lnTo>
                  <a:lnTo>
                    <a:pt x="37105" y="37331"/>
                  </a:lnTo>
                  <a:lnTo>
                    <a:pt x="35980" y="39283"/>
                  </a:lnTo>
                  <a:lnTo>
                    <a:pt x="33936" y="42105"/>
                  </a:lnTo>
                  <a:lnTo>
                    <a:pt x="32812" y="42903"/>
                  </a:lnTo>
                  <a:lnTo>
                    <a:pt x="31302" y="43150"/>
                  </a:lnTo>
                  <a:lnTo>
                    <a:pt x="22182" y="40686"/>
                  </a:lnTo>
                  <a:lnTo>
                    <a:pt x="19893" y="40725"/>
                  </a:lnTo>
                  <a:lnTo>
                    <a:pt x="13811" y="42013"/>
                  </a:lnTo>
                  <a:lnTo>
                    <a:pt x="14384" y="42642"/>
                  </a:lnTo>
                  <a:lnTo>
                    <a:pt x="16612" y="43596"/>
                  </a:lnTo>
                  <a:lnTo>
                    <a:pt x="18049" y="44635"/>
                  </a:lnTo>
                  <a:lnTo>
                    <a:pt x="19955" y="47872"/>
                  </a:lnTo>
                  <a:lnTo>
                    <a:pt x="20203" y="48680"/>
                  </a:lnTo>
                  <a:lnTo>
                    <a:pt x="20323" y="49621"/>
                  </a:lnTo>
                  <a:lnTo>
                    <a:pt x="20250" y="51466"/>
                  </a:lnTo>
                  <a:lnTo>
                    <a:pt x="20119" y="51935"/>
                  </a:lnTo>
                  <a:lnTo>
                    <a:pt x="17087" y="56914"/>
                  </a:lnTo>
                  <a:lnTo>
                    <a:pt x="16107" y="60539"/>
                  </a:lnTo>
                  <a:lnTo>
                    <a:pt x="15482" y="63530"/>
                  </a:lnTo>
                  <a:lnTo>
                    <a:pt x="14461" y="64355"/>
                  </a:lnTo>
                  <a:lnTo>
                    <a:pt x="11063" y="63091"/>
                  </a:lnTo>
                  <a:lnTo>
                    <a:pt x="9967" y="63129"/>
                  </a:lnTo>
                  <a:lnTo>
                    <a:pt x="6153" y="64002"/>
                  </a:lnTo>
                  <a:lnTo>
                    <a:pt x="4374" y="63569"/>
                  </a:lnTo>
                  <a:lnTo>
                    <a:pt x="4626" y="59060"/>
                  </a:lnTo>
                  <a:lnTo>
                    <a:pt x="4377" y="54192"/>
                  </a:lnTo>
                  <a:lnTo>
                    <a:pt x="3816" y="49547"/>
                  </a:lnTo>
                  <a:lnTo>
                    <a:pt x="965" y="41286"/>
                  </a:lnTo>
                  <a:lnTo>
                    <a:pt x="650" y="39820"/>
                  </a:lnTo>
                  <a:lnTo>
                    <a:pt x="440" y="38244"/>
                  </a:lnTo>
                  <a:lnTo>
                    <a:pt x="334" y="36556"/>
                  </a:lnTo>
                  <a:lnTo>
                    <a:pt x="344" y="34858"/>
                  </a:lnTo>
                  <a:lnTo>
                    <a:pt x="542" y="31424"/>
                  </a:lnTo>
                  <a:lnTo>
                    <a:pt x="564" y="29684"/>
                  </a:lnTo>
                  <a:lnTo>
                    <a:pt x="421" y="25146"/>
                  </a:lnTo>
                  <a:lnTo>
                    <a:pt x="36" y="18358"/>
                  </a:lnTo>
                  <a:lnTo>
                    <a:pt x="0" y="15963"/>
                  </a:lnTo>
                  <a:lnTo>
                    <a:pt x="26" y="15009"/>
                  </a:lnTo>
                  <a:lnTo>
                    <a:pt x="145" y="14281"/>
                  </a:lnTo>
                  <a:lnTo>
                    <a:pt x="755" y="13314"/>
                  </a:lnTo>
                  <a:lnTo>
                    <a:pt x="1928" y="12620"/>
                  </a:lnTo>
                  <a:lnTo>
                    <a:pt x="2518" y="12517"/>
                  </a:lnTo>
                  <a:lnTo>
                    <a:pt x="6266" y="14568"/>
                  </a:lnTo>
                  <a:lnTo>
                    <a:pt x="7990" y="15253"/>
                  </a:lnTo>
                  <a:lnTo>
                    <a:pt x="9136" y="15223"/>
                  </a:lnTo>
                  <a:lnTo>
                    <a:pt x="9200" y="14990"/>
                  </a:lnTo>
                  <a:lnTo>
                    <a:pt x="8179" y="14558"/>
                  </a:lnTo>
                  <a:lnTo>
                    <a:pt x="7220" y="13673"/>
                  </a:lnTo>
                  <a:lnTo>
                    <a:pt x="5657" y="11041"/>
                  </a:lnTo>
                  <a:lnTo>
                    <a:pt x="4940" y="8791"/>
                  </a:lnTo>
                  <a:lnTo>
                    <a:pt x="4796" y="8048"/>
                  </a:lnTo>
                  <a:lnTo>
                    <a:pt x="4762" y="7268"/>
                  </a:lnTo>
                  <a:lnTo>
                    <a:pt x="4837" y="6455"/>
                  </a:lnTo>
                  <a:lnTo>
                    <a:pt x="5064" y="5723"/>
                  </a:lnTo>
                  <a:lnTo>
                    <a:pt x="5846" y="4576"/>
                  </a:lnTo>
                  <a:lnTo>
                    <a:pt x="6484" y="4058"/>
                  </a:lnTo>
                  <a:lnTo>
                    <a:pt x="8835" y="2741"/>
                  </a:lnTo>
                  <a:lnTo>
                    <a:pt x="11204" y="1939"/>
                  </a:lnTo>
                  <a:lnTo>
                    <a:pt x="16431" y="1393"/>
                  </a:lnTo>
                  <a:lnTo>
                    <a:pt x="17913" y="1784"/>
                  </a:lnTo>
                  <a:lnTo>
                    <a:pt x="20176" y="343"/>
                  </a:lnTo>
                  <a:lnTo>
                    <a:pt x="2151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1613008" y="1431333"/>
              <a:ext cx="100486" cy="102154"/>
            </a:xfrm>
            <a:custGeom>
              <a:avLst/>
              <a:pathLst>
                <a:path w="100486" h="102154">
                  <a:moveTo>
                    <a:pt x="58804" y="12903"/>
                  </a:moveTo>
                  <a:lnTo>
                    <a:pt x="61279" y="10161"/>
                  </a:lnTo>
                  <a:lnTo>
                    <a:pt x="62781" y="10013"/>
                  </a:lnTo>
                  <a:lnTo>
                    <a:pt x="63828" y="10256"/>
                  </a:lnTo>
                  <a:lnTo>
                    <a:pt x="64160" y="10606"/>
                  </a:lnTo>
                  <a:lnTo>
                    <a:pt x="64370" y="11147"/>
                  </a:lnTo>
                  <a:lnTo>
                    <a:pt x="64474" y="12337"/>
                  </a:lnTo>
                  <a:lnTo>
                    <a:pt x="64540" y="15283"/>
                  </a:lnTo>
                  <a:lnTo>
                    <a:pt x="64674" y="15648"/>
                  </a:lnTo>
                  <a:lnTo>
                    <a:pt x="65015" y="15481"/>
                  </a:lnTo>
                  <a:lnTo>
                    <a:pt x="65561" y="14785"/>
                  </a:lnTo>
                  <a:lnTo>
                    <a:pt x="68268" y="10431"/>
                  </a:lnTo>
                  <a:lnTo>
                    <a:pt x="69410" y="9236"/>
                  </a:lnTo>
                  <a:lnTo>
                    <a:pt x="70192" y="8879"/>
                  </a:lnTo>
                  <a:lnTo>
                    <a:pt x="73502" y="8225"/>
                  </a:lnTo>
                  <a:lnTo>
                    <a:pt x="75750" y="8245"/>
                  </a:lnTo>
                  <a:lnTo>
                    <a:pt x="78234" y="8651"/>
                  </a:lnTo>
                  <a:lnTo>
                    <a:pt x="80086" y="9260"/>
                  </a:lnTo>
                  <a:lnTo>
                    <a:pt x="83124" y="11050"/>
                  </a:lnTo>
                  <a:lnTo>
                    <a:pt x="85512" y="13110"/>
                  </a:lnTo>
                  <a:lnTo>
                    <a:pt x="87704" y="15305"/>
                  </a:lnTo>
                  <a:lnTo>
                    <a:pt x="95055" y="23555"/>
                  </a:lnTo>
                  <a:lnTo>
                    <a:pt x="98164" y="25990"/>
                  </a:lnTo>
                  <a:lnTo>
                    <a:pt x="99353" y="27373"/>
                  </a:lnTo>
                  <a:lnTo>
                    <a:pt x="99882" y="28380"/>
                  </a:lnTo>
                  <a:lnTo>
                    <a:pt x="100345" y="29644"/>
                  </a:lnTo>
                  <a:lnTo>
                    <a:pt x="100486" y="30824"/>
                  </a:lnTo>
                  <a:lnTo>
                    <a:pt x="100306" y="31922"/>
                  </a:lnTo>
                  <a:lnTo>
                    <a:pt x="99967" y="32688"/>
                  </a:lnTo>
                  <a:lnTo>
                    <a:pt x="99221" y="33342"/>
                  </a:lnTo>
                  <a:lnTo>
                    <a:pt x="94723" y="36105"/>
                  </a:lnTo>
                  <a:lnTo>
                    <a:pt x="92355" y="36951"/>
                  </a:lnTo>
                  <a:lnTo>
                    <a:pt x="90010" y="38173"/>
                  </a:lnTo>
                  <a:lnTo>
                    <a:pt x="84406" y="42486"/>
                  </a:lnTo>
                  <a:lnTo>
                    <a:pt x="80570" y="44541"/>
                  </a:lnTo>
                  <a:lnTo>
                    <a:pt x="75583" y="48546"/>
                  </a:lnTo>
                  <a:lnTo>
                    <a:pt x="66177" y="54990"/>
                  </a:lnTo>
                  <a:lnTo>
                    <a:pt x="65058" y="56284"/>
                  </a:lnTo>
                  <a:lnTo>
                    <a:pt x="64543" y="57214"/>
                  </a:lnTo>
                  <a:lnTo>
                    <a:pt x="61888" y="64556"/>
                  </a:lnTo>
                  <a:lnTo>
                    <a:pt x="60878" y="66261"/>
                  </a:lnTo>
                  <a:lnTo>
                    <a:pt x="58430" y="68000"/>
                  </a:lnTo>
                  <a:lnTo>
                    <a:pt x="55331" y="68434"/>
                  </a:lnTo>
                  <a:lnTo>
                    <a:pt x="54465" y="68922"/>
                  </a:lnTo>
                  <a:lnTo>
                    <a:pt x="54325" y="71460"/>
                  </a:lnTo>
                  <a:lnTo>
                    <a:pt x="53214" y="75676"/>
                  </a:lnTo>
                  <a:lnTo>
                    <a:pt x="52673" y="78514"/>
                  </a:lnTo>
                  <a:lnTo>
                    <a:pt x="51934" y="86114"/>
                  </a:lnTo>
                  <a:lnTo>
                    <a:pt x="51763" y="86875"/>
                  </a:lnTo>
                  <a:lnTo>
                    <a:pt x="51198" y="88283"/>
                  </a:lnTo>
                  <a:lnTo>
                    <a:pt x="50240" y="89809"/>
                  </a:lnTo>
                  <a:lnTo>
                    <a:pt x="47251" y="91568"/>
                  </a:lnTo>
                  <a:lnTo>
                    <a:pt x="45044" y="92492"/>
                  </a:lnTo>
                  <a:lnTo>
                    <a:pt x="42041" y="93259"/>
                  </a:lnTo>
                  <a:lnTo>
                    <a:pt x="41324" y="92734"/>
                  </a:lnTo>
                  <a:lnTo>
                    <a:pt x="40599" y="91528"/>
                  </a:lnTo>
                  <a:lnTo>
                    <a:pt x="39845" y="91422"/>
                  </a:lnTo>
                  <a:lnTo>
                    <a:pt x="39376" y="91611"/>
                  </a:lnTo>
                  <a:lnTo>
                    <a:pt x="35461" y="96896"/>
                  </a:lnTo>
                  <a:lnTo>
                    <a:pt x="31684" y="99035"/>
                  </a:lnTo>
                  <a:lnTo>
                    <a:pt x="30047" y="100967"/>
                  </a:lnTo>
                  <a:lnTo>
                    <a:pt x="28892" y="101874"/>
                  </a:lnTo>
                  <a:lnTo>
                    <a:pt x="27964" y="102154"/>
                  </a:lnTo>
                  <a:lnTo>
                    <a:pt x="26434" y="101982"/>
                  </a:lnTo>
                  <a:lnTo>
                    <a:pt x="25329" y="101107"/>
                  </a:lnTo>
                  <a:lnTo>
                    <a:pt x="24327" y="99755"/>
                  </a:lnTo>
                  <a:lnTo>
                    <a:pt x="23572" y="98287"/>
                  </a:lnTo>
                  <a:lnTo>
                    <a:pt x="21632" y="92249"/>
                  </a:lnTo>
                  <a:lnTo>
                    <a:pt x="20798" y="90183"/>
                  </a:lnTo>
                  <a:lnTo>
                    <a:pt x="20090" y="89151"/>
                  </a:lnTo>
                  <a:lnTo>
                    <a:pt x="18189" y="85474"/>
                  </a:lnTo>
                  <a:lnTo>
                    <a:pt x="17665" y="84737"/>
                  </a:lnTo>
                  <a:lnTo>
                    <a:pt x="10434" y="80076"/>
                  </a:lnTo>
                  <a:lnTo>
                    <a:pt x="6913" y="77462"/>
                  </a:lnTo>
                  <a:lnTo>
                    <a:pt x="6062" y="76541"/>
                  </a:lnTo>
                  <a:lnTo>
                    <a:pt x="5274" y="76001"/>
                  </a:lnTo>
                  <a:lnTo>
                    <a:pt x="753" y="76362"/>
                  </a:lnTo>
                  <a:lnTo>
                    <a:pt x="155" y="76221"/>
                  </a:lnTo>
                  <a:lnTo>
                    <a:pt x="0" y="75835"/>
                  </a:lnTo>
                  <a:lnTo>
                    <a:pt x="534" y="74466"/>
                  </a:lnTo>
                  <a:lnTo>
                    <a:pt x="745" y="73602"/>
                  </a:lnTo>
                  <a:lnTo>
                    <a:pt x="815" y="72755"/>
                  </a:lnTo>
                  <a:lnTo>
                    <a:pt x="737" y="71389"/>
                  </a:lnTo>
                  <a:lnTo>
                    <a:pt x="795" y="71142"/>
                  </a:lnTo>
                  <a:lnTo>
                    <a:pt x="2514" y="69796"/>
                  </a:lnTo>
                  <a:lnTo>
                    <a:pt x="2235" y="69516"/>
                  </a:lnTo>
                  <a:lnTo>
                    <a:pt x="2033" y="68991"/>
                  </a:lnTo>
                  <a:lnTo>
                    <a:pt x="1908" y="68216"/>
                  </a:lnTo>
                  <a:lnTo>
                    <a:pt x="2095" y="67675"/>
                  </a:lnTo>
                  <a:lnTo>
                    <a:pt x="2593" y="67366"/>
                  </a:lnTo>
                  <a:lnTo>
                    <a:pt x="3200" y="66112"/>
                  </a:lnTo>
                  <a:lnTo>
                    <a:pt x="3914" y="63915"/>
                  </a:lnTo>
                  <a:lnTo>
                    <a:pt x="4446" y="62681"/>
                  </a:lnTo>
                  <a:lnTo>
                    <a:pt x="5184" y="61887"/>
                  </a:lnTo>
                  <a:lnTo>
                    <a:pt x="6508" y="59763"/>
                  </a:lnTo>
                  <a:lnTo>
                    <a:pt x="7451" y="58906"/>
                  </a:lnTo>
                  <a:lnTo>
                    <a:pt x="8250" y="57831"/>
                  </a:lnTo>
                  <a:lnTo>
                    <a:pt x="8273" y="57346"/>
                  </a:lnTo>
                  <a:lnTo>
                    <a:pt x="7948" y="56973"/>
                  </a:lnTo>
                  <a:lnTo>
                    <a:pt x="7835" y="56153"/>
                  </a:lnTo>
                  <a:lnTo>
                    <a:pt x="7984" y="53592"/>
                  </a:lnTo>
                  <a:lnTo>
                    <a:pt x="7978" y="52273"/>
                  </a:lnTo>
                  <a:lnTo>
                    <a:pt x="8122" y="51172"/>
                  </a:lnTo>
                  <a:lnTo>
                    <a:pt x="8418" y="50286"/>
                  </a:lnTo>
                  <a:lnTo>
                    <a:pt x="8791" y="49699"/>
                  </a:lnTo>
                  <a:lnTo>
                    <a:pt x="12139" y="47845"/>
                  </a:lnTo>
                  <a:lnTo>
                    <a:pt x="12308" y="47307"/>
                  </a:lnTo>
                  <a:lnTo>
                    <a:pt x="12348" y="46689"/>
                  </a:lnTo>
                  <a:lnTo>
                    <a:pt x="12258" y="45990"/>
                  </a:lnTo>
                  <a:lnTo>
                    <a:pt x="12084" y="45499"/>
                  </a:lnTo>
                  <a:lnTo>
                    <a:pt x="11555" y="45096"/>
                  </a:lnTo>
                  <a:lnTo>
                    <a:pt x="10660" y="44985"/>
                  </a:lnTo>
                  <a:lnTo>
                    <a:pt x="9884" y="43919"/>
                  </a:lnTo>
                  <a:lnTo>
                    <a:pt x="9699" y="43402"/>
                  </a:lnTo>
                  <a:lnTo>
                    <a:pt x="10010" y="41942"/>
                  </a:lnTo>
                  <a:lnTo>
                    <a:pt x="11520" y="39615"/>
                  </a:lnTo>
                  <a:lnTo>
                    <a:pt x="12029" y="38467"/>
                  </a:lnTo>
                  <a:lnTo>
                    <a:pt x="13661" y="33284"/>
                  </a:lnTo>
                  <a:lnTo>
                    <a:pt x="16642" y="30072"/>
                  </a:lnTo>
                  <a:lnTo>
                    <a:pt x="17450" y="26619"/>
                  </a:lnTo>
                  <a:lnTo>
                    <a:pt x="19689" y="22958"/>
                  </a:lnTo>
                  <a:lnTo>
                    <a:pt x="19683" y="22451"/>
                  </a:lnTo>
                  <a:lnTo>
                    <a:pt x="18960" y="21202"/>
                  </a:lnTo>
                  <a:lnTo>
                    <a:pt x="16893" y="20336"/>
                  </a:lnTo>
                  <a:lnTo>
                    <a:pt x="15899" y="19003"/>
                  </a:lnTo>
                  <a:lnTo>
                    <a:pt x="15233" y="17488"/>
                  </a:lnTo>
                  <a:lnTo>
                    <a:pt x="12209" y="8775"/>
                  </a:lnTo>
                  <a:lnTo>
                    <a:pt x="11692" y="8128"/>
                  </a:lnTo>
                  <a:lnTo>
                    <a:pt x="11539" y="7114"/>
                  </a:lnTo>
                  <a:lnTo>
                    <a:pt x="10920" y="6445"/>
                  </a:lnTo>
                  <a:lnTo>
                    <a:pt x="11046" y="5818"/>
                  </a:lnTo>
                  <a:lnTo>
                    <a:pt x="22851" y="3220"/>
                  </a:lnTo>
                  <a:lnTo>
                    <a:pt x="30976" y="2391"/>
                  </a:lnTo>
                  <a:lnTo>
                    <a:pt x="39391" y="132"/>
                  </a:lnTo>
                  <a:lnTo>
                    <a:pt x="41734" y="0"/>
                  </a:lnTo>
                  <a:lnTo>
                    <a:pt x="43550" y="447"/>
                  </a:lnTo>
                  <a:lnTo>
                    <a:pt x="45343" y="1621"/>
                  </a:lnTo>
                  <a:lnTo>
                    <a:pt x="47718" y="3674"/>
                  </a:lnTo>
                  <a:lnTo>
                    <a:pt x="50864" y="5678"/>
                  </a:lnTo>
                  <a:lnTo>
                    <a:pt x="56737" y="8610"/>
                  </a:lnTo>
                  <a:lnTo>
                    <a:pt x="60399" y="9228"/>
                  </a:lnTo>
                  <a:lnTo>
                    <a:pt x="58931" y="11566"/>
                  </a:lnTo>
                  <a:lnTo>
                    <a:pt x="58724" y="122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1883107" y="1428926"/>
              <a:ext cx="4409" cy="4754"/>
            </a:xfrm>
            <a:custGeom>
              <a:avLst/>
              <a:pathLst>
                <a:path w="4409" h="4754">
                  <a:moveTo>
                    <a:pt x="3792" y="2962"/>
                  </a:moveTo>
                  <a:lnTo>
                    <a:pt x="902" y="4754"/>
                  </a:lnTo>
                  <a:lnTo>
                    <a:pt x="273" y="4058"/>
                  </a:lnTo>
                  <a:lnTo>
                    <a:pt x="0" y="3428"/>
                  </a:lnTo>
                  <a:lnTo>
                    <a:pt x="2246" y="711"/>
                  </a:lnTo>
                  <a:lnTo>
                    <a:pt x="3206" y="0"/>
                  </a:lnTo>
                  <a:lnTo>
                    <a:pt x="4151" y="844"/>
                  </a:lnTo>
                  <a:lnTo>
                    <a:pt x="4409" y="1483"/>
                  </a:lnTo>
                  <a:lnTo>
                    <a:pt x="4289" y="197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1901365" y="1428621"/>
              <a:ext cx="5540" cy="4034"/>
            </a:xfrm>
            <a:custGeom>
              <a:avLst/>
              <a:pathLst>
                <a:path w="5540" h="4034">
                  <a:moveTo>
                    <a:pt x="5230" y="3885"/>
                  </a:moveTo>
                  <a:lnTo>
                    <a:pt x="4790" y="4034"/>
                  </a:lnTo>
                  <a:lnTo>
                    <a:pt x="3934" y="3865"/>
                  </a:lnTo>
                  <a:lnTo>
                    <a:pt x="706" y="2546"/>
                  </a:lnTo>
                  <a:lnTo>
                    <a:pt x="157" y="2005"/>
                  </a:lnTo>
                  <a:lnTo>
                    <a:pt x="0" y="1608"/>
                  </a:lnTo>
                  <a:lnTo>
                    <a:pt x="733" y="1129"/>
                  </a:lnTo>
                  <a:lnTo>
                    <a:pt x="1010" y="618"/>
                  </a:lnTo>
                  <a:lnTo>
                    <a:pt x="1829" y="0"/>
                  </a:lnTo>
                  <a:lnTo>
                    <a:pt x="3273" y="4"/>
                  </a:lnTo>
                  <a:lnTo>
                    <a:pt x="4789" y="1513"/>
                  </a:lnTo>
                  <a:lnTo>
                    <a:pt x="5502" y="2876"/>
                  </a:lnTo>
                  <a:lnTo>
                    <a:pt x="5540" y="347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1814490" y="1405187"/>
              <a:ext cx="11971" cy="11789"/>
            </a:xfrm>
            <a:custGeom>
              <a:avLst/>
              <a:pathLst>
                <a:path w="11971" h="11789">
                  <a:moveTo>
                    <a:pt x="7378" y="11630"/>
                  </a:moveTo>
                  <a:lnTo>
                    <a:pt x="5563" y="11789"/>
                  </a:lnTo>
                  <a:lnTo>
                    <a:pt x="2433" y="10893"/>
                  </a:lnTo>
                  <a:lnTo>
                    <a:pt x="569" y="9166"/>
                  </a:lnTo>
                  <a:lnTo>
                    <a:pt x="0" y="8337"/>
                  </a:lnTo>
                  <a:lnTo>
                    <a:pt x="55" y="7961"/>
                  </a:lnTo>
                  <a:lnTo>
                    <a:pt x="377" y="7590"/>
                  </a:lnTo>
                  <a:lnTo>
                    <a:pt x="827" y="6468"/>
                  </a:lnTo>
                  <a:lnTo>
                    <a:pt x="1894" y="3227"/>
                  </a:lnTo>
                  <a:lnTo>
                    <a:pt x="2293" y="2368"/>
                  </a:lnTo>
                  <a:lnTo>
                    <a:pt x="3972" y="499"/>
                  </a:lnTo>
                  <a:lnTo>
                    <a:pt x="5203" y="0"/>
                  </a:lnTo>
                  <a:lnTo>
                    <a:pt x="7813" y="160"/>
                  </a:lnTo>
                  <a:lnTo>
                    <a:pt x="9329" y="1125"/>
                  </a:lnTo>
                  <a:lnTo>
                    <a:pt x="9962" y="1747"/>
                  </a:lnTo>
                  <a:lnTo>
                    <a:pt x="10414" y="2494"/>
                  </a:lnTo>
                  <a:lnTo>
                    <a:pt x="10858" y="4162"/>
                  </a:lnTo>
                  <a:lnTo>
                    <a:pt x="10968" y="5244"/>
                  </a:lnTo>
                  <a:lnTo>
                    <a:pt x="11730" y="6478"/>
                  </a:lnTo>
                  <a:lnTo>
                    <a:pt x="11958" y="7191"/>
                  </a:lnTo>
                  <a:lnTo>
                    <a:pt x="11971" y="7889"/>
                  </a:lnTo>
                  <a:lnTo>
                    <a:pt x="11758" y="8594"/>
                  </a:lnTo>
                  <a:lnTo>
                    <a:pt x="11321" y="9306"/>
                  </a:lnTo>
                  <a:lnTo>
                    <a:pt x="10320" y="103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1894166" y="1399275"/>
              <a:ext cx="30149" cy="29351"/>
            </a:xfrm>
            <a:custGeom>
              <a:avLst/>
              <a:pathLst>
                <a:path w="30149" h="29351">
                  <a:moveTo>
                    <a:pt x="29389" y="17791"/>
                  </a:moveTo>
                  <a:lnTo>
                    <a:pt x="30007" y="20036"/>
                  </a:lnTo>
                  <a:lnTo>
                    <a:pt x="30119" y="20941"/>
                  </a:lnTo>
                  <a:lnTo>
                    <a:pt x="30149" y="22857"/>
                  </a:lnTo>
                  <a:lnTo>
                    <a:pt x="29886" y="25354"/>
                  </a:lnTo>
                  <a:lnTo>
                    <a:pt x="29710" y="25812"/>
                  </a:lnTo>
                  <a:lnTo>
                    <a:pt x="29455" y="26024"/>
                  </a:lnTo>
                  <a:lnTo>
                    <a:pt x="29334" y="26667"/>
                  </a:lnTo>
                  <a:lnTo>
                    <a:pt x="29345" y="27745"/>
                  </a:lnTo>
                  <a:lnTo>
                    <a:pt x="29095" y="28401"/>
                  </a:lnTo>
                  <a:lnTo>
                    <a:pt x="28585" y="28637"/>
                  </a:lnTo>
                  <a:lnTo>
                    <a:pt x="25140" y="29130"/>
                  </a:lnTo>
                  <a:lnTo>
                    <a:pt x="23010" y="29035"/>
                  </a:lnTo>
                  <a:lnTo>
                    <a:pt x="19853" y="29351"/>
                  </a:lnTo>
                  <a:lnTo>
                    <a:pt x="18288" y="29189"/>
                  </a:lnTo>
                  <a:lnTo>
                    <a:pt x="17263" y="28660"/>
                  </a:lnTo>
                  <a:lnTo>
                    <a:pt x="15774" y="27482"/>
                  </a:lnTo>
                  <a:lnTo>
                    <a:pt x="12627" y="24701"/>
                  </a:lnTo>
                  <a:lnTo>
                    <a:pt x="11040" y="24604"/>
                  </a:lnTo>
                  <a:lnTo>
                    <a:pt x="7058" y="23627"/>
                  </a:lnTo>
                  <a:lnTo>
                    <a:pt x="4858" y="20610"/>
                  </a:lnTo>
                  <a:lnTo>
                    <a:pt x="4017" y="20071"/>
                  </a:lnTo>
                  <a:lnTo>
                    <a:pt x="3167" y="20971"/>
                  </a:lnTo>
                  <a:lnTo>
                    <a:pt x="2936" y="20768"/>
                  </a:lnTo>
                  <a:lnTo>
                    <a:pt x="2701" y="20161"/>
                  </a:lnTo>
                  <a:lnTo>
                    <a:pt x="2465" y="19150"/>
                  </a:lnTo>
                  <a:lnTo>
                    <a:pt x="2050" y="18632"/>
                  </a:lnTo>
                  <a:lnTo>
                    <a:pt x="382" y="18901"/>
                  </a:lnTo>
                  <a:lnTo>
                    <a:pt x="81" y="18561"/>
                  </a:lnTo>
                  <a:lnTo>
                    <a:pt x="0" y="17677"/>
                  </a:lnTo>
                  <a:lnTo>
                    <a:pt x="25" y="16906"/>
                  </a:lnTo>
                  <a:lnTo>
                    <a:pt x="325" y="15699"/>
                  </a:lnTo>
                  <a:lnTo>
                    <a:pt x="2083" y="12370"/>
                  </a:lnTo>
                  <a:lnTo>
                    <a:pt x="2953" y="12136"/>
                  </a:lnTo>
                  <a:lnTo>
                    <a:pt x="4030" y="11522"/>
                  </a:lnTo>
                  <a:lnTo>
                    <a:pt x="4626" y="9724"/>
                  </a:lnTo>
                  <a:lnTo>
                    <a:pt x="4563" y="8029"/>
                  </a:lnTo>
                  <a:lnTo>
                    <a:pt x="6200" y="5503"/>
                  </a:lnTo>
                  <a:lnTo>
                    <a:pt x="7175" y="4757"/>
                  </a:lnTo>
                  <a:lnTo>
                    <a:pt x="8929" y="2995"/>
                  </a:lnTo>
                  <a:lnTo>
                    <a:pt x="14902" y="242"/>
                  </a:lnTo>
                  <a:lnTo>
                    <a:pt x="16549" y="0"/>
                  </a:lnTo>
                  <a:lnTo>
                    <a:pt x="18756" y="206"/>
                  </a:lnTo>
                  <a:lnTo>
                    <a:pt x="20884" y="1083"/>
                  </a:lnTo>
                  <a:lnTo>
                    <a:pt x="22524" y="2539"/>
                  </a:lnTo>
                  <a:lnTo>
                    <a:pt x="25865" y="6132"/>
                  </a:lnTo>
                  <a:lnTo>
                    <a:pt x="27387" y="8303"/>
                  </a:lnTo>
                  <a:lnTo>
                    <a:pt x="28194" y="10533"/>
                  </a:lnTo>
                  <a:lnTo>
                    <a:pt x="28921" y="11813"/>
                  </a:lnTo>
                  <a:lnTo>
                    <a:pt x="29822" y="14572"/>
                  </a:lnTo>
                  <a:lnTo>
                    <a:pt x="29493" y="15651"/>
                  </a:lnTo>
                  <a:lnTo>
                    <a:pt x="29300" y="1710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1890118" y="1398548"/>
              <a:ext cx="10198" cy="8436"/>
            </a:xfrm>
            <a:custGeom>
              <a:avLst/>
              <a:pathLst>
                <a:path w="10198" h="8436">
                  <a:moveTo>
                    <a:pt x="9056" y="4270"/>
                  </a:moveTo>
                  <a:lnTo>
                    <a:pt x="8308" y="5241"/>
                  </a:lnTo>
                  <a:lnTo>
                    <a:pt x="7537" y="5313"/>
                  </a:lnTo>
                  <a:lnTo>
                    <a:pt x="6500" y="4393"/>
                  </a:lnTo>
                  <a:lnTo>
                    <a:pt x="5374" y="4739"/>
                  </a:lnTo>
                  <a:lnTo>
                    <a:pt x="3832" y="6599"/>
                  </a:lnTo>
                  <a:lnTo>
                    <a:pt x="3284" y="7696"/>
                  </a:lnTo>
                  <a:lnTo>
                    <a:pt x="2863" y="8092"/>
                  </a:lnTo>
                  <a:lnTo>
                    <a:pt x="1572" y="8436"/>
                  </a:lnTo>
                  <a:lnTo>
                    <a:pt x="1014" y="8124"/>
                  </a:lnTo>
                  <a:lnTo>
                    <a:pt x="490" y="7150"/>
                  </a:lnTo>
                  <a:lnTo>
                    <a:pt x="0" y="5513"/>
                  </a:lnTo>
                  <a:lnTo>
                    <a:pt x="363" y="4279"/>
                  </a:lnTo>
                  <a:lnTo>
                    <a:pt x="1581" y="3448"/>
                  </a:lnTo>
                  <a:lnTo>
                    <a:pt x="4785" y="2097"/>
                  </a:lnTo>
                  <a:lnTo>
                    <a:pt x="5700" y="1427"/>
                  </a:lnTo>
                  <a:lnTo>
                    <a:pt x="5801" y="706"/>
                  </a:lnTo>
                  <a:lnTo>
                    <a:pt x="5992" y="230"/>
                  </a:lnTo>
                  <a:lnTo>
                    <a:pt x="6276" y="0"/>
                  </a:lnTo>
                  <a:lnTo>
                    <a:pt x="8414" y="1214"/>
                  </a:lnTo>
                  <a:lnTo>
                    <a:pt x="9429" y="2034"/>
                  </a:lnTo>
                  <a:lnTo>
                    <a:pt x="10198" y="2963"/>
                  </a:lnTo>
                  <a:lnTo>
                    <a:pt x="10114" y="333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1657273" y="1390189"/>
              <a:ext cx="3482" cy="5817"/>
            </a:xfrm>
            <a:custGeom>
              <a:avLst/>
              <a:pathLst>
                <a:path w="3482" h="5817">
                  <a:moveTo>
                    <a:pt x="1583" y="5680"/>
                  </a:moveTo>
                  <a:lnTo>
                    <a:pt x="832" y="5817"/>
                  </a:lnTo>
                  <a:lnTo>
                    <a:pt x="0" y="5485"/>
                  </a:lnTo>
                  <a:lnTo>
                    <a:pt x="190" y="4727"/>
                  </a:lnTo>
                  <a:lnTo>
                    <a:pt x="2063" y="2659"/>
                  </a:lnTo>
                  <a:lnTo>
                    <a:pt x="2167" y="2067"/>
                  </a:lnTo>
                  <a:lnTo>
                    <a:pt x="2142" y="1585"/>
                  </a:lnTo>
                  <a:lnTo>
                    <a:pt x="1909" y="1020"/>
                  </a:lnTo>
                  <a:lnTo>
                    <a:pt x="2383" y="297"/>
                  </a:lnTo>
                  <a:lnTo>
                    <a:pt x="3143" y="0"/>
                  </a:lnTo>
                  <a:lnTo>
                    <a:pt x="3394" y="281"/>
                  </a:lnTo>
                  <a:lnTo>
                    <a:pt x="3482" y="910"/>
                  </a:lnTo>
                  <a:lnTo>
                    <a:pt x="3307" y="2747"/>
                  </a:lnTo>
                  <a:lnTo>
                    <a:pt x="3073" y="3635"/>
                  </a:lnTo>
                  <a:lnTo>
                    <a:pt x="2749" y="4394"/>
                  </a:lnTo>
                  <a:lnTo>
                    <a:pt x="2252" y="507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1910494" y="1388448"/>
              <a:ext cx="5815" cy="7315"/>
            </a:xfrm>
            <a:custGeom>
              <a:avLst/>
              <a:pathLst>
                <a:path w="5815" h="7315">
                  <a:moveTo>
                    <a:pt x="3601" y="7302"/>
                  </a:moveTo>
                  <a:lnTo>
                    <a:pt x="2661" y="7315"/>
                  </a:lnTo>
                  <a:lnTo>
                    <a:pt x="1439" y="6700"/>
                  </a:lnTo>
                  <a:lnTo>
                    <a:pt x="1094" y="6058"/>
                  </a:lnTo>
                  <a:lnTo>
                    <a:pt x="831" y="5178"/>
                  </a:lnTo>
                  <a:lnTo>
                    <a:pt x="649" y="4061"/>
                  </a:lnTo>
                  <a:lnTo>
                    <a:pt x="395" y="3168"/>
                  </a:lnTo>
                  <a:lnTo>
                    <a:pt x="68" y="2499"/>
                  </a:lnTo>
                  <a:lnTo>
                    <a:pt x="0" y="1940"/>
                  </a:lnTo>
                  <a:lnTo>
                    <a:pt x="191" y="1491"/>
                  </a:lnTo>
                  <a:lnTo>
                    <a:pt x="590" y="1240"/>
                  </a:lnTo>
                  <a:lnTo>
                    <a:pt x="1503" y="1158"/>
                  </a:lnTo>
                  <a:lnTo>
                    <a:pt x="3492" y="0"/>
                  </a:lnTo>
                  <a:lnTo>
                    <a:pt x="3869" y="125"/>
                  </a:lnTo>
                  <a:lnTo>
                    <a:pt x="4133" y="738"/>
                  </a:lnTo>
                  <a:lnTo>
                    <a:pt x="4401" y="2344"/>
                  </a:lnTo>
                  <a:lnTo>
                    <a:pt x="4686" y="3296"/>
                  </a:lnTo>
                  <a:lnTo>
                    <a:pt x="5470" y="5037"/>
                  </a:lnTo>
                  <a:lnTo>
                    <a:pt x="5815" y="6156"/>
                  </a:lnTo>
                  <a:lnTo>
                    <a:pt x="5741" y="6504"/>
                  </a:lnTo>
                  <a:lnTo>
                    <a:pt x="5495" y="681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1675023" y="1384942"/>
              <a:ext cx="18222" cy="17719"/>
            </a:xfrm>
            <a:custGeom>
              <a:avLst/>
              <a:pathLst>
                <a:path w="18222" h="17719">
                  <a:moveTo>
                    <a:pt x="10252" y="15820"/>
                  </a:moveTo>
                  <a:lnTo>
                    <a:pt x="7505" y="17719"/>
                  </a:lnTo>
                  <a:lnTo>
                    <a:pt x="5551" y="17521"/>
                  </a:lnTo>
                  <a:lnTo>
                    <a:pt x="2960" y="16126"/>
                  </a:lnTo>
                  <a:lnTo>
                    <a:pt x="851" y="15653"/>
                  </a:lnTo>
                  <a:lnTo>
                    <a:pt x="108" y="15190"/>
                  </a:lnTo>
                  <a:lnTo>
                    <a:pt x="0" y="14708"/>
                  </a:lnTo>
                  <a:lnTo>
                    <a:pt x="715" y="13372"/>
                  </a:lnTo>
                  <a:lnTo>
                    <a:pt x="1612" y="12305"/>
                  </a:lnTo>
                  <a:lnTo>
                    <a:pt x="3760" y="10209"/>
                  </a:lnTo>
                  <a:lnTo>
                    <a:pt x="7388" y="6171"/>
                  </a:lnTo>
                  <a:lnTo>
                    <a:pt x="9763" y="4642"/>
                  </a:lnTo>
                  <a:lnTo>
                    <a:pt x="12093" y="3563"/>
                  </a:lnTo>
                  <a:lnTo>
                    <a:pt x="14470" y="1152"/>
                  </a:lnTo>
                  <a:lnTo>
                    <a:pt x="15786" y="78"/>
                  </a:lnTo>
                  <a:lnTo>
                    <a:pt x="16928" y="0"/>
                  </a:lnTo>
                  <a:lnTo>
                    <a:pt x="18092" y="463"/>
                  </a:lnTo>
                  <a:lnTo>
                    <a:pt x="18222" y="1119"/>
                  </a:lnTo>
                  <a:lnTo>
                    <a:pt x="16998" y="4406"/>
                  </a:lnTo>
                  <a:lnTo>
                    <a:pt x="16137" y="5730"/>
                  </a:lnTo>
                  <a:lnTo>
                    <a:pt x="14456" y="9149"/>
                  </a:lnTo>
                  <a:lnTo>
                    <a:pt x="11229" y="148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2056645" y="1384031"/>
              <a:ext cx="8205" cy="9463"/>
            </a:xfrm>
            <a:custGeom>
              <a:avLst/>
              <a:pathLst>
                <a:path w="8205" h="9463">
                  <a:moveTo>
                    <a:pt x="6110" y="6501"/>
                  </a:moveTo>
                  <a:lnTo>
                    <a:pt x="6219" y="8241"/>
                  </a:lnTo>
                  <a:lnTo>
                    <a:pt x="5521" y="8161"/>
                  </a:lnTo>
                  <a:lnTo>
                    <a:pt x="3298" y="9300"/>
                  </a:lnTo>
                  <a:lnTo>
                    <a:pt x="1482" y="9463"/>
                  </a:lnTo>
                  <a:lnTo>
                    <a:pt x="576" y="8952"/>
                  </a:lnTo>
                  <a:lnTo>
                    <a:pt x="0" y="7760"/>
                  </a:lnTo>
                  <a:lnTo>
                    <a:pt x="1417" y="5541"/>
                  </a:lnTo>
                  <a:lnTo>
                    <a:pt x="3046" y="3990"/>
                  </a:lnTo>
                  <a:lnTo>
                    <a:pt x="5003" y="1581"/>
                  </a:lnTo>
                  <a:lnTo>
                    <a:pt x="6627" y="0"/>
                  </a:lnTo>
                  <a:lnTo>
                    <a:pt x="7429" y="331"/>
                  </a:lnTo>
                  <a:lnTo>
                    <a:pt x="8205" y="1170"/>
                  </a:lnTo>
                  <a:lnTo>
                    <a:pt x="7232" y="3559"/>
                  </a:lnTo>
                  <a:lnTo>
                    <a:pt x="6172" y="47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1819118" y="1379139"/>
              <a:ext cx="23053" cy="16194"/>
            </a:xfrm>
            <a:custGeom>
              <a:avLst/>
              <a:pathLst>
                <a:path w="23053" h="16194">
                  <a:moveTo>
                    <a:pt x="20945" y="8763"/>
                  </a:moveTo>
                  <a:lnTo>
                    <a:pt x="22959" y="10577"/>
                  </a:lnTo>
                  <a:lnTo>
                    <a:pt x="23053" y="10994"/>
                  </a:lnTo>
                  <a:lnTo>
                    <a:pt x="22674" y="11339"/>
                  </a:lnTo>
                  <a:lnTo>
                    <a:pt x="20072" y="12301"/>
                  </a:lnTo>
                  <a:lnTo>
                    <a:pt x="19060" y="13069"/>
                  </a:lnTo>
                  <a:lnTo>
                    <a:pt x="18214" y="14865"/>
                  </a:lnTo>
                  <a:lnTo>
                    <a:pt x="17558" y="15697"/>
                  </a:lnTo>
                  <a:lnTo>
                    <a:pt x="14060" y="16194"/>
                  </a:lnTo>
                  <a:lnTo>
                    <a:pt x="10491" y="16171"/>
                  </a:lnTo>
                  <a:lnTo>
                    <a:pt x="11164" y="14435"/>
                  </a:lnTo>
                  <a:lnTo>
                    <a:pt x="13118" y="11601"/>
                  </a:lnTo>
                  <a:lnTo>
                    <a:pt x="11579" y="10430"/>
                  </a:lnTo>
                  <a:lnTo>
                    <a:pt x="6116" y="12383"/>
                  </a:lnTo>
                  <a:lnTo>
                    <a:pt x="4045" y="11180"/>
                  </a:lnTo>
                  <a:lnTo>
                    <a:pt x="5818" y="8110"/>
                  </a:lnTo>
                  <a:lnTo>
                    <a:pt x="4052" y="7828"/>
                  </a:lnTo>
                  <a:lnTo>
                    <a:pt x="1572" y="7815"/>
                  </a:lnTo>
                  <a:lnTo>
                    <a:pt x="0" y="5997"/>
                  </a:lnTo>
                  <a:lnTo>
                    <a:pt x="532" y="3816"/>
                  </a:lnTo>
                  <a:lnTo>
                    <a:pt x="3787" y="2614"/>
                  </a:lnTo>
                  <a:lnTo>
                    <a:pt x="8023" y="1574"/>
                  </a:lnTo>
                  <a:lnTo>
                    <a:pt x="12572" y="0"/>
                  </a:lnTo>
                  <a:lnTo>
                    <a:pt x="16131" y="131"/>
                  </a:lnTo>
                  <a:lnTo>
                    <a:pt x="17515" y="881"/>
                  </a:lnTo>
                  <a:lnTo>
                    <a:pt x="17976" y="3399"/>
                  </a:lnTo>
                  <a:lnTo>
                    <a:pt x="18419" y="6394"/>
                  </a:lnTo>
                  <a:lnTo>
                    <a:pt x="19038" y="665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1817224" y="1368659"/>
              <a:ext cx="15088" cy="10042"/>
            </a:xfrm>
            <a:custGeom>
              <a:avLst/>
              <a:pathLst>
                <a:path w="15088" h="10042">
                  <a:moveTo>
                    <a:pt x="5577" y="2452"/>
                  </a:moveTo>
                  <a:lnTo>
                    <a:pt x="6052" y="2615"/>
                  </a:lnTo>
                  <a:lnTo>
                    <a:pt x="7517" y="2027"/>
                  </a:lnTo>
                  <a:lnTo>
                    <a:pt x="8462" y="1921"/>
                  </a:lnTo>
                  <a:lnTo>
                    <a:pt x="9516" y="3034"/>
                  </a:lnTo>
                  <a:lnTo>
                    <a:pt x="9790" y="3760"/>
                  </a:lnTo>
                  <a:lnTo>
                    <a:pt x="13583" y="5574"/>
                  </a:lnTo>
                  <a:lnTo>
                    <a:pt x="14917" y="6390"/>
                  </a:lnTo>
                  <a:lnTo>
                    <a:pt x="15088" y="6932"/>
                  </a:lnTo>
                  <a:lnTo>
                    <a:pt x="14613" y="7710"/>
                  </a:lnTo>
                  <a:lnTo>
                    <a:pt x="13492" y="8724"/>
                  </a:lnTo>
                  <a:lnTo>
                    <a:pt x="12417" y="9413"/>
                  </a:lnTo>
                  <a:lnTo>
                    <a:pt x="10871" y="9959"/>
                  </a:lnTo>
                  <a:lnTo>
                    <a:pt x="3195" y="10042"/>
                  </a:lnTo>
                  <a:lnTo>
                    <a:pt x="2360" y="9795"/>
                  </a:lnTo>
                  <a:lnTo>
                    <a:pt x="1878" y="8893"/>
                  </a:lnTo>
                  <a:lnTo>
                    <a:pt x="928" y="5530"/>
                  </a:lnTo>
                  <a:lnTo>
                    <a:pt x="253" y="3721"/>
                  </a:lnTo>
                  <a:lnTo>
                    <a:pt x="0" y="2464"/>
                  </a:lnTo>
                  <a:lnTo>
                    <a:pt x="166" y="1761"/>
                  </a:lnTo>
                  <a:lnTo>
                    <a:pt x="986" y="1056"/>
                  </a:lnTo>
                  <a:lnTo>
                    <a:pt x="3825" y="0"/>
                  </a:lnTo>
                  <a:lnTo>
                    <a:pt x="5081" y="0"/>
                  </a:lnTo>
                  <a:lnTo>
                    <a:pt x="5869" y="269"/>
                  </a:lnTo>
                  <a:lnTo>
                    <a:pt x="6190" y="808"/>
                  </a:lnTo>
                  <a:lnTo>
                    <a:pt x="6093" y="15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1834582" y="1367840"/>
              <a:ext cx="52504" cy="50531"/>
            </a:xfrm>
            <a:custGeom>
              <a:avLst/>
              <a:pathLst>
                <a:path w="52504" h="50531">
                  <a:moveTo>
                    <a:pt x="48996" y="6717"/>
                  </a:moveTo>
                  <a:lnTo>
                    <a:pt x="49104" y="8037"/>
                  </a:lnTo>
                  <a:lnTo>
                    <a:pt x="48987" y="9055"/>
                  </a:lnTo>
                  <a:lnTo>
                    <a:pt x="48648" y="9772"/>
                  </a:lnTo>
                  <a:lnTo>
                    <a:pt x="48633" y="10596"/>
                  </a:lnTo>
                  <a:lnTo>
                    <a:pt x="48940" y="11528"/>
                  </a:lnTo>
                  <a:lnTo>
                    <a:pt x="50225" y="13877"/>
                  </a:lnTo>
                  <a:lnTo>
                    <a:pt x="50633" y="15138"/>
                  </a:lnTo>
                  <a:lnTo>
                    <a:pt x="50695" y="16403"/>
                  </a:lnTo>
                  <a:lnTo>
                    <a:pt x="50629" y="17269"/>
                  </a:lnTo>
                  <a:lnTo>
                    <a:pt x="49837" y="18946"/>
                  </a:lnTo>
                  <a:lnTo>
                    <a:pt x="49486" y="21118"/>
                  </a:lnTo>
                  <a:lnTo>
                    <a:pt x="49465" y="22269"/>
                  </a:lnTo>
                  <a:lnTo>
                    <a:pt x="49938" y="24067"/>
                  </a:lnTo>
                  <a:lnTo>
                    <a:pt x="49951" y="24903"/>
                  </a:lnTo>
                  <a:lnTo>
                    <a:pt x="49061" y="26335"/>
                  </a:lnTo>
                  <a:lnTo>
                    <a:pt x="47174" y="27584"/>
                  </a:lnTo>
                  <a:lnTo>
                    <a:pt x="47440" y="28241"/>
                  </a:lnTo>
                  <a:lnTo>
                    <a:pt x="51509" y="29823"/>
                  </a:lnTo>
                  <a:lnTo>
                    <a:pt x="51817" y="30179"/>
                  </a:lnTo>
                  <a:lnTo>
                    <a:pt x="51797" y="33737"/>
                  </a:lnTo>
                  <a:lnTo>
                    <a:pt x="52504" y="37646"/>
                  </a:lnTo>
                  <a:lnTo>
                    <a:pt x="52240" y="37722"/>
                  </a:lnTo>
                  <a:lnTo>
                    <a:pt x="51262" y="36499"/>
                  </a:lnTo>
                  <a:lnTo>
                    <a:pt x="49454" y="35047"/>
                  </a:lnTo>
                  <a:lnTo>
                    <a:pt x="47292" y="37755"/>
                  </a:lnTo>
                  <a:lnTo>
                    <a:pt x="47537" y="42359"/>
                  </a:lnTo>
                  <a:lnTo>
                    <a:pt x="48958" y="44413"/>
                  </a:lnTo>
                  <a:lnTo>
                    <a:pt x="49391" y="45584"/>
                  </a:lnTo>
                  <a:lnTo>
                    <a:pt x="49252" y="46290"/>
                  </a:lnTo>
                  <a:lnTo>
                    <a:pt x="48050" y="46604"/>
                  </a:lnTo>
                  <a:lnTo>
                    <a:pt x="47633" y="46451"/>
                  </a:lnTo>
                  <a:lnTo>
                    <a:pt x="46401" y="45522"/>
                  </a:lnTo>
                  <a:lnTo>
                    <a:pt x="45686" y="44117"/>
                  </a:lnTo>
                  <a:lnTo>
                    <a:pt x="45460" y="44166"/>
                  </a:lnTo>
                  <a:lnTo>
                    <a:pt x="45240" y="44844"/>
                  </a:lnTo>
                  <a:lnTo>
                    <a:pt x="45383" y="45531"/>
                  </a:lnTo>
                  <a:lnTo>
                    <a:pt x="46217" y="46780"/>
                  </a:lnTo>
                  <a:lnTo>
                    <a:pt x="46570" y="48273"/>
                  </a:lnTo>
                  <a:lnTo>
                    <a:pt x="46200" y="48698"/>
                  </a:lnTo>
                  <a:lnTo>
                    <a:pt x="44958" y="49084"/>
                  </a:lnTo>
                  <a:lnTo>
                    <a:pt x="43284" y="49100"/>
                  </a:lnTo>
                  <a:lnTo>
                    <a:pt x="40654" y="49775"/>
                  </a:lnTo>
                  <a:lnTo>
                    <a:pt x="39358" y="49879"/>
                  </a:lnTo>
                  <a:lnTo>
                    <a:pt x="38096" y="49514"/>
                  </a:lnTo>
                  <a:lnTo>
                    <a:pt x="36411" y="49428"/>
                  </a:lnTo>
                  <a:lnTo>
                    <a:pt x="35010" y="49586"/>
                  </a:lnTo>
                  <a:lnTo>
                    <a:pt x="34153" y="49289"/>
                  </a:lnTo>
                  <a:lnTo>
                    <a:pt x="33372" y="48591"/>
                  </a:lnTo>
                  <a:lnTo>
                    <a:pt x="32464" y="48758"/>
                  </a:lnTo>
                  <a:lnTo>
                    <a:pt x="30481" y="50531"/>
                  </a:lnTo>
                  <a:lnTo>
                    <a:pt x="27407" y="49967"/>
                  </a:lnTo>
                  <a:lnTo>
                    <a:pt x="24641" y="49823"/>
                  </a:lnTo>
                  <a:lnTo>
                    <a:pt x="24084" y="49232"/>
                  </a:lnTo>
                  <a:lnTo>
                    <a:pt x="23465" y="48079"/>
                  </a:lnTo>
                  <a:lnTo>
                    <a:pt x="22246" y="44483"/>
                  </a:lnTo>
                  <a:lnTo>
                    <a:pt x="22477" y="43577"/>
                  </a:lnTo>
                  <a:lnTo>
                    <a:pt x="25432" y="43088"/>
                  </a:lnTo>
                  <a:lnTo>
                    <a:pt x="25493" y="42778"/>
                  </a:lnTo>
                  <a:lnTo>
                    <a:pt x="23393" y="41495"/>
                  </a:lnTo>
                  <a:lnTo>
                    <a:pt x="20982" y="40553"/>
                  </a:lnTo>
                  <a:lnTo>
                    <a:pt x="19865" y="39811"/>
                  </a:lnTo>
                  <a:lnTo>
                    <a:pt x="20123" y="38399"/>
                  </a:lnTo>
                  <a:lnTo>
                    <a:pt x="20050" y="38044"/>
                  </a:lnTo>
                  <a:lnTo>
                    <a:pt x="24205" y="36429"/>
                  </a:lnTo>
                  <a:lnTo>
                    <a:pt x="27228" y="33252"/>
                  </a:lnTo>
                  <a:lnTo>
                    <a:pt x="29103" y="31959"/>
                  </a:lnTo>
                  <a:lnTo>
                    <a:pt x="29240" y="31335"/>
                  </a:lnTo>
                  <a:lnTo>
                    <a:pt x="30824" y="30685"/>
                  </a:lnTo>
                  <a:lnTo>
                    <a:pt x="34494" y="30294"/>
                  </a:lnTo>
                  <a:lnTo>
                    <a:pt x="34637" y="29414"/>
                  </a:lnTo>
                  <a:lnTo>
                    <a:pt x="27710" y="29921"/>
                  </a:lnTo>
                  <a:lnTo>
                    <a:pt x="18225" y="31718"/>
                  </a:lnTo>
                  <a:lnTo>
                    <a:pt x="15292" y="32604"/>
                  </a:lnTo>
                  <a:lnTo>
                    <a:pt x="12845" y="32088"/>
                  </a:lnTo>
                  <a:lnTo>
                    <a:pt x="2462" y="34874"/>
                  </a:lnTo>
                  <a:lnTo>
                    <a:pt x="2019" y="34873"/>
                  </a:lnTo>
                  <a:lnTo>
                    <a:pt x="933" y="33988"/>
                  </a:lnTo>
                  <a:lnTo>
                    <a:pt x="0" y="32332"/>
                  </a:lnTo>
                  <a:lnTo>
                    <a:pt x="669" y="31177"/>
                  </a:lnTo>
                  <a:lnTo>
                    <a:pt x="3718" y="28987"/>
                  </a:lnTo>
                  <a:lnTo>
                    <a:pt x="5243" y="27070"/>
                  </a:lnTo>
                  <a:lnTo>
                    <a:pt x="5065" y="26034"/>
                  </a:lnTo>
                  <a:lnTo>
                    <a:pt x="6275" y="24194"/>
                  </a:lnTo>
                  <a:lnTo>
                    <a:pt x="8216" y="23934"/>
                  </a:lnTo>
                  <a:lnTo>
                    <a:pt x="11515" y="25447"/>
                  </a:lnTo>
                  <a:lnTo>
                    <a:pt x="13230" y="26946"/>
                  </a:lnTo>
                  <a:lnTo>
                    <a:pt x="14767" y="27647"/>
                  </a:lnTo>
                  <a:lnTo>
                    <a:pt x="16132" y="27509"/>
                  </a:lnTo>
                  <a:lnTo>
                    <a:pt x="17542" y="26458"/>
                  </a:lnTo>
                  <a:lnTo>
                    <a:pt x="17185" y="26341"/>
                  </a:lnTo>
                  <a:lnTo>
                    <a:pt x="14792" y="26895"/>
                  </a:lnTo>
                  <a:lnTo>
                    <a:pt x="14511" y="26734"/>
                  </a:lnTo>
                  <a:lnTo>
                    <a:pt x="13291" y="25057"/>
                  </a:lnTo>
                  <a:lnTo>
                    <a:pt x="12759" y="23991"/>
                  </a:lnTo>
                  <a:lnTo>
                    <a:pt x="12417" y="22923"/>
                  </a:lnTo>
                  <a:lnTo>
                    <a:pt x="12398" y="22168"/>
                  </a:lnTo>
                  <a:lnTo>
                    <a:pt x="13133" y="20739"/>
                  </a:lnTo>
                  <a:lnTo>
                    <a:pt x="10389" y="20268"/>
                  </a:lnTo>
                  <a:lnTo>
                    <a:pt x="9364" y="19280"/>
                  </a:lnTo>
                  <a:lnTo>
                    <a:pt x="8896" y="18047"/>
                  </a:lnTo>
                  <a:lnTo>
                    <a:pt x="8999" y="17510"/>
                  </a:lnTo>
                  <a:lnTo>
                    <a:pt x="9864" y="16067"/>
                  </a:lnTo>
                  <a:lnTo>
                    <a:pt x="12195" y="14081"/>
                  </a:lnTo>
                  <a:lnTo>
                    <a:pt x="11925" y="13533"/>
                  </a:lnTo>
                  <a:lnTo>
                    <a:pt x="8533" y="13576"/>
                  </a:lnTo>
                  <a:lnTo>
                    <a:pt x="7787" y="13318"/>
                  </a:lnTo>
                  <a:lnTo>
                    <a:pt x="6342" y="12085"/>
                  </a:lnTo>
                  <a:lnTo>
                    <a:pt x="6660" y="10715"/>
                  </a:lnTo>
                  <a:lnTo>
                    <a:pt x="8011" y="8711"/>
                  </a:lnTo>
                  <a:lnTo>
                    <a:pt x="9027" y="7529"/>
                  </a:lnTo>
                  <a:lnTo>
                    <a:pt x="9709" y="7167"/>
                  </a:lnTo>
                  <a:lnTo>
                    <a:pt x="10769" y="7175"/>
                  </a:lnTo>
                  <a:lnTo>
                    <a:pt x="13289" y="7947"/>
                  </a:lnTo>
                  <a:lnTo>
                    <a:pt x="14014" y="8372"/>
                  </a:lnTo>
                  <a:lnTo>
                    <a:pt x="15943" y="10303"/>
                  </a:lnTo>
                  <a:lnTo>
                    <a:pt x="16435" y="11405"/>
                  </a:lnTo>
                  <a:lnTo>
                    <a:pt x="16375" y="12467"/>
                  </a:lnTo>
                  <a:lnTo>
                    <a:pt x="16744" y="13246"/>
                  </a:lnTo>
                  <a:lnTo>
                    <a:pt x="18241" y="14383"/>
                  </a:lnTo>
                  <a:lnTo>
                    <a:pt x="24676" y="20276"/>
                  </a:lnTo>
                  <a:lnTo>
                    <a:pt x="25878" y="21671"/>
                  </a:lnTo>
                  <a:lnTo>
                    <a:pt x="26700" y="22288"/>
                  </a:lnTo>
                  <a:lnTo>
                    <a:pt x="28187" y="22741"/>
                  </a:lnTo>
                  <a:lnTo>
                    <a:pt x="29058" y="22647"/>
                  </a:lnTo>
                  <a:lnTo>
                    <a:pt x="29766" y="22232"/>
                  </a:lnTo>
                  <a:lnTo>
                    <a:pt x="29885" y="21692"/>
                  </a:lnTo>
                  <a:lnTo>
                    <a:pt x="27102" y="19630"/>
                  </a:lnTo>
                  <a:lnTo>
                    <a:pt x="26404" y="18534"/>
                  </a:lnTo>
                  <a:lnTo>
                    <a:pt x="25809" y="17038"/>
                  </a:lnTo>
                  <a:lnTo>
                    <a:pt x="26069" y="16556"/>
                  </a:lnTo>
                  <a:lnTo>
                    <a:pt x="26877" y="16389"/>
                  </a:lnTo>
                  <a:lnTo>
                    <a:pt x="28911" y="16583"/>
                  </a:lnTo>
                  <a:lnTo>
                    <a:pt x="31306" y="16179"/>
                  </a:lnTo>
                  <a:lnTo>
                    <a:pt x="28651" y="15550"/>
                  </a:lnTo>
                  <a:lnTo>
                    <a:pt x="26917" y="14715"/>
                  </a:lnTo>
                  <a:lnTo>
                    <a:pt x="25137" y="14675"/>
                  </a:lnTo>
                  <a:lnTo>
                    <a:pt x="22912" y="13336"/>
                  </a:lnTo>
                  <a:lnTo>
                    <a:pt x="22910" y="12917"/>
                  </a:lnTo>
                  <a:lnTo>
                    <a:pt x="23456" y="12490"/>
                  </a:lnTo>
                  <a:lnTo>
                    <a:pt x="26483" y="11896"/>
                  </a:lnTo>
                  <a:lnTo>
                    <a:pt x="27056" y="11640"/>
                  </a:lnTo>
                  <a:lnTo>
                    <a:pt x="27108" y="11269"/>
                  </a:lnTo>
                  <a:lnTo>
                    <a:pt x="26107" y="10373"/>
                  </a:lnTo>
                  <a:lnTo>
                    <a:pt x="25215" y="9886"/>
                  </a:lnTo>
                  <a:lnTo>
                    <a:pt x="20638" y="8802"/>
                  </a:lnTo>
                  <a:lnTo>
                    <a:pt x="19012" y="7589"/>
                  </a:lnTo>
                  <a:lnTo>
                    <a:pt x="18495" y="7010"/>
                  </a:lnTo>
                  <a:lnTo>
                    <a:pt x="18330" y="6452"/>
                  </a:lnTo>
                  <a:lnTo>
                    <a:pt x="18917" y="5022"/>
                  </a:lnTo>
                  <a:lnTo>
                    <a:pt x="21378" y="3227"/>
                  </a:lnTo>
                  <a:lnTo>
                    <a:pt x="23164" y="2371"/>
                  </a:lnTo>
                  <a:lnTo>
                    <a:pt x="26233" y="1745"/>
                  </a:lnTo>
                  <a:lnTo>
                    <a:pt x="28681" y="1820"/>
                  </a:lnTo>
                  <a:lnTo>
                    <a:pt x="30076" y="2060"/>
                  </a:lnTo>
                  <a:lnTo>
                    <a:pt x="33340" y="5099"/>
                  </a:lnTo>
                  <a:lnTo>
                    <a:pt x="34877" y="7097"/>
                  </a:lnTo>
                  <a:lnTo>
                    <a:pt x="37562" y="6745"/>
                  </a:lnTo>
                  <a:lnTo>
                    <a:pt x="36786" y="4647"/>
                  </a:lnTo>
                  <a:lnTo>
                    <a:pt x="36280" y="2343"/>
                  </a:lnTo>
                  <a:lnTo>
                    <a:pt x="37076" y="1497"/>
                  </a:lnTo>
                  <a:lnTo>
                    <a:pt x="39287" y="0"/>
                  </a:lnTo>
                  <a:lnTo>
                    <a:pt x="41049" y="782"/>
                  </a:lnTo>
                  <a:lnTo>
                    <a:pt x="43346" y="2810"/>
                  </a:lnTo>
                  <a:lnTo>
                    <a:pt x="43851" y="3501"/>
                  </a:lnTo>
                  <a:lnTo>
                    <a:pt x="46435" y="4755"/>
                  </a:lnTo>
                  <a:lnTo>
                    <a:pt x="47963" y="5172"/>
                  </a:lnTo>
                  <a:lnTo>
                    <a:pt x="48756" y="584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1845968" y="1366107"/>
              <a:ext cx="12920" cy="5244"/>
            </a:xfrm>
            <a:custGeom>
              <a:avLst/>
              <a:pathLst>
                <a:path w="12920" h="5244">
                  <a:moveTo>
                    <a:pt x="3720" y="5116"/>
                  </a:moveTo>
                  <a:lnTo>
                    <a:pt x="1229" y="5244"/>
                  </a:lnTo>
                  <a:lnTo>
                    <a:pt x="77" y="4889"/>
                  </a:lnTo>
                  <a:lnTo>
                    <a:pt x="0" y="4370"/>
                  </a:lnTo>
                  <a:lnTo>
                    <a:pt x="996" y="3686"/>
                  </a:lnTo>
                  <a:lnTo>
                    <a:pt x="4307" y="2572"/>
                  </a:lnTo>
                  <a:lnTo>
                    <a:pt x="6257" y="541"/>
                  </a:lnTo>
                  <a:lnTo>
                    <a:pt x="6985" y="289"/>
                  </a:lnTo>
                  <a:lnTo>
                    <a:pt x="9531" y="0"/>
                  </a:lnTo>
                  <a:lnTo>
                    <a:pt x="11015" y="63"/>
                  </a:lnTo>
                  <a:lnTo>
                    <a:pt x="12920" y="542"/>
                  </a:lnTo>
                  <a:lnTo>
                    <a:pt x="8330" y="30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1692274" y="1364078"/>
              <a:ext cx="116509" cy="71486"/>
            </a:xfrm>
            <a:custGeom>
              <a:avLst/>
              <a:pathLst>
                <a:path w="116509" h="71486">
                  <a:moveTo>
                    <a:pt x="89481" y="22575"/>
                  </a:moveTo>
                  <a:lnTo>
                    <a:pt x="90693" y="22659"/>
                  </a:lnTo>
                  <a:lnTo>
                    <a:pt x="92111" y="22336"/>
                  </a:lnTo>
                  <a:lnTo>
                    <a:pt x="93712" y="22558"/>
                  </a:lnTo>
                  <a:lnTo>
                    <a:pt x="94437" y="23220"/>
                  </a:lnTo>
                  <a:lnTo>
                    <a:pt x="94950" y="24399"/>
                  </a:lnTo>
                  <a:lnTo>
                    <a:pt x="94971" y="25031"/>
                  </a:lnTo>
                  <a:lnTo>
                    <a:pt x="94870" y="25575"/>
                  </a:lnTo>
                  <a:lnTo>
                    <a:pt x="94645" y="26028"/>
                  </a:lnTo>
                  <a:lnTo>
                    <a:pt x="92576" y="29003"/>
                  </a:lnTo>
                  <a:lnTo>
                    <a:pt x="92092" y="30032"/>
                  </a:lnTo>
                  <a:lnTo>
                    <a:pt x="92762" y="30283"/>
                  </a:lnTo>
                  <a:lnTo>
                    <a:pt x="93084" y="30110"/>
                  </a:lnTo>
                  <a:lnTo>
                    <a:pt x="95151" y="27881"/>
                  </a:lnTo>
                  <a:lnTo>
                    <a:pt x="96705" y="27184"/>
                  </a:lnTo>
                  <a:lnTo>
                    <a:pt x="97884" y="27024"/>
                  </a:lnTo>
                  <a:lnTo>
                    <a:pt x="99827" y="27468"/>
                  </a:lnTo>
                  <a:lnTo>
                    <a:pt x="100601" y="27852"/>
                  </a:lnTo>
                  <a:lnTo>
                    <a:pt x="101132" y="28306"/>
                  </a:lnTo>
                  <a:lnTo>
                    <a:pt x="101421" y="28831"/>
                  </a:lnTo>
                  <a:lnTo>
                    <a:pt x="102185" y="30968"/>
                  </a:lnTo>
                  <a:lnTo>
                    <a:pt x="102737" y="33730"/>
                  </a:lnTo>
                  <a:lnTo>
                    <a:pt x="102826" y="33446"/>
                  </a:lnTo>
                  <a:lnTo>
                    <a:pt x="102840" y="31898"/>
                  </a:lnTo>
                  <a:lnTo>
                    <a:pt x="102946" y="30693"/>
                  </a:lnTo>
                  <a:lnTo>
                    <a:pt x="104856" y="29879"/>
                  </a:lnTo>
                  <a:lnTo>
                    <a:pt x="104904" y="29611"/>
                  </a:lnTo>
                  <a:lnTo>
                    <a:pt x="104219" y="28944"/>
                  </a:lnTo>
                  <a:lnTo>
                    <a:pt x="103635" y="28034"/>
                  </a:lnTo>
                  <a:lnTo>
                    <a:pt x="103231" y="26330"/>
                  </a:lnTo>
                  <a:lnTo>
                    <a:pt x="103389" y="25695"/>
                  </a:lnTo>
                  <a:lnTo>
                    <a:pt x="103789" y="25012"/>
                  </a:lnTo>
                  <a:lnTo>
                    <a:pt x="105010" y="23562"/>
                  </a:lnTo>
                  <a:lnTo>
                    <a:pt x="106437" y="22696"/>
                  </a:lnTo>
                  <a:lnTo>
                    <a:pt x="107706" y="22487"/>
                  </a:lnTo>
                  <a:lnTo>
                    <a:pt x="112434" y="23998"/>
                  </a:lnTo>
                  <a:lnTo>
                    <a:pt x="114294" y="25239"/>
                  </a:lnTo>
                  <a:lnTo>
                    <a:pt x="115050" y="25878"/>
                  </a:lnTo>
                  <a:lnTo>
                    <a:pt x="115322" y="26334"/>
                  </a:lnTo>
                  <a:lnTo>
                    <a:pt x="115717" y="27790"/>
                  </a:lnTo>
                  <a:lnTo>
                    <a:pt x="116509" y="31779"/>
                  </a:lnTo>
                  <a:lnTo>
                    <a:pt x="116504" y="33062"/>
                  </a:lnTo>
                  <a:lnTo>
                    <a:pt x="116138" y="35127"/>
                  </a:lnTo>
                  <a:lnTo>
                    <a:pt x="114611" y="38998"/>
                  </a:lnTo>
                  <a:lnTo>
                    <a:pt x="114378" y="41624"/>
                  </a:lnTo>
                  <a:lnTo>
                    <a:pt x="112840" y="48152"/>
                  </a:lnTo>
                  <a:lnTo>
                    <a:pt x="111788" y="49927"/>
                  </a:lnTo>
                  <a:lnTo>
                    <a:pt x="110628" y="51169"/>
                  </a:lnTo>
                  <a:lnTo>
                    <a:pt x="105864" y="53357"/>
                  </a:lnTo>
                  <a:lnTo>
                    <a:pt x="102279" y="55583"/>
                  </a:lnTo>
                  <a:lnTo>
                    <a:pt x="101371" y="55935"/>
                  </a:lnTo>
                  <a:lnTo>
                    <a:pt x="100430" y="55965"/>
                  </a:lnTo>
                  <a:lnTo>
                    <a:pt x="97465" y="55227"/>
                  </a:lnTo>
                  <a:lnTo>
                    <a:pt x="94021" y="53811"/>
                  </a:lnTo>
                  <a:lnTo>
                    <a:pt x="92064" y="54212"/>
                  </a:lnTo>
                  <a:lnTo>
                    <a:pt x="90113" y="55234"/>
                  </a:lnTo>
                  <a:lnTo>
                    <a:pt x="88884" y="55508"/>
                  </a:lnTo>
                  <a:lnTo>
                    <a:pt x="87727" y="55372"/>
                  </a:lnTo>
                  <a:lnTo>
                    <a:pt x="86579" y="55007"/>
                  </a:lnTo>
                  <a:lnTo>
                    <a:pt x="85069" y="54051"/>
                  </a:lnTo>
                  <a:lnTo>
                    <a:pt x="85848" y="53614"/>
                  </a:lnTo>
                  <a:lnTo>
                    <a:pt x="86203" y="53124"/>
                  </a:lnTo>
                  <a:lnTo>
                    <a:pt x="85889" y="52621"/>
                  </a:lnTo>
                  <a:lnTo>
                    <a:pt x="84300" y="51895"/>
                  </a:lnTo>
                  <a:lnTo>
                    <a:pt x="82653" y="53508"/>
                  </a:lnTo>
                  <a:lnTo>
                    <a:pt x="77841" y="57277"/>
                  </a:lnTo>
                  <a:lnTo>
                    <a:pt x="71374" y="58541"/>
                  </a:lnTo>
                  <a:lnTo>
                    <a:pt x="69346" y="59310"/>
                  </a:lnTo>
                  <a:lnTo>
                    <a:pt x="67840" y="60302"/>
                  </a:lnTo>
                  <a:lnTo>
                    <a:pt x="67058" y="61120"/>
                  </a:lnTo>
                  <a:lnTo>
                    <a:pt x="65861" y="63041"/>
                  </a:lnTo>
                  <a:lnTo>
                    <a:pt x="64019" y="64488"/>
                  </a:lnTo>
                  <a:lnTo>
                    <a:pt x="60686" y="66071"/>
                  </a:lnTo>
                  <a:lnTo>
                    <a:pt x="56445" y="68529"/>
                  </a:lnTo>
                  <a:lnTo>
                    <a:pt x="48844" y="71044"/>
                  </a:lnTo>
                  <a:lnTo>
                    <a:pt x="44061" y="71486"/>
                  </a:lnTo>
                  <a:lnTo>
                    <a:pt x="39281" y="70653"/>
                  </a:lnTo>
                  <a:lnTo>
                    <a:pt x="37767" y="69975"/>
                  </a:lnTo>
                  <a:lnTo>
                    <a:pt x="36178" y="68913"/>
                  </a:lnTo>
                  <a:lnTo>
                    <a:pt x="32930" y="66408"/>
                  </a:lnTo>
                  <a:lnTo>
                    <a:pt x="32031" y="65504"/>
                  </a:lnTo>
                  <a:lnTo>
                    <a:pt x="30986" y="63539"/>
                  </a:lnTo>
                  <a:lnTo>
                    <a:pt x="31603" y="62231"/>
                  </a:lnTo>
                  <a:lnTo>
                    <a:pt x="33336" y="60724"/>
                  </a:lnTo>
                  <a:lnTo>
                    <a:pt x="35928" y="59351"/>
                  </a:lnTo>
                  <a:lnTo>
                    <a:pt x="41105" y="57498"/>
                  </a:lnTo>
                  <a:lnTo>
                    <a:pt x="45800" y="54534"/>
                  </a:lnTo>
                  <a:lnTo>
                    <a:pt x="47463" y="53977"/>
                  </a:lnTo>
                  <a:lnTo>
                    <a:pt x="51983" y="53524"/>
                  </a:lnTo>
                  <a:lnTo>
                    <a:pt x="54262" y="53801"/>
                  </a:lnTo>
                  <a:lnTo>
                    <a:pt x="55911" y="53645"/>
                  </a:lnTo>
                  <a:lnTo>
                    <a:pt x="56999" y="53238"/>
                  </a:lnTo>
                  <a:lnTo>
                    <a:pt x="58612" y="52169"/>
                  </a:lnTo>
                  <a:lnTo>
                    <a:pt x="60971" y="50038"/>
                  </a:lnTo>
                  <a:lnTo>
                    <a:pt x="62692" y="48044"/>
                  </a:lnTo>
                  <a:lnTo>
                    <a:pt x="63129" y="47112"/>
                  </a:lnTo>
                  <a:lnTo>
                    <a:pt x="62552" y="46239"/>
                  </a:lnTo>
                  <a:lnTo>
                    <a:pt x="61709" y="46117"/>
                  </a:lnTo>
                  <a:lnTo>
                    <a:pt x="58894" y="48165"/>
                  </a:lnTo>
                  <a:lnTo>
                    <a:pt x="57482" y="48855"/>
                  </a:lnTo>
                  <a:lnTo>
                    <a:pt x="55944" y="48903"/>
                  </a:lnTo>
                  <a:lnTo>
                    <a:pt x="53832" y="49604"/>
                  </a:lnTo>
                  <a:lnTo>
                    <a:pt x="51778" y="49885"/>
                  </a:lnTo>
                  <a:lnTo>
                    <a:pt x="51380" y="49862"/>
                  </a:lnTo>
                  <a:lnTo>
                    <a:pt x="49241" y="47903"/>
                  </a:lnTo>
                  <a:lnTo>
                    <a:pt x="48097" y="47558"/>
                  </a:lnTo>
                  <a:lnTo>
                    <a:pt x="47565" y="47764"/>
                  </a:lnTo>
                  <a:lnTo>
                    <a:pt x="47077" y="48282"/>
                  </a:lnTo>
                  <a:lnTo>
                    <a:pt x="46150" y="49729"/>
                  </a:lnTo>
                  <a:lnTo>
                    <a:pt x="45614" y="50249"/>
                  </a:lnTo>
                  <a:lnTo>
                    <a:pt x="44691" y="50627"/>
                  </a:lnTo>
                  <a:lnTo>
                    <a:pt x="40958" y="51057"/>
                  </a:lnTo>
                  <a:lnTo>
                    <a:pt x="37381" y="51785"/>
                  </a:lnTo>
                  <a:lnTo>
                    <a:pt x="36584" y="51335"/>
                  </a:lnTo>
                  <a:lnTo>
                    <a:pt x="36100" y="50497"/>
                  </a:lnTo>
                  <a:lnTo>
                    <a:pt x="36000" y="49986"/>
                  </a:lnTo>
                  <a:lnTo>
                    <a:pt x="35946" y="48265"/>
                  </a:lnTo>
                  <a:lnTo>
                    <a:pt x="35705" y="47580"/>
                  </a:lnTo>
                  <a:lnTo>
                    <a:pt x="36020" y="46148"/>
                  </a:lnTo>
                  <a:lnTo>
                    <a:pt x="36428" y="45056"/>
                  </a:lnTo>
                  <a:lnTo>
                    <a:pt x="36928" y="44306"/>
                  </a:lnTo>
                  <a:lnTo>
                    <a:pt x="39387" y="42091"/>
                  </a:lnTo>
                  <a:lnTo>
                    <a:pt x="39733" y="41517"/>
                  </a:lnTo>
                  <a:lnTo>
                    <a:pt x="38561" y="41635"/>
                  </a:lnTo>
                  <a:lnTo>
                    <a:pt x="35777" y="42719"/>
                  </a:lnTo>
                  <a:lnTo>
                    <a:pt x="35414" y="42342"/>
                  </a:lnTo>
                  <a:lnTo>
                    <a:pt x="34762" y="41104"/>
                  </a:lnTo>
                  <a:lnTo>
                    <a:pt x="34451" y="40980"/>
                  </a:lnTo>
                  <a:lnTo>
                    <a:pt x="34096" y="41494"/>
                  </a:lnTo>
                  <a:lnTo>
                    <a:pt x="33889" y="42218"/>
                  </a:lnTo>
                  <a:lnTo>
                    <a:pt x="33411" y="45207"/>
                  </a:lnTo>
                  <a:lnTo>
                    <a:pt x="32990" y="46736"/>
                  </a:lnTo>
                  <a:lnTo>
                    <a:pt x="31870" y="46427"/>
                  </a:lnTo>
                  <a:lnTo>
                    <a:pt x="30485" y="45505"/>
                  </a:lnTo>
                  <a:lnTo>
                    <a:pt x="29968" y="45379"/>
                  </a:lnTo>
                  <a:lnTo>
                    <a:pt x="29670" y="45672"/>
                  </a:lnTo>
                  <a:lnTo>
                    <a:pt x="29765" y="46189"/>
                  </a:lnTo>
                  <a:lnTo>
                    <a:pt x="31170" y="48751"/>
                  </a:lnTo>
                  <a:lnTo>
                    <a:pt x="31186" y="49647"/>
                  </a:lnTo>
                  <a:lnTo>
                    <a:pt x="30267" y="51215"/>
                  </a:lnTo>
                  <a:lnTo>
                    <a:pt x="26350" y="53820"/>
                  </a:lnTo>
                  <a:lnTo>
                    <a:pt x="24803" y="54517"/>
                  </a:lnTo>
                  <a:lnTo>
                    <a:pt x="24255" y="54247"/>
                  </a:lnTo>
                  <a:lnTo>
                    <a:pt x="23762" y="53533"/>
                  </a:lnTo>
                  <a:lnTo>
                    <a:pt x="23325" y="52370"/>
                  </a:lnTo>
                  <a:lnTo>
                    <a:pt x="22308" y="50811"/>
                  </a:lnTo>
                  <a:lnTo>
                    <a:pt x="21702" y="50462"/>
                  </a:lnTo>
                  <a:lnTo>
                    <a:pt x="21024" y="50415"/>
                  </a:lnTo>
                  <a:lnTo>
                    <a:pt x="20400" y="50736"/>
                  </a:lnTo>
                  <a:lnTo>
                    <a:pt x="19830" y="51428"/>
                  </a:lnTo>
                  <a:lnTo>
                    <a:pt x="19477" y="52162"/>
                  </a:lnTo>
                  <a:lnTo>
                    <a:pt x="19141" y="53530"/>
                  </a:lnTo>
                  <a:lnTo>
                    <a:pt x="18428" y="54576"/>
                  </a:lnTo>
                  <a:lnTo>
                    <a:pt x="17989" y="54755"/>
                  </a:lnTo>
                  <a:lnTo>
                    <a:pt x="14011" y="52585"/>
                  </a:lnTo>
                  <a:lnTo>
                    <a:pt x="10805" y="48737"/>
                  </a:lnTo>
                  <a:lnTo>
                    <a:pt x="7297" y="49336"/>
                  </a:lnTo>
                  <a:lnTo>
                    <a:pt x="5722" y="49200"/>
                  </a:lnTo>
                  <a:lnTo>
                    <a:pt x="943" y="47789"/>
                  </a:lnTo>
                  <a:lnTo>
                    <a:pt x="335" y="46917"/>
                  </a:lnTo>
                  <a:lnTo>
                    <a:pt x="0" y="45785"/>
                  </a:lnTo>
                  <a:lnTo>
                    <a:pt x="32" y="45169"/>
                  </a:lnTo>
                  <a:lnTo>
                    <a:pt x="230" y="44532"/>
                  </a:lnTo>
                  <a:lnTo>
                    <a:pt x="836" y="43270"/>
                  </a:lnTo>
                  <a:lnTo>
                    <a:pt x="2040" y="41358"/>
                  </a:lnTo>
                  <a:lnTo>
                    <a:pt x="2543" y="40742"/>
                  </a:lnTo>
                  <a:lnTo>
                    <a:pt x="3292" y="40234"/>
                  </a:lnTo>
                  <a:lnTo>
                    <a:pt x="4286" y="39836"/>
                  </a:lnTo>
                  <a:lnTo>
                    <a:pt x="6819" y="39614"/>
                  </a:lnTo>
                  <a:lnTo>
                    <a:pt x="13337" y="39541"/>
                  </a:lnTo>
                  <a:lnTo>
                    <a:pt x="14640" y="39246"/>
                  </a:lnTo>
                  <a:lnTo>
                    <a:pt x="21772" y="35549"/>
                  </a:lnTo>
                  <a:lnTo>
                    <a:pt x="22586" y="34943"/>
                  </a:lnTo>
                  <a:lnTo>
                    <a:pt x="23632" y="33763"/>
                  </a:lnTo>
                  <a:lnTo>
                    <a:pt x="23869" y="33276"/>
                  </a:lnTo>
                  <a:lnTo>
                    <a:pt x="23824" y="32957"/>
                  </a:lnTo>
                  <a:lnTo>
                    <a:pt x="15052" y="35885"/>
                  </a:lnTo>
                  <a:lnTo>
                    <a:pt x="11290" y="36516"/>
                  </a:lnTo>
                  <a:lnTo>
                    <a:pt x="5526" y="36038"/>
                  </a:lnTo>
                  <a:lnTo>
                    <a:pt x="4443" y="35577"/>
                  </a:lnTo>
                  <a:lnTo>
                    <a:pt x="4196" y="34757"/>
                  </a:lnTo>
                  <a:lnTo>
                    <a:pt x="5398" y="32584"/>
                  </a:lnTo>
                  <a:lnTo>
                    <a:pt x="6031" y="31776"/>
                  </a:lnTo>
                  <a:lnTo>
                    <a:pt x="7671" y="31013"/>
                  </a:lnTo>
                  <a:lnTo>
                    <a:pt x="11636" y="29931"/>
                  </a:lnTo>
                  <a:lnTo>
                    <a:pt x="16939" y="28974"/>
                  </a:lnTo>
                  <a:lnTo>
                    <a:pt x="20412" y="28953"/>
                  </a:lnTo>
                  <a:lnTo>
                    <a:pt x="23326" y="28194"/>
                  </a:lnTo>
                  <a:lnTo>
                    <a:pt x="25078" y="27327"/>
                  </a:lnTo>
                  <a:lnTo>
                    <a:pt x="19206" y="27371"/>
                  </a:lnTo>
                  <a:lnTo>
                    <a:pt x="12134" y="27778"/>
                  </a:lnTo>
                  <a:lnTo>
                    <a:pt x="11111" y="27495"/>
                  </a:lnTo>
                  <a:lnTo>
                    <a:pt x="9092" y="26353"/>
                  </a:lnTo>
                  <a:lnTo>
                    <a:pt x="8993" y="25517"/>
                  </a:lnTo>
                  <a:lnTo>
                    <a:pt x="9802" y="24513"/>
                  </a:lnTo>
                  <a:lnTo>
                    <a:pt x="10098" y="23766"/>
                  </a:lnTo>
                  <a:lnTo>
                    <a:pt x="9520" y="22085"/>
                  </a:lnTo>
                  <a:lnTo>
                    <a:pt x="9698" y="21433"/>
                  </a:lnTo>
                  <a:lnTo>
                    <a:pt x="11015" y="20032"/>
                  </a:lnTo>
                  <a:lnTo>
                    <a:pt x="13365" y="18518"/>
                  </a:lnTo>
                  <a:lnTo>
                    <a:pt x="14814" y="18303"/>
                  </a:lnTo>
                  <a:lnTo>
                    <a:pt x="17610" y="18820"/>
                  </a:lnTo>
                  <a:lnTo>
                    <a:pt x="25578" y="19355"/>
                  </a:lnTo>
                  <a:lnTo>
                    <a:pt x="27124" y="19163"/>
                  </a:lnTo>
                  <a:lnTo>
                    <a:pt x="26148" y="18505"/>
                  </a:lnTo>
                  <a:lnTo>
                    <a:pt x="24760" y="18015"/>
                  </a:lnTo>
                  <a:lnTo>
                    <a:pt x="18608" y="17176"/>
                  </a:lnTo>
                  <a:lnTo>
                    <a:pt x="17335" y="16801"/>
                  </a:lnTo>
                  <a:lnTo>
                    <a:pt x="17092" y="16285"/>
                  </a:lnTo>
                  <a:lnTo>
                    <a:pt x="17000" y="15523"/>
                  </a:lnTo>
                  <a:lnTo>
                    <a:pt x="17059" y="14517"/>
                  </a:lnTo>
                  <a:lnTo>
                    <a:pt x="17504" y="13487"/>
                  </a:lnTo>
                  <a:lnTo>
                    <a:pt x="19414" y="11336"/>
                  </a:lnTo>
                  <a:lnTo>
                    <a:pt x="25010" y="9564"/>
                  </a:lnTo>
                  <a:lnTo>
                    <a:pt x="27237" y="9320"/>
                  </a:lnTo>
                  <a:lnTo>
                    <a:pt x="29468" y="9437"/>
                  </a:lnTo>
                  <a:lnTo>
                    <a:pt x="31735" y="10233"/>
                  </a:lnTo>
                  <a:lnTo>
                    <a:pt x="32745" y="10923"/>
                  </a:lnTo>
                  <a:lnTo>
                    <a:pt x="33252" y="11774"/>
                  </a:lnTo>
                  <a:lnTo>
                    <a:pt x="33497" y="12567"/>
                  </a:lnTo>
                  <a:lnTo>
                    <a:pt x="33525" y="13937"/>
                  </a:lnTo>
                  <a:lnTo>
                    <a:pt x="33634" y="14477"/>
                  </a:lnTo>
                  <a:lnTo>
                    <a:pt x="34044" y="15377"/>
                  </a:lnTo>
                  <a:lnTo>
                    <a:pt x="35347" y="17492"/>
                  </a:lnTo>
                  <a:lnTo>
                    <a:pt x="36307" y="18152"/>
                  </a:lnTo>
                  <a:lnTo>
                    <a:pt x="40734" y="16922"/>
                  </a:lnTo>
                  <a:lnTo>
                    <a:pt x="42577" y="16647"/>
                  </a:lnTo>
                  <a:lnTo>
                    <a:pt x="44430" y="17034"/>
                  </a:lnTo>
                  <a:lnTo>
                    <a:pt x="47130" y="18303"/>
                  </a:lnTo>
                  <a:lnTo>
                    <a:pt x="50627" y="22140"/>
                  </a:lnTo>
                  <a:lnTo>
                    <a:pt x="55132" y="26057"/>
                  </a:lnTo>
                  <a:lnTo>
                    <a:pt x="55110" y="26901"/>
                  </a:lnTo>
                  <a:lnTo>
                    <a:pt x="53383" y="28211"/>
                  </a:lnTo>
                  <a:lnTo>
                    <a:pt x="53059" y="28772"/>
                  </a:lnTo>
                  <a:lnTo>
                    <a:pt x="53292" y="29162"/>
                  </a:lnTo>
                  <a:lnTo>
                    <a:pt x="55016" y="29419"/>
                  </a:lnTo>
                  <a:lnTo>
                    <a:pt x="56631" y="29225"/>
                  </a:lnTo>
                  <a:lnTo>
                    <a:pt x="58172" y="29520"/>
                  </a:lnTo>
                  <a:lnTo>
                    <a:pt x="58516" y="29857"/>
                  </a:lnTo>
                  <a:lnTo>
                    <a:pt x="59082" y="31291"/>
                  </a:lnTo>
                  <a:lnTo>
                    <a:pt x="59867" y="33824"/>
                  </a:lnTo>
                  <a:lnTo>
                    <a:pt x="60800" y="35714"/>
                  </a:lnTo>
                  <a:lnTo>
                    <a:pt x="61881" y="36963"/>
                  </a:lnTo>
                  <a:lnTo>
                    <a:pt x="62944" y="37604"/>
                  </a:lnTo>
                  <a:lnTo>
                    <a:pt x="64512" y="37651"/>
                  </a:lnTo>
                  <a:lnTo>
                    <a:pt x="66089" y="37279"/>
                  </a:lnTo>
                  <a:lnTo>
                    <a:pt x="68648" y="37403"/>
                  </a:lnTo>
                  <a:lnTo>
                    <a:pt x="81847" y="38846"/>
                  </a:lnTo>
                  <a:lnTo>
                    <a:pt x="82630" y="38595"/>
                  </a:lnTo>
                  <a:lnTo>
                    <a:pt x="83186" y="37803"/>
                  </a:lnTo>
                  <a:lnTo>
                    <a:pt x="83518" y="36468"/>
                  </a:lnTo>
                  <a:lnTo>
                    <a:pt x="83644" y="35372"/>
                  </a:lnTo>
                  <a:lnTo>
                    <a:pt x="83464" y="33874"/>
                  </a:lnTo>
                  <a:lnTo>
                    <a:pt x="83209" y="33159"/>
                  </a:lnTo>
                  <a:lnTo>
                    <a:pt x="75025" y="28311"/>
                  </a:lnTo>
                  <a:lnTo>
                    <a:pt x="74309" y="26360"/>
                  </a:lnTo>
                  <a:lnTo>
                    <a:pt x="78307" y="23636"/>
                  </a:lnTo>
                  <a:lnTo>
                    <a:pt x="78594" y="23007"/>
                  </a:lnTo>
                  <a:lnTo>
                    <a:pt x="78673" y="22141"/>
                  </a:lnTo>
                  <a:lnTo>
                    <a:pt x="78540" y="21039"/>
                  </a:lnTo>
                  <a:lnTo>
                    <a:pt x="77998" y="19988"/>
                  </a:lnTo>
                  <a:lnTo>
                    <a:pt x="75851" y="17986"/>
                  </a:lnTo>
                  <a:lnTo>
                    <a:pt x="73950" y="17684"/>
                  </a:lnTo>
                  <a:lnTo>
                    <a:pt x="71134" y="15710"/>
                  </a:lnTo>
                  <a:lnTo>
                    <a:pt x="70689" y="15211"/>
                  </a:lnTo>
                  <a:lnTo>
                    <a:pt x="70326" y="14425"/>
                  </a:lnTo>
                  <a:lnTo>
                    <a:pt x="70041" y="13349"/>
                  </a:lnTo>
                  <a:lnTo>
                    <a:pt x="70089" y="12520"/>
                  </a:lnTo>
                  <a:lnTo>
                    <a:pt x="70468" y="11942"/>
                  </a:lnTo>
                  <a:lnTo>
                    <a:pt x="73241" y="9939"/>
                  </a:lnTo>
                  <a:lnTo>
                    <a:pt x="74364" y="8828"/>
                  </a:lnTo>
                  <a:lnTo>
                    <a:pt x="77823" y="3826"/>
                  </a:lnTo>
                  <a:lnTo>
                    <a:pt x="79423" y="1807"/>
                  </a:lnTo>
                  <a:lnTo>
                    <a:pt x="80567" y="861"/>
                  </a:lnTo>
                  <a:lnTo>
                    <a:pt x="81733" y="274"/>
                  </a:lnTo>
                  <a:lnTo>
                    <a:pt x="84296" y="0"/>
                  </a:lnTo>
                  <a:lnTo>
                    <a:pt x="86967" y="1864"/>
                  </a:lnTo>
                  <a:lnTo>
                    <a:pt x="87558" y="1978"/>
                  </a:lnTo>
                  <a:lnTo>
                    <a:pt x="87802" y="2468"/>
                  </a:lnTo>
                  <a:lnTo>
                    <a:pt x="87698" y="3335"/>
                  </a:lnTo>
                  <a:lnTo>
                    <a:pt x="87365" y="4162"/>
                  </a:lnTo>
                  <a:lnTo>
                    <a:pt x="86410" y="5655"/>
                  </a:lnTo>
                  <a:lnTo>
                    <a:pt x="86185" y="6282"/>
                  </a:lnTo>
                  <a:lnTo>
                    <a:pt x="86258" y="6926"/>
                  </a:lnTo>
                  <a:lnTo>
                    <a:pt x="86913" y="8416"/>
                  </a:lnTo>
                  <a:lnTo>
                    <a:pt x="87113" y="9397"/>
                  </a:lnTo>
                  <a:lnTo>
                    <a:pt x="87258" y="11050"/>
                  </a:lnTo>
                  <a:lnTo>
                    <a:pt x="87365" y="11294"/>
                  </a:lnTo>
                  <a:lnTo>
                    <a:pt x="88970" y="12691"/>
                  </a:lnTo>
                  <a:lnTo>
                    <a:pt x="90431" y="14510"/>
                  </a:lnTo>
                  <a:lnTo>
                    <a:pt x="91107" y="17365"/>
                  </a:lnTo>
                  <a:lnTo>
                    <a:pt x="90581" y="18352"/>
                  </a:lnTo>
                  <a:lnTo>
                    <a:pt x="89352" y="19711"/>
                  </a:lnTo>
                  <a:lnTo>
                    <a:pt x="88620" y="20844"/>
                  </a:lnTo>
                  <a:lnTo>
                    <a:pt x="88387" y="21750"/>
                  </a:lnTo>
                  <a:lnTo>
                    <a:pt x="88573" y="2229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1952205" y="1363611"/>
              <a:ext cx="8345" cy="10324"/>
            </a:xfrm>
            <a:custGeom>
              <a:avLst/>
              <a:pathLst>
                <a:path w="8345" h="10324">
                  <a:moveTo>
                    <a:pt x="8037" y="9737"/>
                  </a:moveTo>
                  <a:lnTo>
                    <a:pt x="7587" y="10138"/>
                  </a:lnTo>
                  <a:lnTo>
                    <a:pt x="6137" y="9931"/>
                  </a:lnTo>
                  <a:lnTo>
                    <a:pt x="5656" y="10324"/>
                  </a:lnTo>
                  <a:lnTo>
                    <a:pt x="4885" y="10101"/>
                  </a:lnTo>
                  <a:lnTo>
                    <a:pt x="3825" y="9260"/>
                  </a:lnTo>
                  <a:lnTo>
                    <a:pt x="2586" y="7608"/>
                  </a:lnTo>
                  <a:lnTo>
                    <a:pt x="1168" y="5146"/>
                  </a:lnTo>
                  <a:lnTo>
                    <a:pt x="60" y="3025"/>
                  </a:lnTo>
                  <a:lnTo>
                    <a:pt x="0" y="2442"/>
                  </a:lnTo>
                  <a:lnTo>
                    <a:pt x="362" y="1451"/>
                  </a:lnTo>
                  <a:lnTo>
                    <a:pt x="1470" y="792"/>
                  </a:lnTo>
                  <a:lnTo>
                    <a:pt x="4097" y="0"/>
                  </a:lnTo>
                  <a:lnTo>
                    <a:pt x="5900" y="21"/>
                  </a:lnTo>
                  <a:lnTo>
                    <a:pt x="7575" y="1623"/>
                  </a:lnTo>
                  <a:lnTo>
                    <a:pt x="8048" y="2173"/>
                  </a:lnTo>
                  <a:lnTo>
                    <a:pt x="8335" y="2830"/>
                  </a:lnTo>
                  <a:lnTo>
                    <a:pt x="8345" y="3461"/>
                  </a:lnTo>
                  <a:lnTo>
                    <a:pt x="8208" y="4012"/>
                  </a:lnTo>
                  <a:lnTo>
                    <a:pt x="7450" y="5240"/>
                  </a:lnTo>
                  <a:lnTo>
                    <a:pt x="7117" y="6097"/>
                  </a:lnTo>
                  <a:lnTo>
                    <a:pt x="7119" y="6937"/>
                  </a:lnTo>
                  <a:lnTo>
                    <a:pt x="7284" y="8151"/>
                  </a:lnTo>
                  <a:lnTo>
                    <a:pt x="7590" y="8954"/>
                  </a:lnTo>
                  <a:lnTo>
                    <a:pt x="8038" y="934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1718855" y="1361900"/>
              <a:ext cx="12955" cy="5446"/>
            </a:xfrm>
            <a:custGeom>
              <a:avLst/>
              <a:pathLst>
                <a:path w="12955" h="5446">
                  <a:moveTo>
                    <a:pt x="12253" y="4479"/>
                  </a:moveTo>
                  <a:lnTo>
                    <a:pt x="10794" y="5446"/>
                  </a:lnTo>
                  <a:lnTo>
                    <a:pt x="805" y="4018"/>
                  </a:lnTo>
                  <a:lnTo>
                    <a:pt x="259" y="3569"/>
                  </a:lnTo>
                  <a:lnTo>
                    <a:pt x="0" y="2960"/>
                  </a:lnTo>
                  <a:lnTo>
                    <a:pt x="1809" y="1295"/>
                  </a:lnTo>
                  <a:lnTo>
                    <a:pt x="3993" y="576"/>
                  </a:lnTo>
                  <a:lnTo>
                    <a:pt x="9071" y="0"/>
                  </a:lnTo>
                  <a:lnTo>
                    <a:pt x="10841" y="647"/>
                  </a:lnTo>
                  <a:lnTo>
                    <a:pt x="12015" y="1405"/>
                  </a:lnTo>
                  <a:lnTo>
                    <a:pt x="12678" y="2063"/>
                  </a:lnTo>
                  <a:lnTo>
                    <a:pt x="12955" y="329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1891297" y="1356837"/>
              <a:ext cx="168206" cy="76705"/>
            </a:xfrm>
            <a:custGeom>
              <a:avLst/>
              <a:pathLst>
                <a:path w="168206" h="76705">
                  <a:moveTo>
                    <a:pt x="25024" y="4543"/>
                  </a:moveTo>
                  <a:lnTo>
                    <a:pt x="26822" y="4800"/>
                  </a:lnTo>
                  <a:lnTo>
                    <a:pt x="28359" y="4406"/>
                  </a:lnTo>
                  <a:lnTo>
                    <a:pt x="29677" y="4493"/>
                  </a:lnTo>
                  <a:lnTo>
                    <a:pt x="31625" y="5684"/>
                  </a:lnTo>
                  <a:lnTo>
                    <a:pt x="33429" y="7505"/>
                  </a:lnTo>
                  <a:lnTo>
                    <a:pt x="34815" y="8329"/>
                  </a:lnTo>
                  <a:lnTo>
                    <a:pt x="35262" y="8745"/>
                  </a:lnTo>
                  <a:lnTo>
                    <a:pt x="35437" y="9205"/>
                  </a:lnTo>
                  <a:lnTo>
                    <a:pt x="35654" y="10584"/>
                  </a:lnTo>
                  <a:lnTo>
                    <a:pt x="35647" y="11223"/>
                  </a:lnTo>
                  <a:lnTo>
                    <a:pt x="35545" y="11734"/>
                  </a:lnTo>
                  <a:lnTo>
                    <a:pt x="34939" y="12994"/>
                  </a:lnTo>
                  <a:lnTo>
                    <a:pt x="34428" y="14553"/>
                  </a:lnTo>
                  <a:lnTo>
                    <a:pt x="33376" y="15929"/>
                  </a:lnTo>
                  <a:lnTo>
                    <a:pt x="32815" y="16966"/>
                  </a:lnTo>
                  <a:lnTo>
                    <a:pt x="32334" y="18276"/>
                  </a:lnTo>
                  <a:lnTo>
                    <a:pt x="33418" y="17495"/>
                  </a:lnTo>
                  <a:lnTo>
                    <a:pt x="37518" y="13172"/>
                  </a:lnTo>
                  <a:lnTo>
                    <a:pt x="40201" y="13688"/>
                  </a:lnTo>
                  <a:lnTo>
                    <a:pt x="44232" y="13303"/>
                  </a:lnTo>
                  <a:lnTo>
                    <a:pt x="49111" y="11536"/>
                  </a:lnTo>
                  <a:lnTo>
                    <a:pt x="51428" y="11261"/>
                  </a:lnTo>
                  <a:lnTo>
                    <a:pt x="53768" y="11389"/>
                  </a:lnTo>
                  <a:lnTo>
                    <a:pt x="55506" y="11946"/>
                  </a:lnTo>
                  <a:lnTo>
                    <a:pt x="59216" y="14327"/>
                  </a:lnTo>
                  <a:lnTo>
                    <a:pt x="60500" y="15461"/>
                  </a:lnTo>
                  <a:lnTo>
                    <a:pt x="60982" y="16264"/>
                  </a:lnTo>
                  <a:lnTo>
                    <a:pt x="61098" y="16856"/>
                  </a:lnTo>
                  <a:lnTo>
                    <a:pt x="60338" y="17774"/>
                  </a:lnTo>
                  <a:lnTo>
                    <a:pt x="58008" y="17216"/>
                  </a:lnTo>
                  <a:lnTo>
                    <a:pt x="54172" y="16723"/>
                  </a:lnTo>
                  <a:lnTo>
                    <a:pt x="53471" y="16417"/>
                  </a:lnTo>
                  <a:lnTo>
                    <a:pt x="52874" y="16442"/>
                  </a:lnTo>
                  <a:lnTo>
                    <a:pt x="52440" y="16774"/>
                  </a:lnTo>
                  <a:lnTo>
                    <a:pt x="52710" y="18035"/>
                  </a:lnTo>
                  <a:lnTo>
                    <a:pt x="53491" y="18312"/>
                  </a:lnTo>
                  <a:lnTo>
                    <a:pt x="58097" y="18583"/>
                  </a:lnTo>
                  <a:lnTo>
                    <a:pt x="73193" y="22593"/>
                  </a:lnTo>
                  <a:lnTo>
                    <a:pt x="73822" y="23876"/>
                  </a:lnTo>
                  <a:lnTo>
                    <a:pt x="73654" y="24443"/>
                  </a:lnTo>
                  <a:lnTo>
                    <a:pt x="73120" y="25072"/>
                  </a:lnTo>
                  <a:lnTo>
                    <a:pt x="72019" y="25916"/>
                  </a:lnTo>
                  <a:lnTo>
                    <a:pt x="63315" y="26836"/>
                  </a:lnTo>
                  <a:lnTo>
                    <a:pt x="58361" y="26021"/>
                  </a:lnTo>
                  <a:lnTo>
                    <a:pt x="54197" y="24709"/>
                  </a:lnTo>
                  <a:lnTo>
                    <a:pt x="52785" y="25002"/>
                  </a:lnTo>
                  <a:lnTo>
                    <a:pt x="54014" y="26780"/>
                  </a:lnTo>
                  <a:lnTo>
                    <a:pt x="56511" y="27322"/>
                  </a:lnTo>
                  <a:lnTo>
                    <a:pt x="58601" y="28374"/>
                  </a:lnTo>
                  <a:lnTo>
                    <a:pt x="59469" y="29254"/>
                  </a:lnTo>
                  <a:lnTo>
                    <a:pt x="63898" y="29925"/>
                  </a:lnTo>
                  <a:lnTo>
                    <a:pt x="64622" y="30611"/>
                  </a:lnTo>
                  <a:lnTo>
                    <a:pt x="65999" y="32365"/>
                  </a:lnTo>
                  <a:lnTo>
                    <a:pt x="67155" y="32501"/>
                  </a:lnTo>
                  <a:lnTo>
                    <a:pt x="68301" y="33726"/>
                  </a:lnTo>
                  <a:lnTo>
                    <a:pt x="69244" y="35831"/>
                  </a:lnTo>
                  <a:lnTo>
                    <a:pt x="69679" y="36112"/>
                  </a:lnTo>
                  <a:lnTo>
                    <a:pt x="71013" y="35733"/>
                  </a:lnTo>
                  <a:lnTo>
                    <a:pt x="73260" y="37561"/>
                  </a:lnTo>
                  <a:lnTo>
                    <a:pt x="73959" y="38538"/>
                  </a:lnTo>
                  <a:lnTo>
                    <a:pt x="73962" y="39269"/>
                  </a:lnTo>
                  <a:lnTo>
                    <a:pt x="73461" y="40415"/>
                  </a:lnTo>
                  <a:lnTo>
                    <a:pt x="72455" y="41971"/>
                  </a:lnTo>
                  <a:lnTo>
                    <a:pt x="69915" y="43805"/>
                  </a:lnTo>
                  <a:lnTo>
                    <a:pt x="69717" y="44358"/>
                  </a:lnTo>
                  <a:lnTo>
                    <a:pt x="72685" y="44141"/>
                  </a:lnTo>
                  <a:lnTo>
                    <a:pt x="73232" y="44385"/>
                  </a:lnTo>
                  <a:lnTo>
                    <a:pt x="76729" y="47640"/>
                  </a:lnTo>
                  <a:lnTo>
                    <a:pt x="77189" y="47700"/>
                  </a:lnTo>
                  <a:lnTo>
                    <a:pt x="77477" y="47359"/>
                  </a:lnTo>
                  <a:lnTo>
                    <a:pt x="77811" y="46206"/>
                  </a:lnTo>
                  <a:lnTo>
                    <a:pt x="77662" y="45140"/>
                  </a:lnTo>
                  <a:lnTo>
                    <a:pt x="77235" y="43661"/>
                  </a:lnTo>
                  <a:lnTo>
                    <a:pt x="77350" y="42589"/>
                  </a:lnTo>
                  <a:lnTo>
                    <a:pt x="78005" y="41922"/>
                  </a:lnTo>
                  <a:lnTo>
                    <a:pt x="78669" y="41592"/>
                  </a:lnTo>
                  <a:lnTo>
                    <a:pt x="79341" y="41598"/>
                  </a:lnTo>
                  <a:lnTo>
                    <a:pt x="80071" y="41992"/>
                  </a:lnTo>
                  <a:lnTo>
                    <a:pt x="83606" y="45925"/>
                  </a:lnTo>
                  <a:lnTo>
                    <a:pt x="88140" y="44045"/>
                  </a:lnTo>
                  <a:lnTo>
                    <a:pt x="88968" y="44889"/>
                  </a:lnTo>
                  <a:lnTo>
                    <a:pt x="89653" y="46467"/>
                  </a:lnTo>
                  <a:lnTo>
                    <a:pt x="89973" y="46727"/>
                  </a:lnTo>
                  <a:lnTo>
                    <a:pt x="91650" y="43582"/>
                  </a:lnTo>
                  <a:lnTo>
                    <a:pt x="92685" y="42801"/>
                  </a:lnTo>
                  <a:lnTo>
                    <a:pt x="96939" y="46535"/>
                  </a:lnTo>
                  <a:lnTo>
                    <a:pt x="99532" y="47362"/>
                  </a:lnTo>
                  <a:lnTo>
                    <a:pt x="100573" y="48163"/>
                  </a:lnTo>
                  <a:lnTo>
                    <a:pt x="102497" y="49047"/>
                  </a:lnTo>
                  <a:lnTo>
                    <a:pt x="105236" y="49382"/>
                  </a:lnTo>
                  <a:lnTo>
                    <a:pt x="105687" y="47995"/>
                  </a:lnTo>
                  <a:lnTo>
                    <a:pt x="104108" y="46213"/>
                  </a:lnTo>
                  <a:lnTo>
                    <a:pt x="105029" y="45431"/>
                  </a:lnTo>
                  <a:lnTo>
                    <a:pt x="108795" y="43922"/>
                  </a:lnTo>
                  <a:lnTo>
                    <a:pt x="110804" y="44134"/>
                  </a:lnTo>
                  <a:lnTo>
                    <a:pt x="114510" y="41997"/>
                  </a:lnTo>
                  <a:lnTo>
                    <a:pt x="116784" y="41709"/>
                  </a:lnTo>
                  <a:lnTo>
                    <a:pt x="118181" y="41745"/>
                  </a:lnTo>
                  <a:lnTo>
                    <a:pt x="122769" y="38519"/>
                  </a:lnTo>
                  <a:lnTo>
                    <a:pt x="123859" y="38008"/>
                  </a:lnTo>
                  <a:lnTo>
                    <a:pt x="124650" y="36855"/>
                  </a:lnTo>
                  <a:lnTo>
                    <a:pt x="126452" y="37036"/>
                  </a:lnTo>
                  <a:lnTo>
                    <a:pt x="131331" y="38868"/>
                  </a:lnTo>
                  <a:lnTo>
                    <a:pt x="132712" y="38702"/>
                  </a:lnTo>
                  <a:lnTo>
                    <a:pt x="137903" y="36875"/>
                  </a:lnTo>
                  <a:lnTo>
                    <a:pt x="139822" y="36429"/>
                  </a:lnTo>
                  <a:lnTo>
                    <a:pt x="141747" y="36497"/>
                  </a:lnTo>
                  <a:lnTo>
                    <a:pt x="146614" y="37565"/>
                  </a:lnTo>
                  <a:lnTo>
                    <a:pt x="150256" y="38715"/>
                  </a:lnTo>
                  <a:lnTo>
                    <a:pt x="151388" y="39319"/>
                  </a:lnTo>
                  <a:lnTo>
                    <a:pt x="150985" y="40831"/>
                  </a:lnTo>
                  <a:lnTo>
                    <a:pt x="151169" y="41279"/>
                  </a:lnTo>
                  <a:lnTo>
                    <a:pt x="151641" y="41606"/>
                  </a:lnTo>
                  <a:lnTo>
                    <a:pt x="152830" y="42051"/>
                  </a:lnTo>
                  <a:lnTo>
                    <a:pt x="157378" y="42080"/>
                  </a:lnTo>
                  <a:lnTo>
                    <a:pt x="159356" y="42465"/>
                  </a:lnTo>
                  <a:lnTo>
                    <a:pt x="160929" y="43882"/>
                  </a:lnTo>
                  <a:lnTo>
                    <a:pt x="161305" y="44446"/>
                  </a:lnTo>
                  <a:lnTo>
                    <a:pt x="161242" y="45035"/>
                  </a:lnTo>
                  <a:lnTo>
                    <a:pt x="159696" y="46564"/>
                  </a:lnTo>
                  <a:lnTo>
                    <a:pt x="159947" y="46887"/>
                  </a:lnTo>
                  <a:lnTo>
                    <a:pt x="161494" y="47242"/>
                  </a:lnTo>
                  <a:lnTo>
                    <a:pt x="164973" y="47418"/>
                  </a:lnTo>
                  <a:lnTo>
                    <a:pt x="165718" y="47771"/>
                  </a:lnTo>
                  <a:lnTo>
                    <a:pt x="166434" y="49682"/>
                  </a:lnTo>
                  <a:lnTo>
                    <a:pt x="167183" y="52326"/>
                  </a:lnTo>
                  <a:lnTo>
                    <a:pt x="167171" y="53377"/>
                  </a:lnTo>
                  <a:lnTo>
                    <a:pt x="165966" y="55165"/>
                  </a:lnTo>
                  <a:lnTo>
                    <a:pt x="162671" y="57549"/>
                  </a:lnTo>
                  <a:lnTo>
                    <a:pt x="159014" y="59531"/>
                  </a:lnTo>
                  <a:lnTo>
                    <a:pt x="158779" y="60044"/>
                  </a:lnTo>
                  <a:lnTo>
                    <a:pt x="159945" y="60991"/>
                  </a:lnTo>
                  <a:lnTo>
                    <a:pt x="161151" y="61406"/>
                  </a:lnTo>
                  <a:lnTo>
                    <a:pt x="162101" y="61322"/>
                  </a:lnTo>
                  <a:lnTo>
                    <a:pt x="165018" y="60421"/>
                  </a:lnTo>
                  <a:lnTo>
                    <a:pt x="165681" y="60438"/>
                  </a:lnTo>
                  <a:lnTo>
                    <a:pt x="167019" y="61359"/>
                  </a:lnTo>
                  <a:lnTo>
                    <a:pt x="167639" y="62272"/>
                  </a:lnTo>
                  <a:lnTo>
                    <a:pt x="168206" y="63488"/>
                  </a:lnTo>
                  <a:lnTo>
                    <a:pt x="167182" y="64596"/>
                  </a:lnTo>
                  <a:lnTo>
                    <a:pt x="162985" y="65970"/>
                  </a:lnTo>
                  <a:lnTo>
                    <a:pt x="160505" y="64162"/>
                  </a:lnTo>
                  <a:lnTo>
                    <a:pt x="159671" y="63764"/>
                  </a:lnTo>
                  <a:lnTo>
                    <a:pt x="159108" y="63921"/>
                  </a:lnTo>
                  <a:lnTo>
                    <a:pt x="159427" y="64713"/>
                  </a:lnTo>
                  <a:lnTo>
                    <a:pt x="160627" y="66146"/>
                  </a:lnTo>
                  <a:lnTo>
                    <a:pt x="161019" y="67091"/>
                  </a:lnTo>
                  <a:lnTo>
                    <a:pt x="160603" y="67550"/>
                  </a:lnTo>
                  <a:lnTo>
                    <a:pt x="160406" y="68457"/>
                  </a:lnTo>
                  <a:lnTo>
                    <a:pt x="160430" y="69812"/>
                  </a:lnTo>
                  <a:lnTo>
                    <a:pt x="160330" y="71188"/>
                  </a:lnTo>
                  <a:lnTo>
                    <a:pt x="159925" y="73333"/>
                  </a:lnTo>
                  <a:lnTo>
                    <a:pt x="159781" y="73418"/>
                  </a:lnTo>
                  <a:lnTo>
                    <a:pt x="150663" y="73859"/>
                  </a:lnTo>
                  <a:lnTo>
                    <a:pt x="149564" y="74247"/>
                  </a:lnTo>
                  <a:lnTo>
                    <a:pt x="147000" y="75760"/>
                  </a:lnTo>
                  <a:lnTo>
                    <a:pt x="145062" y="76520"/>
                  </a:lnTo>
                  <a:lnTo>
                    <a:pt x="143799" y="76635"/>
                  </a:lnTo>
                  <a:lnTo>
                    <a:pt x="142565" y="76358"/>
                  </a:lnTo>
                  <a:lnTo>
                    <a:pt x="139237" y="74789"/>
                  </a:lnTo>
                  <a:lnTo>
                    <a:pt x="137019" y="75084"/>
                  </a:lnTo>
                  <a:lnTo>
                    <a:pt x="136150" y="74934"/>
                  </a:lnTo>
                  <a:lnTo>
                    <a:pt x="134273" y="73891"/>
                  </a:lnTo>
                  <a:lnTo>
                    <a:pt x="133818" y="73363"/>
                  </a:lnTo>
                  <a:lnTo>
                    <a:pt x="133056" y="71994"/>
                  </a:lnTo>
                  <a:lnTo>
                    <a:pt x="132485" y="70122"/>
                  </a:lnTo>
                  <a:lnTo>
                    <a:pt x="132531" y="68969"/>
                  </a:lnTo>
                  <a:lnTo>
                    <a:pt x="132771" y="67307"/>
                  </a:lnTo>
                  <a:lnTo>
                    <a:pt x="132623" y="66475"/>
                  </a:lnTo>
                  <a:lnTo>
                    <a:pt x="132088" y="66469"/>
                  </a:lnTo>
                  <a:lnTo>
                    <a:pt x="131492" y="66124"/>
                  </a:lnTo>
                  <a:lnTo>
                    <a:pt x="129697" y="64458"/>
                  </a:lnTo>
                  <a:lnTo>
                    <a:pt x="128591" y="63966"/>
                  </a:lnTo>
                  <a:lnTo>
                    <a:pt x="128385" y="64237"/>
                  </a:lnTo>
                  <a:lnTo>
                    <a:pt x="128709" y="65540"/>
                  </a:lnTo>
                  <a:lnTo>
                    <a:pt x="128925" y="65955"/>
                  </a:lnTo>
                  <a:lnTo>
                    <a:pt x="130109" y="66908"/>
                  </a:lnTo>
                  <a:lnTo>
                    <a:pt x="130329" y="68010"/>
                  </a:lnTo>
                  <a:lnTo>
                    <a:pt x="129825" y="70800"/>
                  </a:lnTo>
                  <a:lnTo>
                    <a:pt x="129647" y="71249"/>
                  </a:lnTo>
                  <a:lnTo>
                    <a:pt x="128497" y="73297"/>
                  </a:lnTo>
                  <a:lnTo>
                    <a:pt x="127632" y="73881"/>
                  </a:lnTo>
                  <a:lnTo>
                    <a:pt x="125265" y="73926"/>
                  </a:lnTo>
                  <a:lnTo>
                    <a:pt x="121640" y="75380"/>
                  </a:lnTo>
                  <a:lnTo>
                    <a:pt x="119906" y="75589"/>
                  </a:lnTo>
                  <a:lnTo>
                    <a:pt x="117583" y="75250"/>
                  </a:lnTo>
                  <a:lnTo>
                    <a:pt x="116130" y="74588"/>
                  </a:lnTo>
                  <a:lnTo>
                    <a:pt x="115187" y="73829"/>
                  </a:lnTo>
                  <a:lnTo>
                    <a:pt x="114272" y="72750"/>
                  </a:lnTo>
                  <a:lnTo>
                    <a:pt x="113792" y="72669"/>
                  </a:lnTo>
                  <a:lnTo>
                    <a:pt x="113549" y="75011"/>
                  </a:lnTo>
                  <a:lnTo>
                    <a:pt x="113100" y="75314"/>
                  </a:lnTo>
                  <a:lnTo>
                    <a:pt x="112323" y="75278"/>
                  </a:lnTo>
                  <a:lnTo>
                    <a:pt x="111121" y="74549"/>
                  </a:lnTo>
                  <a:lnTo>
                    <a:pt x="110130" y="72857"/>
                  </a:lnTo>
                  <a:lnTo>
                    <a:pt x="109822" y="72864"/>
                  </a:lnTo>
                  <a:lnTo>
                    <a:pt x="109685" y="73849"/>
                  </a:lnTo>
                  <a:lnTo>
                    <a:pt x="109463" y="74496"/>
                  </a:lnTo>
                  <a:lnTo>
                    <a:pt x="109158" y="74801"/>
                  </a:lnTo>
                  <a:lnTo>
                    <a:pt x="106615" y="75859"/>
                  </a:lnTo>
                  <a:lnTo>
                    <a:pt x="105196" y="75865"/>
                  </a:lnTo>
                  <a:lnTo>
                    <a:pt x="103713" y="74654"/>
                  </a:lnTo>
                  <a:lnTo>
                    <a:pt x="102741" y="74777"/>
                  </a:lnTo>
                  <a:lnTo>
                    <a:pt x="101495" y="75430"/>
                  </a:lnTo>
                  <a:lnTo>
                    <a:pt x="98468" y="74191"/>
                  </a:lnTo>
                  <a:lnTo>
                    <a:pt x="97744" y="74143"/>
                  </a:lnTo>
                  <a:lnTo>
                    <a:pt x="98365" y="76150"/>
                  </a:lnTo>
                  <a:lnTo>
                    <a:pt x="97365" y="76461"/>
                  </a:lnTo>
                  <a:lnTo>
                    <a:pt x="95206" y="76410"/>
                  </a:lnTo>
                  <a:lnTo>
                    <a:pt x="91658" y="75764"/>
                  </a:lnTo>
                  <a:lnTo>
                    <a:pt x="89459" y="76705"/>
                  </a:lnTo>
                  <a:lnTo>
                    <a:pt x="85486" y="76143"/>
                  </a:lnTo>
                  <a:lnTo>
                    <a:pt x="81475" y="76002"/>
                  </a:lnTo>
                  <a:lnTo>
                    <a:pt x="80728" y="75542"/>
                  </a:lnTo>
                  <a:lnTo>
                    <a:pt x="80200" y="74604"/>
                  </a:lnTo>
                  <a:lnTo>
                    <a:pt x="80179" y="73768"/>
                  </a:lnTo>
                  <a:lnTo>
                    <a:pt x="80373" y="72614"/>
                  </a:lnTo>
                  <a:lnTo>
                    <a:pt x="80960" y="70897"/>
                  </a:lnTo>
                  <a:lnTo>
                    <a:pt x="81940" y="68615"/>
                  </a:lnTo>
                  <a:lnTo>
                    <a:pt x="82278" y="67411"/>
                  </a:lnTo>
                  <a:lnTo>
                    <a:pt x="81394" y="66854"/>
                  </a:lnTo>
                  <a:lnTo>
                    <a:pt x="80849" y="66110"/>
                  </a:lnTo>
                  <a:lnTo>
                    <a:pt x="80399" y="66026"/>
                  </a:lnTo>
                  <a:lnTo>
                    <a:pt x="78985" y="66905"/>
                  </a:lnTo>
                  <a:lnTo>
                    <a:pt x="78064" y="69470"/>
                  </a:lnTo>
                  <a:lnTo>
                    <a:pt x="77360" y="70215"/>
                  </a:lnTo>
                  <a:lnTo>
                    <a:pt x="77049" y="69591"/>
                  </a:lnTo>
                  <a:lnTo>
                    <a:pt x="76814" y="68033"/>
                  </a:lnTo>
                  <a:lnTo>
                    <a:pt x="76504" y="67274"/>
                  </a:lnTo>
                  <a:lnTo>
                    <a:pt x="76117" y="67316"/>
                  </a:lnTo>
                  <a:lnTo>
                    <a:pt x="75739" y="67732"/>
                  </a:lnTo>
                  <a:lnTo>
                    <a:pt x="75372" y="68522"/>
                  </a:lnTo>
                  <a:lnTo>
                    <a:pt x="74820" y="68808"/>
                  </a:lnTo>
                  <a:lnTo>
                    <a:pt x="74083" y="68593"/>
                  </a:lnTo>
                  <a:lnTo>
                    <a:pt x="73821" y="68980"/>
                  </a:lnTo>
                  <a:lnTo>
                    <a:pt x="74036" y="69971"/>
                  </a:lnTo>
                  <a:lnTo>
                    <a:pt x="74111" y="70899"/>
                  </a:lnTo>
                  <a:lnTo>
                    <a:pt x="74046" y="71764"/>
                  </a:lnTo>
                  <a:lnTo>
                    <a:pt x="73411" y="72602"/>
                  </a:lnTo>
                  <a:lnTo>
                    <a:pt x="71602" y="73822"/>
                  </a:lnTo>
                  <a:lnTo>
                    <a:pt x="70557" y="74211"/>
                  </a:lnTo>
                  <a:lnTo>
                    <a:pt x="67811" y="74393"/>
                  </a:lnTo>
                  <a:lnTo>
                    <a:pt x="66167" y="74030"/>
                  </a:lnTo>
                  <a:lnTo>
                    <a:pt x="62838" y="72565"/>
                  </a:lnTo>
                  <a:lnTo>
                    <a:pt x="60996" y="72497"/>
                  </a:lnTo>
                  <a:lnTo>
                    <a:pt x="58777" y="70040"/>
                  </a:lnTo>
                  <a:lnTo>
                    <a:pt x="57020" y="69473"/>
                  </a:lnTo>
                  <a:lnTo>
                    <a:pt x="57109" y="68584"/>
                  </a:lnTo>
                  <a:lnTo>
                    <a:pt x="57877" y="66932"/>
                  </a:lnTo>
                  <a:lnTo>
                    <a:pt x="57852" y="66439"/>
                  </a:lnTo>
                  <a:lnTo>
                    <a:pt x="55452" y="68847"/>
                  </a:lnTo>
                  <a:lnTo>
                    <a:pt x="55127" y="69616"/>
                  </a:lnTo>
                  <a:lnTo>
                    <a:pt x="55407" y="71401"/>
                  </a:lnTo>
                  <a:lnTo>
                    <a:pt x="55088" y="71529"/>
                  </a:lnTo>
                  <a:lnTo>
                    <a:pt x="53438" y="70887"/>
                  </a:lnTo>
                  <a:lnTo>
                    <a:pt x="51814" y="71376"/>
                  </a:lnTo>
                  <a:lnTo>
                    <a:pt x="51422" y="71232"/>
                  </a:lnTo>
                  <a:lnTo>
                    <a:pt x="50300" y="69943"/>
                  </a:lnTo>
                  <a:lnTo>
                    <a:pt x="48327" y="68633"/>
                  </a:lnTo>
                  <a:lnTo>
                    <a:pt x="47457" y="67165"/>
                  </a:lnTo>
                  <a:lnTo>
                    <a:pt x="46101" y="62579"/>
                  </a:lnTo>
                  <a:lnTo>
                    <a:pt x="45413" y="59545"/>
                  </a:lnTo>
                  <a:lnTo>
                    <a:pt x="45499" y="58926"/>
                  </a:lnTo>
                  <a:lnTo>
                    <a:pt x="46506" y="58070"/>
                  </a:lnTo>
                  <a:lnTo>
                    <a:pt x="46354" y="57404"/>
                  </a:lnTo>
                  <a:lnTo>
                    <a:pt x="45099" y="55698"/>
                  </a:lnTo>
                  <a:lnTo>
                    <a:pt x="43747" y="54264"/>
                  </a:lnTo>
                  <a:lnTo>
                    <a:pt x="43345" y="53273"/>
                  </a:lnTo>
                  <a:lnTo>
                    <a:pt x="43161" y="52270"/>
                  </a:lnTo>
                  <a:lnTo>
                    <a:pt x="42981" y="50819"/>
                  </a:lnTo>
                  <a:lnTo>
                    <a:pt x="42973" y="49745"/>
                  </a:lnTo>
                  <a:lnTo>
                    <a:pt x="43135" y="49050"/>
                  </a:lnTo>
                  <a:lnTo>
                    <a:pt x="43908" y="46887"/>
                  </a:lnTo>
                  <a:lnTo>
                    <a:pt x="46025" y="43010"/>
                  </a:lnTo>
                  <a:lnTo>
                    <a:pt x="46311" y="42306"/>
                  </a:lnTo>
                  <a:lnTo>
                    <a:pt x="46425" y="41613"/>
                  </a:lnTo>
                  <a:lnTo>
                    <a:pt x="46134" y="39563"/>
                  </a:lnTo>
                  <a:lnTo>
                    <a:pt x="45724" y="37509"/>
                  </a:lnTo>
                  <a:lnTo>
                    <a:pt x="45308" y="36040"/>
                  </a:lnTo>
                  <a:lnTo>
                    <a:pt x="44140" y="34013"/>
                  </a:lnTo>
                  <a:lnTo>
                    <a:pt x="42533" y="31905"/>
                  </a:lnTo>
                  <a:lnTo>
                    <a:pt x="40272" y="28123"/>
                  </a:lnTo>
                  <a:lnTo>
                    <a:pt x="38595" y="25183"/>
                  </a:lnTo>
                  <a:lnTo>
                    <a:pt x="36591" y="21045"/>
                  </a:lnTo>
                  <a:lnTo>
                    <a:pt x="35625" y="20690"/>
                  </a:lnTo>
                  <a:lnTo>
                    <a:pt x="34507" y="20879"/>
                  </a:lnTo>
                  <a:lnTo>
                    <a:pt x="32090" y="22303"/>
                  </a:lnTo>
                  <a:lnTo>
                    <a:pt x="31278" y="22979"/>
                  </a:lnTo>
                  <a:lnTo>
                    <a:pt x="31079" y="23434"/>
                  </a:lnTo>
                  <a:lnTo>
                    <a:pt x="29279" y="23536"/>
                  </a:lnTo>
                  <a:lnTo>
                    <a:pt x="24182" y="23163"/>
                  </a:lnTo>
                  <a:lnTo>
                    <a:pt x="22232" y="22724"/>
                  </a:lnTo>
                  <a:lnTo>
                    <a:pt x="20777" y="22840"/>
                  </a:lnTo>
                  <a:lnTo>
                    <a:pt x="18279" y="23890"/>
                  </a:lnTo>
                  <a:lnTo>
                    <a:pt x="15613" y="23692"/>
                  </a:lnTo>
                  <a:lnTo>
                    <a:pt x="13945" y="20778"/>
                  </a:lnTo>
                  <a:lnTo>
                    <a:pt x="10155" y="19208"/>
                  </a:lnTo>
                  <a:lnTo>
                    <a:pt x="9024" y="18326"/>
                  </a:lnTo>
                  <a:lnTo>
                    <a:pt x="8251" y="17123"/>
                  </a:lnTo>
                  <a:lnTo>
                    <a:pt x="8507" y="16337"/>
                  </a:lnTo>
                  <a:lnTo>
                    <a:pt x="10662" y="15631"/>
                  </a:lnTo>
                  <a:lnTo>
                    <a:pt x="11558" y="14856"/>
                  </a:lnTo>
                  <a:lnTo>
                    <a:pt x="11988" y="14229"/>
                  </a:lnTo>
                  <a:lnTo>
                    <a:pt x="9852" y="14768"/>
                  </a:lnTo>
                  <a:lnTo>
                    <a:pt x="8908" y="14673"/>
                  </a:lnTo>
                  <a:lnTo>
                    <a:pt x="2483" y="10734"/>
                  </a:lnTo>
                  <a:lnTo>
                    <a:pt x="503" y="10040"/>
                  </a:lnTo>
                  <a:lnTo>
                    <a:pt x="166" y="9688"/>
                  </a:lnTo>
                  <a:lnTo>
                    <a:pt x="0" y="9225"/>
                  </a:lnTo>
                  <a:lnTo>
                    <a:pt x="4" y="8649"/>
                  </a:lnTo>
                  <a:lnTo>
                    <a:pt x="191" y="7784"/>
                  </a:lnTo>
                  <a:lnTo>
                    <a:pt x="2101" y="8877"/>
                  </a:lnTo>
                  <a:lnTo>
                    <a:pt x="2958" y="8958"/>
                  </a:lnTo>
                  <a:lnTo>
                    <a:pt x="4295" y="8632"/>
                  </a:lnTo>
                  <a:lnTo>
                    <a:pt x="4772" y="7948"/>
                  </a:lnTo>
                  <a:lnTo>
                    <a:pt x="4468" y="7550"/>
                  </a:lnTo>
                  <a:lnTo>
                    <a:pt x="2278" y="6236"/>
                  </a:lnTo>
                  <a:lnTo>
                    <a:pt x="1219" y="5239"/>
                  </a:lnTo>
                  <a:lnTo>
                    <a:pt x="812" y="4513"/>
                  </a:lnTo>
                  <a:lnTo>
                    <a:pt x="1232" y="3485"/>
                  </a:lnTo>
                  <a:lnTo>
                    <a:pt x="1342" y="2790"/>
                  </a:lnTo>
                  <a:lnTo>
                    <a:pt x="2046" y="2399"/>
                  </a:lnTo>
                  <a:lnTo>
                    <a:pt x="3344" y="2313"/>
                  </a:lnTo>
                  <a:lnTo>
                    <a:pt x="5005" y="1820"/>
                  </a:lnTo>
                  <a:lnTo>
                    <a:pt x="8044" y="477"/>
                  </a:lnTo>
                  <a:lnTo>
                    <a:pt x="10079" y="0"/>
                  </a:lnTo>
                  <a:lnTo>
                    <a:pt x="12110" y="72"/>
                  </a:lnTo>
                  <a:lnTo>
                    <a:pt x="17031" y="1444"/>
                  </a:lnTo>
                  <a:lnTo>
                    <a:pt x="21937" y="318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1641296" y="1342612"/>
              <a:ext cx="71454" cy="50908"/>
            </a:xfrm>
            <a:custGeom>
              <a:avLst/>
              <a:pathLst>
                <a:path w="71454" h="50908">
                  <a:moveTo>
                    <a:pt x="70674" y="5446"/>
                  </a:moveTo>
                  <a:lnTo>
                    <a:pt x="71402" y="6597"/>
                  </a:lnTo>
                  <a:lnTo>
                    <a:pt x="71454" y="7061"/>
                  </a:lnTo>
                  <a:lnTo>
                    <a:pt x="71104" y="7548"/>
                  </a:lnTo>
                  <a:lnTo>
                    <a:pt x="69976" y="8323"/>
                  </a:lnTo>
                  <a:lnTo>
                    <a:pt x="64306" y="10914"/>
                  </a:lnTo>
                  <a:lnTo>
                    <a:pt x="63196" y="12131"/>
                  </a:lnTo>
                  <a:lnTo>
                    <a:pt x="63613" y="13177"/>
                  </a:lnTo>
                  <a:lnTo>
                    <a:pt x="65658" y="15295"/>
                  </a:lnTo>
                  <a:lnTo>
                    <a:pt x="67737" y="17090"/>
                  </a:lnTo>
                  <a:lnTo>
                    <a:pt x="68186" y="17980"/>
                  </a:lnTo>
                  <a:lnTo>
                    <a:pt x="67198" y="18886"/>
                  </a:lnTo>
                  <a:lnTo>
                    <a:pt x="65305" y="18598"/>
                  </a:lnTo>
                  <a:lnTo>
                    <a:pt x="64599" y="18676"/>
                  </a:lnTo>
                  <a:lnTo>
                    <a:pt x="63931" y="19094"/>
                  </a:lnTo>
                  <a:lnTo>
                    <a:pt x="64111" y="19894"/>
                  </a:lnTo>
                  <a:lnTo>
                    <a:pt x="66205" y="22548"/>
                  </a:lnTo>
                  <a:lnTo>
                    <a:pt x="66893" y="23975"/>
                  </a:lnTo>
                  <a:lnTo>
                    <a:pt x="66877" y="24712"/>
                  </a:lnTo>
                  <a:lnTo>
                    <a:pt x="66507" y="25432"/>
                  </a:lnTo>
                  <a:lnTo>
                    <a:pt x="65628" y="26419"/>
                  </a:lnTo>
                  <a:lnTo>
                    <a:pt x="64241" y="27673"/>
                  </a:lnTo>
                  <a:lnTo>
                    <a:pt x="61865" y="28676"/>
                  </a:lnTo>
                  <a:lnTo>
                    <a:pt x="56754" y="30022"/>
                  </a:lnTo>
                  <a:lnTo>
                    <a:pt x="56585" y="31071"/>
                  </a:lnTo>
                  <a:lnTo>
                    <a:pt x="56619" y="31869"/>
                  </a:lnTo>
                  <a:lnTo>
                    <a:pt x="56495" y="33806"/>
                  </a:lnTo>
                  <a:lnTo>
                    <a:pt x="56319" y="34705"/>
                  </a:lnTo>
                  <a:lnTo>
                    <a:pt x="55711" y="36217"/>
                  </a:lnTo>
                  <a:lnTo>
                    <a:pt x="55267" y="36924"/>
                  </a:lnTo>
                  <a:lnTo>
                    <a:pt x="54501" y="37411"/>
                  </a:lnTo>
                  <a:lnTo>
                    <a:pt x="53412" y="37676"/>
                  </a:lnTo>
                  <a:lnTo>
                    <a:pt x="52013" y="37672"/>
                  </a:lnTo>
                  <a:lnTo>
                    <a:pt x="49706" y="36370"/>
                  </a:lnTo>
                  <a:lnTo>
                    <a:pt x="48658" y="35541"/>
                  </a:lnTo>
                  <a:lnTo>
                    <a:pt x="47201" y="33739"/>
                  </a:lnTo>
                  <a:lnTo>
                    <a:pt x="46939" y="32535"/>
                  </a:lnTo>
                  <a:lnTo>
                    <a:pt x="47081" y="31053"/>
                  </a:lnTo>
                  <a:lnTo>
                    <a:pt x="47466" y="28768"/>
                  </a:lnTo>
                  <a:lnTo>
                    <a:pt x="48099" y="26432"/>
                  </a:lnTo>
                  <a:lnTo>
                    <a:pt x="48983" y="24043"/>
                  </a:lnTo>
                  <a:lnTo>
                    <a:pt x="49244" y="22555"/>
                  </a:lnTo>
                  <a:lnTo>
                    <a:pt x="48884" y="21969"/>
                  </a:lnTo>
                  <a:lnTo>
                    <a:pt x="48279" y="21940"/>
                  </a:lnTo>
                  <a:lnTo>
                    <a:pt x="46399" y="22907"/>
                  </a:lnTo>
                  <a:lnTo>
                    <a:pt x="45184" y="23258"/>
                  </a:lnTo>
                  <a:lnTo>
                    <a:pt x="44243" y="23962"/>
                  </a:lnTo>
                  <a:lnTo>
                    <a:pt x="43577" y="25017"/>
                  </a:lnTo>
                  <a:lnTo>
                    <a:pt x="43200" y="26159"/>
                  </a:lnTo>
                  <a:lnTo>
                    <a:pt x="42990" y="28355"/>
                  </a:lnTo>
                  <a:lnTo>
                    <a:pt x="42632" y="29556"/>
                  </a:lnTo>
                  <a:lnTo>
                    <a:pt x="41618" y="30211"/>
                  </a:lnTo>
                  <a:lnTo>
                    <a:pt x="40100" y="30199"/>
                  </a:lnTo>
                  <a:lnTo>
                    <a:pt x="39525" y="30572"/>
                  </a:lnTo>
                  <a:lnTo>
                    <a:pt x="39243" y="31374"/>
                  </a:lnTo>
                  <a:lnTo>
                    <a:pt x="39447" y="32026"/>
                  </a:lnTo>
                  <a:lnTo>
                    <a:pt x="40943" y="33392"/>
                  </a:lnTo>
                  <a:lnTo>
                    <a:pt x="41129" y="34919"/>
                  </a:lnTo>
                  <a:lnTo>
                    <a:pt x="40948" y="35841"/>
                  </a:lnTo>
                  <a:lnTo>
                    <a:pt x="39331" y="37542"/>
                  </a:lnTo>
                  <a:lnTo>
                    <a:pt x="38951" y="38112"/>
                  </a:lnTo>
                  <a:lnTo>
                    <a:pt x="37948" y="40775"/>
                  </a:lnTo>
                  <a:lnTo>
                    <a:pt x="37578" y="41449"/>
                  </a:lnTo>
                  <a:lnTo>
                    <a:pt x="36744" y="42064"/>
                  </a:lnTo>
                  <a:lnTo>
                    <a:pt x="35902" y="41991"/>
                  </a:lnTo>
                  <a:lnTo>
                    <a:pt x="35123" y="41018"/>
                  </a:lnTo>
                  <a:lnTo>
                    <a:pt x="33982" y="39176"/>
                  </a:lnTo>
                  <a:lnTo>
                    <a:pt x="33215" y="37592"/>
                  </a:lnTo>
                  <a:lnTo>
                    <a:pt x="32820" y="36265"/>
                  </a:lnTo>
                  <a:lnTo>
                    <a:pt x="32484" y="35675"/>
                  </a:lnTo>
                  <a:lnTo>
                    <a:pt x="31940" y="36082"/>
                  </a:lnTo>
                  <a:lnTo>
                    <a:pt x="31281" y="37460"/>
                  </a:lnTo>
                  <a:lnTo>
                    <a:pt x="31263" y="38529"/>
                  </a:lnTo>
                  <a:lnTo>
                    <a:pt x="31407" y="40119"/>
                  </a:lnTo>
                  <a:lnTo>
                    <a:pt x="31370" y="41100"/>
                  </a:lnTo>
                  <a:lnTo>
                    <a:pt x="30409" y="42251"/>
                  </a:lnTo>
                  <a:lnTo>
                    <a:pt x="30548" y="42776"/>
                  </a:lnTo>
                  <a:lnTo>
                    <a:pt x="32235" y="44192"/>
                  </a:lnTo>
                  <a:lnTo>
                    <a:pt x="32452" y="44827"/>
                  </a:lnTo>
                  <a:lnTo>
                    <a:pt x="32462" y="45812"/>
                  </a:lnTo>
                  <a:lnTo>
                    <a:pt x="32350" y="46256"/>
                  </a:lnTo>
                  <a:lnTo>
                    <a:pt x="31675" y="46186"/>
                  </a:lnTo>
                  <a:lnTo>
                    <a:pt x="31106" y="47326"/>
                  </a:lnTo>
                  <a:lnTo>
                    <a:pt x="30455" y="48229"/>
                  </a:lnTo>
                  <a:lnTo>
                    <a:pt x="28743" y="49901"/>
                  </a:lnTo>
                  <a:lnTo>
                    <a:pt x="26362" y="50104"/>
                  </a:lnTo>
                  <a:lnTo>
                    <a:pt x="24393" y="50908"/>
                  </a:lnTo>
                  <a:lnTo>
                    <a:pt x="23975" y="50882"/>
                  </a:lnTo>
                  <a:lnTo>
                    <a:pt x="23500" y="49566"/>
                  </a:lnTo>
                  <a:lnTo>
                    <a:pt x="22966" y="46961"/>
                  </a:lnTo>
                  <a:lnTo>
                    <a:pt x="22491" y="45480"/>
                  </a:lnTo>
                  <a:lnTo>
                    <a:pt x="21780" y="44724"/>
                  </a:lnTo>
                  <a:lnTo>
                    <a:pt x="20901" y="41768"/>
                  </a:lnTo>
                  <a:lnTo>
                    <a:pt x="20488" y="40816"/>
                  </a:lnTo>
                  <a:lnTo>
                    <a:pt x="20086" y="40432"/>
                  </a:lnTo>
                  <a:lnTo>
                    <a:pt x="19750" y="40332"/>
                  </a:lnTo>
                  <a:lnTo>
                    <a:pt x="19253" y="40901"/>
                  </a:lnTo>
                  <a:lnTo>
                    <a:pt x="18107" y="45131"/>
                  </a:lnTo>
                  <a:lnTo>
                    <a:pt x="16240" y="46212"/>
                  </a:lnTo>
                  <a:lnTo>
                    <a:pt x="15214" y="46409"/>
                  </a:lnTo>
                  <a:lnTo>
                    <a:pt x="14178" y="46288"/>
                  </a:lnTo>
                  <a:lnTo>
                    <a:pt x="11615" y="45130"/>
                  </a:lnTo>
                  <a:lnTo>
                    <a:pt x="9561" y="44702"/>
                  </a:lnTo>
                  <a:lnTo>
                    <a:pt x="8127" y="45191"/>
                  </a:lnTo>
                  <a:lnTo>
                    <a:pt x="5768" y="46917"/>
                  </a:lnTo>
                  <a:lnTo>
                    <a:pt x="4828" y="47378"/>
                  </a:lnTo>
                  <a:lnTo>
                    <a:pt x="3554" y="47180"/>
                  </a:lnTo>
                  <a:lnTo>
                    <a:pt x="2996" y="46528"/>
                  </a:lnTo>
                  <a:lnTo>
                    <a:pt x="2521" y="45461"/>
                  </a:lnTo>
                  <a:lnTo>
                    <a:pt x="2469" y="44814"/>
                  </a:lnTo>
                  <a:lnTo>
                    <a:pt x="2839" y="44587"/>
                  </a:lnTo>
                  <a:lnTo>
                    <a:pt x="3427" y="43351"/>
                  </a:lnTo>
                  <a:lnTo>
                    <a:pt x="3408" y="42854"/>
                  </a:lnTo>
                  <a:lnTo>
                    <a:pt x="2827" y="42141"/>
                  </a:lnTo>
                  <a:lnTo>
                    <a:pt x="2819" y="41585"/>
                  </a:lnTo>
                  <a:lnTo>
                    <a:pt x="3027" y="41209"/>
                  </a:lnTo>
                  <a:lnTo>
                    <a:pt x="2980" y="40941"/>
                  </a:lnTo>
                  <a:lnTo>
                    <a:pt x="2680" y="40781"/>
                  </a:lnTo>
                  <a:lnTo>
                    <a:pt x="2096" y="40931"/>
                  </a:lnTo>
                  <a:lnTo>
                    <a:pt x="0" y="41749"/>
                  </a:lnTo>
                  <a:lnTo>
                    <a:pt x="235" y="40860"/>
                  </a:lnTo>
                  <a:lnTo>
                    <a:pt x="1237" y="39002"/>
                  </a:lnTo>
                  <a:lnTo>
                    <a:pt x="3685" y="35294"/>
                  </a:lnTo>
                  <a:lnTo>
                    <a:pt x="4612" y="34203"/>
                  </a:lnTo>
                  <a:lnTo>
                    <a:pt x="5166" y="33874"/>
                  </a:lnTo>
                  <a:lnTo>
                    <a:pt x="12392" y="32685"/>
                  </a:lnTo>
                  <a:lnTo>
                    <a:pt x="12898" y="32330"/>
                  </a:lnTo>
                  <a:lnTo>
                    <a:pt x="16332" y="27345"/>
                  </a:lnTo>
                  <a:lnTo>
                    <a:pt x="17312" y="26205"/>
                  </a:lnTo>
                  <a:lnTo>
                    <a:pt x="18315" y="25298"/>
                  </a:lnTo>
                  <a:lnTo>
                    <a:pt x="23240" y="22291"/>
                  </a:lnTo>
                  <a:lnTo>
                    <a:pt x="23699" y="21604"/>
                  </a:lnTo>
                  <a:lnTo>
                    <a:pt x="24467" y="19522"/>
                  </a:lnTo>
                  <a:lnTo>
                    <a:pt x="24917" y="19000"/>
                  </a:lnTo>
                  <a:lnTo>
                    <a:pt x="25980" y="18209"/>
                  </a:lnTo>
                  <a:lnTo>
                    <a:pt x="29529" y="13998"/>
                  </a:lnTo>
                  <a:lnTo>
                    <a:pt x="32762" y="10953"/>
                  </a:lnTo>
                  <a:lnTo>
                    <a:pt x="34405" y="9069"/>
                  </a:lnTo>
                  <a:lnTo>
                    <a:pt x="36653" y="7166"/>
                  </a:lnTo>
                  <a:lnTo>
                    <a:pt x="39250" y="6350"/>
                  </a:lnTo>
                  <a:lnTo>
                    <a:pt x="47083" y="4917"/>
                  </a:lnTo>
                  <a:lnTo>
                    <a:pt x="52723" y="6802"/>
                  </a:lnTo>
                  <a:lnTo>
                    <a:pt x="54064" y="6921"/>
                  </a:lnTo>
                  <a:lnTo>
                    <a:pt x="54720" y="6387"/>
                  </a:lnTo>
                  <a:lnTo>
                    <a:pt x="55315" y="5518"/>
                  </a:lnTo>
                  <a:lnTo>
                    <a:pt x="56157" y="5883"/>
                  </a:lnTo>
                  <a:lnTo>
                    <a:pt x="58251" y="6147"/>
                  </a:lnTo>
                  <a:lnTo>
                    <a:pt x="58715" y="5939"/>
                  </a:lnTo>
                  <a:lnTo>
                    <a:pt x="59596" y="4954"/>
                  </a:lnTo>
                  <a:lnTo>
                    <a:pt x="58994" y="4413"/>
                  </a:lnTo>
                  <a:lnTo>
                    <a:pt x="56460" y="3419"/>
                  </a:lnTo>
                  <a:lnTo>
                    <a:pt x="56307" y="2914"/>
                  </a:lnTo>
                  <a:lnTo>
                    <a:pt x="56365" y="2437"/>
                  </a:lnTo>
                  <a:lnTo>
                    <a:pt x="57255" y="1292"/>
                  </a:lnTo>
                  <a:lnTo>
                    <a:pt x="58330" y="554"/>
                  </a:lnTo>
                  <a:lnTo>
                    <a:pt x="61445" y="0"/>
                  </a:lnTo>
                  <a:lnTo>
                    <a:pt x="62875" y="141"/>
                  </a:lnTo>
                  <a:lnTo>
                    <a:pt x="64352" y="933"/>
                  </a:lnTo>
                  <a:lnTo>
                    <a:pt x="66284" y="256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1946220" y="1339439"/>
              <a:ext cx="14332" cy="13137"/>
            </a:xfrm>
            <a:custGeom>
              <a:avLst/>
              <a:pathLst>
                <a:path w="14332" h="13137">
                  <a:moveTo>
                    <a:pt x="12995" y="11445"/>
                  </a:moveTo>
                  <a:lnTo>
                    <a:pt x="10482" y="13137"/>
                  </a:lnTo>
                  <a:lnTo>
                    <a:pt x="9198" y="13076"/>
                  </a:lnTo>
                  <a:lnTo>
                    <a:pt x="1844" y="9618"/>
                  </a:lnTo>
                  <a:lnTo>
                    <a:pt x="363" y="7909"/>
                  </a:lnTo>
                  <a:lnTo>
                    <a:pt x="81" y="6758"/>
                  </a:lnTo>
                  <a:lnTo>
                    <a:pt x="0" y="5124"/>
                  </a:lnTo>
                  <a:lnTo>
                    <a:pt x="23" y="2889"/>
                  </a:lnTo>
                  <a:lnTo>
                    <a:pt x="342" y="1386"/>
                  </a:lnTo>
                  <a:lnTo>
                    <a:pt x="729" y="864"/>
                  </a:lnTo>
                  <a:lnTo>
                    <a:pt x="1596" y="327"/>
                  </a:lnTo>
                  <a:lnTo>
                    <a:pt x="3292" y="0"/>
                  </a:lnTo>
                  <a:lnTo>
                    <a:pt x="4904" y="187"/>
                  </a:lnTo>
                  <a:lnTo>
                    <a:pt x="7328" y="786"/>
                  </a:lnTo>
                  <a:lnTo>
                    <a:pt x="9739" y="1781"/>
                  </a:lnTo>
                  <a:lnTo>
                    <a:pt x="12940" y="4833"/>
                  </a:lnTo>
                  <a:lnTo>
                    <a:pt x="14089" y="6289"/>
                  </a:lnTo>
                  <a:lnTo>
                    <a:pt x="14332" y="8180"/>
                  </a:lnTo>
                  <a:lnTo>
                    <a:pt x="14328" y="9338"/>
                  </a:lnTo>
                  <a:lnTo>
                    <a:pt x="14161" y="10182"/>
                  </a:lnTo>
                  <a:lnTo>
                    <a:pt x="13828" y="107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1803158" y="1336502"/>
              <a:ext cx="15501" cy="18628"/>
            </a:xfrm>
            <a:custGeom>
              <a:avLst/>
              <a:pathLst>
                <a:path w="15501" h="18628">
                  <a:moveTo>
                    <a:pt x="14496" y="18103"/>
                  </a:moveTo>
                  <a:lnTo>
                    <a:pt x="13023" y="18628"/>
                  </a:lnTo>
                  <a:lnTo>
                    <a:pt x="10099" y="17427"/>
                  </a:lnTo>
                  <a:lnTo>
                    <a:pt x="8181" y="16911"/>
                  </a:lnTo>
                  <a:lnTo>
                    <a:pt x="6596" y="14778"/>
                  </a:lnTo>
                  <a:lnTo>
                    <a:pt x="4900" y="11871"/>
                  </a:lnTo>
                  <a:lnTo>
                    <a:pt x="3566" y="8658"/>
                  </a:lnTo>
                  <a:lnTo>
                    <a:pt x="3065" y="6766"/>
                  </a:lnTo>
                  <a:lnTo>
                    <a:pt x="2095" y="5642"/>
                  </a:lnTo>
                  <a:lnTo>
                    <a:pt x="1758" y="3778"/>
                  </a:lnTo>
                  <a:lnTo>
                    <a:pt x="0" y="857"/>
                  </a:lnTo>
                  <a:lnTo>
                    <a:pt x="293" y="430"/>
                  </a:lnTo>
                  <a:lnTo>
                    <a:pt x="1952" y="0"/>
                  </a:lnTo>
                  <a:lnTo>
                    <a:pt x="4597" y="543"/>
                  </a:lnTo>
                  <a:lnTo>
                    <a:pt x="5864" y="1579"/>
                  </a:lnTo>
                  <a:lnTo>
                    <a:pt x="7464" y="3318"/>
                  </a:lnTo>
                  <a:lnTo>
                    <a:pt x="9538" y="6090"/>
                  </a:lnTo>
                  <a:lnTo>
                    <a:pt x="10179" y="7318"/>
                  </a:lnTo>
                  <a:lnTo>
                    <a:pt x="10304" y="9004"/>
                  </a:lnTo>
                  <a:lnTo>
                    <a:pt x="10678" y="9919"/>
                  </a:lnTo>
                  <a:lnTo>
                    <a:pt x="12458" y="10081"/>
                  </a:lnTo>
                  <a:lnTo>
                    <a:pt x="14650" y="12311"/>
                  </a:lnTo>
                  <a:lnTo>
                    <a:pt x="15048" y="13174"/>
                  </a:lnTo>
                  <a:lnTo>
                    <a:pt x="15501" y="14930"/>
                  </a:lnTo>
                  <a:lnTo>
                    <a:pt x="15469" y="15767"/>
                  </a:lnTo>
                  <a:lnTo>
                    <a:pt x="15119" y="174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1897271" y="1335391"/>
              <a:ext cx="30262" cy="10039"/>
            </a:xfrm>
            <a:custGeom>
              <a:avLst/>
              <a:pathLst>
                <a:path w="30262" h="10039">
                  <a:moveTo>
                    <a:pt x="7616" y="0"/>
                  </a:moveTo>
                  <a:lnTo>
                    <a:pt x="10032" y="1128"/>
                  </a:lnTo>
                  <a:lnTo>
                    <a:pt x="12658" y="529"/>
                  </a:lnTo>
                  <a:lnTo>
                    <a:pt x="15476" y="466"/>
                  </a:lnTo>
                  <a:lnTo>
                    <a:pt x="21744" y="947"/>
                  </a:lnTo>
                  <a:lnTo>
                    <a:pt x="25896" y="627"/>
                  </a:lnTo>
                  <a:lnTo>
                    <a:pt x="26971" y="818"/>
                  </a:lnTo>
                  <a:lnTo>
                    <a:pt x="28606" y="1542"/>
                  </a:lnTo>
                  <a:lnTo>
                    <a:pt x="29474" y="2416"/>
                  </a:lnTo>
                  <a:lnTo>
                    <a:pt x="30262" y="3895"/>
                  </a:lnTo>
                  <a:lnTo>
                    <a:pt x="28239" y="4795"/>
                  </a:lnTo>
                  <a:lnTo>
                    <a:pt x="26505" y="9384"/>
                  </a:lnTo>
                  <a:lnTo>
                    <a:pt x="26270" y="9613"/>
                  </a:lnTo>
                  <a:lnTo>
                    <a:pt x="24384" y="9675"/>
                  </a:lnTo>
                  <a:lnTo>
                    <a:pt x="23461" y="10039"/>
                  </a:lnTo>
                  <a:lnTo>
                    <a:pt x="17954" y="9389"/>
                  </a:lnTo>
                  <a:lnTo>
                    <a:pt x="2783" y="9097"/>
                  </a:lnTo>
                  <a:lnTo>
                    <a:pt x="2119" y="8525"/>
                  </a:lnTo>
                  <a:lnTo>
                    <a:pt x="122" y="5834"/>
                  </a:lnTo>
                  <a:lnTo>
                    <a:pt x="0" y="4770"/>
                  </a:lnTo>
                  <a:lnTo>
                    <a:pt x="360" y="3529"/>
                  </a:lnTo>
                  <a:lnTo>
                    <a:pt x="788" y="2702"/>
                  </a:lnTo>
                  <a:lnTo>
                    <a:pt x="1284" y="2294"/>
                  </a:lnTo>
                  <a:lnTo>
                    <a:pt x="5697" y="28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1837681" y="1332211"/>
              <a:ext cx="14160" cy="6272"/>
            </a:xfrm>
            <a:custGeom>
              <a:avLst/>
              <a:pathLst>
                <a:path w="14160" h="6272">
                  <a:moveTo>
                    <a:pt x="7513" y="5999"/>
                  </a:moveTo>
                  <a:lnTo>
                    <a:pt x="6191" y="6272"/>
                  </a:lnTo>
                  <a:lnTo>
                    <a:pt x="3799" y="6129"/>
                  </a:lnTo>
                  <a:lnTo>
                    <a:pt x="934" y="5067"/>
                  </a:lnTo>
                  <a:lnTo>
                    <a:pt x="161" y="3825"/>
                  </a:lnTo>
                  <a:lnTo>
                    <a:pt x="0" y="1859"/>
                  </a:lnTo>
                  <a:lnTo>
                    <a:pt x="33" y="771"/>
                  </a:lnTo>
                  <a:lnTo>
                    <a:pt x="262" y="561"/>
                  </a:lnTo>
                  <a:lnTo>
                    <a:pt x="2036" y="303"/>
                  </a:lnTo>
                  <a:lnTo>
                    <a:pt x="5356" y="0"/>
                  </a:lnTo>
                  <a:lnTo>
                    <a:pt x="8033" y="222"/>
                  </a:lnTo>
                  <a:lnTo>
                    <a:pt x="11084" y="1343"/>
                  </a:lnTo>
                  <a:lnTo>
                    <a:pt x="12323" y="2063"/>
                  </a:lnTo>
                  <a:lnTo>
                    <a:pt x="12954" y="2571"/>
                  </a:lnTo>
                  <a:lnTo>
                    <a:pt x="13736" y="3598"/>
                  </a:lnTo>
                  <a:lnTo>
                    <a:pt x="13992" y="4052"/>
                  </a:lnTo>
                  <a:lnTo>
                    <a:pt x="14160" y="4860"/>
                  </a:lnTo>
                  <a:lnTo>
                    <a:pt x="10357" y="5039"/>
                  </a:lnTo>
                  <a:lnTo>
                    <a:pt x="8560" y="535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1716989" y="1326953"/>
              <a:ext cx="13569" cy="10544"/>
            </a:xfrm>
            <a:custGeom>
              <a:avLst/>
              <a:pathLst>
                <a:path w="13569" h="10544">
                  <a:moveTo>
                    <a:pt x="11506" y="9541"/>
                  </a:moveTo>
                  <a:lnTo>
                    <a:pt x="8877" y="10544"/>
                  </a:lnTo>
                  <a:lnTo>
                    <a:pt x="7134" y="10520"/>
                  </a:lnTo>
                  <a:lnTo>
                    <a:pt x="4047" y="9107"/>
                  </a:lnTo>
                  <a:lnTo>
                    <a:pt x="470" y="4790"/>
                  </a:lnTo>
                  <a:lnTo>
                    <a:pt x="0" y="3250"/>
                  </a:lnTo>
                  <a:lnTo>
                    <a:pt x="1335" y="2973"/>
                  </a:lnTo>
                  <a:lnTo>
                    <a:pt x="2305" y="2500"/>
                  </a:lnTo>
                  <a:lnTo>
                    <a:pt x="2911" y="1832"/>
                  </a:lnTo>
                  <a:lnTo>
                    <a:pt x="4061" y="1099"/>
                  </a:lnTo>
                  <a:lnTo>
                    <a:pt x="6719" y="0"/>
                  </a:lnTo>
                  <a:lnTo>
                    <a:pt x="7041" y="424"/>
                  </a:lnTo>
                  <a:lnTo>
                    <a:pt x="6984" y="1324"/>
                  </a:lnTo>
                  <a:lnTo>
                    <a:pt x="7205" y="2164"/>
                  </a:lnTo>
                  <a:lnTo>
                    <a:pt x="8156" y="2343"/>
                  </a:lnTo>
                  <a:lnTo>
                    <a:pt x="9057" y="2943"/>
                  </a:lnTo>
                  <a:lnTo>
                    <a:pt x="10878" y="4785"/>
                  </a:lnTo>
                  <a:lnTo>
                    <a:pt x="12126" y="5140"/>
                  </a:lnTo>
                  <a:lnTo>
                    <a:pt x="12574" y="5544"/>
                  </a:lnTo>
                  <a:lnTo>
                    <a:pt x="12811" y="6163"/>
                  </a:lnTo>
                  <a:lnTo>
                    <a:pt x="13569" y="7242"/>
                  </a:lnTo>
                  <a:lnTo>
                    <a:pt x="13554" y="7802"/>
                  </a:lnTo>
                  <a:lnTo>
                    <a:pt x="12531" y="891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1733773" y="1326194"/>
              <a:ext cx="35228" cy="22441"/>
            </a:xfrm>
            <a:custGeom>
              <a:avLst/>
              <a:pathLst>
                <a:path w="35228" h="22441">
                  <a:moveTo>
                    <a:pt x="27162" y="0"/>
                  </a:moveTo>
                  <a:lnTo>
                    <a:pt x="34864" y="708"/>
                  </a:lnTo>
                  <a:lnTo>
                    <a:pt x="35197" y="840"/>
                  </a:lnTo>
                  <a:lnTo>
                    <a:pt x="35228" y="1370"/>
                  </a:lnTo>
                  <a:lnTo>
                    <a:pt x="34648" y="3070"/>
                  </a:lnTo>
                  <a:lnTo>
                    <a:pt x="33760" y="4308"/>
                  </a:lnTo>
                  <a:lnTo>
                    <a:pt x="29647" y="5861"/>
                  </a:lnTo>
                  <a:lnTo>
                    <a:pt x="24344" y="7268"/>
                  </a:lnTo>
                  <a:lnTo>
                    <a:pt x="23244" y="7951"/>
                  </a:lnTo>
                  <a:lnTo>
                    <a:pt x="23331" y="8358"/>
                  </a:lnTo>
                  <a:lnTo>
                    <a:pt x="23763" y="8865"/>
                  </a:lnTo>
                  <a:lnTo>
                    <a:pt x="24649" y="9508"/>
                  </a:lnTo>
                  <a:lnTo>
                    <a:pt x="28756" y="9362"/>
                  </a:lnTo>
                  <a:lnTo>
                    <a:pt x="29746" y="9639"/>
                  </a:lnTo>
                  <a:lnTo>
                    <a:pt x="30097" y="10054"/>
                  </a:lnTo>
                  <a:lnTo>
                    <a:pt x="30307" y="10662"/>
                  </a:lnTo>
                  <a:lnTo>
                    <a:pt x="30435" y="11454"/>
                  </a:lnTo>
                  <a:lnTo>
                    <a:pt x="30442" y="14139"/>
                  </a:lnTo>
                  <a:lnTo>
                    <a:pt x="30225" y="15693"/>
                  </a:lnTo>
                  <a:lnTo>
                    <a:pt x="29657" y="17100"/>
                  </a:lnTo>
                  <a:lnTo>
                    <a:pt x="27994" y="18101"/>
                  </a:lnTo>
                  <a:lnTo>
                    <a:pt x="25001" y="19423"/>
                  </a:lnTo>
                  <a:lnTo>
                    <a:pt x="22971" y="20011"/>
                  </a:lnTo>
                  <a:lnTo>
                    <a:pt x="21371" y="19799"/>
                  </a:lnTo>
                  <a:lnTo>
                    <a:pt x="19777" y="19936"/>
                  </a:lnTo>
                  <a:lnTo>
                    <a:pt x="12800" y="22428"/>
                  </a:lnTo>
                  <a:lnTo>
                    <a:pt x="10641" y="22441"/>
                  </a:lnTo>
                  <a:lnTo>
                    <a:pt x="8756" y="21839"/>
                  </a:lnTo>
                  <a:lnTo>
                    <a:pt x="6149" y="19488"/>
                  </a:lnTo>
                  <a:lnTo>
                    <a:pt x="3439" y="18564"/>
                  </a:lnTo>
                  <a:lnTo>
                    <a:pt x="2282" y="17507"/>
                  </a:lnTo>
                  <a:lnTo>
                    <a:pt x="1144" y="16929"/>
                  </a:lnTo>
                  <a:lnTo>
                    <a:pt x="829" y="16085"/>
                  </a:lnTo>
                  <a:lnTo>
                    <a:pt x="720" y="15455"/>
                  </a:lnTo>
                  <a:lnTo>
                    <a:pt x="911" y="14876"/>
                  </a:lnTo>
                  <a:lnTo>
                    <a:pt x="1403" y="14351"/>
                  </a:lnTo>
                  <a:lnTo>
                    <a:pt x="1564" y="13905"/>
                  </a:lnTo>
                  <a:lnTo>
                    <a:pt x="1112" y="12610"/>
                  </a:lnTo>
                  <a:lnTo>
                    <a:pt x="903" y="11373"/>
                  </a:lnTo>
                  <a:lnTo>
                    <a:pt x="116" y="9597"/>
                  </a:lnTo>
                  <a:lnTo>
                    <a:pt x="0" y="8574"/>
                  </a:lnTo>
                  <a:lnTo>
                    <a:pt x="4" y="7906"/>
                  </a:lnTo>
                  <a:lnTo>
                    <a:pt x="135" y="7185"/>
                  </a:lnTo>
                  <a:lnTo>
                    <a:pt x="656" y="5900"/>
                  </a:lnTo>
                  <a:lnTo>
                    <a:pt x="926" y="5639"/>
                  </a:lnTo>
                  <a:lnTo>
                    <a:pt x="2516" y="5439"/>
                  </a:lnTo>
                  <a:lnTo>
                    <a:pt x="4604" y="4775"/>
                  </a:lnTo>
                  <a:lnTo>
                    <a:pt x="9410" y="2849"/>
                  </a:lnTo>
                  <a:lnTo>
                    <a:pt x="19966" y="445"/>
                  </a:lnTo>
                  <a:lnTo>
                    <a:pt x="23170" y="667"/>
                  </a:lnTo>
                  <a:lnTo>
                    <a:pt x="24573" y="1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1830005" y="1321230"/>
              <a:ext cx="4665" cy="4280"/>
            </a:xfrm>
            <a:custGeom>
              <a:avLst/>
              <a:pathLst>
                <a:path w="4665" h="4280">
                  <a:moveTo>
                    <a:pt x="2597" y="3687"/>
                  </a:moveTo>
                  <a:lnTo>
                    <a:pt x="1493" y="4280"/>
                  </a:lnTo>
                  <a:lnTo>
                    <a:pt x="205" y="3933"/>
                  </a:lnTo>
                  <a:lnTo>
                    <a:pt x="24" y="3563"/>
                  </a:lnTo>
                  <a:lnTo>
                    <a:pt x="0" y="3116"/>
                  </a:lnTo>
                  <a:lnTo>
                    <a:pt x="130" y="2592"/>
                  </a:lnTo>
                  <a:lnTo>
                    <a:pt x="1568" y="750"/>
                  </a:lnTo>
                  <a:lnTo>
                    <a:pt x="2886" y="118"/>
                  </a:lnTo>
                  <a:lnTo>
                    <a:pt x="3670" y="0"/>
                  </a:lnTo>
                  <a:lnTo>
                    <a:pt x="4307" y="626"/>
                  </a:lnTo>
                  <a:lnTo>
                    <a:pt x="4665" y="15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1733685" y="1306852"/>
              <a:ext cx="38036" cy="14275"/>
            </a:xfrm>
            <a:custGeom>
              <a:avLst/>
              <a:pathLst>
                <a:path w="38036" h="14275">
                  <a:moveTo>
                    <a:pt x="33423" y="3174"/>
                  </a:moveTo>
                  <a:lnTo>
                    <a:pt x="35105" y="4896"/>
                  </a:lnTo>
                  <a:lnTo>
                    <a:pt x="35683" y="4862"/>
                  </a:lnTo>
                  <a:lnTo>
                    <a:pt x="36420" y="5181"/>
                  </a:lnTo>
                  <a:lnTo>
                    <a:pt x="36775" y="5632"/>
                  </a:lnTo>
                  <a:lnTo>
                    <a:pt x="37785" y="7828"/>
                  </a:lnTo>
                  <a:lnTo>
                    <a:pt x="37978" y="8918"/>
                  </a:lnTo>
                  <a:lnTo>
                    <a:pt x="38036" y="10323"/>
                  </a:lnTo>
                  <a:lnTo>
                    <a:pt x="37882" y="11499"/>
                  </a:lnTo>
                  <a:lnTo>
                    <a:pt x="37513" y="12444"/>
                  </a:lnTo>
                  <a:lnTo>
                    <a:pt x="36609" y="13043"/>
                  </a:lnTo>
                  <a:lnTo>
                    <a:pt x="34453" y="13416"/>
                  </a:lnTo>
                  <a:lnTo>
                    <a:pt x="31443" y="12853"/>
                  </a:lnTo>
                  <a:lnTo>
                    <a:pt x="28832" y="13581"/>
                  </a:lnTo>
                  <a:lnTo>
                    <a:pt x="27631" y="13676"/>
                  </a:lnTo>
                  <a:lnTo>
                    <a:pt x="24394" y="13210"/>
                  </a:lnTo>
                  <a:lnTo>
                    <a:pt x="23577" y="12868"/>
                  </a:lnTo>
                  <a:lnTo>
                    <a:pt x="21782" y="11529"/>
                  </a:lnTo>
                  <a:lnTo>
                    <a:pt x="20413" y="10978"/>
                  </a:lnTo>
                  <a:lnTo>
                    <a:pt x="19838" y="11272"/>
                  </a:lnTo>
                  <a:lnTo>
                    <a:pt x="19151" y="12447"/>
                  </a:lnTo>
                  <a:lnTo>
                    <a:pt x="17857" y="13901"/>
                  </a:lnTo>
                  <a:lnTo>
                    <a:pt x="17065" y="14275"/>
                  </a:lnTo>
                  <a:lnTo>
                    <a:pt x="14736" y="14031"/>
                  </a:lnTo>
                  <a:lnTo>
                    <a:pt x="11164" y="11575"/>
                  </a:lnTo>
                  <a:lnTo>
                    <a:pt x="7063" y="12301"/>
                  </a:lnTo>
                  <a:lnTo>
                    <a:pt x="2813" y="13737"/>
                  </a:lnTo>
                  <a:lnTo>
                    <a:pt x="1154" y="14006"/>
                  </a:lnTo>
                  <a:lnTo>
                    <a:pt x="668" y="13590"/>
                  </a:lnTo>
                  <a:lnTo>
                    <a:pt x="0" y="12512"/>
                  </a:lnTo>
                  <a:lnTo>
                    <a:pt x="104" y="11968"/>
                  </a:lnTo>
                  <a:lnTo>
                    <a:pt x="1371" y="10324"/>
                  </a:lnTo>
                  <a:lnTo>
                    <a:pt x="4198" y="8597"/>
                  </a:lnTo>
                  <a:lnTo>
                    <a:pt x="6265" y="7623"/>
                  </a:lnTo>
                  <a:lnTo>
                    <a:pt x="10368" y="6205"/>
                  </a:lnTo>
                  <a:lnTo>
                    <a:pt x="15226" y="5410"/>
                  </a:lnTo>
                  <a:lnTo>
                    <a:pt x="17042" y="4567"/>
                  </a:lnTo>
                  <a:lnTo>
                    <a:pt x="18191" y="3361"/>
                  </a:lnTo>
                  <a:lnTo>
                    <a:pt x="21352" y="1460"/>
                  </a:lnTo>
                  <a:lnTo>
                    <a:pt x="23216" y="672"/>
                  </a:lnTo>
                  <a:lnTo>
                    <a:pt x="25711" y="0"/>
                  </a:lnTo>
                  <a:lnTo>
                    <a:pt x="27733" y="34"/>
                  </a:lnTo>
                  <a:lnTo>
                    <a:pt x="30303" y="1577"/>
                  </a:lnTo>
                  <a:lnTo>
                    <a:pt x="32222" y="23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1877427" y="1305451"/>
              <a:ext cx="33202" cy="29526"/>
            </a:xfrm>
            <a:custGeom>
              <a:avLst/>
              <a:pathLst>
                <a:path w="33202" h="29526">
                  <a:moveTo>
                    <a:pt x="20537" y="8094"/>
                  </a:moveTo>
                  <a:lnTo>
                    <a:pt x="22807" y="8867"/>
                  </a:lnTo>
                  <a:lnTo>
                    <a:pt x="26722" y="8528"/>
                  </a:lnTo>
                  <a:lnTo>
                    <a:pt x="28147" y="9091"/>
                  </a:lnTo>
                  <a:lnTo>
                    <a:pt x="31817" y="11079"/>
                  </a:lnTo>
                  <a:lnTo>
                    <a:pt x="32931" y="12254"/>
                  </a:lnTo>
                  <a:lnTo>
                    <a:pt x="33196" y="13141"/>
                  </a:lnTo>
                  <a:lnTo>
                    <a:pt x="33202" y="13592"/>
                  </a:lnTo>
                  <a:lnTo>
                    <a:pt x="31984" y="14556"/>
                  </a:lnTo>
                  <a:lnTo>
                    <a:pt x="29542" y="16032"/>
                  </a:lnTo>
                  <a:lnTo>
                    <a:pt x="28952" y="17143"/>
                  </a:lnTo>
                  <a:lnTo>
                    <a:pt x="31129" y="18531"/>
                  </a:lnTo>
                  <a:lnTo>
                    <a:pt x="32234" y="19766"/>
                  </a:lnTo>
                  <a:lnTo>
                    <a:pt x="32732" y="20649"/>
                  </a:lnTo>
                  <a:lnTo>
                    <a:pt x="32749" y="21558"/>
                  </a:lnTo>
                  <a:lnTo>
                    <a:pt x="31281" y="24011"/>
                  </a:lnTo>
                  <a:lnTo>
                    <a:pt x="30203" y="24734"/>
                  </a:lnTo>
                  <a:lnTo>
                    <a:pt x="28555" y="24656"/>
                  </a:lnTo>
                  <a:lnTo>
                    <a:pt x="27776" y="24880"/>
                  </a:lnTo>
                  <a:lnTo>
                    <a:pt x="25668" y="26025"/>
                  </a:lnTo>
                  <a:lnTo>
                    <a:pt x="22392" y="27121"/>
                  </a:lnTo>
                  <a:lnTo>
                    <a:pt x="17919" y="27571"/>
                  </a:lnTo>
                  <a:lnTo>
                    <a:pt x="16706" y="28246"/>
                  </a:lnTo>
                  <a:lnTo>
                    <a:pt x="14486" y="29351"/>
                  </a:lnTo>
                  <a:lnTo>
                    <a:pt x="12989" y="29526"/>
                  </a:lnTo>
                  <a:lnTo>
                    <a:pt x="12501" y="28892"/>
                  </a:lnTo>
                  <a:lnTo>
                    <a:pt x="12276" y="27957"/>
                  </a:lnTo>
                  <a:lnTo>
                    <a:pt x="12390" y="27311"/>
                  </a:lnTo>
                  <a:lnTo>
                    <a:pt x="12706" y="26509"/>
                  </a:lnTo>
                  <a:lnTo>
                    <a:pt x="11993" y="25758"/>
                  </a:lnTo>
                  <a:lnTo>
                    <a:pt x="8788" y="24317"/>
                  </a:lnTo>
                  <a:lnTo>
                    <a:pt x="6921" y="22308"/>
                  </a:lnTo>
                  <a:lnTo>
                    <a:pt x="6656" y="21677"/>
                  </a:lnTo>
                  <a:lnTo>
                    <a:pt x="6562" y="21115"/>
                  </a:lnTo>
                  <a:lnTo>
                    <a:pt x="10711" y="20743"/>
                  </a:lnTo>
                  <a:lnTo>
                    <a:pt x="12496" y="20338"/>
                  </a:lnTo>
                  <a:lnTo>
                    <a:pt x="13290" y="19686"/>
                  </a:lnTo>
                  <a:lnTo>
                    <a:pt x="13422" y="19306"/>
                  </a:lnTo>
                  <a:lnTo>
                    <a:pt x="12627" y="19141"/>
                  </a:lnTo>
                  <a:lnTo>
                    <a:pt x="9784" y="17788"/>
                  </a:lnTo>
                  <a:lnTo>
                    <a:pt x="5016" y="16979"/>
                  </a:lnTo>
                  <a:lnTo>
                    <a:pt x="4788" y="16041"/>
                  </a:lnTo>
                  <a:lnTo>
                    <a:pt x="2800" y="14162"/>
                  </a:lnTo>
                  <a:lnTo>
                    <a:pt x="2610" y="12378"/>
                  </a:lnTo>
                  <a:lnTo>
                    <a:pt x="2177" y="11884"/>
                  </a:lnTo>
                  <a:lnTo>
                    <a:pt x="825" y="11109"/>
                  </a:lnTo>
                  <a:lnTo>
                    <a:pt x="626" y="10854"/>
                  </a:lnTo>
                  <a:lnTo>
                    <a:pt x="225" y="9703"/>
                  </a:lnTo>
                  <a:lnTo>
                    <a:pt x="164" y="9074"/>
                  </a:lnTo>
                  <a:lnTo>
                    <a:pt x="242" y="8502"/>
                  </a:lnTo>
                  <a:lnTo>
                    <a:pt x="2696" y="7295"/>
                  </a:lnTo>
                  <a:lnTo>
                    <a:pt x="2353" y="6458"/>
                  </a:lnTo>
                  <a:lnTo>
                    <a:pt x="489" y="3334"/>
                  </a:lnTo>
                  <a:lnTo>
                    <a:pt x="0" y="1595"/>
                  </a:lnTo>
                  <a:lnTo>
                    <a:pt x="78" y="936"/>
                  </a:lnTo>
                  <a:lnTo>
                    <a:pt x="1237" y="20"/>
                  </a:lnTo>
                  <a:lnTo>
                    <a:pt x="2864" y="0"/>
                  </a:lnTo>
                  <a:lnTo>
                    <a:pt x="7161" y="278"/>
                  </a:lnTo>
                  <a:lnTo>
                    <a:pt x="9214" y="659"/>
                  </a:lnTo>
                  <a:lnTo>
                    <a:pt x="11262" y="1405"/>
                  </a:lnTo>
                  <a:lnTo>
                    <a:pt x="13507" y="2510"/>
                  </a:lnTo>
                  <a:lnTo>
                    <a:pt x="16860" y="3490"/>
                  </a:lnTo>
                  <a:lnTo>
                    <a:pt x="17934" y="4138"/>
                  </a:lnTo>
                  <a:lnTo>
                    <a:pt x="19953" y="6201"/>
                  </a:lnTo>
                  <a:lnTo>
                    <a:pt x="20171" y="6856"/>
                  </a:lnTo>
                  <a:lnTo>
                    <a:pt x="20037" y="75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1807830" y="1289293"/>
              <a:ext cx="63263" cy="46044"/>
            </a:xfrm>
            <a:custGeom>
              <a:avLst/>
              <a:pathLst>
                <a:path w="63263" h="46044">
                  <a:moveTo>
                    <a:pt x="20709" y="1076"/>
                  </a:moveTo>
                  <a:lnTo>
                    <a:pt x="22962" y="1676"/>
                  </a:lnTo>
                  <a:lnTo>
                    <a:pt x="25628" y="3573"/>
                  </a:lnTo>
                  <a:lnTo>
                    <a:pt x="28147" y="7595"/>
                  </a:lnTo>
                  <a:lnTo>
                    <a:pt x="28275" y="8110"/>
                  </a:lnTo>
                  <a:lnTo>
                    <a:pt x="28288" y="8778"/>
                  </a:lnTo>
                  <a:lnTo>
                    <a:pt x="28187" y="9600"/>
                  </a:lnTo>
                  <a:lnTo>
                    <a:pt x="27853" y="10668"/>
                  </a:lnTo>
                  <a:lnTo>
                    <a:pt x="27395" y="11308"/>
                  </a:lnTo>
                  <a:lnTo>
                    <a:pt x="28692" y="12087"/>
                  </a:lnTo>
                  <a:lnTo>
                    <a:pt x="28835" y="12467"/>
                  </a:lnTo>
                  <a:lnTo>
                    <a:pt x="28719" y="13330"/>
                  </a:lnTo>
                  <a:lnTo>
                    <a:pt x="28879" y="13966"/>
                  </a:lnTo>
                  <a:lnTo>
                    <a:pt x="29663" y="13337"/>
                  </a:lnTo>
                  <a:lnTo>
                    <a:pt x="30334" y="12376"/>
                  </a:lnTo>
                  <a:lnTo>
                    <a:pt x="30502" y="11759"/>
                  </a:lnTo>
                  <a:lnTo>
                    <a:pt x="30638" y="10098"/>
                  </a:lnTo>
                  <a:lnTo>
                    <a:pt x="32605" y="9268"/>
                  </a:lnTo>
                  <a:lnTo>
                    <a:pt x="34672" y="8062"/>
                  </a:lnTo>
                  <a:lnTo>
                    <a:pt x="35643" y="7791"/>
                  </a:lnTo>
                  <a:lnTo>
                    <a:pt x="37267" y="8071"/>
                  </a:lnTo>
                  <a:lnTo>
                    <a:pt x="41157" y="10929"/>
                  </a:lnTo>
                  <a:lnTo>
                    <a:pt x="42642" y="11203"/>
                  </a:lnTo>
                  <a:lnTo>
                    <a:pt x="43181" y="11539"/>
                  </a:lnTo>
                  <a:lnTo>
                    <a:pt x="43675" y="12204"/>
                  </a:lnTo>
                  <a:lnTo>
                    <a:pt x="43708" y="12923"/>
                  </a:lnTo>
                  <a:lnTo>
                    <a:pt x="42917" y="14589"/>
                  </a:lnTo>
                  <a:lnTo>
                    <a:pt x="42614" y="15604"/>
                  </a:lnTo>
                  <a:lnTo>
                    <a:pt x="42800" y="16263"/>
                  </a:lnTo>
                  <a:lnTo>
                    <a:pt x="44830" y="16817"/>
                  </a:lnTo>
                  <a:lnTo>
                    <a:pt x="49459" y="15712"/>
                  </a:lnTo>
                  <a:lnTo>
                    <a:pt x="53504" y="18421"/>
                  </a:lnTo>
                  <a:lnTo>
                    <a:pt x="55743" y="21642"/>
                  </a:lnTo>
                  <a:lnTo>
                    <a:pt x="57400" y="22723"/>
                  </a:lnTo>
                  <a:lnTo>
                    <a:pt x="57663" y="23307"/>
                  </a:lnTo>
                  <a:lnTo>
                    <a:pt x="57192" y="23857"/>
                  </a:lnTo>
                  <a:lnTo>
                    <a:pt x="56720" y="25369"/>
                  </a:lnTo>
                  <a:lnTo>
                    <a:pt x="55392" y="26496"/>
                  </a:lnTo>
                  <a:lnTo>
                    <a:pt x="55109" y="27002"/>
                  </a:lnTo>
                  <a:lnTo>
                    <a:pt x="55817" y="28340"/>
                  </a:lnTo>
                  <a:lnTo>
                    <a:pt x="55870" y="29179"/>
                  </a:lnTo>
                  <a:lnTo>
                    <a:pt x="55778" y="30345"/>
                  </a:lnTo>
                  <a:lnTo>
                    <a:pt x="56036" y="30999"/>
                  </a:lnTo>
                  <a:lnTo>
                    <a:pt x="57852" y="31697"/>
                  </a:lnTo>
                  <a:lnTo>
                    <a:pt x="61995" y="36478"/>
                  </a:lnTo>
                  <a:lnTo>
                    <a:pt x="62748" y="37813"/>
                  </a:lnTo>
                  <a:lnTo>
                    <a:pt x="63215" y="39480"/>
                  </a:lnTo>
                  <a:lnTo>
                    <a:pt x="63263" y="40044"/>
                  </a:lnTo>
                  <a:lnTo>
                    <a:pt x="62671" y="40967"/>
                  </a:lnTo>
                  <a:lnTo>
                    <a:pt x="62025" y="43582"/>
                  </a:lnTo>
                  <a:lnTo>
                    <a:pt x="61659" y="44179"/>
                  </a:lnTo>
                  <a:lnTo>
                    <a:pt x="59978" y="44689"/>
                  </a:lnTo>
                  <a:lnTo>
                    <a:pt x="56922" y="45150"/>
                  </a:lnTo>
                  <a:lnTo>
                    <a:pt x="54069" y="46044"/>
                  </a:lnTo>
                  <a:lnTo>
                    <a:pt x="51005" y="44894"/>
                  </a:lnTo>
                  <a:lnTo>
                    <a:pt x="48012" y="43149"/>
                  </a:lnTo>
                  <a:lnTo>
                    <a:pt x="47106" y="42000"/>
                  </a:lnTo>
                  <a:lnTo>
                    <a:pt x="46359" y="40611"/>
                  </a:lnTo>
                  <a:lnTo>
                    <a:pt x="46164" y="40068"/>
                  </a:lnTo>
                  <a:lnTo>
                    <a:pt x="45863" y="37835"/>
                  </a:lnTo>
                  <a:lnTo>
                    <a:pt x="45703" y="37359"/>
                  </a:lnTo>
                  <a:lnTo>
                    <a:pt x="44439" y="36103"/>
                  </a:lnTo>
                  <a:lnTo>
                    <a:pt x="43319" y="34223"/>
                  </a:lnTo>
                  <a:lnTo>
                    <a:pt x="41167" y="34060"/>
                  </a:lnTo>
                  <a:lnTo>
                    <a:pt x="36057" y="32147"/>
                  </a:lnTo>
                  <a:lnTo>
                    <a:pt x="33870" y="31691"/>
                  </a:lnTo>
                  <a:lnTo>
                    <a:pt x="31683" y="31825"/>
                  </a:lnTo>
                  <a:lnTo>
                    <a:pt x="28583" y="32596"/>
                  </a:lnTo>
                  <a:lnTo>
                    <a:pt x="27999" y="32390"/>
                  </a:lnTo>
                  <a:lnTo>
                    <a:pt x="27470" y="31818"/>
                  </a:lnTo>
                  <a:lnTo>
                    <a:pt x="26996" y="30883"/>
                  </a:lnTo>
                  <a:lnTo>
                    <a:pt x="26878" y="30195"/>
                  </a:lnTo>
                  <a:lnTo>
                    <a:pt x="27387" y="28987"/>
                  </a:lnTo>
                  <a:lnTo>
                    <a:pt x="18294" y="30508"/>
                  </a:lnTo>
                  <a:lnTo>
                    <a:pt x="15704" y="32268"/>
                  </a:lnTo>
                  <a:lnTo>
                    <a:pt x="12074" y="31988"/>
                  </a:lnTo>
                  <a:lnTo>
                    <a:pt x="10262" y="31245"/>
                  </a:lnTo>
                  <a:lnTo>
                    <a:pt x="7850" y="29560"/>
                  </a:lnTo>
                  <a:lnTo>
                    <a:pt x="6737" y="28094"/>
                  </a:lnTo>
                  <a:lnTo>
                    <a:pt x="5717" y="26122"/>
                  </a:lnTo>
                  <a:lnTo>
                    <a:pt x="5620" y="24630"/>
                  </a:lnTo>
                  <a:lnTo>
                    <a:pt x="6446" y="23621"/>
                  </a:lnTo>
                  <a:lnTo>
                    <a:pt x="7306" y="23023"/>
                  </a:lnTo>
                  <a:lnTo>
                    <a:pt x="8201" y="22831"/>
                  </a:lnTo>
                  <a:lnTo>
                    <a:pt x="13134" y="24002"/>
                  </a:lnTo>
                  <a:lnTo>
                    <a:pt x="17456" y="24600"/>
                  </a:lnTo>
                  <a:lnTo>
                    <a:pt x="19320" y="23999"/>
                  </a:lnTo>
                  <a:lnTo>
                    <a:pt x="20165" y="22401"/>
                  </a:lnTo>
                  <a:lnTo>
                    <a:pt x="19152" y="21542"/>
                  </a:lnTo>
                  <a:lnTo>
                    <a:pt x="14990" y="21190"/>
                  </a:lnTo>
                  <a:lnTo>
                    <a:pt x="15878" y="20349"/>
                  </a:lnTo>
                  <a:lnTo>
                    <a:pt x="19395" y="19483"/>
                  </a:lnTo>
                  <a:lnTo>
                    <a:pt x="21232" y="18194"/>
                  </a:lnTo>
                  <a:lnTo>
                    <a:pt x="20878" y="17742"/>
                  </a:lnTo>
                  <a:lnTo>
                    <a:pt x="19821" y="17224"/>
                  </a:lnTo>
                  <a:lnTo>
                    <a:pt x="15107" y="17375"/>
                  </a:lnTo>
                  <a:lnTo>
                    <a:pt x="13412" y="16865"/>
                  </a:lnTo>
                  <a:lnTo>
                    <a:pt x="13320" y="16442"/>
                  </a:lnTo>
                  <a:lnTo>
                    <a:pt x="13701" y="15899"/>
                  </a:lnTo>
                  <a:lnTo>
                    <a:pt x="16386" y="13278"/>
                  </a:lnTo>
                  <a:lnTo>
                    <a:pt x="16276" y="12802"/>
                  </a:lnTo>
                  <a:lnTo>
                    <a:pt x="15121" y="11943"/>
                  </a:lnTo>
                  <a:lnTo>
                    <a:pt x="14107" y="10828"/>
                  </a:lnTo>
                  <a:lnTo>
                    <a:pt x="13730" y="10701"/>
                  </a:lnTo>
                  <a:lnTo>
                    <a:pt x="11395" y="11698"/>
                  </a:lnTo>
                  <a:lnTo>
                    <a:pt x="8115" y="15546"/>
                  </a:lnTo>
                  <a:lnTo>
                    <a:pt x="7332" y="16103"/>
                  </a:lnTo>
                  <a:lnTo>
                    <a:pt x="6582" y="16071"/>
                  </a:lnTo>
                  <a:lnTo>
                    <a:pt x="5863" y="15451"/>
                  </a:lnTo>
                  <a:lnTo>
                    <a:pt x="5870" y="14643"/>
                  </a:lnTo>
                  <a:lnTo>
                    <a:pt x="6602" y="13647"/>
                  </a:lnTo>
                  <a:lnTo>
                    <a:pt x="8122" y="10665"/>
                  </a:lnTo>
                  <a:lnTo>
                    <a:pt x="8011" y="9601"/>
                  </a:lnTo>
                  <a:lnTo>
                    <a:pt x="6525" y="8892"/>
                  </a:lnTo>
                  <a:lnTo>
                    <a:pt x="2609" y="9421"/>
                  </a:lnTo>
                  <a:lnTo>
                    <a:pt x="428" y="9441"/>
                  </a:lnTo>
                  <a:lnTo>
                    <a:pt x="90" y="8600"/>
                  </a:lnTo>
                  <a:lnTo>
                    <a:pt x="0" y="7027"/>
                  </a:lnTo>
                  <a:lnTo>
                    <a:pt x="87" y="5550"/>
                  </a:lnTo>
                  <a:lnTo>
                    <a:pt x="630" y="3237"/>
                  </a:lnTo>
                  <a:lnTo>
                    <a:pt x="1389" y="1471"/>
                  </a:lnTo>
                  <a:lnTo>
                    <a:pt x="1850" y="841"/>
                  </a:lnTo>
                  <a:lnTo>
                    <a:pt x="7045" y="1213"/>
                  </a:lnTo>
                  <a:lnTo>
                    <a:pt x="15531" y="115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1860264" y="1265888"/>
              <a:ext cx="13046" cy="12411"/>
            </a:xfrm>
            <a:custGeom>
              <a:avLst/>
              <a:pathLst>
                <a:path w="13046" h="12411">
                  <a:moveTo>
                    <a:pt x="12828" y="4816"/>
                  </a:moveTo>
                  <a:lnTo>
                    <a:pt x="13046" y="8664"/>
                  </a:lnTo>
                  <a:lnTo>
                    <a:pt x="12846" y="10599"/>
                  </a:lnTo>
                  <a:lnTo>
                    <a:pt x="12357" y="12027"/>
                  </a:lnTo>
                  <a:lnTo>
                    <a:pt x="11928" y="12363"/>
                  </a:lnTo>
                  <a:lnTo>
                    <a:pt x="11351" y="12411"/>
                  </a:lnTo>
                  <a:lnTo>
                    <a:pt x="8725" y="11294"/>
                  </a:lnTo>
                  <a:lnTo>
                    <a:pt x="7924" y="10638"/>
                  </a:lnTo>
                  <a:lnTo>
                    <a:pt x="7881" y="10082"/>
                  </a:lnTo>
                  <a:lnTo>
                    <a:pt x="7623" y="8999"/>
                  </a:lnTo>
                  <a:lnTo>
                    <a:pt x="5868" y="7592"/>
                  </a:lnTo>
                  <a:lnTo>
                    <a:pt x="2581" y="7818"/>
                  </a:lnTo>
                  <a:lnTo>
                    <a:pt x="1212" y="7684"/>
                  </a:lnTo>
                  <a:lnTo>
                    <a:pt x="665" y="7264"/>
                  </a:lnTo>
                  <a:lnTo>
                    <a:pt x="322" y="6661"/>
                  </a:lnTo>
                  <a:lnTo>
                    <a:pt x="0" y="4220"/>
                  </a:lnTo>
                  <a:lnTo>
                    <a:pt x="54" y="3359"/>
                  </a:lnTo>
                  <a:lnTo>
                    <a:pt x="456" y="1861"/>
                  </a:lnTo>
                  <a:lnTo>
                    <a:pt x="699" y="1499"/>
                  </a:lnTo>
                  <a:lnTo>
                    <a:pt x="3107" y="117"/>
                  </a:lnTo>
                  <a:lnTo>
                    <a:pt x="3795" y="0"/>
                  </a:lnTo>
                  <a:lnTo>
                    <a:pt x="6740" y="522"/>
                  </a:lnTo>
                  <a:lnTo>
                    <a:pt x="9352" y="587"/>
                  </a:lnTo>
                  <a:lnTo>
                    <a:pt x="10665" y="974"/>
                  </a:lnTo>
                  <a:lnTo>
                    <a:pt x="11837" y="1841"/>
                  </a:lnTo>
                  <a:lnTo>
                    <a:pt x="12524" y="315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1892497" y="1229830"/>
              <a:ext cx="112778" cy="94986"/>
            </a:xfrm>
            <a:custGeom>
              <a:avLst/>
              <a:pathLst>
                <a:path w="112778" h="94986">
                  <a:moveTo>
                    <a:pt x="46988" y="6841"/>
                  </a:moveTo>
                  <a:lnTo>
                    <a:pt x="48243" y="9310"/>
                  </a:lnTo>
                  <a:lnTo>
                    <a:pt x="52882" y="15197"/>
                  </a:lnTo>
                  <a:lnTo>
                    <a:pt x="54983" y="17337"/>
                  </a:lnTo>
                  <a:lnTo>
                    <a:pt x="58550" y="19995"/>
                  </a:lnTo>
                  <a:lnTo>
                    <a:pt x="58994" y="20952"/>
                  </a:lnTo>
                  <a:lnTo>
                    <a:pt x="59035" y="21355"/>
                  </a:lnTo>
                  <a:lnTo>
                    <a:pt x="58933" y="22773"/>
                  </a:lnTo>
                  <a:lnTo>
                    <a:pt x="59950" y="23298"/>
                  </a:lnTo>
                  <a:lnTo>
                    <a:pt x="63023" y="24116"/>
                  </a:lnTo>
                  <a:lnTo>
                    <a:pt x="66443" y="25588"/>
                  </a:lnTo>
                  <a:lnTo>
                    <a:pt x="67059" y="25504"/>
                  </a:lnTo>
                  <a:lnTo>
                    <a:pt x="68251" y="24633"/>
                  </a:lnTo>
                  <a:lnTo>
                    <a:pt x="69684" y="24395"/>
                  </a:lnTo>
                  <a:lnTo>
                    <a:pt x="71565" y="24604"/>
                  </a:lnTo>
                  <a:lnTo>
                    <a:pt x="72464" y="25227"/>
                  </a:lnTo>
                  <a:lnTo>
                    <a:pt x="73124" y="26143"/>
                  </a:lnTo>
                  <a:lnTo>
                    <a:pt x="73399" y="26800"/>
                  </a:lnTo>
                  <a:lnTo>
                    <a:pt x="73439" y="27308"/>
                  </a:lnTo>
                  <a:lnTo>
                    <a:pt x="72764" y="28292"/>
                  </a:lnTo>
                  <a:lnTo>
                    <a:pt x="72839" y="28673"/>
                  </a:lnTo>
                  <a:lnTo>
                    <a:pt x="73242" y="29132"/>
                  </a:lnTo>
                  <a:lnTo>
                    <a:pt x="73313" y="29668"/>
                  </a:lnTo>
                  <a:lnTo>
                    <a:pt x="72636" y="31769"/>
                  </a:lnTo>
                  <a:lnTo>
                    <a:pt x="72822" y="32539"/>
                  </a:lnTo>
                  <a:lnTo>
                    <a:pt x="74544" y="34451"/>
                  </a:lnTo>
                  <a:lnTo>
                    <a:pt x="76100" y="35405"/>
                  </a:lnTo>
                  <a:lnTo>
                    <a:pt x="79175" y="36441"/>
                  </a:lnTo>
                  <a:lnTo>
                    <a:pt x="81177" y="36366"/>
                  </a:lnTo>
                  <a:lnTo>
                    <a:pt x="82421" y="37022"/>
                  </a:lnTo>
                  <a:lnTo>
                    <a:pt x="82450" y="36617"/>
                  </a:lnTo>
                  <a:lnTo>
                    <a:pt x="81887" y="35396"/>
                  </a:lnTo>
                  <a:lnTo>
                    <a:pt x="80682" y="33662"/>
                  </a:lnTo>
                  <a:lnTo>
                    <a:pt x="78454" y="32770"/>
                  </a:lnTo>
                  <a:lnTo>
                    <a:pt x="78130" y="31754"/>
                  </a:lnTo>
                  <a:lnTo>
                    <a:pt x="77965" y="30025"/>
                  </a:lnTo>
                  <a:lnTo>
                    <a:pt x="78155" y="28885"/>
                  </a:lnTo>
                  <a:lnTo>
                    <a:pt x="79297" y="27964"/>
                  </a:lnTo>
                  <a:lnTo>
                    <a:pt x="80263" y="27667"/>
                  </a:lnTo>
                  <a:lnTo>
                    <a:pt x="83138" y="27625"/>
                  </a:lnTo>
                  <a:lnTo>
                    <a:pt x="84727" y="28035"/>
                  </a:lnTo>
                  <a:lnTo>
                    <a:pt x="87467" y="29320"/>
                  </a:lnTo>
                  <a:lnTo>
                    <a:pt x="87750" y="30020"/>
                  </a:lnTo>
                  <a:lnTo>
                    <a:pt x="87897" y="31404"/>
                  </a:lnTo>
                  <a:lnTo>
                    <a:pt x="88012" y="34186"/>
                  </a:lnTo>
                  <a:lnTo>
                    <a:pt x="87943" y="34784"/>
                  </a:lnTo>
                  <a:lnTo>
                    <a:pt x="85601" y="36360"/>
                  </a:lnTo>
                  <a:lnTo>
                    <a:pt x="85089" y="37429"/>
                  </a:lnTo>
                  <a:lnTo>
                    <a:pt x="85682" y="37731"/>
                  </a:lnTo>
                  <a:lnTo>
                    <a:pt x="87694" y="37969"/>
                  </a:lnTo>
                  <a:lnTo>
                    <a:pt x="90798" y="38941"/>
                  </a:lnTo>
                  <a:lnTo>
                    <a:pt x="92014" y="39039"/>
                  </a:lnTo>
                  <a:lnTo>
                    <a:pt x="93224" y="41293"/>
                  </a:lnTo>
                  <a:lnTo>
                    <a:pt x="94175" y="43441"/>
                  </a:lnTo>
                  <a:lnTo>
                    <a:pt x="93480" y="46066"/>
                  </a:lnTo>
                  <a:lnTo>
                    <a:pt x="92569" y="50285"/>
                  </a:lnTo>
                  <a:lnTo>
                    <a:pt x="91839" y="51252"/>
                  </a:lnTo>
                  <a:lnTo>
                    <a:pt x="91119" y="52722"/>
                  </a:lnTo>
                  <a:lnTo>
                    <a:pt x="91621" y="52989"/>
                  </a:lnTo>
                  <a:lnTo>
                    <a:pt x="94675" y="52403"/>
                  </a:lnTo>
                  <a:lnTo>
                    <a:pt x="95292" y="52204"/>
                  </a:lnTo>
                  <a:lnTo>
                    <a:pt x="97332" y="50770"/>
                  </a:lnTo>
                  <a:lnTo>
                    <a:pt x="100330" y="51103"/>
                  </a:lnTo>
                  <a:lnTo>
                    <a:pt x="101337" y="51474"/>
                  </a:lnTo>
                  <a:lnTo>
                    <a:pt x="101835" y="51976"/>
                  </a:lnTo>
                  <a:lnTo>
                    <a:pt x="102747" y="53577"/>
                  </a:lnTo>
                  <a:lnTo>
                    <a:pt x="103502" y="55698"/>
                  </a:lnTo>
                  <a:lnTo>
                    <a:pt x="104060" y="55505"/>
                  </a:lnTo>
                  <a:lnTo>
                    <a:pt x="105455" y="52932"/>
                  </a:lnTo>
                  <a:lnTo>
                    <a:pt x="105964" y="52298"/>
                  </a:lnTo>
                  <a:lnTo>
                    <a:pt x="106660" y="51684"/>
                  </a:lnTo>
                  <a:lnTo>
                    <a:pt x="106955" y="51798"/>
                  </a:lnTo>
                  <a:lnTo>
                    <a:pt x="108364" y="54195"/>
                  </a:lnTo>
                  <a:lnTo>
                    <a:pt x="111495" y="58422"/>
                  </a:lnTo>
                  <a:lnTo>
                    <a:pt x="112570" y="60168"/>
                  </a:lnTo>
                  <a:lnTo>
                    <a:pt x="112778" y="61457"/>
                  </a:lnTo>
                  <a:lnTo>
                    <a:pt x="111440" y="62958"/>
                  </a:lnTo>
                  <a:lnTo>
                    <a:pt x="110397" y="63709"/>
                  </a:lnTo>
                  <a:lnTo>
                    <a:pt x="102689" y="66910"/>
                  </a:lnTo>
                  <a:lnTo>
                    <a:pt x="99238" y="68723"/>
                  </a:lnTo>
                  <a:lnTo>
                    <a:pt x="97519" y="70122"/>
                  </a:lnTo>
                  <a:lnTo>
                    <a:pt x="96640" y="70590"/>
                  </a:lnTo>
                  <a:lnTo>
                    <a:pt x="94788" y="70373"/>
                  </a:lnTo>
                  <a:lnTo>
                    <a:pt x="94368" y="70607"/>
                  </a:lnTo>
                  <a:lnTo>
                    <a:pt x="93798" y="72859"/>
                  </a:lnTo>
                  <a:lnTo>
                    <a:pt x="93184" y="73822"/>
                  </a:lnTo>
                  <a:lnTo>
                    <a:pt x="91588" y="75377"/>
                  </a:lnTo>
                  <a:lnTo>
                    <a:pt x="89354" y="78193"/>
                  </a:lnTo>
                  <a:lnTo>
                    <a:pt x="88021" y="79430"/>
                  </a:lnTo>
                  <a:lnTo>
                    <a:pt x="85674" y="78528"/>
                  </a:lnTo>
                  <a:lnTo>
                    <a:pt x="85089" y="77212"/>
                  </a:lnTo>
                  <a:lnTo>
                    <a:pt x="84763" y="74250"/>
                  </a:lnTo>
                  <a:lnTo>
                    <a:pt x="84720" y="73024"/>
                  </a:lnTo>
                  <a:lnTo>
                    <a:pt x="84793" y="72376"/>
                  </a:lnTo>
                  <a:lnTo>
                    <a:pt x="85087" y="71326"/>
                  </a:lnTo>
                  <a:lnTo>
                    <a:pt x="86104" y="68792"/>
                  </a:lnTo>
                  <a:lnTo>
                    <a:pt x="85983" y="68526"/>
                  </a:lnTo>
                  <a:lnTo>
                    <a:pt x="85512" y="68737"/>
                  </a:lnTo>
                  <a:lnTo>
                    <a:pt x="83956" y="70004"/>
                  </a:lnTo>
                  <a:lnTo>
                    <a:pt x="83342" y="70669"/>
                  </a:lnTo>
                  <a:lnTo>
                    <a:pt x="82768" y="71831"/>
                  </a:lnTo>
                  <a:lnTo>
                    <a:pt x="82514" y="73783"/>
                  </a:lnTo>
                  <a:lnTo>
                    <a:pt x="82741" y="77385"/>
                  </a:lnTo>
                  <a:lnTo>
                    <a:pt x="82519" y="78837"/>
                  </a:lnTo>
                  <a:lnTo>
                    <a:pt x="81903" y="79558"/>
                  </a:lnTo>
                  <a:lnTo>
                    <a:pt x="82152" y="80118"/>
                  </a:lnTo>
                  <a:lnTo>
                    <a:pt x="83987" y="80889"/>
                  </a:lnTo>
                  <a:lnTo>
                    <a:pt x="84312" y="81226"/>
                  </a:lnTo>
                  <a:lnTo>
                    <a:pt x="84516" y="81841"/>
                  </a:lnTo>
                  <a:lnTo>
                    <a:pt x="84596" y="82727"/>
                  </a:lnTo>
                  <a:lnTo>
                    <a:pt x="84507" y="83545"/>
                  </a:lnTo>
                  <a:lnTo>
                    <a:pt x="83956" y="84804"/>
                  </a:lnTo>
                  <a:lnTo>
                    <a:pt x="82924" y="85317"/>
                  </a:lnTo>
                  <a:lnTo>
                    <a:pt x="81607" y="84742"/>
                  </a:lnTo>
                  <a:lnTo>
                    <a:pt x="78760" y="81629"/>
                  </a:lnTo>
                  <a:lnTo>
                    <a:pt x="77524" y="81800"/>
                  </a:lnTo>
                  <a:lnTo>
                    <a:pt x="77213" y="82157"/>
                  </a:lnTo>
                  <a:lnTo>
                    <a:pt x="77479" y="83268"/>
                  </a:lnTo>
                  <a:lnTo>
                    <a:pt x="78353" y="85759"/>
                  </a:lnTo>
                  <a:lnTo>
                    <a:pt x="78512" y="87831"/>
                  </a:lnTo>
                  <a:lnTo>
                    <a:pt x="78109" y="89553"/>
                  </a:lnTo>
                  <a:lnTo>
                    <a:pt x="77296" y="92272"/>
                  </a:lnTo>
                  <a:lnTo>
                    <a:pt x="76738" y="93728"/>
                  </a:lnTo>
                  <a:lnTo>
                    <a:pt x="76436" y="93922"/>
                  </a:lnTo>
                  <a:lnTo>
                    <a:pt x="75021" y="93965"/>
                  </a:lnTo>
                  <a:lnTo>
                    <a:pt x="73809" y="93232"/>
                  </a:lnTo>
                  <a:lnTo>
                    <a:pt x="70210" y="88475"/>
                  </a:lnTo>
                  <a:lnTo>
                    <a:pt x="68429" y="86446"/>
                  </a:lnTo>
                  <a:lnTo>
                    <a:pt x="65824" y="82481"/>
                  </a:lnTo>
                  <a:lnTo>
                    <a:pt x="65160" y="81665"/>
                  </a:lnTo>
                  <a:lnTo>
                    <a:pt x="64758" y="81483"/>
                  </a:lnTo>
                  <a:lnTo>
                    <a:pt x="64381" y="83187"/>
                  </a:lnTo>
                  <a:lnTo>
                    <a:pt x="65105" y="84764"/>
                  </a:lnTo>
                  <a:lnTo>
                    <a:pt x="67449" y="88475"/>
                  </a:lnTo>
                  <a:lnTo>
                    <a:pt x="68848" y="91173"/>
                  </a:lnTo>
                  <a:lnTo>
                    <a:pt x="69856" y="93408"/>
                  </a:lnTo>
                  <a:lnTo>
                    <a:pt x="70020" y="94334"/>
                  </a:lnTo>
                  <a:lnTo>
                    <a:pt x="69675" y="94698"/>
                  </a:lnTo>
                  <a:lnTo>
                    <a:pt x="69158" y="94491"/>
                  </a:lnTo>
                  <a:lnTo>
                    <a:pt x="68469" y="93711"/>
                  </a:lnTo>
                  <a:lnTo>
                    <a:pt x="66336" y="92394"/>
                  </a:lnTo>
                  <a:lnTo>
                    <a:pt x="65450" y="91659"/>
                  </a:lnTo>
                  <a:lnTo>
                    <a:pt x="64871" y="90808"/>
                  </a:lnTo>
                  <a:lnTo>
                    <a:pt x="63807" y="90163"/>
                  </a:lnTo>
                  <a:lnTo>
                    <a:pt x="62258" y="89722"/>
                  </a:lnTo>
                  <a:lnTo>
                    <a:pt x="60702" y="89636"/>
                  </a:lnTo>
                  <a:lnTo>
                    <a:pt x="59139" y="89908"/>
                  </a:lnTo>
                  <a:lnTo>
                    <a:pt x="58843" y="90322"/>
                  </a:lnTo>
                  <a:lnTo>
                    <a:pt x="60605" y="91479"/>
                  </a:lnTo>
                  <a:lnTo>
                    <a:pt x="61218" y="92125"/>
                  </a:lnTo>
                  <a:lnTo>
                    <a:pt x="61674" y="92951"/>
                  </a:lnTo>
                  <a:lnTo>
                    <a:pt x="61974" y="93955"/>
                  </a:lnTo>
                  <a:lnTo>
                    <a:pt x="61395" y="94590"/>
                  </a:lnTo>
                  <a:lnTo>
                    <a:pt x="59208" y="94986"/>
                  </a:lnTo>
                  <a:lnTo>
                    <a:pt x="56289" y="94734"/>
                  </a:lnTo>
                  <a:lnTo>
                    <a:pt x="51564" y="93860"/>
                  </a:lnTo>
                  <a:lnTo>
                    <a:pt x="46857" y="92415"/>
                  </a:lnTo>
                  <a:lnTo>
                    <a:pt x="42511" y="90169"/>
                  </a:lnTo>
                  <a:lnTo>
                    <a:pt x="39367" y="87916"/>
                  </a:lnTo>
                  <a:lnTo>
                    <a:pt x="38124" y="86716"/>
                  </a:lnTo>
                  <a:lnTo>
                    <a:pt x="37733" y="85818"/>
                  </a:lnTo>
                  <a:lnTo>
                    <a:pt x="38912" y="85034"/>
                  </a:lnTo>
                  <a:lnTo>
                    <a:pt x="43035" y="84025"/>
                  </a:lnTo>
                  <a:lnTo>
                    <a:pt x="47168" y="83379"/>
                  </a:lnTo>
                  <a:lnTo>
                    <a:pt x="46513" y="82816"/>
                  </a:lnTo>
                  <a:lnTo>
                    <a:pt x="39009" y="81536"/>
                  </a:lnTo>
                  <a:lnTo>
                    <a:pt x="36538" y="81303"/>
                  </a:lnTo>
                  <a:lnTo>
                    <a:pt x="35223" y="81639"/>
                  </a:lnTo>
                  <a:lnTo>
                    <a:pt x="33711" y="81440"/>
                  </a:lnTo>
                  <a:lnTo>
                    <a:pt x="32530" y="80424"/>
                  </a:lnTo>
                  <a:lnTo>
                    <a:pt x="30967" y="78499"/>
                  </a:lnTo>
                  <a:lnTo>
                    <a:pt x="30175" y="77225"/>
                  </a:lnTo>
                  <a:lnTo>
                    <a:pt x="30282" y="76728"/>
                  </a:lnTo>
                  <a:lnTo>
                    <a:pt x="30877" y="76445"/>
                  </a:lnTo>
                  <a:lnTo>
                    <a:pt x="34271" y="76686"/>
                  </a:lnTo>
                  <a:lnTo>
                    <a:pt x="34737" y="76495"/>
                  </a:lnTo>
                  <a:lnTo>
                    <a:pt x="33039" y="75537"/>
                  </a:lnTo>
                  <a:lnTo>
                    <a:pt x="27600" y="73641"/>
                  </a:lnTo>
                  <a:lnTo>
                    <a:pt x="25559" y="71966"/>
                  </a:lnTo>
                  <a:lnTo>
                    <a:pt x="25184" y="71312"/>
                  </a:lnTo>
                  <a:lnTo>
                    <a:pt x="25029" y="70669"/>
                  </a:lnTo>
                  <a:lnTo>
                    <a:pt x="25096" y="70037"/>
                  </a:lnTo>
                  <a:lnTo>
                    <a:pt x="27139" y="68760"/>
                  </a:lnTo>
                  <a:lnTo>
                    <a:pt x="33449" y="65743"/>
                  </a:lnTo>
                  <a:lnTo>
                    <a:pt x="35616" y="65274"/>
                  </a:lnTo>
                  <a:lnTo>
                    <a:pt x="37797" y="65244"/>
                  </a:lnTo>
                  <a:lnTo>
                    <a:pt x="39315" y="64375"/>
                  </a:lnTo>
                  <a:lnTo>
                    <a:pt x="40627" y="61514"/>
                  </a:lnTo>
                  <a:lnTo>
                    <a:pt x="47161" y="60486"/>
                  </a:lnTo>
                  <a:lnTo>
                    <a:pt x="52198" y="59201"/>
                  </a:lnTo>
                  <a:lnTo>
                    <a:pt x="52618" y="58852"/>
                  </a:lnTo>
                  <a:lnTo>
                    <a:pt x="48843" y="59087"/>
                  </a:lnTo>
                  <a:lnTo>
                    <a:pt x="43504" y="58831"/>
                  </a:lnTo>
                  <a:lnTo>
                    <a:pt x="41229" y="56886"/>
                  </a:lnTo>
                  <a:lnTo>
                    <a:pt x="39690" y="56555"/>
                  </a:lnTo>
                  <a:lnTo>
                    <a:pt x="37986" y="56571"/>
                  </a:lnTo>
                  <a:lnTo>
                    <a:pt x="36004" y="57182"/>
                  </a:lnTo>
                  <a:lnTo>
                    <a:pt x="32613" y="58986"/>
                  </a:lnTo>
                  <a:lnTo>
                    <a:pt x="30982" y="59406"/>
                  </a:lnTo>
                  <a:lnTo>
                    <a:pt x="27303" y="61275"/>
                  </a:lnTo>
                  <a:lnTo>
                    <a:pt x="26277" y="61142"/>
                  </a:lnTo>
                  <a:lnTo>
                    <a:pt x="25763" y="60920"/>
                  </a:lnTo>
                  <a:lnTo>
                    <a:pt x="25609" y="60555"/>
                  </a:lnTo>
                  <a:lnTo>
                    <a:pt x="26273" y="59315"/>
                  </a:lnTo>
                  <a:lnTo>
                    <a:pt x="27240" y="58469"/>
                  </a:lnTo>
                  <a:lnTo>
                    <a:pt x="27043" y="58178"/>
                  </a:lnTo>
                  <a:lnTo>
                    <a:pt x="25600" y="57999"/>
                  </a:lnTo>
                  <a:lnTo>
                    <a:pt x="23929" y="58033"/>
                  </a:lnTo>
                  <a:lnTo>
                    <a:pt x="22768" y="58326"/>
                  </a:lnTo>
                  <a:lnTo>
                    <a:pt x="18527" y="59965"/>
                  </a:lnTo>
                  <a:lnTo>
                    <a:pt x="16627" y="61191"/>
                  </a:lnTo>
                  <a:lnTo>
                    <a:pt x="16055" y="61299"/>
                  </a:lnTo>
                  <a:lnTo>
                    <a:pt x="14003" y="59383"/>
                  </a:lnTo>
                  <a:lnTo>
                    <a:pt x="10730" y="58330"/>
                  </a:lnTo>
                  <a:lnTo>
                    <a:pt x="10000" y="57508"/>
                  </a:lnTo>
                  <a:lnTo>
                    <a:pt x="10674" y="54283"/>
                  </a:lnTo>
                  <a:lnTo>
                    <a:pt x="11630" y="53620"/>
                  </a:lnTo>
                  <a:lnTo>
                    <a:pt x="14140" y="53080"/>
                  </a:lnTo>
                  <a:lnTo>
                    <a:pt x="21665" y="50152"/>
                  </a:lnTo>
                  <a:lnTo>
                    <a:pt x="22089" y="49589"/>
                  </a:lnTo>
                  <a:lnTo>
                    <a:pt x="22797" y="48108"/>
                  </a:lnTo>
                  <a:lnTo>
                    <a:pt x="21076" y="48423"/>
                  </a:lnTo>
                  <a:lnTo>
                    <a:pt x="17306" y="49855"/>
                  </a:lnTo>
                  <a:lnTo>
                    <a:pt x="14192" y="50568"/>
                  </a:lnTo>
                  <a:lnTo>
                    <a:pt x="11735" y="50563"/>
                  </a:lnTo>
                  <a:lnTo>
                    <a:pt x="9939" y="50358"/>
                  </a:lnTo>
                  <a:lnTo>
                    <a:pt x="8803" y="49956"/>
                  </a:lnTo>
                  <a:lnTo>
                    <a:pt x="7436" y="49042"/>
                  </a:lnTo>
                  <a:lnTo>
                    <a:pt x="2985" y="44822"/>
                  </a:lnTo>
                  <a:lnTo>
                    <a:pt x="1770" y="42779"/>
                  </a:lnTo>
                  <a:lnTo>
                    <a:pt x="1600" y="40976"/>
                  </a:lnTo>
                  <a:lnTo>
                    <a:pt x="1288" y="39602"/>
                  </a:lnTo>
                  <a:lnTo>
                    <a:pt x="0" y="36304"/>
                  </a:lnTo>
                  <a:lnTo>
                    <a:pt x="9529" y="38354"/>
                  </a:lnTo>
                  <a:lnTo>
                    <a:pt x="13260" y="38742"/>
                  </a:lnTo>
                  <a:lnTo>
                    <a:pt x="20451" y="38876"/>
                  </a:lnTo>
                  <a:lnTo>
                    <a:pt x="20788" y="38676"/>
                  </a:lnTo>
                  <a:lnTo>
                    <a:pt x="20894" y="38141"/>
                  </a:lnTo>
                  <a:lnTo>
                    <a:pt x="20770" y="37274"/>
                  </a:lnTo>
                  <a:lnTo>
                    <a:pt x="20825" y="36605"/>
                  </a:lnTo>
                  <a:lnTo>
                    <a:pt x="21059" y="36138"/>
                  </a:lnTo>
                  <a:lnTo>
                    <a:pt x="23734" y="34949"/>
                  </a:lnTo>
                  <a:lnTo>
                    <a:pt x="24136" y="34558"/>
                  </a:lnTo>
                  <a:lnTo>
                    <a:pt x="20987" y="34362"/>
                  </a:lnTo>
                  <a:lnTo>
                    <a:pt x="15197" y="36346"/>
                  </a:lnTo>
                  <a:lnTo>
                    <a:pt x="13152" y="36327"/>
                  </a:lnTo>
                  <a:lnTo>
                    <a:pt x="10834" y="33492"/>
                  </a:lnTo>
                  <a:lnTo>
                    <a:pt x="8356" y="33990"/>
                  </a:lnTo>
                  <a:lnTo>
                    <a:pt x="7186" y="33765"/>
                  </a:lnTo>
                  <a:lnTo>
                    <a:pt x="5365" y="33050"/>
                  </a:lnTo>
                  <a:lnTo>
                    <a:pt x="4469" y="32427"/>
                  </a:lnTo>
                  <a:lnTo>
                    <a:pt x="3891" y="31656"/>
                  </a:lnTo>
                  <a:lnTo>
                    <a:pt x="3645" y="31007"/>
                  </a:lnTo>
                  <a:lnTo>
                    <a:pt x="3729" y="30481"/>
                  </a:lnTo>
                  <a:lnTo>
                    <a:pt x="4219" y="29892"/>
                  </a:lnTo>
                  <a:lnTo>
                    <a:pt x="6355" y="29075"/>
                  </a:lnTo>
                  <a:lnTo>
                    <a:pt x="7319" y="28997"/>
                  </a:lnTo>
                  <a:lnTo>
                    <a:pt x="9862" y="29523"/>
                  </a:lnTo>
                  <a:lnTo>
                    <a:pt x="11768" y="29484"/>
                  </a:lnTo>
                  <a:lnTo>
                    <a:pt x="11140" y="28608"/>
                  </a:lnTo>
                  <a:lnTo>
                    <a:pt x="8384" y="26403"/>
                  </a:lnTo>
                  <a:lnTo>
                    <a:pt x="5974" y="23962"/>
                  </a:lnTo>
                  <a:lnTo>
                    <a:pt x="6156" y="19886"/>
                  </a:lnTo>
                  <a:lnTo>
                    <a:pt x="8135" y="19022"/>
                  </a:lnTo>
                  <a:lnTo>
                    <a:pt x="10186" y="18880"/>
                  </a:lnTo>
                  <a:lnTo>
                    <a:pt x="12189" y="19910"/>
                  </a:lnTo>
                  <a:lnTo>
                    <a:pt x="14876" y="20052"/>
                  </a:lnTo>
                  <a:lnTo>
                    <a:pt x="16799" y="21215"/>
                  </a:lnTo>
                  <a:lnTo>
                    <a:pt x="18080" y="23447"/>
                  </a:lnTo>
                  <a:lnTo>
                    <a:pt x="19600" y="23404"/>
                  </a:lnTo>
                  <a:lnTo>
                    <a:pt x="21994" y="23826"/>
                  </a:lnTo>
                  <a:lnTo>
                    <a:pt x="27353" y="23793"/>
                  </a:lnTo>
                  <a:lnTo>
                    <a:pt x="26384" y="22995"/>
                  </a:lnTo>
                  <a:lnTo>
                    <a:pt x="24717" y="22300"/>
                  </a:lnTo>
                  <a:lnTo>
                    <a:pt x="20928" y="21386"/>
                  </a:lnTo>
                  <a:lnTo>
                    <a:pt x="19080" y="18117"/>
                  </a:lnTo>
                  <a:lnTo>
                    <a:pt x="15164" y="16432"/>
                  </a:lnTo>
                  <a:lnTo>
                    <a:pt x="12098" y="15550"/>
                  </a:lnTo>
                  <a:lnTo>
                    <a:pt x="12151" y="14809"/>
                  </a:lnTo>
                  <a:lnTo>
                    <a:pt x="14453" y="10744"/>
                  </a:lnTo>
                  <a:lnTo>
                    <a:pt x="17234" y="9300"/>
                  </a:lnTo>
                  <a:lnTo>
                    <a:pt x="21667" y="9845"/>
                  </a:lnTo>
                  <a:lnTo>
                    <a:pt x="24581" y="9078"/>
                  </a:lnTo>
                  <a:lnTo>
                    <a:pt x="28334" y="7644"/>
                  </a:lnTo>
                  <a:lnTo>
                    <a:pt x="32008" y="8307"/>
                  </a:lnTo>
                  <a:lnTo>
                    <a:pt x="32956" y="8245"/>
                  </a:lnTo>
                  <a:lnTo>
                    <a:pt x="33518" y="7804"/>
                  </a:lnTo>
                  <a:lnTo>
                    <a:pt x="34009" y="6960"/>
                  </a:lnTo>
                  <a:lnTo>
                    <a:pt x="34011" y="6183"/>
                  </a:lnTo>
                  <a:lnTo>
                    <a:pt x="33525" y="5471"/>
                  </a:lnTo>
                  <a:lnTo>
                    <a:pt x="32366" y="4589"/>
                  </a:lnTo>
                  <a:lnTo>
                    <a:pt x="27675" y="4465"/>
                  </a:lnTo>
                  <a:lnTo>
                    <a:pt x="25600" y="4119"/>
                  </a:lnTo>
                  <a:lnTo>
                    <a:pt x="24791" y="3648"/>
                  </a:lnTo>
                  <a:lnTo>
                    <a:pt x="24558" y="2939"/>
                  </a:lnTo>
                  <a:lnTo>
                    <a:pt x="24435" y="2207"/>
                  </a:lnTo>
                  <a:lnTo>
                    <a:pt x="24421" y="1455"/>
                  </a:lnTo>
                  <a:lnTo>
                    <a:pt x="24544" y="993"/>
                  </a:lnTo>
                  <a:lnTo>
                    <a:pt x="24936" y="742"/>
                  </a:lnTo>
                  <a:lnTo>
                    <a:pt x="26086" y="445"/>
                  </a:lnTo>
                  <a:lnTo>
                    <a:pt x="30459" y="408"/>
                  </a:lnTo>
                  <a:lnTo>
                    <a:pt x="33075" y="0"/>
                  </a:lnTo>
                  <a:lnTo>
                    <a:pt x="35941" y="535"/>
                  </a:lnTo>
                  <a:lnTo>
                    <a:pt x="41921" y="2545"/>
                  </a:lnTo>
                  <a:lnTo>
                    <a:pt x="43852" y="3569"/>
                  </a:lnTo>
                  <a:lnTo>
                    <a:pt x="45908" y="528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1941422" y="1178068"/>
              <a:ext cx="292994" cy="205145"/>
            </a:xfrm>
            <a:custGeom>
              <a:avLst/>
              <a:pathLst>
                <a:path w="292994" h="205145">
                  <a:moveTo>
                    <a:pt x="213377" y="2934"/>
                  </a:moveTo>
                  <a:lnTo>
                    <a:pt x="221218" y="3467"/>
                  </a:lnTo>
                  <a:lnTo>
                    <a:pt x="223758" y="3275"/>
                  </a:lnTo>
                  <a:lnTo>
                    <a:pt x="226663" y="4578"/>
                  </a:lnTo>
                  <a:lnTo>
                    <a:pt x="228415" y="4730"/>
                  </a:lnTo>
                  <a:lnTo>
                    <a:pt x="231301" y="4482"/>
                  </a:lnTo>
                  <a:lnTo>
                    <a:pt x="233404" y="4793"/>
                  </a:lnTo>
                  <a:lnTo>
                    <a:pt x="241230" y="5084"/>
                  </a:lnTo>
                  <a:lnTo>
                    <a:pt x="242855" y="5592"/>
                  </a:lnTo>
                  <a:lnTo>
                    <a:pt x="242834" y="6204"/>
                  </a:lnTo>
                  <a:lnTo>
                    <a:pt x="241146" y="7531"/>
                  </a:lnTo>
                  <a:lnTo>
                    <a:pt x="238877" y="8811"/>
                  </a:lnTo>
                  <a:lnTo>
                    <a:pt x="224253" y="12981"/>
                  </a:lnTo>
                  <a:lnTo>
                    <a:pt x="223178" y="13673"/>
                  </a:lnTo>
                  <a:lnTo>
                    <a:pt x="226029" y="13893"/>
                  </a:lnTo>
                  <a:lnTo>
                    <a:pt x="230229" y="13700"/>
                  </a:lnTo>
                  <a:lnTo>
                    <a:pt x="233487" y="13237"/>
                  </a:lnTo>
                  <a:lnTo>
                    <a:pt x="237326" y="11821"/>
                  </a:lnTo>
                  <a:lnTo>
                    <a:pt x="238595" y="11738"/>
                  </a:lnTo>
                  <a:lnTo>
                    <a:pt x="241035" y="11051"/>
                  </a:lnTo>
                  <a:lnTo>
                    <a:pt x="245760" y="9130"/>
                  </a:lnTo>
                  <a:lnTo>
                    <a:pt x="249538" y="8087"/>
                  </a:lnTo>
                  <a:lnTo>
                    <a:pt x="251248" y="8544"/>
                  </a:lnTo>
                  <a:lnTo>
                    <a:pt x="252686" y="9270"/>
                  </a:lnTo>
                  <a:lnTo>
                    <a:pt x="253657" y="9352"/>
                  </a:lnTo>
                  <a:lnTo>
                    <a:pt x="254161" y="8794"/>
                  </a:lnTo>
                  <a:lnTo>
                    <a:pt x="254970" y="7268"/>
                  </a:lnTo>
                  <a:lnTo>
                    <a:pt x="255443" y="6713"/>
                  </a:lnTo>
                  <a:lnTo>
                    <a:pt x="256686" y="6317"/>
                  </a:lnTo>
                  <a:lnTo>
                    <a:pt x="257446" y="6361"/>
                  </a:lnTo>
                  <a:lnTo>
                    <a:pt x="258678" y="7081"/>
                  </a:lnTo>
                  <a:lnTo>
                    <a:pt x="260043" y="8791"/>
                  </a:lnTo>
                  <a:lnTo>
                    <a:pt x="261300" y="9978"/>
                  </a:lnTo>
                  <a:lnTo>
                    <a:pt x="261979" y="9998"/>
                  </a:lnTo>
                  <a:lnTo>
                    <a:pt x="264855" y="8655"/>
                  </a:lnTo>
                  <a:lnTo>
                    <a:pt x="266303" y="8480"/>
                  </a:lnTo>
                  <a:lnTo>
                    <a:pt x="269596" y="8968"/>
                  </a:lnTo>
                  <a:lnTo>
                    <a:pt x="270964" y="9560"/>
                  </a:lnTo>
                  <a:lnTo>
                    <a:pt x="271211" y="10190"/>
                  </a:lnTo>
                  <a:lnTo>
                    <a:pt x="270336" y="10855"/>
                  </a:lnTo>
                  <a:lnTo>
                    <a:pt x="269792" y="11429"/>
                  </a:lnTo>
                  <a:lnTo>
                    <a:pt x="269582" y="11911"/>
                  </a:lnTo>
                  <a:lnTo>
                    <a:pt x="270061" y="12471"/>
                  </a:lnTo>
                  <a:lnTo>
                    <a:pt x="272054" y="13670"/>
                  </a:lnTo>
                  <a:lnTo>
                    <a:pt x="274938" y="16277"/>
                  </a:lnTo>
                  <a:lnTo>
                    <a:pt x="274922" y="17236"/>
                  </a:lnTo>
                  <a:lnTo>
                    <a:pt x="273347" y="19185"/>
                  </a:lnTo>
                  <a:lnTo>
                    <a:pt x="273386" y="19677"/>
                  </a:lnTo>
                  <a:lnTo>
                    <a:pt x="280804" y="17627"/>
                  </a:lnTo>
                  <a:lnTo>
                    <a:pt x="288284" y="18541"/>
                  </a:lnTo>
                  <a:lnTo>
                    <a:pt x="290400" y="19167"/>
                  </a:lnTo>
                  <a:lnTo>
                    <a:pt x="291213" y="19922"/>
                  </a:lnTo>
                  <a:lnTo>
                    <a:pt x="292078" y="21167"/>
                  </a:lnTo>
                  <a:lnTo>
                    <a:pt x="292994" y="22901"/>
                  </a:lnTo>
                  <a:lnTo>
                    <a:pt x="292356" y="24711"/>
                  </a:lnTo>
                  <a:lnTo>
                    <a:pt x="289070" y="27530"/>
                  </a:lnTo>
                  <a:lnTo>
                    <a:pt x="285674" y="29722"/>
                  </a:lnTo>
                  <a:lnTo>
                    <a:pt x="283674" y="31697"/>
                  </a:lnTo>
                  <a:lnTo>
                    <a:pt x="280599" y="32779"/>
                  </a:lnTo>
                  <a:lnTo>
                    <a:pt x="270065" y="37545"/>
                  </a:lnTo>
                  <a:lnTo>
                    <a:pt x="264915" y="39077"/>
                  </a:lnTo>
                  <a:lnTo>
                    <a:pt x="261955" y="40585"/>
                  </a:lnTo>
                  <a:lnTo>
                    <a:pt x="260627" y="40847"/>
                  </a:lnTo>
                  <a:lnTo>
                    <a:pt x="254357" y="40559"/>
                  </a:lnTo>
                  <a:lnTo>
                    <a:pt x="252694" y="41390"/>
                  </a:lnTo>
                  <a:lnTo>
                    <a:pt x="251769" y="42788"/>
                  </a:lnTo>
                  <a:lnTo>
                    <a:pt x="249791" y="43453"/>
                  </a:lnTo>
                  <a:lnTo>
                    <a:pt x="246872" y="43929"/>
                  </a:lnTo>
                  <a:lnTo>
                    <a:pt x="240902" y="44315"/>
                  </a:lnTo>
                  <a:lnTo>
                    <a:pt x="239563" y="45891"/>
                  </a:lnTo>
                  <a:lnTo>
                    <a:pt x="239221" y="46962"/>
                  </a:lnTo>
                  <a:lnTo>
                    <a:pt x="238639" y="47793"/>
                  </a:lnTo>
                  <a:lnTo>
                    <a:pt x="238130" y="48194"/>
                  </a:lnTo>
                  <a:lnTo>
                    <a:pt x="221071" y="53862"/>
                  </a:lnTo>
                  <a:lnTo>
                    <a:pt x="220757" y="54809"/>
                  </a:lnTo>
                  <a:lnTo>
                    <a:pt x="222474" y="55201"/>
                  </a:lnTo>
                  <a:lnTo>
                    <a:pt x="224636" y="54809"/>
                  </a:lnTo>
                  <a:lnTo>
                    <a:pt x="249459" y="47924"/>
                  </a:lnTo>
                  <a:lnTo>
                    <a:pt x="254224" y="47468"/>
                  </a:lnTo>
                  <a:lnTo>
                    <a:pt x="258646" y="47965"/>
                  </a:lnTo>
                  <a:lnTo>
                    <a:pt x="258139" y="49568"/>
                  </a:lnTo>
                  <a:lnTo>
                    <a:pt x="251879" y="54114"/>
                  </a:lnTo>
                  <a:lnTo>
                    <a:pt x="243910" y="58210"/>
                  </a:lnTo>
                  <a:lnTo>
                    <a:pt x="239930" y="61320"/>
                  </a:lnTo>
                  <a:lnTo>
                    <a:pt x="229860" y="66682"/>
                  </a:lnTo>
                  <a:lnTo>
                    <a:pt x="221629" y="72022"/>
                  </a:lnTo>
                  <a:lnTo>
                    <a:pt x="218467" y="74736"/>
                  </a:lnTo>
                  <a:lnTo>
                    <a:pt x="214230" y="79583"/>
                  </a:lnTo>
                  <a:lnTo>
                    <a:pt x="212783" y="80753"/>
                  </a:lnTo>
                  <a:lnTo>
                    <a:pt x="211022" y="81235"/>
                  </a:lnTo>
                  <a:lnTo>
                    <a:pt x="208950" y="81033"/>
                  </a:lnTo>
                  <a:lnTo>
                    <a:pt x="207083" y="80327"/>
                  </a:lnTo>
                  <a:lnTo>
                    <a:pt x="204592" y="78515"/>
                  </a:lnTo>
                  <a:lnTo>
                    <a:pt x="202323" y="76489"/>
                  </a:lnTo>
                  <a:lnTo>
                    <a:pt x="201612" y="76133"/>
                  </a:lnTo>
                  <a:lnTo>
                    <a:pt x="202043" y="77139"/>
                  </a:lnTo>
                  <a:lnTo>
                    <a:pt x="206417" y="83871"/>
                  </a:lnTo>
                  <a:lnTo>
                    <a:pt x="205916" y="85175"/>
                  </a:lnTo>
                  <a:lnTo>
                    <a:pt x="197885" y="86550"/>
                  </a:lnTo>
                  <a:lnTo>
                    <a:pt x="194330" y="87767"/>
                  </a:lnTo>
                  <a:lnTo>
                    <a:pt x="192496" y="88061"/>
                  </a:lnTo>
                  <a:lnTo>
                    <a:pt x="191198" y="87842"/>
                  </a:lnTo>
                  <a:lnTo>
                    <a:pt x="189931" y="87966"/>
                  </a:lnTo>
                  <a:lnTo>
                    <a:pt x="188698" y="88436"/>
                  </a:lnTo>
                  <a:lnTo>
                    <a:pt x="188630" y="88958"/>
                  </a:lnTo>
                  <a:lnTo>
                    <a:pt x="189729" y="89531"/>
                  </a:lnTo>
                  <a:lnTo>
                    <a:pt x="192926" y="89978"/>
                  </a:lnTo>
                  <a:lnTo>
                    <a:pt x="200031" y="88463"/>
                  </a:lnTo>
                  <a:lnTo>
                    <a:pt x="201171" y="88572"/>
                  </a:lnTo>
                  <a:lnTo>
                    <a:pt x="202999" y="89309"/>
                  </a:lnTo>
                  <a:lnTo>
                    <a:pt x="203088" y="89980"/>
                  </a:lnTo>
                  <a:lnTo>
                    <a:pt x="201180" y="92129"/>
                  </a:lnTo>
                  <a:lnTo>
                    <a:pt x="195429" y="94699"/>
                  </a:lnTo>
                  <a:lnTo>
                    <a:pt x="196180" y="94845"/>
                  </a:lnTo>
                  <a:lnTo>
                    <a:pt x="197827" y="95755"/>
                  </a:lnTo>
                  <a:lnTo>
                    <a:pt x="197790" y="96575"/>
                  </a:lnTo>
                  <a:lnTo>
                    <a:pt x="195979" y="98503"/>
                  </a:lnTo>
                  <a:lnTo>
                    <a:pt x="195121" y="99117"/>
                  </a:lnTo>
                  <a:lnTo>
                    <a:pt x="189576" y="100911"/>
                  </a:lnTo>
                  <a:lnTo>
                    <a:pt x="187164" y="101332"/>
                  </a:lnTo>
                  <a:lnTo>
                    <a:pt x="185039" y="101108"/>
                  </a:lnTo>
                  <a:lnTo>
                    <a:pt x="175314" y="97187"/>
                  </a:lnTo>
                  <a:lnTo>
                    <a:pt x="171882" y="96620"/>
                  </a:lnTo>
                  <a:lnTo>
                    <a:pt x="168622" y="95630"/>
                  </a:lnTo>
                  <a:lnTo>
                    <a:pt x="166216" y="95799"/>
                  </a:lnTo>
                  <a:lnTo>
                    <a:pt x="163661" y="96949"/>
                  </a:lnTo>
                  <a:lnTo>
                    <a:pt x="164810" y="97527"/>
                  </a:lnTo>
                  <a:lnTo>
                    <a:pt x="169518" y="98631"/>
                  </a:lnTo>
                  <a:lnTo>
                    <a:pt x="173449" y="98844"/>
                  </a:lnTo>
                  <a:lnTo>
                    <a:pt x="175080" y="99274"/>
                  </a:lnTo>
                  <a:lnTo>
                    <a:pt x="175720" y="99992"/>
                  </a:lnTo>
                  <a:lnTo>
                    <a:pt x="177417" y="102597"/>
                  </a:lnTo>
                  <a:lnTo>
                    <a:pt x="177688" y="103998"/>
                  </a:lnTo>
                  <a:lnTo>
                    <a:pt x="177313" y="105301"/>
                  </a:lnTo>
                  <a:lnTo>
                    <a:pt x="176800" y="106214"/>
                  </a:lnTo>
                  <a:lnTo>
                    <a:pt x="176146" y="106734"/>
                  </a:lnTo>
                  <a:lnTo>
                    <a:pt x="175141" y="106995"/>
                  </a:lnTo>
                  <a:lnTo>
                    <a:pt x="171297" y="106810"/>
                  </a:lnTo>
                  <a:lnTo>
                    <a:pt x="169860" y="107132"/>
                  </a:lnTo>
                  <a:lnTo>
                    <a:pt x="168195" y="107894"/>
                  </a:lnTo>
                  <a:lnTo>
                    <a:pt x="166105" y="108224"/>
                  </a:lnTo>
                  <a:lnTo>
                    <a:pt x="162337" y="108073"/>
                  </a:lnTo>
                  <a:lnTo>
                    <a:pt x="157900" y="109185"/>
                  </a:lnTo>
                  <a:lnTo>
                    <a:pt x="155555" y="109389"/>
                  </a:lnTo>
                  <a:lnTo>
                    <a:pt x="152955" y="108887"/>
                  </a:lnTo>
                  <a:lnTo>
                    <a:pt x="150138" y="107644"/>
                  </a:lnTo>
                  <a:lnTo>
                    <a:pt x="147166" y="107017"/>
                  </a:lnTo>
                  <a:lnTo>
                    <a:pt x="142140" y="106489"/>
                  </a:lnTo>
                  <a:lnTo>
                    <a:pt x="142561" y="107200"/>
                  </a:lnTo>
                  <a:lnTo>
                    <a:pt x="144331" y="107500"/>
                  </a:lnTo>
                  <a:lnTo>
                    <a:pt x="147938" y="109404"/>
                  </a:lnTo>
                  <a:lnTo>
                    <a:pt x="149662" y="111990"/>
                  </a:lnTo>
                  <a:lnTo>
                    <a:pt x="151286" y="112427"/>
                  </a:lnTo>
                  <a:lnTo>
                    <a:pt x="154600" y="114548"/>
                  </a:lnTo>
                  <a:lnTo>
                    <a:pt x="156995" y="114880"/>
                  </a:lnTo>
                  <a:lnTo>
                    <a:pt x="159495" y="115602"/>
                  </a:lnTo>
                  <a:lnTo>
                    <a:pt x="163017" y="114672"/>
                  </a:lnTo>
                  <a:lnTo>
                    <a:pt x="165382" y="114845"/>
                  </a:lnTo>
                  <a:lnTo>
                    <a:pt x="164891" y="120068"/>
                  </a:lnTo>
                  <a:lnTo>
                    <a:pt x="163847" y="120576"/>
                  </a:lnTo>
                  <a:lnTo>
                    <a:pt x="158153" y="120576"/>
                  </a:lnTo>
                  <a:lnTo>
                    <a:pt x="155447" y="119818"/>
                  </a:lnTo>
                  <a:lnTo>
                    <a:pt x="154252" y="119034"/>
                  </a:lnTo>
                  <a:lnTo>
                    <a:pt x="151629" y="118147"/>
                  </a:lnTo>
                  <a:lnTo>
                    <a:pt x="149266" y="118660"/>
                  </a:lnTo>
                  <a:lnTo>
                    <a:pt x="147124" y="118549"/>
                  </a:lnTo>
                  <a:lnTo>
                    <a:pt x="145672" y="119070"/>
                  </a:lnTo>
                  <a:lnTo>
                    <a:pt x="143368" y="119051"/>
                  </a:lnTo>
                  <a:lnTo>
                    <a:pt x="137341" y="119934"/>
                  </a:lnTo>
                  <a:lnTo>
                    <a:pt x="134157" y="119944"/>
                  </a:lnTo>
                  <a:lnTo>
                    <a:pt x="131806" y="119375"/>
                  </a:lnTo>
                  <a:lnTo>
                    <a:pt x="129074" y="119198"/>
                  </a:lnTo>
                  <a:lnTo>
                    <a:pt x="125962" y="119411"/>
                  </a:lnTo>
                  <a:lnTo>
                    <a:pt x="126180" y="120014"/>
                  </a:lnTo>
                  <a:lnTo>
                    <a:pt x="127499" y="120197"/>
                  </a:lnTo>
                  <a:lnTo>
                    <a:pt x="129420" y="121179"/>
                  </a:lnTo>
                  <a:lnTo>
                    <a:pt x="131200" y="122693"/>
                  </a:lnTo>
                  <a:lnTo>
                    <a:pt x="132681" y="123329"/>
                  </a:lnTo>
                  <a:lnTo>
                    <a:pt x="134455" y="122970"/>
                  </a:lnTo>
                  <a:lnTo>
                    <a:pt x="136261" y="122263"/>
                  </a:lnTo>
                  <a:lnTo>
                    <a:pt x="142852" y="121099"/>
                  </a:lnTo>
                  <a:lnTo>
                    <a:pt x="145742" y="120911"/>
                  </a:lnTo>
                  <a:lnTo>
                    <a:pt x="148321" y="121425"/>
                  </a:lnTo>
                  <a:lnTo>
                    <a:pt x="150037" y="122065"/>
                  </a:lnTo>
                  <a:lnTo>
                    <a:pt x="151236" y="122837"/>
                  </a:lnTo>
                  <a:lnTo>
                    <a:pt x="152751" y="124885"/>
                  </a:lnTo>
                  <a:lnTo>
                    <a:pt x="156551" y="125134"/>
                  </a:lnTo>
                  <a:lnTo>
                    <a:pt x="159447" y="125814"/>
                  </a:lnTo>
                  <a:lnTo>
                    <a:pt x="164063" y="128786"/>
                  </a:lnTo>
                  <a:lnTo>
                    <a:pt x="165333" y="129011"/>
                  </a:lnTo>
                  <a:lnTo>
                    <a:pt x="165845" y="129779"/>
                  </a:lnTo>
                  <a:lnTo>
                    <a:pt x="164865" y="131695"/>
                  </a:lnTo>
                  <a:lnTo>
                    <a:pt x="164754" y="132846"/>
                  </a:lnTo>
                  <a:lnTo>
                    <a:pt x="161562" y="135077"/>
                  </a:lnTo>
                  <a:lnTo>
                    <a:pt x="156582" y="135726"/>
                  </a:lnTo>
                  <a:lnTo>
                    <a:pt x="151110" y="135520"/>
                  </a:lnTo>
                  <a:lnTo>
                    <a:pt x="147190" y="135778"/>
                  </a:lnTo>
                  <a:lnTo>
                    <a:pt x="146781" y="136061"/>
                  </a:lnTo>
                  <a:lnTo>
                    <a:pt x="149469" y="136646"/>
                  </a:lnTo>
                  <a:lnTo>
                    <a:pt x="155700" y="139252"/>
                  </a:lnTo>
                  <a:lnTo>
                    <a:pt x="158114" y="140665"/>
                  </a:lnTo>
                  <a:lnTo>
                    <a:pt x="158535" y="141491"/>
                  </a:lnTo>
                  <a:lnTo>
                    <a:pt x="155101" y="144643"/>
                  </a:lnTo>
                  <a:lnTo>
                    <a:pt x="152070" y="150886"/>
                  </a:lnTo>
                  <a:lnTo>
                    <a:pt x="151073" y="151379"/>
                  </a:lnTo>
                  <a:lnTo>
                    <a:pt x="150036" y="151551"/>
                  </a:lnTo>
                  <a:lnTo>
                    <a:pt x="147363" y="151441"/>
                  </a:lnTo>
                  <a:lnTo>
                    <a:pt x="143974" y="153011"/>
                  </a:lnTo>
                  <a:lnTo>
                    <a:pt x="141417" y="153326"/>
                  </a:lnTo>
                  <a:lnTo>
                    <a:pt x="136784" y="152737"/>
                  </a:lnTo>
                  <a:lnTo>
                    <a:pt x="131433" y="152770"/>
                  </a:lnTo>
                  <a:lnTo>
                    <a:pt x="131012" y="153784"/>
                  </a:lnTo>
                  <a:lnTo>
                    <a:pt x="130745" y="155724"/>
                  </a:lnTo>
                  <a:lnTo>
                    <a:pt x="130774" y="158641"/>
                  </a:lnTo>
                  <a:lnTo>
                    <a:pt x="131100" y="162538"/>
                  </a:lnTo>
                  <a:lnTo>
                    <a:pt x="130821" y="165388"/>
                  </a:lnTo>
                  <a:lnTo>
                    <a:pt x="129939" y="167188"/>
                  </a:lnTo>
                  <a:lnTo>
                    <a:pt x="128826" y="168518"/>
                  </a:lnTo>
                  <a:lnTo>
                    <a:pt x="126812" y="169810"/>
                  </a:lnTo>
                  <a:lnTo>
                    <a:pt x="124742" y="170615"/>
                  </a:lnTo>
                  <a:lnTo>
                    <a:pt x="123194" y="170899"/>
                  </a:lnTo>
                  <a:lnTo>
                    <a:pt x="120617" y="170944"/>
                  </a:lnTo>
                  <a:lnTo>
                    <a:pt x="113226" y="171873"/>
                  </a:lnTo>
                  <a:lnTo>
                    <a:pt x="109618" y="171817"/>
                  </a:lnTo>
                  <a:lnTo>
                    <a:pt x="106817" y="171423"/>
                  </a:lnTo>
                  <a:lnTo>
                    <a:pt x="103918" y="170129"/>
                  </a:lnTo>
                  <a:lnTo>
                    <a:pt x="99090" y="166478"/>
                  </a:lnTo>
                  <a:lnTo>
                    <a:pt x="97720" y="165668"/>
                  </a:lnTo>
                  <a:lnTo>
                    <a:pt x="96376" y="165198"/>
                  </a:lnTo>
                  <a:lnTo>
                    <a:pt x="96427" y="165985"/>
                  </a:lnTo>
                  <a:lnTo>
                    <a:pt x="97872" y="168025"/>
                  </a:lnTo>
                  <a:lnTo>
                    <a:pt x="99077" y="169342"/>
                  </a:lnTo>
                  <a:lnTo>
                    <a:pt x="100043" y="169934"/>
                  </a:lnTo>
                  <a:lnTo>
                    <a:pt x="99815" y="170558"/>
                  </a:lnTo>
                  <a:lnTo>
                    <a:pt x="97685" y="171540"/>
                  </a:lnTo>
                  <a:lnTo>
                    <a:pt x="95336" y="171980"/>
                  </a:lnTo>
                  <a:lnTo>
                    <a:pt x="92553" y="171963"/>
                  </a:lnTo>
                  <a:lnTo>
                    <a:pt x="92464" y="172343"/>
                  </a:lnTo>
                  <a:lnTo>
                    <a:pt x="93408" y="173401"/>
                  </a:lnTo>
                  <a:lnTo>
                    <a:pt x="94635" y="174398"/>
                  </a:lnTo>
                  <a:lnTo>
                    <a:pt x="95441" y="174697"/>
                  </a:lnTo>
                  <a:lnTo>
                    <a:pt x="97574" y="174388"/>
                  </a:lnTo>
                  <a:lnTo>
                    <a:pt x="100045" y="173128"/>
                  </a:lnTo>
                  <a:lnTo>
                    <a:pt x="101586" y="172757"/>
                  </a:lnTo>
                  <a:lnTo>
                    <a:pt x="104653" y="173058"/>
                  </a:lnTo>
                  <a:lnTo>
                    <a:pt x="105861" y="173506"/>
                  </a:lnTo>
                  <a:lnTo>
                    <a:pt x="109690" y="176265"/>
                  </a:lnTo>
                  <a:lnTo>
                    <a:pt x="110224" y="176393"/>
                  </a:lnTo>
                  <a:lnTo>
                    <a:pt x="113060" y="175004"/>
                  </a:lnTo>
                  <a:lnTo>
                    <a:pt x="117159" y="174930"/>
                  </a:lnTo>
                  <a:lnTo>
                    <a:pt x="118663" y="176044"/>
                  </a:lnTo>
                  <a:lnTo>
                    <a:pt x="119238" y="178209"/>
                  </a:lnTo>
                  <a:lnTo>
                    <a:pt x="119308" y="179963"/>
                  </a:lnTo>
                  <a:lnTo>
                    <a:pt x="118874" y="181305"/>
                  </a:lnTo>
                  <a:lnTo>
                    <a:pt x="119818" y="182615"/>
                  </a:lnTo>
                  <a:lnTo>
                    <a:pt x="122140" y="183890"/>
                  </a:lnTo>
                  <a:lnTo>
                    <a:pt x="123942" y="184165"/>
                  </a:lnTo>
                  <a:lnTo>
                    <a:pt x="125223" y="183443"/>
                  </a:lnTo>
                  <a:lnTo>
                    <a:pt x="127170" y="181693"/>
                  </a:lnTo>
                  <a:lnTo>
                    <a:pt x="127996" y="181279"/>
                  </a:lnTo>
                  <a:lnTo>
                    <a:pt x="128777" y="181375"/>
                  </a:lnTo>
                  <a:lnTo>
                    <a:pt x="129967" y="182648"/>
                  </a:lnTo>
                  <a:lnTo>
                    <a:pt x="131566" y="185099"/>
                  </a:lnTo>
                  <a:lnTo>
                    <a:pt x="131714" y="187965"/>
                  </a:lnTo>
                  <a:lnTo>
                    <a:pt x="130413" y="191243"/>
                  </a:lnTo>
                  <a:lnTo>
                    <a:pt x="128820" y="193394"/>
                  </a:lnTo>
                  <a:lnTo>
                    <a:pt x="122572" y="196942"/>
                  </a:lnTo>
                  <a:lnTo>
                    <a:pt x="120683" y="198337"/>
                  </a:lnTo>
                  <a:lnTo>
                    <a:pt x="119192" y="199790"/>
                  </a:lnTo>
                  <a:lnTo>
                    <a:pt x="117027" y="201099"/>
                  </a:lnTo>
                  <a:lnTo>
                    <a:pt x="112773" y="202849"/>
                  </a:lnTo>
                  <a:lnTo>
                    <a:pt x="110530" y="203177"/>
                  </a:lnTo>
                  <a:lnTo>
                    <a:pt x="105690" y="205059"/>
                  </a:lnTo>
                  <a:lnTo>
                    <a:pt x="104638" y="205145"/>
                  </a:lnTo>
                  <a:lnTo>
                    <a:pt x="103069" y="204839"/>
                  </a:lnTo>
                  <a:lnTo>
                    <a:pt x="102745" y="203921"/>
                  </a:lnTo>
                  <a:lnTo>
                    <a:pt x="103144" y="202291"/>
                  </a:lnTo>
                  <a:lnTo>
                    <a:pt x="103662" y="200773"/>
                  </a:lnTo>
                  <a:lnTo>
                    <a:pt x="104301" y="199366"/>
                  </a:lnTo>
                  <a:lnTo>
                    <a:pt x="104324" y="198199"/>
                  </a:lnTo>
                  <a:lnTo>
                    <a:pt x="102958" y="196384"/>
                  </a:lnTo>
                  <a:lnTo>
                    <a:pt x="101998" y="195544"/>
                  </a:lnTo>
                  <a:lnTo>
                    <a:pt x="101072" y="195123"/>
                  </a:lnTo>
                  <a:lnTo>
                    <a:pt x="99206" y="195367"/>
                  </a:lnTo>
                  <a:lnTo>
                    <a:pt x="98151" y="195864"/>
                  </a:lnTo>
                  <a:lnTo>
                    <a:pt x="97021" y="195960"/>
                  </a:lnTo>
                  <a:lnTo>
                    <a:pt x="95816" y="195648"/>
                  </a:lnTo>
                  <a:lnTo>
                    <a:pt x="94801" y="194883"/>
                  </a:lnTo>
                  <a:lnTo>
                    <a:pt x="92770" y="191676"/>
                  </a:lnTo>
                  <a:lnTo>
                    <a:pt x="92006" y="191268"/>
                  </a:lnTo>
                  <a:lnTo>
                    <a:pt x="91004" y="191368"/>
                  </a:lnTo>
                  <a:lnTo>
                    <a:pt x="90108" y="190908"/>
                  </a:lnTo>
                  <a:lnTo>
                    <a:pt x="89316" y="189888"/>
                  </a:lnTo>
                  <a:lnTo>
                    <a:pt x="88005" y="188901"/>
                  </a:lnTo>
                  <a:lnTo>
                    <a:pt x="88356" y="189654"/>
                  </a:lnTo>
                  <a:lnTo>
                    <a:pt x="89667" y="191480"/>
                  </a:lnTo>
                  <a:lnTo>
                    <a:pt x="90581" y="193292"/>
                  </a:lnTo>
                  <a:lnTo>
                    <a:pt x="91096" y="195093"/>
                  </a:lnTo>
                  <a:lnTo>
                    <a:pt x="90858" y="196509"/>
                  </a:lnTo>
                  <a:lnTo>
                    <a:pt x="79746" y="197294"/>
                  </a:lnTo>
                  <a:lnTo>
                    <a:pt x="74971" y="196884"/>
                  </a:lnTo>
                  <a:lnTo>
                    <a:pt x="74003" y="195646"/>
                  </a:lnTo>
                  <a:lnTo>
                    <a:pt x="71720" y="190318"/>
                  </a:lnTo>
                  <a:lnTo>
                    <a:pt x="71225" y="199738"/>
                  </a:lnTo>
                  <a:lnTo>
                    <a:pt x="62900" y="201274"/>
                  </a:lnTo>
                  <a:lnTo>
                    <a:pt x="60955" y="201014"/>
                  </a:lnTo>
                  <a:lnTo>
                    <a:pt x="57715" y="199961"/>
                  </a:lnTo>
                  <a:lnTo>
                    <a:pt x="53531" y="197423"/>
                  </a:lnTo>
                  <a:lnTo>
                    <a:pt x="51797" y="195740"/>
                  </a:lnTo>
                  <a:lnTo>
                    <a:pt x="51118" y="194062"/>
                  </a:lnTo>
                  <a:lnTo>
                    <a:pt x="50612" y="193146"/>
                  </a:lnTo>
                  <a:lnTo>
                    <a:pt x="50283" y="192992"/>
                  </a:lnTo>
                  <a:lnTo>
                    <a:pt x="49242" y="195012"/>
                  </a:lnTo>
                  <a:lnTo>
                    <a:pt x="48105" y="199145"/>
                  </a:lnTo>
                  <a:lnTo>
                    <a:pt x="45245" y="198078"/>
                  </a:lnTo>
                  <a:lnTo>
                    <a:pt x="41626" y="197035"/>
                  </a:lnTo>
                  <a:lnTo>
                    <a:pt x="40322" y="192963"/>
                  </a:lnTo>
                  <a:lnTo>
                    <a:pt x="40247" y="198859"/>
                  </a:lnTo>
                  <a:lnTo>
                    <a:pt x="34414" y="198078"/>
                  </a:lnTo>
                  <a:lnTo>
                    <a:pt x="31610" y="198298"/>
                  </a:lnTo>
                  <a:lnTo>
                    <a:pt x="30787" y="193133"/>
                  </a:lnTo>
                  <a:lnTo>
                    <a:pt x="30650" y="187437"/>
                  </a:lnTo>
                  <a:lnTo>
                    <a:pt x="29513" y="191041"/>
                  </a:lnTo>
                  <a:lnTo>
                    <a:pt x="30009" y="194104"/>
                  </a:lnTo>
                  <a:lnTo>
                    <a:pt x="30170" y="197837"/>
                  </a:lnTo>
                  <a:lnTo>
                    <a:pt x="27690" y="196775"/>
                  </a:lnTo>
                  <a:lnTo>
                    <a:pt x="22250" y="196254"/>
                  </a:lnTo>
                  <a:lnTo>
                    <a:pt x="20323" y="195737"/>
                  </a:lnTo>
                  <a:lnTo>
                    <a:pt x="20570" y="190781"/>
                  </a:lnTo>
                  <a:lnTo>
                    <a:pt x="20999" y="185843"/>
                  </a:lnTo>
                  <a:lnTo>
                    <a:pt x="28006" y="180921"/>
                  </a:lnTo>
                  <a:lnTo>
                    <a:pt x="30070" y="178591"/>
                  </a:lnTo>
                  <a:lnTo>
                    <a:pt x="31589" y="177653"/>
                  </a:lnTo>
                  <a:lnTo>
                    <a:pt x="33995" y="177060"/>
                  </a:lnTo>
                  <a:lnTo>
                    <a:pt x="37067" y="176692"/>
                  </a:lnTo>
                  <a:lnTo>
                    <a:pt x="39162" y="176976"/>
                  </a:lnTo>
                  <a:lnTo>
                    <a:pt x="41553" y="176699"/>
                  </a:lnTo>
                  <a:lnTo>
                    <a:pt x="44411" y="175823"/>
                  </a:lnTo>
                  <a:lnTo>
                    <a:pt x="46452" y="175571"/>
                  </a:lnTo>
                  <a:lnTo>
                    <a:pt x="46836" y="175261"/>
                  </a:lnTo>
                  <a:lnTo>
                    <a:pt x="46244" y="174806"/>
                  </a:lnTo>
                  <a:lnTo>
                    <a:pt x="44061" y="171632"/>
                  </a:lnTo>
                  <a:lnTo>
                    <a:pt x="43277" y="170911"/>
                  </a:lnTo>
                  <a:lnTo>
                    <a:pt x="42479" y="170589"/>
                  </a:lnTo>
                  <a:lnTo>
                    <a:pt x="40900" y="170448"/>
                  </a:lnTo>
                  <a:lnTo>
                    <a:pt x="39367" y="169058"/>
                  </a:lnTo>
                  <a:lnTo>
                    <a:pt x="38479" y="167830"/>
                  </a:lnTo>
                  <a:lnTo>
                    <a:pt x="37530" y="166162"/>
                  </a:lnTo>
                  <a:lnTo>
                    <a:pt x="36014" y="163001"/>
                  </a:lnTo>
                  <a:lnTo>
                    <a:pt x="34507" y="159473"/>
                  </a:lnTo>
                  <a:lnTo>
                    <a:pt x="35254" y="157537"/>
                  </a:lnTo>
                  <a:lnTo>
                    <a:pt x="37752" y="156015"/>
                  </a:lnTo>
                  <a:lnTo>
                    <a:pt x="40255" y="154960"/>
                  </a:lnTo>
                  <a:lnTo>
                    <a:pt x="42762" y="154373"/>
                  </a:lnTo>
                  <a:lnTo>
                    <a:pt x="44858" y="154360"/>
                  </a:lnTo>
                  <a:lnTo>
                    <a:pt x="47385" y="155203"/>
                  </a:lnTo>
                  <a:lnTo>
                    <a:pt x="50942" y="156832"/>
                  </a:lnTo>
                  <a:lnTo>
                    <a:pt x="52981" y="158677"/>
                  </a:lnTo>
                  <a:lnTo>
                    <a:pt x="55542" y="162584"/>
                  </a:lnTo>
                  <a:lnTo>
                    <a:pt x="57229" y="165695"/>
                  </a:lnTo>
                  <a:lnTo>
                    <a:pt x="58601" y="167099"/>
                  </a:lnTo>
                  <a:lnTo>
                    <a:pt x="64730" y="169645"/>
                  </a:lnTo>
                  <a:lnTo>
                    <a:pt x="66770" y="170056"/>
                  </a:lnTo>
                  <a:lnTo>
                    <a:pt x="69190" y="169852"/>
                  </a:lnTo>
                  <a:lnTo>
                    <a:pt x="74126" y="169185"/>
                  </a:lnTo>
                  <a:lnTo>
                    <a:pt x="76551" y="168485"/>
                  </a:lnTo>
                  <a:lnTo>
                    <a:pt x="77640" y="167657"/>
                  </a:lnTo>
                  <a:lnTo>
                    <a:pt x="78200" y="166465"/>
                  </a:lnTo>
                  <a:lnTo>
                    <a:pt x="78896" y="165548"/>
                  </a:lnTo>
                  <a:lnTo>
                    <a:pt x="81079" y="163444"/>
                  </a:lnTo>
                  <a:lnTo>
                    <a:pt x="84420" y="159074"/>
                  </a:lnTo>
                  <a:lnTo>
                    <a:pt x="86270" y="155623"/>
                  </a:lnTo>
                  <a:lnTo>
                    <a:pt x="86709" y="154461"/>
                  </a:lnTo>
                  <a:lnTo>
                    <a:pt x="87078" y="153057"/>
                  </a:lnTo>
                  <a:lnTo>
                    <a:pt x="87376" y="151408"/>
                  </a:lnTo>
                  <a:lnTo>
                    <a:pt x="86335" y="152287"/>
                  </a:lnTo>
                  <a:lnTo>
                    <a:pt x="80565" y="160817"/>
                  </a:lnTo>
                  <a:lnTo>
                    <a:pt x="79369" y="162366"/>
                  </a:lnTo>
                  <a:lnTo>
                    <a:pt x="75993" y="164986"/>
                  </a:lnTo>
                  <a:lnTo>
                    <a:pt x="74562" y="165409"/>
                  </a:lnTo>
                  <a:lnTo>
                    <a:pt x="72258" y="165279"/>
                  </a:lnTo>
                  <a:lnTo>
                    <a:pt x="69201" y="164119"/>
                  </a:lnTo>
                  <a:lnTo>
                    <a:pt x="65599" y="165965"/>
                  </a:lnTo>
                  <a:lnTo>
                    <a:pt x="63413" y="165496"/>
                  </a:lnTo>
                  <a:lnTo>
                    <a:pt x="61476" y="164206"/>
                  </a:lnTo>
                  <a:lnTo>
                    <a:pt x="61450" y="158153"/>
                  </a:lnTo>
                  <a:lnTo>
                    <a:pt x="58994" y="153313"/>
                  </a:lnTo>
                  <a:lnTo>
                    <a:pt x="61707" y="150863"/>
                  </a:lnTo>
                  <a:lnTo>
                    <a:pt x="63955" y="149343"/>
                  </a:lnTo>
                  <a:lnTo>
                    <a:pt x="67955" y="145393"/>
                  </a:lnTo>
                  <a:lnTo>
                    <a:pt x="68833" y="145353"/>
                  </a:lnTo>
                  <a:lnTo>
                    <a:pt x="71731" y="145974"/>
                  </a:lnTo>
                  <a:lnTo>
                    <a:pt x="70140" y="145078"/>
                  </a:lnTo>
                  <a:lnTo>
                    <a:pt x="68584" y="143748"/>
                  </a:lnTo>
                  <a:lnTo>
                    <a:pt x="65120" y="144093"/>
                  </a:lnTo>
                  <a:lnTo>
                    <a:pt x="66342" y="135586"/>
                  </a:lnTo>
                  <a:lnTo>
                    <a:pt x="64024" y="141945"/>
                  </a:lnTo>
                  <a:lnTo>
                    <a:pt x="61661" y="145280"/>
                  </a:lnTo>
                  <a:lnTo>
                    <a:pt x="60230" y="146967"/>
                  </a:lnTo>
                  <a:lnTo>
                    <a:pt x="58625" y="147938"/>
                  </a:lnTo>
                  <a:lnTo>
                    <a:pt x="52551" y="148776"/>
                  </a:lnTo>
                  <a:lnTo>
                    <a:pt x="54043" y="145651"/>
                  </a:lnTo>
                  <a:lnTo>
                    <a:pt x="55413" y="141044"/>
                  </a:lnTo>
                  <a:lnTo>
                    <a:pt x="53962" y="142766"/>
                  </a:lnTo>
                  <a:lnTo>
                    <a:pt x="50539" y="145354"/>
                  </a:lnTo>
                  <a:lnTo>
                    <a:pt x="47976" y="146713"/>
                  </a:lnTo>
                  <a:lnTo>
                    <a:pt x="45865" y="147429"/>
                  </a:lnTo>
                  <a:lnTo>
                    <a:pt x="41768" y="147256"/>
                  </a:lnTo>
                  <a:lnTo>
                    <a:pt x="39726" y="145957"/>
                  </a:lnTo>
                  <a:lnTo>
                    <a:pt x="40309" y="142771"/>
                  </a:lnTo>
                  <a:lnTo>
                    <a:pt x="40307" y="138848"/>
                  </a:lnTo>
                  <a:lnTo>
                    <a:pt x="41557" y="137030"/>
                  </a:lnTo>
                  <a:lnTo>
                    <a:pt x="43451" y="134699"/>
                  </a:lnTo>
                  <a:lnTo>
                    <a:pt x="45483" y="131558"/>
                  </a:lnTo>
                  <a:lnTo>
                    <a:pt x="46877" y="128294"/>
                  </a:lnTo>
                  <a:lnTo>
                    <a:pt x="52319" y="126838"/>
                  </a:lnTo>
                  <a:lnTo>
                    <a:pt x="57615" y="126245"/>
                  </a:lnTo>
                  <a:lnTo>
                    <a:pt x="62050" y="124522"/>
                  </a:lnTo>
                  <a:lnTo>
                    <a:pt x="64222" y="124219"/>
                  </a:lnTo>
                  <a:lnTo>
                    <a:pt x="66303" y="125037"/>
                  </a:lnTo>
                  <a:lnTo>
                    <a:pt x="74757" y="126379"/>
                  </a:lnTo>
                  <a:lnTo>
                    <a:pt x="78226" y="127404"/>
                  </a:lnTo>
                  <a:lnTo>
                    <a:pt x="79748" y="128147"/>
                  </a:lnTo>
                  <a:lnTo>
                    <a:pt x="80876" y="128414"/>
                  </a:lnTo>
                  <a:lnTo>
                    <a:pt x="82068" y="127304"/>
                  </a:lnTo>
                  <a:lnTo>
                    <a:pt x="83583" y="126232"/>
                  </a:lnTo>
                  <a:lnTo>
                    <a:pt x="88852" y="126342"/>
                  </a:lnTo>
                  <a:lnTo>
                    <a:pt x="90305" y="126146"/>
                  </a:lnTo>
                  <a:lnTo>
                    <a:pt x="91647" y="125642"/>
                  </a:lnTo>
                  <a:lnTo>
                    <a:pt x="93281" y="124626"/>
                  </a:lnTo>
                  <a:lnTo>
                    <a:pt x="95206" y="123094"/>
                  </a:lnTo>
                  <a:lnTo>
                    <a:pt x="95501" y="122342"/>
                  </a:lnTo>
                  <a:lnTo>
                    <a:pt x="94165" y="122370"/>
                  </a:lnTo>
                  <a:lnTo>
                    <a:pt x="92827" y="122754"/>
                  </a:lnTo>
                  <a:lnTo>
                    <a:pt x="90817" y="123870"/>
                  </a:lnTo>
                  <a:lnTo>
                    <a:pt x="88881" y="124473"/>
                  </a:lnTo>
                  <a:lnTo>
                    <a:pt x="86907" y="124359"/>
                  </a:lnTo>
                  <a:lnTo>
                    <a:pt x="82923" y="123414"/>
                  </a:lnTo>
                  <a:lnTo>
                    <a:pt x="76000" y="123244"/>
                  </a:lnTo>
                  <a:lnTo>
                    <a:pt x="72470" y="122814"/>
                  </a:lnTo>
                  <a:lnTo>
                    <a:pt x="70833" y="122357"/>
                  </a:lnTo>
                  <a:lnTo>
                    <a:pt x="69911" y="121728"/>
                  </a:lnTo>
                  <a:lnTo>
                    <a:pt x="69105" y="120783"/>
                  </a:lnTo>
                  <a:lnTo>
                    <a:pt x="68413" y="119520"/>
                  </a:lnTo>
                  <a:lnTo>
                    <a:pt x="68774" y="118634"/>
                  </a:lnTo>
                  <a:lnTo>
                    <a:pt x="70184" y="118124"/>
                  </a:lnTo>
                  <a:lnTo>
                    <a:pt x="71404" y="118017"/>
                  </a:lnTo>
                  <a:lnTo>
                    <a:pt x="73362" y="118711"/>
                  </a:lnTo>
                  <a:lnTo>
                    <a:pt x="75558" y="119888"/>
                  </a:lnTo>
                  <a:lnTo>
                    <a:pt x="77949" y="120041"/>
                  </a:lnTo>
                  <a:lnTo>
                    <a:pt x="77121" y="118966"/>
                  </a:lnTo>
                  <a:lnTo>
                    <a:pt x="74082" y="116806"/>
                  </a:lnTo>
                  <a:lnTo>
                    <a:pt x="71974" y="114975"/>
                  </a:lnTo>
                  <a:lnTo>
                    <a:pt x="70208" y="112724"/>
                  </a:lnTo>
                  <a:lnTo>
                    <a:pt x="68849" y="110498"/>
                  </a:lnTo>
                  <a:lnTo>
                    <a:pt x="65831" y="107008"/>
                  </a:lnTo>
                  <a:lnTo>
                    <a:pt x="63395" y="103538"/>
                  </a:lnTo>
                  <a:lnTo>
                    <a:pt x="61677" y="102003"/>
                  </a:lnTo>
                  <a:lnTo>
                    <a:pt x="59865" y="101242"/>
                  </a:lnTo>
                  <a:lnTo>
                    <a:pt x="54342" y="100295"/>
                  </a:lnTo>
                  <a:lnTo>
                    <a:pt x="53235" y="99677"/>
                  </a:lnTo>
                  <a:lnTo>
                    <a:pt x="50599" y="96651"/>
                  </a:lnTo>
                  <a:lnTo>
                    <a:pt x="49892" y="91541"/>
                  </a:lnTo>
                  <a:lnTo>
                    <a:pt x="48737" y="88427"/>
                  </a:lnTo>
                  <a:lnTo>
                    <a:pt x="49852" y="84446"/>
                  </a:lnTo>
                  <a:lnTo>
                    <a:pt x="51691" y="82642"/>
                  </a:lnTo>
                  <a:lnTo>
                    <a:pt x="62724" y="84047"/>
                  </a:lnTo>
                  <a:lnTo>
                    <a:pt x="67378" y="83836"/>
                  </a:lnTo>
                  <a:lnTo>
                    <a:pt x="73328" y="84337"/>
                  </a:lnTo>
                  <a:lnTo>
                    <a:pt x="76529" y="85312"/>
                  </a:lnTo>
                  <a:lnTo>
                    <a:pt x="80181" y="87735"/>
                  </a:lnTo>
                  <a:lnTo>
                    <a:pt x="83444" y="90465"/>
                  </a:lnTo>
                  <a:lnTo>
                    <a:pt x="86586" y="92291"/>
                  </a:lnTo>
                  <a:lnTo>
                    <a:pt x="89475" y="94789"/>
                  </a:lnTo>
                  <a:lnTo>
                    <a:pt x="92630" y="98497"/>
                  </a:lnTo>
                  <a:lnTo>
                    <a:pt x="94486" y="100276"/>
                  </a:lnTo>
                  <a:lnTo>
                    <a:pt x="96095" y="101362"/>
                  </a:lnTo>
                  <a:lnTo>
                    <a:pt x="98261" y="102297"/>
                  </a:lnTo>
                  <a:lnTo>
                    <a:pt x="102347" y="103478"/>
                  </a:lnTo>
                  <a:lnTo>
                    <a:pt x="105906" y="103867"/>
                  </a:lnTo>
                  <a:lnTo>
                    <a:pt x="107751" y="103712"/>
                  </a:lnTo>
                  <a:lnTo>
                    <a:pt x="109725" y="102857"/>
                  </a:lnTo>
                  <a:lnTo>
                    <a:pt x="111130" y="101844"/>
                  </a:lnTo>
                  <a:lnTo>
                    <a:pt x="109563" y="101564"/>
                  </a:lnTo>
                  <a:lnTo>
                    <a:pt x="105462" y="101683"/>
                  </a:lnTo>
                  <a:lnTo>
                    <a:pt x="102615" y="101146"/>
                  </a:lnTo>
                  <a:lnTo>
                    <a:pt x="100991" y="99954"/>
                  </a:lnTo>
                  <a:lnTo>
                    <a:pt x="99264" y="98348"/>
                  </a:lnTo>
                  <a:lnTo>
                    <a:pt x="96519" y="95321"/>
                  </a:lnTo>
                  <a:lnTo>
                    <a:pt x="94443" y="93343"/>
                  </a:lnTo>
                  <a:lnTo>
                    <a:pt x="89904" y="90117"/>
                  </a:lnTo>
                  <a:lnTo>
                    <a:pt x="86549" y="86909"/>
                  </a:lnTo>
                  <a:lnTo>
                    <a:pt x="83859" y="83866"/>
                  </a:lnTo>
                  <a:lnTo>
                    <a:pt x="83610" y="82545"/>
                  </a:lnTo>
                  <a:lnTo>
                    <a:pt x="85554" y="81624"/>
                  </a:lnTo>
                  <a:lnTo>
                    <a:pt x="87945" y="80981"/>
                  </a:lnTo>
                  <a:lnTo>
                    <a:pt x="102908" y="78920"/>
                  </a:lnTo>
                  <a:lnTo>
                    <a:pt x="111835" y="76459"/>
                  </a:lnTo>
                  <a:lnTo>
                    <a:pt x="115457" y="73602"/>
                  </a:lnTo>
                  <a:lnTo>
                    <a:pt x="115890" y="72934"/>
                  </a:lnTo>
                  <a:lnTo>
                    <a:pt x="127841" y="68900"/>
                  </a:lnTo>
                  <a:lnTo>
                    <a:pt x="136292" y="67411"/>
                  </a:lnTo>
                  <a:lnTo>
                    <a:pt x="139541" y="67170"/>
                  </a:lnTo>
                  <a:lnTo>
                    <a:pt x="142485" y="66524"/>
                  </a:lnTo>
                  <a:lnTo>
                    <a:pt x="142606" y="66128"/>
                  </a:lnTo>
                  <a:lnTo>
                    <a:pt x="140028" y="65589"/>
                  </a:lnTo>
                  <a:lnTo>
                    <a:pt x="137423" y="65323"/>
                  </a:lnTo>
                  <a:lnTo>
                    <a:pt x="131517" y="65341"/>
                  </a:lnTo>
                  <a:lnTo>
                    <a:pt x="126257" y="64850"/>
                  </a:lnTo>
                  <a:lnTo>
                    <a:pt x="124668" y="63957"/>
                  </a:lnTo>
                  <a:lnTo>
                    <a:pt x="124998" y="62497"/>
                  </a:lnTo>
                  <a:lnTo>
                    <a:pt x="125504" y="61244"/>
                  </a:lnTo>
                  <a:lnTo>
                    <a:pt x="127093" y="59149"/>
                  </a:lnTo>
                  <a:lnTo>
                    <a:pt x="128796" y="57575"/>
                  </a:lnTo>
                  <a:lnTo>
                    <a:pt x="136014" y="53041"/>
                  </a:lnTo>
                  <a:lnTo>
                    <a:pt x="140872" y="51132"/>
                  </a:lnTo>
                  <a:lnTo>
                    <a:pt x="142272" y="49814"/>
                  </a:lnTo>
                  <a:lnTo>
                    <a:pt x="131819" y="52753"/>
                  </a:lnTo>
                  <a:lnTo>
                    <a:pt x="128168" y="54877"/>
                  </a:lnTo>
                  <a:lnTo>
                    <a:pt x="124498" y="58066"/>
                  </a:lnTo>
                  <a:lnTo>
                    <a:pt x="122598" y="59005"/>
                  </a:lnTo>
                  <a:lnTo>
                    <a:pt x="121243" y="58757"/>
                  </a:lnTo>
                  <a:lnTo>
                    <a:pt x="120033" y="59054"/>
                  </a:lnTo>
                  <a:lnTo>
                    <a:pt x="118968" y="59897"/>
                  </a:lnTo>
                  <a:lnTo>
                    <a:pt x="118074" y="61439"/>
                  </a:lnTo>
                  <a:lnTo>
                    <a:pt x="117352" y="63681"/>
                  </a:lnTo>
                  <a:lnTo>
                    <a:pt x="116697" y="65208"/>
                  </a:lnTo>
                  <a:lnTo>
                    <a:pt x="116108" y="66022"/>
                  </a:lnTo>
                  <a:lnTo>
                    <a:pt x="114621" y="67199"/>
                  </a:lnTo>
                  <a:lnTo>
                    <a:pt x="111043" y="69505"/>
                  </a:lnTo>
                  <a:lnTo>
                    <a:pt x="102645" y="72726"/>
                  </a:lnTo>
                  <a:lnTo>
                    <a:pt x="99819" y="73545"/>
                  </a:lnTo>
                  <a:lnTo>
                    <a:pt x="97399" y="73674"/>
                  </a:lnTo>
                  <a:lnTo>
                    <a:pt x="89559" y="75491"/>
                  </a:lnTo>
                  <a:lnTo>
                    <a:pt x="87205" y="75563"/>
                  </a:lnTo>
                  <a:lnTo>
                    <a:pt x="84597" y="75012"/>
                  </a:lnTo>
                  <a:lnTo>
                    <a:pt x="85713" y="73442"/>
                  </a:lnTo>
                  <a:lnTo>
                    <a:pt x="89861" y="70546"/>
                  </a:lnTo>
                  <a:lnTo>
                    <a:pt x="90961" y="69256"/>
                  </a:lnTo>
                  <a:lnTo>
                    <a:pt x="88307" y="69538"/>
                  </a:lnTo>
                  <a:lnTo>
                    <a:pt x="85601" y="70329"/>
                  </a:lnTo>
                  <a:lnTo>
                    <a:pt x="79626" y="70981"/>
                  </a:lnTo>
                  <a:lnTo>
                    <a:pt x="77264" y="72159"/>
                  </a:lnTo>
                  <a:lnTo>
                    <a:pt x="74974" y="74296"/>
                  </a:lnTo>
                  <a:lnTo>
                    <a:pt x="73138" y="75641"/>
                  </a:lnTo>
                  <a:lnTo>
                    <a:pt x="71759" y="76186"/>
                  </a:lnTo>
                  <a:lnTo>
                    <a:pt x="69855" y="76512"/>
                  </a:lnTo>
                  <a:lnTo>
                    <a:pt x="62856" y="76678"/>
                  </a:lnTo>
                  <a:lnTo>
                    <a:pt x="61303" y="76535"/>
                  </a:lnTo>
                  <a:lnTo>
                    <a:pt x="57276" y="74905"/>
                  </a:lnTo>
                  <a:lnTo>
                    <a:pt x="53710" y="75468"/>
                  </a:lnTo>
                  <a:lnTo>
                    <a:pt x="52238" y="75360"/>
                  </a:lnTo>
                  <a:lnTo>
                    <a:pt x="49534" y="74208"/>
                  </a:lnTo>
                  <a:lnTo>
                    <a:pt x="48728" y="73461"/>
                  </a:lnTo>
                  <a:lnTo>
                    <a:pt x="48847" y="72457"/>
                  </a:lnTo>
                  <a:lnTo>
                    <a:pt x="50410" y="70565"/>
                  </a:lnTo>
                  <a:lnTo>
                    <a:pt x="52221" y="68747"/>
                  </a:lnTo>
                  <a:lnTo>
                    <a:pt x="58112" y="64756"/>
                  </a:lnTo>
                  <a:lnTo>
                    <a:pt x="61890" y="62886"/>
                  </a:lnTo>
                  <a:lnTo>
                    <a:pt x="67335" y="61276"/>
                  </a:lnTo>
                  <a:lnTo>
                    <a:pt x="80128" y="59476"/>
                  </a:lnTo>
                  <a:lnTo>
                    <a:pt x="80709" y="58157"/>
                  </a:lnTo>
                  <a:lnTo>
                    <a:pt x="67763" y="59630"/>
                  </a:lnTo>
                  <a:lnTo>
                    <a:pt x="56751" y="61493"/>
                  </a:lnTo>
                  <a:lnTo>
                    <a:pt x="54964" y="62177"/>
                  </a:lnTo>
                  <a:lnTo>
                    <a:pt x="52400" y="64003"/>
                  </a:lnTo>
                  <a:lnTo>
                    <a:pt x="44259" y="70617"/>
                  </a:lnTo>
                  <a:lnTo>
                    <a:pt x="41859" y="72287"/>
                  </a:lnTo>
                  <a:lnTo>
                    <a:pt x="38189" y="72686"/>
                  </a:lnTo>
                  <a:lnTo>
                    <a:pt x="35382" y="72121"/>
                  </a:lnTo>
                  <a:lnTo>
                    <a:pt x="33187" y="71281"/>
                  </a:lnTo>
                  <a:lnTo>
                    <a:pt x="29408" y="69323"/>
                  </a:lnTo>
                  <a:lnTo>
                    <a:pt x="26559" y="68272"/>
                  </a:lnTo>
                  <a:lnTo>
                    <a:pt x="25211" y="67566"/>
                  </a:lnTo>
                  <a:lnTo>
                    <a:pt x="24413" y="66853"/>
                  </a:lnTo>
                  <a:lnTo>
                    <a:pt x="23768" y="66017"/>
                  </a:lnTo>
                  <a:lnTo>
                    <a:pt x="23272" y="65061"/>
                  </a:lnTo>
                  <a:lnTo>
                    <a:pt x="24199" y="64263"/>
                  </a:lnTo>
                  <a:lnTo>
                    <a:pt x="31446" y="62536"/>
                  </a:lnTo>
                  <a:lnTo>
                    <a:pt x="41294" y="62872"/>
                  </a:lnTo>
                  <a:lnTo>
                    <a:pt x="45713" y="62516"/>
                  </a:lnTo>
                  <a:lnTo>
                    <a:pt x="50061" y="61472"/>
                  </a:lnTo>
                  <a:lnTo>
                    <a:pt x="56475" y="58877"/>
                  </a:lnTo>
                  <a:lnTo>
                    <a:pt x="63457" y="55234"/>
                  </a:lnTo>
                  <a:lnTo>
                    <a:pt x="64823" y="54071"/>
                  </a:lnTo>
                  <a:lnTo>
                    <a:pt x="62275" y="53816"/>
                  </a:lnTo>
                  <a:lnTo>
                    <a:pt x="60389" y="54098"/>
                  </a:lnTo>
                  <a:lnTo>
                    <a:pt x="55846" y="55401"/>
                  </a:lnTo>
                  <a:lnTo>
                    <a:pt x="48657" y="58904"/>
                  </a:lnTo>
                  <a:lnTo>
                    <a:pt x="42386" y="60141"/>
                  </a:lnTo>
                  <a:lnTo>
                    <a:pt x="26891" y="60800"/>
                  </a:lnTo>
                  <a:lnTo>
                    <a:pt x="21973" y="61780"/>
                  </a:lnTo>
                  <a:lnTo>
                    <a:pt x="19814" y="61569"/>
                  </a:lnTo>
                  <a:lnTo>
                    <a:pt x="18187" y="60613"/>
                  </a:lnTo>
                  <a:lnTo>
                    <a:pt x="16373" y="58844"/>
                  </a:lnTo>
                  <a:lnTo>
                    <a:pt x="16696" y="57427"/>
                  </a:lnTo>
                  <a:lnTo>
                    <a:pt x="20387" y="55837"/>
                  </a:lnTo>
                  <a:lnTo>
                    <a:pt x="23279" y="55465"/>
                  </a:lnTo>
                  <a:lnTo>
                    <a:pt x="23797" y="55138"/>
                  </a:lnTo>
                  <a:lnTo>
                    <a:pt x="19692" y="53603"/>
                  </a:lnTo>
                  <a:lnTo>
                    <a:pt x="19327" y="52818"/>
                  </a:lnTo>
                  <a:lnTo>
                    <a:pt x="21698" y="51080"/>
                  </a:lnTo>
                  <a:lnTo>
                    <a:pt x="26839" y="48519"/>
                  </a:lnTo>
                  <a:lnTo>
                    <a:pt x="29438" y="47712"/>
                  </a:lnTo>
                  <a:lnTo>
                    <a:pt x="34201" y="47199"/>
                  </a:lnTo>
                  <a:lnTo>
                    <a:pt x="39102" y="47479"/>
                  </a:lnTo>
                  <a:lnTo>
                    <a:pt x="39291" y="46991"/>
                  </a:lnTo>
                  <a:lnTo>
                    <a:pt x="34443" y="46021"/>
                  </a:lnTo>
                  <a:lnTo>
                    <a:pt x="30812" y="45844"/>
                  </a:lnTo>
                  <a:lnTo>
                    <a:pt x="26011" y="46528"/>
                  </a:lnTo>
                  <a:lnTo>
                    <a:pt x="13272" y="50676"/>
                  </a:lnTo>
                  <a:lnTo>
                    <a:pt x="12187" y="50550"/>
                  </a:lnTo>
                  <a:lnTo>
                    <a:pt x="10335" y="49836"/>
                  </a:lnTo>
                  <a:lnTo>
                    <a:pt x="10866" y="48812"/>
                  </a:lnTo>
                  <a:lnTo>
                    <a:pt x="17678" y="44454"/>
                  </a:lnTo>
                  <a:lnTo>
                    <a:pt x="17904" y="43769"/>
                  </a:lnTo>
                  <a:lnTo>
                    <a:pt x="13009" y="43867"/>
                  </a:lnTo>
                  <a:lnTo>
                    <a:pt x="11572" y="43661"/>
                  </a:lnTo>
                  <a:lnTo>
                    <a:pt x="10168" y="43144"/>
                  </a:lnTo>
                  <a:lnTo>
                    <a:pt x="8174" y="43603"/>
                  </a:lnTo>
                  <a:lnTo>
                    <a:pt x="5588" y="45036"/>
                  </a:lnTo>
                  <a:lnTo>
                    <a:pt x="3765" y="45649"/>
                  </a:lnTo>
                  <a:lnTo>
                    <a:pt x="2704" y="45443"/>
                  </a:lnTo>
                  <a:lnTo>
                    <a:pt x="0" y="43745"/>
                  </a:lnTo>
                  <a:lnTo>
                    <a:pt x="351" y="42322"/>
                  </a:lnTo>
                  <a:lnTo>
                    <a:pt x="2501" y="40537"/>
                  </a:lnTo>
                  <a:lnTo>
                    <a:pt x="4466" y="39252"/>
                  </a:lnTo>
                  <a:lnTo>
                    <a:pt x="7134" y="38079"/>
                  </a:lnTo>
                  <a:lnTo>
                    <a:pt x="11477" y="36607"/>
                  </a:lnTo>
                  <a:lnTo>
                    <a:pt x="14622" y="36110"/>
                  </a:lnTo>
                  <a:lnTo>
                    <a:pt x="19715" y="36096"/>
                  </a:lnTo>
                  <a:lnTo>
                    <a:pt x="22141" y="35440"/>
                  </a:lnTo>
                  <a:lnTo>
                    <a:pt x="24300" y="34297"/>
                  </a:lnTo>
                  <a:lnTo>
                    <a:pt x="27003" y="32447"/>
                  </a:lnTo>
                  <a:lnTo>
                    <a:pt x="29968" y="31175"/>
                  </a:lnTo>
                  <a:lnTo>
                    <a:pt x="34810" y="30129"/>
                  </a:lnTo>
                  <a:lnTo>
                    <a:pt x="38888" y="30466"/>
                  </a:lnTo>
                  <a:lnTo>
                    <a:pt x="41143" y="31378"/>
                  </a:lnTo>
                  <a:lnTo>
                    <a:pt x="42933" y="32977"/>
                  </a:lnTo>
                  <a:lnTo>
                    <a:pt x="44856" y="34199"/>
                  </a:lnTo>
                  <a:lnTo>
                    <a:pt x="45038" y="33212"/>
                  </a:lnTo>
                  <a:lnTo>
                    <a:pt x="46626" y="31994"/>
                  </a:lnTo>
                  <a:lnTo>
                    <a:pt x="48619" y="31472"/>
                  </a:lnTo>
                  <a:lnTo>
                    <a:pt x="51015" y="31646"/>
                  </a:lnTo>
                  <a:lnTo>
                    <a:pt x="53122" y="32225"/>
                  </a:lnTo>
                  <a:lnTo>
                    <a:pt x="55848" y="33698"/>
                  </a:lnTo>
                  <a:lnTo>
                    <a:pt x="58051" y="34360"/>
                  </a:lnTo>
                  <a:lnTo>
                    <a:pt x="59086" y="34320"/>
                  </a:lnTo>
                  <a:lnTo>
                    <a:pt x="60382" y="33505"/>
                  </a:lnTo>
                  <a:lnTo>
                    <a:pt x="63827" y="33487"/>
                  </a:lnTo>
                  <a:lnTo>
                    <a:pt x="63756" y="33141"/>
                  </a:lnTo>
                  <a:lnTo>
                    <a:pt x="62631" y="32289"/>
                  </a:lnTo>
                  <a:lnTo>
                    <a:pt x="61272" y="31680"/>
                  </a:lnTo>
                  <a:lnTo>
                    <a:pt x="49063" y="27448"/>
                  </a:lnTo>
                  <a:lnTo>
                    <a:pt x="48726" y="26522"/>
                  </a:lnTo>
                  <a:lnTo>
                    <a:pt x="52841" y="25653"/>
                  </a:lnTo>
                  <a:lnTo>
                    <a:pt x="55413" y="24615"/>
                  </a:lnTo>
                  <a:lnTo>
                    <a:pt x="56621" y="24363"/>
                  </a:lnTo>
                  <a:lnTo>
                    <a:pt x="59635" y="22155"/>
                  </a:lnTo>
                  <a:lnTo>
                    <a:pt x="61605" y="21006"/>
                  </a:lnTo>
                  <a:lnTo>
                    <a:pt x="65250" y="19700"/>
                  </a:lnTo>
                  <a:lnTo>
                    <a:pt x="66712" y="20056"/>
                  </a:lnTo>
                  <a:lnTo>
                    <a:pt x="68552" y="21209"/>
                  </a:lnTo>
                  <a:lnTo>
                    <a:pt x="70333" y="21930"/>
                  </a:lnTo>
                  <a:lnTo>
                    <a:pt x="75567" y="22617"/>
                  </a:lnTo>
                  <a:lnTo>
                    <a:pt x="77807" y="23333"/>
                  </a:lnTo>
                  <a:lnTo>
                    <a:pt x="81796" y="27448"/>
                  </a:lnTo>
                  <a:lnTo>
                    <a:pt x="83388" y="28792"/>
                  </a:lnTo>
                  <a:lnTo>
                    <a:pt x="85656" y="30175"/>
                  </a:lnTo>
                  <a:lnTo>
                    <a:pt x="87007" y="30695"/>
                  </a:lnTo>
                  <a:lnTo>
                    <a:pt x="89677" y="31029"/>
                  </a:lnTo>
                  <a:lnTo>
                    <a:pt x="89951" y="30247"/>
                  </a:lnTo>
                  <a:lnTo>
                    <a:pt x="86782" y="28302"/>
                  </a:lnTo>
                  <a:lnTo>
                    <a:pt x="85913" y="27175"/>
                  </a:lnTo>
                  <a:lnTo>
                    <a:pt x="86287" y="26221"/>
                  </a:lnTo>
                  <a:lnTo>
                    <a:pt x="86962" y="25718"/>
                  </a:lnTo>
                  <a:lnTo>
                    <a:pt x="87937" y="25673"/>
                  </a:lnTo>
                  <a:lnTo>
                    <a:pt x="90440" y="26524"/>
                  </a:lnTo>
                  <a:lnTo>
                    <a:pt x="97094" y="29417"/>
                  </a:lnTo>
                  <a:lnTo>
                    <a:pt x="107040" y="32844"/>
                  </a:lnTo>
                  <a:lnTo>
                    <a:pt x="110852" y="33640"/>
                  </a:lnTo>
                  <a:lnTo>
                    <a:pt x="113205" y="34864"/>
                  </a:lnTo>
                  <a:lnTo>
                    <a:pt x="115349" y="36351"/>
                  </a:lnTo>
                  <a:lnTo>
                    <a:pt x="117464" y="37379"/>
                  </a:lnTo>
                  <a:lnTo>
                    <a:pt x="117856" y="37281"/>
                  </a:lnTo>
                  <a:lnTo>
                    <a:pt x="115888" y="34979"/>
                  </a:lnTo>
                  <a:lnTo>
                    <a:pt x="111078" y="32141"/>
                  </a:lnTo>
                  <a:lnTo>
                    <a:pt x="98211" y="27295"/>
                  </a:lnTo>
                  <a:lnTo>
                    <a:pt x="93122" y="24757"/>
                  </a:lnTo>
                  <a:lnTo>
                    <a:pt x="90660" y="23041"/>
                  </a:lnTo>
                  <a:lnTo>
                    <a:pt x="88796" y="21307"/>
                  </a:lnTo>
                  <a:lnTo>
                    <a:pt x="88760" y="20359"/>
                  </a:lnTo>
                  <a:lnTo>
                    <a:pt x="90514" y="19249"/>
                  </a:lnTo>
                  <a:lnTo>
                    <a:pt x="92876" y="18371"/>
                  </a:lnTo>
                  <a:lnTo>
                    <a:pt x="95812" y="18020"/>
                  </a:lnTo>
                  <a:lnTo>
                    <a:pt x="96164" y="17654"/>
                  </a:lnTo>
                  <a:lnTo>
                    <a:pt x="93497" y="16337"/>
                  </a:lnTo>
                  <a:lnTo>
                    <a:pt x="91921" y="15198"/>
                  </a:lnTo>
                  <a:lnTo>
                    <a:pt x="91976" y="14403"/>
                  </a:lnTo>
                  <a:lnTo>
                    <a:pt x="95163" y="13796"/>
                  </a:lnTo>
                  <a:lnTo>
                    <a:pt x="97140" y="13979"/>
                  </a:lnTo>
                  <a:lnTo>
                    <a:pt x="100897" y="15413"/>
                  </a:lnTo>
                  <a:lnTo>
                    <a:pt x="104035" y="16091"/>
                  </a:lnTo>
                  <a:lnTo>
                    <a:pt x="104542" y="15653"/>
                  </a:lnTo>
                  <a:lnTo>
                    <a:pt x="101303" y="11835"/>
                  </a:lnTo>
                  <a:lnTo>
                    <a:pt x="101001" y="10975"/>
                  </a:lnTo>
                  <a:lnTo>
                    <a:pt x="101480" y="10471"/>
                  </a:lnTo>
                  <a:lnTo>
                    <a:pt x="102615" y="9959"/>
                  </a:lnTo>
                  <a:lnTo>
                    <a:pt x="106009" y="10253"/>
                  </a:lnTo>
                  <a:lnTo>
                    <a:pt x="111598" y="12112"/>
                  </a:lnTo>
                  <a:lnTo>
                    <a:pt x="121603" y="13044"/>
                  </a:lnTo>
                  <a:lnTo>
                    <a:pt x="124355" y="12904"/>
                  </a:lnTo>
                  <a:lnTo>
                    <a:pt x="123942" y="12475"/>
                  </a:lnTo>
                  <a:lnTo>
                    <a:pt x="119948" y="11327"/>
                  </a:lnTo>
                  <a:lnTo>
                    <a:pt x="115768" y="9785"/>
                  </a:lnTo>
                  <a:lnTo>
                    <a:pt x="113924" y="8853"/>
                  </a:lnTo>
                  <a:lnTo>
                    <a:pt x="112573" y="7597"/>
                  </a:lnTo>
                  <a:lnTo>
                    <a:pt x="110969" y="6556"/>
                  </a:lnTo>
                  <a:lnTo>
                    <a:pt x="110837" y="6056"/>
                  </a:lnTo>
                  <a:lnTo>
                    <a:pt x="113419" y="5247"/>
                  </a:lnTo>
                  <a:lnTo>
                    <a:pt x="120204" y="5404"/>
                  </a:lnTo>
                  <a:lnTo>
                    <a:pt x="126507" y="6648"/>
                  </a:lnTo>
                  <a:lnTo>
                    <a:pt x="131855" y="6198"/>
                  </a:lnTo>
                  <a:lnTo>
                    <a:pt x="135225" y="6508"/>
                  </a:lnTo>
                  <a:lnTo>
                    <a:pt x="136557" y="6883"/>
                  </a:lnTo>
                  <a:lnTo>
                    <a:pt x="138996" y="8241"/>
                  </a:lnTo>
                  <a:lnTo>
                    <a:pt x="146734" y="13155"/>
                  </a:lnTo>
                  <a:lnTo>
                    <a:pt x="147555" y="13937"/>
                  </a:lnTo>
                  <a:lnTo>
                    <a:pt x="148435" y="15129"/>
                  </a:lnTo>
                  <a:lnTo>
                    <a:pt x="149373" y="16732"/>
                  </a:lnTo>
                  <a:lnTo>
                    <a:pt x="150691" y="17166"/>
                  </a:lnTo>
                  <a:lnTo>
                    <a:pt x="153239" y="16065"/>
                  </a:lnTo>
                  <a:lnTo>
                    <a:pt x="154957" y="14998"/>
                  </a:lnTo>
                  <a:lnTo>
                    <a:pt x="154214" y="13964"/>
                  </a:lnTo>
                  <a:lnTo>
                    <a:pt x="149945" y="11597"/>
                  </a:lnTo>
                  <a:lnTo>
                    <a:pt x="148976" y="10584"/>
                  </a:lnTo>
                  <a:lnTo>
                    <a:pt x="146840" y="8873"/>
                  </a:lnTo>
                  <a:lnTo>
                    <a:pt x="142048" y="5811"/>
                  </a:lnTo>
                  <a:lnTo>
                    <a:pt x="140771" y="4390"/>
                  </a:lnTo>
                  <a:lnTo>
                    <a:pt x="139967" y="3178"/>
                  </a:lnTo>
                  <a:lnTo>
                    <a:pt x="153233" y="2037"/>
                  </a:lnTo>
                  <a:lnTo>
                    <a:pt x="166027" y="3042"/>
                  </a:lnTo>
                  <a:lnTo>
                    <a:pt x="168107" y="3755"/>
                  </a:lnTo>
                  <a:lnTo>
                    <a:pt x="169471" y="4749"/>
                  </a:lnTo>
                  <a:lnTo>
                    <a:pt x="170811" y="6261"/>
                  </a:lnTo>
                  <a:lnTo>
                    <a:pt x="172862" y="7808"/>
                  </a:lnTo>
                  <a:lnTo>
                    <a:pt x="177007" y="10180"/>
                  </a:lnTo>
                  <a:lnTo>
                    <a:pt x="182903" y="11656"/>
                  </a:lnTo>
                  <a:lnTo>
                    <a:pt x="181776" y="10650"/>
                  </a:lnTo>
                  <a:lnTo>
                    <a:pt x="177366" y="8033"/>
                  </a:lnTo>
                  <a:lnTo>
                    <a:pt x="175374" y="6242"/>
                  </a:lnTo>
                  <a:lnTo>
                    <a:pt x="175385" y="5030"/>
                  </a:lnTo>
                  <a:lnTo>
                    <a:pt x="175740" y="4106"/>
                  </a:lnTo>
                  <a:lnTo>
                    <a:pt x="176438" y="3467"/>
                  </a:lnTo>
                  <a:lnTo>
                    <a:pt x="181433" y="1031"/>
                  </a:lnTo>
                  <a:lnTo>
                    <a:pt x="188570" y="297"/>
                  </a:lnTo>
                  <a:lnTo>
                    <a:pt x="189397" y="434"/>
                  </a:lnTo>
                  <a:lnTo>
                    <a:pt x="194947" y="4174"/>
                  </a:lnTo>
                  <a:lnTo>
                    <a:pt x="197580" y="5705"/>
                  </a:lnTo>
                  <a:lnTo>
                    <a:pt x="199422" y="6319"/>
                  </a:lnTo>
                  <a:lnTo>
                    <a:pt x="199493" y="6052"/>
                  </a:lnTo>
                  <a:lnTo>
                    <a:pt x="196943" y="4329"/>
                  </a:lnTo>
                  <a:lnTo>
                    <a:pt x="194981" y="3393"/>
                  </a:lnTo>
                  <a:lnTo>
                    <a:pt x="194778" y="2806"/>
                  </a:lnTo>
                  <a:lnTo>
                    <a:pt x="198034" y="988"/>
                  </a:lnTo>
                  <a:lnTo>
                    <a:pt x="200094" y="530"/>
                  </a:lnTo>
                  <a:lnTo>
                    <a:pt x="208752" y="0"/>
                  </a:lnTo>
                  <a:lnTo>
                    <a:pt x="209735" y="191"/>
                  </a:lnTo>
                  <a:lnTo>
                    <a:pt x="210558" y="696"/>
                  </a:lnTo>
                  <a:lnTo>
                    <a:pt x="212603" y="269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2880236" y="2222346"/>
              <a:ext cx="43113" cy="57490"/>
            </a:xfrm>
            <a:custGeom>
              <a:avLst/>
              <a:pathLst>
                <a:path w="43113" h="57490">
                  <a:moveTo>
                    <a:pt x="34167" y="7429"/>
                  </a:moveTo>
                  <a:lnTo>
                    <a:pt x="34458" y="7815"/>
                  </a:lnTo>
                  <a:lnTo>
                    <a:pt x="35146" y="9118"/>
                  </a:lnTo>
                  <a:lnTo>
                    <a:pt x="34984" y="11342"/>
                  </a:lnTo>
                  <a:lnTo>
                    <a:pt x="34200" y="14918"/>
                  </a:lnTo>
                  <a:lnTo>
                    <a:pt x="33784" y="17817"/>
                  </a:lnTo>
                  <a:lnTo>
                    <a:pt x="33738" y="20038"/>
                  </a:lnTo>
                  <a:lnTo>
                    <a:pt x="33817" y="21079"/>
                  </a:lnTo>
                  <a:lnTo>
                    <a:pt x="33958" y="21065"/>
                  </a:lnTo>
                  <a:lnTo>
                    <a:pt x="34707" y="21223"/>
                  </a:lnTo>
                  <a:lnTo>
                    <a:pt x="35088" y="21221"/>
                  </a:lnTo>
                  <a:lnTo>
                    <a:pt x="36291" y="21822"/>
                  </a:lnTo>
                  <a:lnTo>
                    <a:pt x="37255" y="22701"/>
                  </a:lnTo>
                  <a:lnTo>
                    <a:pt x="37441" y="23629"/>
                  </a:lnTo>
                  <a:lnTo>
                    <a:pt x="37567" y="24760"/>
                  </a:lnTo>
                  <a:lnTo>
                    <a:pt x="38712" y="26306"/>
                  </a:lnTo>
                  <a:lnTo>
                    <a:pt x="40026" y="27306"/>
                  </a:lnTo>
                  <a:lnTo>
                    <a:pt x="40471" y="26986"/>
                  </a:lnTo>
                  <a:lnTo>
                    <a:pt x="42102" y="23369"/>
                  </a:lnTo>
                  <a:lnTo>
                    <a:pt x="42732" y="23971"/>
                  </a:lnTo>
                  <a:lnTo>
                    <a:pt x="43113" y="25891"/>
                  </a:lnTo>
                  <a:lnTo>
                    <a:pt x="43096" y="26910"/>
                  </a:lnTo>
                  <a:lnTo>
                    <a:pt x="42646" y="30753"/>
                  </a:lnTo>
                  <a:lnTo>
                    <a:pt x="42568" y="32817"/>
                  </a:lnTo>
                  <a:lnTo>
                    <a:pt x="42956" y="34181"/>
                  </a:lnTo>
                  <a:lnTo>
                    <a:pt x="42996" y="35245"/>
                  </a:lnTo>
                  <a:lnTo>
                    <a:pt x="42883" y="36214"/>
                  </a:lnTo>
                  <a:lnTo>
                    <a:pt x="42233" y="36302"/>
                  </a:lnTo>
                  <a:lnTo>
                    <a:pt x="41360" y="35777"/>
                  </a:lnTo>
                  <a:lnTo>
                    <a:pt x="40622" y="34115"/>
                  </a:lnTo>
                  <a:lnTo>
                    <a:pt x="40064" y="34314"/>
                  </a:lnTo>
                  <a:lnTo>
                    <a:pt x="39579" y="34741"/>
                  </a:lnTo>
                  <a:lnTo>
                    <a:pt x="39331" y="36311"/>
                  </a:lnTo>
                  <a:lnTo>
                    <a:pt x="39110" y="38190"/>
                  </a:lnTo>
                  <a:lnTo>
                    <a:pt x="39181" y="39233"/>
                  </a:lnTo>
                  <a:lnTo>
                    <a:pt x="39530" y="40035"/>
                  </a:lnTo>
                  <a:lnTo>
                    <a:pt x="39797" y="41746"/>
                  </a:lnTo>
                  <a:lnTo>
                    <a:pt x="39991" y="43958"/>
                  </a:lnTo>
                  <a:lnTo>
                    <a:pt x="40138" y="44977"/>
                  </a:lnTo>
                  <a:lnTo>
                    <a:pt x="39976" y="45428"/>
                  </a:lnTo>
                  <a:lnTo>
                    <a:pt x="39517" y="45731"/>
                  </a:lnTo>
                  <a:lnTo>
                    <a:pt x="39137" y="45433"/>
                  </a:lnTo>
                  <a:lnTo>
                    <a:pt x="38470" y="42785"/>
                  </a:lnTo>
                  <a:lnTo>
                    <a:pt x="38158" y="41776"/>
                  </a:lnTo>
                  <a:lnTo>
                    <a:pt x="37632" y="41600"/>
                  </a:lnTo>
                  <a:lnTo>
                    <a:pt x="36702" y="42243"/>
                  </a:lnTo>
                  <a:lnTo>
                    <a:pt x="35276" y="43724"/>
                  </a:lnTo>
                  <a:lnTo>
                    <a:pt x="34701" y="43719"/>
                  </a:lnTo>
                  <a:lnTo>
                    <a:pt x="34212" y="43420"/>
                  </a:lnTo>
                  <a:lnTo>
                    <a:pt x="33753" y="42162"/>
                  </a:lnTo>
                  <a:lnTo>
                    <a:pt x="33365" y="39738"/>
                  </a:lnTo>
                  <a:lnTo>
                    <a:pt x="33240" y="38216"/>
                  </a:lnTo>
                  <a:lnTo>
                    <a:pt x="32968" y="38265"/>
                  </a:lnTo>
                  <a:lnTo>
                    <a:pt x="32055" y="37825"/>
                  </a:lnTo>
                  <a:lnTo>
                    <a:pt x="31630" y="38426"/>
                  </a:lnTo>
                  <a:lnTo>
                    <a:pt x="31626" y="40907"/>
                  </a:lnTo>
                  <a:lnTo>
                    <a:pt x="31542" y="43994"/>
                  </a:lnTo>
                  <a:lnTo>
                    <a:pt x="31084" y="45990"/>
                  </a:lnTo>
                  <a:lnTo>
                    <a:pt x="29811" y="49441"/>
                  </a:lnTo>
                  <a:lnTo>
                    <a:pt x="29344" y="50947"/>
                  </a:lnTo>
                  <a:lnTo>
                    <a:pt x="29158" y="52028"/>
                  </a:lnTo>
                  <a:lnTo>
                    <a:pt x="29118" y="52967"/>
                  </a:lnTo>
                  <a:lnTo>
                    <a:pt x="29313" y="54592"/>
                  </a:lnTo>
                  <a:lnTo>
                    <a:pt x="29577" y="56144"/>
                  </a:lnTo>
                  <a:lnTo>
                    <a:pt x="29357" y="57027"/>
                  </a:lnTo>
                  <a:lnTo>
                    <a:pt x="28684" y="57490"/>
                  </a:lnTo>
                  <a:lnTo>
                    <a:pt x="28209" y="56547"/>
                  </a:lnTo>
                  <a:lnTo>
                    <a:pt x="28025" y="54870"/>
                  </a:lnTo>
                  <a:lnTo>
                    <a:pt x="26995" y="52580"/>
                  </a:lnTo>
                  <a:lnTo>
                    <a:pt x="27463" y="50664"/>
                  </a:lnTo>
                  <a:lnTo>
                    <a:pt x="27384" y="50188"/>
                  </a:lnTo>
                  <a:lnTo>
                    <a:pt x="25684" y="49194"/>
                  </a:lnTo>
                  <a:lnTo>
                    <a:pt x="24951" y="47745"/>
                  </a:lnTo>
                  <a:lnTo>
                    <a:pt x="23922" y="45202"/>
                  </a:lnTo>
                  <a:lnTo>
                    <a:pt x="23730" y="44110"/>
                  </a:lnTo>
                  <a:lnTo>
                    <a:pt x="23774" y="40566"/>
                  </a:lnTo>
                  <a:lnTo>
                    <a:pt x="23714" y="39706"/>
                  </a:lnTo>
                  <a:lnTo>
                    <a:pt x="23577" y="39288"/>
                  </a:lnTo>
                  <a:lnTo>
                    <a:pt x="23079" y="39315"/>
                  </a:lnTo>
                  <a:lnTo>
                    <a:pt x="22385" y="40547"/>
                  </a:lnTo>
                  <a:lnTo>
                    <a:pt x="21745" y="42385"/>
                  </a:lnTo>
                  <a:lnTo>
                    <a:pt x="20435" y="44459"/>
                  </a:lnTo>
                  <a:lnTo>
                    <a:pt x="20299" y="44903"/>
                  </a:lnTo>
                  <a:lnTo>
                    <a:pt x="20738" y="46925"/>
                  </a:lnTo>
                  <a:lnTo>
                    <a:pt x="20719" y="47712"/>
                  </a:lnTo>
                  <a:lnTo>
                    <a:pt x="19652" y="50934"/>
                  </a:lnTo>
                  <a:lnTo>
                    <a:pt x="19449" y="51998"/>
                  </a:lnTo>
                  <a:lnTo>
                    <a:pt x="18096" y="54020"/>
                  </a:lnTo>
                  <a:lnTo>
                    <a:pt x="17476" y="54778"/>
                  </a:lnTo>
                  <a:lnTo>
                    <a:pt x="15598" y="53289"/>
                  </a:lnTo>
                  <a:lnTo>
                    <a:pt x="15079" y="53113"/>
                  </a:lnTo>
                  <a:lnTo>
                    <a:pt x="14243" y="54110"/>
                  </a:lnTo>
                  <a:lnTo>
                    <a:pt x="13054" y="55058"/>
                  </a:lnTo>
                  <a:lnTo>
                    <a:pt x="11142" y="56001"/>
                  </a:lnTo>
                  <a:lnTo>
                    <a:pt x="10437" y="55310"/>
                  </a:lnTo>
                  <a:lnTo>
                    <a:pt x="10104" y="54661"/>
                  </a:lnTo>
                  <a:lnTo>
                    <a:pt x="9939" y="53684"/>
                  </a:lnTo>
                  <a:lnTo>
                    <a:pt x="9456" y="51961"/>
                  </a:lnTo>
                  <a:lnTo>
                    <a:pt x="8914" y="50938"/>
                  </a:lnTo>
                  <a:lnTo>
                    <a:pt x="8536" y="49826"/>
                  </a:lnTo>
                  <a:lnTo>
                    <a:pt x="8033" y="48607"/>
                  </a:lnTo>
                  <a:lnTo>
                    <a:pt x="7710" y="47588"/>
                  </a:lnTo>
                  <a:lnTo>
                    <a:pt x="8140" y="44336"/>
                  </a:lnTo>
                  <a:lnTo>
                    <a:pt x="7827" y="43190"/>
                  </a:lnTo>
                  <a:lnTo>
                    <a:pt x="7665" y="41559"/>
                  </a:lnTo>
                  <a:lnTo>
                    <a:pt x="7749" y="40452"/>
                  </a:lnTo>
                  <a:lnTo>
                    <a:pt x="7576" y="40182"/>
                  </a:lnTo>
                  <a:lnTo>
                    <a:pt x="5847" y="39545"/>
                  </a:lnTo>
                  <a:lnTo>
                    <a:pt x="4411" y="39746"/>
                  </a:lnTo>
                  <a:lnTo>
                    <a:pt x="3382" y="40834"/>
                  </a:lnTo>
                  <a:lnTo>
                    <a:pt x="2544" y="42639"/>
                  </a:lnTo>
                  <a:lnTo>
                    <a:pt x="2443" y="43029"/>
                  </a:lnTo>
                  <a:lnTo>
                    <a:pt x="2495" y="43353"/>
                  </a:lnTo>
                  <a:lnTo>
                    <a:pt x="2912" y="45014"/>
                  </a:lnTo>
                  <a:lnTo>
                    <a:pt x="2205" y="46763"/>
                  </a:lnTo>
                  <a:lnTo>
                    <a:pt x="1120" y="48123"/>
                  </a:lnTo>
                  <a:lnTo>
                    <a:pt x="352" y="48262"/>
                  </a:lnTo>
                  <a:lnTo>
                    <a:pt x="14" y="47999"/>
                  </a:lnTo>
                  <a:lnTo>
                    <a:pt x="0" y="46124"/>
                  </a:lnTo>
                  <a:lnTo>
                    <a:pt x="635" y="45433"/>
                  </a:lnTo>
                  <a:lnTo>
                    <a:pt x="1210" y="44212"/>
                  </a:lnTo>
                  <a:lnTo>
                    <a:pt x="1402" y="42491"/>
                  </a:lnTo>
                  <a:lnTo>
                    <a:pt x="1473" y="41280"/>
                  </a:lnTo>
                  <a:lnTo>
                    <a:pt x="867" y="39816"/>
                  </a:lnTo>
                  <a:lnTo>
                    <a:pt x="941" y="38918"/>
                  </a:lnTo>
                  <a:lnTo>
                    <a:pt x="1317" y="37219"/>
                  </a:lnTo>
                  <a:lnTo>
                    <a:pt x="1534" y="35714"/>
                  </a:lnTo>
                  <a:lnTo>
                    <a:pt x="1833" y="34412"/>
                  </a:lnTo>
                  <a:lnTo>
                    <a:pt x="3029" y="32284"/>
                  </a:lnTo>
                  <a:lnTo>
                    <a:pt x="4231" y="30146"/>
                  </a:lnTo>
                  <a:lnTo>
                    <a:pt x="4412" y="27875"/>
                  </a:lnTo>
                  <a:lnTo>
                    <a:pt x="4504" y="25109"/>
                  </a:lnTo>
                  <a:lnTo>
                    <a:pt x="4674" y="24445"/>
                  </a:lnTo>
                  <a:lnTo>
                    <a:pt x="6294" y="22790"/>
                  </a:lnTo>
                  <a:lnTo>
                    <a:pt x="6699" y="22135"/>
                  </a:lnTo>
                  <a:lnTo>
                    <a:pt x="6903" y="21198"/>
                  </a:lnTo>
                  <a:lnTo>
                    <a:pt x="8178" y="18097"/>
                  </a:lnTo>
                  <a:lnTo>
                    <a:pt x="9440" y="15024"/>
                  </a:lnTo>
                  <a:lnTo>
                    <a:pt x="9695" y="13993"/>
                  </a:lnTo>
                  <a:lnTo>
                    <a:pt x="9907" y="13389"/>
                  </a:lnTo>
                  <a:lnTo>
                    <a:pt x="9907" y="12888"/>
                  </a:lnTo>
                  <a:lnTo>
                    <a:pt x="9748" y="12502"/>
                  </a:lnTo>
                  <a:lnTo>
                    <a:pt x="9147" y="12245"/>
                  </a:lnTo>
                  <a:lnTo>
                    <a:pt x="8944" y="11269"/>
                  </a:lnTo>
                  <a:lnTo>
                    <a:pt x="9597" y="9526"/>
                  </a:lnTo>
                  <a:lnTo>
                    <a:pt x="10415" y="8459"/>
                  </a:lnTo>
                  <a:lnTo>
                    <a:pt x="11209" y="8444"/>
                  </a:lnTo>
                  <a:lnTo>
                    <a:pt x="11528" y="8935"/>
                  </a:lnTo>
                  <a:lnTo>
                    <a:pt x="11511" y="9512"/>
                  </a:lnTo>
                  <a:lnTo>
                    <a:pt x="11854" y="10132"/>
                  </a:lnTo>
                  <a:lnTo>
                    <a:pt x="12456" y="10337"/>
                  </a:lnTo>
                  <a:lnTo>
                    <a:pt x="13200" y="10121"/>
                  </a:lnTo>
                  <a:lnTo>
                    <a:pt x="13939" y="9469"/>
                  </a:lnTo>
                  <a:lnTo>
                    <a:pt x="14395" y="7918"/>
                  </a:lnTo>
                  <a:lnTo>
                    <a:pt x="14659" y="6745"/>
                  </a:lnTo>
                  <a:lnTo>
                    <a:pt x="15820" y="5404"/>
                  </a:lnTo>
                  <a:lnTo>
                    <a:pt x="16612" y="6080"/>
                  </a:lnTo>
                  <a:lnTo>
                    <a:pt x="18814" y="6257"/>
                  </a:lnTo>
                  <a:lnTo>
                    <a:pt x="20416" y="5893"/>
                  </a:lnTo>
                  <a:lnTo>
                    <a:pt x="21421" y="4984"/>
                  </a:lnTo>
                  <a:lnTo>
                    <a:pt x="22667" y="4984"/>
                  </a:lnTo>
                  <a:lnTo>
                    <a:pt x="23502" y="5497"/>
                  </a:lnTo>
                  <a:lnTo>
                    <a:pt x="23650" y="5422"/>
                  </a:lnTo>
                  <a:lnTo>
                    <a:pt x="23880" y="5302"/>
                  </a:lnTo>
                  <a:lnTo>
                    <a:pt x="24107" y="4814"/>
                  </a:lnTo>
                  <a:lnTo>
                    <a:pt x="24894" y="4479"/>
                  </a:lnTo>
                  <a:lnTo>
                    <a:pt x="25000" y="4073"/>
                  </a:lnTo>
                  <a:lnTo>
                    <a:pt x="24967" y="3656"/>
                  </a:lnTo>
                  <a:lnTo>
                    <a:pt x="24825" y="3442"/>
                  </a:lnTo>
                  <a:lnTo>
                    <a:pt x="23858" y="3659"/>
                  </a:lnTo>
                  <a:lnTo>
                    <a:pt x="23488" y="3337"/>
                  </a:lnTo>
                  <a:lnTo>
                    <a:pt x="23393" y="2595"/>
                  </a:lnTo>
                  <a:lnTo>
                    <a:pt x="23704" y="1308"/>
                  </a:lnTo>
                  <a:lnTo>
                    <a:pt x="24417" y="258"/>
                  </a:lnTo>
                  <a:lnTo>
                    <a:pt x="25020" y="0"/>
                  </a:lnTo>
                  <a:lnTo>
                    <a:pt x="25455" y="281"/>
                  </a:lnTo>
                  <a:lnTo>
                    <a:pt x="26517" y="2233"/>
                  </a:lnTo>
                  <a:lnTo>
                    <a:pt x="26771" y="2292"/>
                  </a:lnTo>
                  <a:lnTo>
                    <a:pt x="26919" y="1942"/>
                  </a:lnTo>
                  <a:lnTo>
                    <a:pt x="27139" y="1745"/>
                  </a:lnTo>
                  <a:lnTo>
                    <a:pt x="27505" y="2128"/>
                  </a:lnTo>
                  <a:lnTo>
                    <a:pt x="27918" y="3337"/>
                  </a:lnTo>
                  <a:lnTo>
                    <a:pt x="27986" y="3523"/>
                  </a:lnTo>
                  <a:lnTo>
                    <a:pt x="30355" y="3100"/>
                  </a:lnTo>
                  <a:lnTo>
                    <a:pt x="30886" y="3100"/>
                  </a:lnTo>
                  <a:lnTo>
                    <a:pt x="32494" y="522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2170558" y="5283383"/>
              <a:ext cx="3267" cy="2233"/>
            </a:xfrm>
            <a:custGeom>
              <a:avLst/>
              <a:pathLst>
                <a:path w="3267" h="2233">
                  <a:moveTo>
                    <a:pt x="2639" y="2172"/>
                  </a:moveTo>
                  <a:lnTo>
                    <a:pt x="2290" y="2233"/>
                  </a:lnTo>
                  <a:lnTo>
                    <a:pt x="1443" y="1685"/>
                  </a:lnTo>
                  <a:lnTo>
                    <a:pt x="174" y="1439"/>
                  </a:lnTo>
                  <a:lnTo>
                    <a:pt x="31" y="1214"/>
                  </a:lnTo>
                  <a:lnTo>
                    <a:pt x="0" y="781"/>
                  </a:lnTo>
                  <a:lnTo>
                    <a:pt x="150" y="337"/>
                  </a:lnTo>
                  <a:lnTo>
                    <a:pt x="842" y="0"/>
                  </a:lnTo>
                  <a:lnTo>
                    <a:pt x="2930" y="291"/>
                  </a:lnTo>
                  <a:lnTo>
                    <a:pt x="3195" y="493"/>
                  </a:lnTo>
                  <a:lnTo>
                    <a:pt x="3267" y="833"/>
                  </a:lnTo>
                  <a:lnTo>
                    <a:pt x="2926" y="181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2173310" y="5276558"/>
              <a:ext cx="2893" cy="5898"/>
            </a:xfrm>
            <a:custGeom>
              <a:avLst/>
              <a:pathLst>
                <a:path w="2893" h="5898">
                  <a:moveTo>
                    <a:pt x="2640" y="5664"/>
                  </a:moveTo>
                  <a:lnTo>
                    <a:pt x="2289" y="5898"/>
                  </a:lnTo>
                  <a:lnTo>
                    <a:pt x="2030" y="5344"/>
                  </a:lnTo>
                  <a:lnTo>
                    <a:pt x="1635" y="4951"/>
                  </a:lnTo>
                  <a:lnTo>
                    <a:pt x="33" y="4126"/>
                  </a:lnTo>
                  <a:lnTo>
                    <a:pt x="0" y="3624"/>
                  </a:lnTo>
                  <a:lnTo>
                    <a:pt x="166" y="2911"/>
                  </a:lnTo>
                  <a:lnTo>
                    <a:pt x="487" y="2270"/>
                  </a:lnTo>
                  <a:lnTo>
                    <a:pt x="1102" y="1639"/>
                  </a:lnTo>
                  <a:lnTo>
                    <a:pt x="1596" y="0"/>
                  </a:lnTo>
                  <a:lnTo>
                    <a:pt x="1820" y="124"/>
                  </a:lnTo>
                  <a:lnTo>
                    <a:pt x="2046" y="796"/>
                  </a:lnTo>
                  <a:lnTo>
                    <a:pt x="2432" y="3058"/>
                  </a:lnTo>
                  <a:lnTo>
                    <a:pt x="2893" y="4686"/>
                  </a:lnTo>
                  <a:lnTo>
                    <a:pt x="2847" y="52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2182220" y="5264159"/>
              <a:ext cx="1930" cy="3171"/>
            </a:xfrm>
            <a:custGeom>
              <a:avLst/>
              <a:pathLst>
                <a:path w="1930" h="3171">
                  <a:moveTo>
                    <a:pt x="1581" y="1878"/>
                  </a:moveTo>
                  <a:lnTo>
                    <a:pt x="816" y="3171"/>
                  </a:lnTo>
                  <a:lnTo>
                    <a:pt x="245" y="3084"/>
                  </a:lnTo>
                  <a:lnTo>
                    <a:pt x="61" y="2617"/>
                  </a:lnTo>
                  <a:lnTo>
                    <a:pt x="0" y="2034"/>
                  </a:lnTo>
                  <a:lnTo>
                    <a:pt x="114" y="1405"/>
                  </a:lnTo>
                  <a:lnTo>
                    <a:pt x="354" y="831"/>
                  </a:lnTo>
                  <a:lnTo>
                    <a:pt x="913" y="115"/>
                  </a:lnTo>
                  <a:lnTo>
                    <a:pt x="1090" y="0"/>
                  </a:lnTo>
                  <a:lnTo>
                    <a:pt x="1930" y="71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2166216" y="5257181"/>
              <a:ext cx="11742" cy="10731"/>
            </a:xfrm>
            <a:custGeom>
              <a:avLst/>
              <a:pathLst>
                <a:path w="11742" h="10731">
                  <a:moveTo>
                    <a:pt x="11742" y="6631"/>
                  </a:moveTo>
                  <a:lnTo>
                    <a:pt x="11458" y="7762"/>
                  </a:lnTo>
                  <a:lnTo>
                    <a:pt x="10851" y="9254"/>
                  </a:lnTo>
                  <a:lnTo>
                    <a:pt x="10036" y="10414"/>
                  </a:lnTo>
                  <a:lnTo>
                    <a:pt x="9245" y="10731"/>
                  </a:lnTo>
                  <a:lnTo>
                    <a:pt x="8672" y="10131"/>
                  </a:lnTo>
                  <a:lnTo>
                    <a:pt x="8382" y="9075"/>
                  </a:lnTo>
                  <a:lnTo>
                    <a:pt x="8249" y="8030"/>
                  </a:lnTo>
                  <a:lnTo>
                    <a:pt x="8055" y="7456"/>
                  </a:lnTo>
                  <a:lnTo>
                    <a:pt x="7754" y="7329"/>
                  </a:lnTo>
                  <a:lnTo>
                    <a:pt x="7365" y="7361"/>
                  </a:lnTo>
                  <a:lnTo>
                    <a:pt x="6884" y="7759"/>
                  </a:lnTo>
                  <a:lnTo>
                    <a:pt x="5863" y="9265"/>
                  </a:lnTo>
                  <a:lnTo>
                    <a:pt x="5426" y="9664"/>
                  </a:lnTo>
                  <a:lnTo>
                    <a:pt x="5129" y="9756"/>
                  </a:lnTo>
                  <a:lnTo>
                    <a:pt x="2224" y="8619"/>
                  </a:lnTo>
                  <a:lnTo>
                    <a:pt x="1940" y="8198"/>
                  </a:lnTo>
                  <a:lnTo>
                    <a:pt x="1598" y="7188"/>
                  </a:lnTo>
                  <a:lnTo>
                    <a:pt x="1221" y="4192"/>
                  </a:lnTo>
                  <a:lnTo>
                    <a:pt x="0" y="1514"/>
                  </a:lnTo>
                  <a:lnTo>
                    <a:pt x="1869" y="0"/>
                  </a:lnTo>
                  <a:lnTo>
                    <a:pt x="4107" y="8"/>
                  </a:lnTo>
                  <a:lnTo>
                    <a:pt x="8429" y="1168"/>
                  </a:lnTo>
                  <a:lnTo>
                    <a:pt x="10153" y="1425"/>
                  </a:lnTo>
                  <a:lnTo>
                    <a:pt x="11479" y="3964"/>
                  </a:lnTo>
                  <a:lnTo>
                    <a:pt x="11689" y="549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2150001" y="5255782"/>
              <a:ext cx="18673" cy="22710"/>
            </a:xfrm>
            <a:custGeom>
              <a:avLst/>
              <a:pathLst>
                <a:path w="18673" h="22710">
                  <a:moveTo>
                    <a:pt x="2740" y="1093"/>
                  </a:moveTo>
                  <a:lnTo>
                    <a:pt x="10452" y="4011"/>
                  </a:lnTo>
                  <a:lnTo>
                    <a:pt x="12829" y="2242"/>
                  </a:lnTo>
                  <a:lnTo>
                    <a:pt x="14708" y="2294"/>
                  </a:lnTo>
                  <a:lnTo>
                    <a:pt x="15268" y="4726"/>
                  </a:lnTo>
                  <a:lnTo>
                    <a:pt x="13361" y="7277"/>
                  </a:lnTo>
                  <a:lnTo>
                    <a:pt x="13215" y="8082"/>
                  </a:lnTo>
                  <a:lnTo>
                    <a:pt x="13482" y="8737"/>
                  </a:lnTo>
                  <a:lnTo>
                    <a:pt x="15441" y="9147"/>
                  </a:lnTo>
                  <a:lnTo>
                    <a:pt x="15938" y="9969"/>
                  </a:lnTo>
                  <a:lnTo>
                    <a:pt x="16394" y="11026"/>
                  </a:lnTo>
                  <a:lnTo>
                    <a:pt x="16008" y="12593"/>
                  </a:lnTo>
                  <a:lnTo>
                    <a:pt x="15972" y="13317"/>
                  </a:lnTo>
                  <a:lnTo>
                    <a:pt x="16175" y="14024"/>
                  </a:lnTo>
                  <a:lnTo>
                    <a:pt x="17644" y="16396"/>
                  </a:lnTo>
                  <a:lnTo>
                    <a:pt x="18247" y="17619"/>
                  </a:lnTo>
                  <a:lnTo>
                    <a:pt x="18551" y="18791"/>
                  </a:lnTo>
                  <a:lnTo>
                    <a:pt x="18673" y="20845"/>
                  </a:lnTo>
                  <a:lnTo>
                    <a:pt x="18647" y="22490"/>
                  </a:lnTo>
                  <a:lnTo>
                    <a:pt x="18317" y="22710"/>
                  </a:lnTo>
                  <a:lnTo>
                    <a:pt x="17601" y="22210"/>
                  </a:lnTo>
                  <a:lnTo>
                    <a:pt x="16904" y="21261"/>
                  </a:lnTo>
                  <a:lnTo>
                    <a:pt x="16291" y="18892"/>
                  </a:lnTo>
                  <a:lnTo>
                    <a:pt x="15862" y="18416"/>
                  </a:lnTo>
                  <a:lnTo>
                    <a:pt x="14625" y="17937"/>
                  </a:lnTo>
                  <a:lnTo>
                    <a:pt x="13399" y="16782"/>
                  </a:lnTo>
                  <a:lnTo>
                    <a:pt x="12444" y="16849"/>
                  </a:lnTo>
                  <a:lnTo>
                    <a:pt x="11564" y="16358"/>
                  </a:lnTo>
                  <a:lnTo>
                    <a:pt x="10776" y="16788"/>
                  </a:lnTo>
                  <a:lnTo>
                    <a:pt x="10496" y="16009"/>
                  </a:lnTo>
                  <a:lnTo>
                    <a:pt x="10158" y="14436"/>
                  </a:lnTo>
                  <a:lnTo>
                    <a:pt x="10151" y="13750"/>
                  </a:lnTo>
                  <a:lnTo>
                    <a:pt x="10565" y="11265"/>
                  </a:lnTo>
                  <a:lnTo>
                    <a:pt x="10554" y="10613"/>
                  </a:lnTo>
                  <a:lnTo>
                    <a:pt x="10337" y="10535"/>
                  </a:lnTo>
                  <a:lnTo>
                    <a:pt x="9419" y="11043"/>
                  </a:lnTo>
                  <a:lnTo>
                    <a:pt x="9047" y="10705"/>
                  </a:lnTo>
                  <a:lnTo>
                    <a:pt x="8048" y="8905"/>
                  </a:lnTo>
                  <a:lnTo>
                    <a:pt x="7646" y="8564"/>
                  </a:lnTo>
                  <a:lnTo>
                    <a:pt x="6642" y="8385"/>
                  </a:lnTo>
                  <a:lnTo>
                    <a:pt x="6074" y="11580"/>
                  </a:lnTo>
                  <a:lnTo>
                    <a:pt x="6044" y="12370"/>
                  </a:lnTo>
                  <a:lnTo>
                    <a:pt x="6623" y="14399"/>
                  </a:lnTo>
                  <a:lnTo>
                    <a:pt x="7759" y="17515"/>
                  </a:lnTo>
                  <a:lnTo>
                    <a:pt x="7183" y="17573"/>
                  </a:lnTo>
                  <a:lnTo>
                    <a:pt x="5539" y="16612"/>
                  </a:lnTo>
                  <a:lnTo>
                    <a:pt x="5117" y="16015"/>
                  </a:lnTo>
                  <a:lnTo>
                    <a:pt x="4607" y="14445"/>
                  </a:lnTo>
                  <a:lnTo>
                    <a:pt x="3631" y="13530"/>
                  </a:lnTo>
                  <a:lnTo>
                    <a:pt x="3288" y="12968"/>
                  </a:lnTo>
                  <a:lnTo>
                    <a:pt x="3188" y="12304"/>
                  </a:lnTo>
                  <a:lnTo>
                    <a:pt x="3178" y="10252"/>
                  </a:lnTo>
                  <a:lnTo>
                    <a:pt x="2962" y="9955"/>
                  </a:lnTo>
                  <a:lnTo>
                    <a:pt x="1576" y="10474"/>
                  </a:lnTo>
                  <a:lnTo>
                    <a:pt x="1290" y="9981"/>
                  </a:lnTo>
                  <a:lnTo>
                    <a:pt x="1174" y="9118"/>
                  </a:lnTo>
                  <a:lnTo>
                    <a:pt x="973" y="8631"/>
                  </a:lnTo>
                  <a:lnTo>
                    <a:pt x="78" y="7843"/>
                  </a:lnTo>
                  <a:lnTo>
                    <a:pt x="0" y="7349"/>
                  </a:lnTo>
                  <a:lnTo>
                    <a:pt x="398" y="6766"/>
                  </a:lnTo>
                  <a:lnTo>
                    <a:pt x="645" y="5292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2136069" y="5254379"/>
              <a:ext cx="11095" cy="10119"/>
            </a:xfrm>
            <a:custGeom>
              <a:avLst/>
              <a:pathLst>
                <a:path w="11095" h="10119">
                  <a:moveTo>
                    <a:pt x="4283" y="986"/>
                  </a:moveTo>
                  <a:lnTo>
                    <a:pt x="4730" y="2859"/>
                  </a:lnTo>
                  <a:lnTo>
                    <a:pt x="4896" y="3203"/>
                  </a:lnTo>
                  <a:lnTo>
                    <a:pt x="6079" y="3933"/>
                  </a:lnTo>
                  <a:lnTo>
                    <a:pt x="6613" y="3491"/>
                  </a:lnTo>
                  <a:lnTo>
                    <a:pt x="7901" y="3280"/>
                  </a:lnTo>
                  <a:lnTo>
                    <a:pt x="8675" y="2562"/>
                  </a:lnTo>
                  <a:lnTo>
                    <a:pt x="9802" y="2196"/>
                  </a:lnTo>
                  <a:lnTo>
                    <a:pt x="11095" y="6836"/>
                  </a:lnTo>
                  <a:lnTo>
                    <a:pt x="10953" y="8250"/>
                  </a:lnTo>
                  <a:lnTo>
                    <a:pt x="9931" y="9782"/>
                  </a:lnTo>
                  <a:lnTo>
                    <a:pt x="9244" y="10119"/>
                  </a:lnTo>
                  <a:lnTo>
                    <a:pt x="8592" y="9655"/>
                  </a:lnTo>
                  <a:lnTo>
                    <a:pt x="8637" y="8876"/>
                  </a:lnTo>
                  <a:lnTo>
                    <a:pt x="8519" y="8195"/>
                  </a:lnTo>
                  <a:lnTo>
                    <a:pt x="8073" y="7312"/>
                  </a:lnTo>
                  <a:lnTo>
                    <a:pt x="7655" y="7395"/>
                  </a:lnTo>
                  <a:lnTo>
                    <a:pt x="6981" y="8048"/>
                  </a:lnTo>
                  <a:lnTo>
                    <a:pt x="6660" y="7967"/>
                  </a:lnTo>
                  <a:lnTo>
                    <a:pt x="5977" y="7248"/>
                  </a:lnTo>
                  <a:lnTo>
                    <a:pt x="4781" y="6717"/>
                  </a:lnTo>
                  <a:lnTo>
                    <a:pt x="4544" y="6059"/>
                  </a:lnTo>
                  <a:lnTo>
                    <a:pt x="4517" y="5090"/>
                  </a:lnTo>
                  <a:lnTo>
                    <a:pt x="4292" y="4605"/>
                  </a:lnTo>
                  <a:lnTo>
                    <a:pt x="3046" y="3050"/>
                  </a:lnTo>
                  <a:lnTo>
                    <a:pt x="2248" y="1725"/>
                  </a:lnTo>
                  <a:lnTo>
                    <a:pt x="1572" y="1546"/>
                  </a:lnTo>
                  <a:lnTo>
                    <a:pt x="1325" y="1705"/>
                  </a:lnTo>
                  <a:lnTo>
                    <a:pt x="1075" y="2340"/>
                  </a:lnTo>
                  <a:lnTo>
                    <a:pt x="467" y="2946"/>
                  </a:lnTo>
                  <a:lnTo>
                    <a:pt x="293" y="2845"/>
                  </a:lnTo>
                  <a:lnTo>
                    <a:pt x="99" y="2340"/>
                  </a:lnTo>
                  <a:lnTo>
                    <a:pt x="0" y="1615"/>
                  </a:lnTo>
                  <a:lnTo>
                    <a:pt x="256" y="141"/>
                  </a:lnTo>
                  <a:lnTo>
                    <a:pt x="605" y="0"/>
                  </a:lnTo>
                  <a:lnTo>
                    <a:pt x="2308" y="291"/>
                  </a:lnTo>
                  <a:lnTo>
                    <a:pt x="3351" y="9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2128635" y="5226316"/>
              <a:ext cx="11589" cy="14454"/>
            </a:xfrm>
            <a:custGeom>
              <a:avLst/>
              <a:pathLst>
                <a:path w="11589" h="14454">
                  <a:moveTo>
                    <a:pt x="7882" y="4371"/>
                  </a:moveTo>
                  <a:lnTo>
                    <a:pt x="10014" y="6729"/>
                  </a:lnTo>
                  <a:lnTo>
                    <a:pt x="11426" y="6706"/>
                  </a:lnTo>
                  <a:lnTo>
                    <a:pt x="11417" y="8180"/>
                  </a:lnTo>
                  <a:lnTo>
                    <a:pt x="11589" y="10691"/>
                  </a:lnTo>
                  <a:lnTo>
                    <a:pt x="11367" y="11709"/>
                  </a:lnTo>
                  <a:lnTo>
                    <a:pt x="10839" y="12748"/>
                  </a:lnTo>
                  <a:lnTo>
                    <a:pt x="10506" y="14226"/>
                  </a:lnTo>
                  <a:lnTo>
                    <a:pt x="10259" y="14454"/>
                  </a:lnTo>
                  <a:lnTo>
                    <a:pt x="8708" y="12668"/>
                  </a:lnTo>
                  <a:lnTo>
                    <a:pt x="7086" y="10232"/>
                  </a:lnTo>
                  <a:lnTo>
                    <a:pt x="6271" y="10659"/>
                  </a:lnTo>
                  <a:lnTo>
                    <a:pt x="5189" y="10062"/>
                  </a:lnTo>
                  <a:lnTo>
                    <a:pt x="4318" y="10192"/>
                  </a:lnTo>
                  <a:lnTo>
                    <a:pt x="3776" y="11571"/>
                  </a:lnTo>
                  <a:lnTo>
                    <a:pt x="2517" y="12292"/>
                  </a:lnTo>
                  <a:lnTo>
                    <a:pt x="2288" y="9525"/>
                  </a:lnTo>
                  <a:lnTo>
                    <a:pt x="1143" y="6911"/>
                  </a:lnTo>
                  <a:lnTo>
                    <a:pt x="0" y="4813"/>
                  </a:lnTo>
                  <a:lnTo>
                    <a:pt x="619" y="1595"/>
                  </a:lnTo>
                  <a:lnTo>
                    <a:pt x="1360" y="1076"/>
                  </a:lnTo>
                  <a:lnTo>
                    <a:pt x="2057" y="0"/>
                  </a:lnTo>
                  <a:lnTo>
                    <a:pt x="4857" y="1137"/>
                  </a:lnTo>
                  <a:lnTo>
                    <a:pt x="6309" y="210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2112917" y="5211824"/>
              <a:ext cx="15766" cy="21633"/>
            </a:xfrm>
            <a:custGeom>
              <a:avLst/>
              <a:pathLst>
                <a:path w="15766" h="21633">
                  <a:moveTo>
                    <a:pt x="8865" y="2576"/>
                  </a:moveTo>
                  <a:lnTo>
                    <a:pt x="9125" y="4974"/>
                  </a:lnTo>
                  <a:lnTo>
                    <a:pt x="9260" y="5433"/>
                  </a:lnTo>
                  <a:lnTo>
                    <a:pt x="9960" y="5049"/>
                  </a:lnTo>
                  <a:lnTo>
                    <a:pt x="11151" y="4830"/>
                  </a:lnTo>
                  <a:lnTo>
                    <a:pt x="13105" y="5722"/>
                  </a:lnTo>
                  <a:lnTo>
                    <a:pt x="13326" y="6039"/>
                  </a:lnTo>
                  <a:lnTo>
                    <a:pt x="14156" y="8659"/>
                  </a:lnTo>
                  <a:lnTo>
                    <a:pt x="14793" y="9779"/>
                  </a:lnTo>
                  <a:lnTo>
                    <a:pt x="15766" y="12203"/>
                  </a:lnTo>
                  <a:lnTo>
                    <a:pt x="14797" y="13819"/>
                  </a:lnTo>
                  <a:lnTo>
                    <a:pt x="14223" y="16145"/>
                  </a:lnTo>
                  <a:lnTo>
                    <a:pt x="14192" y="17325"/>
                  </a:lnTo>
                  <a:lnTo>
                    <a:pt x="13813" y="18006"/>
                  </a:lnTo>
                  <a:lnTo>
                    <a:pt x="13218" y="18713"/>
                  </a:lnTo>
                  <a:lnTo>
                    <a:pt x="12330" y="20072"/>
                  </a:lnTo>
                  <a:lnTo>
                    <a:pt x="11237" y="20225"/>
                  </a:lnTo>
                  <a:lnTo>
                    <a:pt x="10160" y="20941"/>
                  </a:lnTo>
                  <a:lnTo>
                    <a:pt x="9662" y="21590"/>
                  </a:lnTo>
                  <a:lnTo>
                    <a:pt x="9368" y="21633"/>
                  </a:lnTo>
                  <a:lnTo>
                    <a:pt x="9019" y="21281"/>
                  </a:lnTo>
                  <a:lnTo>
                    <a:pt x="8646" y="20615"/>
                  </a:lnTo>
                  <a:lnTo>
                    <a:pt x="8526" y="19841"/>
                  </a:lnTo>
                  <a:lnTo>
                    <a:pt x="9264" y="19123"/>
                  </a:lnTo>
                  <a:lnTo>
                    <a:pt x="10226" y="16557"/>
                  </a:lnTo>
                  <a:lnTo>
                    <a:pt x="10398" y="13900"/>
                  </a:lnTo>
                  <a:lnTo>
                    <a:pt x="9361" y="13418"/>
                  </a:lnTo>
                  <a:lnTo>
                    <a:pt x="8741" y="13781"/>
                  </a:lnTo>
                  <a:lnTo>
                    <a:pt x="8279" y="13773"/>
                  </a:lnTo>
                  <a:lnTo>
                    <a:pt x="7748" y="12953"/>
                  </a:lnTo>
                  <a:lnTo>
                    <a:pt x="7425" y="14209"/>
                  </a:lnTo>
                  <a:lnTo>
                    <a:pt x="7305" y="15409"/>
                  </a:lnTo>
                  <a:lnTo>
                    <a:pt x="7446" y="17244"/>
                  </a:lnTo>
                  <a:lnTo>
                    <a:pt x="7351" y="17836"/>
                  </a:lnTo>
                  <a:lnTo>
                    <a:pt x="6974" y="18171"/>
                  </a:lnTo>
                  <a:lnTo>
                    <a:pt x="6102" y="17475"/>
                  </a:lnTo>
                  <a:lnTo>
                    <a:pt x="5198" y="16237"/>
                  </a:lnTo>
                  <a:lnTo>
                    <a:pt x="5126" y="15519"/>
                  </a:lnTo>
                  <a:lnTo>
                    <a:pt x="5312" y="13043"/>
                  </a:lnTo>
                  <a:lnTo>
                    <a:pt x="5292" y="11750"/>
                  </a:lnTo>
                  <a:lnTo>
                    <a:pt x="5105" y="9892"/>
                  </a:lnTo>
                  <a:lnTo>
                    <a:pt x="5005" y="9698"/>
                  </a:lnTo>
                  <a:lnTo>
                    <a:pt x="4666" y="9739"/>
                  </a:lnTo>
                  <a:lnTo>
                    <a:pt x="3600" y="10096"/>
                  </a:lnTo>
                  <a:lnTo>
                    <a:pt x="2536" y="7713"/>
                  </a:lnTo>
                  <a:lnTo>
                    <a:pt x="1960" y="5197"/>
                  </a:lnTo>
                  <a:lnTo>
                    <a:pt x="0" y="4472"/>
                  </a:lnTo>
                  <a:lnTo>
                    <a:pt x="1527" y="958"/>
                  </a:lnTo>
                  <a:lnTo>
                    <a:pt x="3829" y="461"/>
                  </a:lnTo>
                  <a:lnTo>
                    <a:pt x="4610" y="2239"/>
                  </a:lnTo>
                  <a:lnTo>
                    <a:pt x="7172" y="3471"/>
                  </a:lnTo>
                  <a:lnTo>
                    <a:pt x="7019" y="1584"/>
                  </a:lnTo>
                  <a:lnTo>
                    <a:pt x="7061" y="909"/>
                  </a:lnTo>
                  <a:lnTo>
                    <a:pt x="7413" y="69"/>
                  </a:lnTo>
                  <a:lnTo>
                    <a:pt x="7612" y="0"/>
                  </a:lnTo>
                  <a:lnTo>
                    <a:pt x="7915" y="594"/>
                  </a:lnTo>
                  <a:lnTo>
                    <a:pt x="8407" y="845"/>
                  </a:lnTo>
                  <a:lnTo>
                    <a:pt x="8634" y="141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2104586" y="5192306"/>
              <a:ext cx="15158" cy="18453"/>
            </a:xfrm>
            <a:custGeom>
              <a:avLst/>
              <a:pathLst>
                <a:path w="15158" h="18453">
                  <a:moveTo>
                    <a:pt x="3136" y="5569"/>
                  </a:moveTo>
                  <a:lnTo>
                    <a:pt x="3294" y="5837"/>
                  </a:lnTo>
                  <a:lnTo>
                    <a:pt x="3672" y="5774"/>
                  </a:lnTo>
                  <a:lnTo>
                    <a:pt x="4205" y="6253"/>
                  </a:lnTo>
                  <a:lnTo>
                    <a:pt x="6210" y="6838"/>
                  </a:lnTo>
                  <a:lnTo>
                    <a:pt x="8006" y="8224"/>
                  </a:lnTo>
                  <a:lnTo>
                    <a:pt x="8942" y="9519"/>
                  </a:lnTo>
                  <a:lnTo>
                    <a:pt x="10171" y="9926"/>
                  </a:lnTo>
                  <a:lnTo>
                    <a:pt x="11178" y="11577"/>
                  </a:lnTo>
                  <a:lnTo>
                    <a:pt x="11608" y="12001"/>
                  </a:lnTo>
                  <a:lnTo>
                    <a:pt x="12126" y="12128"/>
                  </a:lnTo>
                  <a:lnTo>
                    <a:pt x="13475" y="15181"/>
                  </a:lnTo>
                  <a:lnTo>
                    <a:pt x="13550" y="15530"/>
                  </a:lnTo>
                  <a:lnTo>
                    <a:pt x="15080" y="17937"/>
                  </a:lnTo>
                  <a:lnTo>
                    <a:pt x="15158" y="18320"/>
                  </a:lnTo>
                  <a:lnTo>
                    <a:pt x="14288" y="18453"/>
                  </a:lnTo>
                  <a:lnTo>
                    <a:pt x="12523" y="17334"/>
                  </a:lnTo>
                  <a:lnTo>
                    <a:pt x="11642" y="17273"/>
                  </a:lnTo>
                  <a:lnTo>
                    <a:pt x="11005" y="16930"/>
                  </a:lnTo>
                  <a:lnTo>
                    <a:pt x="10855" y="16733"/>
                  </a:lnTo>
                  <a:lnTo>
                    <a:pt x="10729" y="15337"/>
                  </a:lnTo>
                  <a:lnTo>
                    <a:pt x="10526" y="14650"/>
                  </a:lnTo>
                  <a:lnTo>
                    <a:pt x="8830" y="11430"/>
                  </a:lnTo>
                  <a:lnTo>
                    <a:pt x="8124" y="10726"/>
                  </a:lnTo>
                  <a:lnTo>
                    <a:pt x="6902" y="10102"/>
                  </a:lnTo>
                  <a:lnTo>
                    <a:pt x="5512" y="10538"/>
                  </a:lnTo>
                  <a:lnTo>
                    <a:pt x="4572" y="10122"/>
                  </a:lnTo>
                  <a:lnTo>
                    <a:pt x="4247" y="10272"/>
                  </a:lnTo>
                  <a:lnTo>
                    <a:pt x="2861" y="7713"/>
                  </a:lnTo>
                  <a:lnTo>
                    <a:pt x="1477" y="5554"/>
                  </a:lnTo>
                  <a:lnTo>
                    <a:pt x="885" y="2980"/>
                  </a:lnTo>
                  <a:lnTo>
                    <a:pt x="4" y="1012"/>
                  </a:lnTo>
                  <a:lnTo>
                    <a:pt x="0" y="438"/>
                  </a:lnTo>
                  <a:lnTo>
                    <a:pt x="404" y="0"/>
                  </a:lnTo>
                  <a:lnTo>
                    <a:pt x="1350" y="1105"/>
                  </a:lnTo>
                  <a:lnTo>
                    <a:pt x="2282" y="3006"/>
                  </a:lnTo>
                  <a:lnTo>
                    <a:pt x="2785" y="372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2131353" y="5184988"/>
              <a:ext cx="31704" cy="71616"/>
            </a:xfrm>
            <a:custGeom>
              <a:avLst/>
              <a:pathLst>
                <a:path w="31704" h="71616">
                  <a:moveTo>
                    <a:pt x="31704" y="4917"/>
                  </a:moveTo>
                  <a:lnTo>
                    <a:pt x="31687" y="13689"/>
                  </a:lnTo>
                  <a:lnTo>
                    <a:pt x="31670" y="22329"/>
                  </a:lnTo>
                  <a:lnTo>
                    <a:pt x="31654" y="30411"/>
                  </a:lnTo>
                  <a:lnTo>
                    <a:pt x="31639" y="38491"/>
                  </a:lnTo>
                  <a:lnTo>
                    <a:pt x="31624" y="46294"/>
                  </a:lnTo>
                  <a:lnTo>
                    <a:pt x="31609" y="54304"/>
                  </a:lnTo>
                  <a:lnTo>
                    <a:pt x="31534" y="63282"/>
                  </a:lnTo>
                  <a:lnTo>
                    <a:pt x="31480" y="69953"/>
                  </a:lnTo>
                  <a:lnTo>
                    <a:pt x="30031" y="69953"/>
                  </a:lnTo>
                  <a:lnTo>
                    <a:pt x="29650" y="70637"/>
                  </a:lnTo>
                  <a:lnTo>
                    <a:pt x="27361" y="71616"/>
                  </a:lnTo>
                  <a:lnTo>
                    <a:pt x="23471" y="70109"/>
                  </a:lnTo>
                  <a:lnTo>
                    <a:pt x="22497" y="68747"/>
                  </a:lnTo>
                  <a:lnTo>
                    <a:pt x="21191" y="65772"/>
                  </a:lnTo>
                  <a:lnTo>
                    <a:pt x="20726" y="66572"/>
                  </a:lnTo>
                  <a:lnTo>
                    <a:pt x="19499" y="67833"/>
                  </a:lnTo>
                  <a:lnTo>
                    <a:pt x="18239" y="68828"/>
                  </a:lnTo>
                  <a:lnTo>
                    <a:pt x="17205" y="68938"/>
                  </a:lnTo>
                  <a:lnTo>
                    <a:pt x="16246" y="67706"/>
                  </a:lnTo>
                  <a:lnTo>
                    <a:pt x="16041" y="67079"/>
                  </a:lnTo>
                  <a:lnTo>
                    <a:pt x="15824" y="66944"/>
                  </a:lnTo>
                  <a:lnTo>
                    <a:pt x="13752" y="68652"/>
                  </a:lnTo>
                  <a:lnTo>
                    <a:pt x="11465" y="66909"/>
                  </a:lnTo>
                  <a:lnTo>
                    <a:pt x="9642" y="65839"/>
                  </a:lnTo>
                  <a:lnTo>
                    <a:pt x="6715" y="65241"/>
                  </a:lnTo>
                  <a:lnTo>
                    <a:pt x="4680" y="63039"/>
                  </a:lnTo>
                  <a:lnTo>
                    <a:pt x="924" y="63233"/>
                  </a:lnTo>
                  <a:lnTo>
                    <a:pt x="251" y="62506"/>
                  </a:lnTo>
                  <a:lnTo>
                    <a:pt x="0" y="60353"/>
                  </a:lnTo>
                  <a:lnTo>
                    <a:pt x="199" y="59352"/>
                  </a:lnTo>
                  <a:lnTo>
                    <a:pt x="1002" y="58748"/>
                  </a:lnTo>
                  <a:lnTo>
                    <a:pt x="1226" y="57554"/>
                  </a:lnTo>
                  <a:lnTo>
                    <a:pt x="2037" y="57840"/>
                  </a:lnTo>
                  <a:lnTo>
                    <a:pt x="3090" y="59421"/>
                  </a:lnTo>
                  <a:lnTo>
                    <a:pt x="3412" y="59366"/>
                  </a:lnTo>
                  <a:lnTo>
                    <a:pt x="4108" y="57877"/>
                  </a:lnTo>
                  <a:lnTo>
                    <a:pt x="5136" y="56555"/>
                  </a:lnTo>
                  <a:lnTo>
                    <a:pt x="5503" y="56414"/>
                  </a:lnTo>
                  <a:lnTo>
                    <a:pt x="7391" y="58044"/>
                  </a:lnTo>
                  <a:lnTo>
                    <a:pt x="8150" y="57857"/>
                  </a:lnTo>
                  <a:lnTo>
                    <a:pt x="9241" y="57127"/>
                  </a:lnTo>
                  <a:lnTo>
                    <a:pt x="9436" y="56492"/>
                  </a:lnTo>
                  <a:lnTo>
                    <a:pt x="9609" y="55369"/>
                  </a:lnTo>
                  <a:lnTo>
                    <a:pt x="9897" y="54714"/>
                  </a:lnTo>
                  <a:lnTo>
                    <a:pt x="10867" y="54400"/>
                  </a:lnTo>
                  <a:lnTo>
                    <a:pt x="11814" y="55038"/>
                  </a:lnTo>
                  <a:lnTo>
                    <a:pt x="11922" y="56985"/>
                  </a:lnTo>
                  <a:lnTo>
                    <a:pt x="11792" y="59075"/>
                  </a:lnTo>
                  <a:lnTo>
                    <a:pt x="13023" y="59634"/>
                  </a:lnTo>
                  <a:lnTo>
                    <a:pt x="14514" y="59571"/>
                  </a:lnTo>
                  <a:lnTo>
                    <a:pt x="15542" y="60347"/>
                  </a:lnTo>
                  <a:lnTo>
                    <a:pt x="15670" y="59077"/>
                  </a:lnTo>
                  <a:lnTo>
                    <a:pt x="14030" y="55759"/>
                  </a:lnTo>
                  <a:lnTo>
                    <a:pt x="13341" y="53696"/>
                  </a:lnTo>
                  <a:lnTo>
                    <a:pt x="12416" y="52481"/>
                  </a:lnTo>
                  <a:lnTo>
                    <a:pt x="11227" y="51860"/>
                  </a:lnTo>
                  <a:lnTo>
                    <a:pt x="10235" y="47994"/>
                  </a:lnTo>
                  <a:lnTo>
                    <a:pt x="10296" y="44606"/>
                  </a:lnTo>
                  <a:lnTo>
                    <a:pt x="10190" y="41308"/>
                  </a:lnTo>
                  <a:lnTo>
                    <a:pt x="12336" y="39495"/>
                  </a:lnTo>
                  <a:lnTo>
                    <a:pt x="11845" y="36676"/>
                  </a:lnTo>
                  <a:lnTo>
                    <a:pt x="12584" y="34538"/>
                  </a:lnTo>
                  <a:lnTo>
                    <a:pt x="13424" y="33718"/>
                  </a:lnTo>
                  <a:lnTo>
                    <a:pt x="14272" y="41582"/>
                  </a:lnTo>
                  <a:lnTo>
                    <a:pt x="14881" y="44337"/>
                  </a:lnTo>
                  <a:lnTo>
                    <a:pt x="14105" y="44897"/>
                  </a:lnTo>
                  <a:lnTo>
                    <a:pt x="12477" y="44895"/>
                  </a:lnTo>
                  <a:lnTo>
                    <a:pt x="13386" y="48753"/>
                  </a:lnTo>
                  <a:lnTo>
                    <a:pt x="14879" y="50068"/>
                  </a:lnTo>
                  <a:lnTo>
                    <a:pt x="16166" y="52928"/>
                  </a:lnTo>
                  <a:lnTo>
                    <a:pt x="16192" y="55003"/>
                  </a:lnTo>
                  <a:lnTo>
                    <a:pt x="16907" y="55938"/>
                  </a:lnTo>
                  <a:lnTo>
                    <a:pt x="18627" y="55998"/>
                  </a:lnTo>
                  <a:lnTo>
                    <a:pt x="19811" y="55589"/>
                  </a:lnTo>
                  <a:lnTo>
                    <a:pt x="20368" y="54209"/>
                  </a:lnTo>
                  <a:lnTo>
                    <a:pt x="21014" y="53768"/>
                  </a:lnTo>
                  <a:lnTo>
                    <a:pt x="22169" y="55488"/>
                  </a:lnTo>
                  <a:lnTo>
                    <a:pt x="24115" y="56760"/>
                  </a:lnTo>
                  <a:lnTo>
                    <a:pt x="24639" y="57661"/>
                  </a:lnTo>
                  <a:lnTo>
                    <a:pt x="25020" y="59155"/>
                  </a:lnTo>
                  <a:lnTo>
                    <a:pt x="25046" y="60766"/>
                  </a:lnTo>
                  <a:lnTo>
                    <a:pt x="25146" y="61617"/>
                  </a:lnTo>
                  <a:lnTo>
                    <a:pt x="25712" y="61201"/>
                  </a:lnTo>
                  <a:lnTo>
                    <a:pt x="26519" y="59011"/>
                  </a:lnTo>
                  <a:lnTo>
                    <a:pt x="26916" y="58252"/>
                  </a:lnTo>
                  <a:lnTo>
                    <a:pt x="27403" y="57880"/>
                  </a:lnTo>
                  <a:lnTo>
                    <a:pt x="27711" y="57389"/>
                  </a:lnTo>
                  <a:lnTo>
                    <a:pt x="27720" y="56749"/>
                  </a:lnTo>
                  <a:lnTo>
                    <a:pt x="26265" y="55202"/>
                  </a:lnTo>
                  <a:lnTo>
                    <a:pt x="18646" y="47953"/>
                  </a:lnTo>
                  <a:lnTo>
                    <a:pt x="17709" y="45059"/>
                  </a:lnTo>
                  <a:lnTo>
                    <a:pt x="17079" y="41423"/>
                  </a:lnTo>
                  <a:lnTo>
                    <a:pt x="17101" y="37672"/>
                  </a:lnTo>
                  <a:lnTo>
                    <a:pt x="17656" y="36509"/>
                  </a:lnTo>
                  <a:lnTo>
                    <a:pt x="19016" y="35026"/>
                  </a:lnTo>
                  <a:lnTo>
                    <a:pt x="21515" y="32936"/>
                  </a:lnTo>
                  <a:lnTo>
                    <a:pt x="24397" y="29938"/>
                  </a:lnTo>
                  <a:lnTo>
                    <a:pt x="24758" y="29364"/>
                  </a:lnTo>
                  <a:lnTo>
                    <a:pt x="24724" y="27482"/>
                  </a:lnTo>
                  <a:lnTo>
                    <a:pt x="24362" y="26216"/>
                  </a:lnTo>
                  <a:lnTo>
                    <a:pt x="23218" y="25286"/>
                  </a:lnTo>
                  <a:lnTo>
                    <a:pt x="22022" y="25053"/>
                  </a:lnTo>
                  <a:lnTo>
                    <a:pt x="20882" y="25145"/>
                  </a:lnTo>
                  <a:lnTo>
                    <a:pt x="19742" y="25537"/>
                  </a:lnTo>
                  <a:lnTo>
                    <a:pt x="17663" y="27537"/>
                  </a:lnTo>
                  <a:lnTo>
                    <a:pt x="16486" y="27413"/>
                  </a:lnTo>
                  <a:lnTo>
                    <a:pt x="15366" y="26340"/>
                  </a:lnTo>
                  <a:lnTo>
                    <a:pt x="14536" y="24187"/>
                  </a:lnTo>
                  <a:lnTo>
                    <a:pt x="14107" y="21276"/>
                  </a:lnTo>
                  <a:lnTo>
                    <a:pt x="14110" y="19417"/>
                  </a:lnTo>
                  <a:lnTo>
                    <a:pt x="14270" y="17709"/>
                  </a:lnTo>
                  <a:lnTo>
                    <a:pt x="14776" y="15963"/>
                  </a:lnTo>
                  <a:lnTo>
                    <a:pt x="15456" y="15201"/>
                  </a:lnTo>
                  <a:lnTo>
                    <a:pt x="16068" y="15302"/>
                  </a:lnTo>
                  <a:lnTo>
                    <a:pt x="16643" y="14892"/>
                  </a:lnTo>
                  <a:lnTo>
                    <a:pt x="16985" y="14292"/>
                  </a:lnTo>
                  <a:lnTo>
                    <a:pt x="17276" y="13490"/>
                  </a:lnTo>
                  <a:lnTo>
                    <a:pt x="17190" y="12797"/>
                  </a:lnTo>
                  <a:lnTo>
                    <a:pt x="16968" y="12197"/>
                  </a:lnTo>
                  <a:lnTo>
                    <a:pt x="16040" y="10962"/>
                  </a:lnTo>
                  <a:lnTo>
                    <a:pt x="15673" y="9773"/>
                  </a:lnTo>
                  <a:lnTo>
                    <a:pt x="14878" y="7851"/>
                  </a:lnTo>
                  <a:lnTo>
                    <a:pt x="15312" y="7315"/>
                  </a:lnTo>
                  <a:lnTo>
                    <a:pt x="16709" y="7015"/>
                  </a:lnTo>
                  <a:lnTo>
                    <a:pt x="17684" y="8342"/>
                  </a:lnTo>
                  <a:lnTo>
                    <a:pt x="18594" y="9900"/>
                  </a:lnTo>
                  <a:lnTo>
                    <a:pt x="19153" y="9894"/>
                  </a:lnTo>
                  <a:lnTo>
                    <a:pt x="19655" y="9242"/>
                  </a:lnTo>
                  <a:lnTo>
                    <a:pt x="20805" y="7243"/>
                  </a:lnTo>
                  <a:lnTo>
                    <a:pt x="21769" y="4729"/>
                  </a:lnTo>
                  <a:lnTo>
                    <a:pt x="22648" y="1864"/>
                  </a:lnTo>
                  <a:lnTo>
                    <a:pt x="23354" y="152"/>
                  </a:lnTo>
                  <a:lnTo>
                    <a:pt x="24165" y="0"/>
                  </a:lnTo>
                  <a:lnTo>
                    <a:pt x="26540" y="5358"/>
                  </a:lnTo>
                  <a:lnTo>
                    <a:pt x="27377" y="5557"/>
                  </a:lnTo>
                  <a:lnTo>
                    <a:pt x="30167" y="2674"/>
                  </a:lnTo>
                  <a:lnTo>
                    <a:pt x="30477" y="2830"/>
                  </a:lnTo>
                  <a:lnTo>
                    <a:pt x="31422" y="429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2106861" y="5162491"/>
              <a:ext cx="3460" cy="6417"/>
            </a:xfrm>
            <a:custGeom>
              <a:avLst/>
              <a:pathLst>
                <a:path w="3460" h="6417">
                  <a:moveTo>
                    <a:pt x="3203" y="6091"/>
                  </a:moveTo>
                  <a:lnTo>
                    <a:pt x="2916" y="6417"/>
                  </a:lnTo>
                  <a:lnTo>
                    <a:pt x="1848" y="5728"/>
                  </a:lnTo>
                  <a:lnTo>
                    <a:pt x="1314" y="5113"/>
                  </a:lnTo>
                  <a:lnTo>
                    <a:pt x="497" y="3552"/>
                  </a:lnTo>
                  <a:lnTo>
                    <a:pt x="368" y="1942"/>
                  </a:lnTo>
                  <a:lnTo>
                    <a:pt x="0" y="23"/>
                  </a:lnTo>
                  <a:lnTo>
                    <a:pt x="236" y="0"/>
                  </a:lnTo>
                  <a:lnTo>
                    <a:pt x="1089" y="761"/>
                  </a:lnTo>
                  <a:lnTo>
                    <a:pt x="1439" y="1338"/>
                  </a:lnTo>
                  <a:lnTo>
                    <a:pt x="1906" y="2562"/>
                  </a:lnTo>
                  <a:lnTo>
                    <a:pt x="3287" y="4314"/>
                  </a:lnTo>
                  <a:lnTo>
                    <a:pt x="3460" y="4833"/>
                  </a:lnTo>
                  <a:lnTo>
                    <a:pt x="3427" y="550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2100804" y="5159692"/>
              <a:ext cx="5513" cy="19178"/>
            </a:xfrm>
            <a:custGeom>
              <a:avLst/>
              <a:pathLst>
                <a:path w="5513" h="19178">
                  <a:moveTo>
                    <a:pt x="2715" y="0"/>
                  </a:moveTo>
                  <a:lnTo>
                    <a:pt x="3126" y="5748"/>
                  </a:lnTo>
                  <a:lnTo>
                    <a:pt x="3421" y="6550"/>
                  </a:lnTo>
                  <a:lnTo>
                    <a:pt x="4402" y="6974"/>
                  </a:lnTo>
                  <a:lnTo>
                    <a:pt x="5465" y="9897"/>
                  </a:lnTo>
                  <a:lnTo>
                    <a:pt x="5513" y="10691"/>
                  </a:lnTo>
                  <a:lnTo>
                    <a:pt x="4224" y="15657"/>
                  </a:lnTo>
                  <a:lnTo>
                    <a:pt x="3950" y="19178"/>
                  </a:lnTo>
                  <a:lnTo>
                    <a:pt x="2437" y="18926"/>
                  </a:lnTo>
                  <a:lnTo>
                    <a:pt x="1803" y="15426"/>
                  </a:lnTo>
                  <a:lnTo>
                    <a:pt x="848" y="12047"/>
                  </a:lnTo>
                  <a:lnTo>
                    <a:pt x="525" y="8088"/>
                  </a:lnTo>
                  <a:lnTo>
                    <a:pt x="0" y="4689"/>
                  </a:lnTo>
                  <a:lnTo>
                    <a:pt x="935" y="2764"/>
                  </a:lnTo>
                  <a:lnTo>
                    <a:pt x="1828" y="3194"/>
                  </a:lnTo>
                  <a:lnTo>
                    <a:pt x="1881" y="58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2098933" y="5147192"/>
              <a:ext cx="7127" cy="12359"/>
            </a:xfrm>
            <a:custGeom>
              <a:avLst/>
              <a:pathLst>
                <a:path w="7127" h="12359">
                  <a:moveTo>
                    <a:pt x="7127" y="2066"/>
                  </a:moveTo>
                  <a:lnTo>
                    <a:pt x="7106" y="4541"/>
                  </a:lnTo>
                  <a:lnTo>
                    <a:pt x="6801" y="5329"/>
                  </a:lnTo>
                  <a:lnTo>
                    <a:pt x="6534" y="5572"/>
                  </a:lnTo>
                  <a:lnTo>
                    <a:pt x="5857" y="4819"/>
                  </a:lnTo>
                  <a:lnTo>
                    <a:pt x="5471" y="4735"/>
                  </a:lnTo>
                  <a:lnTo>
                    <a:pt x="4832" y="6045"/>
                  </a:lnTo>
                  <a:lnTo>
                    <a:pt x="4294" y="6709"/>
                  </a:lnTo>
                  <a:lnTo>
                    <a:pt x="3493" y="6535"/>
                  </a:lnTo>
                  <a:lnTo>
                    <a:pt x="2429" y="5650"/>
                  </a:lnTo>
                  <a:lnTo>
                    <a:pt x="1478" y="9372"/>
                  </a:lnTo>
                  <a:lnTo>
                    <a:pt x="1034" y="10624"/>
                  </a:lnTo>
                  <a:lnTo>
                    <a:pt x="105" y="12359"/>
                  </a:lnTo>
                  <a:lnTo>
                    <a:pt x="0" y="10321"/>
                  </a:lnTo>
                  <a:lnTo>
                    <a:pt x="591" y="7280"/>
                  </a:lnTo>
                  <a:lnTo>
                    <a:pt x="865" y="5205"/>
                  </a:lnTo>
                  <a:lnTo>
                    <a:pt x="1407" y="2118"/>
                  </a:lnTo>
                  <a:lnTo>
                    <a:pt x="2496" y="3280"/>
                  </a:lnTo>
                  <a:lnTo>
                    <a:pt x="4024" y="2138"/>
                  </a:lnTo>
                  <a:lnTo>
                    <a:pt x="5416" y="14"/>
                  </a:lnTo>
                  <a:lnTo>
                    <a:pt x="6618" y="0"/>
                  </a:lnTo>
                  <a:lnTo>
                    <a:pt x="7013" y="113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2097228" y="5125722"/>
              <a:ext cx="3480" cy="8622"/>
            </a:xfrm>
            <a:custGeom>
              <a:avLst/>
              <a:pathLst>
                <a:path w="3480" h="8622">
                  <a:moveTo>
                    <a:pt x="1686" y="5892"/>
                  </a:moveTo>
                  <a:lnTo>
                    <a:pt x="1412" y="8622"/>
                  </a:lnTo>
                  <a:lnTo>
                    <a:pt x="634" y="8385"/>
                  </a:lnTo>
                  <a:lnTo>
                    <a:pt x="373" y="7698"/>
                  </a:lnTo>
                  <a:lnTo>
                    <a:pt x="238" y="5967"/>
                  </a:lnTo>
                  <a:lnTo>
                    <a:pt x="0" y="5130"/>
                  </a:lnTo>
                  <a:lnTo>
                    <a:pt x="333" y="3396"/>
                  </a:lnTo>
                  <a:lnTo>
                    <a:pt x="553" y="1471"/>
                  </a:lnTo>
                  <a:lnTo>
                    <a:pt x="478" y="0"/>
                  </a:lnTo>
                  <a:lnTo>
                    <a:pt x="1669" y="101"/>
                  </a:lnTo>
                  <a:lnTo>
                    <a:pt x="3088" y="479"/>
                  </a:lnTo>
                  <a:lnTo>
                    <a:pt x="3480" y="883"/>
                  </a:lnTo>
                  <a:lnTo>
                    <a:pt x="3047" y="2181"/>
                  </a:lnTo>
                  <a:lnTo>
                    <a:pt x="2633" y="2957"/>
                  </a:lnTo>
                  <a:lnTo>
                    <a:pt x="1779" y="34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2097500" y="5111871"/>
              <a:ext cx="5869" cy="10769"/>
            </a:xfrm>
            <a:custGeom>
              <a:avLst/>
              <a:pathLst>
                <a:path w="5869" h="10769">
                  <a:moveTo>
                    <a:pt x="3790" y="8400"/>
                  </a:moveTo>
                  <a:lnTo>
                    <a:pt x="1910" y="10769"/>
                  </a:lnTo>
                  <a:lnTo>
                    <a:pt x="1358" y="9788"/>
                  </a:lnTo>
                  <a:lnTo>
                    <a:pt x="0" y="9796"/>
                  </a:lnTo>
                  <a:lnTo>
                    <a:pt x="355" y="7234"/>
                  </a:lnTo>
                  <a:lnTo>
                    <a:pt x="492" y="5344"/>
                  </a:lnTo>
                  <a:lnTo>
                    <a:pt x="696" y="4614"/>
                  </a:lnTo>
                  <a:lnTo>
                    <a:pt x="771" y="2980"/>
                  </a:lnTo>
                  <a:lnTo>
                    <a:pt x="1177" y="0"/>
                  </a:lnTo>
                  <a:lnTo>
                    <a:pt x="2302" y="992"/>
                  </a:lnTo>
                  <a:lnTo>
                    <a:pt x="3139" y="1284"/>
                  </a:lnTo>
                  <a:lnTo>
                    <a:pt x="4276" y="2270"/>
                  </a:lnTo>
                  <a:lnTo>
                    <a:pt x="5510" y="2899"/>
                  </a:lnTo>
                  <a:lnTo>
                    <a:pt x="5869" y="5479"/>
                  </a:lnTo>
                  <a:lnTo>
                    <a:pt x="4669" y="66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2095654" y="5075264"/>
              <a:ext cx="5138" cy="13525"/>
            </a:xfrm>
            <a:custGeom>
              <a:avLst/>
              <a:pathLst>
                <a:path w="5138" h="13525">
                  <a:moveTo>
                    <a:pt x="5138" y="1878"/>
                  </a:moveTo>
                  <a:lnTo>
                    <a:pt x="5057" y="4227"/>
                  </a:lnTo>
                  <a:lnTo>
                    <a:pt x="3638" y="8746"/>
                  </a:lnTo>
                  <a:lnTo>
                    <a:pt x="2415" y="11412"/>
                  </a:lnTo>
                  <a:lnTo>
                    <a:pt x="1298" y="13525"/>
                  </a:lnTo>
                  <a:lnTo>
                    <a:pt x="584" y="13504"/>
                  </a:lnTo>
                  <a:lnTo>
                    <a:pt x="0" y="12483"/>
                  </a:lnTo>
                  <a:lnTo>
                    <a:pt x="656" y="10812"/>
                  </a:lnTo>
                  <a:lnTo>
                    <a:pt x="1475" y="9144"/>
                  </a:lnTo>
                  <a:lnTo>
                    <a:pt x="1217" y="6991"/>
                  </a:lnTo>
                  <a:lnTo>
                    <a:pt x="971" y="6368"/>
                  </a:lnTo>
                  <a:lnTo>
                    <a:pt x="624" y="6140"/>
                  </a:lnTo>
                  <a:lnTo>
                    <a:pt x="31" y="5012"/>
                  </a:lnTo>
                  <a:lnTo>
                    <a:pt x="211" y="3338"/>
                  </a:lnTo>
                  <a:lnTo>
                    <a:pt x="558" y="2539"/>
                  </a:lnTo>
                  <a:lnTo>
                    <a:pt x="1018" y="1927"/>
                  </a:lnTo>
                  <a:lnTo>
                    <a:pt x="1448" y="2291"/>
                  </a:lnTo>
                  <a:lnTo>
                    <a:pt x="3306" y="1113"/>
                  </a:lnTo>
                  <a:lnTo>
                    <a:pt x="3893" y="167"/>
                  </a:lnTo>
                  <a:lnTo>
                    <a:pt x="502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2096337" y="5073259"/>
              <a:ext cx="10683" cy="38832"/>
            </a:xfrm>
            <a:custGeom>
              <a:avLst/>
              <a:pathLst>
                <a:path w="10683" h="38832">
                  <a:moveTo>
                    <a:pt x="10516" y="13083"/>
                  </a:moveTo>
                  <a:lnTo>
                    <a:pt x="10606" y="17417"/>
                  </a:lnTo>
                  <a:lnTo>
                    <a:pt x="10445" y="21772"/>
                  </a:lnTo>
                  <a:lnTo>
                    <a:pt x="10075" y="27122"/>
                  </a:lnTo>
                  <a:lnTo>
                    <a:pt x="10136" y="28204"/>
                  </a:lnTo>
                  <a:lnTo>
                    <a:pt x="10567" y="28469"/>
                  </a:lnTo>
                  <a:lnTo>
                    <a:pt x="10683" y="29136"/>
                  </a:lnTo>
                  <a:lnTo>
                    <a:pt x="10557" y="31946"/>
                  </a:lnTo>
                  <a:lnTo>
                    <a:pt x="10325" y="34111"/>
                  </a:lnTo>
                  <a:lnTo>
                    <a:pt x="9878" y="35874"/>
                  </a:lnTo>
                  <a:lnTo>
                    <a:pt x="9616" y="37989"/>
                  </a:lnTo>
                  <a:lnTo>
                    <a:pt x="9377" y="38459"/>
                  </a:lnTo>
                  <a:lnTo>
                    <a:pt x="8332" y="38832"/>
                  </a:lnTo>
                  <a:lnTo>
                    <a:pt x="7759" y="38601"/>
                  </a:lnTo>
                  <a:lnTo>
                    <a:pt x="7299" y="36186"/>
                  </a:lnTo>
                  <a:lnTo>
                    <a:pt x="7166" y="34702"/>
                  </a:lnTo>
                  <a:lnTo>
                    <a:pt x="7192" y="32763"/>
                  </a:lnTo>
                  <a:lnTo>
                    <a:pt x="6630" y="30163"/>
                  </a:lnTo>
                  <a:lnTo>
                    <a:pt x="6613" y="29168"/>
                  </a:lnTo>
                  <a:lnTo>
                    <a:pt x="6833" y="27454"/>
                  </a:lnTo>
                  <a:lnTo>
                    <a:pt x="7288" y="26599"/>
                  </a:lnTo>
                  <a:lnTo>
                    <a:pt x="7357" y="23962"/>
                  </a:lnTo>
                  <a:lnTo>
                    <a:pt x="7586" y="23171"/>
                  </a:lnTo>
                  <a:lnTo>
                    <a:pt x="8104" y="22080"/>
                  </a:lnTo>
                  <a:lnTo>
                    <a:pt x="8183" y="21627"/>
                  </a:lnTo>
                  <a:lnTo>
                    <a:pt x="8135" y="21238"/>
                  </a:lnTo>
                  <a:lnTo>
                    <a:pt x="7943" y="21197"/>
                  </a:lnTo>
                  <a:lnTo>
                    <a:pt x="5864" y="24464"/>
                  </a:lnTo>
                  <a:lnTo>
                    <a:pt x="5660" y="25385"/>
                  </a:lnTo>
                  <a:lnTo>
                    <a:pt x="5569" y="26611"/>
                  </a:lnTo>
                  <a:lnTo>
                    <a:pt x="5543" y="30928"/>
                  </a:lnTo>
                  <a:lnTo>
                    <a:pt x="5177" y="33424"/>
                  </a:lnTo>
                  <a:lnTo>
                    <a:pt x="4846" y="33900"/>
                  </a:lnTo>
                  <a:lnTo>
                    <a:pt x="3875" y="34007"/>
                  </a:lnTo>
                  <a:lnTo>
                    <a:pt x="2595" y="33756"/>
                  </a:lnTo>
                  <a:lnTo>
                    <a:pt x="1143" y="31465"/>
                  </a:lnTo>
                  <a:lnTo>
                    <a:pt x="195" y="32096"/>
                  </a:lnTo>
                  <a:lnTo>
                    <a:pt x="0" y="29312"/>
                  </a:lnTo>
                  <a:lnTo>
                    <a:pt x="474" y="27084"/>
                  </a:lnTo>
                  <a:lnTo>
                    <a:pt x="2240" y="27278"/>
                  </a:lnTo>
                  <a:lnTo>
                    <a:pt x="2540" y="23313"/>
                  </a:lnTo>
                  <a:lnTo>
                    <a:pt x="1979" y="22381"/>
                  </a:lnTo>
                  <a:lnTo>
                    <a:pt x="1358" y="20782"/>
                  </a:lnTo>
                  <a:lnTo>
                    <a:pt x="986" y="19319"/>
                  </a:lnTo>
                  <a:lnTo>
                    <a:pt x="1316" y="18231"/>
                  </a:lnTo>
                  <a:lnTo>
                    <a:pt x="2340" y="16653"/>
                  </a:lnTo>
                  <a:lnTo>
                    <a:pt x="2888" y="16482"/>
                  </a:lnTo>
                  <a:lnTo>
                    <a:pt x="3396" y="17365"/>
                  </a:lnTo>
                  <a:lnTo>
                    <a:pt x="4653" y="16699"/>
                  </a:lnTo>
                  <a:lnTo>
                    <a:pt x="4580" y="14191"/>
                  </a:lnTo>
                  <a:lnTo>
                    <a:pt x="3460" y="13089"/>
                  </a:lnTo>
                  <a:lnTo>
                    <a:pt x="3709" y="11184"/>
                  </a:lnTo>
                  <a:lnTo>
                    <a:pt x="5124" y="9366"/>
                  </a:lnTo>
                  <a:lnTo>
                    <a:pt x="5969" y="7537"/>
                  </a:lnTo>
                  <a:lnTo>
                    <a:pt x="6007" y="5448"/>
                  </a:lnTo>
                  <a:lnTo>
                    <a:pt x="5665" y="3361"/>
                  </a:lnTo>
                  <a:lnTo>
                    <a:pt x="5773" y="2548"/>
                  </a:lnTo>
                  <a:lnTo>
                    <a:pt x="6478" y="830"/>
                  </a:lnTo>
                  <a:lnTo>
                    <a:pt x="7466" y="0"/>
                  </a:lnTo>
                  <a:lnTo>
                    <a:pt x="7916" y="112"/>
                  </a:lnTo>
                  <a:lnTo>
                    <a:pt x="8830" y="1324"/>
                  </a:lnTo>
                  <a:lnTo>
                    <a:pt x="9647" y="1468"/>
                  </a:lnTo>
                  <a:lnTo>
                    <a:pt x="9844" y="1826"/>
                  </a:lnTo>
                  <a:lnTo>
                    <a:pt x="9992" y="317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2095560" y="5053007"/>
              <a:ext cx="4762" cy="22011"/>
            </a:xfrm>
            <a:custGeom>
              <a:avLst/>
              <a:pathLst>
                <a:path w="4762" h="22011">
                  <a:moveTo>
                    <a:pt x="1352" y="21977"/>
                  </a:moveTo>
                  <a:lnTo>
                    <a:pt x="269" y="22011"/>
                  </a:lnTo>
                  <a:lnTo>
                    <a:pt x="0" y="16742"/>
                  </a:lnTo>
                  <a:lnTo>
                    <a:pt x="1273" y="9133"/>
                  </a:lnTo>
                  <a:lnTo>
                    <a:pt x="1364" y="6233"/>
                  </a:lnTo>
                  <a:lnTo>
                    <a:pt x="936" y="4048"/>
                  </a:lnTo>
                  <a:lnTo>
                    <a:pt x="763" y="2250"/>
                  </a:lnTo>
                  <a:lnTo>
                    <a:pt x="867" y="1512"/>
                  </a:lnTo>
                  <a:lnTo>
                    <a:pt x="2494" y="0"/>
                  </a:lnTo>
                  <a:lnTo>
                    <a:pt x="3004" y="1604"/>
                  </a:lnTo>
                  <a:lnTo>
                    <a:pt x="3609" y="5872"/>
                  </a:lnTo>
                  <a:lnTo>
                    <a:pt x="4762" y="11981"/>
                  </a:lnTo>
                  <a:lnTo>
                    <a:pt x="4734" y="17815"/>
                  </a:lnTo>
                  <a:lnTo>
                    <a:pt x="4093" y="19255"/>
                  </a:lnTo>
                  <a:lnTo>
                    <a:pt x="2085" y="2072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2099440" y="5047677"/>
              <a:ext cx="6537" cy="23258"/>
            </a:xfrm>
            <a:custGeom>
              <a:avLst/>
              <a:pathLst>
                <a:path w="6537" h="23258">
                  <a:moveTo>
                    <a:pt x="6537" y="22239"/>
                  </a:moveTo>
                  <a:lnTo>
                    <a:pt x="6354" y="22940"/>
                  </a:lnTo>
                  <a:lnTo>
                    <a:pt x="5169" y="22510"/>
                  </a:lnTo>
                  <a:lnTo>
                    <a:pt x="3116" y="23258"/>
                  </a:lnTo>
                  <a:lnTo>
                    <a:pt x="2253" y="20577"/>
                  </a:lnTo>
                  <a:lnTo>
                    <a:pt x="1875" y="16312"/>
                  </a:lnTo>
                  <a:lnTo>
                    <a:pt x="1618" y="15429"/>
                  </a:lnTo>
                  <a:lnTo>
                    <a:pt x="1108" y="12999"/>
                  </a:lnTo>
                  <a:lnTo>
                    <a:pt x="853" y="11404"/>
                  </a:lnTo>
                  <a:lnTo>
                    <a:pt x="330" y="8934"/>
                  </a:lnTo>
                  <a:lnTo>
                    <a:pt x="128" y="6325"/>
                  </a:lnTo>
                  <a:lnTo>
                    <a:pt x="0" y="5537"/>
                  </a:lnTo>
                  <a:lnTo>
                    <a:pt x="470" y="3996"/>
                  </a:lnTo>
                  <a:lnTo>
                    <a:pt x="2616" y="2467"/>
                  </a:lnTo>
                  <a:lnTo>
                    <a:pt x="3380" y="0"/>
                  </a:lnTo>
                  <a:lnTo>
                    <a:pt x="4036" y="325"/>
                  </a:lnTo>
                  <a:lnTo>
                    <a:pt x="3855" y="5361"/>
                  </a:lnTo>
                  <a:lnTo>
                    <a:pt x="4249" y="7058"/>
                  </a:lnTo>
                  <a:lnTo>
                    <a:pt x="4979" y="8466"/>
                  </a:lnTo>
                  <a:lnTo>
                    <a:pt x="5114" y="9046"/>
                  </a:lnTo>
                  <a:lnTo>
                    <a:pt x="5238" y="10829"/>
                  </a:lnTo>
                  <a:lnTo>
                    <a:pt x="5603" y="13591"/>
                  </a:lnTo>
                  <a:lnTo>
                    <a:pt x="6077" y="14884"/>
                  </a:lnTo>
                  <a:lnTo>
                    <a:pt x="6199" y="15689"/>
                  </a:lnTo>
                  <a:lnTo>
                    <a:pt x="6221" y="16361"/>
                  </a:lnTo>
                  <a:lnTo>
                    <a:pt x="6047" y="1731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2099308" y="5043282"/>
              <a:ext cx="3316" cy="4729"/>
            </a:xfrm>
            <a:custGeom>
              <a:avLst/>
              <a:pathLst>
                <a:path w="3316" h="4729">
                  <a:moveTo>
                    <a:pt x="1430" y="4345"/>
                  </a:moveTo>
                  <a:lnTo>
                    <a:pt x="722" y="4729"/>
                  </a:lnTo>
                  <a:lnTo>
                    <a:pt x="641" y="3765"/>
                  </a:lnTo>
                  <a:lnTo>
                    <a:pt x="0" y="2164"/>
                  </a:lnTo>
                  <a:lnTo>
                    <a:pt x="556" y="1105"/>
                  </a:lnTo>
                  <a:lnTo>
                    <a:pt x="1645" y="0"/>
                  </a:lnTo>
                  <a:lnTo>
                    <a:pt x="2471" y="121"/>
                  </a:lnTo>
                  <a:lnTo>
                    <a:pt x="3216" y="960"/>
                  </a:lnTo>
                  <a:lnTo>
                    <a:pt x="3316" y="1950"/>
                  </a:lnTo>
                  <a:lnTo>
                    <a:pt x="2016" y="3246"/>
                  </a:lnTo>
                  <a:lnTo>
                    <a:pt x="1697" y="39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2104799" y="4968879"/>
              <a:ext cx="4428" cy="17273"/>
            </a:xfrm>
            <a:custGeom>
              <a:avLst/>
              <a:pathLst>
                <a:path w="4428" h="17273">
                  <a:moveTo>
                    <a:pt x="3623" y="15331"/>
                  </a:moveTo>
                  <a:lnTo>
                    <a:pt x="3089" y="16641"/>
                  </a:lnTo>
                  <a:lnTo>
                    <a:pt x="2156" y="17273"/>
                  </a:lnTo>
                  <a:lnTo>
                    <a:pt x="1232" y="16246"/>
                  </a:lnTo>
                  <a:lnTo>
                    <a:pt x="116" y="16722"/>
                  </a:lnTo>
                  <a:lnTo>
                    <a:pt x="0" y="14477"/>
                  </a:lnTo>
                  <a:lnTo>
                    <a:pt x="417" y="12627"/>
                  </a:lnTo>
                  <a:lnTo>
                    <a:pt x="1263" y="10428"/>
                  </a:lnTo>
                  <a:lnTo>
                    <a:pt x="1876" y="7482"/>
                  </a:lnTo>
                  <a:lnTo>
                    <a:pt x="1802" y="3324"/>
                  </a:lnTo>
                  <a:lnTo>
                    <a:pt x="2305" y="2372"/>
                  </a:lnTo>
                  <a:lnTo>
                    <a:pt x="2576" y="903"/>
                  </a:lnTo>
                  <a:lnTo>
                    <a:pt x="3646" y="0"/>
                  </a:lnTo>
                  <a:lnTo>
                    <a:pt x="3888" y="3090"/>
                  </a:lnTo>
                  <a:lnTo>
                    <a:pt x="3599" y="8610"/>
                  </a:lnTo>
                  <a:lnTo>
                    <a:pt x="4324" y="11874"/>
                  </a:lnTo>
                  <a:lnTo>
                    <a:pt x="4428" y="12962"/>
                  </a:lnTo>
                  <a:lnTo>
                    <a:pt x="4287" y="1421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2100451" y="4957723"/>
              <a:ext cx="1056" cy="3292"/>
            </a:xfrm>
            <a:custGeom>
              <a:avLst/>
              <a:pathLst>
                <a:path w="1056" h="3292">
                  <a:moveTo>
                    <a:pt x="958" y="2807"/>
                  </a:moveTo>
                  <a:lnTo>
                    <a:pt x="717" y="3292"/>
                  </a:lnTo>
                  <a:lnTo>
                    <a:pt x="417" y="3151"/>
                  </a:lnTo>
                  <a:lnTo>
                    <a:pt x="172" y="2210"/>
                  </a:lnTo>
                  <a:lnTo>
                    <a:pt x="0" y="605"/>
                  </a:lnTo>
                  <a:lnTo>
                    <a:pt x="333" y="0"/>
                  </a:lnTo>
                  <a:lnTo>
                    <a:pt x="602" y="0"/>
                  </a:lnTo>
                  <a:lnTo>
                    <a:pt x="900" y="851"/>
                  </a:lnTo>
                  <a:lnTo>
                    <a:pt x="1056" y="222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2113176" y="4950310"/>
              <a:ext cx="1940" cy="8530"/>
            </a:xfrm>
            <a:custGeom>
              <a:avLst/>
              <a:pathLst>
                <a:path w="1940" h="8530">
                  <a:moveTo>
                    <a:pt x="1790" y="8192"/>
                  </a:moveTo>
                  <a:lnTo>
                    <a:pt x="1476" y="8530"/>
                  </a:lnTo>
                  <a:lnTo>
                    <a:pt x="1190" y="8478"/>
                  </a:lnTo>
                  <a:lnTo>
                    <a:pt x="900" y="7465"/>
                  </a:lnTo>
                  <a:lnTo>
                    <a:pt x="803" y="6129"/>
                  </a:lnTo>
                  <a:lnTo>
                    <a:pt x="176" y="4132"/>
                  </a:lnTo>
                  <a:lnTo>
                    <a:pt x="0" y="3188"/>
                  </a:lnTo>
                  <a:lnTo>
                    <a:pt x="14" y="2060"/>
                  </a:lnTo>
                  <a:lnTo>
                    <a:pt x="374" y="441"/>
                  </a:lnTo>
                  <a:lnTo>
                    <a:pt x="908" y="0"/>
                  </a:lnTo>
                  <a:lnTo>
                    <a:pt x="1268" y="60"/>
                  </a:lnTo>
                  <a:lnTo>
                    <a:pt x="1703" y="1967"/>
                  </a:lnTo>
                  <a:lnTo>
                    <a:pt x="1828" y="4034"/>
                  </a:lnTo>
                  <a:lnTo>
                    <a:pt x="1940" y="616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2116766" y="4944126"/>
              <a:ext cx="6546" cy="15513"/>
            </a:xfrm>
            <a:custGeom>
              <a:avLst/>
              <a:pathLst>
                <a:path w="6546" h="15513">
                  <a:moveTo>
                    <a:pt x="4412" y="13152"/>
                  </a:moveTo>
                  <a:lnTo>
                    <a:pt x="2082" y="15513"/>
                  </a:lnTo>
                  <a:lnTo>
                    <a:pt x="913" y="14722"/>
                  </a:lnTo>
                  <a:lnTo>
                    <a:pt x="461" y="12982"/>
                  </a:lnTo>
                  <a:lnTo>
                    <a:pt x="240" y="11519"/>
                  </a:lnTo>
                  <a:lnTo>
                    <a:pt x="0" y="9043"/>
                  </a:lnTo>
                  <a:lnTo>
                    <a:pt x="398" y="7716"/>
                  </a:lnTo>
                  <a:lnTo>
                    <a:pt x="1250" y="5803"/>
                  </a:lnTo>
                  <a:lnTo>
                    <a:pt x="1567" y="4568"/>
                  </a:lnTo>
                  <a:lnTo>
                    <a:pt x="1721" y="3110"/>
                  </a:lnTo>
                  <a:lnTo>
                    <a:pt x="1667" y="1748"/>
                  </a:lnTo>
                  <a:lnTo>
                    <a:pt x="1779" y="453"/>
                  </a:lnTo>
                  <a:lnTo>
                    <a:pt x="2281" y="0"/>
                  </a:lnTo>
                  <a:lnTo>
                    <a:pt x="4005" y="1451"/>
                  </a:lnTo>
                  <a:lnTo>
                    <a:pt x="5793" y="3627"/>
                  </a:lnTo>
                  <a:lnTo>
                    <a:pt x="6428" y="5130"/>
                  </a:lnTo>
                  <a:lnTo>
                    <a:pt x="6546" y="6325"/>
                  </a:lnTo>
                  <a:lnTo>
                    <a:pt x="5765" y="8968"/>
                  </a:lnTo>
                  <a:lnTo>
                    <a:pt x="5267" y="1114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2105492" y="4938213"/>
              <a:ext cx="8792" cy="35756"/>
            </a:xfrm>
            <a:custGeom>
              <a:avLst/>
              <a:pathLst>
                <a:path w="8792" h="35756">
                  <a:moveTo>
                    <a:pt x="8483" y="7673"/>
                  </a:moveTo>
                  <a:lnTo>
                    <a:pt x="8010" y="8942"/>
                  </a:lnTo>
                  <a:lnTo>
                    <a:pt x="7262" y="9167"/>
                  </a:lnTo>
                  <a:lnTo>
                    <a:pt x="6099" y="10636"/>
                  </a:lnTo>
                  <a:lnTo>
                    <a:pt x="5977" y="11911"/>
                  </a:lnTo>
                  <a:lnTo>
                    <a:pt x="5919" y="13475"/>
                  </a:lnTo>
                  <a:lnTo>
                    <a:pt x="6722" y="15360"/>
                  </a:lnTo>
                  <a:lnTo>
                    <a:pt x="7117" y="17550"/>
                  </a:lnTo>
                  <a:lnTo>
                    <a:pt x="7593" y="20831"/>
                  </a:lnTo>
                  <a:lnTo>
                    <a:pt x="7937" y="23962"/>
                  </a:lnTo>
                  <a:lnTo>
                    <a:pt x="7906" y="24932"/>
                  </a:lnTo>
                  <a:lnTo>
                    <a:pt x="7991" y="26556"/>
                  </a:lnTo>
                  <a:lnTo>
                    <a:pt x="8562" y="29081"/>
                  </a:lnTo>
                  <a:lnTo>
                    <a:pt x="8614" y="30221"/>
                  </a:lnTo>
                  <a:lnTo>
                    <a:pt x="8552" y="31352"/>
                  </a:lnTo>
                  <a:lnTo>
                    <a:pt x="8322" y="33447"/>
                  </a:lnTo>
                  <a:lnTo>
                    <a:pt x="8140" y="33736"/>
                  </a:lnTo>
                  <a:lnTo>
                    <a:pt x="7574" y="33941"/>
                  </a:lnTo>
                  <a:lnTo>
                    <a:pt x="7530" y="35213"/>
                  </a:lnTo>
                  <a:lnTo>
                    <a:pt x="7390" y="35629"/>
                  </a:lnTo>
                  <a:lnTo>
                    <a:pt x="5782" y="35756"/>
                  </a:lnTo>
                  <a:lnTo>
                    <a:pt x="4986" y="35178"/>
                  </a:lnTo>
                  <a:lnTo>
                    <a:pt x="5080" y="31346"/>
                  </a:lnTo>
                  <a:lnTo>
                    <a:pt x="4062" y="29843"/>
                  </a:lnTo>
                  <a:lnTo>
                    <a:pt x="3362" y="27306"/>
                  </a:lnTo>
                  <a:lnTo>
                    <a:pt x="2575" y="22929"/>
                  </a:lnTo>
                  <a:lnTo>
                    <a:pt x="1913" y="21581"/>
                  </a:lnTo>
                  <a:lnTo>
                    <a:pt x="1143" y="18121"/>
                  </a:lnTo>
                  <a:lnTo>
                    <a:pt x="0" y="15161"/>
                  </a:lnTo>
                  <a:lnTo>
                    <a:pt x="1319" y="13288"/>
                  </a:lnTo>
                  <a:lnTo>
                    <a:pt x="1114" y="10007"/>
                  </a:lnTo>
                  <a:lnTo>
                    <a:pt x="1885" y="8882"/>
                  </a:lnTo>
                  <a:lnTo>
                    <a:pt x="3043" y="7707"/>
                  </a:lnTo>
                  <a:lnTo>
                    <a:pt x="3896" y="8631"/>
                  </a:lnTo>
                  <a:lnTo>
                    <a:pt x="4662" y="8304"/>
                  </a:lnTo>
                  <a:lnTo>
                    <a:pt x="5004" y="7520"/>
                  </a:lnTo>
                  <a:lnTo>
                    <a:pt x="4899" y="4166"/>
                  </a:lnTo>
                  <a:lnTo>
                    <a:pt x="5142" y="1523"/>
                  </a:lnTo>
                  <a:lnTo>
                    <a:pt x="5987" y="158"/>
                  </a:lnTo>
                  <a:lnTo>
                    <a:pt x="6898" y="0"/>
                  </a:lnTo>
                  <a:lnTo>
                    <a:pt x="7241" y="1491"/>
                  </a:lnTo>
                  <a:lnTo>
                    <a:pt x="7690" y="2957"/>
                  </a:lnTo>
                  <a:lnTo>
                    <a:pt x="8792" y="4115"/>
                  </a:lnTo>
                  <a:lnTo>
                    <a:pt x="8787" y="56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2110057" y="4927839"/>
              <a:ext cx="3396" cy="4083"/>
            </a:xfrm>
            <a:custGeom>
              <a:avLst/>
              <a:pathLst>
                <a:path w="3396" h="4083">
                  <a:moveTo>
                    <a:pt x="3194" y="1284"/>
                  </a:moveTo>
                  <a:lnTo>
                    <a:pt x="3396" y="2738"/>
                  </a:lnTo>
                  <a:lnTo>
                    <a:pt x="2973" y="2937"/>
                  </a:lnTo>
                  <a:lnTo>
                    <a:pt x="2295" y="2706"/>
                  </a:lnTo>
                  <a:lnTo>
                    <a:pt x="1967" y="3855"/>
                  </a:lnTo>
                  <a:lnTo>
                    <a:pt x="1800" y="4083"/>
                  </a:lnTo>
                  <a:lnTo>
                    <a:pt x="242" y="3064"/>
                  </a:lnTo>
                  <a:lnTo>
                    <a:pt x="0" y="2611"/>
                  </a:lnTo>
                  <a:lnTo>
                    <a:pt x="29" y="1099"/>
                  </a:lnTo>
                  <a:lnTo>
                    <a:pt x="1689" y="966"/>
                  </a:lnTo>
                  <a:lnTo>
                    <a:pt x="2749" y="0"/>
                  </a:lnTo>
                  <a:lnTo>
                    <a:pt x="2899" y="1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2103330" y="4920515"/>
              <a:ext cx="1710" cy="2643"/>
            </a:xfrm>
            <a:custGeom>
              <a:avLst/>
              <a:pathLst>
                <a:path w="1710" h="2643">
                  <a:moveTo>
                    <a:pt x="1672" y="2123"/>
                  </a:moveTo>
                  <a:lnTo>
                    <a:pt x="309" y="2643"/>
                  </a:lnTo>
                  <a:lnTo>
                    <a:pt x="0" y="1760"/>
                  </a:lnTo>
                  <a:lnTo>
                    <a:pt x="6" y="1015"/>
                  </a:lnTo>
                  <a:lnTo>
                    <a:pt x="240" y="398"/>
                  </a:lnTo>
                  <a:lnTo>
                    <a:pt x="938" y="0"/>
                  </a:lnTo>
                  <a:lnTo>
                    <a:pt x="1396" y="504"/>
                  </a:lnTo>
                  <a:lnTo>
                    <a:pt x="1634" y="1226"/>
                  </a:lnTo>
                  <a:lnTo>
                    <a:pt x="1710" y="18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2107707" y="4869087"/>
              <a:ext cx="9271" cy="46583"/>
            </a:xfrm>
            <a:custGeom>
              <a:avLst/>
              <a:pathLst>
                <a:path w="9271" h="46583">
                  <a:moveTo>
                    <a:pt x="5902" y="45812"/>
                  </a:moveTo>
                  <a:lnTo>
                    <a:pt x="5179" y="46430"/>
                  </a:lnTo>
                  <a:lnTo>
                    <a:pt x="4505" y="46583"/>
                  </a:lnTo>
                  <a:lnTo>
                    <a:pt x="3820" y="46129"/>
                  </a:lnTo>
                  <a:lnTo>
                    <a:pt x="2624" y="46167"/>
                  </a:lnTo>
                  <a:lnTo>
                    <a:pt x="1430" y="45013"/>
                  </a:lnTo>
                  <a:lnTo>
                    <a:pt x="311" y="43379"/>
                  </a:lnTo>
                  <a:lnTo>
                    <a:pt x="0" y="42436"/>
                  </a:lnTo>
                  <a:lnTo>
                    <a:pt x="136" y="41080"/>
                  </a:lnTo>
                  <a:lnTo>
                    <a:pt x="942" y="37940"/>
                  </a:lnTo>
                  <a:lnTo>
                    <a:pt x="1710" y="32007"/>
                  </a:lnTo>
                  <a:lnTo>
                    <a:pt x="2221" y="23492"/>
                  </a:lnTo>
                  <a:lnTo>
                    <a:pt x="1812" y="20265"/>
                  </a:lnTo>
                  <a:lnTo>
                    <a:pt x="1863" y="18926"/>
                  </a:lnTo>
                  <a:lnTo>
                    <a:pt x="2050" y="17316"/>
                  </a:lnTo>
                  <a:lnTo>
                    <a:pt x="2143" y="15660"/>
                  </a:lnTo>
                  <a:lnTo>
                    <a:pt x="2086" y="13989"/>
                  </a:lnTo>
                  <a:lnTo>
                    <a:pt x="2183" y="12437"/>
                  </a:lnTo>
                  <a:lnTo>
                    <a:pt x="3028" y="9170"/>
                  </a:lnTo>
                  <a:lnTo>
                    <a:pt x="3153" y="7704"/>
                  </a:lnTo>
                  <a:lnTo>
                    <a:pt x="3177" y="6111"/>
                  </a:lnTo>
                  <a:lnTo>
                    <a:pt x="3543" y="2819"/>
                  </a:lnTo>
                  <a:lnTo>
                    <a:pt x="3430" y="1728"/>
                  </a:lnTo>
                  <a:lnTo>
                    <a:pt x="3117" y="805"/>
                  </a:lnTo>
                  <a:lnTo>
                    <a:pt x="3371" y="0"/>
                  </a:lnTo>
                  <a:lnTo>
                    <a:pt x="6310" y="2415"/>
                  </a:lnTo>
                  <a:lnTo>
                    <a:pt x="8263" y="2977"/>
                  </a:lnTo>
                  <a:lnTo>
                    <a:pt x="8367" y="5476"/>
                  </a:lnTo>
                  <a:lnTo>
                    <a:pt x="8744" y="7436"/>
                  </a:lnTo>
                  <a:lnTo>
                    <a:pt x="8968" y="10945"/>
                  </a:lnTo>
                  <a:lnTo>
                    <a:pt x="9271" y="11741"/>
                  </a:lnTo>
                  <a:lnTo>
                    <a:pt x="9114" y="14252"/>
                  </a:lnTo>
                  <a:lnTo>
                    <a:pt x="8215" y="15334"/>
                  </a:lnTo>
                  <a:lnTo>
                    <a:pt x="8294" y="17642"/>
                  </a:lnTo>
                  <a:lnTo>
                    <a:pt x="8811" y="19821"/>
                  </a:lnTo>
                  <a:lnTo>
                    <a:pt x="8057" y="20597"/>
                  </a:lnTo>
                  <a:lnTo>
                    <a:pt x="7243" y="21059"/>
                  </a:lnTo>
                  <a:lnTo>
                    <a:pt x="7055" y="21665"/>
                  </a:lnTo>
                  <a:lnTo>
                    <a:pt x="6466" y="22138"/>
                  </a:lnTo>
                  <a:lnTo>
                    <a:pt x="5749" y="23350"/>
                  </a:lnTo>
                  <a:lnTo>
                    <a:pt x="5965" y="24418"/>
                  </a:lnTo>
                  <a:lnTo>
                    <a:pt x="6867" y="26856"/>
                  </a:lnTo>
                  <a:lnTo>
                    <a:pt x="7874" y="28547"/>
                  </a:lnTo>
                  <a:lnTo>
                    <a:pt x="8427" y="31075"/>
                  </a:lnTo>
                  <a:lnTo>
                    <a:pt x="9142" y="33715"/>
                  </a:lnTo>
                  <a:lnTo>
                    <a:pt x="8793" y="35392"/>
                  </a:lnTo>
                  <a:lnTo>
                    <a:pt x="8138" y="37770"/>
                  </a:lnTo>
                  <a:lnTo>
                    <a:pt x="7092" y="39348"/>
                  </a:lnTo>
                  <a:lnTo>
                    <a:pt x="6130" y="40292"/>
                  </a:lnTo>
                  <a:lnTo>
                    <a:pt x="6243" y="4420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2063464" y="4626185"/>
              <a:ext cx="2119" cy="2735"/>
            </a:xfrm>
            <a:custGeom>
              <a:avLst/>
              <a:pathLst>
                <a:path w="2119" h="2735">
                  <a:moveTo>
                    <a:pt x="1781" y="2106"/>
                  </a:moveTo>
                  <a:lnTo>
                    <a:pt x="58" y="2735"/>
                  </a:lnTo>
                  <a:lnTo>
                    <a:pt x="0" y="2556"/>
                  </a:lnTo>
                  <a:lnTo>
                    <a:pt x="97" y="2037"/>
                  </a:lnTo>
                  <a:lnTo>
                    <a:pt x="493" y="1134"/>
                  </a:lnTo>
                  <a:lnTo>
                    <a:pt x="1076" y="0"/>
                  </a:lnTo>
                  <a:lnTo>
                    <a:pt x="1253" y="86"/>
                  </a:lnTo>
                  <a:lnTo>
                    <a:pt x="1454" y="291"/>
                  </a:lnTo>
                  <a:lnTo>
                    <a:pt x="1968" y="1033"/>
                  </a:lnTo>
                  <a:lnTo>
                    <a:pt x="2119" y="1540"/>
                  </a:lnTo>
                  <a:lnTo>
                    <a:pt x="2064" y="19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1770779" y="4433914"/>
              <a:ext cx="2031" cy="3041"/>
            </a:xfrm>
            <a:custGeom>
              <a:avLst/>
              <a:pathLst>
                <a:path w="2031" h="3041">
                  <a:moveTo>
                    <a:pt x="1481" y="2129"/>
                  </a:moveTo>
                  <a:lnTo>
                    <a:pt x="0" y="3041"/>
                  </a:lnTo>
                  <a:lnTo>
                    <a:pt x="47" y="1413"/>
                  </a:lnTo>
                  <a:lnTo>
                    <a:pt x="419" y="0"/>
                  </a:lnTo>
                  <a:lnTo>
                    <a:pt x="1515" y="813"/>
                  </a:lnTo>
                  <a:lnTo>
                    <a:pt x="2031" y="96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2095010" y="4151357"/>
              <a:ext cx="83632" cy="1074915"/>
            </a:xfrm>
            <a:custGeom>
              <a:avLst/>
              <a:pathLst>
                <a:path w="83632" h="1074915">
                  <a:moveTo>
                    <a:pt x="81843" y="157071"/>
                  </a:moveTo>
                  <a:lnTo>
                    <a:pt x="83632" y="162381"/>
                  </a:lnTo>
                  <a:lnTo>
                    <a:pt x="82854" y="169583"/>
                  </a:lnTo>
                  <a:lnTo>
                    <a:pt x="81610" y="181074"/>
                  </a:lnTo>
                  <a:lnTo>
                    <a:pt x="80648" y="189959"/>
                  </a:lnTo>
                  <a:lnTo>
                    <a:pt x="80490" y="191145"/>
                  </a:lnTo>
                  <a:lnTo>
                    <a:pt x="80292" y="192888"/>
                  </a:lnTo>
                  <a:lnTo>
                    <a:pt x="78219" y="195404"/>
                  </a:lnTo>
                  <a:lnTo>
                    <a:pt x="75196" y="199080"/>
                  </a:lnTo>
                  <a:lnTo>
                    <a:pt x="73647" y="200999"/>
                  </a:lnTo>
                  <a:lnTo>
                    <a:pt x="71696" y="203472"/>
                  </a:lnTo>
                  <a:lnTo>
                    <a:pt x="71223" y="205492"/>
                  </a:lnTo>
                  <a:lnTo>
                    <a:pt x="70660" y="206583"/>
                  </a:lnTo>
                  <a:lnTo>
                    <a:pt x="70040" y="207997"/>
                  </a:lnTo>
                  <a:lnTo>
                    <a:pt x="69804" y="209529"/>
                  </a:lnTo>
                  <a:lnTo>
                    <a:pt x="69226" y="210499"/>
                  </a:lnTo>
                  <a:lnTo>
                    <a:pt x="68700" y="213973"/>
                  </a:lnTo>
                  <a:lnTo>
                    <a:pt x="68700" y="216642"/>
                  </a:lnTo>
                  <a:lnTo>
                    <a:pt x="69036" y="218460"/>
                  </a:lnTo>
                  <a:lnTo>
                    <a:pt x="69620" y="219228"/>
                  </a:lnTo>
                  <a:lnTo>
                    <a:pt x="69804" y="221407"/>
                  </a:lnTo>
                  <a:lnTo>
                    <a:pt x="69988" y="222945"/>
                  </a:lnTo>
                  <a:lnTo>
                    <a:pt x="70409" y="224154"/>
                  </a:lnTo>
                  <a:lnTo>
                    <a:pt x="70303" y="225123"/>
                  </a:lnTo>
                  <a:lnTo>
                    <a:pt x="69962" y="225851"/>
                  </a:lnTo>
                  <a:lnTo>
                    <a:pt x="69331" y="226255"/>
                  </a:lnTo>
                  <a:lnTo>
                    <a:pt x="68903" y="228433"/>
                  </a:lnTo>
                  <a:lnTo>
                    <a:pt x="68410" y="233850"/>
                  </a:lnTo>
                  <a:lnTo>
                    <a:pt x="68332" y="235789"/>
                  </a:lnTo>
                  <a:lnTo>
                    <a:pt x="68893" y="240691"/>
                  </a:lnTo>
                  <a:lnTo>
                    <a:pt x="69192" y="243335"/>
                  </a:lnTo>
                  <a:lnTo>
                    <a:pt x="70000" y="252921"/>
                  </a:lnTo>
                  <a:lnTo>
                    <a:pt x="70118" y="255529"/>
                  </a:lnTo>
                  <a:lnTo>
                    <a:pt x="69009" y="259171"/>
                  </a:lnTo>
                  <a:lnTo>
                    <a:pt x="68567" y="261387"/>
                  </a:lnTo>
                  <a:lnTo>
                    <a:pt x="68410" y="263341"/>
                  </a:lnTo>
                  <a:lnTo>
                    <a:pt x="68415" y="264888"/>
                  </a:lnTo>
                  <a:lnTo>
                    <a:pt x="68516" y="266304"/>
                  </a:lnTo>
                  <a:lnTo>
                    <a:pt x="69439" y="270795"/>
                  </a:lnTo>
                  <a:lnTo>
                    <a:pt x="70513" y="274817"/>
                  </a:lnTo>
                  <a:lnTo>
                    <a:pt x="71039" y="276918"/>
                  </a:lnTo>
                  <a:lnTo>
                    <a:pt x="71039" y="279746"/>
                  </a:lnTo>
                  <a:lnTo>
                    <a:pt x="70776" y="281362"/>
                  </a:lnTo>
                  <a:lnTo>
                    <a:pt x="70206" y="281959"/>
                  </a:lnTo>
                  <a:lnTo>
                    <a:pt x="68937" y="283058"/>
                  </a:lnTo>
                  <a:lnTo>
                    <a:pt x="68410" y="284674"/>
                  </a:lnTo>
                  <a:lnTo>
                    <a:pt x="67833" y="284920"/>
                  </a:lnTo>
                  <a:lnTo>
                    <a:pt x="67281" y="283624"/>
                  </a:lnTo>
                  <a:lnTo>
                    <a:pt x="66702" y="283947"/>
                  </a:lnTo>
                  <a:lnTo>
                    <a:pt x="65966" y="285079"/>
                  </a:lnTo>
                  <a:lnTo>
                    <a:pt x="65690" y="287826"/>
                  </a:lnTo>
                  <a:lnTo>
                    <a:pt x="65047" y="292509"/>
                  </a:lnTo>
                  <a:lnTo>
                    <a:pt x="64495" y="293805"/>
                  </a:lnTo>
                  <a:lnTo>
                    <a:pt x="64083" y="297380"/>
                  </a:lnTo>
                  <a:lnTo>
                    <a:pt x="63350" y="302508"/>
                  </a:lnTo>
                  <a:lnTo>
                    <a:pt x="62996" y="305598"/>
                  </a:lnTo>
                  <a:lnTo>
                    <a:pt x="62812" y="307861"/>
                  </a:lnTo>
                  <a:lnTo>
                    <a:pt x="62074" y="309306"/>
                  </a:lnTo>
                  <a:lnTo>
                    <a:pt x="61213" y="312178"/>
                  </a:lnTo>
                  <a:lnTo>
                    <a:pt x="60552" y="314971"/>
                  </a:lnTo>
                  <a:lnTo>
                    <a:pt x="60289" y="315779"/>
                  </a:lnTo>
                  <a:lnTo>
                    <a:pt x="59789" y="316021"/>
                  </a:lnTo>
                  <a:lnTo>
                    <a:pt x="59421" y="318526"/>
                  </a:lnTo>
                  <a:lnTo>
                    <a:pt x="58173" y="322306"/>
                  </a:lnTo>
                  <a:lnTo>
                    <a:pt x="57876" y="326692"/>
                  </a:lnTo>
                  <a:lnTo>
                    <a:pt x="57424" y="329030"/>
                  </a:lnTo>
                  <a:lnTo>
                    <a:pt x="57344" y="333249"/>
                  </a:lnTo>
                  <a:lnTo>
                    <a:pt x="56655" y="340979"/>
                  </a:lnTo>
                  <a:lnTo>
                    <a:pt x="56530" y="342685"/>
                  </a:lnTo>
                  <a:lnTo>
                    <a:pt x="55833" y="344032"/>
                  </a:lnTo>
                  <a:lnTo>
                    <a:pt x="54918" y="347022"/>
                  </a:lnTo>
                  <a:lnTo>
                    <a:pt x="54618" y="349209"/>
                  </a:lnTo>
                  <a:lnTo>
                    <a:pt x="55042" y="355751"/>
                  </a:lnTo>
                  <a:lnTo>
                    <a:pt x="55571" y="362362"/>
                  </a:lnTo>
                  <a:lnTo>
                    <a:pt x="55605" y="365461"/>
                  </a:lnTo>
                  <a:lnTo>
                    <a:pt x="55400" y="369668"/>
                  </a:lnTo>
                  <a:lnTo>
                    <a:pt x="55260" y="371498"/>
                  </a:lnTo>
                  <a:lnTo>
                    <a:pt x="55610" y="372254"/>
                  </a:lnTo>
                  <a:lnTo>
                    <a:pt x="56189" y="372739"/>
                  </a:lnTo>
                  <a:lnTo>
                    <a:pt x="56372" y="374355"/>
                  </a:lnTo>
                  <a:lnTo>
                    <a:pt x="55952" y="375486"/>
                  </a:lnTo>
                  <a:lnTo>
                    <a:pt x="55768" y="377506"/>
                  </a:lnTo>
                  <a:lnTo>
                    <a:pt x="55295" y="379768"/>
                  </a:lnTo>
                  <a:lnTo>
                    <a:pt x="53895" y="380657"/>
                  </a:lnTo>
                  <a:lnTo>
                    <a:pt x="53402" y="379849"/>
                  </a:lnTo>
                  <a:lnTo>
                    <a:pt x="53245" y="380576"/>
                  </a:lnTo>
                  <a:lnTo>
                    <a:pt x="53323" y="382192"/>
                  </a:lnTo>
                  <a:lnTo>
                    <a:pt x="53011" y="384097"/>
                  </a:lnTo>
                  <a:lnTo>
                    <a:pt x="52286" y="389196"/>
                  </a:lnTo>
                  <a:lnTo>
                    <a:pt x="51806" y="393827"/>
                  </a:lnTo>
                  <a:lnTo>
                    <a:pt x="51528" y="395847"/>
                  </a:lnTo>
                  <a:lnTo>
                    <a:pt x="51641" y="397544"/>
                  </a:lnTo>
                  <a:lnTo>
                    <a:pt x="51878" y="398513"/>
                  </a:lnTo>
                  <a:lnTo>
                    <a:pt x="51904" y="399402"/>
                  </a:lnTo>
                  <a:lnTo>
                    <a:pt x="51505" y="400519"/>
                  </a:lnTo>
                  <a:lnTo>
                    <a:pt x="51142" y="402311"/>
                  </a:lnTo>
                  <a:lnTo>
                    <a:pt x="50747" y="402553"/>
                  </a:lnTo>
                  <a:lnTo>
                    <a:pt x="50327" y="402066"/>
                  </a:lnTo>
                  <a:lnTo>
                    <a:pt x="49880" y="403119"/>
                  </a:lnTo>
                  <a:lnTo>
                    <a:pt x="49789" y="405318"/>
                  </a:lnTo>
                  <a:lnTo>
                    <a:pt x="49543" y="408111"/>
                  </a:lnTo>
                  <a:lnTo>
                    <a:pt x="49430" y="411378"/>
                  </a:lnTo>
                  <a:lnTo>
                    <a:pt x="49249" y="415559"/>
                  </a:lnTo>
                  <a:lnTo>
                    <a:pt x="49822" y="418424"/>
                  </a:lnTo>
                  <a:lnTo>
                    <a:pt x="50548" y="423610"/>
                  </a:lnTo>
                  <a:lnTo>
                    <a:pt x="51089" y="424848"/>
                  </a:lnTo>
                  <a:lnTo>
                    <a:pt x="51694" y="424767"/>
                  </a:lnTo>
                  <a:lnTo>
                    <a:pt x="52167" y="425817"/>
                  </a:lnTo>
                  <a:lnTo>
                    <a:pt x="52430" y="427032"/>
                  </a:lnTo>
                  <a:lnTo>
                    <a:pt x="52079" y="429199"/>
                  </a:lnTo>
                  <a:lnTo>
                    <a:pt x="51457" y="429534"/>
                  </a:lnTo>
                  <a:lnTo>
                    <a:pt x="51378" y="430749"/>
                  </a:lnTo>
                  <a:lnTo>
                    <a:pt x="51562" y="433496"/>
                  </a:lnTo>
                  <a:lnTo>
                    <a:pt x="51799" y="436162"/>
                  </a:lnTo>
                  <a:lnTo>
                    <a:pt x="52397" y="437441"/>
                  </a:lnTo>
                  <a:lnTo>
                    <a:pt x="52666" y="441007"/>
                  </a:lnTo>
                  <a:lnTo>
                    <a:pt x="53245" y="442219"/>
                  </a:lnTo>
                  <a:lnTo>
                    <a:pt x="53174" y="446782"/>
                  </a:lnTo>
                  <a:lnTo>
                    <a:pt x="53759" y="452140"/>
                  </a:lnTo>
                  <a:lnTo>
                    <a:pt x="54375" y="453693"/>
                  </a:lnTo>
                  <a:lnTo>
                    <a:pt x="54664" y="454420"/>
                  </a:lnTo>
                  <a:lnTo>
                    <a:pt x="54470" y="456757"/>
                  </a:lnTo>
                  <a:lnTo>
                    <a:pt x="53981" y="458621"/>
                  </a:lnTo>
                  <a:lnTo>
                    <a:pt x="53875" y="461611"/>
                  </a:lnTo>
                  <a:lnTo>
                    <a:pt x="54060" y="463793"/>
                  </a:lnTo>
                  <a:lnTo>
                    <a:pt x="54685" y="465853"/>
                  </a:lnTo>
                  <a:lnTo>
                    <a:pt x="55173" y="466087"/>
                  </a:lnTo>
                  <a:lnTo>
                    <a:pt x="55873" y="465247"/>
                  </a:lnTo>
                  <a:lnTo>
                    <a:pt x="56609" y="466216"/>
                  </a:lnTo>
                  <a:lnTo>
                    <a:pt x="56714" y="467994"/>
                  </a:lnTo>
                  <a:lnTo>
                    <a:pt x="56820" y="469610"/>
                  </a:lnTo>
                  <a:lnTo>
                    <a:pt x="56425" y="471711"/>
                  </a:lnTo>
                  <a:lnTo>
                    <a:pt x="56004" y="475589"/>
                  </a:lnTo>
                  <a:lnTo>
                    <a:pt x="55891" y="479441"/>
                  </a:lnTo>
                  <a:lnTo>
                    <a:pt x="56015" y="485305"/>
                  </a:lnTo>
                  <a:lnTo>
                    <a:pt x="56207" y="489850"/>
                  </a:lnTo>
                  <a:lnTo>
                    <a:pt x="56247" y="492713"/>
                  </a:lnTo>
                  <a:lnTo>
                    <a:pt x="56294" y="494008"/>
                  </a:lnTo>
                  <a:lnTo>
                    <a:pt x="56031" y="494897"/>
                  </a:lnTo>
                  <a:lnTo>
                    <a:pt x="55391" y="495356"/>
                  </a:lnTo>
                  <a:lnTo>
                    <a:pt x="54848" y="495543"/>
                  </a:lnTo>
                  <a:lnTo>
                    <a:pt x="54375" y="496268"/>
                  </a:lnTo>
                  <a:lnTo>
                    <a:pt x="54270" y="497722"/>
                  </a:lnTo>
                  <a:lnTo>
                    <a:pt x="53900" y="500146"/>
                  </a:lnTo>
                  <a:lnTo>
                    <a:pt x="53517" y="501944"/>
                  </a:lnTo>
                  <a:lnTo>
                    <a:pt x="52850" y="504555"/>
                  </a:lnTo>
                  <a:lnTo>
                    <a:pt x="52427" y="507256"/>
                  </a:lnTo>
                  <a:lnTo>
                    <a:pt x="52088" y="509034"/>
                  </a:lnTo>
                  <a:lnTo>
                    <a:pt x="52118" y="510266"/>
                  </a:lnTo>
                  <a:lnTo>
                    <a:pt x="51875" y="512644"/>
                  </a:lnTo>
                  <a:lnTo>
                    <a:pt x="51625" y="514617"/>
                  </a:lnTo>
                  <a:lnTo>
                    <a:pt x="51096" y="521269"/>
                  </a:lnTo>
                  <a:lnTo>
                    <a:pt x="50390" y="522651"/>
                  </a:lnTo>
                  <a:lnTo>
                    <a:pt x="49827" y="523335"/>
                  </a:lnTo>
                  <a:lnTo>
                    <a:pt x="49538" y="524224"/>
                  </a:lnTo>
                  <a:lnTo>
                    <a:pt x="49758" y="526027"/>
                  </a:lnTo>
                  <a:lnTo>
                    <a:pt x="50353" y="526567"/>
                  </a:lnTo>
                  <a:lnTo>
                    <a:pt x="50563" y="528021"/>
                  </a:lnTo>
                  <a:lnTo>
                    <a:pt x="50484" y="530284"/>
                  </a:lnTo>
                  <a:lnTo>
                    <a:pt x="50879" y="532384"/>
                  </a:lnTo>
                  <a:lnTo>
                    <a:pt x="50840" y="534930"/>
                  </a:lnTo>
                  <a:lnTo>
                    <a:pt x="51220" y="539737"/>
                  </a:lnTo>
                  <a:lnTo>
                    <a:pt x="50879" y="542888"/>
                  </a:lnTo>
                  <a:lnTo>
                    <a:pt x="50995" y="545606"/>
                  </a:lnTo>
                  <a:lnTo>
                    <a:pt x="50984" y="548302"/>
                  </a:lnTo>
                  <a:lnTo>
                    <a:pt x="50484" y="550399"/>
                  </a:lnTo>
                  <a:lnTo>
                    <a:pt x="49459" y="550803"/>
                  </a:lnTo>
                  <a:lnTo>
                    <a:pt x="48897" y="552740"/>
                  </a:lnTo>
                  <a:lnTo>
                    <a:pt x="47935" y="554846"/>
                  </a:lnTo>
                  <a:lnTo>
                    <a:pt x="47830" y="556543"/>
                  </a:lnTo>
                  <a:lnTo>
                    <a:pt x="47672" y="558078"/>
                  </a:lnTo>
                  <a:lnTo>
                    <a:pt x="47278" y="558644"/>
                  </a:lnTo>
                  <a:lnTo>
                    <a:pt x="46673" y="558644"/>
                  </a:lnTo>
                  <a:lnTo>
                    <a:pt x="46174" y="558886"/>
                  </a:lnTo>
                  <a:lnTo>
                    <a:pt x="45474" y="560877"/>
                  </a:lnTo>
                  <a:lnTo>
                    <a:pt x="44728" y="561954"/>
                  </a:lnTo>
                  <a:lnTo>
                    <a:pt x="44558" y="563558"/>
                  </a:lnTo>
                  <a:lnTo>
                    <a:pt x="44623" y="565509"/>
                  </a:lnTo>
                  <a:lnTo>
                    <a:pt x="44229" y="566721"/>
                  </a:lnTo>
                  <a:lnTo>
                    <a:pt x="43729" y="568983"/>
                  </a:lnTo>
                  <a:lnTo>
                    <a:pt x="43414" y="571407"/>
                  </a:lnTo>
                  <a:lnTo>
                    <a:pt x="43729" y="573669"/>
                  </a:lnTo>
                  <a:lnTo>
                    <a:pt x="44071" y="577709"/>
                  </a:lnTo>
                  <a:lnTo>
                    <a:pt x="44123" y="579406"/>
                  </a:lnTo>
                  <a:lnTo>
                    <a:pt x="43690" y="582748"/>
                  </a:lnTo>
                  <a:lnTo>
                    <a:pt x="43335" y="584900"/>
                  </a:lnTo>
                  <a:lnTo>
                    <a:pt x="43676" y="587647"/>
                  </a:lnTo>
                  <a:lnTo>
                    <a:pt x="43966" y="589180"/>
                  </a:lnTo>
                  <a:lnTo>
                    <a:pt x="43696" y="592550"/>
                  </a:lnTo>
                  <a:lnTo>
                    <a:pt x="43467" y="594674"/>
                  </a:lnTo>
                  <a:lnTo>
                    <a:pt x="43651" y="598552"/>
                  </a:lnTo>
                  <a:lnTo>
                    <a:pt x="44337" y="602915"/>
                  </a:lnTo>
                  <a:lnTo>
                    <a:pt x="44991" y="606794"/>
                  </a:lnTo>
                  <a:lnTo>
                    <a:pt x="45087" y="611307"/>
                  </a:lnTo>
                  <a:lnTo>
                    <a:pt x="45257" y="614879"/>
                  </a:lnTo>
                  <a:lnTo>
                    <a:pt x="45570" y="618752"/>
                  </a:lnTo>
                  <a:lnTo>
                    <a:pt x="46226" y="620287"/>
                  </a:lnTo>
                  <a:lnTo>
                    <a:pt x="46726" y="621580"/>
                  </a:lnTo>
                  <a:lnTo>
                    <a:pt x="46621" y="623438"/>
                  </a:lnTo>
                  <a:lnTo>
                    <a:pt x="46253" y="625701"/>
                  </a:lnTo>
                  <a:lnTo>
                    <a:pt x="45727" y="627397"/>
                  </a:lnTo>
                  <a:lnTo>
                    <a:pt x="44424" y="627960"/>
                  </a:lnTo>
                  <a:lnTo>
                    <a:pt x="43365" y="629492"/>
                  </a:lnTo>
                  <a:lnTo>
                    <a:pt x="42515" y="630557"/>
                  </a:lnTo>
                  <a:lnTo>
                    <a:pt x="41866" y="631841"/>
                  </a:lnTo>
                  <a:lnTo>
                    <a:pt x="41401" y="633206"/>
                  </a:lnTo>
                  <a:lnTo>
                    <a:pt x="41170" y="634701"/>
                  </a:lnTo>
                  <a:lnTo>
                    <a:pt x="41326" y="641211"/>
                  </a:lnTo>
                  <a:lnTo>
                    <a:pt x="41224" y="643612"/>
                  </a:lnTo>
                  <a:lnTo>
                    <a:pt x="40788" y="647014"/>
                  </a:lnTo>
                  <a:lnTo>
                    <a:pt x="40380" y="649758"/>
                  </a:lnTo>
                  <a:lnTo>
                    <a:pt x="40207" y="650584"/>
                  </a:lnTo>
                  <a:lnTo>
                    <a:pt x="40154" y="651795"/>
                  </a:lnTo>
                  <a:lnTo>
                    <a:pt x="40075" y="652927"/>
                  </a:lnTo>
                  <a:lnTo>
                    <a:pt x="39618" y="653183"/>
                  </a:lnTo>
                  <a:lnTo>
                    <a:pt x="38971" y="652684"/>
                  </a:lnTo>
                  <a:lnTo>
                    <a:pt x="38603" y="653007"/>
                  </a:lnTo>
                  <a:lnTo>
                    <a:pt x="38341" y="653896"/>
                  </a:lnTo>
                  <a:lnTo>
                    <a:pt x="38563" y="656017"/>
                  </a:lnTo>
                  <a:lnTo>
                    <a:pt x="38801" y="659748"/>
                  </a:lnTo>
                  <a:lnTo>
                    <a:pt x="39129" y="661330"/>
                  </a:lnTo>
                  <a:lnTo>
                    <a:pt x="39040" y="662582"/>
                  </a:lnTo>
                  <a:lnTo>
                    <a:pt x="38919" y="665289"/>
                  </a:lnTo>
                  <a:lnTo>
                    <a:pt x="38490" y="667479"/>
                  </a:lnTo>
                  <a:lnTo>
                    <a:pt x="37920" y="667470"/>
                  </a:lnTo>
                  <a:lnTo>
                    <a:pt x="37552" y="668359"/>
                  </a:lnTo>
                  <a:lnTo>
                    <a:pt x="37395" y="669894"/>
                  </a:lnTo>
                  <a:lnTo>
                    <a:pt x="37565" y="671894"/>
                  </a:lnTo>
                  <a:lnTo>
                    <a:pt x="38314" y="673530"/>
                  </a:lnTo>
                  <a:lnTo>
                    <a:pt x="38577" y="674581"/>
                  </a:lnTo>
                  <a:lnTo>
                    <a:pt x="38446" y="675954"/>
                  </a:lnTo>
                  <a:lnTo>
                    <a:pt x="37867" y="676520"/>
                  </a:lnTo>
                  <a:lnTo>
                    <a:pt x="37526" y="677651"/>
                  </a:lnTo>
                  <a:lnTo>
                    <a:pt x="37200" y="680170"/>
                  </a:lnTo>
                  <a:lnTo>
                    <a:pt x="36765" y="683012"/>
                  </a:lnTo>
                  <a:lnTo>
                    <a:pt x="36300" y="685113"/>
                  </a:lnTo>
                  <a:lnTo>
                    <a:pt x="36212" y="687993"/>
                  </a:lnTo>
                  <a:lnTo>
                    <a:pt x="36868" y="691060"/>
                  </a:lnTo>
                  <a:lnTo>
                    <a:pt x="36795" y="694064"/>
                  </a:lnTo>
                  <a:lnTo>
                    <a:pt x="36748" y="702863"/>
                  </a:lnTo>
                  <a:lnTo>
                    <a:pt x="36684" y="705847"/>
                  </a:lnTo>
                  <a:lnTo>
                    <a:pt x="36887" y="710787"/>
                  </a:lnTo>
                  <a:lnTo>
                    <a:pt x="36632" y="712149"/>
                  </a:lnTo>
                  <a:lnTo>
                    <a:pt x="36501" y="713442"/>
                  </a:lnTo>
                  <a:lnTo>
                    <a:pt x="37143" y="717034"/>
                  </a:lnTo>
                  <a:lnTo>
                    <a:pt x="37859" y="722843"/>
                  </a:lnTo>
                  <a:lnTo>
                    <a:pt x="38051" y="725154"/>
                  </a:lnTo>
                  <a:lnTo>
                    <a:pt x="37946" y="726770"/>
                  </a:lnTo>
                  <a:lnTo>
                    <a:pt x="36986" y="728141"/>
                  </a:lnTo>
                  <a:lnTo>
                    <a:pt x="36185" y="728709"/>
                  </a:lnTo>
                  <a:lnTo>
                    <a:pt x="35712" y="727740"/>
                  </a:lnTo>
                  <a:lnTo>
                    <a:pt x="35397" y="728144"/>
                  </a:lnTo>
                  <a:lnTo>
                    <a:pt x="35029" y="729841"/>
                  </a:lnTo>
                  <a:lnTo>
                    <a:pt x="34608" y="731214"/>
                  </a:lnTo>
                  <a:lnTo>
                    <a:pt x="34450" y="732588"/>
                  </a:lnTo>
                  <a:lnTo>
                    <a:pt x="34897" y="734365"/>
                  </a:lnTo>
                  <a:lnTo>
                    <a:pt x="35134" y="737756"/>
                  </a:lnTo>
                  <a:lnTo>
                    <a:pt x="34635" y="739210"/>
                  </a:lnTo>
                  <a:lnTo>
                    <a:pt x="34267" y="740826"/>
                  </a:lnTo>
                  <a:lnTo>
                    <a:pt x="34398" y="742927"/>
                  </a:lnTo>
                  <a:lnTo>
                    <a:pt x="34556" y="746725"/>
                  </a:lnTo>
                  <a:lnTo>
                    <a:pt x="34240" y="753027"/>
                  </a:lnTo>
                  <a:lnTo>
                    <a:pt x="34664" y="755260"/>
                  </a:lnTo>
                  <a:lnTo>
                    <a:pt x="35122" y="756334"/>
                  </a:lnTo>
                  <a:lnTo>
                    <a:pt x="36623" y="757615"/>
                  </a:lnTo>
                  <a:lnTo>
                    <a:pt x="37749" y="758250"/>
                  </a:lnTo>
                  <a:lnTo>
                    <a:pt x="38045" y="760333"/>
                  </a:lnTo>
                  <a:lnTo>
                    <a:pt x="37918" y="762027"/>
                  </a:lnTo>
                  <a:lnTo>
                    <a:pt x="37376" y="762864"/>
                  </a:lnTo>
                  <a:lnTo>
                    <a:pt x="36561" y="763591"/>
                  </a:lnTo>
                  <a:lnTo>
                    <a:pt x="36561" y="766327"/>
                  </a:lnTo>
                  <a:lnTo>
                    <a:pt x="37259" y="768898"/>
                  </a:lnTo>
                  <a:lnTo>
                    <a:pt x="38045" y="770759"/>
                  </a:lnTo>
                  <a:lnTo>
                    <a:pt x="38217" y="772433"/>
                  </a:lnTo>
                  <a:lnTo>
                    <a:pt x="38173" y="774144"/>
                  </a:lnTo>
                  <a:lnTo>
                    <a:pt x="37621" y="775578"/>
                  </a:lnTo>
                  <a:lnTo>
                    <a:pt x="38379" y="778686"/>
                  </a:lnTo>
                  <a:lnTo>
                    <a:pt x="38724" y="780790"/>
                  </a:lnTo>
                  <a:lnTo>
                    <a:pt x="38377" y="782411"/>
                  </a:lnTo>
                  <a:lnTo>
                    <a:pt x="37886" y="784841"/>
                  </a:lnTo>
                  <a:lnTo>
                    <a:pt x="37452" y="786004"/>
                  </a:lnTo>
                  <a:lnTo>
                    <a:pt x="37454" y="787326"/>
                  </a:lnTo>
                  <a:lnTo>
                    <a:pt x="37275" y="790004"/>
                  </a:lnTo>
                  <a:lnTo>
                    <a:pt x="37234" y="792627"/>
                  </a:lnTo>
                  <a:lnTo>
                    <a:pt x="37378" y="794191"/>
                  </a:lnTo>
                  <a:lnTo>
                    <a:pt x="42130" y="795426"/>
                  </a:lnTo>
                  <a:lnTo>
                    <a:pt x="43218" y="795908"/>
                  </a:lnTo>
                  <a:lnTo>
                    <a:pt x="43811" y="797469"/>
                  </a:lnTo>
                  <a:lnTo>
                    <a:pt x="43726" y="799425"/>
                  </a:lnTo>
                  <a:lnTo>
                    <a:pt x="43132" y="801509"/>
                  </a:lnTo>
                  <a:lnTo>
                    <a:pt x="42751" y="805419"/>
                  </a:lnTo>
                  <a:lnTo>
                    <a:pt x="41818" y="806071"/>
                  </a:lnTo>
                  <a:lnTo>
                    <a:pt x="40886" y="805026"/>
                  </a:lnTo>
                  <a:lnTo>
                    <a:pt x="39874" y="805387"/>
                  </a:lnTo>
                  <a:lnTo>
                    <a:pt x="38997" y="805635"/>
                  </a:lnTo>
                  <a:lnTo>
                    <a:pt x="37736" y="805753"/>
                  </a:lnTo>
                  <a:lnTo>
                    <a:pt x="36061" y="806258"/>
                  </a:lnTo>
                  <a:lnTo>
                    <a:pt x="35035" y="805678"/>
                  </a:lnTo>
                  <a:lnTo>
                    <a:pt x="34951" y="807113"/>
                  </a:lnTo>
                  <a:lnTo>
                    <a:pt x="35247" y="809588"/>
                  </a:lnTo>
                  <a:lnTo>
                    <a:pt x="37452" y="810370"/>
                  </a:lnTo>
                  <a:lnTo>
                    <a:pt x="39529" y="811805"/>
                  </a:lnTo>
                  <a:lnTo>
                    <a:pt x="40154" y="814425"/>
                  </a:lnTo>
                  <a:lnTo>
                    <a:pt x="40998" y="817391"/>
                  </a:lnTo>
                  <a:lnTo>
                    <a:pt x="41861" y="819229"/>
                  </a:lnTo>
                  <a:lnTo>
                    <a:pt x="41903" y="822228"/>
                  </a:lnTo>
                  <a:lnTo>
                    <a:pt x="40547" y="825353"/>
                  </a:lnTo>
                  <a:lnTo>
                    <a:pt x="40377" y="827569"/>
                  </a:lnTo>
                  <a:lnTo>
                    <a:pt x="38596" y="828221"/>
                  </a:lnTo>
                  <a:lnTo>
                    <a:pt x="38088" y="829525"/>
                  </a:lnTo>
                  <a:lnTo>
                    <a:pt x="37834" y="833825"/>
                  </a:lnTo>
                  <a:lnTo>
                    <a:pt x="38045" y="837213"/>
                  </a:lnTo>
                  <a:lnTo>
                    <a:pt x="38724" y="838384"/>
                  </a:lnTo>
                  <a:lnTo>
                    <a:pt x="39190" y="840601"/>
                  </a:lnTo>
                  <a:lnTo>
                    <a:pt x="38681" y="843206"/>
                  </a:lnTo>
                  <a:lnTo>
                    <a:pt x="37482" y="845004"/>
                  </a:lnTo>
                  <a:lnTo>
                    <a:pt x="36843" y="846712"/>
                  </a:lnTo>
                  <a:lnTo>
                    <a:pt x="37243" y="848077"/>
                  </a:lnTo>
                  <a:lnTo>
                    <a:pt x="37786" y="850242"/>
                  </a:lnTo>
                  <a:lnTo>
                    <a:pt x="37935" y="851419"/>
                  </a:lnTo>
                  <a:lnTo>
                    <a:pt x="38231" y="854610"/>
                  </a:lnTo>
                  <a:lnTo>
                    <a:pt x="38578" y="859060"/>
                  </a:lnTo>
                  <a:lnTo>
                    <a:pt x="38535" y="861216"/>
                  </a:lnTo>
                  <a:lnTo>
                    <a:pt x="38218" y="862826"/>
                  </a:lnTo>
                  <a:lnTo>
                    <a:pt x="37028" y="865359"/>
                  </a:lnTo>
                  <a:lnTo>
                    <a:pt x="36223" y="866531"/>
                  </a:lnTo>
                  <a:lnTo>
                    <a:pt x="36065" y="869650"/>
                  </a:lnTo>
                  <a:lnTo>
                    <a:pt x="36004" y="871991"/>
                  </a:lnTo>
                  <a:lnTo>
                    <a:pt x="36088" y="874103"/>
                  </a:lnTo>
                  <a:lnTo>
                    <a:pt x="36604" y="875782"/>
                  </a:lnTo>
                  <a:lnTo>
                    <a:pt x="36561" y="877476"/>
                  </a:lnTo>
                  <a:lnTo>
                    <a:pt x="35855" y="877837"/>
                  </a:lnTo>
                  <a:lnTo>
                    <a:pt x="35247" y="878651"/>
                  </a:lnTo>
                  <a:lnTo>
                    <a:pt x="34654" y="881646"/>
                  </a:lnTo>
                  <a:lnTo>
                    <a:pt x="32928" y="884705"/>
                  </a:lnTo>
                  <a:lnTo>
                    <a:pt x="32322" y="886075"/>
                  </a:lnTo>
                  <a:lnTo>
                    <a:pt x="32365" y="888422"/>
                  </a:lnTo>
                  <a:lnTo>
                    <a:pt x="31681" y="891775"/>
                  </a:lnTo>
                  <a:lnTo>
                    <a:pt x="31108" y="894689"/>
                  </a:lnTo>
                  <a:lnTo>
                    <a:pt x="30669" y="897413"/>
                  </a:lnTo>
                  <a:lnTo>
                    <a:pt x="30754" y="900279"/>
                  </a:lnTo>
                  <a:lnTo>
                    <a:pt x="31727" y="901537"/>
                  </a:lnTo>
                  <a:lnTo>
                    <a:pt x="32492" y="904319"/>
                  </a:lnTo>
                  <a:lnTo>
                    <a:pt x="32831" y="907836"/>
                  </a:lnTo>
                  <a:lnTo>
                    <a:pt x="32238" y="911876"/>
                  </a:lnTo>
                  <a:lnTo>
                    <a:pt x="30859" y="913400"/>
                  </a:lnTo>
                  <a:lnTo>
                    <a:pt x="30045" y="915114"/>
                  </a:lnTo>
                  <a:lnTo>
                    <a:pt x="29799" y="916412"/>
                  </a:lnTo>
                  <a:lnTo>
                    <a:pt x="30015" y="920643"/>
                  </a:lnTo>
                  <a:lnTo>
                    <a:pt x="29959" y="922628"/>
                  </a:lnTo>
                  <a:lnTo>
                    <a:pt x="29741" y="924495"/>
                  </a:lnTo>
                  <a:lnTo>
                    <a:pt x="29387" y="925935"/>
                  </a:lnTo>
                  <a:lnTo>
                    <a:pt x="28645" y="927551"/>
                  </a:lnTo>
                  <a:lnTo>
                    <a:pt x="27328" y="928959"/>
                  </a:lnTo>
                  <a:lnTo>
                    <a:pt x="26210" y="929929"/>
                  </a:lnTo>
                  <a:lnTo>
                    <a:pt x="25711" y="931040"/>
                  </a:lnTo>
                  <a:lnTo>
                    <a:pt x="25125" y="933478"/>
                  </a:lnTo>
                  <a:lnTo>
                    <a:pt x="24603" y="936170"/>
                  </a:lnTo>
                  <a:lnTo>
                    <a:pt x="24734" y="939500"/>
                  </a:lnTo>
                  <a:lnTo>
                    <a:pt x="21597" y="939890"/>
                  </a:lnTo>
                  <a:lnTo>
                    <a:pt x="21385" y="942366"/>
                  </a:lnTo>
                  <a:lnTo>
                    <a:pt x="20706" y="944322"/>
                  </a:lnTo>
                  <a:lnTo>
                    <a:pt x="20494" y="947840"/>
                  </a:lnTo>
                  <a:lnTo>
                    <a:pt x="21184" y="951242"/>
                  </a:lnTo>
                  <a:lnTo>
                    <a:pt x="21512" y="954093"/>
                  </a:lnTo>
                  <a:lnTo>
                    <a:pt x="20950" y="957533"/>
                  </a:lnTo>
                  <a:lnTo>
                    <a:pt x="21153" y="961059"/>
                  </a:lnTo>
                  <a:lnTo>
                    <a:pt x="21215" y="963867"/>
                  </a:lnTo>
                  <a:lnTo>
                    <a:pt x="22318" y="966995"/>
                  </a:lnTo>
                  <a:lnTo>
                    <a:pt x="23038" y="970859"/>
                  </a:lnTo>
                  <a:lnTo>
                    <a:pt x="23399" y="974128"/>
                  </a:lnTo>
                  <a:lnTo>
                    <a:pt x="23615" y="976668"/>
                  </a:lnTo>
                  <a:lnTo>
                    <a:pt x="23904" y="978211"/>
                  </a:lnTo>
                  <a:lnTo>
                    <a:pt x="24357" y="979963"/>
                  </a:lnTo>
                  <a:lnTo>
                    <a:pt x="24564" y="981980"/>
                  </a:lnTo>
                  <a:lnTo>
                    <a:pt x="25242" y="982632"/>
                  </a:lnTo>
                  <a:lnTo>
                    <a:pt x="26462" y="980745"/>
                  </a:lnTo>
                  <a:lnTo>
                    <a:pt x="27323" y="979464"/>
                  </a:lnTo>
                  <a:lnTo>
                    <a:pt x="27922" y="979008"/>
                  </a:lnTo>
                  <a:lnTo>
                    <a:pt x="29684" y="979302"/>
                  </a:lnTo>
                  <a:lnTo>
                    <a:pt x="30747" y="978116"/>
                  </a:lnTo>
                  <a:lnTo>
                    <a:pt x="31224" y="978240"/>
                  </a:lnTo>
                  <a:lnTo>
                    <a:pt x="31874" y="978907"/>
                  </a:lnTo>
                  <a:lnTo>
                    <a:pt x="32377" y="980312"/>
                  </a:lnTo>
                  <a:lnTo>
                    <a:pt x="32758" y="983495"/>
                  </a:lnTo>
                  <a:lnTo>
                    <a:pt x="32992" y="987062"/>
                  </a:lnTo>
                  <a:lnTo>
                    <a:pt x="32693" y="990700"/>
                  </a:lnTo>
                  <a:lnTo>
                    <a:pt x="32195" y="991491"/>
                  </a:lnTo>
                  <a:lnTo>
                    <a:pt x="32025" y="992533"/>
                  </a:lnTo>
                  <a:lnTo>
                    <a:pt x="32195" y="994749"/>
                  </a:lnTo>
                  <a:lnTo>
                    <a:pt x="32746" y="996313"/>
                  </a:lnTo>
                  <a:lnTo>
                    <a:pt x="32733" y="998546"/>
                  </a:lnTo>
                  <a:lnTo>
                    <a:pt x="32125" y="1003611"/>
                  </a:lnTo>
                  <a:lnTo>
                    <a:pt x="31729" y="1005694"/>
                  </a:lnTo>
                  <a:lnTo>
                    <a:pt x="32432" y="1008043"/>
                  </a:lnTo>
                  <a:lnTo>
                    <a:pt x="33062" y="1010135"/>
                  </a:lnTo>
                  <a:lnTo>
                    <a:pt x="34331" y="1011699"/>
                  </a:lnTo>
                  <a:lnTo>
                    <a:pt x="35375" y="1013904"/>
                  </a:lnTo>
                  <a:lnTo>
                    <a:pt x="36095" y="1015728"/>
                  </a:lnTo>
                  <a:lnTo>
                    <a:pt x="35926" y="1018204"/>
                  </a:lnTo>
                  <a:lnTo>
                    <a:pt x="36430" y="1018954"/>
                  </a:lnTo>
                  <a:lnTo>
                    <a:pt x="38372" y="1019006"/>
                  </a:lnTo>
                  <a:lnTo>
                    <a:pt x="41274" y="1019084"/>
                  </a:lnTo>
                  <a:lnTo>
                    <a:pt x="45808" y="1019208"/>
                  </a:lnTo>
                  <a:lnTo>
                    <a:pt x="50233" y="1019329"/>
                  </a:lnTo>
                  <a:lnTo>
                    <a:pt x="55257" y="1019505"/>
                  </a:lnTo>
                  <a:lnTo>
                    <a:pt x="57638" y="1021490"/>
                  </a:lnTo>
                  <a:lnTo>
                    <a:pt x="59793" y="1023285"/>
                  </a:lnTo>
                  <a:lnTo>
                    <a:pt x="62507" y="1023285"/>
                  </a:lnTo>
                  <a:lnTo>
                    <a:pt x="65214" y="1025412"/>
                  </a:lnTo>
                  <a:lnTo>
                    <a:pt x="67227" y="1026812"/>
                  </a:lnTo>
                  <a:lnTo>
                    <a:pt x="68433" y="1027340"/>
                  </a:lnTo>
                  <a:lnTo>
                    <a:pt x="69671" y="1027844"/>
                  </a:lnTo>
                  <a:lnTo>
                    <a:pt x="69840" y="1029801"/>
                  </a:lnTo>
                  <a:lnTo>
                    <a:pt x="64420" y="1027025"/>
                  </a:lnTo>
                  <a:lnTo>
                    <a:pt x="63203" y="1025510"/>
                  </a:lnTo>
                  <a:lnTo>
                    <a:pt x="62172" y="1025334"/>
                  </a:lnTo>
                  <a:lnTo>
                    <a:pt x="60193" y="1027224"/>
                  </a:lnTo>
                  <a:lnTo>
                    <a:pt x="59100" y="1031720"/>
                  </a:lnTo>
                  <a:lnTo>
                    <a:pt x="58526" y="1032995"/>
                  </a:lnTo>
                  <a:lnTo>
                    <a:pt x="57151" y="1034202"/>
                  </a:lnTo>
                  <a:lnTo>
                    <a:pt x="55767" y="1034438"/>
                  </a:lnTo>
                  <a:lnTo>
                    <a:pt x="51117" y="1038790"/>
                  </a:lnTo>
                  <a:lnTo>
                    <a:pt x="49463" y="1039162"/>
                  </a:lnTo>
                  <a:lnTo>
                    <a:pt x="48335" y="1040316"/>
                  </a:lnTo>
                  <a:lnTo>
                    <a:pt x="47231" y="1041978"/>
                  </a:lnTo>
                  <a:lnTo>
                    <a:pt x="46809" y="1045548"/>
                  </a:lnTo>
                  <a:lnTo>
                    <a:pt x="46981" y="1047721"/>
                  </a:lnTo>
                  <a:lnTo>
                    <a:pt x="45723" y="1055518"/>
                  </a:lnTo>
                  <a:lnTo>
                    <a:pt x="45412" y="1059852"/>
                  </a:lnTo>
                  <a:lnTo>
                    <a:pt x="45405" y="1062060"/>
                  </a:lnTo>
                  <a:lnTo>
                    <a:pt x="45763" y="1065667"/>
                  </a:lnTo>
                  <a:lnTo>
                    <a:pt x="45302" y="1071839"/>
                  </a:lnTo>
                  <a:lnTo>
                    <a:pt x="44466" y="1073190"/>
                  </a:lnTo>
                  <a:lnTo>
                    <a:pt x="42399" y="1074915"/>
                  </a:lnTo>
                  <a:lnTo>
                    <a:pt x="40994" y="1073660"/>
                  </a:lnTo>
                  <a:lnTo>
                    <a:pt x="38592" y="1072543"/>
                  </a:lnTo>
                  <a:lnTo>
                    <a:pt x="36880" y="1070165"/>
                  </a:lnTo>
                  <a:lnTo>
                    <a:pt x="34678" y="1068486"/>
                  </a:lnTo>
                  <a:lnTo>
                    <a:pt x="33971" y="1067496"/>
                  </a:lnTo>
                  <a:lnTo>
                    <a:pt x="32025" y="1062735"/>
                  </a:lnTo>
                  <a:lnTo>
                    <a:pt x="31819" y="1061156"/>
                  </a:lnTo>
                  <a:lnTo>
                    <a:pt x="31679" y="1059160"/>
                  </a:lnTo>
                  <a:lnTo>
                    <a:pt x="32706" y="1056309"/>
                  </a:lnTo>
                  <a:lnTo>
                    <a:pt x="33258" y="1056101"/>
                  </a:lnTo>
                  <a:lnTo>
                    <a:pt x="34868" y="1056187"/>
                  </a:lnTo>
                  <a:lnTo>
                    <a:pt x="36209" y="1055729"/>
                  </a:lnTo>
                  <a:lnTo>
                    <a:pt x="37064" y="1057255"/>
                  </a:lnTo>
                  <a:lnTo>
                    <a:pt x="37299" y="1060582"/>
                  </a:lnTo>
                  <a:lnTo>
                    <a:pt x="36923" y="1062357"/>
                  </a:lnTo>
                  <a:lnTo>
                    <a:pt x="36583" y="1063453"/>
                  </a:lnTo>
                  <a:lnTo>
                    <a:pt x="36689" y="1064282"/>
                  </a:lnTo>
                  <a:lnTo>
                    <a:pt x="37653" y="1063130"/>
                  </a:lnTo>
                  <a:lnTo>
                    <a:pt x="38142" y="1055685"/>
                  </a:lnTo>
                  <a:lnTo>
                    <a:pt x="41413" y="1051974"/>
                  </a:lnTo>
                  <a:lnTo>
                    <a:pt x="42484" y="1049807"/>
                  </a:lnTo>
                  <a:lnTo>
                    <a:pt x="43529" y="1046463"/>
                  </a:lnTo>
                  <a:lnTo>
                    <a:pt x="43692" y="1045505"/>
                  </a:lnTo>
                  <a:lnTo>
                    <a:pt x="43771" y="1044249"/>
                  </a:lnTo>
                  <a:lnTo>
                    <a:pt x="43078" y="1043216"/>
                  </a:lnTo>
                  <a:lnTo>
                    <a:pt x="41534" y="1041846"/>
                  </a:lnTo>
                  <a:lnTo>
                    <a:pt x="36629" y="1048864"/>
                  </a:lnTo>
                  <a:lnTo>
                    <a:pt x="34407" y="1050713"/>
                  </a:lnTo>
                  <a:lnTo>
                    <a:pt x="32975" y="1052722"/>
                  </a:lnTo>
                  <a:lnTo>
                    <a:pt x="31242" y="1056332"/>
                  </a:lnTo>
                  <a:lnTo>
                    <a:pt x="30913" y="1057399"/>
                  </a:lnTo>
                  <a:lnTo>
                    <a:pt x="30545" y="1059794"/>
                  </a:lnTo>
                  <a:lnTo>
                    <a:pt x="30371" y="1062426"/>
                  </a:lnTo>
                  <a:lnTo>
                    <a:pt x="28661" y="1061223"/>
                  </a:lnTo>
                  <a:lnTo>
                    <a:pt x="26050" y="1057402"/>
                  </a:lnTo>
                  <a:lnTo>
                    <a:pt x="25527" y="1056005"/>
                  </a:lnTo>
                  <a:lnTo>
                    <a:pt x="26051" y="1054049"/>
                  </a:lnTo>
                  <a:lnTo>
                    <a:pt x="26846" y="1052416"/>
                  </a:lnTo>
                  <a:lnTo>
                    <a:pt x="26900" y="1046936"/>
                  </a:lnTo>
                  <a:lnTo>
                    <a:pt x="27100" y="1045017"/>
                  </a:lnTo>
                  <a:lnTo>
                    <a:pt x="27651" y="1043479"/>
                  </a:lnTo>
                  <a:lnTo>
                    <a:pt x="28652" y="1041788"/>
                  </a:lnTo>
                  <a:lnTo>
                    <a:pt x="29149" y="1041396"/>
                  </a:lnTo>
                  <a:lnTo>
                    <a:pt x="29571" y="1042129"/>
                  </a:lnTo>
                  <a:lnTo>
                    <a:pt x="29624" y="1043421"/>
                  </a:lnTo>
                  <a:lnTo>
                    <a:pt x="31289" y="1043329"/>
                  </a:lnTo>
                  <a:lnTo>
                    <a:pt x="34518" y="1038470"/>
                  </a:lnTo>
                  <a:lnTo>
                    <a:pt x="35847" y="1038354"/>
                  </a:lnTo>
                  <a:lnTo>
                    <a:pt x="37599" y="1039439"/>
                  </a:lnTo>
                  <a:lnTo>
                    <a:pt x="39578" y="1038787"/>
                  </a:lnTo>
                  <a:lnTo>
                    <a:pt x="39934" y="1038291"/>
                  </a:lnTo>
                  <a:lnTo>
                    <a:pt x="40346" y="1037151"/>
                  </a:lnTo>
                  <a:lnTo>
                    <a:pt x="38871" y="1035812"/>
                  </a:lnTo>
                  <a:lnTo>
                    <a:pt x="37456" y="1035131"/>
                  </a:lnTo>
                  <a:lnTo>
                    <a:pt x="33478" y="1034658"/>
                  </a:lnTo>
                  <a:lnTo>
                    <a:pt x="32616" y="1035177"/>
                  </a:lnTo>
                  <a:lnTo>
                    <a:pt x="31440" y="1037754"/>
                  </a:lnTo>
                  <a:lnTo>
                    <a:pt x="31050" y="1037110"/>
                  </a:lnTo>
                  <a:lnTo>
                    <a:pt x="30799" y="1035812"/>
                  </a:lnTo>
                  <a:lnTo>
                    <a:pt x="29449" y="1034897"/>
                  </a:lnTo>
                  <a:lnTo>
                    <a:pt x="28802" y="1035088"/>
                  </a:lnTo>
                  <a:lnTo>
                    <a:pt x="28182" y="1036325"/>
                  </a:lnTo>
                  <a:lnTo>
                    <a:pt x="28284" y="1038250"/>
                  </a:lnTo>
                  <a:lnTo>
                    <a:pt x="27939" y="1040313"/>
                  </a:lnTo>
                  <a:lnTo>
                    <a:pt x="26689" y="1042359"/>
                  </a:lnTo>
                  <a:lnTo>
                    <a:pt x="25840" y="1045614"/>
                  </a:lnTo>
                  <a:lnTo>
                    <a:pt x="25879" y="1048145"/>
                  </a:lnTo>
                  <a:lnTo>
                    <a:pt x="25813" y="1049464"/>
                  </a:lnTo>
                  <a:lnTo>
                    <a:pt x="25501" y="1050159"/>
                  </a:lnTo>
                  <a:lnTo>
                    <a:pt x="24857" y="1050996"/>
                  </a:lnTo>
                  <a:lnTo>
                    <a:pt x="22783" y="1050428"/>
                  </a:lnTo>
                  <a:lnTo>
                    <a:pt x="21613" y="1047773"/>
                  </a:lnTo>
                  <a:lnTo>
                    <a:pt x="21155" y="1045961"/>
                  </a:lnTo>
                  <a:lnTo>
                    <a:pt x="19831" y="1043996"/>
                  </a:lnTo>
                  <a:lnTo>
                    <a:pt x="22709" y="1041551"/>
                  </a:lnTo>
                  <a:lnTo>
                    <a:pt x="23719" y="1040158"/>
                  </a:lnTo>
                  <a:lnTo>
                    <a:pt x="24642" y="1037050"/>
                  </a:lnTo>
                  <a:lnTo>
                    <a:pt x="25331" y="1035073"/>
                  </a:lnTo>
                  <a:lnTo>
                    <a:pt x="24843" y="1033682"/>
                  </a:lnTo>
                  <a:lnTo>
                    <a:pt x="24267" y="1033679"/>
                  </a:lnTo>
                  <a:lnTo>
                    <a:pt x="24321" y="1035890"/>
                  </a:lnTo>
                  <a:lnTo>
                    <a:pt x="23687" y="1037702"/>
                  </a:lnTo>
                  <a:lnTo>
                    <a:pt x="22361" y="1036848"/>
                  </a:lnTo>
                  <a:lnTo>
                    <a:pt x="20404" y="1039526"/>
                  </a:lnTo>
                  <a:lnTo>
                    <a:pt x="19201" y="1038810"/>
                  </a:lnTo>
                  <a:lnTo>
                    <a:pt x="17241" y="1039598"/>
                  </a:lnTo>
                  <a:lnTo>
                    <a:pt x="16282" y="1038155"/>
                  </a:lnTo>
                  <a:lnTo>
                    <a:pt x="16076" y="1036320"/>
                  </a:lnTo>
                  <a:lnTo>
                    <a:pt x="16422" y="1034409"/>
                  </a:lnTo>
                  <a:lnTo>
                    <a:pt x="16062" y="1031169"/>
                  </a:lnTo>
                  <a:lnTo>
                    <a:pt x="15522" y="1030381"/>
                  </a:lnTo>
                  <a:lnTo>
                    <a:pt x="14971" y="1030566"/>
                  </a:lnTo>
                  <a:lnTo>
                    <a:pt x="14723" y="1028635"/>
                  </a:lnTo>
                  <a:lnTo>
                    <a:pt x="14128" y="1025242"/>
                  </a:lnTo>
                  <a:lnTo>
                    <a:pt x="13864" y="1024324"/>
                  </a:lnTo>
                  <a:lnTo>
                    <a:pt x="13578" y="1022746"/>
                  </a:lnTo>
                  <a:lnTo>
                    <a:pt x="13874" y="1022362"/>
                  </a:lnTo>
                  <a:lnTo>
                    <a:pt x="14547" y="1022815"/>
                  </a:lnTo>
                  <a:lnTo>
                    <a:pt x="15137" y="1023836"/>
                  </a:lnTo>
                  <a:lnTo>
                    <a:pt x="16034" y="1023966"/>
                  </a:lnTo>
                  <a:lnTo>
                    <a:pt x="18012" y="1026177"/>
                  </a:lnTo>
                  <a:lnTo>
                    <a:pt x="18833" y="1025646"/>
                  </a:lnTo>
                  <a:lnTo>
                    <a:pt x="19278" y="1025138"/>
                  </a:lnTo>
                  <a:lnTo>
                    <a:pt x="19445" y="1023303"/>
                  </a:lnTo>
                  <a:lnTo>
                    <a:pt x="19455" y="1021560"/>
                  </a:lnTo>
                  <a:lnTo>
                    <a:pt x="19795" y="1021560"/>
                  </a:lnTo>
                  <a:lnTo>
                    <a:pt x="20918" y="1023787"/>
                  </a:lnTo>
                  <a:lnTo>
                    <a:pt x="21632" y="1023577"/>
                  </a:lnTo>
                  <a:lnTo>
                    <a:pt x="22893" y="1024165"/>
                  </a:lnTo>
                  <a:lnTo>
                    <a:pt x="23530" y="1023926"/>
                  </a:lnTo>
                  <a:lnTo>
                    <a:pt x="24714" y="1023095"/>
                  </a:lnTo>
                  <a:lnTo>
                    <a:pt x="26576" y="1020648"/>
                  </a:lnTo>
                  <a:lnTo>
                    <a:pt x="27542" y="1018114"/>
                  </a:lnTo>
                  <a:lnTo>
                    <a:pt x="28005" y="1017771"/>
                  </a:lnTo>
                  <a:lnTo>
                    <a:pt x="28578" y="1018097"/>
                  </a:lnTo>
                  <a:lnTo>
                    <a:pt x="28962" y="1018824"/>
                  </a:lnTo>
                  <a:lnTo>
                    <a:pt x="28968" y="1020584"/>
                  </a:lnTo>
                  <a:lnTo>
                    <a:pt x="29403" y="1022215"/>
                  </a:lnTo>
                  <a:lnTo>
                    <a:pt x="29995" y="1023551"/>
                  </a:lnTo>
                  <a:lnTo>
                    <a:pt x="30160" y="1025175"/>
                  </a:lnTo>
                  <a:lnTo>
                    <a:pt x="30039" y="1026774"/>
                  </a:lnTo>
                  <a:lnTo>
                    <a:pt x="28980" y="1029022"/>
                  </a:lnTo>
                  <a:lnTo>
                    <a:pt x="28784" y="1029804"/>
                  </a:lnTo>
                  <a:lnTo>
                    <a:pt x="29139" y="1030629"/>
                  </a:lnTo>
                  <a:lnTo>
                    <a:pt x="29577" y="1030243"/>
                  </a:lnTo>
                  <a:lnTo>
                    <a:pt x="30181" y="1029132"/>
                  </a:lnTo>
                  <a:lnTo>
                    <a:pt x="30525" y="1027605"/>
                  </a:lnTo>
                  <a:lnTo>
                    <a:pt x="30617" y="1026812"/>
                  </a:lnTo>
                  <a:lnTo>
                    <a:pt x="30655" y="1025677"/>
                  </a:lnTo>
                  <a:lnTo>
                    <a:pt x="30609" y="1024295"/>
                  </a:lnTo>
                  <a:lnTo>
                    <a:pt x="29749" y="1020356"/>
                  </a:lnTo>
                  <a:lnTo>
                    <a:pt x="29642" y="1019468"/>
                  </a:lnTo>
                  <a:lnTo>
                    <a:pt x="29643" y="1017681"/>
                  </a:lnTo>
                  <a:lnTo>
                    <a:pt x="30621" y="1016039"/>
                  </a:lnTo>
                  <a:lnTo>
                    <a:pt x="30898" y="1014758"/>
                  </a:lnTo>
                  <a:lnTo>
                    <a:pt x="30941" y="1012279"/>
                  </a:lnTo>
                  <a:lnTo>
                    <a:pt x="30432" y="1010580"/>
                  </a:lnTo>
                  <a:lnTo>
                    <a:pt x="28330" y="1006652"/>
                  </a:lnTo>
                  <a:lnTo>
                    <a:pt x="24816" y="1002713"/>
                  </a:lnTo>
                  <a:lnTo>
                    <a:pt x="24412" y="1003126"/>
                  </a:lnTo>
                  <a:lnTo>
                    <a:pt x="24140" y="1003839"/>
                  </a:lnTo>
                  <a:lnTo>
                    <a:pt x="24464" y="1004358"/>
                  </a:lnTo>
                  <a:lnTo>
                    <a:pt x="24929" y="1004621"/>
                  </a:lnTo>
                  <a:lnTo>
                    <a:pt x="28059" y="1007864"/>
                  </a:lnTo>
                  <a:lnTo>
                    <a:pt x="28874" y="1009746"/>
                  </a:lnTo>
                  <a:lnTo>
                    <a:pt x="29408" y="1010251"/>
                  </a:lnTo>
                  <a:lnTo>
                    <a:pt x="30040" y="1011500"/>
                  </a:lnTo>
                  <a:lnTo>
                    <a:pt x="29879" y="1013327"/>
                  </a:lnTo>
                  <a:lnTo>
                    <a:pt x="26723" y="1015122"/>
                  </a:lnTo>
                  <a:lnTo>
                    <a:pt x="24220" y="1018986"/>
                  </a:lnTo>
                  <a:lnTo>
                    <a:pt x="22350" y="1021332"/>
                  </a:lnTo>
                  <a:lnTo>
                    <a:pt x="21053" y="1020475"/>
                  </a:lnTo>
                  <a:lnTo>
                    <a:pt x="20436" y="1018091"/>
                  </a:lnTo>
                  <a:lnTo>
                    <a:pt x="19783" y="1015015"/>
                  </a:lnTo>
                  <a:lnTo>
                    <a:pt x="18799" y="1013220"/>
                  </a:lnTo>
                  <a:lnTo>
                    <a:pt x="18241" y="1013388"/>
                  </a:lnTo>
                  <a:lnTo>
                    <a:pt x="17790" y="1013056"/>
                  </a:lnTo>
                  <a:lnTo>
                    <a:pt x="17435" y="1012106"/>
                  </a:lnTo>
                  <a:lnTo>
                    <a:pt x="16678" y="1012894"/>
                  </a:lnTo>
                  <a:lnTo>
                    <a:pt x="15013" y="1010756"/>
                  </a:lnTo>
                  <a:lnTo>
                    <a:pt x="14530" y="1009824"/>
                  </a:lnTo>
                  <a:lnTo>
                    <a:pt x="15752" y="1006814"/>
                  </a:lnTo>
                  <a:lnTo>
                    <a:pt x="17096" y="1007971"/>
                  </a:lnTo>
                  <a:lnTo>
                    <a:pt x="17421" y="999508"/>
                  </a:lnTo>
                  <a:lnTo>
                    <a:pt x="17002" y="997583"/>
                  </a:lnTo>
                  <a:lnTo>
                    <a:pt x="15255" y="995488"/>
                  </a:lnTo>
                  <a:lnTo>
                    <a:pt x="14397" y="995759"/>
                  </a:lnTo>
                  <a:lnTo>
                    <a:pt x="13226" y="995476"/>
                  </a:lnTo>
                  <a:lnTo>
                    <a:pt x="12437" y="994515"/>
                  </a:lnTo>
                  <a:lnTo>
                    <a:pt x="11538" y="994134"/>
                  </a:lnTo>
                  <a:lnTo>
                    <a:pt x="10779" y="993575"/>
                  </a:lnTo>
                  <a:lnTo>
                    <a:pt x="9786" y="992270"/>
                  </a:lnTo>
                  <a:lnTo>
                    <a:pt x="8588" y="991572"/>
                  </a:lnTo>
                  <a:lnTo>
                    <a:pt x="6969" y="986199"/>
                  </a:lnTo>
                  <a:lnTo>
                    <a:pt x="6275" y="983377"/>
                  </a:lnTo>
                  <a:lnTo>
                    <a:pt x="5897" y="980295"/>
                  </a:lnTo>
                  <a:lnTo>
                    <a:pt x="8378" y="980226"/>
                  </a:lnTo>
                  <a:lnTo>
                    <a:pt x="9828" y="979726"/>
                  </a:lnTo>
                  <a:lnTo>
                    <a:pt x="10182" y="978439"/>
                  </a:lnTo>
                  <a:lnTo>
                    <a:pt x="9671" y="975984"/>
                  </a:lnTo>
                  <a:lnTo>
                    <a:pt x="8962" y="974050"/>
                  </a:lnTo>
                  <a:lnTo>
                    <a:pt x="9483" y="972235"/>
                  </a:lnTo>
                  <a:lnTo>
                    <a:pt x="10225" y="970830"/>
                  </a:lnTo>
                  <a:lnTo>
                    <a:pt x="10998" y="971453"/>
                  </a:lnTo>
                  <a:lnTo>
                    <a:pt x="12906" y="974581"/>
                  </a:lnTo>
                  <a:lnTo>
                    <a:pt x="13234" y="976699"/>
                  </a:lnTo>
                  <a:lnTo>
                    <a:pt x="14592" y="983154"/>
                  </a:lnTo>
                  <a:lnTo>
                    <a:pt x="14920" y="983729"/>
                  </a:lnTo>
                  <a:lnTo>
                    <a:pt x="15080" y="984329"/>
                  </a:lnTo>
                  <a:lnTo>
                    <a:pt x="17887" y="987942"/>
                  </a:lnTo>
                  <a:lnTo>
                    <a:pt x="18280" y="987893"/>
                  </a:lnTo>
                  <a:lnTo>
                    <a:pt x="18107" y="984863"/>
                  </a:lnTo>
                  <a:lnTo>
                    <a:pt x="18915" y="980751"/>
                  </a:lnTo>
                  <a:lnTo>
                    <a:pt x="19699" y="979392"/>
                  </a:lnTo>
                  <a:lnTo>
                    <a:pt x="20092" y="979406"/>
                  </a:lnTo>
                  <a:lnTo>
                    <a:pt x="20132" y="978719"/>
                  </a:lnTo>
                  <a:lnTo>
                    <a:pt x="19370" y="977008"/>
                  </a:lnTo>
                  <a:lnTo>
                    <a:pt x="19743" y="974723"/>
                  </a:lnTo>
                  <a:lnTo>
                    <a:pt x="19498" y="974650"/>
                  </a:lnTo>
                  <a:lnTo>
                    <a:pt x="18822" y="976116"/>
                  </a:lnTo>
                  <a:lnTo>
                    <a:pt x="17464" y="983293"/>
                  </a:lnTo>
                  <a:lnTo>
                    <a:pt x="16632" y="984603"/>
                  </a:lnTo>
                  <a:lnTo>
                    <a:pt x="15491" y="981354"/>
                  </a:lnTo>
                  <a:lnTo>
                    <a:pt x="14843" y="979014"/>
                  </a:lnTo>
                  <a:lnTo>
                    <a:pt x="14525" y="978182"/>
                  </a:lnTo>
                  <a:lnTo>
                    <a:pt x="14636" y="974506"/>
                  </a:lnTo>
                  <a:lnTo>
                    <a:pt x="16898" y="975251"/>
                  </a:lnTo>
                  <a:lnTo>
                    <a:pt x="16122" y="974047"/>
                  </a:lnTo>
                  <a:lnTo>
                    <a:pt x="13483" y="971926"/>
                  </a:lnTo>
                  <a:lnTo>
                    <a:pt x="12824" y="970890"/>
                  </a:lnTo>
                  <a:lnTo>
                    <a:pt x="12334" y="970512"/>
                  </a:lnTo>
                  <a:lnTo>
                    <a:pt x="11456" y="968013"/>
                  </a:lnTo>
                  <a:lnTo>
                    <a:pt x="10368" y="965898"/>
                  </a:lnTo>
                  <a:lnTo>
                    <a:pt x="12245" y="962092"/>
                  </a:lnTo>
                  <a:lnTo>
                    <a:pt x="13212" y="959414"/>
                  </a:lnTo>
                  <a:lnTo>
                    <a:pt x="16234" y="960837"/>
                  </a:lnTo>
                  <a:lnTo>
                    <a:pt x="16819" y="960009"/>
                  </a:lnTo>
                  <a:lnTo>
                    <a:pt x="16313" y="958052"/>
                  </a:lnTo>
                  <a:lnTo>
                    <a:pt x="15716" y="958644"/>
                  </a:lnTo>
                  <a:lnTo>
                    <a:pt x="14773" y="957426"/>
                  </a:lnTo>
                  <a:lnTo>
                    <a:pt x="13307" y="953764"/>
                  </a:lnTo>
                  <a:lnTo>
                    <a:pt x="13356" y="951894"/>
                  </a:lnTo>
                  <a:lnTo>
                    <a:pt x="13625" y="948466"/>
                  </a:lnTo>
                  <a:lnTo>
                    <a:pt x="14206" y="947733"/>
                  </a:lnTo>
                  <a:lnTo>
                    <a:pt x="15440" y="947026"/>
                  </a:lnTo>
                  <a:lnTo>
                    <a:pt x="16848" y="948140"/>
                  </a:lnTo>
                  <a:lnTo>
                    <a:pt x="17463" y="949046"/>
                  </a:lnTo>
                  <a:lnTo>
                    <a:pt x="17994" y="948622"/>
                  </a:lnTo>
                  <a:lnTo>
                    <a:pt x="17454" y="946083"/>
                  </a:lnTo>
                  <a:lnTo>
                    <a:pt x="16536" y="945122"/>
                  </a:lnTo>
                  <a:lnTo>
                    <a:pt x="15513" y="943312"/>
                  </a:lnTo>
                  <a:lnTo>
                    <a:pt x="15618" y="941307"/>
                  </a:lnTo>
                  <a:lnTo>
                    <a:pt x="15948" y="939648"/>
                  </a:lnTo>
                  <a:lnTo>
                    <a:pt x="16195" y="937830"/>
                  </a:lnTo>
                  <a:lnTo>
                    <a:pt x="16367" y="935284"/>
                  </a:lnTo>
                  <a:lnTo>
                    <a:pt x="16273" y="933302"/>
                  </a:lnTo>
                  <a:lnTo>
                    <a:pt x="16567" y="932387"/>
                  </a:lnTo>
                  <a:lnTo>
                    <a:pt x="17018" y="931977"/>
                  </a:lnTo>
                  <a:lnTo>
                    <a:pt x="17046" y="931233"/>
                  </a:lnTo>
                  <a:lnTo>
                    <a:pt x="16154" y="931389"/>
                  </a:lnTo>
                  <a:lnTo>
                    <a:pt x="15831" y="933896"/>
                  </a:lnTo>
                  <a:lnTo>
                    <a:pt x="15710" y="936182"/>
                  </a:lnTo>
                  <a:lnTo>
                    <a:pt x="15077" y="938017"/>
                  </a:lnTo>
                  <a:lnTo>
                    <a:pt x="14807" y="940086"/>
                  </a:lnTo>
                  <a:lnTo>
                    <a:pt x="14646" y="942565"/>
                  </a:lnTo>
                  <a:lnTo>
                    <a:pt x="14293" y="945407"/>
                  </a:lnTo>
                  <a:lnTo>
                    <a:pt x="13522" y="944325"/>
                  </a:lnTo>
                  <a:lnTo>
                    <a:pt x="13070" y="943211"/>
                  </a:lnTo>
                  <a:lnTo>
                    <a:pt x="12897" y="942449"/>
                  </a:lnTo>
                  <a:lnTo>
                    <a:pt x="12977" y="940998"/>
                  </a:lnTo>
                  <a:lnTo>
                    <a:pt x="12768" y="932029"/>
                  </a:lnTo>
                  <a:lnTo>
                    <a:pt x="12747" y="924518"/>
                  </a:lnTo>
                  <a:lnTo>
                    <a:pt x="13142" y="918669"/>
                  </a:lnTo>
                  <a:lnTo>
                    <a:pt x="14232" y="916343"/>
                  </a:lnTo>
                  <a:lnTo>
                    <a:pt x="14727" y="915668"/>
                  </a:lnTo>
                  <a:lnTo>
                    <a:pt x="15178" y="915965"/>
                  </a:lnTo>
                  <a:lnTo>
                    <a:pt x="15873" y="915948"/>
                  </a:lnTo>
                  <a:lnTo>
                    <a:pt x="16333" y="915102"/>
                  </a:lnTo>
                  <a:lnTo>
                    <a:pt x="14772" y="913697"/>
                  </a:lnTo>
                  <a:lnTo>
                    <a:pt x="13824" y="914499"/>
                  </a:lnTo>
                  <a:lnTo>
                    <a:pt x="13123" y="915622"/>
                  </a:lnTo>
                  <a:lnTo>
                    <a:pt x="11860" y="914776"/>
                  </a:lnTo>
                  <a:lnTo>
                    <a:pt x="11619" y="911772"/>
                  </a:lnTo>
                  <a:lnTo>
                    <a:pt x="10872" y="909175"/>
                  </a:lnTo>
                  <a:lnTo>
                    <a:pt x="10742" y="905851"/>
                  </a:lnTo>
                  <a:lnTo>
                    <a:pt x="10800" y="901038"/>
                  </a:lnTo>
                  <a:lnTo>
                    <a:pt x="12571" y="901453"/>
                  </a:lnTo>
                  <a:lnTo>
                    <a:pt x="14013" y="902394"/>
                  </a:lnTo>
                  <a:lnTo>
                    <a:pt x="17826" y="902313"/>
                  </a:lnTo>
                  <a:lnTo>
                    <a:pt x="20957" y="906924"/>
                  </a:lnTo>
                  <a:lnTo>
                    <a:pt x="22338" y="906307"/>
                  </a:lnTo>
                  <a:lnTo>
                    <a:pt x="22275" y="905378"/>
                  </a:lnTo>
                  <a:lnTo>
                    <a:pt x="21218" y="904218"/>
                  </a:lnTo>
                  <a:lnTo>
                    <a:pt x="20559" y="901638"/>
                  </a:lnTo>
                  <a:lnTo>
                    <a:pt x="20171" y="900888"/>
                  </a:lnTo>
                  <a:lnTo>
                    <a:pt x="19988" y="899338"/>
                  </a:lnTo>
                  <a:lnTo>
                    <a:pt x="19929" y="897532"/>
                  </a:lnTo>
                  <a:lnTo>
                    <a:pt x="19152" y="890886"/>
                  </a:lnTo>
                  <a:lnTo>
                    <a:pt x="18841" y="891059"/>
                  </a:lnTo>
                  <a:lnTo>
                    <a:pt x="18543" y="893339"/>
                  </a:lnTo>
                  <a:lnTo>
                    <a:pt x="17895" y="897136"/>
                  </a:lnTo>
                  <a:lnTo>
                    <a:pt x="16989" y="898980"/>
                  </a:lnTo>
                  <a:lnTo>
                    <a:pt x="15606" y="899727"/>
                  </a:lnTo>
                  <a:lnTo>
                    <a:pt x="14238" y="900149"/>
                  </a:lnTo>
                  <a:lnTo>
                    <a:pt x="13050" y="899422"/>
                  </a:lnTo>
                  <a:lnTo>
                    <a:pt x="12774" y="897852"/>
                  </a:lnTo>
                  <a:lnTo>
                    <a:pt x="12804" y="896034"/>
                  </a:lnTo>
                  <a:lnTo>
                    <a:pt x="12290" y="895145"/>
                  </a:lnTo>
                  <a:lnTo>
                    <a:pt x="10948" y="894357"/>
                  </a:lnTo>
                  <a:lnTo>
                    <a:pt x="10567" y="893916"/>
                  </a:lnTo>
                  <a:lnTo>
                    <a:pt x="10124" y="892268"/>
                  </a:lnTo>
                  <a:lnTo>
                    <a:pt x="10764" y="889778"/>
                  </a:lnTo>
                  <a:lnTo>
                    <a:pt x="11289" y="888292"/>
                  </a:lnTo>
                  <a:lnTo>
                    <a:pt x="11932" y="888586"/>
                  </a:lnTo>
                  <a:lnTo>
                    <a:pt x="12541" y="889258"/>
                  </a:lnTo>
                  <a:lnTo>
                    <a:pt x="13320" y="891218"/>
                  </a:lnTo>
                  <a:lnTo>
                    <a:pt x="14085" y="891590"/>
                  </a:lnTo>
                  <a:lnTo>
                    <a:pt x="14960" y="890035"/>
                  </a:lnTo>
                  <a:lnTo>
                    <a:pt x="15132" y="888976"/>
                  </a:lnTo>
                  <a:lnTo>
                    <a:pt x="14584" y="888312"/>
                  </a:lnTo>
                  <a:lnTo>
                    <a:pt x="14085" y="888055"/>
                  </a:lnTo>
                  <a:lnTo>
                    <a:pt x="13309" y="887221"/>
                  </a:lnTo>
                  <a:lnTo>
                    <a:pt x="11780" y="884237"/>
                  </a:lnTo>
                  <a:lnTo>
                    <a:pt x="12544" y="881196"/>
                  </a:lnTo>
                  <a:lnTo>
                    <a:pt x="14347" y="877710"/>
                  </a:lnTo>
                  <a:lnTo>
                    <a:pt x="14898" y="876911"/>
                  </a:lnTo>
                  <a:lnTo>
                    <a:pt x="14420" y="873973"/>
                  </a:lnTo>
                  <a:lnTo>
                    <a:pt x="14960" y="870761"/>
                  </a:lnTo>
                  <a:lnTo>
                    <a:pt x="14407" y="868112"/>
                  </a:lnTo>
                  <a:lnTo>
                    <a:pt x="13406" y="865258"/>
                  </a:lnTo>
                  <a:lnTo>
                    <a:pt x="12054" y="864626"/>
                  </a:lnTo>
                  <a:lnTo>
                    <a:pt x="11764" y="865460"/>
                  </a:lnTo>
                  <a:lnTo>
                    <a:pt x="11716" y="866629"/>
                  </a:lnTo>
                  <a:lnTo>
                    <a:pt x="11931" y="867509"/>
                  </a:lnTo>
                  <a:lnTo>
                    <a:pt x="11804" y="868144"/>
                  </a:lnTo>
                  <a:lnTo>
                    <a:pt x="11496" y="868124"/>
                  </a:lnTo>
                  <a:lnTo>
                    <a:pt x="9779" y="867498"/>
                  </a:lnTo>
                  <a:lnTo>
                    <a:pt x="8627" y="865599"/>
                  </a:lnTo>
                  <a:lnTo>
                    <a:pt x="6750" y="863867"/>
                  </a:lnTo>
                  <a:lnTo>
                    <a:pt x="6505" y="862514"/>
                  </a:lnTo>
                  <a:lnTo>
                    <a:pt x="6302" y="860526"/>
                  </a:lnTo>
                  <a:lnTo>
                    <a:pt x="6959" y="857101"/>
                  </a:lnTo>
                  <a:lnTo>
                    <a:pt x="6627" y="857054"/>
                  </a:lnTo>
                  <a:lnTo>
                    <a:pt x="5406" y="859701"/>
                  </a:lnTo>
                  <a:lnTo>
                    <a:pt x="3563" y="861089"/>
                  </a:lnTo>
                  <a:lnTo>
                    <a:pt x="2208" y="861542"/>
                  </a:lnTo>
                  <a:lnTo>
                    <a:pt x="1612" y="862615"/>
                  </a:lnTo>
                  <a:lnTo>
                    <a:pt x="1374" y="863501"/>
                  </a:lnTo>
                  <a:lnTo>
                    <a:pt x="1735" y="864023"/>
                  </a:lnTo>
                  <a:lnTo>
                    <a:pt x="2519" y="864153"/>
                  </a:lnTo>
                  <a:lnTo>
                    <a:pt x="3092" y="867460"/>
                  </a:lnTo>
                  <a:lnTo>
                    <a:pt x="2950" y="868730"/>
                  </a:lnTo>
                  <a:lnTo>
                    <a:pt x="2670" y="869584"/>
                  </a:lnTo>
                  <a:lnTo>
                    <a:pt x="2033" y="869748"/>
                  </a:lnTo>
                  <a:lnTo>
                    <a:pt x="700" y="867463"/>
                  </a:lnTo>
                  <a:lnTo>
                    <a:pt x="0" y="864869"/>
                  </a:lnTo>
                  <a:lnTo>
                    <a:pt x="16" y="862808"/>
                  </a:lnTo>
                  <a:lnTo>
                    <a:pt x="493" y="860004"/>
                  </a:lnTo>
                  <a:lnTo>
                    <a:pt x="2607" y="856241"/>
                  </a:lnTo>
                  <a:lnTo>
                    <a:pt x="3192" y="854648"/>
                  </a:lnTo>
                  <a:lnTo>
                    <a:pt x="4432" y="852882"/>
                  </a:lnTo>
                  <a:lnTo>
                    <a:pt x="6087" y="848900"/>
                  </a:lnTo>
                  <a:lnTo>
                    <a:pt x="7533" y="846686"/>
                  </a:lnTo>
                  <a:lnTo>
                    <a:pt x="6830" y="844854"/>
                  </a:lnTo>
                  <a:lnTo>
                    <a:pt x="6091" y="842101"/>
                  </a:lnTo>
                  <a:lnTo>
                    <a:pt x="6166" y="838272"/>
                  </a:lnTo>
                  <a:lnTo>
                    <a:pt x="9084" y="836757"/>
                  </a:lnTo>
                  <a:lnTo>
                    <a:pt x="10358" y="837380"/>
                  </a:lnTo>
                  <a:lnTo>
                    <a:pt x="11972" y="837262"/>
                  </a:lnTo>
                  <a:lnTo>
                    <a:pt x="12872" y="836344"/>
                  </a:lnTo>
                  <a:lnTo>
                    <a:pt x="13525" y="836148"/>
                  </a:lnTo>
                  <a:lnTo>
                    <a:pt x="14903" y="835089"/>
                  </a:lnTo>
                  <a:lnTo>
                    <a:pt x="15496" y="833600"/>
                  </a:lnTo>
                  <a:lnTo>
                    <a:pt x="15634" y="832463"/>
                  </a:lnTo>
                  <a:lnTo>
                    <a:pt x="15627" y="831470"/>
                  </a:lnTo>
                  <a:lnTo>
                    <a:pt x="15466" y="830250"/>
                  </a:lnTo>
                  <a:lnTo>
                    <a:pt x="15241" y="827081"/>
                  </a:lnTo>
                  <a:lnTo>
                    <a:pt x="15470" y="826022"/>
                  </a:lnTo>
                  <a:lnTo>
                    <a:pt x="16060" y="824761"/>
                  </a:lnTo>
                  <a:lnTo>
                    <a:pt x="16832" y="824369"/>
                  </a:lnTo>
                  <a:lnTo>
                    <a:pt x="17187" y="824467"/>
                  </a:lnTo>
                  <a:lnTo>
                    <a:pt x="18103" y="825624"/>
                  </a:lnTo>
                  <a:lnTo>
                    <a:pt x="17919" y="827266"/>
                  </a:lnTo>
                  <a:lnTo>
                    <a:pt x="17552" y="829243"/>
                  </a:lnTo>
                  <a:lnTo>
                    <a:pt x="16803" y="837100"/>
                  </a:lnTo>
                  <a:lnTo>
                    <a:pt x="16425" y="838875"/>
                  </a:lnTo>
                  <a:lnTo>
                    <a:pt x="15834" y="840413"/>
                  </a:lnTo>
                  <a:lnTo>
                    <a:pt x="16229" y="843619"/>
                  </a:lnTo>
                  <a:lnTo>
                    <a:pt x="15637" y="845864"/>
                  </a:lnTo>
                  <a:lnTo>
                    <a:pt x="12991" y="848253"/>
                  </a:lnTo>
                  <a:lnTo>
                    <a:pt x="12643" y="848392"/>
                  </a:lnTo>
                  <a:lnTo>
                    <a:pt x="12840" y="849246"/>
                  </a:lnTo>
                  <a:lnTo>
                    <a:pt x="14372" y="849044"/>
                  </a:lnTo>
                  <a:lnTo>
                    <a:pt x="15558" y="848539"/>
                  </a:lnTo>
                  <a:lnTo>
                    <a:pt x="16732" y="846522"/>
                  </a:lnTo>
                  <a:lnTo>
                    <a:pt x="17101" y="843443"/>
                  </a:lnTo>
                  <a:lnTo>
                    <a:pt x="17587" y="837444"/>
                  </a:lnTo>
                  <a:lnTo>
                    <a:pt x="18223" y="836595"/>
                  </a:lnTo>
                  <a:lnTo>
                    <a:pt x="18966" y="836405"/>
                  </a:lnTo>
                  <a:lnTo>
                    <a:pt x="19354" y="837819"/>
                  </a:lnTo>
                  <a:lnTo>
                    <a:pt x="19229" y="840984"/>
                  </a:lnTo>
                  <a:lnTo>
                    <a:pt x="19226" y="844046"/>
                  </a:lnTo>
                  <a:lnTo>
                    <a:pt x="18241" y="853118"/>
                  </a:lnTo>
                  <a:lnTo>
                    <a:pt x="17047" y="856763"/>
                  </a:lnTo>
                  <a:lnTo>
                    <a:pt x="16915" y="857721"/>
                  </a:lnTo>
                  <a:lnTo>
                    <a:pt x="16961" y="858858"/>
                  </a:lnTo>
                  <a:lnTo>
                    <a:pt x="17907" y="858694"/>
                  </a:lnTo>
                  <a:lnTo>
                    <a:pt x="18629" y="856737"/>
                  </a:lnTo>
                  <a:lnTo>
                    <a:pt x="19149" y="854238"/>
                  </a:lnTo>
                  <a:lnTo>
                    <a:pt x="19669" y="850758"/>
                  </a:lnTo>
                  <a:lnTo>
                    <a:pt x="19610" y="848236"/>
                  </a:lnTo>
                  <a:lnTo>
                    <a:pt x="19770" y="846675"/>
                  </a:lnTo>
                  <a:lnTo>
                    <a:pt x="19983" y="841570"/>
                  </a:lnTo>
                  <a:lnTo>
                    <a:pt x="20345" y="838987"/>
                  </a:lnTo>
                  <a:lnTo>
                    <a:pt x="20321" y="835375"/>
                  </a:lnTo>
                  <a:lnTo>
                    <a:pt x="19670" y="834013"/>
                  </a:lnTo>
                  <a:lnTo>
                    <a:pt x="18761" y="833187"/>
                  </a:lnTo>
                  <a:lnTo>
                    <a:pt x="18532" y="830974"/>
                  </a:lnTo>
                  <a:lnTo>
                    <a:pt x="19009" y="826602"/>
                  </a:lnTo>
                  <a:lnTo>
                    <a:pt x="20748" y="826715"/>
                  </a:lnTo>
                  <a:lnTo>
                    <a:pt x="22395" y="823731"/>
                  </a:lnTo>
                  <a:lnTo>
                    <a:pt x="23475" y="822649"/>
                  </a:lnTo>
                  <a:lnTo>
                    <a:pt x="24089" y="822874"/>
                  </a:lnTo>
                  <a:lnTo>
                    <a:pt x="26244" y="825751"/>
                  </a:lnTo>
                  <a:lnTo>
                    <a:pt x="26670" y="825786"/>
                  </a:lnTo>
                  <a:lnTo>
                    <a:pt x="26603" y="824750"/>
                  </a:lnTo>
                  <a:lnTo>
                    <a:pt x="26269" y="824020"/>
                  </a:lnTo>
                  <a:lnTo>
                    <a:pt x="25420" y="823050"/>
                  </a:lnTo>
                  <a:lnTo>
                    <a:pt x="23858" y="819960"/>
                  </a:lnTo>
                  <a:lnTo>
                    <a:pt x="21757" y="819457"/>
                  </a:lnTo>
                  <a:lnTo>
                    <a:pt x="22142" y="815443"/>
                  </a:lnTo>
                  <a:lnTo>
                    <a:pt x="22550" y="811776"/>
                  </a:lnTo>
                  <a:lnTo>
                    <a:pt x="23569" y="811268"/>
                  </a:lnTo>
                  <a:lnTo>
                    <a:pt x="25280" y="810062"/>
                  </a:lnTo>
                  <a:lnTo>
                    <a:pt x="28544" y="804565"/>
                  </a:lnTo>
                  <a:lnTo>
                    <a:pt x="29110" y="800421"/>
                  </a:lnTo>
                  <a:lnTo>
                    <a:pt x="29266" y="795766"/>
                  </a:lnTo>
                  <a:lnTo>
                    <a:pt x="27692" y="794554"/>
                  </a:lnTo>
                  <a:lnTo>
                    <a:pt x="26024" y="791510"/>
                  </a:lnTo>
                  <a:lnTo>
                    <a:pt x="24679" y="789888"/>
                  </a:lnTo>
                  <a:lnTo>
                    <a:pt x="23486" y="787854"/>
                  </a:lnTo>
                  <a:lnTo>
                    <a:pt x="23720" y="784812"/>
                  </a:lnTo>
                  <a:lnTo>
                    <a:pt x="23876" y="779855"/>
                  </a:lnTo>
                  <a:lnTo>
                    <a:pt x="25373" y="778793"/>
                  </a:lnTo>
                  <a:lnTo>
                    <a:pt x="26067" y="771983"/>
                  </a:lnTo>
                  <a:lnTo>
                    <a:pt x="25064" y="766771"/>
                  </a:lnTo>
                  <a:lnTo>
                    <a:pt x="25304" y="762884"/>
                  </a:lnTo>
                  <a:lnTo>
                    <a:pt x="26611" y="759566"/>
                  </a:lnTo>
                  <a:lnTo>
                    <a:pt x="26847" y="757269"/>
                  </a:lnTo>
                  <a:lnTo>
                    <a:pt x="27207" y="754744"/>
                  </a:lnTo>
                  <a:lnTo>
                    <a:pt x="28361" y="754487"/>
                  </a:lnTo>
                  <a:lnTo>
                    <a:pt x="28386" y="753113"/>
                  </a:lnTo>
                  <a:lnTo>
                    <a:pt x="28284" y="750609"/>
                  </a:lnTo>
                  <a:lnTo>
                    <a:pt x="27525" y="747648"/>
                  </a:lnTo>
                  <a:lnTo>
                    <a:pt x="27495" y="743545"/>
                  </a:lnTo>
                  <a:lnTo>
                    <a:pt x="28208" y="738700"/>
                  </a:lnTo>
                  <a:lnTo>
                    <a:pt x="29353" y="739037"/>
                  </a:lnTo>
                  <a:lnTo>
                    <a:pt x="29574" y="738832"/>
                  </a:lnTo>
                  <a:lnTo>
                    <a:pt x="28762" y="735901"/>
                  </a:lnTo>
                  <a:lnTo>
                    <a:pt x="28100" y="732674"/>
                  </a:lnTo>
                  <a:lnTo>
                    <a:pt x="28214" y="731387"/>
                  </a:lnTo>
                  <a:lnTo>
                    <a:pt x="28848" y="730288"/>
                  </a:lnTo>
                  <a:lnTo>
                    <a:pt x="29581" y="729676"/>
                  </a:lnTo>
                  <a:lnTo>
                    <a:pt x="30375" y="731330"/>
                  </a:lnTo>
                  <a:lnTo>
                    <a:pt x="31511" y="736593"/>
                  </a:lnTo>
                  <a:lnTo>
                    <a:pt x="31684" y="735243"/>
                  </a:lnTo>
                  <a:lnTo>
                    <a:pt x="31225" y="729878"/>
                  </a:lnTo>
                  <a:lnTo>
                    <a:pt x="30847" y="723207"/>
                  </a:lnTo>
                  <a:lnTo>
                    <a:pt x="29649" y="724084"/>
                  </a:lnTo>
                  <a:lnTo>
                    <a:pt x="28551" y="723613"/>
                  </a:lnTo>
                  <a:lnTo>
                    <a:pt x="28138" y="722577"/>
                  </a:lnTo>
                  <a:lnTo>
                    <a:pt x="27726" y="721077"/>
                  </a:lnTo>
                  <a:lnTo>
                    <a:pt x="28112" y="719245"/>
                  </a:lnTo>
                  <a:lnTo>
                    <a:pt x="28498" y="717880"/>
                  </a:lnTo>
                  <a:lnTo>
                    <a:pt x="29304" y="716163"/>
                  </a:lnTo>
                  <a:lnTo>
                    <a:pt x="30975" y="715560"/>
                  </a:lnTo>
                  <a:lnTo>
                    <a:pt x="32183" y="713404"/>
                  </a:lnTo>
                  <a:lnTo>
                    <a:pt x="32588" y="708969"/>
                  </a:lnTo>
                  <a:lnTo>
                    <a:pt x="32192" y="709407"/>
                  </a:lnTo>
                  <a:lnTo>
                    <a:pt x="31536" y="713309"/>
                  </a:lnTo>
                  <a:lnTo>
                    <a:pt x="30434" y="714630"/>
                  </a:lnTo>
                  <a:lnTo>
                    <a:pt x="29872" y="714437"/>
                  </a:lnTo>
                  <a:lnTo>
                    <a:pt x="29209" y="713707"/>
                  </a:lnTo>
                  <a:lnTo>
                    <a:pt x="27908" y="710308"/>
                  </a:lnTo>
                  <a:lnTo>
                    <a:pt x="27188" y="709517"/>
                  </a:lnTo>
                  <a:lnTo>
                    <a:pt x="26488" y="709433"/>
                  </a:lnTo>
                  <a:lnTo>
                    <a:pt x="25890" y="710293"/>
                  </a:lnTo>
                  <a:lnTo>
                    <a:pt x="24361" y="716284"/>
                  </a:lnTo>
                  <a:lnTo>
                    <a:pt x="23710" y="717297"/>
                  </a:lnTo>
                  <a:lnTo>
                    <a:pt x="21023" y="717776"/>
                  </a:lnTo>
                  <a:lnTo>
                    <a:pt x="20035" y="717083"/>
                  </a:lnTo>
                  <a:lnTo>
                    <a:pt x="18967" y="716163"/>
                  </a:lnTo>
                  <a:lnTo>
                    <a:pt x="19095" y="714685"/>
                  </a:lnTo>
                  <a:lnTo>
                    <a:pt x="19419" y="713113"/>
                  </a:lnTo>
                  <a:lnTo>
                    <a:pt x="20025" y="712305"/>
                  </a:lnTo>
                  <a:lnTo>
                    <a:pt x="20036" y="711401"/>
                  </a:lnTo>
                  <a:lnTo>
                    <a:pt x="19202" y="711173"/>
                  </a:lnTo>
                  <a:lnTo>
                    <a:pt x="18240" y="709514"/>
                  </a:lnTo>
                  <a:lnTo>
                    <a:pt x="17814" y="707413"/>
                  </a:lnTo>
                  <a:lnTo>
                    <a:pt x="17611" y="703659"/>
                  </a:lnTo>
                  <a:lnTo>
                    <a:pt x="16749" y="697718"/>
                  </a:lnTo>
                  <a:lnTo>
                    <a:pt x="16578" y="693464"/>
                  </a:lnTo>
                  <a:lnTo>
                    <a:pt x="17187" y="690428"/>
                  </a:lnTo>
                  <a:lnTo>
                    <a:pt x="18497" y="678517"/>
                  </a:lnTo>
                  <a:lnTo>
                    <a:pt x="18896" y="672445"/>
                  </a:lnTo>
                  <a:lnTo>
                    <a:pt x="19599" y="667107"/>
                  </a:lnTo>
                  <a:lnTo>
                    <a:pt x="19584" y="663586"/>
                  </a:lnTo>
                  <a:lnTo>
                    <a:pt x="21398" y="660369"/>
                  </a:lnTo>
                  <a:lnTo>
                    <a:pt x="22089" y="658444"/>
                  </a:lnTo>
                  <a:lnTo>
                    <a:pt x="23632" y="647605"/>
                  </a:lnTo>
                  <a:lnTo>
                    <a:pt x="23857" y="641756"/>
                  </a:lnTo>
                  <a:lnTo>
                    <a:pt x="21412" y="624015"/>
                  </a:lnTo>
                  <a:lnTo>
                    <a:pt x="21033" y="620628"/>
                  </a:lnTo>
                  <a:lnTo>
                    <a:pt x="20914" y="616415"/>
                  </a:lnTo>
                  <a:lnTo>
                    <a:pt x="21498" y="609420"/>
                  </a:lnTo>
                  <a:lnTo>
                    <a:pt x="21566" y="606768"/>
                  </a:lnTo>
                  <a:lnTo>
                    <a:pt x="21067" y="602933"/>
                  </a:lnTo>
                  <a:lnTo>
                    <a:pt x="19672" y="596668"/>
                  </a:lnTo>
                  <a:lnTo>
                    <a:pt x="19645" y="593474"/>
                  </a:lnTo>
                  <a:lnTo>
                    <a:pt x="20233" y="590184"/>
                  </a:lnTo>
                  <a:lnTo>
                    <a:pt x="19666" y="586104"/>
                  </a:lnTo>
                  <a:lnTo>
                    <a:pt x="19943" y="583576"/>
                  </a:lnTo>
                  <a:lnTo>
                    <a:pt x="20250" y="581596"/>
                  </a:lnTo>
                  <a:lnTo>
                    <a:pt x="22433" y="582655"/>
                  </a:lnTo>
                  <a:lnTo>
                    <a:pt x="23428" y="582156"/>
                  </a:lnTo>
                  <a:lnTo>
                    <a:pt x="23958" y="580958"/>
                  </a:lnTo>
                  <a:lnTo>
                    <a:pt x="24373" y="577608"/>
                  </a:lnTo>
                  <a:lnTo>
                    <a:pt x="24580" y="572368"/>
                  </a:lnTo>
                  <a:lnTo>
                    <a:pt x="24710" y="570114"/>
                  </a:lnTo>
                  <a:lnTo>
                    <a:pt x="24899" y="566819"/>
                  </a:lnTo>
                  <a:lnTo>
                    <a:pt x="25971" y="565491"/>
                  </a:lnTo>
                  <a:lnTo>
                    <a:pt x="26344" y="562369"/>
                  </a:lnTo>
                  <a:lnTo>
                    <a:pt x="27240" y="558015"/>
                  </a:lnTo>
                  <a:lnTo>
                    <a:pt x="28165" y="545843"/>
                  </a:lnTo>
                  <a:lnTo>
                    <a:pt x="29078" y="542842"/>
                  </a:lnTo>
                  <a:lnTo>
                    <a:pt x="30001" y="539376"/>
                  </a:lnTo>
                  <a:lnTo>
                    <a:pt x="29650" y="534237"/>
                  </a:lnTo>
                  <a:lnTo>
                    <a:pt x="30245" y="531862"/>
                  </a:lnTo>
                  <a:lnTo>
                    <a:pt x="30791" y="530136"/>
                  </a:lnTo>
                  <a:lnTo>
                    <a:pt x="31274" y="527000"/>
                  </a:lnTo>
                  <a:lnTo>
                    <a:pt x="31930" y="524033"/>
                  </a:lnTo>
                  <a:lnTo>
                    <a:pt x="33497" y="519771"/>
                  </a:lnTo>
                  <a:lnTo>
                    <a:pt x="33894" y="514571"/>
                  </a:lnTo>
                  <a:lnTo>
                    <a:pt x="35110" y="505577"/>
                  </a:lnTo>
                  <a:lnTo>
                    <a:pt x="35352" y="499805"/>
                  </a:lnTo>
                  <a:lnTo>
                    <a:pt x="35730" y="495904"/>
                  </a:lnTo>
                  <a:lnTo>
                    <a:pt x="35621" y="492265"/>
                  </a:lnTo>
                  <a:lnTo>
                    <a:pt x="36351" y="487842"/>
                  </a:lnTo>
                  <a:lnTo>
                    <a:pt x="37052" y="484116"/>
                  </a:lnTo>
                  <a:lnTo>
                    <a:pt x="37273" y="482047"/>
                  </a:lnTo>
                  <a:lnTo>
                    <a:pt x="38875" y="477116"/>
                  </a:lnTo>
                  <a:lnTo>
                    <a:pt x="39145" y="473174"/>
                  </a:lnTo>
                  <a:lnTo>
                    <a:pt x="38575" y="470507"/>
                  </a:lnTo>
                  <a:lnTo>
                    <a:pt x="38565" y="466372"/>
                  </a:lnTo>
                  <a:lnTo>
                    <a:pt x="38119" y="460641"/>
                  </a:lnTo>
                  <a:lnTo>
                    <a:pt x="39152" y="458497"/>
                  </a:lnTo>
                  <a:lnTo>
                    <a:pt x="39570" y="456930"/>
                  </a:lnTo>
                  <a:lnTo>
                    <a:pt x="40914" y="447771"/>
                  </a:lnTo>
                  <a:lnTo>
                    <a:pt x="40826" y="444176"/>
                  </a:lnTo>
                  <a:lnTo>
                    <a:pt x="41212" y="439712"/>
                  </a:lnTo>
                  <a:lnTo>
                    <a:pt x="40329" y="434425"/>
                  </a:lnTo>
                  <a:lnTo>
                    <a:pt x="40206" y="422545"/>
                  </a:lnTo>
                  <a:lnTo>
                    <a:pt x="39712" y="413400"/>
                  </a:lnTo>
                  <a:lnTo>
                    <a:pt x="38898" y="403742"/>
                  </a:lnTo>
                  <a:lnTo>
                    <a:pt x="38975" y="398337"/>
                  </a:lnTo>
                  <a:lnTo>
                    <a:pt x="38478" y="391620"/>
                  </a:lnTo>
                  <a:lnTo>
                    <a:pt x="38446" y="387741"/>
                  </a:lnTo>
                  <a:lnTo>
                    <a:pt x="38826" y="378946"/>
                  </a:lnTo>
                  <a:lnTo>
                    <a:pt x="41412" y="373408"/>
                  </a:lnTo>
                  <a:lnTo>
                    <a:pt x="41916" y="367210"/>
                  </a:lnTo>
                  <a:lnTo>
                    <a:pt x="42226" y="358833"/>
                  </a:lnTo>
                  <a:lnTo>
                    <a:pt x="42121" y="352730"/>
                  </a:lnTo>
                  <a:lnTo>
                    <a:pt x="41865" y="349988"/>
                  </a:lnTo>
                  <a:lnTo>
                    <a:pt x="40591" y="345492"/>
                  </a:lnTo>
                  <a:lnTo>
                    <a:pt x="40270" y="337462"/>
                  </a:lnTo>
                  <a:lnTo>
                    <a:pt x="40516" y="335358"/>
                  </a:lnTo>
                  <a:lnTo>
                    <a:pt x="41569" y="333096"/>
                  </a:lnTo>
                  <a:lnTo>
                    <a:pt x="42313" y="329956"/>
                  </a:lnTo>
                  <a:lnTo>
                    <a:pt x="42696" y="325082"/>
                  </a:lnTo>
                  <a:lnTo>
                    <a:pt x="43469" y="321250"/>
                  </a:lnTo>
                  <a:lnTo>
                    <a:pt x="43776" y="311979"/>
                  </a:lnTo>
                  <a:lnTo>
                    <a:pt x="44430" y="304603"/>
                  </a:lnTo>
                  <a:lnTo>
                    <a:pt x="44756" y="302029"/>
                  </a:lnTo>
                  <a:lnTo>
                    <a:pt x="45783" y="298794"/>
                  </a:lnTo>
                  <a:lnTo>
                    <a:pt x="45975" y="297931"/>
                  </a:lnTo>
                  <a:lnTo>
                    <a:pt x="46134" y="295464"/>
                  </a:lnTo>
                  <a:lnTo>
                    <a:pt x="46086" y="289635"/>
                  </a:lnTo>
                  <a:lnTo>
                    <a:pt x="46243" y="286077"/>
                  </a:lnTo>
                  <a:lnTo>
                    <a:pt x="47062" y="279076"/>
                  </a:lnTo>
                  <a:lnTo>
                    <a:pt x="47156" y="275836"/>
                  </a:lnTo>
                  <a:lnTo>
                    <a:pt x="48065" y="268627"/>
                  </a:lnTo>
                  <a:lnTo>
                    <a:pt x="48271" y="263451"/>
                  </a:lnTo>
                  <a:lnTo>
                    <a:pt x="48659" y="260721"/>
                  </a:lnTo>
                  <a:lnTo>
                    <a:pt x="48509" y="257648"/>
                  </a:lnTo>
                  <a:lnTo>
                    <a:pt x="48766" y="250771"/>
                  </a:lnTo>
                  <a:lnTo>
                    <a:pt x="48150" y="246884"/>
                  </a:lnTo>
                  <a:lnTo>
                    <a:pt x="48014" y="244610"/>
                  </a:lnTo>
                  <a:lnTo>
                    <a:pt x="48790" y="237561"/>
                  </a:lnTo>
                  <a:lnTo>
                    <a:pt x="49317" y="235844"/>
                  </a:lnTo>
                  <a:lnTo>
                    <a:pt x="50169" y="232563"/>
                  </a:lnTo>
                  <a:lnTo>
                    <a:pt x="50528" y="228880"/>
                  </a:lnTo>
                  <a:lnTo>
                    <a:pt x="50594" y="226540"/>
                  </a:lnTo>
                  <a:lnTo>
                    <a:pt x="49505" y="214894"/>
                  </a:lnTo>
                  <a:lnTo>
                    <a:pt x="49356" y="210929"/>
                  </a:lnTo>
                  <a:lnTo>
                    <a:pt x="49622" y="201689"/>
                  </a:lnTo>
                  <a:lnTo>
                    <a:pt x="49997" y="195721"/>
                  </a:lnTo>
                  <a:lnTo>
                    <a:pt x="49876" y="190960"/>
                  </a:lnTo>
                  <a:lnTo>
                    <a:pt x="49997" y="188513"/>
                  </a:lnTo>
                  <a:lnTo>
                    <a:pt x="50186" y="185440"/>
                  </a:lnTo>
                  <a:lnTo>
                    <a:pt x="50934" y="181712"/>
                  </a:lnTo>
                  <a:lnTo>
                    <a:pt x="51104" y="179063"/>
                  </a:lnTo>
                  <a:lnTo>
                    <a:pt x="50841" y="177957"/>
                  </a:lnTo>
                  <a:lnTo>
                    <a:pt x="49953" y="176607"/>
                  </a:lnTo>
                  <a:lnTo>
                    <a:pt x="49221" y="173225"/>
                  </a:lnTo>
                  <a:lnTo>
                    <a:pt x="49171" y="169889"/>
                  </a:lnTo>
                  <a:lnTo>
                    <a:pt x="49407" y="167462"/>
                  </a:lnTo>
                  <a:lnTo>
                    <a:pt x="49461" y="164026"/>
                  </a:lnTo>
                  <a:lnTo>
                    <a:pt x="50552" y="163350"/>
                  </a:lnTo>
                  <a:lnTo>
                    <a:pt x="51134" y="161443"/>
                  </a:lnTo>
                  <a:lnTo>
                    <a:pt x="51687" y="157868"/>
                  </a:lnTo>
                  <a:lnTo>
                    <a:pt x="52380" y="149222"/>
                  </a:lnTo>
                  <a:lnTo>
                    <a:pt x="52678" y="138499"/>
                  </a:lnTo>
                  <a:lnTo>
                    <a:pt x="53093" y="132041"/>
                  </a:lnTo>
                  <a:lnTo>
                    <a:pt x="53384" y="128849"/>
                  </a:lnTo>
                  <a:lnTo>
                    <a:pt x="53630" y="122178"/>
                  </a:lnTo>
                  <a:lnTo>
                    <a:pt x="54034" y="117812"/>
                  </a:lnTo>
                  <a:lnTo>
                    <a:pt x="54106" y="113786"/>
                  </a:lnTo>
                  <a:lnTo>
                    <a:pt x="54026" y="110725"/>
                  </a:lnTo>
                  <a:lnTo>
                    <a:pt x="52981" y="95128"/>
                  </a:lnTo>
                  <a:lnTo>
                    <a:pt x="53014" y="89397"/>
                  </a:lnTo>
                  <a:lnTo>
                    <a:pt x="53458" y="80483"/>
                  </a:lnTo>
                  <a:lnTo>
                    <a:pt x="53451" y="67933"/>
                  </a:lnTo>
                  <a:lnTo>
                    <a:pt x="53362" y="65002"/>
                  </a:lnTo>
                  <a:lnTo>
                    <a:pt x="52969" y="62257"/>
                  </a:lnTo>
                  <a:lnTo>
                    <a:pt x="52853" y="58532"/>
                  </a:lnTo>
                  <a:lnTo>
                    <a:pt x="52224" y="52051"/>
                  </a:lnTo>
                  <a:lnTo>
                    <a:pt x="51656" y="39048"/>
                  </a:lnTo>
                  <a:lnTo>
                    <a:pt x="51644" y="32183"/>
                  </a:lnTo>
                  <a:lnTo>
                    <a:pt x="51399" y="26357"/>
                  </a:lnTo>
                  <a:lnTo>
                    <a:pt x="50854" y="24807"/>
                  </a:lnTo>
                  <a:lnTo>
                    <a:pt x="51246" y="24452"/>
                  </a:lnTo>
                  <a:lnTo>
                    <a:pt x="52162" y="24210"/>
                  </a:lnTo>
                  <a:lnTo>
                    <a:pt x="53108" y="24204"/>
                  </a:lnTo>
                  <a:lnTo>
                    <a:pt x="54307" y="22972"/>
                  </a:lnTo>
                  <a:lnTo>
                    <a:pt x="55583" y="20684"/>
                  </a:lnTo>
                  <a:lnTo>
                    <a:pt x="56416" y="17357"/>
                  </a:lnTo>
                  <a:lnTo>
                    <a:pt x="56773" y="14307"/>
                  </a:lnTo>
                  <a:lnTo>
                    <a:pt x="56775" y="11640"/>
                  </a:lnTo>
                  <a:lnTo>
                    <a:pt x="56399" y="8247"/>
                  </a:lnTo>
                  <a:lnTo>
                    <a:pt x="56297" y="5843"/>
                  </a:lnTo>
                  <a:lnTo>
                    <a:pt x="56739" y="4694"/>
                  </a:lnTo>
                  <a:lnTo>
                    <a:pt x="57906" y="4247"/>
                  </a:lnTo>
                  <a:lnTo>
                    <a:pt x="58851" y="1985"/>
                  </a:lnTo>
                  <a:lnTo>
                    <a:pt x="59577" y="0"/>
                  </a:lnTo>
                  <a:lnTo>
                    <a:pt x="59730" y="3353"/>
                  </a:lnTo>
                  <a:lnTo>
                    <a:pt x="61047" y="7848"/>
                  </a:lnTo>
                  <a:lnTo>
                    <a:pt x="61476" y="12916"/>
                  </a:lnTo>
                  <a:lnTo>
                    <a:pt x="61775" y="13556"/>
                  </a:lnTo>
                  <a:lnTo>
                    <a:pt x="63586" y="16087"/>
                  </a:lnTo>
                  <a:lnTo>
                    <a:pt x="63620" y="16684"/>
                  </a:lnTo>
                  <a:lnTo>
                    <a:pt x="63354" y="17631"/>
                  </a:lnTo>
                  <a:lnTo>
                    <a:pt x="63091" y="18851"/>
                  </a:lnTo>
                  <a:lnTo>
                    <a:pt x="63274" y="20577"/>
                  </a:lnTo>
                  <a:lnTo>
                    <a:pt x="63602" y="22940"/>
                  </a:lnTo>
                  <a:lnTo>
                    <a:pt x="63711" y="25133"/>
                  </a:lnTo>
                  <a:lnTo>
                    <a:pt x="63911" y="27390"/>
                  </a:lnTo>
                  <a:lnTo>
                    <a:pt x="64110" y="30850"/>
                  </a:lnTo>
                  <a:lnTo>
                    <a:pt x="64231" y="33987"/>
                  </a:lnTo>
                  <a:lnTo>
                    <a:pt x="64692" y="38618"/>
                  </a:lnTo>
                  <a:lnTo>
                    <a:pt x="64786" y="41475"/>
                  </a:lnTo>
                  <a:lnTo>
                    <a:pt x="64794" y="43198"/>
                  </a:lnTo>
                  <a:lnTo>
                    <a:pt x="65152" y="44889"/>
                  </a:lnTo>
                  <a:lnTo>
                    <a:pt x="65855" y="46903"/>
                  </a:lnTo>
                  <a:lnTo>
                    <a:pt x="66805" y="48937"/>
                  </a:lnTo>
                  <a:lnTo>
                    <a:pt x="67559" y="51306"/>
                  </a:lnTo>
                  <a:lnTo>
                    <a:pt x="68137" y="52911"/>
                  </a:lnTo>
                  <a:lnTo>
                    <a:pt x="68836" y="54224"/>
                  </a:lnTo>
                  <a:lnTo>
                    <a:pt x="69373" y="55430"/>
                  </a:lnTo>
                  <a:lnTo>
                    <a:pt x="69583" y="56258"/>
                  </a:lnTo>
                  <a:lnTo>
                    <a:pt x="69653" y="56933"/>
                  </a:lnTo>
                  <a:lnTo>
                    <a:pt x="69421" y="57571"/>
                  </a:lnTo>
                  <a:lnTo>
                    <a:pt x="68572" y="60696"/>
                  </a:lnTo>
                  <a:lnTo>
                    <a:pt x="67390" y="65452"/>
                  </a:lnTo>
                  <a:lnTo>
                    <a:pt x="67410" y="66032"/>
                  </a:lnTo>
                  <a:lnTo>
                    <a:pt x="68543" y="69454"/>
                  </a:lnTo>
                  <a:lnTo>
                    <a:pt x="68725" y="70808"/>
                  </a:lnTo>
                  <a:lnTo>
                    <a:pt x="68712" y="72721"/>
                  </a:lnTo>
                  <a:lnTo>
                    <a:pt x="68333" y="75021"/>
                  </a:lnTo>
                  <a:lnTo>
                    <a:pt x="67109" y="75751"/>
                  </a:lnTo>
                  <a:lnTo>
                    <a:pt x="66837" y="76377"/>
                  </a:lnTo>
                  <a:lnTo>
                    <a:pt x="66803" y="77107"/>
                  </a:lnTo>
                  <a:lnTo>
                    <a:pt x="67084" y="78079"/>
                  </a:lnTo>
                  <a:lnTo>
                    <a:pt x="67041" y="80347"/>
                  </a:lnTo>
                  <a:lnTo>
                    <a:pt x="67483" y="82855"/>
                  </a:lnTo>
                  <a:lnTo>
                    <a:pt x="67255" y="83709"/>
                  </a:lnTo>
                  <a:lnTo>
                    <a:pt x="66804" y="84864"/>
                  </a:lnTo>
                  <a:lnTo>
                    <a:pt x="66791" y="85992"/>
                  </a:lnTo>
                  <a:lnTo>
                    <a:pt x="66939" y="87244"/>
                  </a:lnTo>
                  <a:lnTo>
                    <a:pt x="67413" y="88260"/>
                  </a:lnTo>
                  <a:lnTo>
                    <a:pt x="69297" y="91778"/>
                  </a:lnTo>
                  <a:lnTo>
                    <a:pt x="69446" y="92262"/>
                  </a:lnTo>
                  <a:lnTo>
                    <a:pt x="69417" y="92626"/>
                  </a:lnTo>
                  <a:lnTo>
                    <a:pt x="68688" y="94972"/>
                  </a:lnTo>
                  <a:lnTo>
                    <a:pt x="68613" y="96421"/>
                  </a:lnTo>
                  <a:lnTo>
                    <a:pt x="68633" y="98804"/>
                  </a:lnTo>
                  <a:lnTo>
                    <a:pt x="68736" y="100345"/>
                  </a:lnTo>
                  <a:lnTo>
                    <a:pt x="68971" y="100986"/>
                  </a:lnTo>
                  <a:lnTo>
                    <a:pt x="69916" y="101713"/>
                  </a:lnTo>
                  <a:lnTo>
                    <a:pt x="71085" y="107074"/>
                  </a:lnTo>
                  <a:lnTo>
                    <a:pt x="72209" y="112116"/>
                  </a:lnTo>
                  <a:lnTo>
                    <a:pt x="72194" y="116458"/>
                  </a:lnTo>
                  <a:lnTo>
                    <a:pt x="72310" y="121520"/>
                  </a:lnTo>
                  <a:lnTo>
                    <a:pt x="73024" y="125493"/>
                  </a:lnTo>
                  <a:lnTo>
                    <a:pt x="73124" y="128673"/>
                  </a:lnTo>
                  <a:lnTo>
                    <a:pt x="73365" y="132283"/>
                  </a:lnTo>
                  <a:lnTo>
                    <a:pt x="74214" y="134479"/>
                  </a:lnTo>
                  <a:lnTo>
                    <a:pt x="74546" y="138819"/>
                  </a:lnTo>
                  <a:lnTo>
                    <a:pt x="74632" y="141131"/>
                  </a:lnTo>
                  <a:lnTo>
                    <a:pt x="74580" y="142651"/>
                  </a:lnTo>
                  <a:lnTo>
                    <a:pt x="75240" y="147370"/>
                  </a:lnTo>
                  <a:lnTo>
                    <a:pt x="75317" y="151424"/>
                  </a:lnTo>
                  <a:lnTo>
                    <a:pt x="75160" y="154338"/>
                  </a:lnTo>
                  <a:lnTo>
                    <a:pt x="75168" y="155963"/>
                  </a:lnTo>
                  <a:lnTo>
                    <a:pt x="75262" y="157109"/>
                  </a:lnTo>
                  <a:lnTo>
                    <a:pt x="75828" y="158136"/>
                  </a:lnTo>
                  <a:lnTo>
                    <a:pt x="76079" y="158779"/>
                  </a:lnTo>
                  <a:lnTo>
                    <a:pt x="76916" y="159065"/>
                  </a:lnTo>
                  <a:lnTo>
                    <a:pt x="78141" y="159140"/>
                  </a:lnTo>
                  <a:lnTo>
                    <a:pt x="80234" y="15806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3867229" y="3039019"/>
              <a:ext cx="22861" cy="56718"/>
            </a:xfrm>
            <a:custGeom>
              <a:avLst/>
              <a:pathLst>
                <a:path w="22861" h="56718">
                  <a:moveTo>
                    <a:pt x="21660" y="4308"/>
                  </a:moveTo>
                  <a:lnTo>
                    <a:pt x="22136" y="5619"/>
                  </a:lnTo>
                  <a:lnTo>
                    <a:pt x="22448" y="7518"/>
                  </a:lnTo>
                  <a:lnTo>
                    <a:pt x="22707" y="11023"/>
                  </a:lnTo>
                  <a:lnTo>
                    <a:pt x="22861" y="14250"/>
                  </a:lnTo>
                  <a:lnTo>
                    <a:pt x="21890" y="16301"/>
                  </a:lnTo>
                  <a:lnTo>
                    <a:pt x="21021" y="17133"/>
                  </a:lnTo>
                  <a:lnTo>
                    <a:pt x="19277" y="25014"/>
                  </a:lnTo>
                  <a:lnTo>
                    <a:pt x="18914" y="27501"/>
                  </a:lnTo>
                  <a:lnTo>
                    <a:pt x="18617" y="28540"/>
                  </a:lnTo>
                  <a:lnTo>
                    <a:pt x="18524" y="29625"/>
                  </a:lnTo>
                  <a:lnTo>
                    <a:pt x="18557" y="30707"/>
                  </a:lnTo>
                  <a:lnTo>
                    <a:pt x="18109" y="34499"/>
                  </a:lnTo>
                  <a:lnTo>
                    <a:pt x="17708" y="39156"/>
                  </a:lnTo>
                  <a:lnTo>
                    <a:pt x="17454" y="41067"/>
                  </a:lnTo>
                  <a:lnTo>
                    <a:pt x="16957" y="42533"/>
                  </a:lnTo>
                  <a:lnTo>
                    <a:pt x="16324" y="43273"/>
                  </a:lnTo>
                  <a:lnTo>
                    <a:pt x="15912" y="43384"/>
                  </a:lnTo>
                  <a:lnTo>
                    <a:pt x="15536" y="43791"/>
                  </a:lnTo>
                  <a:lnTo>
                    <a:pt x="14618" y="46330"/>
                  </a:lnTo>
                  <a:lnTo>
                    <a:pt x="13582" y="48239"/>
                  </a:lnTo>
                  <a:lnTo>
                    <a:pt x="13754" y="49113"/>
                  </a:lnTo>
                  <a:lnTo>
                    <a:pt x="13764" y="49943"/>
                  </a:lnTo>
                  <a:lnTo>
                    <a:pt x="13310" y="50868"/>
                  </a:lnTo>
                  <a:lnTo>
                    <a:pt x="12805" y="50696"/>
                  </a:lnTo>
                  <a:lnTo>
                    <a:pt x="11343" y="51446"/>
                  </a:lnTo>
                  <a:lnTo>
                    <a:pt x="10806" y="52876"/>
                  </a:lnTo>
                  <a:lnTo>
                    <a:pt x="10258" y="55511"/>
                  </a:lnTo>
                  <a:lnTo>
                    <a:pt x="10050" y="55866"/>
                  </a:lnTo>
                  <a:lnTo>
                    <a:pt x="9170" y="56480"/>
                  </a:lnTo>
                  <a:lnTo>
                    <a:pt x="8495" y="56718"/>
                  </a:lnTo>
                  <a:lnTo>
                    <a:pt x="7349" y="54861"/>
                  </a:lnTo>
                  <a:lnTo>
                    <a:pt x="6780" y="54315"/>
                  </a:lnTo>
                  <a:lnTo>
                    <a:pt x="5264" y="53560"/>
                  </a:lnTo>
                  <a:lnTo>
                    <a:pt x="3790" y="52300"/>
                  </a:lnTo>
                  <a:lnTo>
                    <a:pt x="2755" y="50872"/>
                  </a:lnTo>
                  <a:lnTo>
                    <a:pt x="633" y="47352"/>
                  </a:lnTo>
                  <a:lnTo>
                    <a:pt x="388" y="40999"/>
                  </a:lnTo>
                  <a:lnTo>
                    <a:pt x="23" y="37569"/>
                  </a:lnTo>
                  <a:lnTo>
                    <a:pt x="0" y="36346"/>
                  </a:lnTo>
                  <a:lnTo>
                    <a:pt x="137" y="25787"/>
                  </a:lnTo>
                  <a:lnTo>
                    <a:pt x="287" y="24633"/>
                  </a:lnTo>
                  <a:lnTo>
                    <a:pt x="556" y="23623"/>
                  </a:lnTo>
                  <a:lnTo>
                    <a:pt x="1493" y="21262"/>
                  </a:lnTo>
                  <a:lnTo>
                    <a:pt x="2568" y="19395"/>
                  </a:lnTo>
                  <a:lnTo>
                    <a:pt x="4107" y="15488"/>
                  </a:lnTo>
                  <a:lnTo>
                    <a:pt x="5224" y="13699"/>
                  </a:lnTo>
                  <a:lnTo>
                    <a:pt x="6162" y="11128"/>
                  </a:lnTo>
                  <a:lnTo>
                    <a:pt x="5613" y="11236"/>
                  </a:lnTo>
                  <a:lnTo>
                    <a:pt x="5208" y="10912"/>
                  </a:lnTo>
                  <a:lnTo>
                    <a:pt x="5607" y="8714"/>
                  </a:lnTo>
                  <a:lnTo>
                    <a:pt x="6035" y="7537"/>
                  </a:lnTo>
                  <a:lnTo>
                    <a:pt x="6529" y="6895"/>
                  </a:lnTo>
                  <a:lnTo>
                    <a:pt x="7522" y="7355"/>
                  </a:lnTo>
                  <a:lnTo>
                    <a:pt x="8441" y="6899"/>
                  </a:lnTo>
                  <a:lnTo>
                    <a:pt x="9119" y="4947"/>
                  </a:lnTo>
                  <a:lnTo>
                    <a:pt x="9764" y="4531"/>
                  </a:lnTo>
                  <a:lnTo>
                    <a:pt x="12215" y="5171"/>
                  </a:lnTo>
                  <a:lnTo>
                    <a:pt x="13914" y="4279"/>
                  </a:lnTo>
                  <a:lnTo>
                    <a:pt x="14765" y="2483"/>
                  </a:lnTo>
                  <a:lnTo>
                    <a:pt x="15167" y="2413"/>
                  </a:lnTo>
                  <a:lnTo>
                    <a:pt x="16423" y="2923"/>
                  </a:lnTo>
                  <a:lnTo>
                    <a:pt x="16887" y="4791"/>
                  </a:lnTo>
                  <a:lnTo>
                    <a:pt x="16846" y="3537"/>
                  </a:lnTo>
                  <a:lnTo>
                    <a:pt x="16899" y="2320"/>
                  </a:lnTo>
                  <a:lnTo>
                    <a:pt x="17130" y="2452"/>
                  </a:lnTo>
                  <a:lnTo>
                    <a:pt x="18771" y="4768"/>
                  </a:lnTo>
                  <a:lnTo>
                    <a:pt x="18776" y="1929"/>
                  </a:lnTo>
                  <a:lnTo>
                    <a:pt x="18868" y="1185"/>
                  </a:lnTo>
                  <a:lnTo>
                    <a:pt x="19382" y="0"/>
                  </a:lnTo>
                  <a:lnTo>
                    <a:pt x="19639" y="20"/>
                  </a:lnTo>
                  <a:lnTo>
                    <a:pt x="20274" y="2312"/>
                  </a:lnTo>
                  <a:lnTo>
                    <a:pt x="20894" y="36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3882890" y="3010787"/>
              <a:ext cx="2642" cy="3706"/>
            </a:xfrm>
            <a:custGeom>
              <a:avLst/>
              <a:pathLst>
                <a:path w="2642" h="3706">
                  <a:moveTo>
                    <a:pt x="1158" y="0"/>
                  </a:moveTo>
                  <a:lnTo>
                    <a:pt x="1516" y="1021"/>
                  </a:lnTo>
                  <a:lnTo>
                    <a:pt x="2470" y="297"/>
                  </a:lnTo>
                  <a:lnTo>
                    <a:pt x="2642" y="1600"/>
                  </a:lnTo>
                  <a:lnTo>
                    <a:pt x="2636" y="2207"/>
                  </a:lnTo>
                  <a:lnTo>
                    <a:pt x="2300" y="3706"/>
                  </a:lnTo>
                  <a:lnTo>
                    <a:pt x="1511" y="2549"/>
                  </a:lnTo>
                  <a:lnTo>
                    <a:pt x="723" y="2819"/>
                  </a:lnTo>
                  <a:lnTo>
                    <a:pt x="156" y="2718"/>
                  </a:lnTo>
                  <a:lnTo>
                    <a:pt x="0" y="2008"/>
                  </a:lnTo>
                  <a:lnTo>
                    <a:pt x="434" y="54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3904620" y="2992553"/>
              <a:ext cx="1179" cy="2710"/>
            </a:xfrm>
            <a:custGeom>
              <a:avLst/>
              <a:pathLst>
                <a:path w="1179" h="2710">
                  <a:moveTo>
                    <a:pt x="1141" y="2086"/>
                  </a:moveTo>
                  <a:lnTo>
                    <a:pt x="198" y="2710"/>
                  </a:lnTo>
                  <a:lnTo>
                    <a:pt x="0" y="2576"/>
                  </a:lnTo>
                  <a:lnTo>
                    <a:pt x="326" y="1048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3906425" y="2990720"/>
              <a:ext cx="1441" cy="5627"/>
            </a:xfrm>
            <a:custGeom>
              <a:avLst/>
              <a:pathLst>
                <a:path w="1441" h="5627">
                  <a:moveTo>
                    <a:pt x="745" y="5035"/>
                  </a:moveTo>
                  <a:lnTo>
                    <a:pt x="561" y="5627"/>
                  </a:lnTo>
                  <a:lnTo>
                    <a:pt x="281" y="4556"/>
                  </a:lnTo>
                  <a:lnTo>
                    <a:pt x="199" y="3024"/>
                  </a:lnTo>
                  <a:lnTo>
                    <a:pt x="0" y="2196"/>
                  </a:lnTo>
                  <a:lnTo>
                    <a:pt x="460" y="1152"/>
                  </a:lnTo>
                  <a:lnTo>
                    <a:pt x="666" y="0"/>
                  </a:lnTo>
                  <a:lnTo>
                    <a:pt x="1214" y="229"/>
                  </a:lnTo>
                  <a:lnTo>
                    <a:pt x="1441" y="580"/>
                  </a:lnTo>
                  <a:lnTo>
                    <a:pt x="960" y="1776"/>
                  </a:lnTo>
                  <a:lnTo>
                    <a:pt x="845" y="228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3913074" y="2957263"/>
              <a:ext cx="1531" cy="4332"/>
            </a:xfrm>
            <a:custGeom>
              <a:avLst/>
              <a:pathLst>
                <a:path w="1531" h="4332">
                  <a:moveTo>
                    <a:pt x="1450" y="2965"/>
                  </a:moveTo>
                  <a:lnTo>
                    <a:pt x="1531" y="4332"/>
                  </a:lnTo>
                  <a:lnTo>
                    <a:pt x="781" y="2252"/>
                  </a:lnTo>
                  <a:lnTo>
                    <a:pt x="567" y="2132"/>
                  </a:lnTo>
                  <a:lnTo>
                    <a:pt x="208" y="1357"/>
                  </a:lnTo>
                  <a:lnTo>
                    <a:pt x="0" y="50"/>
                  </a:lnTo>
                  <a:lnTo>
                    <a:pt x="582" y="0"/>
                  </a:lnTo>
                  <a:lnTo>
                    <a:pt x="1116" y="155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3957993" y="2908572"/>
              <a:ext cx="1021" cy="3433"/>
            </a:xfrm>
            <a:custGeom>
              <a:avLst/>
              <a:pathLst>
                <a:path w="1021" h="3433">
                  <a:moveTo>
                    <a:pt x="1021" y="1656"/>
                  </a:moveTo>
                  <a:lnTo>
                    <a:pt x="699" y="3433"/>
                  </a:lnTo>
                  <a:lnTo>
                    <a:pt x="132" y="3138"/>
                  </a:lnTo>
                  <a:lnTo>
                    <a:pt x="115" y="1875"/>
                  </a:lnTo>
                  <a:lnTo>
                    <a:pt x="0" y="1504"/>
                  </a:lnTo>
                  <a:lnTo>
                    <a:pt x="155" y="328"/>
                  </a:lnTo>
                  <a:lnTo>
                    <a:pt x="260" y="0"/>
                  </a:lnTo>
                  <a:lnTo>
                    <a:pt x="903" y="9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3973560" y="2876043"/>
              <a:ext cx="1371" cy="7165"/>
            </a:xfrm>
            <a:custGeom>
              <a:avLst/>
              <a:pathLst>
                <a:path w="1371" h="7165">
                  <a:moveTo>
                    <a:pt x="1200" y="5797"/>
                  </a:moveTo>
                  <a:lnTo>
                    <a:pt x="487" y="7165"/>
                  </a:lnTo>
                  <a:lnTo>
                    <a:pt x="41" y="6514"/>
                  </a:lnTo>
                  <a:lnTo>
                    <a:pt x="32" y="4682"/>
                  </a:lnTo>
                  <a:lnTo>
                    <a:pt x="260" y="3031"/>
                  </a:lnTo>
                  <a:lnTo>
                    <a:pt x="0" y="1841"/>
                  </a:lnTo>
                  <a:lnTo>
                    <a:pt x="255" y="424"/>
                  </a:lnTo>
                  <a:lnTo>
                    <a:pt x="787" y="0"/>
                  </a:lnTo>
                  <a:lnTo>
                    <a:pt x="975" y="884"/>
                  </a:lnTo>
                  <a:lnTo>
                    <a:pt x="1275" y="1353"/>
                  </a:lnTo>
                  <a:lnTo>
                    <a:pt x="1368" y="1835"/>
                  </a:lnTo>
                  <a:lnTo>
                    <a:pt x="1371" y="2763"/>
                  </a:lnTo>
                  <a:lnTo>
                    <a:pt x="1087" y="4295"/>
                  </a:lnTo>
                  <a:lnTo>
                    <a:pt x="1311" y="51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3987361" y="2800657"/>
              <a:ext cx="1151" cy="4192"/>
            </a:xfrm>
            <a:custGeom>
              <a:avLst/>
              <a:pathLst>
                <a:path w="1151" h="4192">
                  <a:moveTo>
                    <a:pt x="1151" y="3485"/>
                  </a:moveTo>
                  <a:lnTo>
                    <a:pt x="314" y="4192"/>
                  </a:lnTo>
                  <a:lnTo>
                    <a:pt x="0" y="4189"/>
                  </a:lnTo>
                  <a:lnTo>
                    <a:pt x="23" y="2043"/>
                  </a:lnTo>
                  <a:lnTo>
                    <a:pt x="710" y="0"/>
                  </a:lnTo>
                  <a:lnTo>
                    <a:pt x="988" y="682"/>
                  </a:lnTo>
                  <a:lnTo>
                    <a:pt x="1148" y="174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3996120" y="2754034"/>
              <a:ext cx="1248" cy="3604"/>
            </a:xfrm>
            <a:custGeom>
              <a:avLst/>
              <a:pathLst>
                <a:path w="1248" h="3604">
                  <a:moveTo>
                    <a:pt x="1248" y="3050"/>
                  </a:moveTo>
                  <a:lnTo>
                    <a:pt x="1214" y="3604"/>
                  </a:lnTo>
                  <a:lnTo>
                    <a:pt x="395" y="1680"/>
                  </a:lnTo>
                  <a:lnTo>
                    <a:pt x="0" y="1367"/>
                  </a:lnTo>
                  <a:lnTo>
                    <a:pt x="188" y="279"/>
                  </a:lnTo>
                  <a:lnTo>
                    <a:pt x="739" y="0"/>
                  </a:lnTo>
                  <a:lnTo>
                    <a:pt x="1176" y="240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3998900" y="2748922"/>
              <a:ext cx="692" cy="3224"/>
            </a:xfrm>
            <a:custGeom>
              <a:avLst/>
              <a:pathLst>
                <a:path w="692" h="3224">
                  <a:moveTo>
                    <a:pt x="692" y="1856"/>
                  </a:moveTo>
                  <a:lnTo>
                    <a:pt x="598" y="3224"/>
                  </a:lnTo>
                  <a:lnTo>
                    <a:pt x="343" y="3029"/>
                  </a:lnTo>
                  <a:lnTo>
                    <a:pt x="0" y="598"/>
                  </a:lnTo>
                  <a:lnTo>
                    <a:pt x="184" y="0"/>
                  </a:lnTo>
                  <a:lnTo>
                    <a:pt x="670" y="1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3995416" y="2743370"/>
              <a:ext cx="3391" cy="5888"/>
            </a:xfrm>
            <a:custGeom>
              <a:avLst/>
              <a:pathLst>
                <a:path w="3391" h="5888">
                  <a:moveTo>
                    <a:pt x="3138" y="5309"/>
                  </a:moveTo>
                  <a:lnTo>
                    <a:pt x="3000" y="5888"/>
                  </a:lnTo>
                  <a:lnTo>
                    <a:pt x="1810" y="4191"/>
                  </a:lnTo>
                  <a:lnTo>
                    <a:pt x="524" y="3834"/>
                  </a:lnTo>
                  <a:lnTo>
                    <a:pt x="80" y="2343"/>
                  </a:lnTo>
                  <a:lnTo>
                    <a:pt x="0" y="0"/>
                  </a:lnTo>
                  <a:lnTo>
                    <a:pt x="1356" y="99"/>
                  </a:lnTo>
                  <a:lnTo>
                    <a:pt x="3028" y="2218"/>
                  </a:lnTo>
                  <a:lnTo>
                    <a:pt x="3391" y="33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3988126" y="2694252"/>
              <a:ext cx="6263" cy="10094"/>
            </a:xfrm>
            <a:custGeom>
              <a:avLst/>
              <a:pathLst>
                <a:path w="6263" h="10094">
                  <a:moveTo>
                    <a:pt x="6263" y="9251"/>
                  </a:moveTo>
                  <a:lnTo>
                    <a:pt x="5473" y="10094"/>
                  </a:lnTo>
                  <a:lnTo>
                    <a:pt x="2968" y="7557"/>
                  </a:lnTo>
                  <a:lnTo>
                    <a:pt x="1204" y="4775"/>
                  </a:lnTo>
                  <a:lnTo>
                    <a:pt x="151" y="1396"/>
                  </a:lnTo>
                  <a:lnTo>
                    <a:pt x="0" y="0"/>
                  </a:lnTo>
                  <a:lnTo>
                    <a:pt x="1228" y="236"/>
                  </a:lnTo>
                  <a:lnTo>
                    <a:pt x="2432" y="1445"/>
                  </a:lnTo>
                  <a:lnTo>
                    <a:pt x="2698" y="3301"/>
                  </a:lnTo>
                  <a:lnTo>
                    <a:pt x="3183" y="3884"/>
                  </a:lnTo>
                  <a:lnTo>
                    <a:pt x="3513" y="4966"/>
                  </a:lnTo>
                  <a:lnTo>
                    <a:pt x="5740" y="7482"/>
                  </a:lnTo>
                  <a:lnTo>
                    <a:pt x="6080" y="82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3530479" y="2051553"/>
              <a:ext cx="587827" cy="983743"/>
            </a:xfrm>
            <a:custGeom>
              <a:avLst/>
              <a:pathLst>
                <a:path w="587827" h="983743">
                  <a:moveTo>
                    <a:pt x="547206" y="325636"/>
                  </a:moveTo>
                  <a:lnTo>
                    <a:pt x="546930" y="324599"/>
                  </a:lnTo>
                  <a:lnTo>
                    <a:pt x="546469" y="324268"/>
                  </a:lnTo>
                  <a:lnTo>
                    <a:pt x="545608" y="322816"/>
                  </a:lnTo>
                  <a:lnTo>
                    <a:pt x="544982" y="321217"/>
                  </a:lnTo>
                  <a:lnTo>
                    <a:pt x="544511" y="319448"/>
                  </a:lnTo>
                  <a:lnTo>
                    <a:pt x="544532" y="315672"/>
                  </a:lnTo>
                  <a:lnTo>
                    <a:pt x="544450" y="315105"/>
                  </a:lnTo>
                  <a:lnTo>
                    <a:pt x="543594" y="314332"/>
                  </a:lnTo>
                  <a:lnTo>
                    <a:pt x="543340" y="313208"/>
                  </a:lnTo>
                  <a:lnTo>
                    <a:pt x="542934" y="312671"/>
                  </a:lnTo>
                  <a:lnTo>
                    <a:pt x="542354" y="313013"/>
                  </a:lnTo>
                  <a:lnTo>
                    <a:pt x="541918" y="312651"/>
                  </a:lnTo>
                  <a:lnTo>
                    <a:pt x="541575" y="312036"/>
                  </a:lnTo>
                  <a:lnTo>
                    <a:pt x="541162" y="311963"/>
                  </a:lnTo>
                  <a:lnTo>
                    <a:pt x="540804" y="312939"/>
                  </a:lnTo>
                  <a:lnTo>
                    <a:pt x="540616" y="315033"/>
                  </a:lnTo>
                  <a:lnTo>
                    <a:pt x="540017" y="318510"/>
                  </a:lnTo>
                  <a:lnTo>
                    <a:pt x="539962" y="320611"/>
                  </a:lnTo>
                  <a:lnTo>
                    <a:pt x="539703" y="323615"/>
                  </a:lnTo>
                  <a:lnTo>
                    <a:pt x="539445" y="327421"/>
                  </a:lnTo>
                  <a:lnTo>
                    <a:pt x="539235" y="328215"/>
                  </a:lnTo>
                  <a:lnTo>
                    <a:pt x="538563" y="328329"/>
                  </a:lnTo>
                  <a:lnTo>
                    <a:pt x="538332" y="328577"/>
                  </a:lnTo>
                  <a:lnTo>
                    <a:pt x="537983" y="329871"/>
                  </a:lnTo>
                  <a:lnTo>
                    <a:pt x="537561" y="330090"/>
                  </a:lnTo>
                  <a:lnTo>
                    <a:pt x="537188" y="329333"/>
                  </a:lnTo>
                  <a:lnTo>
                    <a:pt x="536599" y="328577"/>
                  </a:lnTo>
                  <a:lnTo>
                    <a:pt x="536043" y="328479"/>
                  </a:lnTo>
                  <a:lnTo>
                    <a:pt x="535542" y="329236"/>
                  </a:lnTo>
                  <a:lnTo>
                    <a:pt x="534954" y="330882"/>
                  </a:lnTo>
                  <a:lnTo>
                    <a:pt x="534620" y="332217"/>
                  </a:lnTo>
                  <a:lnTo>
                    <a:pt x="534501" y="333462"/>
                  </a:lnTo>
                  <a:lnTo>
                    <a:pt x="534406" y="335002"/>
                  </a:lnTo>
                  <a:lnTo>
                    <a:pt x="533811" y="336478"/>
                  </a:lnTo>
                  <a:lnTo>
                    <a:pt x="533269" y="337250"/>
                  </a:lnTo>
                  <a:lnTo>
                    <a:pt x="532148" y="339424"/>
                  </a:lnTo>
                  <a:lnTo>
                    <a:pt x="531790" y="340327"/>
                  </a:lnTo>
                  <a:lnTo>
                    <a:pt x="530987" y="340339"/>
                  </a:lnTo>
                  <a:lnTo>
                    <a:pt x="530113" y="340255"/>
                  </a:lnTo>
                  <a:lnTo>
                    <a:pt x="528938" y="340841"/>
                  </a:lnTo>
                  <a:lnTo>
                    <a:pt x="527020" y="341139"/>
                  </a:lnTo>
                  <a:lnTo>
                    <a:pt x="525872" y="340699"/>
                  </a:lnTo>
                  <a:lnTo>
                    <a:pt x="524452" y="341114"/>
                  </a:lnTo>
                  <a:lnTo>
                    <a:pt x="523347" y="341826"/>
                  </a:lnTo>
                  <a:lnTo>
                    <a:pt x="523189" y="342887"/>
                  </a:lnTo>
                  <a:lnTo>
                    <a:pt x="523229" y="344456"/>
                  </a:lnTo>
                  <a:lnTo>
                    <a:pt x="523451" y="345482"/>
                  </a:lnTo>
                  <a:lnTo>
                    <a:pt x="523722" y="346168"/>
                  </a:lnTo>
                  <a:lnTo>
                    <a:pt x="524181" y="348279"/>
                  </a:lnTo>
                  <a:lnTo>
                    <a:pt x="524660" y="350320"/>
                  </a:lnTo>
                  <a:lnTo>
                    <a:pt x="525391" y="351640"/>
                  </a:lnTo>
                  <a:lnTo>
                    <a:pt x="525693" y="353057"/>
                  </a:lnTo>
                  <a:lnTo>
                    <a:pt x="525709" y="354376"/>
                  </a:lnTo>
                  <a:lnTo>
                    <a:pt x="525363" y="356038"/>
                  </a:lnTo>
                  <a:lnTo>
                    <a:pt x="524838" y="358211"/>
                  </a:lnTo>
                  <a:lnTo>
                    <a:pt x="524349" y="359548"/>
                  </a:lnTo>
                  <a:lnTo>
                    <a:pt x="523982" y="359504"/>
                  </a:lnTo>
                  <a:lnTo>
                    <a:pt x="523420" y="358725"/>
                  </a:lnTo>
                  <a:lnTo>
                    <a:pt x="523038" y="357748"/>
                  </a:lnTo>
                  <a:lnTo>
                    <a:pt x="522130" y="357380"/>
                  </a:lnTo>
                  <a:lnTo>
                    <a:pt x="519910" y="358005"/>
                  </a:lnTo>
                  <a:lnTo>
                    <a:pt x="518800" y="357569"/>
                  </a:lnTo>
                  <a:lnTo>
                    <a:pt x="518269" y="356771"/>
                  </a:lnTo>
                  <a:lnTo>
                    <a:pt x="517340" y="356710"/>
                  </a:lnTo>
                  <a:lnTo>
                    <a:pt x="515902" y="355646"/>
                  </a:lnTo>
                  <a:lnTo>
                    <a:pt x="515026" y="355305"/>
                  </a:lnTo>
                  <a:lnTo>
                    <a:pt x="514613" y="354620"/>
                  </a:lnTo>
                  <a:lnTo>
                    <a:pt x="514533" y="353057"/>
                  </a:lnTo>
                  <a:lnTo>
                    <a:pt x="514119" y="351982"/>
                  </a:lnTo>
                  <a:lnTo>
                    <a:pt x="513888" y="350695"/>
                  </a:lnTo>
                  <a:lnTo>
                    <a:pt x="513365" y="349079"/>
                  </a:lnTo>
                  <a:lnTo>
                    <a:pt x="512864" y="348268"/>
                  </a:lnTo>
                  <a:lnTo>
                    <a:pt x="512371" y="347926"/>
                  </a:lnTo>
                  <a:lnTo>
                    <a:pt x="511831" y="348903"/>
                  </a:lnTo>
                  <a:lnTo>
                    <a:pt x="511258" y="349783"/>
                  </a:lnTo>
                  <a:lnTo>
                    <a:pt x="510829" y="349587"/>
                  </a:lnTo>
                  <a:lnTo>
                    <a:pt x="510622" y="349832"/>
                  </a:lnTo>
                  <a:lnTo>
                    <a:pt x="510386" y="350561"/>
                  </a:lnTo>
                  <a:lnTo>
                    <a:pt x="509466" y="352066"/>
                  </a:lnTo>
                  <a:lnTo>
                    <a:pt x="509245" y="353444"/>
                  </a:lnTo>
                  <a:lnTo>
                    <a:pt x="508878" y="356363"/>
                  </a:lnTo>
                  <a:lnTo>
                    <a:pt x="508623" y="359364"/>
                  </a:lnTo>
                  <a:lnTo>
                    <a:pt x="508400" y="360426"/>
                  </a:lnTo>
                  <a:lnTo>
                    <a:pt x="508025" y="360609"/>
                  </a:lnTo>
                  <a:lnTo>
                    <a:pt x="507644" y="361511"/>
                  </a:lnTo>
                  <a:lnTo>
                    <a:pt x="506845" y="364337"/>
                  </a:lnTo>
                  <a:lnTo>
                    <a:pt x="506123" y="366934"/>
                  </a:lnTo>
                  <a:lnTo>
                    <a:pt x="505075" y="368693"/>
                  </a:lnTo>
                  <a:lnTo>
                    <a:pt x="504581" y="370306"/>
                  </a:lnTo>
                  <a:lnTo>
                    <a:pt x="504327" y="371772"/>
                  </a:lnTo>
                  <a:lnTo>
                    <a:pt x="503580" y="373824"/>
                  </a:lnTo>
                  <a:lnTo>
                    <a:pt x="502483" y="374190"/>
                  </a:lnTo>
                  <a:lnTo>
                    <a:pt x="501608" y="374787"/>
                  </a:lnTo>
                  <a:lnTo>
                    <a:pt x="501073" y="374945"/>
                  </a:lnTo>
                  <a:lnTo>
                    <a:pt x="500688" y="375773"/>
                  </a:lnTo>
                  <a:lnTo>
                    <a:pt x="500409" y="377037"/>
                  </a:lnTo>
                  <a:lnTo>
                    <a:pt x="500273" y="377538"/>
                  </a:lnTo>
                  <a:lnTo>
                    <a:pt x="499781" y="377538"/>
                  </a:lnTo>
                  <a:lnTo>
                    <a:pt x="499288" y="378613"/>
                  </a:lnTo>
                  <a:lnTo>
                    <a:pt x="498079" y="381055"/>
                  </a:lnTo>
                  <a:lnTo>
                    <a:pt x="497095" y="381507"/>
                  </a:lnTo>
                  <a:lnTo>
                    <a:pt x="495859" y="383139"/>
                  </a:lnTo>
                  <a:lnTo>
                    <a:pt x="494773" y="384378"/>
                  </a:lnTo>
                  <a:lnTo>
                    <a:pt x="494321" y="385075"/>
                  </a:lnTo>
                  <a:lnTo>
                    <a:pt x="494200" y="385844"/>
                  </a:lnTo>
                  <a:lnTo>
                    <a:pt x="494041" y="386822"/>
                  </a:lnTo>
                  <a:lnTo>
                    <a:pt x="493517" y="387017"/>
                  </a:lnTo>
                  <a:lnTo>
                    <a:pt x="493008" y="386968"/>
                  </a:lnTo>
                  <a:lnTo>
                    <a:pt x="491879" y="389216"/>
                  </a:lnTo>
                  <a:lnTo>
                    <a:pt x="491307" y="391122"/>
                  </a:lnTo>
                  <a:lnTo>
                    <a:pt x="489083" y="395188"/>
                  </a:lnTo>
                  <a:lnTo>
                    <a:pt x="488175" y="397475"/>
                  </a:lnTo>
                  <a:lnTo>
                    <a:pt x="487939" y="400435"/>
                  </a:lnTo>
                  <a:lnTo>
                    <a:pt x="487823" y="400213"/>
                  </a:lnTo>
                  <a:lnTo>
                    <a:pt x="487029" y="402796"/>
                  </a:lnTo>
                  <a:lnTo>
                    <a:pt x="485475" y="405253"/>
                  </a:lnTo>
                  <a:lnTo>
                    <a:pt x="482152" y="405802"/>
                  </a:lnTo>
                  <a:lnTo>
                    <a:pt x="481102" y="404054"/>
                  </a:lnTo>
                  <a:lnTo>
                    <a:pt x="480720" y="405259"/>
                  </a:lnTo>
                  <a:lnTo>
                    <a:pt x="480426" y="406875"/>
                  </a:lnTo>
                  <a:lnTo>
                    <a:pt x="479555" y="407414"/>
                  </a:lnTo>
                  <a:lnTo>
                    <a:pt x="478191" y="407560"/>
                  </a:lnTo>
                  <a:lnTo>
                    <a:pt x="477430" y="408625"/>
                  </a:lnTo>
                  <a:lnTo>
                    <a:pt x="477022" y="409815"/>
                  </a:lnTo>
                  <a:lnTo>
                    <a:pt x="475154" y="410202"/>
                  </a:lnTo>
                  <a:lnTo>
                    <a:pt x="474469" y="411786"/>
                  </a:lnTo>
                  <a:lnTo>
                    <a:pt x="473306" y="412350"/>
                  </a:lnTo>
                  <a:lnTo>
                    <a:pt x="468450" y="419286"/>
                  </a:lnTo>
                  <a:lnTo>
                    <a:pt x="467394" y="422205"/>
                  </a:lnTo>
                  <a:lnTo>
                    <a:pt x="466393" y="425615"/>
                  </a:lnTo>
                  <a:lnTo>
                    <a:pt x="465689" y="427332"/>
                  </a:lnTo>
                  <a:lnTo>
                    <a:pt x="465061" y="428533"/>
                  </a:lnTo>
                  <a:lnTo>
                    <a:pt x="464487" y="429025"/>
                  </a:lnTo>
                  <a:lnTo>
                    <a:pt x="463927" y="430208"/>
                  </a:lnTo>
                  <a:lnTo>
                    <a:pt x="463358" y="430358"/>
                  </a:lnTo>
                  <a:lnTo>
                    <a:pt x="462777" y="429818"/>
                  </a:lnTo>
                  <a:lnTo>
                    <a:pt x="462128" y="430003"/>
                  </a:lnTo>
                  <a:lnTo>
                    <a:pt x="461701" y="431439"/>
                  </a:lnTo>
                  <a:lnTo>
                    <a:pt x="462062" y="433301"/>
                  </a:lnTo>
                  <a:lnTo>
                    <a:pt x="461865" y="434090"/>
                  </a:lnTo>
                  <a:lnTo>
                    <a:pt x="460589" y="435105"/>
                  </a:lnTo>
                  <a:lnTo>
                    <a:pt x="458694" y="435771"/>
                  </a:lnTo>
                  <a:lnTo>
                    <a:pt x="457889" y="436991"/>
                  </a:lnTo>
                  <a:lnTo>
                    <a:pt x="457611" y="437683"/>
                  </a:lnTo>
                  <a:lnTo>
                    <a:pt x="457190" y="438034"/>
                  </a:lnTo>
                  <a:lnTo>
                    <a:pt x="456787" y="435621"/>
                  </a:lnTo>
                  <a:lnTo>
                    <a:pt x="456643" y="432444"/>
                  </a:lnTo>
                  <a:lnTo>
                    <a:pt x="457427" y="431680"/>
                  </a:lnTo>
                  <a:lnTo>
                    <a:pt x="458148" y="431278"/>
                  </a:lnTo>
                  <a:lnTo>
                    <a:pt x="462153" y="426892"/>
                  </a:lnTo>
                  <a:lnTo>
                    <a:pt x="461651" y="423598"/>
                  </a:lnTo>
                  <a:lnTo>
                    <a:pt x="462006" y="422163"/>
                  </a:lnTo>
                  <a:lnTo>
                    <a:pt x="462902" y="419834"/>
                  </a:lnTo>
                  <a:lnTo>
                    <a:pt x="463485" y="418683"/>
                  </a:lnTo>
                  <a:lnTo>
                    <a:pt x="463168" y="418260"/>
                  </a:lnTo>
                  <a:lnTo>
                    <a:pt x="460544" y="419028"/>
                  </a:lnTo>
                  <a:lnTo>
                    <a:pt x="459036" y="418970"/>
                  </a:lnTo>
                  <a:lnTo>
                    <a:pt x="458265" y="418735"/>
                  </a:lnTo>
                  <a:lnTo>
                    <a:pt x="458499" y="416742"/>
                  </a:lnTo>
                  <a:lnTo>
                    <a:pt x="458370" y="414755"/>
                  </a:lnTo>
                  <a:lnTo>
                    <a:pt x="458188" y="414009"/>
                  </a:lnTo>
                  <a:lnTo>
                    <a:pt x="459524" y="411747"/>
                  </a:lnTo>
                  <a:lnTo>
                    <a:pt x="460131" y="411189"/>
                  </a:lnTo>
                  <a:lnTo>
                    <a:pt x="460593" y="411223"/>
                  </a:lnTo>
                  <a:lnTo>
                    <a:pt x="460561" y="409855"/>
                  </a:lnTo>
                  <a:lnTo>
                    <a:pt x="460176" y="407798"/>
                  </a:lnTo>
                  <a:lnTo>
                    <a:pt x="460591" y="405140"/>
                  </a:lnTo>
                  <a:lnTo>
                    <a:pt x="463317" y="402017"/>
                  </a:lnTo>
                  <a:lnTo>
                    <a:pt x="463971" y="399184"/>
                  </a:lnTo>
                  <a:lnTo>
                    <a:pt x="465065" y="396541"/>
                  </a:lnTo>
                  <a:lnTo>
                    <a:pt x="467066" y="389969"/>
                  </a:lnTo>
                  <a:lnTo>
                    <a:pt x="467185" y="388852"/>
                  </a:lnTo>
                  <a:lnTo>
                    <a:pt x="467767" y="385775"/>
                  </a:lnTo>
                  <a:lnTo>
                    <a:pt x="467874" y="384544"/>
                  </a:lnTo>
                  <a:lnTo>
                    <a:pt x="466949" y="382745"/>
                  </a:lnTo>
                  <a:lnTo>
                    <a:pt x="466581" y="380220"/>
                  </a:lnTo>
                  <a:lnTo>
                    <a:pt x="463873" y="375672"/>
                  </a:lnTo>
                  <a:lnTo>
                    <a:pt x="463643" y="371766"/>
                  </a:lnTo>
                  <a:lnTo>
                    <a:pt x="463390" y="371937"/>
                  </a:lnTo>
                  <a:lnTo>
                    <a:pt x="462977" y="374674"/>
                  </a:lnTo>
                  <a:lnTo>
                    <a:pt x="462628" y="375552"/>
                  </a:lnTo>
                  <a:lnTo>
                    <a:pt x="461375" y="375633"/>
                  </a:lnTo>
                  <a:lnTo>
                    <a:pt x="460780" y="374599"/>
                  </a:lnTo>
                  <a:lnTo>
                    <a:pt x="457295" y="373923"/>
                  </a:lnTo>
                  <a:lnTo>
                    <a:pt x="456443" y="375686"/>
                  </a:lnTo>
                  <a:lnTo>
                    <a:pt x="455645" y="378419"/>
                  </a:lnTo>
                  <a:lnTo>
                    <a:pt x="454870" y="380370"/>
                  </a:lnTo>
                  <a:lnTo>
                    <a:pt x="454091" y="381371"/>
                  </a:lnTo>
                  <a:lnTo>
                    <a:pt x="453413" y="383149"/>
                  </a:lnTo>
                  <a:lnTo>
                    <a:pt x="450609" y="393730"/>
                  </a:lnTo>
                  <a:lnTo>
                    <a:pt x="449550" y="394531"/>
                  </a:lnTo>
                  <a:lnTo>
                    <a:pt x="444565" y="400926"/>
                  </a:lnTo>
                  <a:lnTo>
                    <a:pt x="442072" y="403432"/>
                  </a:lnTo>
                  <a:lnTo>
                    <a:pt x="440150" y="407869"/>
                  </a:lnTo>
                  <a:lnTo>
                    <a:pt x="439489" y="410554"/>
                  </a:lnTo>
                  <a:lnTo>
                    <a:pt x="438902" y="413530"/>
                  </a:lnTo>
                  <a:lnTo>
                    <a:pt x="438549" y="418046"/>
                  </a:lnTo>
                  <a:lnTo>
                    <a:pt x="436776" y="423533"/>
                  </a:lnTo>
                  <a:lnTo>
                    <a:pt x="436168" y="424709"/>
                  </a:lnTo>
                  <a:lnTo>
                    <a:pt x="435547" y="425187"/>
                  </a:lnTo>
                  <a:lnTo>
                    <a:pt x="434721" y="425018"/>
                  </a:lnTo>
                  <a:lnTo>
                    <a:pt x="434010" y="425362"/>
                  </a:lnTo>
                  <a:lnTo>
                    <a:pt x="432798" y="424878"/>
                  </a:lnTo>
                  <a:lnTo>
                    <a:pt x="431313" y="426617"/>
                  </a:lnTo>
                  <a:lnTo>
                    <a:pt x="429639" y="428122"/>
                  </a:lnTo>
                  <a:lnTo>
                    <a:pt x="428197" y="424340"/>
                  </a:lnTo>
                  <a:lnTo>
                    <a:pt x="427169" y="423404"/>
                  </a:lnTo>
                  <a:lnTo>
                    <a:pt x="425485" y="424452"/>
                  </a:lnTo>
                  <a:lnTo>
                    <a:pt x="424706" y="426130"/>
                  </a:lnTo>
                  <a:lnTo>
                    <a:pt x="423091" y="434451"/>
                  </a:lnTo>
                  <a:lnTo>
                    <a:pt x="422486" y="439221"/>
                  </a:lnTo>
                  <a:lnTo>
                    <a:pt x="422525" y="441181"/>
                  </a:lnTo>
                  <a:lnTo>
                    <a:pt x="423469" y="447118"/>
                  </a:lnTo>
                  <a:lnTo>
                    <a:pt x="424533" y="450444"/>
                  </a:lnTo>
                  <a:lnTo>
                    <a:pt x="426920" y="454234"/>
                  </a:lnTo>
                  <a:lnTo>
                    <a:pt x="431999" y="456848"/>
                  </a:lnTo>
                  <a:lnTo>
                    <a:pt x="433189" y="455919"/>
                  </a:lnTo>
                  <a:lnTo>
                    <a:pt x="434467" y="455910"/>
                  </a:lnTo>
                  <a:lnTo>
                    <a:pt x="435813" y="458389"/>
                  </a:lnTo>
                  <a:lnTo>
                    <a:pt x="436654" y="462490"/>
                  </a:lnTo>
                  <a:lnTo>
                    <a:pt x="436732" y="465292"/>
                  </a:lnTo>
                  <a:lnTo>
                    <a:pt x="436759" y="466257"/>
                  </a:lnTo>
                  <a:lnTo>
                    <a:pt x="437066" y="467082"/>
                  </a:lnTo>
                  <a:lnTo>
                    <a:pt x="437247" y="468496"/>
                  </a:lnTo>
                  <a:lnTo>
                    <a:pt x="436712" y="469669"/>
                  </a:lnTo>
                  <a:lnTo>
                    <a:pt x="436301" y="470251"/>
                  </a:lnTo>
                  <a:lnTo>
                    <a:pt x="435956" y="474602"/>
                  </a:lnTo>
                  <a:lnTo>
                    <a:pt x="435934" y="479417"/>
                  </a:lnTo>
                  <a:lnTo>
                    <a:pt x="436372" y="481014"/>
                  </a:lnTo>
                  <a:lnTo>
                    <a:pt x="437465" y="483258"/>
                  </a:lnTo>
                  <a:lnTo>
                    <a:pt x="439153" y="485116"/>
                  </a:lnTo>
                  <a:lnTo>
                    <a:pt x="440715" y="485516"/>
                  </a:lnTo>
                  <a:lnTo>
                    <a:pt x="443701" y="484620"/>
                  </a:lnTo>
                  <a:lnTo>
                    <a:pt x="444922" y="481715"/>
                  </a:lnTo>
                  <a:lnTo>
                    <a:pt x="444849" y="480462"/>
                  </a:lnTo>
                  <a:lnTo>
                    <a:pt x="444877" y="478835"/>
                  </a:lnTo>
                  <a:lnTo>
                    <a:pt x="447502" y="474575"/>
                  </a:lnTo>
                  <a:lnTo>
                    <a:pt x="448998" y="470802"/>
                  </a:lnTo>
                  <a:lnTo>
                    <a:pt x="448763" y="469803"/>
                  </a:lnTo>
                  <a:lnTo>
                    <a:pt x="448476" y="469138"/>
                  </a:lnTo>
                  <a:lnTo>
                    <a:pt x="448740" y="468752"/>
                  </a:lnTo>
                  <a:lnTo>
                    <a:pt x="449561" y="468487"/>
                  </a:lnTo>
                  <a:lnTo>
                    <a:pt x="453213" y="464560"/>
                  </a:lnTo>
                  <a:lnTo>
                    <a:pt x="456088" y="467773"/>
                  </a:lnTo>
                  <a:lnTo>
                    <a:pt x="457727" y="471468"/>
                  </a:lnTo>
                  <a:lnTo>
                    <a:pt x="459348" y="472094"/>
                  </a:lnTo>
                  <a:lnTo>
                    <a:pt x="460474" y="473983"/>
                  </a:lnTo>
                  <a:lnTo>
                    <a:pt x="461772" y="475599"/>
                  </a:lnTo>
                  <a:lnTo>
                    <a:pt x="463466" y="475709"/>
                  </a:lnTo>
                  <a:lnTo>
                    <a:pt x="464893" y="476044"/>
                  </a:lnTo>
                  <a:lnTo>
                    <a:pt x="465328" y="474553"/>
                  </a:lnTo>
                  <a:lnTo>
                    <a:pt x="465775" y="473573"/>
                  </a:lnTo>
                  <a:lnTo>
                    <a:pt x="466284" y="473768"/>
                  </a:lnTo>
                  <a:lnTo>
                    <a:pt x="466857" y="475723"/>
                  </a:lnTo>
                  <a:lnTo>
                    <a:pt x="468477" y="477227"/>
                  </a:lnTo>
                  <a:lnTo>
                    <a:pt x="469973" y="477147"/>
                  </a:lnTo>
                  <a:lnTo>
                    <a:pt x="471021" y="476602"/>
                  </a:lnTo>
                  <a:lnTo>
                    <a:pt x="471643" y="477299"/>
                  </a:lnTo>
                  <a:lnTo>
                    <a:pt x="470743" y="479808"/>
                  </a:lnTo>
                  <a:lnTo>
                    <a:pt x="470877" y="483851"/>
                  </a:lnTo>
                  <a:lnTo>
                    <a:pt x="470187" y="485129"/>
                  </a:lnTo>
                  <a:lnTo>
                    <a:pt x="469525" y="487189"/>
                  </a:lnTo>
                  <a:lnTo>
                    <a:pt x="469916" y="488544"/>
                  </a:lnTo>
                  <a:lnTo>
                    <a:pt x="470263" y="489124"/>
                  </a:lnTo>
                  <a:lnTo>
                    <a:pt x="470227" y="490773"/>
                  </a:lnTo>
                  <a:lnTo>
                    <a:pt x="469624" y="491710"/>
                  </a:lnTo>
                  <a:lnTo>
                    <a:pt x="468508" y="494160"/>
                  </a:lnTo>
                  <a:lnTo>
                    <a:pt x="467867" y="494112"/>
                  </a:lnTo>
                  <a:lnTo>
                    <a:pt x="467560" y="493639"/>
                  </a:lnTo>
                  <a:lnTo>
                    <a:pt x="467343" y="492761"/>
                  </a:lnTo>
                  <a:lnTo>
                    <a:pt x="467184" y="491353"/>
                  </a:lnTo>
                  <a:lnTo>
                    <a:pt x="466792" y="490424"/>
                  </a:lnTo>
                  <a:lnTo>
                    <a:pt x="465706" y="490066"/>
                  </a:lnTo>
                  <a:lnTo>
                    <a:pt x="464584" y="490400"/>
                  </a:lnTo>
                  <a:lnTo>
                    <a:pt x="462055" y="494037"/>
                  </a:lnTo>
                  <a:lnTo>
                    <a:pt x="459588" y="496933"/>
                  </a:lnTo>
                  <a:lnTo>
                    <a:pt x="457002" y="499235"/>
                  </a:lnTo>
                  <a:lnTo>
                    <a:pt x="456134" y="500686"/>
                  </a:lnTo>
                  <a:lnTo>
                    <a:pt x="455520" y="501082"/>
                  </a:lnTo>
                  <a:lnTo>
                    <a:pt x="454449" y="499983"/>
                  </a:lnTo>
                  <a:lnTo>
                    <a:pt x="453798" y="500052"/>
                  </a:lnTo>
                  <a:lnTo>
                    <a:pt x="453662" y="500808"/>
                  </a:lnTo>
                  <a:lnTo>
                    <a:pt x="454488" y="502827"/>
                  </a:lnTo>
                  <a:lnTo>
                    <a:pt x="454703" y="504411"/>
                  </a:lnTo>
                  <a:lnTo>
                    <a:pt x="454615" y="505627"/>
                  </a:lnTo>
                  <a:lnTo>
                    <a:pt x="454147" y="506161"/>
                  </a:lnTo>
                  <a:lnTo>
                    <a:pt x="453465" y="505268"/>
                  </a:lnTo>
                  <a:lnTo>
                    <a:pt x="452844" y="506539"/>
                  </a:lnTo>
                  <a:lnTo>
                    <a:pt x="452562" y="508683"/>
                  </a:lnTo>
                  <a:lnTo>
                    <a:pt x="452550" y="513776"/>
                  </a:lnTo>
                  <a:lnTo>
                    <a:pt x="452136" y="514912"/>
                  </a:lnTo>
                  <a:lnTo>
                    <a:pt x="450996" y="515540"/>
                  </a:lnTo>
                  <a:lnTo>
                    <a:pt x="449782" y="517160"/>
                  </a:lnTo>
                  <a:lnTo>
                    <a:pt x="449351" y="516411"/>
                  </a:lnTo>
                  <a:lnTo>
                    <a:pt x="449178" y="515498"/>
                  </a:lnTo>
                  <a:lnTo>
                    <a:pt x="449305" y="513153"/>
                  </a:lnTo>
                  <a:lnTo>
                    <a:pt x="449154" y="512009"/>
                  </a:lnTo>
                  <a:lnTo>
                    <a:pt x="448600" y="512068"/>
                  </a:lnTo>
                  <a:lnTo>
                    <a:pt x="447765" y="512769"/>
                  </a:lnTo>
                  <a:lnTo>
                    <a:pt x="447128" y="514310"/>
                  </a:lnTo>
                  <a:lnTo>
                    <a:pt x="446908" y="515238"/>
                  </a:lnTo>
                  <a:lnTo>
                    <a:pt x="447748" y="518235"/>
                  </a:lnTo>
                  <a:lnTo>
                    <a:pt x="448548" y="518538"/>
                  </a:lnTo>
                  <a:lnTo>
                    <a:pt x="448741" y="519211"/>
                  </a:lnTo>
                  <a:lnTo>
                    <a:pt x="448109" y="520674"/>
                  </a:lnTo>
                  <a:lnTo>
                    <a:pt x="446529" y="522855"/>
                  </a:lnTo>
                  <a:lnTo>
                    <a:pt x="446267" y="524680"/>
                  </a:lnTo>
                  <a:lnTo>
                    <a:pt x="445799" y="526427"/>
                  </a:lnTo>
                  <a:lnTo>
                    <a:pt x="445154" y="527816"/>
                  </a:lnTo>
                  <a:lnTo>
                    <a:pt x="444717" y="529281"/>
                  </a:lnTo>
                  <a:lnTo>
                    <a:pt x="444182" y="530047"/>
                  </a:lnTo>
                  <a:lnTo>
                    <a:pt x="443309" y="530904"/>
                  </a:lnTo>
                  <a:lnTo>
                    <a:pt x="442238" y="534416"/>
                  </a:lnTo>
                  <a:lnTo>
                    <a:pt x="441451" y="537704"/>
                  </a:lnTo>
                  <a:lnTo>
                    <a:pt x="440520" y="539394"/>
                  </a:lnTo>
                  <a:lnTo>
                    <a:pt x="439782" y="544937"/>
                  </a:lnTo>
                  <a:lnTo>
                    <a:pt x="438464" y="547952"/>
                  </a:lnTo>
                  <a:lnTo>
                    <a:pt x="437979" y="552767"/>
                  </a:lnTo>
                  <a:lnTo>
                    <a:pt x="438322" y="555734"/>
                  </a:lnTo>
                  <a:lnTo>
                    <a:pt x="439767" y="555705"/>
                  </a:lnTo>
                  <a:lnTo>
                    <a:pt x="440492" y="556746"/>
                  </a:lnTo>
                  <a:lnTo>
                    <a:pt x="441993" y="560645"/>
                  </a:lnTo>
                  <a:lnTo>
                    <a:pt x="443789" y="563187"/>
                  </a:lnTo>
                  <a:lnTo>
                    <a:pt x="445654" y="564617"/>
                  </a:lnTo>
                  <a:lnTo>
                    <a:pt x="447940" y="568226"/>
                  </a:lnTo>
                  <a:lnTo>
                    <a:pt x="448567" y="569752"/>
                  </a:lnTo>
                  <a:lnTo>
                    <a:pt x="449105" y="572856"/>
                  </a:lnTo>
                  <a:lnTo>
                    <a:pt x="450096" y="581800"/>
                  </a:lnTo>
                  <a:lnTo>
                    <a:pt x="450808" y="586228"/>
                  </a:lnTo>
                  <a:lnTo>
                    <a:pt x="450856" y="588541"/>
                  </a:lnTo>
                  <a:lnTo>
                    <a:pt x="451922" y="592904"/>
                  </a:lnTo>
                  <a:lnTo>
                    <a:pt x="453064" y="600406"/>
                  </a:lnTo>
                  <a:lnTo>
                    <a:pt x="454378" y="606911"/>
                  </a:lnTo>
                  <a:lnTo>
                    <a:pt x="454630" y="612031"/>
                  </a:lnTo>
                  <a:lnTo>
                    <a:pt x="454204" y="614369"/>
                  </a:lnTo>
                  <a:lnTo>
                    <a:pt x="454206" y="617404"/>
                  </a:lnTo>
                  <a:lnTo>
                    <a:pt x="455520" y="620192"/>
                  </a:lnTo>
                  <a:lnTo>
                    <a:pt x="458437" y="623434"/>
                  </a:lnTo>
                  <a:lnTo>
                    <a:pt x="458902" y="624388"/>
                  </a:lnTo>
                  <a:lnTo>
                    <a:pt x="459472" y="625957"/>
                  </a:lnTo>
                  <a:lnTo>
                    <a:pt x="459500" y="630853"/>
                  </a:lnTo>
                  <a:lnTo>
                    <a:pt x="459950" y="632417"/>
                  </a:lnTo>
                  <a:lnTo>
                    <a:pt x="460333" y="633369"/>
                  </a:lnTo>
                  <a:lnTo>
                    <a:pt x="462099" y="635440"/>
                  </a:lnTo>
                  <a:lnTo>
                    <a:pt x="462837" y="637158"/>
                  </a:lnTo>
                  <a:lnTo>
                    <a:pt x="463619" y="639909"/>
                  </a:lnTo>
                  <a:lnTo>
                    <a:pt x="463850" y="642371"/>
                  </a:lnTo>
                  <a:lnTo>
                    <a:pt x="463945" y="645707"/>
                  </a:lnTo>
                  <a:lnTo>
                    <a:pt x="462958" y="645826"/>
                  </a:lnTo>
                  <a:lnTo>
                    <a:pt x="462162" y="645453"/>
                  </a:lnTo>
                  <a:lnTo>
                    <a:pt x="459001" y="641120"/>
                  </a:lnTo>
                  <a:lnTo>
                    <a:pt x="458178" y="641005"/>
                  </a:lnTo>
                  <a:lnTo>
                    <a:pt x="457019" y="641606"/>
                  </a:lnTo>
                  <a:lnTo>
                    <a:pt x="455363" y="640807"/>
                  </a:lnTo>
                  <a:lnTo>
                    <a:pt x="453614" y="636009"/>
                  </a:lnTo>
                  <a:lnTo>
                    <a:pt x="452354" y="634552"/>
                  </a:lnTo>
                  <a:lnTo>
                    <a:pt x="451003" y="633819"/>
                  </a:lnTo>
                  <a:lnTo>
                    <a:pt x="447773" y="637947"/>
                  </a:lnTo>
                  <a:lnTo>
                    <a:pt x="446952" y="637657"/>
                  </a:lnTo>
                  <a:lnTo>
                    <a:pt x="446714" y="638122"/>
                  </a:lnTo>
                  <a:lnTo>
                    <a:pt x="446349" y="638830"/>
                  </a:lnTo>
                  <a:lnTo>
                    <a:pt x="447845" y="639715"/>
                  </a:lnTo>
                  <a:lnTo>
                    <a:pt x="449344" y="638363"/>
                  </a:lnTo>
                  <a:lnTo>
                    <a:pt x="450783" y="636362"/>
                  </a:lnTo>
                  <a:lnTo>
                    <a:pt x="452882" y="637428"/>
                  </a:lnTo>
                  <a:lnTo>
                    <a:pt x="453235" y="639227"/>
                  </a:lnTo>
                  <a:lnTo>
                    <a:pt x="453577" y="642273"/>
                  </a:lnTo>
                  <a:lnTo>
                    <a:pt x="455016" y="644329"/>
                  </a:lnTo>
                  <a:lnTo>
                    <a:pt x="456149" y="645238"/>
                  </a:lnTo>
                  <a:lnTo>
                    <a:pt x="457587" y="647937"/>
                  </a:lnTo>
                  <a:lnTo>
                    <a:pt x="458991" y="652155"/>
                  </a:lnTo>
                  <a:lnTo>
                    <a:pt x="461968" y="657049"/>
                  </a:lnTo>
                  <a:lnTo>
                    <a:pt x="463173" y="661683"/>
                  </a:lnTo>
                  <a:lnTo>
                    <a:pt x="463639" y="664676"/>
                  </a:lnTo>
                  <a:lnTo>
                    <a:pt x="464057" y="668949"/>
                  </a:lnTo>
                  <a:lnTo>
                    <a:pt x="463014" y="670327"/>
                  </a:lnTo>
                  <a:lnTo>
                    <a:pt x="462108" y="670522"/>
                  </a:lnTo>
                  <a:lnTo>
                    <a:pt x="460688" y="671196"/>
                  </a:lnTo>
                  <a:lnTo>
                    <a:pt x="459644" y="672708"/>
                  </a:lnTo>
                  <a:lnTo>
                    <a:pt x="458597" y="675370"/>
                  </a:lnTo>
                  <a:lnTo>
                    <a:pt x="455594" y="679550"/>
                  </a:lnTo>
                  <a:lnTo>
                    <a:pt x="455024" y="682165"/>
                  </a:lnTo>
                  <a:lnTo>
                    <a:pt x="454631" y="684444"/>
                  </a:lnTo>
                  <a:lnTo>
                    <a:pt x="453901" y="685566"/>
                  </a:lnTo>
                  <a:lnTo>
                    <a:pt x="452060" y="684496"/>
                  </a:lnTo>
                  <a:lnTo>
                    <a:pt x="450327" y="684585"/>
                  </a:lnTo>
                  <a:lnTo>
                    <a:pt x="448363" y="687667"/>
                  </a:lnTo>
                  <a:lnTo>
                    <a:pt x="447874" y="688915"/>
                  </a:lnTo>
                  <a:lnTo>
                    <a:pt x="448200" y="688671"/>
                  </a:lnTo>
                  <a:lnTo>
                    <a:pt x="448508" y="688273"/>
                  </a:lnTo>
                  <a:lnTo>
                    <a:pt x="449392" y="688735"/>
                  </a:lnTo>
                  <a:lnTo>
                    <a:pt x="450758" y="687090"/>
                  </a:lnTo>
                  <a:lnTo>
                    <a:pt x="452092" y="692111"/>
                  </a:lnTo>
                  <a:lnTo>
                    <a:pt x="454699" y="691299"/>
                  </a:lnTo>
                  <a:lnTo>
                    <a:pt x="457149" y="687129"/>
                  </a:lnTo>
                  <a:lnTo>
                    <a:pt x="458097" y="687059"/>
                  </a:lnTo>
                  <a:lnTo>
                    <a:pt x="458892" y="687702"/>
                  </a:lnTo>
                  <a:lnTo>
                    <a:pt x="459777" y="689348"/>
                  </a:lnTo>
                  <a:lnTo>
                    <a:pt x="462134" y="696663"/>
                  </a:lnTo>
                  <a:lnTo>
                    <a:pt x="463426" y="697459"/>
                  </a:lnTo>
                  <a:lnTo>
                    <a:pt x="464695" y="699175"/>
                  </a:lnTo>
                  <a:lnTo>
                    <a:pt x="465397" y="699364"/>
                  </a:lnTo>
                  <a:lnTo>
                    <a:pt x="466028" y="699876"/>
                  </a:lnTo>
                  <a:lnTo>
                    <a:pt x="464325" y="702555"/>
                  </a:lnTo>
                  <a:lnTo>
                    <a:pt x="462121" y="708344"/>
                  </a:lnTo>
                  <a:lnTo>
                    <a:pt x="461141" y="709726"/>
                  </a:lnTo>
                  <a:lnTo>
                    <a:pt x="460484" y="711276"/>
                  </a:lnTo>
                  <a:lnTo>
                    <a:pt x="462255" y="710495"/>
                  </a:lnTo>
                  <a:lnTo>
                    <a:pt x="463518" y="707728"/>
                  </a:lnTo>
                  <a:lnTo>
                    <a:pt x="464154" y="707044"/>
                  </a:lnTo>
                  <a:lnTo>
                    <a:pt x="464665" y="707690"/>
                  </a:lnTo>
                  <a:lnTo>
                    <a:pt x="464926" y="711097"/>
                  </a:lnTo>
                  <a:lnTo>
                    <a:pt x="464440" y="721605"/>
                  </a:lnTo>
                  <a:lnTo>
                    <a:pt x="463822" y="721785"/>
                  </a:lnTo>
                  <a:lnTo>
                    <a:pt x="463220" y="718926"/>
                  </a:lnTo>
                  <a:lnTo>
                    <a:pt x="462515" y="718020"/>
                  </a:lnTo>
                  <a:lnTo>
                    <a:pt x="461923" y="718617"/>
                  </a:lnTo>
                  <a:lnTo>
                    <a:pt x="460748" y="718600"/>
                  </a:lnTo>
                  <a:lnTo>
                    <a:pt x="460300" y="719887"/>
                  </a:lnTo>
                  <a:lnTo>
                    <a:pt x="459921" y="721713"/>
                  </a:lnTo>
                  <a:lnTo>
                    <a:pt x="460625" y="722094"/>
                  </a:lnTo>
                  <a:lnTo>
                    <a:pt x="462009" y="725281"/>
                  </a:lnTo>
                  <a:lnTo>
                    <a:pt x="462151" y="726980"/>
                  </a:lnTo>
                  <a:lnTo>
                    <a:pt x="461779" y="728079"/>
                  </a:lnTo>
                  <a:lnTo>
                    <a:pt x="460809" y="727607"/>
                  </a:lnTo>
                  <a:lnTo>
                    <a:pt x="461986" y="729985"/>
                  </a:lnTo>
                  <a:lnTo>
                    <a:pt x="461674" y="732452"/>
                  </a:lnTo>
                  <a:lnTo>
                    <a:pt x="461292" y="733430"/>
                  </a:lnTo>
                  <a:lnTo>
                    <a:pt x="460608" y="734055"/>
                  </a:lnTo>
                  <a:lnTo>
                    <a:pt x="460185" y="736191"/>
                  </a:lnTo>
                  <a:lnTo>
                    <a:pt x="460790" y="739746"/>
                  </a:lnTo>
                  <a:lnTo>
                    <a:pt x="461405" y="744311"/>
                  </a:lnTo>
                  <a:lnTo>
                    <a:pt x="461481" y="746511"/>
                  </a:lnTo>
                  <a:lnTo>
                    <a:pt x="460520" y="745562"/>
                  </a:lnTo>
                  <a:lnTo>
                    <a:pt x="459026" y="748351"/>
                  </a:lnTo>
                  <a:lnTo>
                    <a:pt x="458234" y="748580"/>
                  </a:lnTo>
                  <a:lnTo>
                    <a:pt x="457701" y="744914"/>
                  </a:lnTo>
                  <a:lnTo>
                    <a:pt x="457018" y="745491"/>
                  </a:lnTo>
                  <a:lnTo>
                    <a:pt x="456563" y="746559"/>
                  </a:lnTo>
                  <a:lnTo>
                    <a:pt x="455958" y="750496"/>
                  </a:lnTo>
                  <a:lnTo>
                    <a:pt x="455219" y="754050"/>
                  </a:lnTo>
                  <a:lnTo>
                    <a:pt x="454583" y="755028"/>
                  </a:lnTo>
                  <a:lnTo>
                    <a:pt x="453819" y="754748"/>
                  </a:lnTo>
                  <a:lnTo>
                    <a:pt x="453191" y="754849"/>
                  </a:lnTo>
                  <a:lnTo>
                    <a:pt x="453343" y="755810"/>
                  </a:lnTo>
                  <a:lnTo>
                    <a:pt x="454012" y="756982"/>
                  </a:lnTo>
                  <a:lnTo>
                    <a:pt x="454012" y="758351"/>
                  </a:lnTo>
                  <a:lnTo>
                    <a:pt x="452590" y="762691"/>
                  </a:lnTo>
                  <a:lnTo>
                    <a:pt x="452361" y="764366"/>
                  </a:lnTo>
                  <a:lnTo>
                    <a:pt x="452395" y="765797"/>
                  </a:lnTo>
                  <a:lnTo>
                    <a:pt x="451651" y="767532"/>
                  </a:lnTo>
                  <a:lnTo>
                    <a:pt x="452051" y="770446"/>
                  </a:lnTo>
                  <a:lnTo>
                    <a:pt x="451844" y="772506"/>
                  </a:lnTo>
                  <a:lnTo>
                    <a:pt x="451193" y="775285"/>
                  </a:lnTo>
                  <a:lnTo>
                    <a:pt x="450509" y="777121"/>
                  </a:lnTo>
                  <a:lnTo>
                    <a:pt x="449700" y="780097"/>
                  </a:lnTo>
                  <a:lnTo>
                    <a:pt x="448683" y="781824"/>
                  </a:lnTo>
                  <a:lnTo>
                    <a:pt x="447335" y="788057"/>
                  </a:lnTo>
                  <a:lnTo>
                    <a:pt x="446940" y="791174"/>
                  </a:lnTo>
                  <a:lnTo>
                    <a:pt x="446837" y="794397"/>
                  </a:lnTo>
                  <a:lnTo>
                    <a:pt x="446416" y="795512"/>
                  </a:lnTo>
                  <a:lnTo>
                    <a:pt x="445693" y="796915"/>
                  </a:lnTo>
                  <a:lnTo>
                    <a:pt x="444871" y="796203"/>
                  </a:lnTo>
                  <a:lnTo>
                    <a:pt x="444845" y="794059"/>
                  </a:lnTo>
                  <a:lnTo>
                    <a:pt x="444488" y="793873"/>
                  </a:lnTo>
                  <a:lnTo>
                    <a:pt x="444285" y="792467"/>
                  </a:lnTo>
                  <a:lnTo>
                    <a:pt x="444226" y="790673"/>
                  </a:lnTo>
                  <a:lnTo>
                    <a:pt x="444313" y="789232"/>
                  </a:lnTo>
                  <a:lnTo>
                    <a:pt x="443972" y="789672"/>
                  </a:lnTo>
                  <a:lnTo>
                    <a:pt x="443760" y="791350"/>
                  </a:lnTo>
                  <a:lnTo>
                    <a:pt x="443220" y="792710"/>
                  </a:lnTo>
                  <a:lnTo>
                    <a:pt x="442653" y="792161"/>
                  </a:lnTo>
                  <a:lnTo>
                    <a:pt x="442044" y="791047"/>
                  </a:lnTo>
                  <a:lnTo>
                    <a:pt x="442061" y="792657"/>
                  </a:lnTo>
                  <a:lnTo>
                    <a:pt x="442385" y="794270"/>
                  </a:lnTo>
                  <a:lnTo>
                    <a:pt x="442525" y="795886"/>
                  </a:lnTo>
                  <a:lnTo>
                    <a:pt x="443369" y="796234"/>
                  </a:lnTo>
                  <a:lnTo>
                    <a:pt x="443934" y="798089"/>
                  </a:lnTo>
                  <a:lnTo>
                    <a:pt x="444380" y="800939"/>
                  </a:lnTo>
                  <a:lnTo>
                    <a:pt x="444468" y="802004"/>
                  </a:lnTo>
                  <a:lnTo>
                    <a:pt x="444816" y="803280"/>
                  </a:lnTo>
                  <a:lnTo>
                    <a:pt x="444860" y="804367"/>
                  </a:lnTo>
                  <a:lnTo>
                    <a:pt x="444054" y="805373"/>
                  </a:lnTo>
                  <a:lnTo>
                    <a:pt x="443049" y="807255"/>
                  </a:lnTo>
                  <a:lnTo>
                    <a:pt x="441841" y="810479"/>
                  </a:lnTo>
                  <a:lnTo>
                    <a:pt x="440841" y="812626"/>
                  </a:lnTo>
                  <a:lnTo>
                    <a:pt x="439944" y="812644"/>
                  </a:lnTo>
                  <a:lnTo>
                    <a:pt x="439399" y="812393"/>
                  </a:lnTo>
                  <a:lnTo>
                    <a:pt x="438621" y="811157"/>
                  </a:lnTo>
                  <a:lnTo>
                    <a:pt x="437730" y="810643"/>
                  </a:lnTo>
                  <a:lnTo>
                    <a:pt x="438925" y="814986"/>
                  </a:lnTo>
                  <a:lnTo>
                    <a:pt x="439582" y="815757"/>
                  </a:lnTo>
                  <a:lnTo>
                    <a:pt x="440406" y="815591"/>
                  </a:lnTo>
                  <a:lnTo>
                    <a:pt x="441205" y="813970"/>
                  </a:lnTo>
                  <a:lnTo>
                    <a:pt x="442338" y="814136"/>
                  </a:lnTo>
                  <a:lnTo>
                    <a:pt x="442622" y="816644"/>
                  </a:lnTo>
                  <a:lnTo>
                    <a:pt x="442320" y="819475"/>
                  </a:lnTo>
                  <a:lnTo>
                    <a:pt x="441704" y="823145"/>
                  </a:lnTo>
                  <a:lnTo>
                    <a:pt x="441576" y="826320"/>
                  </a:lnTo>
                  <a:lnTo>
                    <a:pt x="442342" y="830864"/>
                  </a:lnTo>
                  <a:lnTo>
                    <a:pt x="442374" y="832232"/>
                  </a:lnTo>
                  <a:lnTo>
                    <a:pt x="442088" y="832916"/>
                  </a:lnTo>
                  <a:lnTo>
                    <a:pt x="441189" y="831716"/>
                  </a:lnTo>
                  <a:lnTo>
                    <a:pt x="440444" y="830209"/>
                  </a:lnTo>
                  <a:lnTo>
                    <a:pt x="439694" y="830603"/>
                  </a:lnTo>
                  <a:lnTo>
                    <a:pt x="438919" y="829961"/>
                  </a:lnTo>
                  <a:lnTo>
                    <a:pt x="438121" y="830499"/>
                  </a:lnTo>
                  <a:lnTo>
                    <a:pt x="437796" y="831548"/>
                  </a:lnTo>
                  <a:lnTo>
                    <a:pt x="438017" y="833280"/>
                  </a:lnTo>
                  <a:lnTo>
                    <a:pt x="438731" y="834718"/>
                  </a:lnTo>
                  <a:lnTo>
                    <a:pt x="439135" y="836929"/>
                  </a:lnTo>
                  <a:lnTo>
                    <a:pt x="438654" y="837705"/>
                  </a:lnTo>
                  <a:lnTo>
                    <a:pt x="436626" y="837188"/>
                  </a:lnTo>
                  <a:lnTo>
                    <a:pt x="436174" y="837607"/>
                  </a:lnTo>
                  <a:lnTo>
                    <a:pt x="435567" y="840044"/>
                  </a:lnTo>
                  <a:lnTo>
                    <a:pt x="435963" y="843649"/>
                  </a:lnTo>
                  <a:lnTo>
                    <a:pt x="435516" y="845891"/>
                  </a:lnTo>
                  <a:lnTo>
                    <a:pt x="434679" y="846417"/>
                  </a:lnTo>
                  <a:lnTo>
                    <a:pt x="433578" y="848229"/>
                  </a:lnTo>
                  <a:lnTo>
                    <a:pt x="432899" y="848650"/>
                  </a:lnTo>
                  <a:lnTo>
                    <a:pt x="432931" y="849432"/>
                  </a:lnTo>
                  <a:lnTo>
                    <a:pt x="433427" y="850223"/>
                  </a:lnTo>
                  <a:lnTo>
                    <a:pt x="433689" y="851292"/>
                  </a:lnTo>
                  <a:lnTo>
                    <a:pt x="433092" y="854977"/>
                  </a:lnTo>
                  <a:lnTo>
                    <a:pt x="432163" y="856190"/>
                  </a:lnTo>
                  <a:lnTo>
                    <a:pt x="430737" y="855589"/>
                  </a:lnTo>
                  <a:lnTo>
                    <a:pt x="429615" y="856415"/>
                  </a:lnTo>
                  <a:lnTo>
                    <a:pt x="428646" y="854847"/>
                  </a:lnTo>
                  <a:lnTo>
                    <a:pt x="427613" y="854812"/>
                  </a:lnTo>
                  <a:lnTo>
                    <a:pt x="426909" y="856795"/>
                  </a:lnTo>
                  <a:lnTo>
                    <a:pt x="426833" y="859098"/>
                  </a:lnTo>
                  <a:lnTo>
                    <a:pt x="426152" y="859327"/>
                  </a:lnTo>
                  <a:lnTo>
                    <a:pt x="425785" y="859161"/>
                  </a:lnTo>
                  <a:lnTo>
                    <a:pt x="425263" y="859324"/>
                  </a:lnTo>
                  <a:lnTo>
                    <a:pt x="425317" y="860561"/>
                  </a:lnTo>
                  <a:lnTo>
                    <a:pt x="425613" y="861641"/>
                  </a:lnTo>
                  <a:lnTo>
                    <a:pt x="427009" y="862122"/>
                  </a:lnTo>
                  <a:lnTo>
                    <a:pt x="427262" y="863673"/>
                  </a:lnTo>
                  <a:lnTo>
                    <a:pt x="427315" y="866068"/>
                  </a:lnTo>
                  <a:lnTo>
                    <a:pt x="425854" y="870194"/>
                  </a:lnTo>
                  <a:lnTo>
                    <a:pt x="425232" y="872976"/>
                  </a:lnTo>
                  <a:lnTo>
                    <a:pt x="424293" y="872903"/>
                  </a:lnTo>
                  <a:lnTo>
                    <a:pt x="423583" y="875135"/>
                  </a:lnTo>
                  <a:lnTo>
                    <a:pt x="423202" y="878164"/>
                  </a:lnTo>
                  <a:lnTo>
                    <a:pt x="422730" y="877566"/>
                  </a:lnTo>
                  <a:lnTo>
                    <a:pt x="421646" y="878051"/>
                  </a:lnTo>
                  <a:lnTo>
                    <a:pt x="421326" y="879495"/>
                  </a:lnTo>
                  <a:lnTo>
                    <a:pt x="421580" y="880092"/>
                  </a:lnTo>
                  <a:lnTo>
                    <a:pt x="421606" y="881134"/>
                  </a:lnTo>
                  <a:lnTo>
                    <a:pt x="421171" y="884539"/>
                  </a:lnTo>
                  <a:lnTo>
                    <a:pt x="420697" y="885495"/>
                  </a:lnTo>
                  <a:lnTo>
                    <a:pt x="420495" y="884103"/>
                  </a:lnTo>
                  <a:lnTo>
                    <a:pt x="420342" y="881945"/>
                  </a:lnTo>
                  <a:lnTo>
                    <a:pt x="419958" y="881780"/>
                  </a:lnTo>
                  <a:lnTo>
                    <a:pt x="419325" y="883770"/>
                  </a:lnTo>
                  <a:lnTo>
                    <a:pt x="418586" y="885195"/>
                  </a:lnTo>
                  <a:lnTo>
                    <a:pt x="417955" y="885787"/>
                  </a:lnTo>
                  <a:lnTo>
                    <a:pt x="417478" y="884467"/>
                  </a:lnTo>
                  <a:lnTo>
                    <a:pt x="416303" y="883780"/>
                  </a:lnTo>
                  <a:lnTo>
                    <a:pt x="415825" y="889501"/>
                  </a:lnTo>
                  <a:lnTo>
                    <a:pt x="414851" y="891586"/>
                  </a:lnTo>
                  <a:lnTo>
                    <a:pt x="414395" y="892236"/>
                  </a:lnTo>
                  <a:lnTo>
                    <a:pt x="413599" y="892433"/>
                  </a:lnTo>
                  <a:lnTo>
                    <a:pt x="414108" y="893215"/>
                  </a:lnTo>
                  <a:lnTo>
                    <a:pt x="414267" y="894681"/>
                  </a:lnTo>
                  <a:lnTo>
                    <a:pt x="413981" y="896146"/>
                  </a:lnTo>
                  <a:lnTo>
                    <a:pt x="413186" y="896439"/>
                  </a:lnTo>
                  <a:lnTo>
                    <a:pt x="412723" y="897579"/>
                  </a:lnTo>
                  <a:lnTo>
                    <a:pt x="412546" y="902694"/>
                  </a:lnTo>
                  <a:lnTo>
                    <a:pt x="412074" y="904487"/>
                  </a:lnTo>
                  <a:lnTo>
                    <a:pt x="410870" y="904630"/>
                  </a:lnTo>
                  <a:lnTo>
                    <a:pt x="409970" y="903440"/>
                  </a:lnTo>
                  <a:lnTo>
                    <a:pt x="409684" y="904379"/>
                  </a:lnTo>
                  <a:lnTo>
                    <a:pt x="409532" y="905293"/>
                  </a:lnTo>
                  <a:lnTo>
                    <a:pt x="409062" y="906214"/>
                  </a:lnTo>
                  <a:lnTo>
                    <a:pt x="408150" y="906461"/>
                  </a:lnTo>
                  <a:lnTo>
                    <a:pt x="406127" y="908752"/>
                  </a:lnTo>
                  <a:lnTo>
                    <a:pt x="405201" y="908092"/>
                  </a:lnTo>
                  <a:lnTo>
                    <a:pt x="404092" y="907220"/>
                  </a:lnTo>
                  <a:lnTo>
                    <a:pt x="403329" y="908068"/>
                  </a:lnTo>
                  <a:lnTo>
                    <a:pt x="403075" y="909827"/>
                  </a:lnTo>
                  <a:lnTo>
                    <a:pt x="402726" y="911197"/>
                  </a:lnTo>
                  <a:lnTo>
                    <a:pt x="401612" y="911197"/>
                  </a:lnTo>
                  <a:lnTo>
                    <a:pt x="400722" y="909508"/>
                  </a:lnTo>
                  <a:lnTo>
                    <a:pt x="399817" y="908288"/>
                  </a:lnTo>
                  <a:lnTo>
                    <a:pt x="398815" y="909340"/>
                  </a:lnTo>
                  <a:lnTo>
                    <a:pt x="398051" y="911489"/>
                  </a:lnTo>
                  <a:lnTo>
                    <a:pt x="397112" y="912208"/>
                  </a:lnTo>
                  <a:lnTo>
                    <a:pt x="396939" y="913541"/>
                  </a:lnTo>
                  <a:lnTo>
                    <a:pt x="396529" y="914212"/>
                  </a:lnTo>
                  <a:lnTo>
                    <a:pt x="395535" y="913931"/>
                  </a:lnTo>
                  <a:lnTo>
                    <a:pt x="395158" y="910609"/>
                  </a:lnTo>
                  <a:lnTo>
                    <a:pt x="394586" y="910120"/>
                  </a:lnTo>
                  <a:lnTo>
                    <a:pt x="394020" y="911800"/>
                  </a:lnTo>
                  <a:lnTo>
                    <a:pt x="393820" y="913111"/>
                  </a:lnTo>
                  <a:lnTo>
                    <a:pt x="393555" y="914099"/>
                  </a:lnTo>
                  <a:lnTo>
                    <a:pt x="393649" y="916809"/>
                  </a:lnTo>
                  <a:lnTo>
                    <a:pt x="393091" y="916864"/>
                  </a:lnTo>
                  <a:lnTo>
                    <a:pt x="392360" y="915203"/>
                  </a:lnTo>
                  <a:lnTo>
                    <a:pt x="391596" y="914909"/>
                  </a:lnTo>
                  <a:lnTo>
                    <a:pt x="390879" y="916453"/>
                  </a:lnTo>
                  <a:lnTo>
                    <a:pt x="390515" y="916069"/>
                  </a:lnTo>
                  <a:lnTo>
                    <a:pt x="390130" y="915743"/>
                  </a:lnTo>
                  <a:lnTo>
                    <a:pt x="389502" y="915743"/>
                  </a:lnTo>
                  <a:lnTo>
                    <a:pt x="389262" y="916148"/>
                  </a:lnTo>
                  <a:lnTo>
                    <a:pt x="388806" y="916394"/>
                  </a:lnTo>
                  <a:lnTo>
                    <a:pt x="388470" y="917311"/>
                  </a:lnTo>
                  <a:lnTo>
                    <a:pt x="387659" y="916746"/>
                  </a:lnTo>
                  <a:lnTo>
                    <a:pt x="386671" y="914495"/>
                  </a:lnTo>
                  <a:lnTo>
                    <a:pt x="385961" y="910759"/>
                  </a:lnTo>
                  <a:lnTo>
                    <a:pt x="385063" y="908750"/>
                  </a:lnTo>
                  <a:lnTo>
                    <a:pt x="384664" y="906983"/>
                  </a:lnTo>
                  <a:lnTo>
                    <a:pt x="384509" y="903808"/>
                  </a:lnTo>
                  <a:lnTo>
                    <a:pt x="384344" y="902297"/>
                  </a:lnTo>
                  <a:lnTo>
                    <a:pt x="384401" y="900615"/>
                  </a:lnTo>
                  <a:lnTo>
                    <a:pt x="384673" y="899121"/>
                  </a:lnTo>
                  <a:lnTo>
                    <a:pt x="383704" y="899872"/>
                  </a:lnTo>
                  <a:lnTo>
                    <a:pt x="382989" y="901261"/>
                  </a:lnTo>
                  <a:lnTo>
                    <a:pt x="383133" y="903016"/>
                  </a:lnTo>
                  <a:lnTo>
                    <a:pt x="382956" y="904645"/>
                  </a:lnTo>
                  <a:lnTo>
                    <a:pt x="381890" y="905489"/>
                  </a:lnTo>
                  <a:lnTo>
                    <a:pt x="381955" y="906174"/>
                  </a:lnTo>
                  <a:lnTo>
                    <a:pt x="382023" y="906890"/>
                  </a:lnTo>
                  <a:lnTo>
                    <a:pt x="382861" y="909112"/>
                  </a:lnTo>
                  <a:lnTo>
                    <a:pt x="383032" y="910982"/>
                  </a:lnTo>
                  <a:lnTo>
                    <a:pt x="383368" y="911979"/>
                  </a:lnTo>
                  <a:lnTo>
                    <a:pt x="384024" y="914884"/>
                  </a:lnTo>
                  <a:lnTo>
                    <a:pt x="384009" y="920496"/>
                  </a:lnTo>
                  <a:lnTo>
                    <a:pt x="384369" y="922081"/>
                  </a:lnTo>
                  <a:lnTo>
                    <a:pt x="384249" y="923654"/>
                  </a:lnTo>
                  <a:lnTo>
                    <a:pt x="383964" y="925815"/>
                  </a:lnTo>
                  <a:lnTo>
                    <a:pt x="383774" y="925170"/>
                  </a:lnTo>
                  <a:lnTo>
                    <a:pt x="383458" y="925300"/>
                  </a:lnTo>
                  <a:lnTo>
                    <a:pt x="383332" y="926011"/>
                  </a:lnTo>
                  <a:lnTo>
                    <a:pt x="383259" y="926692"/>
                  </a:lnTo>
                  <a:lnTo>
                    <a:pt x="382704" y="927167"/>
                  </a:lnTo>
                  <a:lnTo>
                    <a:pt x="382239" y="927567"/>
                  </a:lnTo>
                  <a:lnTo>
                    <a:pt x="381858" y="928141"/>
                  </a:lnTo>
                  <a:lnTo>
                    <a:pt x="381269" y="929815"/>
                  </a:lnTo>
                  <a:lnTo>
                    <a:pt x="380140" y="930222"/>
                  </a:lnTo>
                  <a:lnTo>
                    <a:pt x="379561" y="926293"/>
                  </a:lnTo>
                  <a:lnTo>
                    <a:pt x="378786" y="928912"/>
                  </a:lnTo>
                  <a:lnTo>
                    <a:pt x="378552" y="934263"/>
                  </a:lnTo>
                  <a:lnTo>
                    <a:pt x="378264" y="935176"/>
                  </a:lnTo>
                  <a:lnTo>
                    <a:pt x="377783" y="935941"/>
                  </a:lnTo>
                  <a:lnTo>
                    <a:pt x="376867" y="934074"/>
                  </a:lnTo>
                  <a:lnTo>
                    <a:pt x="376068" y="935323"/>
                  </a:lnTo>
                  <a:lnTo>
                    <a:pt x="375446" y="936590"/>
                  </a:lnTo>
                  <a:lnTo>
                    <a:pt x="375190" y="937760"/>
                  </a:lnTo>
                  <a:lnTo>
                    <a:pt x="374731" y="939031"/>
                  </a:lnTo>
                  <a:lnTo>
                    <a:pt x="373850" y="937807"/>
                  </a:lnTo>
                  <a:lnTo>
                    <a:pt x="373144" y="935965"/>
                  </a:lnTo>
                  <a:lnTo>
                    <a:pt x="373319" y="934585"/>
                  </a:lnTo>
                  <a:lnTo>
                    <a:pt x="373221" y="933676"/>
                  </a:lnTo>
                  <a:lnTo>
                    <a:pt x="372902" y="932989"/>
                  </a:lnTo>
                  <a:lnTo>
                    <a:pt x="372552" y="933087"/>
                  </a:lnTo>
                  <a:lnTo>
                    <a:pt x="372722" y="934876"/>
                  </a:lnTo>
                  <a:lnTo>
                    <a:pt x="372841" y="938311"/>
                  </a:lnTo>
                  <a:lnTo>
                    <a:pt x="372521" y="939306"/>
                  </a:lnTo>
                  <a:lnTo>
                    <a:pt x="372026" y="940070"/>
                  </a:lnTo>
                  <a:lnTo>
                    <a:pt x="370953" y="939437"/>
                  </a:lnTo>
                  <a:lnTo>
                    <a:pt x="370220" y="938156"/>
                  </a:lnTo>
                  <a:lnTo>
                    <a:pt x="369336" y="937076"/>
                  </a:lnTo>
                  <a:lnTo>
                    <a:pt x="368555" y="936880"/>
                  </a:lnTo>
                  <a:lnTo>
                    <a:pt x="368387" y="939049"/>
                  </a:lnTo>
                  <a:lnTo>
                    <a:pt x="367877" y="940796"/>
                  </a:lnTo>
                  <a:lnTo>
                    <a:pt x="367408" y="941014"/>
                  </a:lnTo>
                  <a:lnTo>
                    <a:pt x="366940" y="940734"/>
                  </a:lnTo>
                  <a:lnTo>
                    <a:pt x="366324" y="942626"/>
                  </a:lnTo>
                  <a:lnTo>
                    <a:pt x="366033" y="944006"/>
                  </a:lnTo>
                  <a:lnTo>
                    <a:pt x="365275" y="945466"/>
                  </a:lnTo>
                  <a:lnTo>
                    <a:pt x="363252" y="946175"/>
                  </a:lnTo>
                  <a:lnTo>
                    <a:pt x="362548" y="947622"/>
                  </a:lnTo>
                  <a:lnTo>
                    <a:pt x="361601" y="947393"/>
                  </a:lnTo>
                  <a:lnTo>
                    <a:pt x="360867" y="947738"/>
                  </a:lnTo>
                  <a:lnTo>
                    <a:pt x="360447" y="947664"/>
                  </a:lnTo>
                  <a:lnTo>
                    <a:pt x="360068" y="946888"/>
                  </a:lnTo>
                  <a:lnTo>
                    <a:pt x="359643" y="946866"/>
                  </a:lnTo>
                  <a:lnTo>
                    <a:pt x="359449" y="949273"/>
                  </a:lnTo>
                  <a:lnTo>
                    <a:pt x="358308" y="950287"/>
                  </a:lnTo>
                  <a:lnTo>
                    <a:pt x="357280" y="950565"/>
                  </a:lnTo>
                  <a:lnTo>
                    <a:pt x="356136" y="953740"/>
                  </a:lnTo>
                  <a:lnTo>
                    <a:pt x="355319" y="955662"/>
                  </a:lnTo>
                  <a:lnTo>
                    <a:pt x="354715" y="955858"/>
                  </a:lnTo>
                  <a:lnTo>
                    <a:pt x="354270" y="955174"/>
                  </a:lnTo>
                  <a:lnTo>
                    <a:pt x="354044" y="952327"/>
                  </a:lnTo>
                  <a:lnTo>
                    <a:pt x="353817" y="951995"/>
                  </a:lnTo>
                  <a:lnTo>
                    <a:pt x="353688" y="954667"/>
                  </a:lnTo>
                  <a:lnTo>
                    <a:pt x="353468" y="956894"/>
                  </a:lnTo>
                  <a:lnTo>
                    <a:pt x="353050" y="958106"/>
                  </a:lnTo>
                  <a:lnTo>
                    <a:pt x="351727" y="960874"/>
                  </a:lnTo>
                  <a:lnTo>
                    <a:pt x="351347" y="963623"/>
                  </a:lnTo>
                  <a:lnTo>
                    <a:pt x="351601" y="966165"/>
                  </a:lnTo>
                  <a:lnTo>
                    <a:pt x="353380" y="966786"/>
                  </a:lnTo>
                  <a:lnTo>
                    <a:pt x="353601" y="968177"/>
                  </a:lnTo>
                  <a:lnTo>
                    <a:pt x="353428" y="969314"/>
                  </a:lnTo>
                  <a:lnTo>
                    <a:pt x="353002" y="970263"/>
                  </a:lnTo>
                  <a:lnTo>
                    <a:pt x="352876" y="971688"/>
                  </a:lnTo>
                  <a:lnTo>
                    <a:pt x="354784" y="976222"/>
                  </a:lnTo>
                  <a:lnTo>
                    <a:pt x="354842" y="977943"/>
                  </a:lnTo>
                  <a:lnTo>
                    <a:pt x="354548" y="978923"/>
                  </a:lnTo>
                  <a:lnTo>
                    <a:pt x="354188" y="981034"/>
                  </a:lnTo>
                  <a:lnTo>
                    <a:pt x="353181" y="982824"/>
                  </a:lnTo>
                  <a:lnTo>
                    <a:pt x="351050" y="983743"/>
                  </a:lnTo>
                  <a:lnTo>
                    <a:pt x="349275" y="982815"/>
                  </a:lnTo>
                  <a:lnTo>
                    <a:pt x="348737" y="980778"/>
                  </a:lnTo>
                  <a:lnTo>
                    <a:pt x="348769" y="979328"/>
                  </a:lnTo>
                  <a:lnTo>
                    <a:pt x="349209" y="979749"/>
                  </a:lnTo>
                  <a:lnTo>
                    <a:pt x="349712" y="979620"/>
                  </a:lnTo>
                  <a:lnTo>
                    <a:pt x="349562" y="978294"/>
                  </a:lnTo>
                  <a:lnTo>
                    <a:pt x="349351" y="977519"/>
                  </a:lnTo>
                  <a:lnTo>
                    <a:pt x="348531" y="976339"/>
                  </a:lnTo>
                  <a:lnTo>
                    <a:pt x="347867" y="973160"/>
                  </a:lnTo>
                  <a:lnTo>
                    <a:pt x="347995" y="970512"/>
                  </a:lnTo>
                  <a:lnTo>
                    <a:pt x="347630" y="968467"/>
                  </a:lnTo>
                  <a:lnTo>
                    <a:pt x="347235" y="966751"/>
                  </a:lnTo>
                  <a:lnTo>
                    <a:pt x="346836" y="965721"/>
                  </a:lnTo>
                  <a:lnTo>
                    <a:pt x="346623" y="964443"/>
                  </a:lnTo>
                  <a:lnTo>
                    <a:pt x="347026" y="960429"/>
                  </a:lnTo>
                  <a:lnTo>
                    <a:pt x="346802" y="958097"/>
                  </a:lnTo>
                  <a:lnTo>
                    <a:pt x="347561" y="955239"/>
                  </a:lnTo>
                  <a:lnTo>
                    <a:pt x="347748" y="952015"/>
                  </a:lnTo>
                  <a:lnTo>
                    <a:pt x="349108" y="950863"/>
                  </a:lnTo>
                  <a:lnTo>
                    <a:pt x="349201" y="947787"/>
                  </a:lnTo>
                  <a:lnTo>
                    <a:pt x="348228" y="947697"/>
                  </a:lnTo>
                  <a:lnTo>
                    <a:pt x="347553" y="945438"/>
                  </a:lnTo>
                  <a:lnTo>
                    <a:pt x="347399" y="946386"/>
                  </a:lnTo>
                  <a:lnTo>
                    <a:pt x="346857" y="946485"/>
                  </a:lnTo>
                  <a:lnTo>
                    <a:pt x="345967" y="942131"/>
                  </a:lnTo>
                  <a:lnTo>
                    <a:pt x="345698" y="941581"/>
                  </a:lnTo>
                  <a:lnTo>
                    <a:pt x="345266" y="941497"/>
                  </a:lnTo>
                  <a:lnTo>
                    <a:pt x="345483" y="946091"/>
                  </a:lnTo>
                  <a:lnTo>
                    <a:pt x="344440" y="947818"/>
                  </a:lnTo>
                  <a:lnTo>
                    <a:pt x="343586" y="948573"/>
                  </a:lnTo>
                  <a:lnTo>
                    <a:pt x="342372" y="948885"/>
                  </a:lnTo>
                  <a:lnTo>
                    <a:pt x="341682" y="949413"/>
                  </a:lnTo>
                  <a:lnTo>
                    <a:pt x="341037" y="948977"/>
                  </a:lnTo>
                  <a:lnTo>
                    <a:pt x="341196" y="947586"/>
                  </a:lnTo>
                  <a:lnTo>
                    <a:pt x="341536" y="945924"/>
                  </a:lnTo>
                  <a:lnTo>
                    <a:pt x="341231" y="944539"/>
                  </a:lnTo>
                  <a:lnTo>
                    <a:pt x="340547" y="943474"/>
                  </a:lnTo>
                  <a:lnTo>
                    <a:pt x="339501" y="943536"/>
                  </a:lnTo>
                  <a:lnTo>
                    <a:pt x="338776" y="943239"/>
                  </a:lnTo>
                  <a:lnTo>
                    <a:pt x="338058" y="943357"/>
                  </a:lnTo>
                  <a:lnTo>
                    <a:pt x="337791" y="942742"/>
                  </a:lnTo>
                  <a:lnTo>
                    <a:pt x="337124" y="940574"/>
                  </a:lnTo>
                  <a:lnTo>
                    <a:pt x="336560" y="939220"/>
                  </a:lnTo>
                  <a:lnTo>
                    <a:pt x="336305" y="937876"/>
                  </a:lnTo>
                  <a:lnTo>
                    <a:pt x="336560" y="936312"/>
                  </a:lnTo>
                  <a:lnTo>
                    <a:pt x="336347" y="935362"/>
                  </a:lnTo>
                  <a:lnTo>
                    <a:pt x="335253" y="935256"/>
                  </a:lnTo>
                  <a:lnTo>
                    <a:pt x="335262" y="937496"/>
                  </a:lnTo>
                  <a:lnTo>
                    <a:pt x="335375" y="940138"/>
                  </a:lnTo>
                  <a:lnTo>
                    <a:pt x="335693" y="942148"/>
                  </a:lnTo>
                  <a:lnTo>
                    <a:pt x="335467" y="943269"/>
                  </a:lnTo>
                  <a:lnTo>
                    <a:pt x="334911" y="944041"/>
                  </a:lnTo>
                  <a:lnTo>
                    <a:pt x="334319" y="941917"/>
                  </a:lnTo>
                  <a:lnTo>
                    <a:pt x="334048" y="941393"/>
                  </a:lnTo>
                  <a:lnTo>
                    <a:pt x="333762" y="941494"/>
                  </a:lnTo>
                  <a:lnTo>
                    <a:pt x="333544" y="943610"/>
                  </a:lnTo>
                  <a:lnTo>
                    <a:pt x="333007" y="945487"/>
                  </a:lnTo>
                  <a:lnTo>
                    <a:pt x="332039" y="945286"/>
                  </a:lnTo>
                  <a:lnTo>
                    <a:pt x="331287" y="946445"/>
                  </a:lnTo>
                  <a:lnTo>
                    <a:pt x="330376" y="946977"/>
                  </a:lnTo>
                  <a:lnTo>
                    <a:pt x="329759" y="945428"/>
                  </a:lnTo>
                  <a:lnTo>
                    <a:pt x="328736" y="942923"/>
                  </a:lnTo>
                  <a:lnTo>
                    <a:pt x="328325" y="942631"/>
                  </a:lnTo>
                  <a:lnTo>
                    <a:pt x="327188" y="943846"/>
                  </a:lnTo>
                  <a:lnTo>
                    <a:pt x="325557" y="944306"/>
                  </a:lnTo>
                  <a:lnTo>
                    <a:pt x="325193" y="943008"/>
                  </a:lnTo>
                  <a:lnTo>
                    <a:pt x="324402" y="943995"/>
                  </a:lnTo>
                  <a:lnTo>
                    <a:pt x="323641" y="940988"/>
                  </a:lnTo>
                  <a:lnTo>
                    <a:pt x="322742" y="940797"/>
                  </a:lnTo>
                  <a:lnTo>
                    <a:pt x="321618" y="938519"/>
                  </a:lnTo>
                  <a:lnTo>
                    <a:pt x="321216" y="937317"/>
                  </a:lnTo>
                  <a:lnTo>
                    <a:pt x="321087" y="935587"/>
                  </a:lnTo>
                  <a:lnTo>
                    <a:pt x="320747" y="934686"/>
                  </a:lnTo>
                  <a:lnTo>
                    <a:pt x="320306" y="934798"/>
                  </a:lnTo>
                  <a:lnTo>
                    <a:pt x="319819" y="933878"/>
                  </a:lnTo>
                  <a:lnTo>
                    <a:pt x="319047" y="932970"/>
                  </a:lnTo>
                  <a:lnTo>
                    <a:pt x="318425" y="932428"/>
                  </a:lnTo>
                  <a:lnTo>
                    <a:pt x="318119" y="932846"/>
                  </a:lnTo>
                  <a:lnTo>
                    <a:pt x="317791" y="933061"/>
                  </a:lnTo>
                  <a:lnTo>
                    <a:pt x="317735" y="931900"/>
                  </a:lnTo>
                  <a:lnTo>
                    <a:pt x="317757" y="928405"/>
                  </a:lnTo>
                  <a:lnTo>
                    <a:pt x="317701" y="925303"/>
                  </a:lnTo>
                  <a:lnTo>
                    <a:pt x="317531" y="923909"/>
                  </a:lnTo>
                  <a:lnTo>
                    <a:pt x="317114" y="922849"/>
                  </a:lnTo>
                  <a:lnTo>
                    <a:pt x="316734" y="922341"/>
                  </a:lnTo>
                  <a:lnTo>
                    <a:pt x="316568" y="920754"/>
                  </a:lnTo>
                  <a:lnTo>
                    <a:pt x="316703" y="917623"/>
                  </a:lnTo>
                  <a:lnTo>
                    <a:pt x="317011" y="915499"/>
                  </a:lnTo>
                  <a:lnTo>
                    <a:pt x="317498" y="915121"/>
                  </a:lnTo>
                  <a:lnTo>
                    <a:pt x="318156" y="913593"/>
                  </a:lnTo>
                  <a:lnTo>
                    <a:pt x="318491" y="911430"/>
                  </a:lnTo>
                  <a:lnTo>
                    <a:pt x="318913" y="909422"/>
                  </a:lnTo>
                  <a:lnTo>
                    <a:pt x="317411" y="906604"/>
                  </a:lnTo>
                  <a:lnTo>
                    <a:pt x="316621" y="905597"/>
                  </a:lnTo>
                  <a:lnTo>
                    <a:pt x="315747" y="906024"/>
                  </a:lnTo>
                  <a:lnTo>
                    <a:pt x="314662" y="906923"/>
                  </a:lnTo>
                  <a:lnTo>
                    <a:pt x="314094" y="907100"/>
                  </a:lnTo>
                  <a:lnTo>
                    <a:pt x="313810" y="906747"/>
                  </a:lnTo>
                  <a:lnTo>
                    <a:pt x="313181" y="904215"/>
                  </a:lnTo>
                  <a:lnTo>
                    <a:pt x="312839" y="903773"/>
                  </a:lnTo>
                  <a:lnTo>
                    <a:pt x="312070" y="903612"/>
                  </a:lnTo>
                  <a:lnTo>
                    <a:pt x="311421" y="903635"/>
                  </a:lnTo>
                  <a:lnTo>
                    <a:pt x="311049" y="904737"/>
                  </a:lnTo>
                  <a:lnTo>
                    <a:pt x="310476" y="905106"/>
                  </a:lnTo>
                  <a:lnTo>
                    <a:pt x="309902" y="905170"/>
                  </a:lnTo>
                  <a:lnTo>
                    <a:pt x="309319" y="903795"/>
                  </a:lnTo>
                  <a:lnTo>
                    <a:pt x="308443" y="902004"/>
                  </a:lnTo>
                  <a:lnTo>
                    <a:pt x="307068" y="900742"/>
                  </a:lnTo>
                  <a:lnTo>
                    <a:pt x="306902" y="899285"/>
                  </a:lnTo>
                  <a:lnTo>
                    <a:pt x="306552" y="897545"/>
                  </a:lnTo>
                  <a:lnTo>
                    <a:pt x="306030" y="895934"/>
                  </a:lnTo>
                  <a:lnTo>
                    <a:pt x="305168" y="893798"/>
                  </a:lnTo>
                  <a:lnTo>
                    <a:pt x="304446" y="892688"/>
                  </a:lnTo>
                  <a:lnTo>
                    <a:pt x="304094" y="893370"/>
                  </a:lnTo>
                  <a:lnTo>
                    <a:pt x="303616" y="894584"/>
                  </a:lnTo>
                  <a:lnTo>
                    <a:pt x="301757" y="897146"/>
                  </a:lnTo>
                  <a:lnTo>
                    <a:pt x="300934" y="898145"/>
                  </a:lnTo>
                  <a:lnTo>
                    <a:pt x="300498" y="898859"/>
                  </a:lnTo>
                  <a:lnTo>
                    <a:pt x="300131" y="899928"/>
                  </a:lnTo>
                  <a:lnTo>
                    <a:pt x="300017" y="902570"/>
                  </a:lnTo>
                  <a:lnTo>
                    <a:pt x="299834" y="905515"/>
                  </a:lnTo>
                  <a:lnTo>
                    <a:pt x="299299" y="907011"/>
                  </a:lnTo>
                  <a:lnTo>
                    <a:pt x="298792" y="908142"/>
                  </a:lnTo>
                  <a:lnTo>
                    <a:pt x="298258" y="908260"/>
                  </a:lnTo>
                  <a:lnTo>
                    <a:pt x="297737" y="908207"/>
                  </a:lnTo>
                  <a:lnTo>
                    <a:pt x="297250" y="908677"/>
                  </a:lnTo>
                  <a:lnTo>
                    <a:pt x="295759" y="911634"/>
                  </a:lnTo>
                  <a:lnTo>
                    <a:pt x="295053" y="911399"/>
                  </a:lnTo>
                  <a:lnTo>
                    <a:pt x="294475" y="909729"/>
                  </a:lnTo>
                  <a:lnTo>
                    <a:pt x="294227" y="908520"/>
                  </a:lnTo>
                  <a:lnTo>
                    <a:pt x="293560" y="908794"/>
                  </a:lnTo>
                  <a:lnTo>
                    <a:pt x="292703" y="910208"/>
                  </a:lnTo>
                  <a:lnTo>
                    <a:pt x="292307" y="912748"/>
                  </a:lnTo>
                  <a:lnTo>
                    <a:pt x="292096" y="915118"/>
                  </a:lnTo>
                  <a:lnTo>
                    <a:pt x="291910" y="916171"/>
                  </a:lnTo>
                  <a:lnTo>
                    <a:pt x="291622" y="916479"/>
                  </a:lnTo>
                  <a:lnTo>
                    <a:pt x="291368" y="916534"/>
                  </a:lnTo>
                  <a:lnTo>
                    <a:pt x="288698" y="909684"/>
                  </a:lnTo>
                  <a:lnTo>
                    <a:pt x="288533" y="909329"/>
                  </a:lnTo>
                  <a:lnTo>
                    <a:pt x="288057" y="910736"/>
                  </a:lnTo>
                  <a:lnTo>
                    <a:pt x="287622" y="914366"/>
                  </a:lnTo>
                  <a:lnTo>
                    <a:pt x="287310" y="915063"/>
                  </a:lnTo>
                  <a:lnTo>
                    <a:pt x="287099" y="914785"/>
                  </a:lnTo>
                  <a:lnTo>
                    <a:pt x="285994" y="910137"/>
                  </a:lnTo>
                  <a:lnTo>
                    <a:pt x="285711" y="909692"/>
                  </a:lnTo>
                  <a:lnTo>
                    <a:pt x="285461" y="909850"/>
                  </a:lnTo>
                  <a:lnTo>
                    <a:pt x="285131" y="911354"/>
                  </a:lnTo>
                  <a:lnTo>
                    <a:pt x="284430" y="913570"/>
                  </a:lnTo>
                  <a:lnTo>
                    <a:pt x="283894" y="914916"/>
                  </a:lnTo>
                  <a:lnTo>
                    <a:pt x="283882" y="916415"/>
                  </a:lnTo>
                  <a:lnTo>
                    <a:pt x="283300" y="917737"/>
                  </a:lnTo>
                  <a:lnTo>
                    <a:pt x="282623" y="919053"/>
                  </a:lnTo>
                  <a:lnTo>
                    <a:pt x="282397" y="919193"/>
                  </a:lnTo>
                  <a:lnTo>
                    <a:pt x="281948" y="918663"/>
                  </a:lnTo>
                  <a:lnTo>
                    <a:pt x="281362" y="916913"/>
                  </a:lnTo>
                  <a:lnTo>
                    <a:pt x="280937" y="915088"/>
                  </a:lnTo>
                  <a:lnTo>
                    <a:pt x="279889" y="913276"/>
                  </a:lnTo>
                  <a:lnTo>
                    <a:pt x="278711" y="911742"/>
                  </a:lnTo>
                  <a:lnTo>
                    <a:pt x="277929" y="910541"/>
                  </a:lnTo>
                  <a:lnTo>
                    <a:pt x="277484" y="910249"/>
                  </a:lnTo>
                  <a:lnTo>
                    <a:pt x="277071" y="910784"/>
                  </a:lnTo>
                  <a:lnTo>
                    <a:pt x="276865" y="911517"/>
                  </a:lnTo>
                  <a:lnTo>
                    <a:pt x="276570" y="913330"/>
                  </a:lnTo>
                  <a:lnTo>
                    <a:pt x="275863" y="916304"/>
                  </a:lnTo>
                  <a:lnTo>
                    <a:pt x="275236" y="918667"/>
                  </a:lnTo>
                  <a:lnTo>
                    <a:pt x="274649" y="920185"/>
                  </a:lnTo>
                  <a:lnTo>
                    <a:pt x="274182" y="921233"/>
                  </a:lnTo>
                  <a:lnTo>
                    <a:pt x="273837" y="920256"/>
                  </a:lnTo>
                  <a:lnTo>
                    <a:pt x="273192" y="919460"/>
                  </a:lnTo>
                  <a:lnTo>
                    <a:pt x="272432" y="919454"/>
                  </a:lnTo>
                  <a:lnTo>
                    <a:pt x="271436" y="920959"/>
                  </a:lnTo>
                  <a:lnTo>
                    <a:pt x="270650" y="917949"/>
                  </a:lnTo>
                  <a:lnTo>
                    <a:pt x="270446" y="917803"/>
                  </a:lnTo>
                  <a:lnTo>
                    <a:pt x="270145" y="918060"/>
                  </a:lnTo>
                  <a:lnTo>
                    <a:pt x="269799" y="918777"/>
                  </a:lnTo>
                  <a:lnTo>
                    <a:pt x="269556" y="920458"/>
                  </a:lnTo>
                  <a:lnTo>
                    <a:pt x="269303" y="922762"/>
                  </a:lnTo>
                  <a:lnTo>
                    <a:pt x="268803" y="924271"/>
                  </a:lnTo>
                  <a:lnTo>
                    <a:pt x="268386" y="924942"/>
                  </a:lnTo>
                  <a:lnTo>
                    <a:pt x="268509" y="926237"/>
                  </a:lnTo>
                  <a:lnTo>
                    <a:pt x="268745" y="927639"/>
                  </a:lnTo>
                  <a:lnTo>
                    <a:pt x="268730" y="928865"/>
                  </a:lnTo>
                  <a:lnTo>
                    <a:pt x="268879" y="930805"/>
                  </a:lnTo>
                  <a:lnTo>
                    <a:pt x="269140" y="932742"/>
                  </a:lnTo>
                  <a:lnTo>
                    <a:pt x="270069" y="935911"/>
                  </a:lnTo>
                  <a:lnTo>
                    <a:pt x="270424" y="937564"/>
                  </a:lnTo>
                  <a:lnTo>
                    <a:pt x="270496" y="938998"/>
                  </a:lnTo>
                  <a:lnTo>
                    <a:pt x="270528" y="944087"/>
                  </a:lnTo>
                  <a:lnTo>
                    <a:pt x="270491" y="946212"/>
                  </a:lnTo>
                  <a:lnTo>
                    <a:pt x="270306" y="950314"/>
                  </a:lnTo>
                  <a:lnTo>
                    <a:pt x="270294" y="952681"/>
                  </a:lnTo>
                  <a:lnTo>
                    <a:pt x="270680" y="953745"/>
                  </a:lnTo>
                  <a:lnTo>
                    <a:pt x="271054" y="955014"/>
                  </a:lnTo>
                  <a:lnTo>
                    <a:pt x="271040" y="955705"/>
                  </a:lnTo>
                  <a:lnTo>
                    <a:pt x="270876" y="955954"/>
                  </a:lnTo>
                  <a:lnTo>
                    <a:pt x="270344" y="957365"/>
                  </a:lnTo>
                  <a:lnTo>
                    <a:pt x="270119" y="957550"/>
                  </a:lnTo>
                  <a:lnTo>
                    <a:pt x="269771" y="956974"/>
                  </a:lnTo>
                  <a:lnTo>
                    <a:pt x="269320" y="956537"/>
                  </a:lnTo>
                  <a:lnTo>
                    <a:pt x="268957" y="955972"/>
                  </a:lnTo>
                  <a:lnTo>
                    <a:pt x="268558" y="955064"/>
                  </a:lnTo>
                  <a:lnTo>
                    <a:pt x="267608" y="955167"/>
                  </a:lnTo>
                  <a:lnTo>
                    <a:pt x="266049" y="956546"/>
                  </a:lnTo>
                  <a:lnTo>
                    <a:pt x="265726" y="956156"/>
                  </a:lnTo>
                  <a:lnTo>
                    <a:pt x="265501" y="955376"/>
                  </a:lnTo>
                  <a:lnTo>
                    <a:pt x="265380" y="953766"/>
                  </a:lnTo>
                  <a:lnTo>
                    <a:pt x="265458" y="951868"/>
                  </a:lnTo>
                  <a:lnTo>
                    <a:pt x="265320" y="950661"/>
                  </a:lnTo>
                  <a:lnTo>
                    <a:pt x="265030" y="949945"/>
                  </a:lnTo>
                  <a:lnTo>
                    <a:pt x="265234" y="946560"/>
                  </a:lnTo>
                  <a:lnTo>
                    <a:pt x="264679" y="945218"/>
                  </a:lnTo>
                  <a:lnTo>
                    <a:pt x="264759" y="944800"/>
                  </a:lnTo>
                  <a:lnTo>
                    <a:pt x="264575" y="941151"/>
                  </a:lnTo>
                  <a:lnTo>
                    <a:pt x="264602" y="940252"/>
                  </a:lnTo>
                  <a:lnTo>
                    <a:pt x="264504" y="939940"/>
                  </a:lnTo>
                  <a:lnTo>
                    <a:pt x="264111" y="939652"/>
                  </a:lnTo>
                  <a:lnTo>
                    <a:pt x="263529" y="940228"/>
                  </a:lnTo>
                  <a:lnTo>
                    <a:pt x="261759" y="942627"/>
                  </a:lnTo>
                  <a:lnTo>
                    <a:pt x="260240" y="947067"/>
                  </a:lnTo>
                  <a:lnTo>
                    <a:pt x="259542" y="948046"/>
                  </a:lnTo>
                  <a:lnTo>
                    <a:pt x="258838" y="948450"/>
                  </a:lnTo>
                  <a:lnTo>
                    <a:pt x="258015" y="947683"/>
                  </a:lnTo>
                  <a:lnTo>
                    <a:pt x="257100" y="947182"/>
                  </a:lnTo>
                  <a:lnTo>
                    <a:pt x="255794" y="948306"/>
                  </a:lnTo>
                  <a:lnTo>
                    <a:pt x="255149" y="947788"/>
                  </a:lnTo>
                  <a:lnTo>
                    <a:pt x="254853" y="946882"/>
                  </a:lnTo>
                  <a:lnTo>
                    <a:pt x="254588" y="945501"/>
                  </a:lnTo>
                  <a:lnTo>
                    <a:pt x="254747" y="943754"/>
                  </a:lnTo>
                  <a:lnTo>
                    <a:pt x="254648" y="942465"/>
                  </a:lnTo>
                  <a:lnTo>
                    <a:pt x="254126" y="941812"/>
                  </a:lnTo>
                  <a:lnTo>
                    <a:pt x="253521" y="941255"/>
                  </a:lnTo>
                  <a:lnTo>
                    <a:pt x="253160" y="939567"/>
                  </a:lnTo>
                  <a:lnTo>
                    <a:pt x="253014" y="937733"/>
                  </a:lnTo>
                  <a:lnTo>
                    <a:pt x="253157" y="935345"/>
                  </a:lnTo>
                  <a:lnTo>
                    <a:pt x="253229" y="932783"/>
                  </a:lnTo>
                  <a:lnTo>
                    <a:pt x="252938" y="931610"/>
                  </a:lnTo>
                  <a:lnTo>
                    <a:pt x="252051" y="930969"/>
                  </a:lnTo>
                  <a:lnTo>
                    <a:pt x="249814" y="929803"/>
                  </a:lnTo>
                  <a:lnTo>
                    <a:pt x="247853" y="929164"/>
                  </a:lnTo>
                  <a:lnTo>
                    <a:pt x="247030" y="929464"/>
                  </a:lnTo>
                  <a:lnTo>
                    <a:pt x="246360" y="929183"/>
                  </a:lnTo>
                  <a:lnTo>
                    <a:pt x="245971" y="928715"/>
                  </a:lnTo>
                  <a:lnTo>
                    <a:pt x="245784" y="927907"/>
                  </a:lnTo>
                  <a:lnTo>
                    <a:pt x="245773" y="926750"/>
                  </a:lnTo>
                  <a:lnTo>
                    <a:pt x="246091" y="924088"/>
                  </a:lnTo>
                  <a:lnTo>
                    <a:pt x="246453" y="921494"/>
                  </a:lnTo>
                  <a:lnTo>
                    <a:pt x="247363" y="917721"/>
                  </a:lnTo>
                  <a:lnTo>
                    <a:pt x="247415" y="915107"/>
                  </a:lnTo>
                  <a:lnTo>
                    <a:pt x="247368" y="912088"/>
                  </a:lnTo>
                  <a:lnTo>
                    <a:pt x="247819" y="908057"/>
                  </a:lnTo>
                  <a:lnTo>
                    <a:pt x="248604" y="905037"/>
                  </a:lnTo>
                  <a:lnTo>
                    <a:pt x="248992" y="904096"/>
                  </a:lnTo>
                  <a:lnTo>
                    <a:pt x="248897" y="902753"/>
                  </a:lnTo>
                  <a:lnTo>
                    <a:pt x="248582" y="901522"/>
                  </a:lnTo>
                  <a:lnTo>
                    <a:pt x="248135" y="900843"/>
                  </a:lnTo>
                  <a:lnTo>
                    <a:pt x="247393" y="900055"/>
                  </a:lnTo>
                  <a:lnTo>
                    <a:pt x="246234" y="899836"/>
                  </a:lnTo>
                  <a:lnTo>
                    <a:pt x="244646" y="899031"/>
                  </a:lnTo>
                  <a:lnTo>
                    <a:pt x="242807" y="897237"/>
                  </a:lnTo>
                  <a:lnTo>
                    <a:pt x="243016" y="893803"/>
                  </a:lnTo>
                  <a:lnTo>
                    <a:pt x="242988" y="891651"/>
                  </a:lnTo>
                  <a:lnTo>
                    <a:pt x="242760" y="889885"/>
                  </a:lnTo>
                  <a:lnTo>
                    <a:pt x="242383" y="888631"/>
                  </a:lnTo>
                  <a:lnTo>
                    <a:pt x="242173" y="887511"/>
                  </a:lnTo>
                  <a:lnTo>
                    <a:pt x="242503" y="884439"/>
                  </a:lnTo>
                  <a:lnTo>
                    <a:pt x="242075" y="881086"/>
                  </a:lnTo>
                  <a:lnTo>
                    <a:pt x="241569" y="879749"/>
                  </a:lnTo>
                  <a:lnTo>
                    <a:pt x="241048" y="878014"/>
                  </a:lnTo>
                  <a:lnTo>
                    <a:pt x="241009" y="876145"/>
                  </a:lnTo>
                  <a:lnTo>
                    <a:pt x="241247" y="874402"/>
                  </a:lnTo>
                  <a:lnTo>
                    <a:pt x="242520" y="870663"/>
                  </a:lnTo>
                  <a:lnTo>
                    <a:pt x="242531" y="869759"/>
                  </a:lnTo>
                  <a:lnTo>
                    <a:pt x="242216" y="869832"/>
                  </a:lnTo>
                  <a:lnTo>
                    <a:pt x="241851" y="869910"/>
                  </a:lnTo>
                  <a:lnTo>
                    <a:pt x="240111" y="871276"/>
                  </a:lnTo>
                  <a:lnTo>
                    <a:pt x="239926" y="870419"/>
                  </a:lnTo>
                  <a:lnTo>
                    <a:pt x="239304" y="869922"/>
                  </a:lnTo>
                  <a:lnTo>
                    <a:pt x="238034" y="869822"/>
                  </a:lnTo>
                  <a:lnTo>
                    <a:pt x="236545" y="870070"/>
                  </a:lnTo>
                  <a:lnTo>
                    <a:pt x="234665" y="871406"/>
                  </a:lnTo>
                  <a:lnTo>
                    <a:pt x="232942" y="873745"/>
                  </a:lnTo>
                  <a:lnTo>
                    <a:pt x="232154" y="875352"/>
                  </a:lnTo>
                  <a:lnTo>
                    <a:pt x="231484" y="876351"/>
                  </a:lnTo>
                  <a:lnTo>
                    <a:pt x="230942" y="876674"/>
                  </a:lnTo>
                  <a:lnTo>
                    <a:pt x="230316" y="875969"/>
                  </a:lnTo>
                  <a:lnTo>
                    <a:pt x="230352" y="873680"/>
                  </a:lnTo>
                  <a:lnTo>
                    <a:pt x="231528" y="869474"/>
                  </a:lnTo>
                  <a:lnTo>
                    <a:pt x="231697" y="866580"/>
                  </a:lnTo>
                  <a:lnTo>
                    <a:pt x="231337" y="864098"/>
                  </a:lnTo>
                  <a:lnTo>
                    <a:pt x="231297" y="862112"/>
                  </a:lnTo>
                  <a:lnTo>
                    <a:pt x="230884" y="860842"/>
                  </a:lnTo>
                  <a:lnTo>
                    <a:pt x="230304" y="860224"/>
                  </a:lnTo>
                  <a:lnTo>
                    <a:pt x="229998" y="858810"/>
                  </a:lnTo>
                  <a:lnTo>
                    <a:pt x="229978" y="854688"/>
                  </a:lnTo>
                  <a:lnTo>
                    <a:pt x="230497" y="850445"/>
                  </a:lnTo>
                  <a:lnTo>
                    <a:pt x="231337" y="849106"/>
                  </a:lnTo>
                  <a:lnTo>
                    <a:pt x="231847" y="848460"/>
                  </a:lnTo>
                  <a:lnTo>
                    <a:pt x="231983" y="847636"/>
                  </a:lnTo>
                  <a:lnTo>
                    <a:pt x="231722" y="844666"/>
                  </a:lnTo>
                  <a:lnTo>
                    <a:pt x="231762" y="842776"/>
                  </a:lnTo>
                  <a:lnTo>
                    <a:pt x="232266" y="839120"/>
                  </a:lnTo>
                  <a:lnTo>
                    <a:pt x="232768" y="836349"/>
                  </a:lnTo>
                  <a:lnTo>
                    <a:pt x="233714" y="836813"/>
                  </a:lnTo>
                  <a:lnTo>
                    <a:pt x="234137" y="836128"/>
                  </a:lnTo>
                  <a:lnTo>
                    <a:pt x="234606" y="835147"/>
                  </a:lnTo>
                  <a:lnTo>
                    <a:pt x="235118" y="833479"/>
                  </a:lnTo>
                  <a:lnTo>
                    <a:pt x="235460" y="831506"/>
                  </a:lnTo>
                  <a:lnTo>
                    <a:pt x="235876" y="826915"/>
                  </a:lnTo>
                  <a:lnTo>
                    <a:pt x="236161" y="826223"/>
                  </a:lnTo>
                  <a:lnTo>
                    <a:pt x="237354" y="826982"/>
                  </a:lnTo>
                  <a:lnTo>
                    <a:pt x="237711" y="826452"/>
                  </a:lnTo>
                  <a:lnTo>
                    <a:pt x="238364" y="823757"/>
                  </a:lnTo>
                  <a:lnTo>
                    <a:pt x="238978" y="820480"/>
                  </a:lnTo>
                  <a:lnTo>
                    <a:pt x="239871" y="819465"/>
                  </a:lnTo>
                  <a:lnTo>
                    <a:pt x="240515" y="819362"/>
                  </a:lnTo>
                  <a:lnTo>
                    <a:pt x="240812" y="818273"/>
                  </a:lnTo>
                  <a:lnTo>
                    <a:pt x="240796" y="816671"/>
                  </a:lnTo>
                  <a:lnTo>
                    <a:pt x="240184" y="814132"/>
                  </a:lnTo>
                  <a:lnTo>
                    <a:pt x="239925" y="812102"/>
                  </a:lnTo>
                  <a:lnTo>
                    <a:pt x="240001" y="810871"/>
                  </a:lnTo>
                  <a:lnTo>
                    <a:pt x="240878" y="810121"/>
                  </a:lnTo>
                  <a:lnTo>
                    <a:pt x="241093" y="808646"/>
                  </a:lnTo>
                  <a:lnTo>
                    <a:pt x="240962" y="805420"/>
                  </a:lnTo>
                  <a:lnTo>
                    <a:pt x="241323" y="801545"/>
                  </a:lnTo>
                  <a:lnTo>
                    <a:pt x="241538" y="797003"/>
                  </a:lnTo>
                  <a:lnTo>
                    <a:pt x="241610" y="793612"/>
                  </a:lnTo>
                  <a:lnTo>
                    <a:pt x="241602" y="791024"/>
                  </a:lnTo>
                  <a:lnTo>
                    <a:pt x="241516" y="788316"/>
                  </a:lnTo>
                  <a:lnTo>
                    <a:pt x="241391" y="783365"/>
                  </a:lnTo>
                  <a:lnTo>
                    <a:pt x="240990" y="779060"/>
                  </a:lnTo>
                  <a:lnTo>
                    <a:pt x="241063" y="777444"/>
                  </a:lnTo>
                  <a:lnTo>
                    <a:pt x="241009" y="772225"/>
                  </a:lnTo>
                  <a:lnTo>
                    <a:pt x="240763" y="767777"/>
                  </a:lnTo>
                  <a:lnTo>
                    <a:pt x="240269" y="766998"/>
                  </a:lnTo>
                  <a:lnTo>
                    <a:pt x="239353" y="765555"/>
                  </a:lnTo>
                  <a:lnTo>
                    <a:pt x="238853" y="765272"/>
                  </a:lnTo>
                  <a:lnTo>
                    <a:pt x="238433" y="765797"/>
                  </a:lnTo>
                  <a:lnTo>
                    <a:pt x="238275" y="767345"/>
                  </a:lnTo>
                  <a:lnTo>
                    <a:pt x="237872" y="768793"/>
                  </a:lnTo>
                  <a:lnTo>
                    <a:pt x="237375" y="768438"/>
                  </a:lnTo>
                  <a:lnTo>
                    <a:pt x="237139" y="766991"/>
                  </a:lnTo>
                  <a:lnTo>
                    <a:pt x="236820" y="765096"/>
                  </a:lnTo>
                  <a:lnTo>
                    <a:pt x="235757" y="756102"/>
                  </a:lnTo>
                  <a:lnTo>
                    <a:pt x="235640" y="753512"/>
                  </a:lnTo>
                  <a:lnTo>
                    <a:pt x="235454" y="750939"/>
                  </a:lnTo>
                  <a:lnTo>
                    <a:pt x="235095" y="749651"/>
                  </a:lnTo>
                  <a:lnTo>
                    <a:pt x="234717" y="748893"/>
                  </a:lnTo>
                  <a:lnTo>
                    <a:pt x="233869" y="745870"/>
                  </a:lnTo>
                  <a:lnTo>
                    <a:pt x="233422" y="744609"/>
                  </a:lnTo>
                  <a:lnTo>
                    <a:pt x="233204" y="744400"/>
                  </a:lnTo>
                  <a:lnTo>
                    <a:pt x="232739" y="744614"/>
                  </a:lnTo>
                  <a:lnTo>
                    <a:pt x="232282" y="744620"/>
                  </a:lnTo>
                  <a:lnTo>
                    <a:pt x="231908" y="743113"/>
                  </a:lnTo>
                  <a:lnTo>
                    <a:pt x="231567" y="741275"/>
                  </a:lnTo>
                  <a:lnTo>
                    <a:pt x="231223" y="740369"/>
                  </a:lnTo>
                  <a:lnTo>
                    <a:pt x="230650" y="739865"/>
                  </a:lnTo>
                  <a:lnTo>
                    <a:pt x="230060" y="740067"/>
                  </a:lnTo>
                  <a:lnTo>
                    <a:pt x="229716" y="741659"/>
                  </a:lnTo>
                  <a:lnTo>
                    <a:pt x="229482" y="742566"/>
                  </a:lnTo>
                  <a:lnTo>
                    <a:pt x="229037" y="744686"/>
                  </a:lnTo>
                  <a:lnTo>
                    <a:pt x="228316" y="747623"/>
                  </a:lnTo>
                  <a:lnTo>
                    <a:pt x="227989" y="748703"/>
                  </a:lnTo>
                  <a:lnTo>
                    <a:pt x="227672" y="748146"/>
                  </a:lnTo>
                  <a:lnTo>
                    <a:pt x="226284" y="745087"/>
                  </a:lnTo>
                  <a:lnTo>
                    <a:pt x="225614" y="744242"/>
                  </a:lnTo>
                  <a:lnTo>
                    <a:pt x="224705" y="745165"/>
                  </a:lnTo>
                  <a:lnTo>
                    <a:pt x="223283" y="744435"/>
                  </a:lnTo>
                  <a:lnTo>
                    <a:pt x="222733" y="744298"/>
                  </a:lnTo>
                  <a:lnTo>
                    <a:pt x="221551" y="741854"/>
                  </a:lnTo>
                  <a:lnTo>
                    <a:pt x="221069" y="741554"/>
                  </a:lnTo>
                  <a:lnTo>
                    <a:pt x="219387" y="743146"/>
                  </a:lnTo>
                  <a:lnTo>
                    <a:pt x="219016" y="744272"/>
                  </a:lnTo>
                  <a:lnTo>
                    <a:pt x="218798" y="744291"/>
                  </a:lnTo>
                  <a:lnTo>
                    <a:pt x="218350" y="743722"/>
                  </a:lnTo>
                  <a:lnTo>
                    <a:pt x="217981" y="742968"/>
                  </a:lnTo>
                  <a:lnTo>
                    <a:pt x="217957" y="742491"/>
                  </a:lnTo>
                  <a:lnTo>
                    <a:pt x="218411" y="741298"/>
                  </a:lnTo>
                  <a:lnTo>
                    <a:pt x="218447" y="740463"/>
                  </a:lnTo>
                  <a:lnTo>
                    <a:pt x="218422" y="739619"/>
                  </a:lnTo>
                  <a:lnTo>
                    <a:pt x="219078" y="737221"/>
                  </a:lnTo>
                  <a:lnTo>
                    <a:pt x="220859" y="732578"/>
                  </a:lnTo>
                  <a:lnTo>
                    <a:pt x="220563" y="730630"/>
                  </a:lnTo>
                  <a:lnTo>
                    <a:pt x="219862" y="726796"/>
                  </a:lnTo>
                  <a:lnTo>
                    <a:pt x="219766" y="724937"/>
                  </a:lnTo>
                  <a:lnTo>
                    <a:pt x="219464" y="724097"/>
                  </a:lnTo>
                  <a:lnTo>
                    <a:pt x="218610" y="724784"/>
                  </a:lnTo>
                  <a:lnTo>
                    <a:pt x="216835" y="728262"/>
                  </a:lnTo>
                  <a:lnTo>
                    <a:pt x="216593" y="727881"/>
                  </a:lnTo>
                  <a:lnTo>
                    <a:pt x="216635" y="726674"/>
                  </a:lnTo>
                  <a:lnTo>
                    <a:pt x="216452" y="723169"/>
                  </a:lnTo>
                  <a:lnTo>
                    <a:pt x="217014" y="722117"/>
                  </a:lnTo>
                  <a:lnTo>
                    <a:pt x="217876" y="720830"/>
                  </a:lnTo>
                  <a:lnTo>
                    <a:pt x="218541" y="719395"/>
                  </a:lnTo>
                  <a:lnTo>
                    <a:pt x="218696" y="718235"/>
                  </a:lnTo>
                  <a:lnTo>
                    <a:pt x="218517" y="717883"/>
                  </a:lnTo>
                  <a:lnTo>
                    <a:pt x="217534" y="718331"/>
                  </a:lnTo>
                  <a:lnTo>
                    <a:pt x="217147" y="717544"/>
                  </a:lnTo>
                  <a:lnTo>
                    <a:pt x="216511" y="714325"/>
                  </a:lnTo>
                  <a:lnTo>
                    <a:pt x="216040" y="713062"/>
                  </a:lnTo>
                  <a:lnTo>
                    <a:pt x="215615" y="712381"/>
                  </a:lnTo>
                  <a:lnTo>
                    <a:pt x="214170" y="714043"/>
                  </a:lnTo>
                  <a:lnTo>
                    <a:pt x="212491" y="716321"/>
                  </a:lnTo>
                  <a:lnTo>
                    <a:pt x="210620" y="719497"/>
                  </a:lnTo>
                  <a:lnTo>
                    <a:pt x="210632" y="721127"/>
                  </a:lnTo>
                  <a:lnTo>
                    <a:pt x="210408" y="721546"/>
                  </a:lnTo>
                  <a:lnTo>
                    <a:pt x="210051" y="722572"/>
                  </a:lnTo>
                  <a:lnTo>
                    <a:pt x="209701" y="723990"/>
                  </a:lnTo>
                  <a:lnTo>
                    <a:pt x="209404" y="724489"/>
                  </a:lnTo>
                  <a:lnTo>
                    <a:pt x="209056" y="724534"/>
                  </a:lnTo>
                  <a:lnTo>
                    <a:pt x="208345" y="724130"/>
                  </a:lnTo>
                  <a:lnTo>
                    <a:pt x="207053" y="722520"/>
                  </a:lnTo>
                  <a:lnTo>
                    <a:pt x="205650" y="721187"/>
                  </a:lnTo>
                  <a:lnTo>
                    <a:pt x="205349" y="721338"/>
                  </a:lnTo>
                  <a:lnTo>
                    <a:pt x="203445" y="720397"/>
                  </a:lnTo>
                  <a:lnTo>
                    <a:pt x="203384" y="719647"/>
                  </a:lnTo>
                  <a:lnTo>
                    <a:pt x="203099" y="718160"/>
                  </a:lnTo>
                  <a:lnTo>
                    <a:pt x="202557" y="716818"/>
                  </a:lnTo>
                  <a:lnTo>
                    <a:pt x="202038" y="716363"/>
                  </a:lnTo>
                  <a:lnTo>
                    <a:pt x="200548" y="719206"/>
                  </a:lnTo>
                  <a:lnTo>
                    <a:pt x="198867" y="721321"/>
                  </a:lnTo>
                  <a:lnTo>
                    <a:pt x="197908" y="723824"/>
                  </a:lnTo>
                  <a:lnTo>
                    <a:pt x="197120" y="726307"/>
                  </a:lnTo>
                  <a:lnTo>
                    <a:pt x="196218" y="726791"/>
                  </a:lnTo>
                  <a:lnTo>
                    <a:pt x="196176" y="728327"/>
                  </a:lnTo>
                  <a:lnTo>
                    <a:pt x="195794" y="729708"/>
                  </a:lnTo>
                  <a:lnTo>
                    <a:pt x="195108" y="731409"/>
                  </a:lnTo>
                  <a:lnTo>
                    <a:pt x="193748" y="733579"/>
                  </a:lnTo>
                  <a:lnTo>
                    <a:pt x="192827" y="734748"/>
                  </a:lnTo>
                  <a:lnTo>
                    <a:pt x="189900" y="735817"/>
                  </a:lnTo>
                  <a:lnTo>
                    <a:pt x="188856" y="736543"/>
                  </a:lnTo>
                  <a:lnTo>
                    <a:pt x="188420" y="737685"/>
                  </a:lnTo>
                  <a:lnTo>
                    <a:pt x="187951" y="740584"/>
                  </a:lnTo>
                  <a:lnTo>
                    <a:pt x="187581" y="743256"/>
                  </a:lnTo>
                  <a:lnTo>
                    <a:pt x="186770" y="745462"/>
                  </a:lnTo>
                  <a:lnTo>
                    <a:pt x="185298" y="748403"/>
                  </a:lnTo>
                  <a:lnTo>
                    <a:pt x="183568" y="750796"/>
                  </a:lnTo>
                  <a:lnTo>
                    <a:pt x="183094" y="752385"/>
                  </a:lnTo>
                  <a:lnTo>
                    <a:pt x="183007" y="753326"/>
                  </a:lnTo>
                  <a:lnTo>
                    <a:pt x="183220" y="753670"/>
                  </a:lnTo>
                  <a:lnTo>
                    <a:pt x="183430" y="754383"/>
                  </a:lnTo>
                  <a:lnTo>
                    <a:pt x="183433" y="755470"/>
                  </a:lnTo>
                  <a:lnTo>
                    <a:pt x="183207" y="756653"/>
                  </a:lnTo>
                  <a:lnTo>
                    <a:pt x="182076" y="758713"/>
                  </a:lnTo>
                  <a:lnTo>
                    <a:pt x="181442" y="759696"/>
                  </a:lnTo>
                  <a:lnTo>
                    <a:pt x="180809" y="760326"/>
                  </a:lnTo>
                  <a:lnTo>
                    <a:pt x="180099" y="760440"/>
                  </a:lnTo>
                  <a:lnTo>
                    <a:pt x="179417" y="760160"/>
                  </a:lnTo>
                  <a:lnTo>
                    <a:pt x="179229" y="759827"/>
                  </a:lnTo>
                  <a:lnTo>
                    <a:pt x="178957" y="760257"/>
                  </a:lnTo>
                  <a:lnTo>
                    <a:pt x="178336" y="760691"/>
                  </a:lnTo>
                  <a:lnTo>
                    <a:pt x="177794" y="760828"/>
                  </a:lnTo>
                  <a:lnTo>
                    <a:pt x="176606" y="763111"/>
                  </a:lnTo>
                  <a:lnTo>
                    <a:pt x="175949" y="763131"/>
                  </a:lnTo>
                  <a:lnTo>
                    <a:pt x="175135" y="762636"/>
                  </a:lnTo>
                  <a:lnTo>
                    <a:pt x="174058" y="762241"/>
                  </a:lnTo>
                  <a:lnTo>
                    <a:pt x="173282" y="762236"/>
                  </a:lnTo>
                  <a:lnTo>
                    <a:pt x="173258" y="761027"/>
                  </a:lnTo>
                  <a:lnTo>
                    <a:pt x="173378" y="757412"/>
                  </a:lnTo>
                  <a:lnTo>
                    <a:pt x="173029" y="756570"/>
                  </a:lnTo>
                  <a:lnTo>
                    <a:pt x="171950" y="755682"/>
                  </a:lnTo>
                  <a:lnTo>
                    <a:pt x="170741" y="754504"/>
                  </a:lnTo>
                  <a:lnTo>
                    <a:pt x="170157" y="753252"/>
                  </a:lnTo>
                  <a:lnTo>
                    <a:pt x="169832" y="752828"/>
                  </a:lnTo>
                  <a:lnTo>
                    <a:pt x="169378" y="753038"/>
                  </a:lnTo>
                  <a:lnTo>
                    <a:pt x="168648" y="754353"/>
                  </a:lnTo>
                  <a:lnTo>
                    <a:pt x="167954" y="755898"/>
                  </a:lnTo>
                  <a:lnTo>
                    <a:pt x="167407" y="756028"/>
                  </a:lnTo>
                  <a:lnTo>
                    <a:pt x="166846" y="755304"/>
                  </a:lnTo>
                  <a:lnTo>
                    <a:pt x="166309" y="754360"/>
                  </a:lnTo>
                  <a:lnTo>
                    <a:pt x="164474" y="753024"/>
                  </a:lnTo>
                  <a:lnTo>
                    <a:pt x="163651" y="752822"/>
                  </a:lnTo>
                  <a:lnTo>
                    <a:pt x="162182" y="753050"/>
                  </a:lnTo>
                  <a:lnTo>
                    <a:pt x="160984" y="752773"/>
                  </a:lnTo>
                  <a:lnTo>
                    <a:pt x="160796" y="752366"/>
                  </a:lnTo>
                  <a:lnTo>
                    <a:pt x="160802" y="751623"/>
                  </a:lnTo>
                  <a:lnTo>
                    <a:pt x="160979" y="750174"/>
                  </a:lnTo>
                  <a:lnTo>
                    <a:pt x="161083" y="748746"/>
                  </a:lnTo>
                  <a:lnTo>
                    <a:pt x="160941" y="747935"/>
                  </a:lnTo>
                  <a:lnTo>
                    <a:pt x="159716" y="746937"/>
                  </a:lnTo>
                  <a:lnTo>
                    <a:pt x="158598" y="746218"/>
                  </a:lnTo>
                  <a:lnTo>
                    <a:pt x="157411" y="745948"/>
                  </a:lnTo>
                  <a:lnTo>
                    <a:pt x="156611" y="746452"/>
                  </a:lnTo>
                  <a:lnTo>
                    <a:pt x="155833" y="747570"/>
                  </a:lnTo>
                  <a:lnTo>
                    <a:pt x="155188" y="749583"/>
                  </a:lnTo>
                  <a:lnTo>
                    <a:pt x="154255" y="750466"/>
                  </a:lnTo>
                  <a:lnTo>
                    <a:pt x="153141" y="751969"/>
                  </a:lnTo>
                  <a:lnTo>
                    <a:pt x="152600" y="753372"/>
                  </a:lnTo>
                  <a:lnTo>
                    <a:pt x="151786" y="756380"/>
                  </a:lnTo>
                  <a:lnTo>
                    <a:pt x="150601" y="760074"/>
                  </a:lnTo>
                  <a:lnTo>
                    <a:pt x="149522" y="763675"/>
                  </a:lnTo>
                  <a:lnTo>
                    <a:pt x="148964" y="767182"/>
                  </a:lnTo>
                  <a:lnTo>
                    <a:pt x="148225" y="769390"/>
                  </a:lnTo>
                  <a:lnTo>
                    <a:pt x="147475" y="770981"/>
                  </a:lnTo>
                  <a:lnTo>
                    <a:pt x="146936" y="775353"/>
                  </a:lnTo>
                  <a:lnTo>
                    <a:pt x="146369" y="773971"/>
                  </a:lnTo>
                  <a:lnTo>
                    <a:pt x="145719" y="771990"/>
                  </a:lnTo>
                  <a:lnTo>
                    <a:pt x="145567" y="769272"/>
                  </a:lnTo>
                  <a:lnTo>
                    <a:pt x="146344" y="762017"/>
                  </a:lnTo>
                  <a:lnTo>
                    <a:pt x="146526" y="759025"/>
                  </a:lnTo>
                  <a:lnTo>
                    <a:pt x="146332" y="757883"/>
                  </a:lnTo>
                  <a:lnTo>
                    <a:pt x="146093" y="754939"/>
                  </a:lnTo>
                  <a:lnTo>
                    <a:pt x="145636" y="753970"/>
                  </a:lnTo>
                  <a:lnTo>
                    <a:pt x="144337" y="752430"/>
                  </a:lnTo>
                  <a:lnTo>
                    <a:pt x="143922" y="752385"/>
                  </a:lnTo>
                  <a:lnTo>
                    <a:pt x="143477" y="753448"/>
                  </a:lnTo>
                  <a:lnTo>
                    <a:pt x="143039" y="754125"/>
                  </a:lnTo>
                  <a:lnTo>
                    <a:pt x="142461" y="754799"/>
                  </a:lnTo>
                  <a:lnTo>
                    <a:pt x="141012" y="756064"/>
                  </a:lnTo>
                  <a:lnTo>
                    <a:pt x="139723" y="756653"/>
                  </a:lnTo>
                  <a:lnTo>
                    <a:pt x="139414" y="757123"/>
                  </a:lnTo>
                  <a:lnTo>
                    <a:pt x="139317" y="757964"/>
                  </a:lnTo>
                  <a:lnTo>
                    <a:pt x="139421" y="758967"/>
                  </a:lnTo>
                  <a:lnTo>
                    <a:pt x="138590" y="758589"/>
                  </a:lnTo>
                  <a:lnTo>
                    <a:pt x="137726" y="758370"/>
                  </a:lnTo>
                  <a:lnTo>
                    <a:pt x="137027" y="758510"/>
                  </a:lnTo>
                  <a:lnTo>
                    <a:pt x="135316" y="760421"/>
                  </a:lnTo>
                  <a:lnTo>
                    <a:pt x="134737" y="760605"/>
                  </a:lnTo>
                  <a:lnTo>
                    <a:pt x="134090" y="760408"/>
                  </a:lnTo>
                  <a:lnTo>
                    <a:pt x="133214" y="760349"/>
                  </a:lnTo>
                  <a:lnTo>
                    <a:pt x="131547" y="760405"/>
                  </a:lnTo>
                  <a:lnTo>
                    <a:pt x="130112" y="759921"/>
                  </a:lnTo>
                  <a:lnTo>
                    <a:pt x="128946" y="757251"/>
                  </a:lnTo>
                  <a:lnTo>
                    <a:pt x="128116" y="756076"/>
                  </a:lnTo>
                  <a:lnTo>
                    <a:pt x="127237" y="755168"/>
                  </a:lnTo>
                  <a:lnTo>
                    <a:pt x="126353" y="754491"/>
                  </a:lnTo>
                  <a:lnTo>
                    <a:pt x="126057" y="753056"/>
                  </a:lnTo>
                  <a:lnTo>
                    <a:pt x="125777" y="752339"/>
                  </a:lnTo>
                  <a:lnTo>
                    <a:pt x="125046" y="752099"/>
                  </a:lnTo>
                  <a:lnTo>
                    <a:pt x="124469" y="752626"/>
                  </a:lnTo>
                  <a:lnTo>
                    <a:pt x="124108" y="756221"/>
                  </a:lnTo>
                  <a:lnTo>
                    <a:pt x="123801" y="756930"/>
                  </a:lnTo>
                  <a:lnTo>
                    <a:pt x="123068" y="757251"/>
                  </a:lnTo>
                  <a:lnTo>
                    <a:pt x="122298" y="756340"/>
                  </a:lnTo>
                  <a:lnTo>
                    <a:pt x="121234" y="754491"/>
                  </a:lnTo>
                  <a:lnTo>
                    <a:pt x="120814" y="752434"/>
                  </a:lnTo>
                  <a:lnTo>
                    <a:pt x="120456" y="751764"/>
                  </a:lnTo>
                  <a:lnTo>
                    <a:pt x="119895" y="752673"/>
                  </a:lnTo>
                  <a:lnTo>
                    <a:pt x="119864" y="755304"/>
                  </a:lnTo>
                  <a:lnTo>
                    <a:pt x="119755" y="757073"/>
                  </a:lnTo>
                  <a:lnTo>
                    <a:pt x="119086" y="757791"/>
                  </a:lnTo>
                  <a:lnTo>
                    <a:pt x="118697" y="757264"/>
                  </a:lnTo>
                  <a:lnTo>
                    <a:pt x="118386" y="755448"/>
                  </a:lnTo>
                  <a:lnTo>
                    <a:pt x="117603" y="751144"/>
                  </a:lnTo>
                  <a:lnTo>
                    <a:pt x="116826" y="748623"/>
                  </a:lnTo>
                  <a:lnTo>
                    <a:pt x="116046" y="746945"/>
                  </a:lnTo>
                  <a:lnTo>
                    <a:pt x="113473" y="746987"/>
                  </a:lnTo>
                  <a:lnTo>
                    <a:pt x="111564" y="746497"/>
                  </a:lnTo>
                  <a:lnTo>
                    <a:pt x="110702" y="745807"/>
                  </a:lnTo>
                  <a:lnTo>
                    <a:pt x="110376" y="744143"/>
                  </a:lnTo>
                  <a:lnTo>
                    <a:pt x="110693" y="740834"/>
                  </a:lnTo>
                  <a:lnTo>
                    <a:pt x="111065" y="738245"/>
                  </a:lnTo>
                  <a:lnTo>
                    <a:pt x="111054" y="737644"/>
                  </a:lnTo>
                  <a:lnTo>
                    <a:pt x="110740" y="737336"/>
                  </a:lnTo>
                  <a:lnTo>
                    <a:pt x="110190" y="737128"/>
                  </a:lnTo>
                  <a:lnTo>
                    <a:pt x="108132" y="738785"/>
                  </a:lnTo>
                  <a:lnTo>
                    <a:pt x="107572" y="738590"/>
                  </a:lnTo>
                  <a:lnTo>
                    <a:pt x="107212" y="738027"/>
                  </a:lnTo>
                  <a:lnTo>
                    <a:pt x="106778" y="737545"/>
                  </a:lnTo>
                  <a:lnTo>
                    <a:pt x="106417" y="736778"/>
                  </a:lnTo>
                  <a:lnTo>
                    <a:pt x="106166" y="735654"/>
                  </a:lnTo>
                  <a:lnTo>
                    <a:pt x="104386" y="732895"/>
                  </a:lnTo>
                  <a:lnTo>
                    <a:pt x="103860" y="731389"/>
                  </a:lnTo>
                  <a:lnTo>
                    <a:pt x="102912" y="729491"/>
                  </a:lnTo>
                  <a:lnTo>
                    <a:pt x="102110" y="728202"/>
                  </a:lnTo>
                  <a:lnTo>
                    <a:pt x="101599" y="724520"/>
                  </a:lnTo>
                  <a:lnTo>
                    <a:pt x="101140" y="720976"/>
                  </a:lnTo>
                  <a:lnTo>
                    <a:pt x="100886" y="719095"/>
                  </a:lnTo>
                  <a:lnTo>
                    <a:pt x="100122" y="718093"/>
                  </a:lnTo>
                  <a:lnTo>
                    <a:pt x="99295" y="717336"/>
                  </a:lnTo>
                  <a:lnTo>
                    <a:pt x="97896" y="718874"/>
                  </a:lnTo>
                  <a:lnTo>
                    <a:pt x="96749" y="720051"/>
                  </a:lnTo>
                  <a:lnTo>
                    <a:pt x="95907" y="720169"/>
                  </a:lnTo>
                  <a:lnTo>
                    <a:pt x="94688" y="716542"/>
                  </a:lnTo>
                  <a:lnTo>
                    <a:pt x="93712" y="712618"/>
                  </a:lnTo>
                  <a:lnTo>
                    <a:pt x="92558" y="709207"/>
                  </a:lnTo>
                  <a:lnTo>
                    <a:pt x="91792" y="707491"/>
                  </a:lnTo>
                  <a:lnTo>
                    <a:pt x="90432" y="707331"/>
                  </a:lnTo>
                  <a:lnTo>
                    <a:pt x="88897" y="705401"/>
                  </a:lnTo>
                  <a:lnTo>
                    <a:pt x="86845" y="701033"/>
                  </a:lnTo>
                  <a:lnTo>
                    <a:pt x="85361" y="697774"/>
                  </a:lnTo>
                  <a:lnTo>
                    <a:pt x="82806" y="694158"/>
                  </a:lnTo>
                  <a:lnTo>
                    <a:pt x="82212" y="692642"/>
                  </a:lnTo>
                  <a:lnTo>
                    <a:pt x="81985" y="691348"/>
                  </a:lnTo>
                  <a:lnTo>
                    <a:pt x="81635" y="688804"/>
                  </a:lnTo>
                  <a:lnTo>
                    <a:pt x="81101" y="686390"/>
                  </a:lnTo>
                  <a:lnTo>
                    <a:pt x="79289" y="685337"/>
                  </a:lnTo>
                  <a:lnTo>
                    <a:pt x="77241" y="684595"/>
                  </a:lnTo>
                  <a:lnTo>
                    <a:pt x="75081" y="686070"/>
                  </a:lnTo>
                  <a:lnTo>
                    <a:pt x="73522" y="693288"/>
                  </a:lnTo>
                  <a:lnTo>
                    <a:pt x="72773" y="694867"/>
                  </a:lnTo>
                  <a:lnTo>
                    <a:pt x="72131" y="694958"/>
                  </a:lnTo>
                  <a:lnTo>
                    <a:pt x="71604" y="693121"/>
                  </a:lnTo>
                  <a:lnTo>
                    <a:pt x="71169" y="691185"/>
                  </a:lnTo>
                  <a:lnTo>
                    <a:pt x="70930" y="689039"/>
                  </a:lnTo>
                  <a:lnTo>
                    <a:pt x="69854" y="687459"/>
                  </a:lnTo>
                  <a:lnTo>
                    <a:pt x="68636" y="685396"/>
                  </a:lnTo>
                  <a:lnTo>
                    <a:pt x="68014" y="683787"/>
                  </a:lnTo>
                  <a:lnTo>
                    <a:pt x="67310" y="682782"/>
                  </a:lnTo>
                  <a:lnTo>
                    <a:pt x="66658" y="682349"/>
                  </a:lnTo>
                  <a:lnTo>
                    <a:pt x="65394" y="680991"/>
                  </a:lnTo>
                  <a:lnTo>
                    <a:pt x="63965" y="679459"/>
                  </a:lnTo>
                  <a:lnTo>
                    <a:pt x="63295" y="679249"/>
                  </a:lnTo>
                  <a:lnTo>
                    <a:pt x="63247" y="678159"/>
                  </a:lnTo>
                  <a:lnTo>
                    <a:pt x="63448" y="675842"/>
                  </a:lnTo>
                  <a:lnTo>
                    <a:pt x="63325" y="673611"/>
                  </a:lnTo>
                  <a:lnTo>
                    <a:pt x="62893" y="672706"/>
                  </a:lnTo>
                  <a:lnTo>
                    <a:pt x="62240" y="672940"/>
                  </a:lnTo>
                  <a:lnTo>
                    <a:pt x="60731" y="669783"/>
                  </a:lnTo>
                  <a:lnTo>
                    <a:pt x="60655" y="669623"/>
                  </a:lnTo>
                  <a:lnTo>
                    <a:pt x="60225" y="668724"/>
                  </a:lnTo>
                  <a:lnTo>
                    <a:pt x="59482" y="667434"/>
                  </a:lnTo>
                  <a:lnTo>
                    <a:pt x="58229" y="667524"/>
                  </a:lnTo>
                  <a:lnTo>
                    <a:pt x="57279" y="668001"/>
                  </a:lnTo>
                  <a:lnTo>
                    <a:pt x="56584" y="666682"/>
                  </a:lnTo>
                  <a:lnTo>
                    <a:pt x="55578" y="664599"/>
                  </a:lnTo>
                  <a:lnTo>
                    <a:pt x="55396" y="664134"/>
                  </a:lnTo>
                  <a:lnTo>
                    <a:pt x="55100" y="663373"/>
                  </a:lnTo>
                  <a:lnTo>
                    <a:pt x="54079" y="659353"/>
                  </a:lnTo>
                  <a:lnTo>
                    <a:pt x="52873" y="654599"/>
                  </a:lnTo>
                  <a:lnTo>
                    <a:pt x="52263" y="653902"/>
                  </a:lnTo>
                  <a:lnTo>
                    <a:pt x="51950" y="654260"/>
                  </a:lnTo>
                  <a:lnTo>
                    <a:pt x="51592" y="656786"/>
                  </a:lnTo>
                  <a:lnTo>
                    <a:pt x="51324" y="656532"/>
                  </a:lnTo>
                  <a:lnTo>
                    <a:pt x="50877" y="656705"/>
                  </a:lnTo>
                  <a:lnTo>
                    <a:pt x="50348" y="657587"/>
                  </a:lnTo>
                  <a:lnTo>
                    <a:pt x="49839" y="657819"/>
                  </a:lnTo>
                  <a:lnTo>
                    <a:pt x="49515" y="657558"/>
                  </a:lnTo>
                  <a:lnTo>
                    <a:pt x="49378" y="656929"/>
                  </a:lnTo>
                  <a:lnTo>
                    <a:pt x="49522" y="653596"/>
                  </a:lnTo>
                  <a:lnTo>
                    <a:pt x="49216" y="652554"/>
                  </a:lnTo>
                  <a:lnTo>
                    <a:pt x="49488" y="650236"/>
                  </a:lnTo>
                  <a:lnTo>
                    <a:pt x="49948" y="648233"/>
                  </a:lnTo>
                  <a:lnTo>
                    <a:pt x="49477" y="646747"/>
                  </a:lnTo>
                  <a:lnTo>
                    <a:pt x="48896" y="644619"/>
                  </a:lnTo>
                  <a:lnTo>
                    <a:pt x="48834" y="642694"/>
                  </a:lnTo>
                  <a:lnTo>
                    <a:pt x="49148" y="640267"/>
                  </a:lnTo>
                  <a:lnTo>
                    <a:pt x="49300" y="638190"/>
                  </a:lnTo>
                  <a:lnTo>
                    <a:pt x="49205" y="637426"/>
                  </a:lnTo>
                  <a:lnTo>
                    <a:pt x="48745" y="636266"/>
                  </a:lnTo>
                  <a:lnTo>
                    <a:pt x="46997" y="630572"/>
                  </a:lnTo>
                  <a:lnTo>
                    <a:pt x="46903" y="629967"/>
                  </a:lnTo>
                  <a:lnTo>
                    <a:pt x="46606" y="628073"/>
                  </a:lnTo>
                  <a:lnTo>
                    <a:pt x="46472" y="625206"/>
                  </a:lnTo>
                  <a:lnTo>
                    <a:pt x="46243" y="623157"/>
                  </a:lnTo>
                  <a:lnTo>
                    <a:pt x="45975" y="621586"/>
                  </a:lnTo>
                  <a:lnTo>
                    <a:pt x="45995" y="620851"/>
                  </a:lnTo>
                  <a:lnTo>
                    <a:pt x="46195" y="620467"/>
                  </a:lnTo>
                  <a:lnTo>
                    <a:pt x="47290" y="620081"/>
                  </a:lnTo>
                  <a:lnTo>
                    <a:pt x="48301" y="619840"/>
                  </a:lnTo>
                  <a:lnTo>
                    <a:pt x="48967" y="619306"/>
                  </a:lnTo>
                  <a:lnTo>
                    <a:pt x="49312" y="620447"/>
                  </a:lnTo>
                  <a:lnTo>
                    <a:pt x="49473" y="622194"/>
                  </a:lnTo>
                  <a:lnTo>
                    <a:pt x="49644" y="623116"/>
                  </a:lnTo>
                  <a:lnTo>
                    <a:pt x="50284" y="624774"/>
                  </a:lnTo>
                  <a:lnTo>
                    <a:pt x="51064" y="626363"/>
                  </a:lnTo>
                  <a:lnTo>
                    <a:pt x="51820" y="626158"/>
                  </a:lnTo>
                  <a:lnTo>
                    <a:pt x="52487" y="625477"/>
                  </a:lnTo>
                  <a:lnTo>
                    <a:pt x="53067" y="622888"/>
                  </a:lnTo>
                  <a:lnTo>
                    <a:pt x="53476" y="622255"/>
                  </a:lnTo>
                  <a:lnTo>
                    <a:pt x="53952" y="622141"/>
                  </a:lnTo>
                  <a:lnTo>
                    <a:pt x="53949" y="621949"/>
                  </a:lnTo>
                  <a:lnTo>
                    <a:pt x="53924" y="620281"/>
                  </a:lnTo>
                  <a:lnTo>
                    <a:pt x="54091" y="616172"/>
                  </a:lnTo>
                  <a:lnTo>
                    <a:pt x="54034" y="614526"/>
                  </a:lnTo>
                  <a:lnTo>
                    <a:pt x="53819" y="613041"/>
                  </a:lnTo>
                  <a:lnTo>
                    <a:pt x="53858" y="611392"/>
                  </a:lnTo>
                  <a:lnTo>
                    <a:pt x="53787" y="608993"/>
                  </a:lnTo>
                  <a:lnTo>
                    <a:pt x="53242" y="607355"/>
                  </a:lnTo>
                  <a:lnTo>
                    <a:pt x="52887" y="606729"/>
                  </a:lnTo>
                  <a:lnTo>
                    <a:pt x="52831" y="605846"/>
                  </a:lnTo>
                  <a:lnTo>
                    <a:pt x="53013" y="604204"/>
                  </a:lnTo>
                  <a:lnTo>
                    <a:pt x="53142" y="602318"/>
                  </a:lnTo>
                  <a:lnTo>
                    <a:pt x="52954" y="600929"/>
                  </a:lnTo>
                  <a:lnTo>
                    <a:pt x="52924" y="600712"/>
                  </a:lnTo>
                  <a:lnTo>
                    <a:pt x="52482" y="600000"/>
                  </a:lnTo>
                  <a:lnTo>
                    <a:pt x="51964" y="598786"/>
                  </a:lnTo>
                  <a:lnTo>
                    <a:pt x="51347" y="597159"/>
                  </a:lnTo>
                  <a:lnTo>
                    <a:pt x="51042" y="595970"/>
                  </a:lnTo>
                  <a:lnTo>
                    <a:pt x="50545" y="594660"/>
                  </a:lnTo>
                  <a:lnTo>
                    <a:pt x="49938" y="592632"/>
                  </a:lnTo>
                  <a:lnTo>
                    <a:pt x="49823" y="588181"/>
                  </a:lnTo>
                  <a:lnTo>
                    <a:pt x="49764" y="583499"/>
                  </a:lnTo>
                  <a:lnTo>
                    <a:pt x="49552" y="581171"/>
                  </a:lnTo>
                  <a:lnTo>
                    <a:pt x="49215" y="577454"/>
                  </a:lnTo>
                  <a:lnTo>
                    <a:pt x="49264" y="576207"/>
                  </a:lnTo>
                  <a:lnTo>
                    <a:pt x="49469" y="575258"/>
                  </a:lnTo>
                  <a:lnTo>
                    <a:pt x="51187" y="572266"/>
                  </a:lnTo>
                  <a:lnTo>
                    <a:pt x="51560" y="571105"/>
                  </a:lnTo>
                  <a:lnTo>
                    <a:pt x="51621" y="570222"/>
                  </a:lnTo>
                  <a:lnTo>
                    <a:pt x="51556" y="568907"/>
                  </a:lnTo>
                  <a:lnTo>
                    <a:pt x="51232" y="567449"/>
                  </a:lnTo>
                  <a:lnTo>
                    <a:pt x="50543" y="566315"/>
                  </a:lnTo>
                  <a:lnTo>
                    <a:pt x="49565" y="564466"/>
                  </a:lnTo>
                  <a:lnTo>
                    <a:pt x="48678" y="562538"/>
                  </a:lnTo>
                  <a:lnTo>
                    <a:pt x="47187" y="561362"/>
                  </a:lnTo>
                  <a:lnTo>
                    <a:pt x="45372" y="559931"/>
                  </a:lnTo>
                  <a:lnTo>
                    <a:pt x="44941" y="558527"/>
                  </a:lnTo>
                  <a:lnTo>
                    <a:pt x="44499" y="555102"/>
                  </a:lnTo>
                  <a:lnTo>
                    <a:pt x="43753" y="549882"/>
                  </a:lnTo>
                  <a:lnTo>
                    <a:pt x="42958" y="544314"/>
                  </a:lnTo>
                  <a:lnTo>
                    <a:pt x="42347" y="540883"/>
                  </a:lnTo>
                  <a:lnTo>
                    <a:pt x="42317" y="539231"/>
                  </a:lnTo>
                  <a:lnTo>
                    <a:pt x="42685" y="535020"/>
                  </a:lnTo>
                  <a:lnTo>
                    <a:pt x="42640" y="534123"/>
                  </a:lnTo>
                  <a:lnTo>
                    <a:pt x="42320" y="533814"/>
                  </a:lnTo>
                  <a:lnTo>
                    <a:pt x="41709" y="534364"/>
                  </a:lnTo>
                  <a:lnTo>
                    <a:pt x="41219" y="535032"/>
                  </a:lnTo>
                  <a:lnTo>
                    <a:pt x="40802" y="534684"/>
                  </a:lnTo>
                  <a:lnTo>
                    <a:pt x="40412" y="533983"/>
                  </a:lnTo>
                  <a:lnTo>
                    <a:pt x="40301" y="533647"/>
                  </a:lnTo>
                  <a:lnTo>
                    <a:pt x="39576" y="534100"/>
                  </a:lnTo>
                  <a:lnTo>
                    <a:pt x="38120" y="534358"/>
                  </a:lnTo>
                  <a:lnTo>
                    <a:pt x="37615" y="534311"/>
                  </a:lnTo>
                  <a:lnTo>
                    <a:pt x="36908" y="534247"/>
                  </a:lnTo>
                  <a:lnTo>
                    <a:pt x="35450" y="533285"/>
                  </a:lnTo>
                  <a:lnTo>
                    <a:pt x="33481" y="531988"/>
                  </a:lnTo>
                  <a:lnTo>
                    <a:pt x="31451" y="530178"/>
                  </a:lnTo>
                  <a:lnTo>
                    <a:pt x="30375" y="528747"/>
                  </a:lnTo>
                  <a:lnTo>
                    <a:pt x="29996" y="528246"/>
                  </a:lnTo>
                  <a:lnTo>
                    <a:pt x="29076" y="526747"/>
                  </a:lnTo>
                  <a:lnTo>
                    <a:pt x="28419" y="525459"/>
                  </a:lnTo>
                  <a:lnTo>
                    <a:pt x="28302" y="522088"/>
                  </a:lnTo>
                  <a:lnTo>
                    <a:pt x="27828" y="522350"/>
                  </a:lnTo>
                  <a:lnTo>
                    <a:pt x="26710" y="523563"/>
                  </a:lnTo>
                  <a:lnTo>
                    <a:pt x="25421" y="524338"/>
                  </a:lnTo>
                  <a:lnTo>
                    <a:pt x="24712" y="524349"/>
                  </a:lnTo>
                  <a:lnTo>
                    <a:pt x="24423" y="523804"/>
                  </a:lnTo>
                  <a:lnTo>
                    <a:pt x="23995" y="520252"/>
                  </a:lnTo>
                  <a:lnTo>
                    <a:pt x="23684" y="519253"/>
                  </a:lnTo>
                  <a:lnTo>
                    <a:pt x="23102" y="518859"/>
                  </a:lnTo>
                  <a:lnTo>
                    <a:pt x="22474" y="518232"/>
                  </a:lnTo>
                  <a:lnTo>
                    <a:pt x="22159" y="517304"/>
                  </a:lnTo>
                  <a:lnTo>
                    <a:pt x="22087" y="516137"/>
                  </a:lnTo>
                  <a:lnTo>
                    <a:pt x="22368" y="514794"/>
                  </a:lnTo>
                  <a:lnTo>
                    <a:pt x="22701" y="513762"/>
                  </a:lnTo>
                  <a:lnTo>
                    <a:pt x="22756" y="507451"/>
                  </a:lnTo>
                  <a:lnTo>
                    <a:pt x="22539" y="505215"/>
                  </a:lnTo>
                  <a:lnTo>
                    <a:pt x="22358" y="503339"/>
                  </a:lnTo>
                  <a:lnTo>
                    <a:pt x="21896" y="501000"/>
                  </a:lnTo>
                  <a:lnTo>
                    <a:pt x="21466" y="499553"/>
                  </a:lnTo>
                  <a:lnTo>
                    <a:pt x="20812" y="498217"/>
                  </a:lnTo>
                  <a:lnTo>
                    <a:pt x="19802" y="496826"/>
                  </a:lnTo>
                  <a:lnTo>
                    <a:pt x="18904" y="496314"/>
                  </a:lnTo>
                  <a:lnTo>
                    <a:pt x="17813" y="497327"/>
                  </a:lnTo>
                  <a:lnTo>
                    <a:pt x="17467" y="496937"/>
                  </a:lnTo>
                  <a:lnTo>
                    <a:pt x="17011" y="492639"/>
                  </a:lnTo>
                  <a:lnTo>
                    <a:pt x="16721" y="491759"/>
                  </a:lnTo>
                  <a:lnTo>
                    <a:pt x="14784" y="489993"/>
                  </a:lnTo>
                  <a:lnTo>
                    <a:pt x="13907" y="489582"/>
                  </a:lnTo>
                  <a:lnTo>
                    <a:pt x="12899" y="490137"/>
                  </a:lnTo>
                  <a:lnTo>
                    <a:pt x="12324" y="490608"/>
                  </a:lnTo>
                  <a:lnTo>
                    <a:pt x="11862" y="489820"/>
                  </a:lnTo>
                  <a:lnTo>
                    <a:pt x="11139" y="488826"/>
                  </a:lnTo>
                  <a:lnTo>
                    <a:pt x="10429" y="488146"/>
                  </a:lnTo>
                  <a:lnTo>
                    <a:pt x="9548" y="488119"/>
                  </a:lnTo>
                  <a:lnTo>
                    <a:pt x="8979" y="488547"/>
                  </a:lnTo>
                  <a:lnTo>
                    <a:pt x="8836" y="488296"/>
                  </a:lnTo>
                  <a:lnTo>
                    <a:pt x="8562" y="487511"/>
                  </a:lnTo>
                  <a:lnTo>
                    <a:pt x="7391" y="485143"/>
                  </a:lnTo>
                  <a:lnTo>
                    <a:pt x="7352" y="484542"/>
                  </a:lnTo>
                  <a:lnTo>
                    <a:pt x="9149" y="482210"/>
                  </a:lnTo>
                  <a:lnTo>
                    <a:pt x="10206" y="481321"/>
                  </a:lnTo>
                  <a:lnTo>
                    <a:pt x="10760" y="480612"/>
                  </a:lnTo>
                  <a:lnTo>
                    <a:pt x="10879" y="480762"/>
                  </a:lnTo>
                  <a:lnTo>
                    <a:pt x="11152" y="481839"/>
                  </a:lnTo>
                  <a:lnTo>
                    <a:pt x="11852" y="482552"/>
                  </a:lnTo>
                  <a:lnTo>
                    <a:pt x="12343" y="482357"/>
                  </a:lnTo>
                  <a:lnTo>
                    <a:pt x="12602" y="481815"/>
                  </a:lnTo>
                  <a:lnTo>
                    <a:pt x="13469" y="480528"/>
                  </a:lnTo>
                  <a:lnTo>
                    <a:pt x="14148" y="479036"/>
                  </a:lnTo>
                  <a:lnTo>
                    <a:pt x="14530" y="477805"/>
                  </a:lnTo>
                  <a:lnTo>
                    <a:pt x="14325" y="475867"/>
                  </a:lnTo>
                  <a:lnTo>
                    <a:pt x="13258" y="473530"/>
                  </a:lnTo>
                  <a:lnTo>
                    <a:pt x="12579" y="472276"/>
                  </a:lnTo>
                  <a:lnTo>
                    <a:pt x="12372" y="471431"/>
                  </a:lnTo>
                  <a:lnTo>
                    <a:pt x="12545" y="468893"/>
                  </a:lnTo>
                  <a:lnTo>
                    <a:pt x="12795" y="466375"/>
                  </a:lnTo>
                  <a:lnTo>
                    <a:pt x="12632" y="465416"/>
                  </a:lnTo>
                  <a:lnTo>
                    <a:pt x="12430" y="464596"/>
                  </a:lnTo>
                  <a:lnTo>
                    <a:pt x="12339" y="461846"/>
                  </a:lnTo>
                  <a:lnTo>
                    <a:pt x="11874" y="458528"/>
                  </a:lnTo>
                  <a:lnTo>
                    <a:pt x="11366" y="456591"/>
                  </a:lnTo>
                  <a:lnTo>
                    <a:pt x="11226" y="453983"/>
                  </a:lnTo>
                  <a:lnTo>
                    <a:pt x="11197" y="451534"/>
                  </a:lnTo>
                  <a:lnTo>
                    <a:pt x="11811" y="447706"/>
                  </a:lnTo>
                  <a:lnTo>
                    <a:pt x="11584" y="446052"/>
                  </a:lnTo>
                  <a:lnTo>
                    <a:pt x="10937" y="444583"/>
                  </a:lnTo>
                  <a:lnTo>
                    <a:pt x="8717" y="441924"/>
                  </a:lnTo>
                  <a:lnTo>
                    <a:pt x="6442" y="440158"/>
                  </a:lnTo>
                  <a:lnTo>
                    <a:pt x="5575" y="440224"/>
                  </a:lnTo>
                  <a:lnTo>
                    <a:pt x="5037" y="440116"/>
                  </a:lnTo>
                  <a:lnTo>
                    <a:pt x="4403" y="441673"/>
                  </a:lnTo>
                  <a:lnTo>
                    <a:pt x="4020" y="443701"/>
                  </a:lnTo>
                  <a:lnTo>
                    <a:pt x="3486" y="443883"/>
                  </a:lnTo>
                  <a:lnTo>
                    <a:pt x="2517" y="443020"/>
                  </a:lnTo>
                  <a:lnTo>
                    <a:pt x="1868" y="441720"/>
                  </a:lnTo>
                  <a:lnTo>
                    <a:pt x="1411" y="439000"/>
                  </a:lnTo>
                  <a:lnTo>
                    <a:pt x="1052" y="435505"/>
                  </a:lnTo>
                  <a:lnTo>
                    <a:pt x="853" y="434409"/>
                  </a:lnTo>
                  <a:lnTo>
                    <a:pt x="956" y="433466"/>
                  </a:lnTo>
                  <a:lnTo>
                    <a:pt x="1179" y="432625"/>
                  </a:lnTo>
                  <a:lnTo>
                    <a:pt x="1799" y="431838"/>
                  </a:lnTo>
                  <a:lnTo>
                    <a:pt x="1903" y="431030"/>
                  </a:lnTo>
                  <a:lnTo>
                    <a:pt x="1810" y="430041"/>
                  </a:lnTo>
                  <a:lnTo>
                    <a:pt x="1311" y="428788"/>
                  </a:lnTo>
                  <a:lnTo>
                    <a:pt x="798" y="427015"/>
                  </a:lnTo>
                  <a:lnTo>
                    <a:pt x="0" y="423331"/>
                  </a:lnTo>
                  <a:lnTo>
                    <a:pt x="152" y="421303"/>
                  </a:lnTo>
                  <a:lnTo>
                    <a:pt x="278" y="418383"/>
                  </a:lnTo>
                  <a:lnTo>
                    <a:pt x="233" y="416840"/>
                  </a:lnTo>
                  <a:lnTo>
                    <a:pt x="1042" y="416445"/>
                  </a:lnTo>
                  <a:lnTo>
                    <a:pt x="2072" y="415656"/>
                  </a:lnTo>
                  <a:lnTo>
                    <a:pt x="2551" y="414345"/>
                  </a:lnTo>
                  <a:lnTo>
                    <a:pt x="2882" y="413009"/>
                  </a:lnTo>
                  <a:lnTo>
                    <a:pt x="2954" y="412183"/>
                  </a:lnTo>
                  <a:lnTo>
                    <a:pt x="2645" y="408990"/>
                  </a:lnTo>
                  <a:lnTo>
                    <a:pt x="2234" y="407563"/>
                  </a:lnTo>
                  <a:lnTo>
                    <a:pt x="2192" y="406460"/>
                  </a:lnTo>
                  <a:lnTo>
                    <a:pt x="2393" y="405618"/>
                  </a:lnTo>
                  <a:lnTo>
                    <a:pt x="2665" y="404162"/>
                  </a:lnTo>
                  <a:lnTo>
                    <a:pt x="3186" y="401181"/>
                  </a:lnTo>
                  <a:lnTo>
                    <a:pt x="3694" y="399281"/>
                  </a:lnTo>
                  <a:lnTo>
                    <a:pt x="3972" y="398801"/>
                  </a:lnTo>
                  <a:lnTo>
                    <a:pt x="4593" y="398359"/>
                  </a:lnTo>
                  <a:lnTo>
                    <a:pt x="6108" y="397835"/>
                  </a:lnTo>
                  <a:lnTo>
                    <a:pt x="7735" y="396501"/>
                  </a:lnTo>
                  <a:lnTo>
                    <a:pt x="9669" y="392513"/>
                  </a:lnTo>
                  <a:lnTo>
                    <a:pt x="10311" y="391377"/>
                  </a:lnTo>
                  <a:lnTo>
                    <a:pt x="11156" y="390807"/>
                  </a:lnTo>
                  <a:lnTo>
                    <a:pt x="11758" y="390848"/>
                  </a:lnTo>
                  <a:lnTo>
                    <a:pt x="11867" y="390361"/>
                  </a:lnTo>
                  <a:lnTo>
                    <a:pt x="11478" y="387893"/>
                  </a:lnTo>
                  <a:lnTo>
                    <a:pt x="11572" y="386998"/>
                  </a:lnTo>
                  <a:lnTo>
                    <a:pt x="11804" y="386294"/>
                  </a:lnTo>
                  <a:lnTo>
                    <a:pt x="12096" y="385972"/>
                  </a:lnTo>
                  <a:lnTo>
                    <a:pt x="13431" y="387272"/>
                  </a:lnTo>
                  <a:lnTo>
                    <a:pt x="14459" y="387137"/>
                  </a:lnTo>
                  <a:lnTo>
                    <a:pt x="15705" y="386363"/>
                  </a:lnTo>
                  <a:lnTo>
                    <a:pt x="18395" y="382012"/>
                  </a:lnTo>
                  <a:lnTo>
                    <a:pt x="18729" y="382081"/>
                  </a:lnTo>
                  <a:lnTo>
                    <a:pt x="18998" y="382668"/>
                  </a:lnTo>
                  <a:lnTo>
                    <a:pt x="19324" y="385290"/>
                  </a:lnTo>
                  <a:lnTo>
                    <a:pt x="19694" y="390826"/>
                  </a:lnTo>
                  <a:lnTo>
                    <a:pt x="19898" y="391519"/>
                  </a:lnTo>
                  <a:lnTo>
                    <a:pt x="21771" y="391595"/>
                  </a:lnTo>
                  <a:lnTo>
                    <a:pt x="23043" y="389579"/>
                  </a:lnTo>
                  <a:lnTo>
                    <a:pt x="23601" y="389103"/>
                  </a:lnTo>
                  <a:lnTo>
                    <a:pt x="24508" y="389431"/>
                  </a:lnTo>
                  <a:lnTo>
                    <a:pt x="24983" y="388487"/>
                  </a:lnTo>
                  <a:lnTo>
                    <a:pt x="25485" y="387826"/>
                  </a:lnTo>
                  <a:lnTo>
                    <a:pt x="26064" y="390146"/>
                  </a:lnTo>
                  <a:lnTo>
                    <a:pt x="26813" y="389037"/>
                  </a:lnTo>
                  <a:lnTo>
                    <a:pt x="27618" y="387272"/>
                  </a:lnTo>
                  <a:lnTo>
                    <a:pt x="28010" y="385449"/>
                  </a:lnTo>
                  <a:lnTo>
                    <a:pt x="28558" y="383479"/>
                  </a:lnTo>
                  <a:lnTo>
                    <a:pt x="28983" y="380983"/>
                  </a:lnTo>
                  <a:lnTo>
                    <a:pt x="29153" y="378623"/>
                  </a:lnTo>
                  <a:lnTo>
                    <a:pt x="29358" y="377517"/>
                  </a:lnTo>
                  <a:lnTo>
                    <a:pt x="29812" y="376380"/>
                  </a:lnTo>
                  <a:lnTo>
                    <a:pt x="30924" y="371528"/>
                  </a:lnTo>
                  <a:lnTo>
                    <a:pt x="31728" y="370292"/>
                  </a:lnTo>
                  <a:lnTo>
                    <a:pt x="32487" y="369849"/>
                  </a:lnTo>
                  <a:lnTo>
                    <a:pt x="34366" y="370688"/>
                  </a:lnTo>
                  <a:lnTo>
                    <a:pt x="35346" y="370582"/>
                  </a:lnTo>
                  <a:lnTo>
                    <a:pt x="38208" y="371219"/>
                  </a:lnTo>
                  <a:lnTo>
                    <a:pt x="39531" y="370287"/>
                  </a:lnTo>
                  <a:lnTo>
                    <a:pt x="40453" y="369363"/>
                  </a:lnTo>
                  <a:lnTo>
                    <a:pt x="41810" y="369508"/>
                  </a:lnTo>
                  <a:lnTo>
                    <a:pt x="43416" y="368771"/>
                  </a:lnTo>
                  <a:lnTo>
                    <a:pt x="45558" y="362690"/>
                  </a:lnTo>
                  <a:lnTo>
                    <a:pt x="45583" y="361397"/>
                  </a:lnTo>
                  <a:lnTo>
                    <a:pt x="45713" y="360025"/>
                  </a:lnTo>
                  <a:lnTo>
                    <a:pt x="46487" y="358668"/>
                  </a:lnTo>
                  <a:lnTo>
                    <a:pt x="47451" y="357426"/>
                  </a:lnTo>
                  <a:lnTo>
                    <a:pt x="49368" y="354457"/>
                  </a:lnTo>
                  <a:lnTo>
                    <a:pt x="53270" y="349756"/>
                  </a:lnTo>
                  <a:lnTo>
                    <a:pt x="54665" y="347875"/>
                  </a:lnTo>
                  <a:lnTo>
                    <a:pt x="55250" y="347926"/>
                  </a:lnTo>
                  <a:lnTo>
                    <a:pt x="56687" y="346746"/>
                  </a:lnTo>
                  <a:lnTo>
                    <a:pt x="59208" y="344445"/>
                  </a:lnTo>
                  <a:lnTo>
                    <a:pt x="59923" y="341582"/>
                  </a:lnTo>
                  <a:lnTo>
                    <a:pt x="60588" y="341014"/>
                  </a:lnTo>
                  <a:lnTo>
                    <a:pt x="63535" y="340499"/>
                  </a:lnTo>
                  <a:lnTo>
                    <a:pt x="63717" y="340173"/>
                  </a:lnTo>
                  <a:lnTo>
                    <a:pt x="63823" y="339689"/>
                  </a:lnTo>
                  <a:lnTo>
                    <a:pt x="63660" y="337620"/>
                  </a:lnTo>
                  <a:lnTo>
                    <a:pt x="63469" y="335841"/>
                  </a:lnTo>
                  <a:lnTo>
                    <a:pt x="63697" y="335316"/>
                  </a:lnTo>
                  <a:lnTo>
                    <a:pt x="63947" y="334501"/>
                  </a:lnTo>
                  <a:lnTo>
                    <a:pt x="63909" y="333355"/>
                  </a:lnTo>
                  <a:lnTo>
                    <a:pt x="63435" y="329655"/>
                  </a:lnTo>
                  <a:lnTo>
                    <a:pt x="63180" y="326140"/>
                  </a:lnTo>
                  <a:lnTo>
                    <a:pt x="63013" y="322973"/>
                  </a:lnTo>
                  <a:lnTo>
                    <a:pt x="63043" y="321791"/>
                  </a:lnTo>
                  <a:lnTo>
                    <a:pt x="63401" y="319754"/>
                  </a:lnTo>
                  <a:lnTo>
                    <a:pt x="63863" y="317898"/>
                  </a:lnTo>
                  <a:lnTo>
                    <a:pt x="65533" y="316170"/>
                  </a:lnTo>
                  <a:lnTo>
                    <a:pt x="66638" y="315646"/>
                  </a:lnTo>
                  <a:lnTo>
                    <a:pt x="66684" y="314516"/>
                  </a:lnTo>
                  <a:lnTo>
                    <a:pt x="65789" y="313812"/>
                  </a:lnTo>
                  <a:lnTo>
                    <a:pt x="65142" y="312683"/>
                  </a:lnTo>
                  <a:lnTo>
                    <a:pt x="65026" y="312038"/>
                  </a:lnTo>
                  <a:lnTo>
                    <a:pt x="65057" y="311305"/>
                  </a:lnTo>
                  <a:lnTo>
                    <a:pt x="65208" y="310634"/>
                  </a:lnTo>
                  <a:lnTo>
                    <a:pt x="66331" y="309373"/>
                  </a:lnTo>
                  <a:lnTo>
                    <a:pt x="67388" y="308117"/>
                  </a:lnTo>
                  <a:lnTo>
                    <a:pt x="68678" y="308879"/>
                  </a:lnTo>
                  <a:lnTo>
                    <a:pt x="68934" y="308393"/>
                  </a:lnTo>
                  <a:lnTo>
                    <a:pt x="69010" y="307133"/>
                  </a:lnTo>
                  <a:lnTo>
                    <a:pt x="68734" y="305870"/>
                  </a:lnTo>
                  <a:lnTo>
                    <a:pt x="68472" y="303803"/>
                  </a:lnTo>
                  <a:lnTo>
                    <a:pt x="67876" y="302746"/>
                  </a:lnTo>
                  <a:lnTo>
                    <a:pt x="67854" y="301478"/>
                  </a:lnTo>
                  <a:lnTo>
                    <a:pt x="68223" y="299289"/>
                  </a:lnTo>
                  <a:lnTo>
                    <a:pt x="67713" y="295237"/>
                  </a:lnTo>
                  <a:lnTo>
                    <a:pt x="67162" y="291664"/>
                  </a:lnTo>
                  <a:lnTo>
                    <a:pt x="66225" y="285547"/>
                  </a:lnTo>
                  <a:lnTo>
                    <a:pt x="65605" y="283784"/>
                  </a:lnTo>
                  <a:lnTo>
                    <a:pt x="65262" y="280965"/>
                  </a:lnTo>
                  <a:lnTo>
                    <a:pt x="64872" y="279485"/>
                  </a:lnTo>
                  <a:lnTo>
                    <a:pt x="64908" y="277297"/>
                  </a:lnTo>
                  <a:lnTo>
                    <a:pt x="64969" y="275761"/>
                  </a:lnTo>
                  <a:lnTo>
                    <a:pt x="64868" y="272711"/>
                  </a:lnTo>
                  <a:lnTo>
                    <a:pt x="64690" y="269405"/>
                  </a:lnTo>
                  <a:lnTo>
                    <a:pt x="64870" y="266048"/>
                  </a:lnTo>
                  <a:lnTo>
                    <a:pt x="65216" y="263837"/>
                  </a:lnTo>
                  <a:lnTo>
                    <a:pt x="65124" y="262992"/>
                  </a:lnTo>
                  <a:lnTo>
                    <a:pt x="65308" y="262357"/>
                  </a:lnTo>
                  <a:lnTo>
                    <a:pt x="65835" y="262145"/>
                  </a:lnTo>
                  <a:lnTo>
                    <a:pt x="66086" y="261242"/>
                  </a:lnTo>
                  <a:lnTo>
                    <a:pt x="65835" y="260312"/>
                  </a:lnTo>
                  <a:lnTo>
                    <a:pt x="64926" y="259597"/>
                  </a:lnTo>
                  <a:lnTo>
                    <a:pt x="63909" y="258480"/>
                  </a:lnTo>
                  <a:lnTo>
                    <a:pt x="62685" y="258608"/>
                  </a:lnTo>
                  <a:lnTo>
                    <a:pt x="61429" y="258802"/>
                  </a:lnTo>
                  <a:lnTo>
                    <a:pt x="60804" y="257975"/>
                  </a:lnTo>
                  <a:lnTo>
                    <a:pt x="60258" y="256922"/>
                  </a:lnTo>
                  <a:lnTo>
                    <a:pt x="60225" y="256244"/>
                  </a:lnTo>
                  <a:lnTo>
                    <a:pt x="60978" y="254462"/>
                  </a:lnTo>
                  <a:lnTo>
                    <a:pt x="62026" y="252619"/>
                  </a:lnTo>
                  <a:lnTo>
                    <a:pt x="63651" y="251806"/>
                  </a:lnTo>
                  <a:lnTo>
                    <a:pt x="65446" y="250591"/>
                  </a:lnTo>
                  <a:lnTo>
                    <a:pt x="66352" y="249708"/>
                  </a:lnTo>
                  <a:lnTo>
                    <a:pt x="67559" y="249071"/>
                  </a:lnTo>
                  <a:lnTo>
                    <a:pt x="68956" y="248804"/>
                  </a:lnTo>
                  <a:lnTo>
                    <a:pt x="69660" y="248989"/>
                  </a:lnTo>
                  <a:lnTo>
                    <a:pt x="71458" y="247812"/>
                  </a:lnTo>
                  <a:lnTo>
                    <a:pt x="74289" y="245535"/>
                  </a:lnTo>
                  <a:lnTo>
                    <a:pt x="76858" y="243625"/>
                  </a:lnTo>
                  <a:lnTo>
                    <a:pt x="77723" y="242486"/>
                  </a:lnTo>
                  <a:lnTo>
                    <a:pt x="78366" y="243625"/>
                  </a:lnTo>
                  <a:lnTo>
                    <a:pt x="78662" y="246131"/>
                  </a:lnTo>
                  <a:lnTo>
                    <a:pt x="79410" y="247429"/>
                  </a:lnTo>
                  <a:lnTo>
                    <a:pt x="80154" y="248057"/>
                  </a:lnTo>
                  <a:lnTo>
                    <a:pt x="80581" y="248027"/>
                  </a:lnTo>
                  <a:lnTo>
                    <a:pt x="81864" y="247051"/>
                  </a:lnTo>
                  <a:lnTo>
                    <a:pt x="83247" y="246336"/>
                  </a:lnTo>
                  <a:lnTo>
                    <a:pt x="83793" y="246727"/>
                  </a:lnTo>
                  <a:lnTo>
                    <a:pt x="84497" y="248010"/>
                  </a:lnTo>
                  <a:lnTo>
                    <a:pt x="85286" y="249158"/>
                  </a:lnTo>
                  <a:lnTo>
                    <a:pt x="85697" y="249102"/>
                  </a:lnTo>
                  <a:lnTo>
                    <a:pt x="86058" y="248217"/>
                  </a:lnTo>
                  <a:lnTo>
                    <a:pt x="86423" y="246428"/>
                  </a:lnTo>
                  <a:lnTo>
                    <a:pt x="86655" y="244149"/>
                  </a:lnTo>
                  <a:lnTo>
                    <a:pt x="86700" y="241746"/>
                  </a:lnTo>
                  <a:lnTo>
                    <a:pt x="86564" y="240273"/>
                  </a:lnTo>
                  <a:lnTo>
                    <a:pt x="86284" y="239732"/>
                  </a:lnTo>
                  <a:lnTo>
                    <a:pt x="85026" y="238863"/>
                  </a:lnTo>
                  <a:lnTo>
                    <a:pt x="83824" y="237447"/>
                  </a:lnTo>
                  <a:lnTo>
                    <a:pt x="83685" y="236152"/>
                  </a:lnTo>
                  <a:lnTo>
                    <a:pt x="83714" y="235230"/>
                  </a:lnTo>
                  <a:lnTo>
                    <a:pt x="84031" y="232967"/>
                  </a:lnTo>
                  <a:lnTo>
                    <a:pt x="84815" y="228818"/>
                  </a:lnTo>
                  <a:lnTo>
                    <a:pt x="85603" y="223089"/>
                  </a:lnTo>
                  <a:lnTo>
                    <a:pt x="86020" y="218572"/>
                  </a:lnTo>
                  <a:lnTo>
                    <a:pt x="87338" y="211835"/>
                  </a:lnTo>
                  <a:lnTo>
                    <a:pt x="88375" y="204808"/>
                  </a:lnTo>
                  <a:lnTo>
                    <a:pt x="90056" y="194716"/>
                  </a:lnTo>
                  <a:lnTo>
                    <a:pt x="90337" y="192722"/>
                  </a:lnTo>
                  <a:lnTo>
                    <a:pt x="90491" y="189532"/>
                  </a:lnTo>
                  <a:lnTo>
                    <a:pt x="90581" y="188217"/>
                  </a:lnTo>
                  <a:lnTo>
                    <a:pt x="91166" y="187525"/>
                  </a:lnTo>
                  <a:lnTo>
                    <a:pt x="92154" y="188199"/>
                  </a:lnTo>
                  <a:lnTo>
                    <a:pt x="94562" y="190501"/>
                  </a:lnTo>
                  <a:lnTo>
                    <a:pt x="96393" y="192435"/>
                  </a:lnTo>
                  <a:lnTo>
                    <a:pt x="97161" y="193090"/>
                  </a:lnTo>
                  <a:lnTo>
                    <a:pt x="98302" y="193775"/>
                  </a:lnTo>
                  <a:lnTo>
                    <a:pt x="100065" y="194583"/>
                  </a:lnTo>
                  <a:lnTo>
                    <a:pt x="101085" y="194344"/>
                  </a:lnTo>
                  <a:lnTo>
                    <a:pt x="101980" y="193867"/>
                  </a:lnTo>
                  <a:lnTo>
                    <a:pt x="103169" y="193826"/>
                  </a:lnTo>
                  <a:lnTo>
                    <a:pt x="105030" y="194427"/>
                  </a:lnTo>
                  <a:lnTo>
                    <a:pt x="105605" y="194452"/>
                  </a:lnTo>
                  <a:lnTo>
                    <a:pt x="106320" y="194528"/>
                  </a:lnTo>
                  <a:lnTo>
                    <a:pt x="106829" y="195504"/>
                  </a:lnTo>
                  <a:lnTo>
                    <a:pt x="107083" y="197720"/>
                  </a:lnTo>
                  <a:lnTo>
                    <a:pt x="107469" y="198714"/>
                  </a:lnTo>
                  <a:lnTo>
                    <a:pt x="108162" y="198346"/>
                  </a:lnTo>
                  <a:lnTo>
                    <a:pt x="109642" y="196394"/>
                  </a:lnTo>
                  <a:lnTo>
                    <a:pt x="110588" y="194857"/>
                  </a:lnTo>
                  <a:lnTo>
                    <a:pt x="111770" y="192637"/>
                  </a:lnTo>
                  <a:lnTo>
                    <a:pt x="112941" y="192331"/>
                  </a:lnTo>
                  <a:lnTo>
                    <a:pt x="114185" y="191835"/>
                  </a:lnTo>
                  <a:lnTo>
                    <a:pt x="114617" y="190734"/>
                  </a:lnTo>
                  <a:lnTo>
                    <a:pt x="115074" y="188142"/>
                  </a:lnTo>
                  <a:lnTo>
                    <a:pt x="115838" y="186187"/>
                  </a:lnTo>
                  <a:lnTo>
                    <a:pt x="115964" y="183713"/>
                  </a:lnTo>
                  <a:lnTo>
                    <a:pt x="115695" y="181969"/>
                  </a:lnTo>
                  <a:lnTo>
                    <a:pt x="115165" y="179125"/>
                  </a:lnTo>
                  <a:lnTo>
                    <a:pt x="115180" y="177209"/>
                  </a:lnTo>
                  <a:lnTo>
                    <a:pt x="114924" y="171654"/>
                  </a:lnTo>
                  <a:lnTo>
                    <a:pt x="114581" y="166656"/>
                  </a:lnTo>
                  <a:lnTo>
                    <a:pt x="114931" y="162630"/>
                  </a:lnTo>
                  <a:lnTo>
                    <a:pt x="115547" y="158134"/>
                  </a:lnTo>
                  <a:lnTo>
                    <a:pt x="115789" y="156759"/>
                  </a:lnTo>
                  <a:lnTo>
                    <a:pt x="116179" y="154949"/>
                  </a:lnTo>
                  <a:lnTo>
                    <a:pt x="116730" y="152784"/>
                  </a:lnTo>
                  <a:lnTo>
                    <a:pt x="117503" y="152105"/>
                  </a:lnTo>
                  <a:lnTo>
                    <a:pt x="119678" y="151642"/>
                  </a:lnTo>
                  <a:lnTo>
                    <a:pt x="121692" y="150731"/>
                  </a:lnTo>
                  <a:lnTo>
                    <a:pt x="122720" y="149795"/>
                  </a:lnTo>
                  <a:lnTo>
                    <a:pt x="123785" y="149229"/>
                  </a:lnTo>
                  <a:lnTo>
                    <a:pt x="124420" y="148543"/>
                  </a:lnTo>
                  <a:lnTo>
                    <a:pt x="125520" y="145383"/>
                  </a:lnTo>
                  <a:lnTo>
                    <a:pt x="126041" y="143562"/>
                  </a:lnTo>
                  <a:lnTo>
                    <a:pt x="126424" y="138729"/>
                  </a:lnTo>
                  <a:lnTo>
                    <a:pt x="126143" y="136405"/>
                  </a:lnTo>
                  <a:lnTo>
                    <a:pt x="126379" y="134352"/>
                  </a:lnTo>
                  <a:lnTo>
                    <a:pt x="126909" y="133145"/>
                  </a:lnTo>
                  <a:lnTo>
                    <a:pt x="127656" y="131937"/>
                  </a:lnTo>
                  <a:lnTo>
                    <a:pt x="128156" y="131731"/>
                  </a:lnTo>
                  <a:lnTo>
                    <a:pt x="129219" y="131366"/>
                  </a:lnTo>
                  <a:lnTo>
                    <a:pt x="130963" y="131485"/>
                  </a:lnTo>
                  <a:lnTo>
                    <a:pt x="131856" y="132079"/>
                  </a:lnTo>
                  <a:lnTo>
                    <a:pt x="132758" y="132350"/>
                  </a:lnTo>
                  <a:lnTo>
                    <a:pt x="133330" y="131911"/>
                  </a:lnTo>
                  <a:lnTo>
                    <a:pt x="133711" y="130996"/>
                  </a:lnTo>
                  <a:lnTo>
                    <a:pt x="134295" y="130702"/>
                  </a:lnTo>
                  <a:lnTo>
                    <a:pt x="135178" y="130263"/>
                  </a:lnTo>
                  <a:lnTo>
                    <a:pt x="136083" y="129714"/>
                  </a:lnTo>
                  <a:lnTo>
                    <a:pt x="136580" y="129818"/>
                  </a:lnTo>
                  <a:lnTo>
                    <a:pt x="136685" y="131177"/>
                  </a:lnTo>
                  <a:lnTo>
                    <a:pt x="136600" y="132242"/>
                  </a:lnTo>
                  <a:lnTo>
                    <a:pt x="136776" y="133670"/>
                  </a:lnTo>
                  <a:lnTo>
                    <a:pt x="137137" y="134609"/>
                  </a:lnTo>
                  <a:lnTo>
                    <a:pt x="137019" y="135632"/>
                  </a:lnTo>
                  <a:lnTo>
                    <a:pt x="136509" y="136224"/>
                  </a:lnTo>
                  <a:lnTo>
                    <a:pt x="136008" y="137020"/>
                  </a:lnTo>
                  <a:lnTo>
                    <a:pt x="135897" y="138111"/>
                  </a:lnTo>
                  <a:lnTo>
                    <a:pt x="136531" y="139467"/>
                  </a:lnTo>
                  <a:lnTo>
                    <a:pt x="136749" y="140770"/>
                  </a:lnTo>
                  <a:lnTo>
                    <a:pt x="137810" y="141549"/>
                  </a:lnTo>
                  <a:lnTo>
                    <a:pt x="138634" y="142426"/>
                  </a:lnTo>
                  <a:lnTo>
                    <a:pt x="138943" y="143266"/>
                  </a:lnTo>
                  <a:lnTo>
                    <a:pt x="138848" y="144216"/>
                  </a:lnTo>
                  <a:lnTo>
                    <a:pt x="138468" y="145238"/>
                  </a:lnTo>
                  <a:lnTo>
                    <a:pt x="138099" y="146335"/>
                  </a:lnTo>
                  <a:lnTo>
                    <a:pt x="138052" y="146993"/>
                  </a:lnTo>
                  <a:lnTo>
                    <a:pt x="138171" y="147759"/>
                  </a:lnTo>
                  <a:lnTo>
                    <a:pt x="138968" y="148270"/>
                  </a:lnTo>
                  <a:lnTo>
                    <a:pt x="139887" y="149120"/>
                  </a:lnTo>
                  <a:lnTo>
                    <a:pt x="141346" y="150213"/>
                  </a:lnTo>
                  <a:lnTo>
                    <a:pt x="142346" y="152242"/>
                  </a:lnTo>
                  <a:lnTo>
                    <a:pt x="143337" y="152802"/>
                  </a:lnTo>
                  <a:lnTo>
                    <a:pt x="143815" y="154783"/>
                  </a:lnTo>
                  <a:lnTo>
                    <a:pt x="143903" y="157657"/>
                  </a:lnTo>
                  <a:lnTo>
                    <a:pt x="144921" y="159123"/>
                  </a:lnTo>
                  <a:lnTo>
                    <a:pt x="146425" y="161157"/>
                  </a:lnTo>
                  <a:lnTo>
                    <a:pt x="147189" y="161532"/>
                  </a:lnTo>
                  <a:lnTo>
                    <a:pt x="147702" y="162687"/>
                  </a:lnTo>
                  <a:lnTo>
                    <a:pt x="148438" y="164088"/>
                  </a:lnTo>
                  <a:lnTo>
                    <a:pt x="149091" y="164526"/>
                  </a:lnTo>
                  <a:lnTo>
                    <a:pt x="149867" y="164727"/>
                  </a:lnTo>
                  <a:lnTo>
                    <a:pt x="151151" y="163428"/>
                  </a:lnTo>
                  <a:lnTo>
                    <a:pt x="152586" y="163304"/>
                  </a:lnTo>
                  <a:lnTo>
                    <a:pt x="153372" y="164046"/>
                  </a:lnTo>
                  <a:lnTo>
                    <a:pt x="154118" y="166849"/>
                  </a:lnTo>
                  <a:lnTo>
                    <a:pt x="154643" y="167734"/>
                  </a:lnTo>
                  <a:lnTo>
                    <a:pt x="154955" y="168521"/>
                  </a:lnTo>
                  <a:lnTo>
                    <a:pt x="155460" y="169274"/>
                  </a:lnTo>
                  <a:lnTo>
                    <a:pt x="155972" y="169384"/>
                  </a:lnTo>
                  <a:lnTo>
                    <a:pt x="156732" y="168762"/>
                  </a:lnTo>
                  <a:lnTo>
                    <a:pt x="157196" y="167522"/>
                  </a:lnTo>
                  <a:lnTo>
                    <a:pt x="157862" y="167777"/>
                  </a:lnTo>
                  <a:lnTo>
                    <a:pt x="158111" y="168581"/>
                  </a:lnTo>
                  <a:lnTo>
                    <a:pt x="158234" y="169967"/>
                  </a:lnTo>
                  <a:lnTo>
                    <a:pt x="158586" y="171685"/>
                  </a:lnTo>
                  <a:lnTo>
                    <a:pt x="159430" y="172965"/>
                  </a:lnTo>
                  <a:lnTo>
                    <a:pt x="160605" y="173731"/>
                  </a:lnTo>
                  <a:lnTo>
                    <a:pt x="160772" y="174352"/>
                  </a:lnTo>
                  <a:lnTo>
                    <a:pt x="160934" y="176072"/>
                  </a:lnTo>
                  <a:lnTo>
                    <a:pt x="161253" y="177263"/>
                  </a:lnTo>
                  <a:lnTo>
                    <a:pt x="161681" y="178816"/>
                  </a:lnTo>
                  <a:lnTo>
                    <a:pt x="162087" y="181651"/>
                  </a:lnTo>
                  <a:lnTo>
                    <a:pt x="162174" y="183996"/>
                  </a:lnTo>
                  <a:lnTo>
                    <a:pt x="162363" y="185286"/>
                  </a:lnTo>
                  <a:lnTo>
                    <a:pt x="162909" y="187388"/>
                  </a:lnTo>
                  <a:lnTo>
                    <a:pt x="163778" y="190748"/>
                  </a:lnTo>
                  <a:lnTo>
                    <a:pt x="164472" y="193598"/>
                  </a:lnTo>
                  <a:lnTo>
                    <a:pt x="165275" y="194150"/>
                  </a:lnTo>
                  <a:lnTo>
                    <a:pt x="165956" y="195056"/>
                  </a:lnTo>
                  <a:lnTo>
                    <a:pt x="166347" y="197161"/>
                  </a:lnTo>
                  <a:lnTo>
                    <a:pt x="167070" y="201128"/>
                  </a:lnTo>
                  <a:lnTo>
                    <a:pt x="167186" y="203726"/>
                  </a:lnTo>
                  <a:lnTo>
                    <a:pt x="167248" y="205657"/>
                  </a:lnTo>
                  <a:lnTo>
                    <a:pt x="167485" y="206534"/>
                  </a:lnTo>
                  <a:lnTo>
                    <a:pt x="167533" y="207629"/>
                  </a:lnTo>
                  <a:lnTo>
                    <a:pt x="166933" y="211796"/>
                  </a:lnTo>
                  <a:lnTo>
                    <a:pt x="166421" y="213679"/>
                  </a:lnTo>
                  <a:lnTo>
                    <a:pt x="166356" y="215263"/>
                  </a:lnTo>
                  <a:lnTo>
                    <a:pt x="166703" y="218022"/>
                  </a:lnTo>
                  <a:lnTo>
                    <a:pt x="167176" y="220159"/>
                  </a:lnTo>
                  <a:lnTo>
                    <a:pt x="167224" y="222203"/>
                  </a:lnTo>
                  <a:lnTo>
                    <a:pt x="166820" y="223702"/>
                  </a:lnTo>
                  <a:lnTo>
                    <a:pt x="166122" y="225576"/>
                  </a:lnTo>
                  <a:lnTo>
                    <a:pt x="165788" y="226647"/>
                  </a:lnTo>
                  <a:lnTo>
                    <a:pt x="165245" y="227589"/>
                  </a:lnTo>
                  <a:lnTo>
                    <a:pt x="164416" y="231215"/>
                  </a:lnTo>
                  <a:lnTo>
                    <a:pt x="164041" y="235223"/>
                  </a:lnTo>
                  <a:lnTo>
                    <a:pt x="163956" y="237289"/>
                  </a:lnTo>
                  <a:lnTo>
                    <a:pt x="164269" y="238784"/>
                  </a:lnTo>
                  <a:lnTo>
                    <a:pt x="164800" y="240430"/>
                  </a:lnTo>
                  <a:lnTo>
                    <a:pt x="164930" y="241857"/>
                  </a:lnTo>
                  <a:lnTo>
                    <a:pt x="165796" y="245041"/>
                  </a:lnTo>
                  <a:lnTo>
                    <a:pt x="166027" y="247015"/>
                  </a:lnTo>
                  <a:lnTo>
                    <a:pt x="166380" y="247079"/>
                  </a:lnTo>
                  <a:lnTo>
                    <a:pt x="166761" y="246430"/>
                  </a:lnTo>
                  <a:lnTo>
                    <a:pt x="167688" y="246385"/>
                  </a:lnTo>
                  <a:lnTo>
                    <a:pt x="168531" y="247079"/>
                  </a:lnTo>
                  <a:lnTo>
                    <a:pt x="169339" y="248539"/>
                  </a:lnTo>
                  <a:lnTo>
                    <a:pt x="170207" y="249320"/>
                  </a:lnTo>
                  <a:lnTo>
                    <a:pt x="171447" y="249123"/>
                  </a:lnTo>
                  <a:lnTo>
                    <a:pt x="172110" y="249907"/>
                  </a:lnTo>
                  <a:lnTo>
                    <a:pt x="172825" y="250549"/>
                  </a:lnTo>
                  <a:lnTo>
                    <a:pt x="174300" y="250772"/>
                  </a:lnTo>
                  <a:lnTo>
                    <a:pt x="175406" y="250761"/>
                  </a:lnTo>
                  <a:lnTo>
                    <a:pt x="177107" y="250786"/>
                  </a:lnTo>
                  <a:lnTo>
                    <a:pt x="178480" y="251768"/>
                  </a:lnTo>
                  <a:lnTo>
                    <a:pt x="180895" y="252546"/>
                  </a:lnTo>
                  <a:lnTo>
                    <a:pt x="182386" y="252485"/>
                  </a:lnTo>
                  <a:lnTo>
                    <a:pt x="184395" y="251754"/>
                  </a:lnTo>
                  <a:lnTo>
                    <a:pt x="185627" y="252214"/>
                  </a:lnTo>
                  <a:lnTo>
                    <a:pt x="189264" y="253308"/>
                  </a:lnTo>
                  <a:lnTo>
                    <a:pt x="191397" y="254450"/>
                  </a:lnTo>
                  <a:lnTo>
                    <a:pt x="192745" y="255736"/>
                  </a:lnTo>
                  <a:lnTo>
                    <a:pt x="193695" y="257776"/>
                  </a:lnTo>
                  <a:lnTo>
                    <a:pt x="194780" y="260959"/>
                  </a:lnTo>
                  <a:lnTo>
                    <a:pt x="195643" y="262415"/>
                  </a:lnTo>
                  <a:lnTo>
                    <a:pt x="197964" y="263295"/>
                  </a:lnTo>
                  <a:lnTo>
                    <a:pt x="199554" y="267008"/>
                  </a:lnTo>
                  <a:lnTo>
                    <a:pt x="200800" y="268397"/>
                  </a:lnTo>
                  <a:lnTo>
                    <a:pt x="202893" y="271992"/>
                  </a:lnTo>
                  <a:lnTo>
                    <a:pt x="204373" y="273396"/>
                  </a:lnTo>
                  <a:lnTo>
                    <a:pt x="206140" y="274693"/>
                  </a:lnTo>
                  <a:lnTo>
                    <a:pt x="209029" y="274142"/>
                  </a:lnTo>
                  <a:lnTo>
                    <a:pt x="209188" y="274631"/>
                  </a:lnTo>
                  <a:lnTo>
                    <a:pt x="208965" y="276585"/>
                  </a:lnTo>
                  <a:lnTo>
                    <a:pt x="208792" y="279260"/>
                  </a:lnTo>
                  <a:lnTo>
                    <a:pt x="208792" y="281196"/>
                  </a:lnTo>
                  <a:lnTo>
                    <a:pt x="209088" y="282183"/>
                  </a:lnTo>
                  <a:lnTo>
                    <a:pt x="210192" y="282767"/>
                  </a:lnTo>
                  <a:lnTo>
                    <a:pt x="210714" y="283719"/>
                  </a:lnTo>
                  <a:lnTo>
                    <a:pt x="211114" y="285543"/>
                  </a:lnTo>
                  <a:lnTo>
                    <a:pt x="211345" y="286684"/>
                  </a:lnTo>
                  <a:lnTo>
                    <a:pt x="212269" y="292285"/>
                  </a:lnTo>
                  <a:lnTo>
                    <a:pt x="213756" y="300570"/>
                  </a:lnTo>
                  <a:lnTo>
                    <a:pt x="213925" y="303753"/>
                  </a:lnTo>
                  <a:lnTo>
                    <a:pt x="214434" y="305806"/>
                  </a:lnTo>
                  <a:lnTo>
                    <a:pt x="216047" y="309067"/>
                  </a:lnTo>
                  <a:lnTo>
                    <a:pt x="216895" y="311479"/>
                  </a:lnTo>
                  <a:lnTo>
                    <a:pt x="218155" y="314014"/>
                  </a:lnTo>
                  <a:lnTo>
                    <a:pt x="218568" y="316360"/>
                  </a:lnTo>
                  <a:lnTo>
                    <a:pt x="218663" y="319390"/>
                  </a:lnTo>
                  <a:lnTo>
                    <a:pt x="218981" y="320171"/>
                  </a:lnTo>
                  <a:lnTo>
                    <a:pt x="221287" y="319477"/>
                  </a:lnTo>
                  <a:lnTo>
                    <a:pt x="223283" y="318992"/>
                  </a:lnTo>
                  <a:lnTo>
                    <a:pt x="226866" y="318119"/>
                  </a:lnTo>
                  <a:lnTo>
                    <a:pt x="231801" y="319701"/>
                  </a:lnTo>
                  <a:lnTo>
                    <a:pt x="236889" y="321230"/>
                  </a:lnTo>
                  <a:lnTo>
                    <a:pt x="241389" y="322583"/>
                  </a:lnTo>
                  <a:lnTo>
                    <a:pt x="243606" y="323248"/>
                  </a:lnTo>
                  <a:lnTo>
                    <a:pt x="248614" y="324667"/>
                  </a:lnTo>
                  <a:lnTo>
                    <a:pt x="251398" y="322857"/>
                  </a:lnTo>
                  <a:lnTo>
                    <a:pt x="253574" y="321442"/>
                  </a:lnTo>
                  <a:lnTo>
                    <a:pt x="254560" y="321637"/>
                  </a:lnTo>
                  <a:lnTo>
                    <a:pt x="258720" y="323231"/>
                  </a:lnTo>
                  <a:lnTo>
                    <a:pt x="261157" y="324088"/>
                  </a:lnTo>
                  <a:lnTo>
                    <a:pt x="264228" y="325166"/>
                  </a:lnTo>
                  <a:lnTo>
                    <a:pt x="266360" y="325563"/>
                  </a:lnTo>
                  <a:lnTo>
                    <a:pt x="268105" y="325537"/>
                  </a:lnTo>
                  <a:lnTo>
                    <a:pt x="268911" y="325987"/>
                  </a:lnTo>
                  <a:lnTo>
                    <a:pt x="269688" y="326681"/>
                  </a:lnTo>
                  <a:lnTo>
                    <a:pt x="270206" y="327692"/>
                  </a:lnTo>
                  <a:lnTo>
                    <a:pt x="271802" y="332819"/>
                  </a:lnTo>
                  <a:lnTo>
                    <a:pt x="272697" y="335078"/>
                  </a:lnTo>
                  <a:lnTo>
                    <a:pt x="274463" y="336785"/>
                  </a:lnTo>
                  <a:lnTo>
                    <a:pt x="278487" y="338736"/>
                  </a:lnTo>
                  <a:lnTo>
                    <a:pt x="280714" y="339920"/>
                  </a:lnTo>
                  <a:lnTo>
                    <a:pt x="283271" y="341281"/>
                  </a:lnTo>
                  <a:lnTo>
                    <a:pt x="284954" y="343331"/>
                  </a:lnTo>
                  <a:lnTo>
                    <a:pt x="286894" y="345716"/>
                  </a:lnTo>
                  <a:lnTo>
                    <a:pt x="289408" y="348805"/>
                  </a:lnTo>
                  <a:lnTo>
                    <a:pt x="292158" y="347456"/>
                  </a:lnTo>
                  <a:lnTo>
                    <a:pt x="295118" y="346003"/>
                  </a:lnTo>
                  <a:lnTo>
                    <a:pt x="296974" y="345091"/>
                  </a:lnTo>
                  <a:lnTo>
                    <a:pt x="296974" y="351542"/>
                  </a:lnTo>
                  <a:lnTo>
                    <a:pt x="299622" y="352060"/>
                  </a:lnTo>
                  <a:lnTo>
                    <a:pt x="300456" y="351984"/>
                  </a:lnTo>
                  <a:lnTo>
                    <a:pt x="301625" y="353409"/>
                  </a:lnTo>
                  <a:lnTo>
                    <a:pt x="302285" y="352806"/>
                  </a:lnTo>
                  <a:lnTo>
                    <a:pt x="302908" y="351407"/>
                  </a:lnTo>
                  <a:lnTo>
                    <a:pt x="303693" y="349198"/>
                  </a:lnTo>
                  <a:lnTo>
                    <a:pt x="304820" y="348227"/>
                  </a:lnTo>
                  <a:lnTo>
                    <a:pt x="306769" y="345749"/>
                  </a:lnTo>
                  <a:lnTo>
                    <a:pt x="307243" y="345148"/>
                  </a:lnTo>
                  <a:lnTo>
                    <a:pt x="310139" y="341634"/>
                  </a:lnTo>
                  <a:lnTo>
                    <a:pt x="314461" y="337303"/>
                  </a:lnTo>
                  <a:lnTo>
                    <a:pt x="316399" y="335205"/>
                  </a:lnTo>
                  <a:lnTo>
                    <a:pt x="316979" y="334739"/>
                  </a:lnTo>
                  <a:lnTo>
                    <a:pt x="318076" y="333668"/>
                  </a:lnTo>
                  <a:lnTo>
                    <a:pt x="318815" y="332925"/>
                  </a:lnTo>
                  <a:lnTo>
                    <a:pt x="320122" y="332330"/>
                  </a:lnTo>
                  <a:lnTo>
                    <a:pt x="321898" y="331956"/>
                  </a:lnTo>
                  <a:lnTo>
                    <a:pt x="323836" y="331136"/>
                  </a:lnTo>
                  <a:lnTo>
                    <a:pt x="328224" y="329608"/>
                  </a:lnTo>
                  <a:lnTo>
                    <a:pt x="328774" y="329464"/>
                  </a:lnTo>
                  <a:lnTo>
                    <a:pt x="331238" y="328834"/>
                  </a:lnTo>
                  <a:lnTo>
                    <a:pt x="332285" y="328239"/>
                  </a:lnTo>
                  <a:lnTo>
                    <a:pt x="333850" y="328551"/>
                  </a:lnTo>
                  <a:lnTo>
                    <a:pt x="335893" y="328772"/>
                  </a:lnTo>
                  <a:lnTo>
                    <a:pt x="337247" y="329161"/>
                  </a:lnTo>
                  <a:lnTo>
                    <a:pt x="339046" y="328855"/>
                  </a:lnTo>
                  <a:lnTo>
                    <a:pt x="341518" y="328438"/>
                  </a:lnTo>
                  <a:lnTo>
                    <a:pt x="343520" y="328503"/>
                  </a:lnTo>
                  <a:lnTo>
                    <a:pt x="344513" y="327984"/>
                  </a:lnTo>
                  <a:lnTo>
                    <a:pt x="345978" y="326371"/>
                  </a:lnTo>
                  <a:lnTo>
                    <a:pt x="346964" y="325092"/>
                  </a:lnTo>
                  <a:lnTo>
                    <a:pt x="348509" y="323543"/>
                  </a:lnTo>
                  <a:lnTo>
                    <a:pt x="350424" y="321937"/>
                  </a:lnTo>
                  <a:lnTo>
                    <a:pt x="351759" y="320477"/>
                  </a:lnTo>
                  <a:lnTo>
                    <a:pt x="352644" y="319510"/>
                  </a:lnTo>
                  <a:lnTo>
                    <a:pt x="353716" y="318595"/>
                  </a:lnTo>
                  <a:lnTo>
                    <a:pt x="353996" y="317417"/>
                  </a:lnTo>
                  <a:lnTo>
                    <a:pt x="354305" y="316513"/>
                  </a:lnTo>
                  <a:lnTo>
                    <a:pt x="354874" y="315003"/>
                  </a:lnTo>
                  <a:lnTo>
                    <a:pt x="355899" y="312188"/>
                  </a:lnTo>
                  <a:lnTo>
                    <a:pt x="356679" y="309725"/>
                  </a:lnTo>
                  <a:lnTo>
                    <a:pt x="357063" y="308634"/>
                  </a:lnTo>
                  <a:lnTo>
                    <a:pt x="357938" y="306173"/>
                  </a:lnTo>
                  <a:lnTo>
                    <a:pt x="358647" y="304317"/>
                  </a:lnTo>
                  <a:lnTo>
                    <a:pt x="359550" y="301820"/>
                  </a:lnTo>
                  <a:lnTo>
                    <a:pt x="360312" y="301012"/>
                  </a:lnTo>
                  <a:lnTo>
                    <a:pt x="361276" y="300325"/>
                  </a:lnTo>
                  <a:lnTo>
                    <a:pt x="363817" y="297875"/>
                  </a:lnTo>
                  <a:lnTo>
                    <a:pt x="364321" y="297347"/>
                  </a:lnTo>
                  <a:lnTo>
                    <a:pt x="364742" y="297243"/>
                  </a:lnTo>
                  <a:lnTo>
                    <a:pt x="365641" y="295266"/>
                  </a:lnTo>
                  <a:lnTo>
                    <a:pt x="366399" y="293554"/>
                  </a:lnTo>
                  <a:lnTo>
                    <a:pt x="366893" y="292270"/>
                  </a:lnTo>
                  <a:lnTo>
                    <a:pt x="367922" y="291809"/>
                  </a:lnTo>
                  <a:lnTo>
                    <a:pt x="368452" y="290886"/>
                  </a:lnTo>
                  <a:lnTo>
                    <a:pt x="368545" y="289674"/>
                  </a:lnTo>
                  <a:lnTo>
                    <a:pt x="368438" y="287827"/>
                  </a:lnTo>
                  <a:lnTo>
                    <a:pt x="367943" y="285937"/>
                  </a:lnTo>
                  <a:lnTo>
                    <a:pt x="367526" y="284289"/>
                  </a:lnTo>
                  <a:lnTo>
                    <a:pt x="366054" y="281144"/>
                  </a:lnTo>
                  <a:lnTo>
                    <a:pt x="365274" y="279193"/>
                  </a:lnTo>
                  <a:lnTo>
                    <a:pt x="364477" y="276688"/>
                  </a:lnTo>
                  <a:lnTo>
                    <a:pt x="364155" y="274332"/>
                  </a:lnTo>
                  <a:lnTo>
                    <a:pt x="363610" y="272833"/>
                  </a:lnTo>
                  <a:lnTo>
                    <a:pt x="363347" y="271506"/>
                  </a:lnTo>
                  <a:lnTo>
                    <a:pt x="363431" y="269972"/>
                  </a:lnTo>
                  <a:lnTo>
                    <a:pt x="364186" y="267242"/>
                  </a:lnTo>
                  <a:lnTo>
                    <a:pt x="364429" y="265521"/>
                  </a:lnTo>
                  <a:lnTo>
                    <a:pt x="364743" y="262475"/>
                  </a:lnTo>
                  <a:lnTo>
                    <a:pt x="365453" y="257917"/>
                  </a:lnTo>
                  <a:lnTo>
                    <a:pt x="366031" y="255789"/>
                  </a:lnTo>
                  <a:lnTo>
                    <a:pt x="366701" y="253710"/>
                  </a:lnTo>
                  <a:lnTo>
                    <a:pt x="368114" y="250917"/>
                  </a:lnTo>
                  <a:lnTo>
                    <a:pt x="369407" y="250397"/>
                  </a:lnTo>
                  <a:lnTo>
                    <a:pt x="370179" y="250950"/>
                  </a:lnTo>
                  <a:lnTo>
                    <a:pt x="371902" y="250947"/>
                  </a:lnTo>
                  <a:lnTo>
                    <a:pt x="373048" y="251090"/>
                  </a:lnTo>
                  <a:lnTo>
                    <a:pt x="373894" y="252487"/>
                  </a:lnTo>
                  <a:lnTo>
                    <a:pt x="374831" y="255242"/>
                  </a:lnTo>
                  <a:lnTo>
                    <a:pt x="375888" y="256254"/>
                  </a:lnTo>
                  <a:lnTo>
                    <a:pt x="379183" y="258414"/>
                  </a:lnTo>
                  <a:lnTo>
                    <a:pt x="380593" y="258872"/>
                  </a:lnTo>
                  <a:lnTo>
                    <a:pt x="381601" y="258966"/>
                  </a:lnTo>
                  <a:lnTo>
                    <a:pt x="383088" y="259682"/>
                  </a:lnTo>
                  <a:lnTo>
                    <a:pt x="383590" y="259832"/>
                  </a:lnTo>
                  <a:lnTo>
                    <a:pt x="384351" y="260324"/>
                  </a:lnTo>
                  <a:lnTo>
                    <a:pt x="384982" y="259799"/>
                  </a:lnTo>
                  <a:lnTo>
                    <a:pt x="385938" y="257953"/>
                  </a:lnTo>
                  <a:lnTo>
                    <a:pt x="387139" y="255877"/>
                  </a:lnTo>
                  <a:lnTo>
                    <a:pt x="387657" y="255401"/>
                  </a:lnTo>
                  <a:lnTo>
                    <a:pt x="388612" y="254507"/>
                  </a:lnTo>
                  <a:lnTo>
                    <a:pt x="389093" y="253662"/>
                  </a:lnTo>
                  <a:lnTo>
                    <a:pt x="389930" y="251337"/>
                  </a:lnTo>
                  <a:lnTo>
                    <a:pt x="391023" y="249533"/>
                  </a:lnTo>
                  <a:lnTo>
                    <a:pt x="392351" y="246823"/>
                  </a:lnTo>
                  <a:lnTo>
                    <a:pt x="393006" y="244780"/>
                  </a:lnTo>
                  <a:lnTo>
                    <a:pt x="393150" y="243463"/>
                  </a:lnTo>
                  <a:lnTo>
                    <a:pt x="393293" y="242036"/>
                  </a:lnTo>
                  <a:lnTo>
                    <a:pt x="393706" y="241286"/>
                  </a:lnTo>
                  <a:lnTo>
                    <a:pt x="394516" y="240598"/>
                  </a:lnTo>
                  <a:lnTo>
                    <a:pt x="395423" y="240410"/>
                  </a:lnTo>
                  <a:lnTo>
                    <a:pt x="397159" y="241632"/>
                  </a:lnTo>
                  <a:lnTo>
                    <a:pt x="399498" y="241279"/>
                  </a:lnTo>
                  <a:lnTo>
                    <a:pt x="400026" y="241103"/>
                  </a:lnTo>
                  <a:lnTo>
                    <a:pt x="402160" y="240400"/>
                  </a:lnTo>
                  <a:lnTo>
                    <a:pt x="403121" y="239823"/>
                  </a:lnTo>
                  <a:lnTo>
                    <a:pt x="404482" y="239269"/>
                  </a:lnTo>
                  <a:lnTo>
                    <a:pt x="405522" y="237006"/>
                  </a:lnTo>
                  <a:lnTo>
                    <a:pt x="406916" y="234307"/>
                  </a:lnTo>
                  <a:lnTo>
                    <a:pt x="407929" y="232806"/>
                  </a:lnTo>
                  <a:lnTo>
                    <a:pt x="408605" y="232518"/>
                  </a:lnTo>
                  <a:lnTo>
                    <a:pt x="409449" y="230962"/>
                  </a:lnTo>
                  <a:lnTo>
                    <a:pt x="409862" y="229289"/>
                  </a:lnTo>
                  <a:lnTo>
                    <a:pt x="409751" y="227819"/>
                  </a:lnTo>
                  <a:lnTo>
                    <a:pt x="409596" y="226602"/>
                  </a:lnTo>
                  <a:lnTo>
                    <a:pt x="410092" y="224353"/>
                  </a:lnTo>
                  <a:lnTo>
                    <a:pt x="410987" y="220407"/>
                  </a:lnTo>
                  <a:lnTo>
                    <a:pt x="411825" y="218569"/>
                  </a:lnTo>
                  <a:lnTo>
                    <a:pt x="412516" y="217083"/>
                  </a:lnTo>
                  <a:lnTo>
                    <a:pt x="412957" y="214698"/>
                  </a:lnTo>
                  <a:lnTo>
                    <a:pt x="413503" y="214009"/>
                  </a:lnTo>
                  <a:lnTo>
                    <a:pt x="414171" y="213747"/>
                  </a:lnTo>
                  <a:lnTo>
                    <a:pt x="415115" y="212131"/>
                  </a:lnTo>
                  <a:lnTo>
                    <a:pt x="415808" y="211797"/>
                  </a:lnTo>
                  <a:lnTo>
                    <a:pt x="416958" y="212571"/>
                  </a:lnTo>
                  <a:lnTo>
                    <a:pt x="418661" y="212769"/>
                  </a:lnTo>
                  <a:lnTo>
                    <a:pt x="419749" y="212852"/>
                  </a:lnTo>
                  <a:lnTo>
                    <a:pt x="420367" y="212564"/>
                  </a:lnTo>
                  <a:lnTo>
                    <a:pt x="420594" y="211698"/>
                  </a:lnTo>
                  <a:lnTo>
                    <a:pt x="420588" y="210358"/>
                  </a:lnTo>
                  <a:lnTo>
                    <a:pt x="420933" y="207375"/>
                  </a:lnTo>
                  <a:lnTo>
                    <a:pt x="421061" y="206391"/>
                  </a:lnTo>
                  <a:lnTo>
                    <a:pt x="421374" y="205938"/>
                  </a:lnTo>
                  <a:lnTo>
                    <a:pt x="422420" y="205878"/>
                  </a:lnTo>
                  <a:lnTo>
                    <a:pt x="423127" y="206950"/>
                  </a:lnTo>
                  <a:lnTo>
                    <a:pt x="423614" y="207834"/>
                  </a:lnTo>
                  <a:lnTo>
                    <a:pt x="424288" y="207949"/>
                  </a:lnTo>
                  <a:lnTo>
                    <a:pt x="424983" y="207372"/>
                  </a:lnTo>
                  <a:lnTo>
                    <a:pt x="425915" y="204960"/>
                  </a:lnTo>
                  <a:lnTo>
                    <a:pt x="427461" y="203563"/>
                  </a:lnTo>
                  <a:lnTo>
                    <a:pt x="428284" y="203210"/>
                  </a:lnTo>
                  <a:lnTo>
                    <a:pt x="429744" y="202073"/>
                  </a:lnTo>
                  <a:lnTo>
                    <a:pt x="430664" y="202483"/>
                  </a:lnTo>
                  <a:lnTo>
                    <a:pt x="432356" y="202816"/>
                  </a:lnTo>
                  <a:lnTo>
                    <a:pt x="433013" y="202527"/>
                  </a:lnTo>
                  <a:lnTo>
                    <a:pt x="433726" y="202816"/>
                  </a:lnTo>
                  <a:lnTo>
                    <a:pt x="434374" y="201185"/>
                  </a:lnTo>
                  <a:lnTo>
                    <a:pt x="434889" y="200797"/>
                  </a:lnTo>
                  <a:lnTo>
                    <a:pt x="435977" y="201546"/>
                  </a:lnTo>
                  <a:lnTo>
                    <a:pt x="436664" y="202807"/>
                  </a:lnTo>
                  <a:lnTo>
                    <a:pt x="437948" y="204389"/>
                  </a:lnTo>
                  <a:lnTo>
                    <a:pt x="439580" y="205123"/>
                  </a:lnTo>
                  <a:lnTo>
                    <a:pt x="440947" y="204744"/>
                  </a:lnTo>
                  <a:lnTo>
                    <a:pt x="442352" y="205414"/>
                  </a:lnTo>
                  <a:lnTo>
                    <a:pt x="443183" y="205354"/>
                  </a:lnTo>
                  <a:lnTo>
                    <a:pt x="443575" y="204728"/>
                  </a:lnTo>
                  <a:lnTo>
                    <a:pt x="444726" y="203399"/>
                  </a:lnTo>
                  <a:lnTo>
                    <a:pt x="445002" y="201605"/>
                  </a:lnTo>
                  <a:lnTo>
                    <a:pt x="444890" y="199874"/>
                  </a:lnTo>
                  <a:lnTo>
                    <a:pt x="445021" y="197913"/>
                  </a:lnTo>
                  <a:lnTo>
                    <a:pt x="444683" y="196472"/>
                  </a:lnTo>
                  <a:lnTo>
                    <a:pt x="443970" y="194338"/>
                  </a:lnTo>
                  <a:lnTo>
                    <a:pt x="443695" y="192914"/>
                  </a:lnTo>
                  <a:lnTo>
                    <a:pt x="443669" y="191051"/>
                  </a:lnTo>
                  <a:lnTo>
                    <a:pt x="443226" y="189279"/>
                  </a:lnTo>
                  <a:lnTo>
                    <a:pt x="442160" y="187138"/>
                  </a:lnTo>
                  <a:lnTo>
                    <a:pt x="441456" y="186150"/>
                  </a:lnTo>
                  <a:lnTo>
                    <a:pt x="440011" y="182458"/>
                  </a:lnTo>
                  <a:lnTo>
                    <a:pt x="439523" y="181592"/>
                  </a:lnTo>
                  <a:lnTo>
                    <a:pt x="439356" y="180984"/>
                  </a:lnTo>
                  <a:lnTo>
                    <a:pt x="439185" y="179745"/>
                  </a:lnTo>
                  <a:lnTo>
                    <a:pt x="438651" y="179156"/>
                  </a:lnTo>
                  <a:lnTo>
                    <a:pt x="437951" y="178193"/>
                  </a:lnTo>
                  <a:lnTo>
                    <a:pt x="437572" y="177209"/>
                  </a:lnTo>
                  <a:lnTo>
                    <a:pt x="437325" y="175502"/>
                  </a:lnTo>
                  <a:lnTo>
                    <a:pt x="437177" y="174382"/>
                  </a:lnTo>
                  <a:lnTo>
                    <a:pt x="436559" y="173460"/>
                  </a:lnTo>
                  <a:lnTo>
                    <a:pt x="435939" y="172941"/>
                  </a:lnTo>
                  <a:lnTo>
                    <a:pt x="435239" y="172286"/>
                  </a:lnTo>
                  <a:lnTo>
                    <a:pt x="434082" y="171325"/>
                  </a:lnTo>
                  <a:lnTo>
                    <a:pt x="433414" y="169414"/>
                  </a:lnTo>
                  <a:lnTo>
                    <a:pt x="432234" y="165839"/>
                  </a:lnTo>
                  <a:lnTo>
                    <a:pt x="431568" y="164636"/>
                  </a:lnTo>
                  <a:lnTo>
                    <a:pt x="429080" y="164177"/>
                  </a:lnTo>
                  <a:lnTo>
                    <a:pt x="428190" y="163308"/>
                  </a:lnTo>
                  <a:lnTo>
                    <a:pt x="427179" y="163603"/>
                  </a:lnTo>
                  <a:lnTo>
                    <a:pt x="426576" y="164174"/>
                  </a:lnTo>
                  <a:lnTo>
                    <a:pt x="425242" y="164167"/>
                  </a:lnTo>
                  <a:lnTo>
                    <a:pt x="424549" y="164520"/>
                  </a:lnTo>
                  <a:lnTo>
                    <a:pt x="423667" y="166872"/>
                  </a:lnTo>
                  <a:lnTo>
                    <a:pt x="422501" y="169934"/>
                  </a:lnTo>
                  <a:lnTo>
                    <a:pt x="421537" y="171805"/>
                  </a:lnTo>
                  <a:lnTo>
                    <a:pt x="420854" y="173744"/>
                  </a:lnTo>
                  <a:lnTo>
                    <a:pt x="420534" y="174440"/>
                  </a:lnTo>
                  <a:lnTo>
                    <a:pt x="419911" y="174021"/>
                  </a:lnTo>
                  <a:lnTo>
                    <a:pt x="419057" y="171837"/>
                  </a:lnTo>
                  <a:lnTo>
                    <a:pt x="417833" y="169883"/>
                  </a:lnTo>
                  <a:lnTo>
                    <a:pt x="416697" y="168992"/>
                  </a:lnTo>
                  <a:lnTo>
                    <a:pt x="416212" y="168504"/>
                  </a:lnTo>
                  <a:lnTo>
                    <a:pt x="414860" y="168011"/>
                  </a:lnTo>
                  <a:lnTo>
                    <a:pt x="413816" y="168166"/>
                  </a:lnTo>
                  <a:lnTo>
                    <a:pt x="412485" y="168904"/>
                  </a:lnTo>
                  <a:lnTo>
                    <a:pt x="411185" y="168771"/>
                  </a:lnTo>
                  <a:lnTo>
                    <a:pt x="410598" y="168304"/>
                  </a:lnTo>
                  <a:lnTo>
                    <a:pt x="409771" y="168353"/>
                  </a:lnTo>
                  <a:lnTo>
                    <a:pt x="408268" y="170381"/>
                  </a:lnTo>
                  <a:lnTo>
                    <a:pt x="407489" y="172693"/>
                  </a:lnTo>
                  <a:lnTo>
                    <a:pt x="406570" y="173414"/>
                  </a:lnTo>
                  <a:lnTo>
                    <a:pt x="405738" y="171898"/>
                  </a:lnTo>
                  <a:lnTo>
                    <a:pt x="404777" y="170104"/>
                  </a:lnTo>
                  <a:lnTo>
                    <a:pt x="403861" y="167862"/>
                  </a:lnTo>
                  <a:lnTo>
                    <a:pt x="403296" y="165787"/>
                  </a:lnTo>
                  <a:lnTo>
                    <a:pt x="402983" y="160296"/>
                  </a:lnTo>
                  <a:lnTo>
                    <a:pt x="404082" y="158660"/>
                  </a:lnTo>
                  <a:lnTo>
                    <a:pt x="405487" y="156827"/>
                  </a:lnTo>
                  <a:lnTo>
                    <a:pt x="405593" y="153929"/>
                  </a:lnTo>
                  <a:lnTo>
                    <a:pt x="405546" y="150697"/>
                  </a:lnTo>
                  <a:lnTo>
                    <a:pt x="405823" y="147105"/>
                  </a:lnTo>
                  <a:lnTo>
                    <a:pt x="407105" y="143793"/>
                  </a:lnTo>
                  <a:lnTo>
                    <a:pt x="407794" y="141047"/>
                  </a:lnTo>
                  <a:lnTo>
                    <a:pt x="407879" y="139340"/>
                  </a:lnTo>
                  <a:lnTo>
                    <a:pt x="408493" y="136501"/>
                  </a:lnTo>
                  <a:lnTo>
                    <a:pt x="409083" y="133507"/>
                  </a:lnTo>
                  <a:lnTo>
                    <a:pt x="409888" y="129580"/>
                  </a:lnTo>
                  <a:lnTo>
                    <a:pt x="411415" y="122611"/>
                  </a:lnTo>
                  <a:lnTo>
                    <a:pt x="413218" y="114378"/>
                  </a:lnTo>
                  <a:lnTo>
                    <a:pt x="414118" y="110272"/>
                  </a:lnTo>
                  <a:lnTo>
                    <a:pt x="416095" y="112812"/>
                  </a:lnTo>
                  <a:lnTo>
                    <a:pt x="417371" y="114137"/>
                  </a:lnTo>
                  <a:lnTo>
                    <a:pt x="419523" y="116150"/>
                  </a:lnTo>
                  <a:lnTo>
                    <a:pt x="421749" y="116606"/>
                  </a:lnTo>
                  <a:lnTo>
                    <a:pt x="423877" y="118780"/>
                  </a:lnTo>
                  <a:lnTo>
                    <a:pt x="424974" y="119439"/>
                  </a:lnTo>
                  <a:lnTo>
                    <a:pt x="425559" y="119441"/>
                  </a:lnTo>
                  <a:lnTo>
                    <a:pt x="428570" y="114143"/>
                  </a:lnTo>
                  <a:lnTo>
                    <a:pt x="431117" y="109660"/>
                  </a:lnTo>
                  <a:lnTo>
                    <a:pt x="434043" y="106163"/>
                  </a:lnTo>
                  <a:lnTo>
                    <a:pt x="436192" y="105689"/>
                  </a:lnTo>
                  <a:lnTo>
                    <a:pt x="437807" y="104669"/>
                  </a:lnTo>
                  <a:lnTo>
                    <a:pt x="438888" y="103102"/>
                  </a:lnTo>
                  <a:lnTo>
                    <a:pt x="439524" y="100486"/>
                  </a:lnTo>
                  <a:lnTo>
                    <a:pt x="439719" y="96822"/>
                  </a:lnTo>
                  <a:lnTo>
                    <a:pt x="439289" y="94607"/>
                  </a:lnTo>
                  <a:lnTo>
                    <a:pt x="438234" y="93841"/>
                  </a:lnTo>
                  <a:lnTo>
                    <a:pt x="437963" y="93067"/>
                  </a:lnTo>
                  <a:lnTo>
                    <a:pt x="438473" y="92284"/>
                  </a:lnTo>
                  <a:lnTo>
                    <a:pt x="438849" y="90757"/>
                  </a:lnTo>
                  <a:lnTo>
                    <a:pt x="439088" y="88488"/>
                  </a:lnTo>
                  <a:lnTo>
                    <a:pt x="439697" y="86334"/>
                  </a:lnTo>
                  <a:lnTo>
                    <a:pt x="440674" y="84296"/>
                  </a:lnTo>
                  <a:lnTo>
                    <a:pt x="441213" y="82038"/>
                  </a:lnTo>
                  <a:lnTo>
                    <a:pt x="441315" y="79560"/>
                  </a:lnTo>
                  <a:lnTo>
                    <a:pt x="441902" y="77088"/>
                  </a:lnTo>
                  <a:lnTo>
                    <a:pt x="442974" y="74625"/>
                  </a:lnTo>
                  <a:lnTo>
                    <a:pt x="443561" y="72333"/>
                  </a:lnTo>
                  <a:lnTo>
                    <a:pt x="443664" y="70212"/>
                  </a:lnTo>
                  <a:lnTo>
                    <a:pt x="444207" y="67625"/>
                  </a:lnTo>
                  <a:lnTo>
                    <a:pt x="445686" y="63042"/>
                  </a:lnTo>
                  <a:lnTo>
                    <a:pt x="446646" y="57766"/>
                  </a:lnTo>
                  <a:lnTo>
                    <a:pt x="448282" y="54152"/>
                  </a:lnTo>
                  <a:lnTo>
                    <a:pt x="450911" y="50442"/>
                  </a:lnTo>
                  <a:lnTo>
                    <a:pt x="452554" y="46763"/>
                  </a:lnTo>
                  <a:lnTo>
                    <a:pt x="453212" y="43114"/>
                  </a:lnTo>
                  <a:lnTo>
                    <a:pt x="453161" y="39895"/>
                  </a:lnTo>
                  <a:lnTo>
                    <a:pt x="452400" y="37105"/>
                  </a:lnTo>
                  <a:lnTo>
                    <a:pt x="452256" y="34268"/>
                  </a:lnTo>
                  <a:lnTo>
                    <a:pt x="452725" y="31381"/>
                  </a:lnTo>
                  <a:lnTo>
                    <a:pt x="452311" y="29222"/>
                  </a:lnTo>
                  <a:lnTo>
                    <a:pt x="451013" y="27793"/>
                  </a:lnTo>
                  <a:lnTo>
                    <a:pt x="449465" y="27439"/>
                  </a:lnTo>
                  <a:lnTo>
                    <a:pt x="447664" y="28163"/>
                  </a:lnTo>
                  <a:lnTo>
                    <a:pt x="446653" y="27264"/>
                  </a:lnTo>
                  <a:lnTo>
                    <a:pt x="446429" y="24744"/>
                  </a:lnTo>
                  <a:lnTo>
                    <a:pt x="446912" y="22705"/>
                  </a:lnTo>
                  <a:lnTo>
                    <a:pt x="448101" y="21148"/>
                  </a:lnTo>
                  <a:lnTo>
                    <a:pt x="450053" y="17361"/>
                  </a:lnTo>
                  <a:lnTo>
                    <a:pt x="452772" y="11340"/>
                  </a:lnTo>
                  <a:lnTo>
                    <a:pt x="455477" y="8009"/>
                  </a:lnTo>
                  <a:lnTo>
                    <a:pt x="459515" y="7049"/>
                  </a:lnTo>
                  <a:lnTo>
                    <a:pt x="462769" y="5083"/>
                  </a:lnTo>
                  <a:lnTo>
                    <a:pt x="466085" y="3077"/>
                  </a:lnTo>
                  <a:lnTo>
                    <a:pt x="468478" y="2086"/>
                  </a:lnTo>
                  <a:lnTo>
                    <a:pt x="468885" y="2751"/>
                  </a:lnTo>
                  <a:lnTo>
                    <a:pt x="470190" y="2914"/>
                  </a:lnTo>
                  <a:lnTo>
                    <a:pt x="472390" y="2573"/>
                  </a:lnTo>
                  <a:lnTo>
                    <a:pt x="474437" y="1711"/>
                  </a:lnTo>
                  <a:lnTo>
                    <a:pt x="476326" y="325"/>
                  </a:lnTo>
                  <a:lnTo>
                    <a:pt x="477820" y="0"/>
                  </a:lnTo>
                  <a:lnTo>
                    <a:pt x="478921" y="734"/>
                  </a:lnTo>
                  <a:lnTo>
                    <a:pt x="479550" y="773"/>
                  </a:lnTo>
                  <a:lnTo>
                    <a:pt x="479985" y="861"/>
                  </a:lnTo>
                  <a:lnTo>
                    <a:pt x="480226" y="855"/>
                  </a:lnTo>
                  <a:lnTo>
                    <a:pt x="480688" y="268"/>
                  </a:lnTo>
                  <a:lnTo>
                    <a:pt x="481967" y="1318"/>
                  </a:lnTo>
                  <a:lnTo>
                    <a:pt x="484407" y="4432"/>
                  </a:lnTo>
                  <a:lnTo>
                    <a:pt x="485941" y="5818"/>
                  </a:lnTo>
                  <a:lnTo>
                    <a:pt x="486572" y="5481"/>
                  </a:lnTo>
                  <a:lnTo>
                    <a:pt x="487259" y="6345"/>
                  </a:lnTo>
                  <a:lnTo>
                    <a:pt x="488007" y="8411"/>
                  </a:lnTo>
                  <a:lnTo>
                    <a:pt x="488937" y="9632"/>
                  </a:lnTo>
                  <a:lnTo>
                    <a:pt x="490609" y="10193"/>
                  </a:lnTo>
                  <a:lnTo>
                    <a:pt x="492267" y="12463"/>
                  </a:lnTo>
                  <a:lnTo>
                    <a:pt x="492938" y="12584"/>
                  </a:lnTo>
                  <a:lnTo>
                    <a:pt x="493174" y="11316"/>
                  </a:lnTo>
                  <a:lnTo>
                    <a:pt x="493792" y="10587"/>
                  </a:lnTo>
                  <a:lnTo>
                    <a:pt x="494793" y="10399"/>
                  </a:lnTo>
                  <a:lnTo>
                    <a:pt x="496240" y="11518"/>
                  </a:lnTo>
                  <a:lnTo>
                    <a:pt x="498133" y="13943"/>
                  </a:lnTo>
                  <a:lnTo>
                    <a:pt x="499321" y="15011"/>
                  </a:lnTo>
                  <a:lnTo>
                    <a:pt x="499801" y="14719"/>
                  </a:lnTo>
                  <a:lnTo>
                    <a:pt x="500311" y="15168"/>
                  </a:lnTo>
                  <a:lnTo>
                    <a:pt x="500721" y="16308"/>
                  </a:lnTo>
                  <a:lnTo>
                    <a:pt x="500756" y="17709"/>
                  </a:lnTo>
                  <a:lnTo>
                    <a:pt x="500616" y="18462"/>
                  </a:lnTo>
                  <a:lnTo>
                    <a:pt x="501072" y="19646"/>
                  </a:lnTo>
                  <a:lnTo>
                    <a:pt x="501597" y="19646"/>
                  </a:lnTo>
                  <a:lnTo>
                    <a:pt x="502454" y="20213"/>
                  </a:lnTo>
                  <a:lnTo>
                    <a:pt x="503124" y="22307"/>
                  </a:lnTo>
                  <a:lnTo>
                    <a:pt x="503727" y="23277"/>
                  </a:lnTo>
                  <a:lnTo>
                    <a:pt x="504148" y="24116"/>
                  </a:lnTo>
                  <a:lnTo>
                    <a:pt x="504224" y="24813"/>
                  </a:lnTo>
                  <a:lnTo>
                    <a:pt x="504264" y="25519"/>
                  </a:lnTo>
                  <a:lnTo>
                    <a:pt x="504138" y="26066"/>
                  </a:lnTo>
                  <a:lnTo>
                    <a:pt x="503909" y="26966"/>
                  </a:lnTo>
                  <a:lnTo>
                    <a:pt x="503839" y="27935"/>
                  </a:lnTo>
                  <a:lnTo>
                    <a:pt x="504126" y="29025"/>
                  </a:lnTo>
                  <a:lnTo>
                    <a:pt x="505191" y="29814"/>
                  </a:lnTo>
                  <a:lnTo>
                    <a:pt x="505554" y="30626"/>
                  </a:lnTo>
                  <a:lnTo>
                    <a:pt x="505636" y="31669"/>
                  </a:lnTo>
                  <a:lnTo>
                    <a:pt x="505969" y="32822"/>
                  </a:lnTo>
                  <a:lnTo>
                    <a:pt x="506693" y="34154"/>
                  </a:lnTo>
                  <a:lnTo>
                    <a:pt x="506970" y="35269"/>
                  </a:lnTo>
                  <a:lnTo>
                    <a:pt x="506802" y="36167"/>
                  </a:lnTo>
                  <a:lnTo>
                    <a:pt x="507014" y="36917"/>
                  </a:lnTo>
                  <a:lnTo>
                    <a:pt x="507372" y="37500"/>
                  </a:lnTo>
                  <a:lnTo>
                    <a:pt x="507449" y="39628"/>
                  </a:lnTo>
                  <a:lnTo>
                    <a:pt x="507481" y="40855"/>
                  </a:lnTo>
                  <a:lnTo>
                    <a:pt x="508065" y="42230"/>
                  </a:lnTo>
                  <a:lnTo>
                    <a:pt x="508185" y="45042"/>
                  </a:lnTo>
                  <a:lnTo>
                    <a:pt x="508593" y="48158"/>
                  </a:lnTo>
                  <a:lnTo>
                    <a:pt x="509970" y="52429"/>
                  </a:lnTo>
                  <a:lnTo>
                    <a:pt x="510422" y="54742"/>
                  </a:lnTo>
                  <a:lnTo>
                    <a:pt x="510306" y="57493"/>
                  </a:lnTo>
                  <a:lnTo>
                    <a:pt x="510503" y="58782"/>
                  </a:lnTo>
                  <a:lnTo>
                    <a:pt x="511131" y="59409"/>
                  </a:lnTo>
                  <a:lnTo>
                    <a:pt x="511429" y="60574"/>
                  </a:lnTo>
                  <a:lnTo>
                    <a:pt x="511393" y="62276"/>
                  </a:lnTo>
                  <a:lnTo>
                    <a:pt x="511639" y="63334"/>
                  </a:lnTo>
                  <a:lnTo>
                    <a:pt x="511835" y="64459"/>
                  </a:lnTo>
                  <a:lnTo>
                    <a:pt x="511701" y="66211"/>
                  </a:lnTo>
                  <a:lnTo>
                    <a:pt x="511899" y="67792"/>
                  </a:lnTo>
                  <a:lnTo>
                    <a:pt x="512219" y="68715"/>
                  </a:lnTo>
                  <a:lnTo>
                    <a:pt x="512448" y="70424"/>
                  </a:lnTo>
                  <a:lnTo>
                    <a:pt x="512576" y="72556"/>
                  </a:lnTo>
                  <a:lnTo>
                    <a:pt x="513495" y="75932"/>
                  </a:lnTo>
                  <a:lnTo>
                    <a:pt x="515205" y="80555"/>
                  </a:lnTo>
                  <a:lnTo>
                    <a:pt x="516251" y="84145"/>
                  </a:lnTo>
                  <a:lnTo>
                    <a:pt x="516634" y="86705"/>
                  </a:lnTo>
                  <a:lnTo>
                    <a:pt x="516636" y="88810"/>
                  </a:lnTo>
                  <a:lnTo>
                    <a:pt x="516262" y="90462"/>
                  </a:lnTo>
                  <a:lnTo>
                    <a:pt x="516241" y="91664"/>
                  </a:lnTo>
                  <a:lnTo>
                    <a:pt x="516575" y="92415"/>
                  </a:lnTo>
                  <a:lnTo>
                    <a:pt x="516675" y="93434"/>
                  </a:lnTo>
                  <a:lnTo>
                    <a:pt x="516541" y="94718"/>
                  </a:lnTo>
                  <a:lnTo>
                    <a:pt x="517099" y="96242"/>
                  </a:lnTo>
                  <a:lnTo>
                    <a:pt x="518973" y="98889"/>
                  </a:lnTo>
                  <a:lnTo>
                    <a:pt x="518224" y="102946"/>
                  </a:lnTo>
                  <a:lnTo>
                    <a:pt x="518027" y="105802"/>
                  </a:lnTo>
                  <a:lnTo>
                    <a:pt x="518129" y="108804"/>
                  </a:lnTo>
                  <a:lnTo>
                    <a:pt x="518594" y="110921"/>
                  </a:lnTo>
                  <a:lnTo>
                    <a:pt x="519420" y="112150"/>
                  </a:lnTo>
                  <a:lnTo>
                    <a:pt x="519934" y="113434"/>
                  </a:lnTo>
                  <a:lnTo>
                    <a:pt x="520136" y="114770"/>
                  </a:lnTo>
                  <a:lnTo>
                    <a:pt x="521127" y="116231"/>
                  </a:lnTo>
                  <a:lnTo>
                    <a:pt x="522909" y="117812"/>
                  </a:lnTo>
                  <a:lnTo>
                    <a:pt x="525192" y="118087"/>
                  </a:lnTo>
                  <a:lnTo>
                    <a:pt x="527977" y="117054"/>
                  </a:lnTo>
                  <a:lnTo>
                    <a:pt x="529681" y="116880"/>
                  </a:lnTo>
                  <a:lnTo>
                    <a:pt x="530306" y="117565"/>
                  </a:lnTo>
                  <a:lnTo>
                    <a:pt x="530517" y="118603"/>
                  </a:lnTo>
                  <a:lnTo>
                    <a:pt x="530318" y="119995"/>
                  </a:lnTo>
                  <a:lnTo>
                    <a:pt x="530789" y="120910"/>
                  </a:lnTo>
                  <a:lnTo>
                    <a:pt x="531933" y="121348"/>
                  </a:lnTo>
                  <a:lnTo>
                    <a:pt x="532721" y="122225"/>
                  </a:lnTo>
                  <a:lnTo>
                    <a:pt x="533152" y="123543"/>
                  </a:lnTo>
                  <a:lnTo>
                    <a:pt x="533681" y="123915"/>
                  </a:lnTo>
                  <a:lnTo>
                    <a:pt x="534306" y="123344"/>
                  </a:lnTo>
                  <a:lnTo>
                    <a:pt x="534915" y="123424"/>
                  </a:lnTo>
                  <a:lnTo>
                    <a:pt x="535505" y="124157"/>
                  </a:lnTo>
                  <a:lnTo>
                    <a:pt x="535892" y="123906"/>
                  </a:lnTo>
                  <a:lnTo>
                    <a:pt x="536224" y="123106"/>
                  </a:lnTo>
                  <a:lnTo>
                    <a:pt x="536763" y="123106"/>
                  </a:lnTo>
                  <a:lnTo>
                    <a:pt x="537315" y="123124"/>
                  </a:lnTo>
                  <a:lnTo>
                    <a:pt x="537657" y="125056"/>
                  </a:lnTo>
                  <a:lnTo>
                    <a:pt x="538212" y="126143"/>
                  </a:lnTo>
                  <a:lnTo>
                    <a:pt x="538978" y="126384"/>
                  </a:lnTo>
                  <a:lnTo>
                    <a:pt x="540146" y="128737"/>
                  </a:lnTo>
                  <a:lnTo>
                    <a:pt x="542497" y="135433"/>
                  </a:lnTo>
                  <a:lnTo>
                    <a:pt x="544024" y="137815"/>
                  </a:lnTo>
                  <a:lnTo>
                    <a:pt x="545555" y="138563"/>
                  </a:lnTo>
                  <a:lnTo>
                    <a:pt x="547457" y="138715"/>
                  </a:lnTo>
                  <a:lnTo>
                    <a:pt x="548073" y="141315"/>
                  </a:lnTo>
                  <a:lnTo>
                    <a:pt x="547578" y="144066"/>
                  </a:lnTo>
                  <a:lnTo>
                    <a:pt x="547448" y="146360"/>
                  </a:lnTo>
                  <a:lnTo>
                    <a:pt x="547882" y="147182"/>
                  </a:lnTo>
                  <a:lnTo>
                    <a:pt x="548477" y="149879"/>
                  </a:lnTo>
                  <a:lnTo>
                    <a:pt x="549320" y="151446"/>
                  </a:lnTo>
                  <a:lnTo>
                    <a:pt x="549480" y="152685"/>
                  </a:lnTo>
                  <a:lnTo>
                    <a:pt x="549872" y="154072"/>
                  </a:lnTo>
                  <a:lnTo>
                    <a:pt x="549708" y="156640"/>
                  </a:lnTo>
                  <a:lnTo>
                    <a:pt x="548986" y="160391"/>
                  </a:lnTo>
                  <a:lnTo>
                    <a:pt x="549183" y="163594"/>
                  </a:lnTo>
                  <a:lnTo>
                    <a:pt x="550298" y="166247"/>
                  </a:lnTo>
                  <a:lnTo>
                    <a:pt x="550940" y="168804"/>
                  </a:lnTo>
                  <a:lnTo>
                    <a:pt x="551108" y="171260"/>
                  </a:lnTo>
                  <a:lnTo>
                    <a:pt x="551387" y="172752"/>
                  </a:lnTo>
                  <a:lnTo>
                    <a:pt x="551780" y="173280"/>
                  </a:lnTo>
                  <a:lnTo>
                    <a:pt x="552925" y="173097"/>
                  </a:lnTo>
                  <a:lnTo>
                    <a:pt x="554824" y="172205"/>
                  </a:lnTo>
                  <a:lnTo>
                    <a:pt x="556217" y="172359"/>
                  </a:lnTo>
                  <a:lnTo>
                    <a:pt x="557106" y="173558"/>
                  </a:lnTo>
                  <a:lnTo>
                    <a:pt x="559303" y="173603"/>
                  </a:lnTo>
                  <a:lnTo>
                    <a:pt x="562807" y="172496"/>
                  </a:lnTo>
                  <a:lnTo>
                    <a:pt x="565022" y="172156"/>
                  </a:lnTo>
                  <a:lnTo>
                    <a:pt x="565946" y="172584"/>
                  </a:lnTo>
                  <a:lnTo>
                    <a:pt x="566769" y="171003"/>
                  </a:lnTo>
                  <a:lnTo>
                    <a:pt x="567490" y="167410"/>
                  </a:lnTo>
                  <a:lnTo>
                    <a:pt x="568166" y="165721"/>
                  </a:lnTo>
                  <a:lnTo>
                    <a:pt x="568797" y="165933"/>
                  </a:lnTo>
                  <a:lnTo>
                    <a:pt x="569800" y="164780"/>
                  </a:lnTo>
                  <a:lnTo>
                    <a:pt x="571174" y="162260"/>
                  </a:lnTo>
                  <a:lnTo>
                    <a:pt x="572366" y="161040"/>
                  </a:lnTo>
                  <a:lnTo>
                    <a:pt x="573876" y="161163"/>
                  </a:lnTo>
                  <a:lnTo>
                    <a:pt x="575483" y="161291"/>
                  </a:lnTo>
                  <a:lnTo>
                    <a:pt x="576492" y="160232"/>
                  </a:lnTo>
                  <a:lnTo>
                    <a:pt x="577439" y="158025"/>
                  </a:lnTo>
                  <a:lnTo>
                    <a:pt x="579077" y="156074"/>
                  </a:lnTo>
                  <a:lnTo>
                    <a:pt x="582574" y="153528"/>
                  </a:lnTo>
                  <a:lnTo>
                    <a:pt x="583415" y="153128"/>
                  </a:lnTo>
                  <a:lnTo>
                    <a:pt x="583815" y="153264"/>
                  </a:lnTo>
                  <a:lnTo>
                    <a:pt x="584980" y="153663"/>
                  </a:lnTo>
                  <a:lnTo>
                    <a:pt x="586013" y="154656"/>
                  </a:lnTo>
                  <a:lnTo>
                    <a:pt x="586990" y="156660"/>
                  </a:lnTo>
                  <a:lnTo>
                    <a:pt x="587140" y="157944"/>
                  </a:lnTo>
                  <a:lnTo>
                    <a:pt x="587029" y="159632"/>
                  </a:lnTo>
                  <a:lnTo>
                    <a:pt x="586817" y="160612"/>
                  </a:lnTo>
                  <a:lnTo>
                    <a:pt x="586414" y="161713"/>
                  </a:lnTo>
                  <a:lnTo>
                    <a:pt x="586036" y="163497"/>
                  </a:lnTo>
                  <a:lnTo>
                    <a:pt x="586279" y="164896"/>
                  </a:lnTo>
                  <a:lnTo>
                    <a:pt x="586846" y="167878"/>
                  </a:lnTo>
                  <a:lnTo>
                    <a:pt x="587311" y="170031"/>
                  </a:lnTo>
                  <a:lnTo>
                    <a:pt x="587827" y="172571"/>
                  </a:lnTo>
                  <a:lnTo>
                    <a:pt x="587595" y="173486"/>
                  </a:lnTo>
                  <a:lnTo>
                    <a:pt x="587284" y="175248"/>
                  </a:lnTo>
                  <a:lnTo>
                    <a:pt x="586326" y="178232"/>
                  </a:lnTo>
                  <a:lnTo>
                    <a:pt x="585804" y="179376"/>
                  </a:lnTo>
                  <a:lnTo>
                    <a:pt x="585243" y="180492"/>
                  </a:lnTo>
                  <a:lnTo>
                    <a:pt x="584272" y="180762"/>
                  </a:lnTo>
                  <a:lnTo>
                    <a:pt x="583858" y="181021"/>
                  </a:lnTo>
                  <a:lnTo>
                    <a:pt x="583390" y="181491"/>
                  </a:lnTo>
                  <a:lnTo>
                    <a:pt x="583095" y="182550"/>
                  </a:lnTo>
                  <a:lnTo>
                    <a:pt x="582760" y="183292"/>
                  </a:lnTo>
                  <a:lnTo>
                    <a:pt x="582207" y="184782"/>
                  </a:lnTo>
                  <a:lnTo>
                    <a:pt x="582162" y="186066"/>
                  </a:lnTo>
                  <a:lnTo>
                    <a:pt x="582414" y="187972"/>
                  </a:lnTo>
                  <a:lnTo>
                    <a:pt x="582538" y="189927"/>
                  </a:lnTo>
                  <a:lnTo>
                    <a:pt x="581911" y="191673"/>
                  </a:lnTo>
                  <a:lnTo>
                    <a:pt x="581425" y="194358"/>
                  </a:lnTo>
                  <a:lnTo>
                    <a:pt x="581281" y="195166"/>
                  </a:lnTo>
                  <a:lnTo>
                    <a:pt x="581037" y="197199"/>
                  </a:lnTo>
                  <a:lnTo>
                    <a:pt x="580965" y="197903"/>
                  </a:lnTo>
                  <a:lnTo>
                    <a:pt x="580812" y="202187"/>
                  </a:lnTo>
                  <a:lnTo>
                    <a:pt x="580186" y="205110"/>
                  </a:lnTo>
                  <a:lnTo>
                    <a:pt x="579312" y="208512"/>
                  </a:lnTo>
                  <a:lnTo>
                    <a:pt x="579505" y="210538"/>
                  </a:lnTo>
                  <a:lnTo>
                    <a:pt x="579659" y="212418"/>
                  </a:lnTo>
                  <a:lnTo>
                    <a:pt x="579444" y="213331"/>
                  </a:lnTo>
                  <a:lnTo>
                    <a:pt x="579391" y="214128"/>
                  </a:lnTo>
                  <a:lnTo>
                    <a:pt x="579261" y="215940"/>
                  </a:lnTo>
                  <a:lnTo>
                    <a:pt x="578987" y="216634"/>
                  </a:lnTo>
                  <a:lnTo>
                    <a:pt x="578193" y="217766"/>
                  </a:lnTo>
                  <a:lnTo>
                    <a:pt x="577717" y="219131"/>
                  </a:lnTo>
                  <a:lnTo>
                    <a:pt x="577818" y="221203"/>
                  </a:lnTo>
                  <a:lnTo>
                    <a:pt x="577573" y="222997"/>
                  </a:lnTo>
                  <a:lnTo>
                    <a:pt x="577209" y="224584"/>
                  </a:lnTo>
                  <a:lnTo>
                    <a:pt x="576826" y="225615"/>
                  </a:lnTo>
                  <a:lnTo>
                    <a:pt x="576280" y="226281"/>
                  </a:lnTo>
                  <a:lnTo>
                    <a:pt x="575913" y="226842"/>
                  </a:lnTo>
                  <a:lnTo>
                    <a:pt x="575640" y="228862"/>
                  </a:lnTo>
                  <a:lnTo>
                    <a:pt x="575555" y="230421"/>
                  </a:lnTo>
                  <a:lnTo>
                    <a:pt x="575299" y="231975"/>
                  </a:lnTo>
                  <a:lnTo>
                    <a:pt x="575457" y="233567"/>
                  </a:lnTo>
                  <a:lnTo>
                    <a:pt x="575176" y="234942"/>
                  </a:lnTo>
                  <a:lnTo>
                    <a:pt x="574398" y="235901"/>
                  </a:lnTo>
                  <a:lnTo>
                    <a:pt x="573957" y="236467"/>
                  </a:lnTo>
                  <a:lnTo>
                    <a:pt x="573548" y="236698"/>
                  </a:lnTo>
                  <a:lnTo>
                    <a:pt x="572769" y="238188"/>
                  </a:lnTo>
                  <a:lnTo>
                    <a:pt x="572071" y="243312"/>
                  </a:lnTo>
                  <a:lnTo>
                    <a:pt x="571912" y="246295"/>
                  </a:lnTo>
                  <a:lnTo>
                    <a:pt x="572072" y="248947"/>
                  </a:lnTo>
                  <a:lnTo>
                    <a:pt x="571094" y="250607"/>
                  </a:lnTo>
                  <a:lnTo>
                    <a:pt x="570366" y="251925"/>
                  </a:lnTo>
                  <a:lnTo>
                    <a:pt x="569912" y="251449"/>
                  </a:lnTo>
                  <a:lnTo>
                    <a:pt x="569430" y="251003"/>
                  </a:lnTo>
                  <a:lnTo>
                    <a:pt x="568319" y="250429"/>
                  </a:lnTo>
                  <a:lnTo>
                    <a:pt x="567766" y="250041"/>
                  </a:lnTo>
                  <a:lnTo>
                    <a:pt x="566645" y="249181"/>
                  </a:lnTo>
                  <a:lnTo>
                    <a:pt x="564857" y="248083"/>
                  </a:lnTo>
                  <a:lnTo>
                    <a:pt x="563111" y="246803"/>
                  </a:lnTo>
                  <a:lnTo>
                    <a:pt x="562015" y="246132"/>
                  </a:lnTo>
                  <a:lnTo>
                    <a:pt x="561151" y="245600"/>
                  </a:lnTo>
                  <a:lnTo>
                    <a:pt x="560495" y="244721"/>
                  </a:lnTo>
                  <a:lnTo>
                    <a:pt x="559943" y="243151"/>
                  </a:lnTo>
                  <a:lnTo>
                    <a:pt x="559396" y="243789"/>
                  </a:lnTo>
                  <a:lnTo>
                    <a:pt x="558888" y="245640"/>
                  </a:lnTo>
                  <a:lnTo>
                    <a:pt x="558041" y="246741"/>
                  </a:lnTo>
                  <a:lnTo>
                    <a:pt x="557656" y="248774"/>
                  </a:lnTo>
                  <a:lnTo>
                    <a:pt x="557317" y="250338"/>
                  </a:lnTo>
                  <a:lnTo>
                    <a:pt x="556440" y="252422"/>
                  </a:lnTo>
                  <a:lnTo>
                    <a:pt x="556050" y="253282"/>
                  </a:lnTo>
                  <a:lnTo>
                    <a:pt x="554333" y="254697"/>
                  </a:lnTo>
                  <a:lnTo>
                    <a:pt x="553945" y="255169"/>
                  </a:lnTo>
                  <a:lnTo>
                    <a:pt x="552545" y="255469"/>
                  </a:lnTo>
                  <a:lnTo>
                    <a:pt x="552071" y="256094"/>
                  </a:lnTo>
                  <a:lnTo>
                    <a:pt x="551577" y="257410"/>
                  </a:lnTo>
                  <a:lnTo>
                    <a:pt x="551444" y="258721"/>
                  </a:lnTo>
                  <a:lnTo>
                    <a:pt x="551791" y="260102"/>
                  </a:lnTo>
                  <a:lnTo>
                    <a:pt x="552337" y="262866"/>
                  </a:lnTo>
                  <a:lnTo>
                    <a:pt x="552589" y="264758"/>
                  </a:lnTo>
                  <a:lnTo>
                    <a:pt x="552963" y="268495"/>
                  </a:lnTo>
                  <a:lnTo>
                    <a:pt x="554208" y="280244"/>
                  </a:lnTo>
                  <a:lnTo>
                    <a:pt x="553804" y="282272"/>
                  </a:lnTo>
                  <a:lnTo>
                    <a:pt x="553428" y="291083"/>
                  </a:lnTo>
                  <a:lnTo>
                    <a:pt x="553519" y="292675"/>
                  </a:lnTo>
                  <a:lnTo>
                    <a:pt x="553485" y="295151"/>
                  </a:lnTo>
                  <a:lnTo>
                    <a:pt x="553507" y="296969"/>
                  </a:lnTo>
                  <a:lnTo>
                    <a:pt x="553765" y="297416"/>
                  </a:lnTo>
                  <a:lnTo>
                    <a:pt x="554099" y="298048"/>
                  </a:lnTo>
                  <a:lnTo>
                    <a:pt x="554271" y="299111"/>
                  </a:lnTo>
                  <a:lnTo>
                    <a:pt x="554227" y="300736"/>
                  </a:lnTo>
                  <a:lnTo>
                    <a:pt x="554055" y="301931"/>
                  </a:lnTo>
                  <a:lnTo>
                    <a:pt x="553791" y="304291"/>
                  </a:lnTo>
                  <a:lnTo>
                    <a:pt x="553442" y="307706"/>
                  </a:lnTo>
                  <a:lnTo>
                    <a:pt x="553057" y="309024"/>
                  </a:lnTo>
                  <a:lnTo>
                    <a:pt x="552801" y="310062"/>
                  </a:lnTo>
                  <a:lnTo>
                    <a:pt x="552582" y="310782"/>
                  </a:lnTo>
                  <a:lnTo>
                    <a:pt x="552556" y="313199"/>
                  </a:lnTo>
                  <a:lnTo>
                    <a:pt x="552413" y="314796"/>
                  </a:lnTo>
                  <a:lnTo>
                    <a:pt x="551807" y="315362"/>
                  </a:lnTo>
                  <a:lnTo>
                    <a:pt x="551204" y="316288"/>
                  </a:lnTo>
                  <a:lnTo>
                    <a:pt x="550490" y="315946"/>
                  </a:lnTo>
                  <a:lnTo>
                    <a:pt x="549863" y="316138"/>
                  </a:lnTo>
                  <a:lnTo>
                    <a:pt x="549085" y="316759"/>
                  </a:lnTo>
                  <a:lnTo>
                    <a:pt x="547689" y="317474"/>
                  </a:lnTo>
                  <a:lnTo>
                    <a:pt x="546879" y="318435"/>
                  </a:lnTo>
                  <a:lnTo>
                    <a:pt x="546492" y="319135"/>
                  </a:lnTo>
                  <a:lnTo>
                    <a:pt x="546224" y="319973"/>
                  </a:lnTo>
                  <a:lnTo>
                    <a:pt x="546177" y="320777"/>
                  </a:lnTo>
                  <a:lnTo>
                    <a:pt x="546363" y="321200"/>
                  </a:lnTo>
                  <a:lnTo>
                    <a:pt x="547145" y="321531"/>
                  </a:lnTo>
                  <a:lnTo>
                    <a:pt x="547683" y="323041"/>
                  </a:lnTo>
                  <a:lnTo>
                    <a:pt x="547759" y="32469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2791633" y="3481975"/>
              <a:ext cx="1534" cy="1729"/>
            </a:xfrm>
            <a:custGeom>
              <a:avLst/>
              <a:pathLst>
                <a:path w="1534" h="1729">
                  <a:moveTo>
                    <a:pt x="1534" y="558"/>
                  </a:moveTo>
                  <a:lnTo>
                    <a:pt x="1272" y="1729"/>
                  </a:lnTo>
                  <a:lnTo>
                    <a:pt x="0" y="97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2740131" y="3317184"/>
              <a:ext cx="58621" cy="188308"/>
            </a:xfrm>
            <a:custGeom>
              <a:avLst/>
              <a:pathLst>
                <a:path w="58621" h="188308">
                  <a:moveTo>
                    <a:pt x="29610" y="8807"/>
                  </a:moveTo>
                  <a:lnTo>
                    <a:pt x="30208" y="10770"/>
                  </a:lnTo>
                  <a:lnTo>
                    <a:pt x="30968" y="12116"/>
                  </a:lnTo>
                  <a:lnTo>
                    <a:pt x="32121" y="11949"/>
                  </a:lnTo>
                  <a:lnTo>
                    <a:pt x="32958" y="12748"/>
                  </a:lnTo>
                  <a:lnTo>
                    <a:pt x="33683" y="14256"/>
                  </a:lnTo>
                  <a:lnTo>
                    <a:pt x="34169" y="17603"/>
                  </a:lnTo>
                  <a:lnTo>
                    <a:pt x="34700" y="20022"/>
                  </a:lnTo>
                  <a:lnTo>
                    <a:pt x="34932" y="23461"/>
                  </a:lnTo>
                  <a:lnTo>
                    <a:pt x="35771" y="25268"/>
                  </a:lnTo>
                  <a:lnTo>
                    <a:pt x="36427" y="26089"/>
                  </a:lnTo>
                  <a:lnTo>
                    <a:pt x="37318" y="28589"/>
                  </a:lnTo>
                  <a:lnTo>
                    <a:pt x="38240" y="29859"/>
                  </a:lnTo>
                  <a:lnTo>
                    <a:pt x="39194" y="29566"/>
                  </a:lnTo>
                  <a:lnTo>
                    <a:pt x="39639" y="30873"/>
                  </a:lnTo>
                  <a:lnTo>
                    <a:pt x="40352" y="31796"/>
                  </a:lnTo>
                  <a:lnTo>
                    <a:pt x="41063" y="31864"/>
                  </a:lnTo>
                  <a:lnTo>
                    <a:pt x="41688" y="28982"/>
                  </a:lnTo>
                  <a:lnTo>
                    <a:pt x="42515" y="27845"/>
                  </a:lnTo>
                  <a:lnTo>
                    <a:pt x="44608" y="25543"/>
                  </a:lnTo>
                  <a:lnTo>
                    <a:pt x="45433" y="24500"/>
                  </a:lnTo>
                  <a:lnTo>
                    <a:pt x="46269" y="23842"/>
                  </a:lnTo>
                  <a:lnTo>
                    <a:pt x="48283" y="23631"/>
                  </a:lnTo>
                  <a:lnTo>
                    <a:pt x="50157" y="24341"/>
                  </a:lnTo>
                  <a:lnTo>
                    <a:pt x="51085" y="24875"/>
                  </a:lnTo>
                  <a:lnTo>
                    <a:pt x="51721" y="24484"/>
                  </a:lnTo>
                  <a:lnTo>
                    <a:pt x="52325" y="25852"/>
                  </a:lnTo>
                  <a:lnTo>
                    <a:pt x="52949" y="28720"/>
                  </a:lnTo>
                  <a:lnTo>
                    <a:pt x="53461" y="29642"/>
                  </a:lnTo>
                  <a:lnTo>
                    <a:pt x="53983" y="30634"/>
                  </a:lnTo>
                  <a:lnTo>
                    <a:pt x="54369" y="32897"/>
                  </a:lnTo>
                  <a:lnTo>
                    <a:pt x="54823" y="35147"/>
                  </a:lnTo>
                  <a:lnTo>
                    <a:pt x="55071" y="36142"/>
                  </a:lnTo>
                  <a:lnTo>
                    <a:pt x="55632" y="38361"/>
                  </a:lnTo>
                  <a:lnTo>
                    <a:pt x="56114" y="38394"/>
                  </a:lnTo>
                  <a:lnTo>
                    <a:pt x="56589" y="37436"/>
                  </a:lnTo>
                  <a:lnTo>
                    <a:pt x="56794" y="36721"/>
                  </a:lnTo>
                  <a:lnTo>
                    <a:pt x="56888" y="38187"/>
                  </a:lnTo>
                  <a:lnTo>
                    <a:pt x="56699" y="40562"/>
                  </a:lnTo>
                  <a:lnTo>
                    <a:pt x="56737" y="42030"/>
                  </a:lnTo>
                  <a:lnTo>
                    <a:pt x="57002" y="42593"/>
                  </a:lnTo>
                  <a:lnTo>
                    <a:pt x="56858" y="44485"/>
                  </a:lnTo>
                  <a:lnTo>
                    <a:pt x="56306" y="47705"/>
                  </a:lnTo>
                  <a:lnTo>
                    <a:pt x="56303" y="49611"/>
                  </a:lnTo>
                  <a:lnTo>
                    <a:pt x="56852" y="50203"/>
                  </a:lnTo>
                  <a:lnTo>
                    <a:pt x="57243" y="52227"/>
                  </a:lnTo>
                  <a:lnTo>
                    <a:pt x="57476" y="55684"/>
                  </a:lnTo>
                  <a:lnTo>
                    <a:pt x="57712" y="56841"/>
                  </a:lnTo>
                  <a:lnTo>
                    <a:pt x="57735" y="57552"/>
                  </a:lnTo>
                  <a:lnTo>
                    <a:pt x="58130" y="65925"/>
                  </a:lnTo>
                  <a:lnTo>
                    <a:pt x="58621" y="74325"/>
                  </a:lnTo>
                  <a:lnTo>
                    <a:pt x="58309" y="75422"/>
                  </a:lnTo>
                  <a:lnTo>
                    <a:pt x="57881" y="75742"/>
                  </a:lnTo>
                  <a:lnTo>
                    <a:pt x="57603" y="76133"/>
                  </a:lnTo>
                  <a:lnTo>
                    <a:pt x="57524" y="76915"/>
                  </a:lnTo>
                  <a:lnTo>
                    <a:pt x="57706" y="78064"/>
                  </a:lnTo>
                  <a:lnTo>
                    <a:pt x="57587" y="79114"/>
                  </a:lnTo>
                  <a:lnTo>
                    <a:pt x="57054" y="79837"/>
                  </a:lnTo>
                  <a:lnTo>
                    <a:pt x="55892" y="82505"/>
                  </a:lnTo>
                  <a:lnTo>
                    <a:pt x="55811" y="83566"/>
                  </a:lnTo>
                  <a:lnTo>
                    <a:pt x="55503" y="85840"/>
                  </a:lnTo>
                  <a:lnTo>
                    <a:pt x="55246" y="87228"/>
                  </a:lnTo>
                  <a:lnTo>
                    <a:pt x="54867" y="89801"/>
                  </a:lnTo>
                  <a:lnTo>
                    <a:pt x="54264" y="96611"/>
                  </a:lnTo>
                  <a:lnTo>
                    <a:pt x="54040" y="102252"/>
                  </a:lnTo>
                  <a:lnTo>
                    <a:pt x="54007" y="103988"/>
                  </a:lnTo>
                  <a:lnTo>
                    <a:pt x="53773" y="105203"/>
                  </a:lnTo>
                  <a:lnTo>
                    <a:pt x="53508" y="106952"/>
                  </a:lnTo>
                  <a:lnTo>
                    <a:pt x="52247" y="111787"/>
                  </a:lnTo>
                  <a:lnTo>
                    <a:pt x="51603" y="115739"/>
                  </a:lnTo>
                  <a:lnTo>
                    <a:pt x="51687" y="117456"/>
                  </a:lnTo>
                  <a:lnTo>
                    <a:pt x="51716" y="119180"/>
                  </a:lnTo>
                  <a:lnTo>
                    <a:pt x="51526" y="120423"/>
                  </a:lnTo>
                  <a:lnTo>
                    <a:pt x="51560" y="123764"/>
                  </a:lnTo>
                  <a:lnTo>
                    <a:pt x="51717" y="126558"/>
                  </a:lnTo>
                  <a:lnTo>
                    <a:pt x="51942" y="129301"/>
                  </a:lnTo>
                  <a:lnTo>
                    <a:pt x="52855" y="137061"/>
                  </a:lnTo>
                  <a:lnTo>
                    <a:pt x="53330" y="141770"/>
                  </a:lnTo>
                  <a:lnTo>
                    <a:pt x="53627" y="145568"/>
                  </a:lnTo>
                  <a:lnTo>
                    <a:pt x="53887" y="148121"/>
                  </a:lnTo>
                  <a:lnTo>
                    <a:pt x="54132" y="149157"/>
                  </a:lnTo>
                  <a:lnTo>
                    <a:pt x="54233" y="150140"/>
                  </a:lnTo>
                  <a:lnTo>
                    <a:pt x="55589" y="150844"/>
                  </a:lnTo>
                  <a:lnTo>
                    <a:pt x="55854" y="151408"/>
                  </a:lnTo>
                  <a:lnTo>
                    <a:pt x="56226" y="156360"/>
                  </a:lnTo>
                  <a:lnTo>
                    <a:pt x="56159" y="158593"/>
                  </a:lnTo>
                  <a:lnTo>
                    <a:pt x="55893" y="159442"/>
                  </a:lnTo>
                  <a:lnTo>
                    <a:pt x="55902" y="161336"/>
                  </a:lnTo>
                  <a:lnTo>
                    <a:pt x="55839" y="163688"/>
                  </a:lnTo>
                  <a:lnTo>
                    <a:pt x="55642" y="164619"/>
                  </a:lnTo>
                  <a:lnTo>
                    <a:pt x="54882" y="164737"/>
                  </a:lnTo>
                  <a:lnTo>
                    <a:pt x="54367" y="165629"/>
                  </a:lnTo>
                  <a:lnTo>
                    <a:pt x="53686" y="165275"/>
                  </a:lnTo>
                  <a:lnTo>
                    <a:pt x="53622" y="164692"/>
                  </a:lnTo>
                  <a:lnTo>
                    <a:pt x="53255" y="164480"/>
                  </a:lnTo>
                  <a:lnTo>
                    <a:pt x="52248" y="163141"/>
                  </a:lnTo>
                  <a:lnTo>
                    <a:pt x="52415" y="158849"/>
                  </a:lnTo>
                  <a:lnTo>
                    <a:pt x="51948" y="158665"/>
                  </a:lnTo>
                  <a:lnTo>
                    <a:pt x="51586" y="159230"/>
                  </a:lnTo>
                  <a:lnTo>
                    <a:pt x="50871" y="164389"/>
                  </a:lnTo>
                  <a:lnTo>
                    <a:pt x="50529" y="165279"/>
                  </a:lnTo>
                  <a:lnTo>
                    <a:pt x="45501" y="162619"/>
                  </a:lnTo>
                  <a:lnTo>
                    <a:pt x="44409" y="160478"/>
                  </a:lnTo>
                  <a:lnTo>
                    <a:pt x="43101" y="159989"/>
                  </a:lnTo>
                  <a:lnTo>
                    <a:pt x="40822" y="160234"/>
                  </a:lnTo>
                  <a:lnTo>
                    <a:pt x="38942" y="160870"/>
                  </a:lnTo>
                  <a:lnTo>
                    <a:pt x="38403" y="162170"/>
                  </a:lnTo>
                  <a:lnTo>
                    <a:pt x="43149" y="161410"/>
                  </a:lnTo>
                  <a:lnTo>
                    <a:pt x="43660" y="161557"/>
                  </a:lnTo>
                  <a:lnTo>
                    <a:pt x="43899" y="162340"/>
                  </a:lnTo>
                  <a:lnTo>
                    <a:pt x="37897" y="164041"/>
                  </a:lnTo>
                  <a:lnTo>
                    <a:pt x="35607" y="165053"/>
                  </a:lnTo>
                  <a:lnTo>
                    <a:pt x="34930" y="164774"/>
                  </a:lnTo>
                  <a:lnTo>
                    <a:pt x="34415" y="163124"/>
                  </a:lnTo>
                  <a:lnTo>
                    <a:pt x="31928" y="162928"/>
                  </a:lnTo>
                  <a:lnTo>
                    <a:pt x="31418" y="163467"/>
                  </a:lnTo>
                  <a:lnTo>
                    <a:pt x="31110" y="164685"/>
                  </a:lnTo>
                  <a:lnTo>
                    <a:pt x="32088" y="164421"/>
                  </a:lnTo>
                  <a:lnTo>
                    <a:pt x="33635" y="164349"/>
                  </a:lnTo>
                  <a:lnTo>
                    <a:pt x="34049" y="165279"/>
                  </a:lnTo>
                  <a:lnTo>
                    <a:pt x="29214" y="166497"/>
                  </a:lnTo>
                  <a:lnTo>
                    <a:pt x="25858" y="168817"/>
                  </a:lnTo>
                  <a:lnTo>
                    <a:pt x="24436" y="170534"/>
                  </a:lnTo>
                  <a:lnTo>
                    <a:pt x="19757" y="176180"/>
                  </a:lnTo>
                  <a:lnTo>
                    <a:pt x="16904" y="178848"/>
                  </a:lnTo>
                  <a:lnTo>
                    <a:pt x="16157" y="179827"/>
                  </a:lnTo>
                  <a:lnTo>
                    <a:pt x="14858" y="182593"/>
                  </a:lnTo>
                  <a:lnTo>
                    <a:pt x="13191" y="184329"/>
                  </a:lnTo>
                  <a:lnTo>
                    <a:pt x="11320" y="187578"/>
                  </a:lnTo>
                  <a:lnTo>
                    <a:pt x="10176" y="188308"/>
                  </a:lnTo>
                  <a:lnTo>
                    <a:pt x="9921" y="187271"/>
                  </a:lnTo>
                  <a:lnTo>
                    <a:pt x="9891" y="181778"/>
                  </a:lnTo>
                  <a:lnTo>
                    <a:pt x="9732" y="174414"/>
                  </a:lnTo>
                  <a:lnTo>
                    <a:pt x="9791" y="171600"/>
                  </a:lnTo>
                  <a:lnTo>
                    <a:pt x="9942" y="168950"/>
                  </a:lnTo>
                  <a:lnTo>
                    <a:pt x="9946" y="166757"/>
                  </a:lnTo>
                  <a:lnTo>
                    <a:pt x="10515" y="165934"/>
                  </a:lnTo>
                  <a:lnTo>
                    <a:pt x="10665" y="165010"/>
                  </a:lnTo>
                  <a:lnTo>
                    <a:pt x="10751" y="162154"/>
                  </a:lnTo>
                  <a:lnTo>
                    <a:pt x="11283" y="159551"/>
                  </a:lnTo>
                  <a:lnTo>
                    <a:pt x="11292" y="155019"/>
                  </a:lnTo>
                  <a:lnTo>
                    <a:pt x="11450" y="154073"/>
                  </a:lnTo>
                  <a:lnTo>
                    <a:pt x="11571" y="152871"/>
                  </a:lnTo>
                  <a:lnTo>
                    <a:pt x="11342" y="149895"/>
                  </a:lnTo>
                  <a:lnTo>
                    <a:pt x="11047" y="144280"/>
                  </a:lnTo>
                  <a:lnTo>
                    <a:pt x="10903" y="143914"/>
                  </a:lnTo>
                  <a:lnTo>
                    <a:pt x="10774" y="144156"/>
                  </a:lnTo>
                  <a:lnTo>
                    <a:pt x="10475" y="144259"/>
                  </a:lnTo>
                  <a:lnTo>
                    <a:pt x="9300" y="142318"/>
                  </a:lnTo>
                  <a:lnTo>
                    <a:pt x="8394" y="141984"/>
                  </a:lnTo>
                  <a:lnTo>
                    <a:pt x="7758" y="140327"/>
                  </a:lnTo>
                  <a:lnTo>
                    <a:pt x="7716" y="138441"/>
                  </a:lnTo>
                  <a:lnTo>
                    <a:pt x="7405" y="137335"/>
                  </a:lnTo>
                  <a:lnTo>
                    <a:pt x="7191" y="135155"/>
                  </a:lnTo>
                  <a:lnTo>
                    <a:pt x="6873" y="132651"/>
                  </a:lnTo>
                  <a:lnTo>
                    <a:pt x="5979" y="131136"/>
                  </a:lnTo>
                  <a:lnTo>
                    <a:pt x="5139" y="130774"/>
                  </a:lnTo>
                  <a:lnTo>
                    <a:pt x="4543" y="131095"/>
                  </a:lnTo>
                  <a:lnTo>
                    <a:pt x="3842" y="131001"/>
                  </a:lnTo>
                  <a:lnTo>
                    <a:pt x="3042" y="130164"/>
                  </a:lnTo>
                  <a:lnTo>
                    <a:pt x="2486" y="129212"/>
                  </a:lnTo>
                  <a:lnTo>
                    <a:pt x="1963" y="127382"/>
                  </a:lnTo>
                  <a:lnTo>
                    <a:pt x="1477" y="125925"/>
                  </a:lnTo>
                  <a:lnTo>
                    <a:pt x="1088" y="126105"/>
                  </a:lnTo>
                  <a:lnTo>
                    <a:pt x="615" y="125760"/>
                  </a:lnTo>
                  <a:lnTo>
                    <a:pt x="150" y="125097"/>
                  </a:lnTo>
                  <a:lnTo>
                    <a:pt x="0" y="124586"/>
                  </a:lnTo>
                  <a:lnTo>
                    <a:pt x="1945" y="118756"/>
                  </a:lnTo>
                  <a:lnTo>
                    <a:pt x="2605" y="115906"/>
                  </a:lnTo>
                  <a:lnTo>
                    <a:pt x="2677" y="114167"/>
                  </a:lnTo>
                  <a:lnTo>
                    <a:pt x="2682" y="112406"/>
                  </a:lnTo>
                  <a:lnTo>
                    <a:pt x="2895" y="110605"/>
                  </a:lnTo>
                  <a:lnTo>
                    <a:pt x="2950" y="107855"/>
                  </a:lnTo>
                  <a:lnTo>
                    <a:pt x="1872" y="97873"/>
                  </a:lnTo>
                  <a:lnTo>
                    <a:pt x="1599" y="94783"/>
                  </a:lnTo>
                  <a:lnTo>
                    <a:pt x="1310" y="93878"/>
                  </a:lnTo>
                  <a:lnTo>
                    <a:pt x="1126" y="93539"/>
                  </a:lnTo>
                  <a:lnTo>
                    <a:pt x="1668" y="92258"/>
                  </a:lnTo>
                  <a:lnTo>
                    <a:pt x="2420" y="92591"/>
                  </a:lnTo>
                  <a:lnTo>
                    <a:pt x="3573" y="93591"/>
                  </a:lnTo>
                  <a:lnTo>
                    <a:pt x="3822" y="92601"/>
                  </a:lnTo>
                  <a:lnTo>
                    <a:pt x="4692" y="87563"/>
                  </a:lnTo>
                  <a:lnTo>
                    <a:pt x="4669" y="85693"/>
                  </a:lnTo>
                  <a:lnTo>
                    <a:pt x="4582" y="84402"/>
                  </a:lnTo>
                  <a:lnTo>
                    <a:pt x="5092" y="80954"/>
                  </a:lnTo>
                  <a:lnTo>
                    <a:pt x="5497" y="79615"/>
                  </a:lnTo>
                  <a:lnTo>
                    <a:pt x="5707" y="78173"/>
                  </a:lnTo>
                  <a:lnTo>
                    <a:pt x="5641" y="76211"/>
                  </a:lnTo>
                  <a:lnTo>
                    <a:pt x="5335" y="75478"/>
                  </a:lnTo>
                  <a:lnTo>
                    <a:pt x="4932" y="75614"/>
                  </a:lnTo>
                  <a:lnTo>
                    <a:pt x="4450" y="75132"/>
                  </a:lnTo>
                  <a:lnTo>
                    <a:pt x="3714" y="74002"/>
                  </a:lnTo>
                  <a:lnTo>
                    <a:pt x="3340" y="72996"/>
                  </a:lnTo>
                  <a:lnTo>
                    <a:pt x="3455" y="68440"/>
                  </a:lnTo>
                  <a:lnTo>
                    <a:pt x="3524" y="67029"/>
                  </a:lnTo>
                  <a:lnTo>
                    <a:pt x="3783" y="66214"/>
                  </a:lnTo>
                  <a:lnTo>
                    <a:pt x="4189" y="65994"/>
                  </a:lnTo>
                  <a:lnTo>
                    <a:pt x="5330" y="65857"/>
                  </a:lnTo>
                  <a:lnTo>
                    <a:pt x="6253" y="66377"/>
                  </a:lnTo>
                  <a:lnTo>
                    <a:pt x="7064" y="66678"/>
                  </a:lnTo>
                  <a:lnTo>
                    <a:pt x="7498" y="66674"/>
                  </a:lnTo>
                  <a:lnTo>
                    <a:pt x="7846" y="68024"/>
                  </a:lnTo>
                  <a:lnTo>
                    <a:pt x="8311" y="69405"/>
                  </a:lnTo>
                  <a:lnTo>
                    <a:pt x="8724" y="69395"/>
                  </a:lnTo>
                  <a:lnTo>
                    <a:pt x="8867" y="68368"/>
                  </a:lnTo>
                  <a:lnTo>
                    <a:pt x="8773" y="63872"/>
                  </a:lnTo>
                  <a:lnTo>
                    <a:pt x="8498" y="61493"/>
                  </a:lnTo>
                  <a:lnTo>
                    <a:pt x="7878" y="59200"/>
                  </a:lnTo>
                  <a:lnTo>
                    <a:pt x="6273" y="57244"/>
                  </a:lnTo>
                  <a:lnTo>
                    <a:pt x="6235" y="54507"/>
                  </a:lnTo>
                  <a:lnTo>
                    <a:pt x="6396" y="51542"/>
                  </a:lnTo>
                  <a:lnTo>
                    <a:pt x="6743" y="50439"/>
                  </a:lnTo>
                  <a:lnTo>
                    <a:pt x="7936" y="48555"/>
                  </a:lnTo>
                  <a:lnTo>
                    <a:pt x="7727" y="47545"/>
                  </a:lnTo>
                  <a:lnTo>
                    <a:pt x="7346" y="46464"/>
                  </a:lnTo>
                  <a:lnTo>
                    <a:pt x="6590" y="45373"/>
                  </a:lnTo>
                  <a:lnTo>
                    <a:pt x="6763" y="41823"/>
                  </a:lnTo>
                  <a:lnTo>
                    <a:pt x="6800" y="38656"/>
                  </a:lnTo>
                  <a:lnTo>
                    <a:pt x="6161" y="39011"/>
                  </a:lnTo>
                  <a:lnTo>
                    <a:pt x="5504" y="39194"/>
                  </a:lnTo>
                  <a:lnTo>
                    <a:pt x="4950" y="38218"/>
                  </a:lnTo>
                  <a:lnTo>
                    <a:pt x="4485" y="36297"/>
                  </a:lnTo>
                  <a:lnTo>
                    <a:pt x="4398" y="31004"/>
                  </a:lnTo>
                  <a:lnTo>
                    <a:pt x="4400" y="24890"/>
                  </a:lnTo>
                  <a:lnTo>
                    <a:pt x="4310" y="22187"/>
                  </a:lnTo>
                  <a:lnTo>
                    <a:pt x="4489" y="20743"/>
                  </a:lnTo>
                  <a:lnTo>
                    <a:pt x="5054" y="19413"/>
                  </a:lnTo>
                  <a:lnTo>
                    <a:pt x="5672" y="17693"/>
                  </a:lnTo>
                  <a:lnTo>
                    <a:pt x="5892" y="16593"/>
                  </a:lnTo>
                  <a:lnTo>
                    <a:pt x="6178" y="16565"/>
                  </a:lnTo>
                  <a:lnTo>
                    <a:pt x="6916" y="15907"/>
                  </a:lnTo>
                  <a:lnTo>
                    <a:pt x="7588" y="14405"/>
                  </a:lnTo>
                  <a:lnTo>
                    <a:pt x="8214" y="11281"/>
                  </a:lnTo>
                  <a:lnTo>
                    <a:pt x="9060" y="8765"/>
                  </a:lnTo>
                  <a:lnTo>
                    <a:pt x="10012" y="8948"/>
                  </a:lnTo>
                  <a:lnTo>
                    <a:pt x="10293" y="8488"/>
                  </a:lnTo>
                  <a:lnTo>
                    <a:pt x="10629" y="8400"/>
                  </a:lnTo>
                  <a:lnTo>
                    <a:pt x="11027" y="10050"/>
                  </a:lnTo>
                  <a:lnTo>
                    <a:pt x="11428" y="11310"/>
                  </a:lnTo>
                  <a:lnTo>
                    <a:pt x="11714" y="11344"/>
                  </a:lnTo>
                  <a:lnTo>
                    <a:pt x="11924" y="13731"/>
                  </a:lnTo>
                  <a:lnTo>
                    <a:pt x="13663" y="14726"/>
                  </a:lnTo>
                  <a:lnTo>
                    <a:pt x="14407" y="15381"/>
                  </a:lnTo>
                  <a:lnTo>
                    <a:pt x="15034" y="17117"/>
                  </a:lnTo>
                  <a:lnTo>
                    <a:pt x="15251" y="17162"/>
                  </a:lnTo>
                  <a:lnTo>
                    <a:pt x="15517" y="16795"/>
                  </a:lnTo>
                  <a:lnTo>
                    <a:pt x="15722" y="16188"/>
                  </a:lnTo>
                  <a:lnTo>
                    <a:pt x="15763" y="15523"/>
                  </a:lnTo>
                  <a:lnTo>
                    <a:pt x="15495" y="13953"/>
                  </a:lnTo>
                  <a:lnTo>
                    <a:pt x="15613" y="12543"/>
                  </a:lnTo>
                  <a:lnTo>
                    <a:pt x="15893" y="11280"/>
                  </a:lnTo>
                  <a:lnTo>
                    <a:pt x="16340" y="11199"/>
                  </a:lnTo>
                  <a:lnTo>
                    <a:pt x="17015" y="10847"/>
                  </a:lnTo>
                  <a:lnTo>
                    <a:pt x="17788" y="10842"/>
                  </a:lnTo>
                  <a:lnTo>
                    <a:pt x="18365" y="11069"/>
                  </a:lnTo>
                  <a:lnTo>
                    <a:pt x="18595" y="9806"/>
                  </a:lnTo>
                  <a:lnTo>
                    <a:pt x="18377" y="6266"/>
                  </a:lnTo>
                  <a:lnTo>
                    <a:pt x="18433" y="4315"/>
                  </a:lnTo>
                  <a:lnTo>
                    <a:pt x="18527" y="2667"/>
                  </a:lnTo>
                  <a:lnTo>
                    <a:pt x="18741" y="1998"/>
                  </a:lnTo>
                  <a:lnTo>
                    <a:pt x="19601" y="4067"/>
                  </a:lnTo>
                  <a:lnTo>
                    <a:pt x="20390" y="4811"/>
                  </a:lnTo>
                  <a:lnTo>
                    <a:pt x="20954" y="4873"/>
                  </a:lnTo>
                  <a:lnTo>
                    <a:pt x="21112" y="4482"/>
                  </a:lnTo>
                  <a:lnTo>
                    <a:pt x="20870" y="2226"/>
                  </a:lnTo>
                  <a:lnTo>
                    <a:pt x="20935" y="1545"/>
                  </a:lnTo>
                  <a:lnTo>
                    <a:pt x="21144" y="1151"/>
                  </a:lnTo>
                  <a:lnTo>
                    <a:pt x="21514" y="923"/>
                  </a:lnTo>
                  <a:lnTo>
                    <a:pt x="22519" y="0"/>
                  </a:lnTo>
                  <a:lnTo>
                    <a:pt x="22624" y="181"/>
                  </a:lnTo>
                  <a:lnTo>
                    <a:pt x="22812" y="3739"/>
                  </a:lnTo>
                  <a:lnTo>
                    <a:pt x="22724" y="4904"/>
                  </a:lnTo>
                  <a:lnTo>
                    <a:pt x="22936" y="7322"/>
                  </a:lnTo>
                  <a:lnTo>
                    <a:pt x="23196" y="9567"/>
                  </a:lnTo>
                  <a:lnTo>
                    <a:pt x="23177" y="10479"/>
                  </a:lnTo>
                  <a:lnTo>
                    <a:pt x="22962" y="11870"/>
                  </a:lnTo>
                  <a:lnTo>
                    <a:pt x="22709" y="13145"/>
                  </a:lnTo>
                  <a:lnTo>
                    <a:pt x="22738" y="13665"/>
                  </a:lnTo>
                  <a:lnTo>
                    <a:pt x="23137" y="14536"/>
                  </a:lnTo>
                  <a:lnTo>
                    <a:pt x="23903" y="15429"/>
                  </a:lnTo>
                  <a:lnTo>
                    <a:pt x="24697" y="15638"/>
                  </a:lnTo>
                  <a:lnTo>
                    <a:pt x="25138" y="14330"/>
                  </a:lnTo>
                  <a:lnTo>
                    <a:pt x="25600" y="13266"/>
                  </a:lnTo>
                  <a:lnTo>
                    <a:pt x="25918" y="12317"/>
                  </a:lnTo>
                  <a:lnTo>
                    <a:pt x="26027" y="10913"/>
                  </a:lnTo>
                  <a:lnTo>
                    <a:pt x="26531" y="9884"/>
                  </a:lnTo>
                  <a:lnTo>
                    <a:pt x="27968" y="8594"/>
                  </a:lnTo>
                  <a:lnTo>
                    <a:pt x="29292" y="839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2904874" y="3247612"/>
              <a:ext cx="73550" cy="336926"/>
            </a:xfrm>
            <a:custGeom>
              <a:avLst/>
              <a:pathLst>
                <a:path w="73550" h="336926">
                  <a:moveTo>
                    <a:pt x="66788" y="164137"/>
                  </a:moveTo>
                  <a:lnTo>
                    <a:pt x="65817" y="169031"/>
                  </a:lnTo>
                  <a:lnTo>
                    <a:pt x="64537" y="171825"/>
                  </a:lnTo>
                  <a:lnTo>
                    <a:pt x="64160" y="173522"/>
                  </a:lnTo>
                  <a:lnTo>
                    <a:pt x="63959" y="175627"/>
                  </a:lnTo>
                  <a:lnTo>
                    <a:pt x="63683" y="177735"/>
                  </a:lnTo>
                  <a:lnTo>
                    <a:pt x="63003" y="182276"/>
                  </a:lnTo>
                  <a:lnTo>
                    <a:pt x="62505" y="185984"/>
                  </a:lnTo>
                  <a:lnTo>
                    <a:pt x="62007" y="187140"/>
                  </a:lnTo>
                  <a:lnTo>
                    <a:pt x="60845" y="192742"/>
                  </a:lnTo>
                  <a:lnTo>
                    <a:pt x="60061" y="198356"/>
                  </a:lnTo>
                  <a:lnTo>
                    <a:pt x="59905" y="199815"/>
                  </a:lnTo>
                  <a:lnTo>
                    <a:pt x="59666" y="200895"/>
                  </a:lnTo>
                  <a:lnTo>
                    <a:pt x="59284" y="201768"/>
                  </a:lnTo>
                  <a:lnTo>
                    <a:pt x="57937" y="203513"/>
                  </a:lnTo>
                  <a:lnTo>
                    <a:pt x="57482" y="204378"/>
                  </a:lnTo>
                  <a:lnTo>
                    <a:pt x="57126" y="205416"/>
                  </a:lnTo>
                  <a:lnTo>
                    <a:pt x="56796" y="206600"/>
                  </a:lnTo>
                  <a:lnTo>
                    <a:pt x="56704" y="208019"/>
                  </a:lnTo>
                  <a:lnTo>
                    <a:pt x="57019" y="210029"/>
                  </a:lnTo>
                  <a:lnTo>
                    <a:pt x="57396" y="211619"/>
                  </a:lnTo>
                  <a:lnTo>
                    <a:pt x="57774" y="211717"/>
                  </a:lnTo>
                  <a:lnTo>
                    <a:pt x="58109" y="211645"/>
                  </a:lnTo>
                  <a:lnTo>
                    <a:pt x="58316" y="212591"/>
                  </a:lnTo>
                  <a:lnTo>
                    <a:pt x="58490" y="213148"/>
                  </a:lnTo>
                  <a:lnTo>
                    <a:pt x="58490" y="224070"/>
                  </a:lnTo>
                  <a:lnTo>
                    <a:pt x="58170" y="225721"/>
                  </a:lnTo>
                  <a:lnTo>
                    <a:pt x="58177" y="226457"/>
                  </a:lnTo>
                  <a:lnTo>
                    <a:pt x="58020" y="228338"/>
                  </a:lnTo>
                  <a:lnTo>
                    <a:pt x="57972" y="230440"/>
                  </a:lnTo>
                  <a:lnTo>
                    <a:pt x="58073" y="231274"/>
                  </a:lnTo>
                  <a:lnTo>
                    <a:pt x="58344" y="231951"/>
                  </a:lnTo>
                  <a:lnTo>
                    <a:pt x="58718" y="233421"/>
                  </a:lnTo>
                  <a:lnTo>
                    <a:pt x="58921" y="236776"/>
                  </a:lnTo>
                  <a:lnTo>
                    <a:pt x="59375" y="248594"/>
                  </a:lnTo>
                  <a:lnTo>
                    <a:pt x="59589" y="250461"/>
                  </a:lnTo>
                  <a:lnTo>
                    <a:pt x="59966" y="251769"/>
                  </a:lnTo>
                  <a:lnTo>
                    <a:pt x="61150" y="254318"/>
                  </a:lnTo>
                  <a:lnTo>
                    <a:pt x="62392" y="257666"/>
                  </a:lnTo>
                  <a:lnTo>
                    <a:pt x="62784" y="259844"/>
                  </a:lnTo>
                  <a:lnTo>
                    <a:pt x="63014" y="263416"/>
                  </a:lnTo>
                  <a:lnTo>
                    <a:pt x="63489" y="266218"/>
                  </a:lnTo>
                  <a:lnTo>
                    <a:pt x="63479" y="267170"/>
                  </a:lnTo>
                  <a:lnTo>
                    <a:pt x="63283" y="267538"/>
                  </a:lnTo>
                  <a:lnTo>
                    <a:pt x="62821" y="267583"/>
                  </a:lnTo>
                  <a:lnTo>
                    <a:pt x="62508" y="267778"/>
                  </a:lnTo>
                  <a:lnTo>
                    <a:pt x="62770" y="269821"/>
                  </a:lnTo>
                  <a:lnTo>
                    <a:pt x="63410" y="273376"/>
                  </a:lnTo>
                  <a:lnTo>
                    <a:pt x="64479" y="277062"/>
                  </a:lnTo>
                  <a:lnTo>
                    <a:pt x="65635" y="281052"/>
                  </a:lnTo>
                  <a:lnTo>
                    <a:pt x="66580" y="284311"/>
                  </a:lnTo>
                  <a:lnTo>
                    <a:pt x="67757" y="288080"/>
                  </a:lnTo>
                  <a:lnTo>
                    <a:pt x="68677" y="291023"/>
                  </a:lnTo>
                  <a:lnTo>
                    <a:pt x="69623" y="294051"/>
                  </a:lnTo>
                  <a:lnTo>
                    <a:pt x="70338" y="294764"/>
                  </a:lnTo>
                  <a:lnTo>
                    <a:pt x="70872" y="294978"/>
                  </a:lnTo>
                  <a:lnTo>
                    <a:pt x="71101" y="295571"/>
                  </a:lnTo>
                  <a:lnTo>
                    <a:pt x="71383" y="296962"/>
                  </a:lnTo>
                  <a:lnTo>
                    <a:pt x="71865" y="298500"/>
                  </a:lnTo>
                  <a:lnTo>
                    <a:pt x="72397" y="300511"/>
                  </a:lnTo>
                  <a:lnTo>
                    <a:pt x="72579" y="302564"/>
                  </a:lnTo>
                  <a:lnTo>
                    <a:pt x="72356" y="304518"/>
                  </a:lnTo>
                  <a:lnTo>
                    <a:pt x="72576" y="307320"/>
                  </a:lnTo>
                  <a:lnTo>
                    <a:pt x="72589" y="307561"/>
                  </a:lnTo>
                  <a:lnTo>
                    <a:pt x="72766" y="308664"/>
                  </a:lnTo>
                  <a:lnTo>
                    <a:pt x="72705" y="309653"/>
                  </a:lnTo>
                  <a:lnTo>
                    <a:pt x="72813" y="313368"/>
                  </a:lnTo>
                  <a:lnTo>
                    <a:pt x="73095" y="316610"/>
                  </a:lnTo>
                  <a:lnTo>
                    <a:pt x="73550" y="319379"/>
                  </a:lnTo>
                  <a:lnTo>
                    <a:pt x="73542" y="319604"/>
                  </a:lnTo>
                  <a:lnTo>
                    <a:pt x="73484" y="321308"/>
                  </a:lnTo>
                  <a:lnTo>
                    <a:pt x="72899" y="322400"/>
                  </a:lnTo>
                  <a:lnTo>
                    <a:pt x="72556" y="324204"/>
                  </a:lnTo>
                  <a:lnTo>
                    <a:pt x="72456" y="326718"/>
                  </a:lnTo>
                  <a:lnTo>
                    <a:pt x="72631" y="329780"/>
                  </a:lnTo>
                  <a:lnTo>
                    <a:pt x="73084" y="333389"/>
                  </a:lnTo>
                  <a:lnTo>
                    <a:pt x="73095" y="335508"/>
                  </a:lnTo>
                  <a:lnTo>
                    <a:pt x="72936" y="335807"/>
                  </a:lnTo>
                  <a:lnTo>
                    <a:pt x="72655" y="336482"/>
                  </a:lnTo>
                  <a:lnTo>
                    <a:pt x="72357" y="336926"/>
                  </a:lnTo>
                  <a:lnTo>
                    <a:pt x="71548" y="334451"/>
                  </a:lnTo>
                  <a:lnTo>
                    <a:pt x="70649" y="332778"/>
                  </a:lnTo>
                  <a:lnTo>
                    <a:pt x="69302" y="329871"/>
                  </a:lnTo>
                  <a:lnTo>
                    <a:pt x="67944" y="328825"/>
                  </a:lnTo>
                  <a:lnTo>
                    <a:pt x="66186" y="328637"/>
                  </a:lnTo>
                  <a:lnTo>
                    <a:pt x="65430" y="328992"/>
                  </a:lnTo>
                  <a:lnTo>
                    <a:pt x="64888" y="327899"/>
                  </a:lnTo>
                  <a:lnTo>
                    <a:pt x="64129" y="326636"/>
                  </a:lnTo>
                  <a:lnTo>
                    <a:pt x="63712" y="326307"/>
                  </a:lnTo>
                  <a:lnTo>
                    <a:pt x="63130" y="327290"/>
                  </a:lnTo>
                  <a:lnTo>
                    <a:pt x="62729" y="327333"/>
                  </a:lnTo>
                  <a:lnTo>
                    <a:pt x="62235" y="326952"/>
                  </a:lnTo>
                  <a:lnTo>
                    <a:pt x="61235" y="326995"/>
                  </a:lnTo>
                  <a:lnTo>
                    <a:pt x="61142" y="325310"/>
                  </a:lnTo>
                  <a:lnTo>
                    <a:pt x="60971" y="324981"/>
                  </a:lnTo>
                  <a:lnTo>
                    <a:pt x="59893" y="325137"/>
                  </a:lnTo>
                  <a:lnTo>
                    <a:pt x="59561" y="323742"/>
                  </a:lnTo>
                  <a:lnTo>
                    <a:pt x="59416" y="323898"/>
                  </a:lnTo>
                  <a:lnTo>
                    <a:pt x="58992" y="323456"/>
                  </a:lnTo>
                  <a:lnTo>
                    <a:pt x="58125" y="321475"/>
                  </a:lnTo>
                  <a:lnTo>
                    <a:pt x="57213" y="322787"/>
                  </a:lnTo>
                  <a:lnTo>
                    <a:pt x="55318" y="322621"/>
                  </a:lnTo>
                  <a:lnTo>
                    <a:pt x="52890" y="322664"/>
                  </a:lnTo>
                  <a:lnTo>
                    <a:pt x="50375" y="322707"/>
                  </a:lnTo>
                  <a:lnTo>
                    <a:pt x="48074" y="322645"/>
                  </a:lnTo>
                  <a:lnTo>
                    <a:pt x="45768" y="322585"/>
                  </a:lnTo>
                  <a:lnTo>
                    <a:pt x="45540" y="320734"/>
                  </a:lnTo>
                  <a:lnTo>
                    <a:pt x="45064" y="319781"/>
                  </a:lnTo>
                  <a:lnTo>
                    <a:pt x="44204" y="319693"/>
                  </a:lnTo>
                  <a:lnTo>
                    <a:pt x="41672" y="320067"/>
                  </a:lnTo>
                  <a:lnTo>
                    <a:pt x="39732" y="319771"/>
                  </a:lnTo>
                  <a:lnTo>
                    <a:pt x="39113" y="319527"/>
                  </a:lnTo>
                  <a:lnTo>
                    <a:pt x="38425" y="319045"/>
                  </a:lnTo>
                  <a:lnTo>
                    <a:pt x="36806" y="318613"/>
                  </a:lnTo>
                  <a:lnTo>
                    <a:pt x="34807" y="318956"/>
                  </a:lnTo>
                  <a:lnTo>
                    <a:pt x="34352" y="318864"/>
                  </a:lnTo>
                  <a:lnTo>
                    <a:pt x="32753" y="318933"/>
                  </a:lnTo>
                  <a:lnTo>
                    <a:pt x="29092" y="318429"/>
                  </a:lnTo>
                  <a:lnTo>
                    <a:pt x="27068" y="318503"/>
                  </a:lnTo>
                  <a:lnTo>
                    <a:pt x="27115" y="319634"/>
                  </a:lnTo>
                  <a:lnTo>
                    <a:pt x="26986" y="320449"/>
                  </a:lnTo>
                  <a:lnTo>
                    <a:pt x="26878" y="322412"/>
                  </a:lnTo>
                  <a:lnTo>
                    <a:pt x="24647" y="322410"/>
                  </a:lnTo>
                  <a:lnTo>
                    <a:pt x="21708" y="322407"/>
                  </a:lnTo>
                  <a:lnTo>
                    <a:pt x="18933" y="322406"/>
                  </a:lnTo>
                  <a:lnTo>
                    <a:pt x="17056" y="322403"/>
                  </a:lnTo>
                  <a:lnTo>
                    <a:pt x="13911" y="322402"/>
                  </a:lnTo>
                  <a:lnTo>
                    <a:pt x="12856" y="321057"/>
                  </a:lnTo>
                  <a:lnTo>
                    <a:pt x="12537" y="320197"/>
                  </a:lnTo>
                  <a:lnTo>
                    <a:pt x="12474" y="319219"/>
                  </a:lnTo>
                  <a:lnTo>
                    <a:pt x="12433" y="318559"/>
                  </a:lnTo>
                  <a:lnTo>
                    <a:pt x="12189" y="318363"/>
                  </a:lnTo>
                  <a:lnTo>
                    <a:pt x="12391" y="311424"/>
                  </a:lnTo>
                  <a:lnTo>
                    <a:pt x="12831" y="305642"/>
                  </a:lnTo>
                  <a:lnTo>
                    <a:pt x="13003" y="300276"/>
                  </a:lnTo>
                  <a:lnTo>
                    <a:pt x="13609" y="295474"/>
                  </a:lnTo>
                  <a:lnTo>
                    <a:pt x="13288" y="290729"/>
                  </a:lnTo>
                  <a:lnTo>
                    <a:pt x="12914" y="288657"/>
                  </a:lnTo>
                  <a:lnTo>
                    <a:pt x="10952" y="281924"/>
                  </a:lnTo>
                  <a:lnTo>
                    <a:pt x="11852" y="279376"/>
                  </a:lnTo>
                  <a:lnTo>
                    <a:pt x="10667" y="279733"/>
                  </a:lnTo>
                  <a:lnTo>
                    <a:pt x="10412" y="277230"/>
                  </a:lnTo>
                  <a:lnTo>
                    <a:pt x="9838" y="274228"/>
                  </a:lnTo>
                  <a:lnTo>
                    <a:pt x="10190" y="273748"/>
                  </a:lnTo>
                  <a:lnTo>
                    <a:pt x="10529" y="272102"/>
                  </a:lnTo>
                  <a:lnTo>
                    <a:pt x="11602" y="272607"/>
                  </a:lnTo>
                  <a:lnTo>
                    <a:pt x="11568" y="271803"/>
                  </a:lnTo>
                  <a:lnTo>
                    <a:pt x="10643" y="269285"/>
                  </a:lnTo>
                  <a:lnTo>
                    <a:pt x="10732" y="268014"/>
                  </a:lnTo>
                  <a:lnTo>
                    <a:pt x="11113" y="266594"/>
                  </a:lnTo>
                  <a:lnTo>
                    <a:pt x="10928" y="265996"/>
                  </a:lnTo>
                  <a:lnTo>
                    <a:pt x="10263" y="267466"/>
                  </a:lnTo>
                  <a:lnTo>
                    <a:pt x="9784" y="267421"/>
                  </a:lnTo>
                  <a:lnTo>
                    <a:pt x="9411" y="266469"/>
                  </a:lnTo>
                  <a:lnTo>
                    <a:pt x="9141" y="266307"/>
                  </a:lnTo>
                  <a:lnTo>
                    <a:pt x="9305" y="268239"/>
                  </a:lnTo>
                  <a:lnTo>
                    <a:pt x="8933" y="269959"/>
                  </a:lnTo>
                  <a:lnTo>
                    <a:pt x="8580" y="270556"/>
                  </a:lnTo>
                  <a:lnTo>
                    <a:pt x="7974" y="270455"/>
                  </a:lnTo>
                  <a:lnTo>
                    <a:pt x="7480" y="270023"/>
                  </a:lnTo>
                  <a:lnTo>
                    <a:pt x="7350" y="269060"/>
                  </a:lnTo>
                  <a:lnTo>
                    <a:pt x="6886" y="268324"/>
                  </a:lnTo>
                  <a:lnTo>
                    <a:pt x="5586" y="267048"/>
                  </a:lnTo>
                  <a:lnTo>
                    <a:pt x="4492" y="265554"/>
                  </a:lnTo>
                  <a:lnTo>
                    <a:pt x="4270" y="261452"/>
                  </a:lnTo>
                  <a:lnTo>
                    <a:pt x="3837" y="259685"/>
                  </a:lnTo>
                  <a:lnTo>
                    <a:pt x="3660" y="257688"/>
                  </a:lnTo>
                  <a:lnTo>
                    <a:pt x="3557" y="255402"/>
                  </a:lnTo>
                  <a:lnTo>
                    <a:pt x="3705" y="251898"/>
                  </a:lnTo>
                  <a:lnTo>
                    <a:pt x="3428" y="251337"/>
                  </a:lnTo>
                  <a:lnTo>
                    <a:pt x="3111" y="251145"/>
                  </a:lnTo>
                  <a:lnTo>
                    <a:pt x="2637" y="251316"/>
                  </a:lnTo>
                  <a:lnTo>
                    <a:pt x="2202" y="251122"/>
                  </a:lnTo>
                  <a:lnTo>
                    <a:pt x="1683" y="249181"/>
                  </a:lnTo>
                  <a:lnTo>
                    <a:pt x="1226" y="248434"/>
                  </a:lnTo>
                  <a:lnTo>
                    <a:pt x="1507" y="252002"/>
                  </a:lnTo>
                  <a:lnTo>
                    <a:pt x="1186" y="253003"/>
                  </a:lnTo>
                  <a:lnTo>
                    <a:pt x="399" y="252712"/>
                  </a:lnTo>
                  <a:lnTo>
                    <a:pt x="64" y="251363"/>
                  </a:lnTo>
                  <a:lnTo>
                    <a:pt x="0" y="250358"/>
                  </a:lnTo>
                  <a:lnTo>
                    <a:pt x="362" y="246037"/>
                  </a:lnTo>
                  <a:lnTo>
                    <a:pt x="221" y="245945"/>
                  </a:lnTo>
                  <a:lnTo>
                    <a:pt x="503" y="243652"/>
                  </a:lnTo>
                  <a:lnTo>
                    <a:pt x="1035" y="240869"/>
                  </a:lnTo>
                  <a:lnTo>
                    <a:pt x="1757" y="237327"/>
                  </a:lnTo>
                  <a:lnTo>
                    <a:pt x="2578" y="232877"/>
                  </a:lnTo>
                  <a:lnTo>
                    <a:pt x="3137" y="225008"/>
                  </a:lnTo>
                  <a:lnTo>
                    <a:pt x="3518" y="220105"/>
                  </a:lnTo>
                  <a:lnTo>
                    <a:pt x="3867" y="215634"/>
                  </a:lnTo>
                  <a:lnTo>
                    <a:pt x="4464" y="211594"/>
                  </a:lnTo>
                  <a:lnTo>
                    <a:pt x="5069" y="208894"/>
                  </a:lnTo>
                  <a:lnTo>
                    <a:pt x="6786" y="203663"/>
                  </a:lnTo>
                  <a:lnTo>
                    <a:pt x="8080" y="199718"/>
                  </a:lnTo>
                  <a:lnTo>
                    <a:pt x="8742" y="198130"/>
                  </a:lnTo>
                  <a:lnTo>
                    <a:pt x="9204" y="196792"/>
                  </a:lnTo>
                  <a:lnTo>
                    <a:pt x="10009" y="195263"/>
                  </a:lnTo>
                  <a:lnTo>
                    <a:pt x="10836" y="193443"/>
                  </a:lnTo>
                  <a:lnTo>
                    <a:pt x="11466" y="189956"/>
                  </a:lnTo>
                  <a:lnTo>
                    <a:pt x="11988" y="186701"/>
                  </a:lnTo>
                  <a:lnTo>
                    <a:pt x="12381" y="185998"/>
                  </a:lnTo>
                  <a:lnTo>
                    <a:pt x="12895" y="185427"/>
                  </a:lnTo>
                  <a:lnTo>
                    <a:pt x="14478" y="181937"/>
                  </a:lnTo>
                  <a:lnTo>
                    <a:pt x="15485" y="179719"/>
                  </a:lnTo>
                  <a:lnTo>
                    <a:pt x="15717" y="180820"/>
                  </a:lnTo>
                  <a:lnTo>
                    <a:pt x="15888" y="182191"/>
                  </a:lnTo>
                  <a:lnTo>
                    <a:pt x="16080" y="182817"/>
                  </a:lnTo>
                  <a:lnTo>
                    <a:pt x="16922" y="183255"/>
                  </a:lnTo>
                  <a:lnTo>
                    <a:pt x="18077" y="183227"/>
                  </a:lnTo>
                  <a:lnTo>
                    <a:pt x="18741" y="182827"/>
                  </a:lnTo>
                  <a:lnTo>
                    <a:pt x="19094" y="181668"/>
                  </a:lnTo>
                  <a:lnTo>
                    <a:pt x="19453" y="178507"/>
                  </a:lnTo>
                  <a:lnTo>
                    <a:pt x="19662" y="177908"/>
                  </a:lnTo>
                  <a:lnTo>
                    <a:pt x="19933" y="177750"/>
                  </a:lnTo>
                  <a:lnTo>
                    <a:pt x="21196" y="179960"/>
                  </a:lnTo>
                  <a:lnTo>
                    <a:pt x="22242" y="183107"/>
                  </a:lnTo>
                  <a:lnTo>
                    <a:pt x="23278" y="186216"/>
                  </a:lnTo>
                  <a:lnTo>
                    <a:pt x="23802" y="187323"/>
                  </a:lnTo>
                  <a:lnTo>
                    <a:pt x="24031" y="188541"/>
                  </a:lnTo>
                  <a:lnTo>
                    <a:pt x="24484" y="194225"/>
                  </a:lnTo>
                  <a:lnTo>
                    <a:pt x="24742" y="195638"/>
                  </a:lnTo>
                  <a:lnTo>
                    <a:pt x="25192" y="196222"/>
                  </a:lnTo>
                  <a:lnTo>
                    <a:pt x="26000" y="195850"/>
                  </a:lnTo>
                  <a:lnTo>
                    <a:pt x="26839" y="194841"/>
                  </a:lnTo>
                  <a:lnTo>
                    <a:pt x="27581" y="193386"/>
                  </a:lnTo>
                  <a:lnTo>
                    <a:pt x="28309" y="191510"/>
                  </a:lnTo>
                  <a:lnTo>
                    <a:pt x="28805" y="189807"/>
                  </a:lnTo>
                  <a:lnTo>
                    <a:pt x="29022" y="188559"/>
                  </a:lnTo>
                  <a:lnTo>
                    <a:pt x="29131" y="183909"/>
                  </a:lnTo>
                  <a:lnTo>
                    <a:pt x="29295" y="182898"/>
                  </a:lnTo>
                  <a:lnTo>
                    <a:pt x="30039" y="181045"/>
                  </a:lnTo>
                  <a:lnTo>
                    <a:pt x="31284" y="177953"/>
                  </a:lnTo>
                  <a:lnTo>
                    <a:pt x="32000" y="176174"/>
                  </a:lnTo>
                  <a:lnTo>
                    <a:pt x="31936" y="175536"/>
                  </a:lnTo>
                  <a:lnTo>
                    <a:pt x="31492" y="173646"/>
                  </a:lnTo>
                  <a:lnTo>
                    <a:pt x="31096" y="171569"/>
                  </a:lnTo>
                  <a:lnTo>
                    <a:pt x="31497" y="169417"/>
                  </a:lnTo>
                  <a:lnTo>
                    <a:pt x="31913" y="167773"/>
                  </a:lnTo>
                  <a:lnTo>
                    <a:pt x="33486" y="162187"/>
                  </a:lnTo>
                  <a:lnTo>
                    <a:pt x="33491" y="160348"/>
                  </a:lnTo>
                  <a:lnTo>
                    <a:pt x="33574" y="158109"/>
                  </a:lnTo>
                  <a:lnTo>
                    <a:pt x="34831" y="151764"/>
                  </a:lnTo>
                  <a:lnTo>
                    <a:pt x="35554" y="143346"/>
                  </a:lnTo>
                  <a:lnTo>
                    <a:pt x="35576" y="141722"/>
                  </a:lnTo>
                  <a:lnTo>
                    <a:pt x="36325" y="137662"/>
                  </a:lnTo>
                  <a:lnTo>
                    <a:pt x="37211" y="132467"/>
                  </a:lnTo>
                  <a:lnTo>
                    <a:pt x="38934" y="131623"/>
                  </a:lnTo>
                  <a:lnTo>
                    <a:pt x="39596" y="130333"/>
                  </a:lnTo>
                  <a:lnTo>
                    <a:pt x="40361" y="128031"/>
                  </a:lnTo>
                  <a:lnTo>
                    <a:pt x="40852" y="125897"/>
                  </a:lnTo>
                  <a:lnTo>
                    <a:pt x="41086" y="123866"/>
                  </a:lnTo>
                  <a:lnTo>
                    <a:pt x="41258" y="119941"/>
                  </a:lnTo>
                  <a:lnTo>
                    <a:pt x="41561" y="115470"/>
                  </a:lnTo>
                  <a:lnTo>
                    <a:pt x="41750" y="111547"/>
                  </a:lnTo>
                  <a:lnTo>
                    <a:pt x="42268" y="107920"/>
                  </a:lnTo>
                  <a:lnTo>
                    <a:pt x="43132" y="106086"/>
                  </a:lnTo>
                  <a:lnTo>
                    <a:pt x="44633" y="104570"/>
                  </a:lnTo>
                  <a:lnTo>
                    <a:pt x="44856" y="103857"/>
                  </a:lnTo>
                  <a:lnTo>
                    <a:pt x="45072" y="101452"/>
                  </a:lnTo>
                  <a:lnTo>
                    <a:pt x="45241" y="96462"/>
                  </a:lnTo>
                  <a:lnTo>
                    <a:pt x="45289" y="93451"/>
                  </a:lnTo>
                  <a:lnTo>
                    <a:pt x="45347" y="92147"/>
                  </a:lnTo>
                  <a:lnTo>
                    <a:pt x="45540" y="89898"/>
                  </a:lnTo>
                  <a:lnTo>
                    <a:pt x="46931" y="85901"/>
                  </a:lnTo>
                  <a:lnTo>
                    <a:pt x="47546" y="79642"/>
                  </a:lnTo>
                  <a:lnTo>
                    <a:pt x="48092" y="73087"/>
                  </a:lnTo>
                  <a:lnTo>
                    <a:pt x="49674" y="65166"/>
                  </a:lnTo>
                  <a:lnTo>
                    <a:pt x="51522" y="57278"/>
                  </a:lnTo>
                  <a:lnTo>
                    <a:pt x="52381" y="55157"/>
                  </a:lnTo>
                  <a:lnTo>
                    <a:pt x="53105" y="54178"/>
                  </a:lnTo>
                  <a:lnTo>
                    <a:pt x="53936" y="54074"/>
                  </a:lnTo>
                  <a:lnTo>
                    <a:pt x="54504" y="53494"/>
                  </a:lnTo>
                  <a:lnTo>
                    <a:pt x="56496" y="49563"/>
                  </a:lnTo>
                  <a:lnTo>
                    <a:pt x="57328" y="48235"/>
                  </a:lnTo>
                  <a:lnTo>
                    <a:pt x="57941" y="46871"/>
                  </a:lnTo>
                  <a:lnTo>
                    <a:pt x="58091" y="45685"/>
                  </a:lnTo>
                  <a:lnTo>
                    <a:pt x="58151" y="43949"/>
                  </a:lnTo>
                  <a:lnTo>
                    <a:pt x="57960" y="39885"/>
                  </a:lnTo>
                  <a:lnTo>
                    <a:pt x="58302" y="36897"/>
                  </a:lnTo>
                  <a:lnTo>
                    <a:pt x="58502" y="32264"/>
                  </a:lnTo>
                  <a:lnTo>
                    <a:pt x="58588" y="28657"/>
                  </a:lnTo>
                  <a:lnTo>
                    <a:pt x="58517" y="27407"/>
                  </a:lnTo>
                  <a:lnTo>
                    <a:pt x="58203" y="25680"/>
                  </a:lnTo>
                  <a:lnTo>
                    <a:pt x="58144" y="25307"/>
                  </a:lnTo>
                  <a:lnTo>
                    <a:pt x="57548" y="23056"/>
                  </a:lnTo>
                  <a:lnTo>
                    <a:pt x="56553" y="21700"/>
                  </a:lnTo>
                  <a:lnTo>
                    <a:pt x="55182" y="21335"/>
                  </a:lnTo>
                  <a:lnTo>
                    <a:pt x="54458" y="20528"/>
                  </a:lnTo>
                  <a:lnTo>
                    <a:pt x="54336" y="18654"/>
                  </a:lnTo>
                  <a:lnTo>
                    <a:pt x="54267" y="17564"/>
                  </a:lnTo>
                  <a:lnTo>
                    <a:pt x="54197" y="16383"/>
                  </a:lnTo>
                  <a:lnTo>
                    <a:pt x="54098" y="13761"/>
                  </a:lnTo>
                  <a:lnTo>
                    <a:pt x="53174" y="0"/>
                  </a:lnTo>
                  <a:lnTo>
                    <a:pt x="54913" y="34"/>
                  </a:lnTo>
                  <a:lnTo>
                    <a:pt x="56998" y="1676"/>
                  </a:lnTo>
                  <a:lnTo>
                    <a:pt x="57522" y="2918"/>
                  </a:lnTo>
                  <a:lnTo>
                    <a:pt x="57796" y="7632"/>
                  </a:lnTo>
                  <a:lnTo>
                    <a:pt x="58551" y="10300"/>
                  </a:lnTo>
                  <a:lnTo>
                    <a:pt x="59877" y="12496"/>
                  </a:lnTo>
                  <a:lnTo>
                    <a:pt x="60703" y="17032"/>
                  </a:lnTo>
                  <a:lnTo>
                    <a:pt x="61026" y="23909"/>
                  </a:lnTo>
                  <a:lnTo>
                    <a:pt x="61757" y="28016"/>
                  </a:lnTo>
                  <a:lnTo>
                    <a:pt x="61921" y="28667"/>
                  </a:lnTo>
                  <a:lnTo>
                    <a:pt x="62748" y="34613"/>
                  </a:lnTo>
                  <a:lnTo>
                    <a:pt x="62954" y="36434"/>
                  </a:lnTo>
                  <a:lnTo>
                    <a:pt x="63016" y="40013"/>
                  </a:lnTo>
                  <a:lnTo>
                    <a:pt x="62923" y="42430"/>
                  </a:lnTo>
                  <a:lnTo>
                    <a:pt x="63345" y="45424"/>
                  </a:lnTo>
                  <a:lnTo>
                    <a:pt x="62706" y="50527"/>
                  </a:lnTo>
                  <a:lnTo>
                    <a:pt x="62516" y="53661"/>
                  </a:lnTo>
                  <a:lnTo>
                    <a:pt x="62460" y="58059"/>
                  </a:lnTo>
                  <a:lnTo>
                    <a:pt x="62833" y="65818"/>
                  </a:lnTo>
                  <a:lnTo>
                    <a:pt x="63444" y="71805"/>
                  </a:lnTo>
                  <a:lnTo>
                    <a:pt x="64105" y="76650"/>
                  </a:lnTo>
                  <a:lnTo>
                    <a:pt x="64827" y="80407"/>
                  </a:lnTo>
                  <a:lnTo>
                    <a:pt x="66017" y="84558"/>
                  </a:lnTo>
                  <a:lnTo>
                    <a:pt x="67287" y="88352"/>
                  </a:lnTo>
                  <a:lnTo>
                    <a:pt x="68469" y="90736"/>
                  </a:lnTo>
                  <a:lnTo>
                    <a:pt x="67373" y="92140"/>
                  </a:lnTo>
                  <a:lnTo>
                    <a:pt x="65249" y="92317"/>
                  </a:lnTo>
                  <a:lnTo>
                    <a:pt x="64030" y="91514"/>
                  </a:lnTo>
                  <a:lnTo>
                    <a:pt x="63449" y="91473"/>
                  </a:lnTo>
                  <a:lnTo>
                    <a:pt x="62861" y="91972"/>
                  </a:lnTo>
                  <a:lnTo>
                    <a:pt x="60595" y="92689"/>
                  </a:lnTo>
                  <a:lnTo>
                    <a:pt x="58308" y="92353"/>
                  </a:lnTo>
                  <a:lnTo>
                    <a:pt x="56186" y="91408"/>
                  </a:lnTo>
                  <a:lnTo>
                    <a:pt x="54898" y="91565"/>
                  </a:lnTo>
                  <a:lnTo>
                    <a:pt x="53903" y="93868"/>
                  </a:lnTo>
                  <a:lnTo>
                    <a:pt x="53097" y="97338"/>
                  </a:lnTo>
                  <a:lnTo>
                    <a:pt x="52340" y="100081"/>
                  </a:lnTo>
                  <a:lnTo>
                    <a:pt x="52607" y="103120"/>
                  </a:lnTo>
                  <a:lnTo>
                    <a:pt x="53176" y="104803"/>
                  </a:lnTo>
                  <a:lnTo>
                    <a:pt x="54270" y="108504"/>
                  </a:lnTo>
                  <a:lnTo>
                    <a:pt x="55252" y="112093"/>
                  </a:lnTo>
                  <a:lnTo>
                    <a:pt x="55754" y="114502"/>
                  </a:lnTo>
                  <a:lnTo>
                    <a:pt x="57713" y="119770"/>
                  </a:lnTo>
                  <a:lnTo>
                    <a:pt x="59604" y="124485"/>
                  </a:lnTo>
                  <a:lnTo>
                    <a:pt x="59974" y="125268"/>
                  </a:lnTo>
                  <a:lnTo>
                    <a:pt x="60503" y="126121"/>
                  </a:lnTo>
                  <a:lnTo>
                    <a:pt x="60834" y="126466"/>
                  </a:lnTo>
                  <a:lnTo>
                    <a:pt x="61865" y="129165"/>
                  </a:lnTo>
                  <a:lnTo>
                    <a:pt x="63290" y="133596"/>
                  </a:lnTo>
                  <a:lnTo>
                    <a:pt x="64599" y="140539"/>
                  </a:lnTo>
                  <a:lnTo>
                    <a:pt x="65528" y="147587"/>
                  </a:lnTo>
                  <a:lnTo>
                    <a:pt x="66431" y="154442"/>
                  </a:lnTo>
                  <a:lnTo>
                    <a:pt x="66830" y="155598"/>
                  </a:lnTo>
                  <a:lnTo>
                    <a:pt x="67459" y="156332"/>
                  </a:lnTo>
                  <a:lnTo>
                    <a:pt x="67535" y="157806"/>
                  </a:lnTo>
                  <a:lnTo>
                    <a:pt x="67486" y="159978"/>
                  </a:lnTo>
                  <a:lnTo>
                    <a:pt x="67291" y="16175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2940261" y="3477102"/>
              <a:ext cx="183239" cy="554514"/>
            </a:xfrm>
            <a:custGeom>
              <a:avLst/>
              <a:pathLst>
                <a:path w="183239" h="554514">
                  <a:moveTo>
                    <a:pt x="146028" y="5996"/>
                  </a:moveTo>
                  <a:lnTo>
                    <a:pt x="146373" y="8063"/>
                  </a:lnTo>
                  <a:lnTo>
                    <a:pt x="146871" y="10180"/>
                  </a:lnTo>
                  <a:lnTo>
                    <a:pt x="148535" y="13773"/>
                  </a:lnTo>
                  <a:lnTo>
                    <a:pt x="149065" y="15772"/>
                  </a:lnTo>
                  <a:lnTo>
                    <a:pt x="149470" y="17992"/>
                  </a:lnTo>
                  <a:lnTo>
                    <a:pt x="149727" y="19721"/>
                  </a:lnTo>
                  <a:lnTo>
                    <a:pt x="150241" y="21108"/>
                  </a:lnTo>
                  <a:lnTo>
                    <a:pt x="150962" y="21990"/>
                  </a:lnTo>
                  <a:lnTo>
                    <a:pt x="151578" y="23049"/>
                  </a:lnTo>
                  <a:lnTo>
                    <a:pt x="151955" y="24605"/>
                  </a:lnTo>
                  <a:lnTo>
                    <a:pt x="152520" y="26219"/>
                  </a:lnTo>
                  <a:lnTo>
                    <a:pt x="153611" y="28422"/>
                  </a:lnTo>
                  <a:lnTo>
                    <a:pt x="154141" y="28472"/>
                  </a:lnTo>
                  <a:lnTo>
                    <a:pt x="154754" y="28782"/>
                  </a:lnTo>
                  <a:lnTo>
                    <a:pt x="155294" y="29355"/>
                  </a:lnTo>
                  <a:lnTo>
                    <a:pt x="155874" y="29192"/>
                  </a:lnTo>
                  <a:lnTo>
                    <a:pt x="156809" y="27754"/>
                  </a:lnTo>
                  <a:lnTo>
                    <a:pt x="157912" y="25341"/>
                  </a:lnTo>
                  <a:lnTo>
                    <a:pt x="158754" y="23849"/>
                  </a:lnTo>
                  <a:lnTo>
                    <a:pt x="160795" y="24379"/>
                  </a:lnTo>
                  <a:lnTo>
                    <a:pt x="161930" y="25594"/>
                  </a:lnTo>
                  <a:lnTo>
                    <a:pt x="162834" y="27301"/>
                  </a:lnTo>
                  <a:lnTo>
                    <a:pt x="163540" y="27191"/>
                  </a:lnTo>
                  <a:lnTo>
                    <a:pt x="165078" y="24044"/>
                  </a:lnTo>
                  <a:lnTo>
                    <a:pt x="165893" y="20692"/>
                  </a:lnTo>
                  <a:lnTo>
                    <a:pt x="166685" y="19977"/>
                  </a:lnTo>
                  <a:lnTo>
                    <a:pt x="167885" y="21428"/>
                  </a:lnTo>
                  <a:lnTo>
                    <a:pt x="168875" y="24559"/>
                  </a:lnTo>
                  <a:lnTo>
                    <a:pt x="169744" y="29104"/>
                  </a:lnTo>
                  <a:lnTo>
                    <a:pt x="170357" y="30837"/>
                  </a:lnTo>
                  <a:lnTo>
                    <a:pt x="171197" y="33522"/>
                  </a:lnTo>
                  <a:lnTo>
                    <a:pt x="172865" y="39305"/>
                  </a:lnTo>
                  <a:lnTo>
                    <a:pt x="175036" y="42202"/>
                  </a:lnTo>
                  <a:lnTo>
                    <a:pt x="175878" y="43626"/>
                  </a:lnTo>
                  <a:lnTo>
                    <a:pt x="176153" y="45059"/>
                  </a:lnTo>
                  <a:lnTo>
                    <a:pt x="176313" y="46958"/>
                  </a:lnTo>
                  <a:lnTo>
                    <a:pt x="176369" y="49031"/>
                  </a:lnTo>
                  <a:lnTo>
                    <a:pt x="176632" y="49875"/>
                  </a:lnTo>
                  <a:lnTo>
                    <a:pt x="177218" y="49582"/>
                  </a:lnTo>
                  <a:lnTo>
                    <a:pt x="177720" y="49288"/>
                  </a:lnTo>
                  <a:lnTo>
                    <a:pt x="178271" y="49875"/>
                  </a:lnTo>
                  <a:lnTo>
                    <a:pt x="178653" y="51384"/>
                  </a:lnTo>
                  <a:lnTo>
                    <a:pt x="178845" y="52560"/>
                  </a:lnTo>
                  <a:lnTo>
                    <a:pt x="179053" y="53820"/>
                  </a:lnTo>
                  <a:lnTo>
                    <a:pt x="179599" y="54619"/>
                  </a:lnTo>
                  <a:lnTo>
                    <a:pt x="179706" y="56236"/>
                  </a:lnTo>
                  <a:lnTo>
                    <a:pt x="179332" y="58210"/>
                  </a:lnTo>
                  <a:lnTo>
                    <a:pt x="178950" y="59969"/>
                  </a:lnTo>
                  <a:lnTo>
                    <a:pt x="178483" y="63492"/>
                  </a:lnTo>
                  <a:lnTo>
                    <a:pt x="178240" y="67085"/>
                  </a:lnTo>
                  <a:lnTo>
                    <a:pt x="178553" y="68280"/>
                  </a:lnTo>
                  <a:lnTo>
                    <a:pt x="178888" y="69278"/>
                  </a:lnTo>
                  <a:lnTo>
                    <a:pt x="179066" y="70285"/>
                  </a:lnTo>
                  <a:lnTo>
                    <a:pt x="179170" y="71463"/>
                  </a:lnTo>
                  <a:lnTo>
                    <a:pt x="179131" y="72840"/>
                  </a:lnTo>
                  <a:lnTo>
                    <a:pt x="178389" y="77836"/>
                  </a:lnTo>
                  <a:lnTo>
                    <a:pt x="178008" y="82200"/>
                  </a:lnTo>
                  <a:lnTo>
                    <a:pt x="177996" y="84413"/>
                  </a:lnTo>
                  <a:lnTo>
                    <a:pt x="178971" y="86037"/>
                  </a:lnTo>
                  <a:lnTo>
                    <a:pt x="180239" y="85953"/>
                  </a:lnTo>
                  <a:lnTo>
                    <a:pt x="180640" y="86954"/>
                  </a:lnTo>
                  <a:lnTo>
                    <a:pt x="181041" y="88546"/>
                  </a:lnTo>
                  <a:lnTo>
                    <a:pt x="181395" y="89357"/>
                  </a:lnTo>
                  <a:lnTo>
                    <a:pt x="181928" y="89333"/>
                  </a:lnTo>
                  <a:lnTo>
                    <a:pt x="182301" y="89889"/>
                  </a:lnTo>
                  <a:lnTo>
                    <a:pt x="182445" y="91006"/>
                  </a:lnTo>
                  <a:lnTo>
                    <a:pt x="182877" y="92215"/>
                  </a:lnTo>
                  <a:lnTo>
                    <a:pt x="183239" y="93546"/>
                  </a:lnTo>
                  <a:lnTo>
                    <a:pt x="183067" y="95255"/>
                  </a:lnTo>
                  <a:lnTo>
                    <a:pt x="183035" y="96552"/>
                  </a:lnTo>
                  <a:lnTo>
                    <a:pt x="182132" y="100173"/>
                  </a:lnTo>
                  <a:lnTo>
                    <a:pt x="180053" y="107242"/>
                  </a:lnTo>
                  <a:lnTo>
                    <a:pt x="175585" y="120361"/>
                  </a:lnTo>
                  <a:lnTo>
                    <a:pt x="174078" y="121943"/>
                  </a:lnTo>
                  <a:lnTo>
                    <a:pt x="173300" y="124381"/>
                  </a:lnTo>
                  <a:lnTo>
                    <a:pt x="172750" y="128202"/>
                  </a:lnTo>
                  <a:lnTo>
                    <a:pt x="171447" y="131451"/>
                  </a:lnTo>
                  <a:lnTo>
                    <a:pt x="170442" y="132760"/>
                  </a:lnTo>
                  <a:lnTo>
                    <a:pt x="170334" y="133539"/>
                  </a:lnTo>
                  <a:lnTo>
                    <a:pt x="170259" y="137053"/>
                  </a:lnTo>
                  <a:lnTo>
                    <a:pt x="170361" y="142222"/>
                  </a:lnTo>
                  <a:lnTo>
                    <a:pt x="169890" y="144588"/>
                  </a:lnTo>
                  <a:lnTo>
                    <a:pt x="169209" y="149177"/>
                  </a:lnTo>
                  <a:lnTo>
                    <a:pt x="168855" y="152052"/>
                  </a:lnTo>
                  <a:lnTo>
                    <a:pt x="168585" y="152617"/>
                  </a:lnTo>
                  <a:lnTo>
                    <a:pt x="168277" y="154061"/>
                  </a:lnTo>
                  <a:lnTo>
                    <a:pt x="168087" y="158746"/>
                  </a:lnTo>
                  <a:lnTo>
                    <a:pt x="167957" y="160323"/>
                  </a:lnTo>
                  <a:lnTo>
                    <a:pt x="167465" y="170019"/>
                  </a:lnTo>
                  <a:lnTo>
                    <a:pt x="167606" y="172784"/>
                  </a:lnTo>
                  <a:lnTo>
                    <a:pt x="167225" y="177395"/>
                  </a:lnTo>
                  <a:lnTo>
                    <a:pt x="167208" y="180107"/>
                  </a:lnTo>
                  <a:lnTo>
                    <a:pt x="167050" y="183180"/>
                  </a:lnTo>
                  <a:lnTo>
                    <a:pt x="166780" y="185847"/>
                  </a:lnTo>
                  <a:lnTo>
                    <a:pt x="166800" y="190103"/>
                  </a:lnTo>
                  <a:lnTo>
                    <a:pt x="166953" y="197058"/>
                  </a:lnTo>
                  <a:lnTo>
                    <a:pt x="166924" y="197978"/>
                  </a:lnTo>
                  <a:lnTo>
                    <a:pt x="166548" y="198624"/>
                  </a:lnTo>
                  <a:lnTo>
                    <a:pt x="165877" y="200347"/>
                  </a:lnTo>
                  <a:lnTo>
                    <a:pt x="165242" y="201510"/>
                  </a:lnTo>
                  <a:lnTo>
                    <a:pt x="164758" y="201810"/>
                  </a:lnTo>
                  <a:lnTo>
                    <a:pt x="163956" y="204883"/>
                  </a:lnTo>
                  <a:lnTo>
                    <a:pt x="163268" y="207789"/>
                  </a:lnTo>
                  <a:lnTo>
                    <a:pt x="162755" y="210629"/>
                  </a:lnTo>
                  <a:lnTo>
                    <a:pt x="162622" y="211936"/>
                  </a:lnTo>
                  <a:lnTo>
                    <a:pt x="162730" y="215609"/>
                  </a:lnTo>
                  <a:lnTo>
                    <a:pt x="162801" y="219961"/>
                  </a:lnTo>
                  <a:lnTo>
                    <a:pt x="162642" y="221831"/>
                  </a:lnTo>
                  <a:lnTo>
                    <a:pt x="162401" y="222956"/>
                  </a:lnTo>
                  <a:lnTo>
                    <a:pt x="161277" y="225308"/>
                  </a:lnTo>
                  <a:lnTo>
                    <a:pt x="160538" y="227008"/>
                  </a:lnTo>
                  <a:lnTo>
                    <a:pt x="160189" y="227894"/>
                  </a:lnTo>
                  <a:lnTo>
                    <a:pt x="160009" y="229264"/>
                  </a:lnTo>
                  <a:lnTo>
                    <a:pt x="160334" y="232482"/>
                  </a:lnTo>
                  <a:lnTo>
                    <a:pt x="160358" y="234831"/>
                  </a:lnTo>
                  <a:lnTo>
                    <a:pt x="160626" y="236219"/>
                  </a:lnTo>
                  <a:lnTo>
                    <a:pt x="161516" y="237347"/>
                  </a:lnTo>
                  <a:lnTo>
                    <a:pt x="161514" y="238472"/>
                  </a:lnTo>
                  <a:lnTo>
                    <a:pt x="161537" y="239693"/>
                  </a:lnTo>
                  <a:lnTo>
                    <a:pt x="162000" y="241205"/>
                  </a:lnTo>
                  <a:lnTo>
                    <a:pt x="162851" y="244293"/>
                  </a:lnTo>
                  <a:lnTo>
                    <a:pt x="163535" y="247196"/>
                  </a:lnTo>
                  <a:lnTo>
                    <a:pt x="163551" y="249712"/>
                  </a:lnTo>
                  <a:lnTo>
                    <a:pt x="163419" y="253925"/>
                  </a:lnTo>
                  <a:lnTo>
                    <a:pt x="163397" y="256349"/>
                  </a:lnTo>
                  <a:lnTo>
                    <a:pt x="163466" y="259670"/>
                  </a:lnTo>
                  <a:lnTo>
                    <a:pt x="163462" y="265854"/>
                  </a:lnTo>
                  <a:lnTo>
                    <a:pt x="163414" y="270252"/>
                  </a:lnTo>
                  <a:lnTo>
                    <a:pt x="163524" y="272529"/>
                  </a:lnTo>
                  <a:lnTo>
                    <a:pt x="164563" y="277983"/>
                  </a:lnTo>
                  <a:lnTo>
                    <a:pt x="165023" y="284019"/>
                  </a:lnTo>
                  <a:lnTo>
                    <a:pt x="165254" y="288440"/>
                  </a:lnTo>
                  <a:lnTo>
                    <a:pt x="165263" y="289840"/>
                  </a:lnTo>
                  <a:lnTo>
                    <a:pt x="164911" y="294927"/>
                  </a:lnTo>
                  <a:lnTo>
                    <a:pt x="164509" y="299856"/>
                  </a:lnTo>
                  <a:lnTo>
                    <a:pt x="164487" y="301723"/>
                  </a:lnTo>
                  <a:lnTo>
                    <a:pt x="164673" y="304213"/>
                  </a:lnTo>
                  <a:lnTo>
                    <a:pt x="165417" y="309918"/>
                  </a:lnTo>
                  <a:lnTo>
                    <a:pt x="165958" y="314068"/>
                  </a:lnTo>
                  <a:lnTo>
                    <a:pt x="166220" y="316561"/>
                  </a:lnTo>
                  <a:lnTo>
                    <a:pt x="166592" y="319481"/>
                  </a:lnTo>
                  <a:lnTo>
                    <a:pt x="167090" y="323942"/>
                  </a:lnTo>
                  <a:lnTo>
                    <a:pt x="167213" y="326066"/>
                  </a:lnTo>
                  <a:lnTo>
                    <a:pt x="167111" y="327642"/>
                  </a:lnTo>
                  <a:lnTo>
                    <a:pt x="166096" y="333240"/>
                  </a:lnTo>
                  <a:lnTo>
                    <a:pt x="165993" y="335000"/>
                  </a:lnTo>
                  <a:lnTo>
                    <a:pt x="166245" y="339346"/>
                  </a:lnTo>
                  <a:lnTo>
                    <a:pt x="166577" y="343536"/>
                  </a:lnTo>
                  <a:lnTo>
                    <a:pt x="167056" y="345917"/>
                  </a:lnTo>
                  <a:lnTo>
                    <a:pt x="168200" y="352490"/>
                  </a:lnTo>
                  <a:lnTo>
                    <a:pt x="169051" y="354706"/>
                  </a:lnTo>
                  <a:lnTo>
                    <a:pt x="170624" y="357993"/>
                  </a:lnTo>
                  <a:lnTo>
                    <a:pt x="172013" y="361300"/>
                  </a:lnTo>
                  <a:lnTo>
                    <a:pt x="172547" y="363014"/>
                  </a:lnTo>
                  <a:lnTo>
                    <a:pt x="173036" y="364930"/>
                  </a:lnTo>
                  <a:lnTo>
                    <a:pt x="174002" y="369830"/>
                  </a:lnTo>
                  <a:lnTo>
                    <a:pt x="174592" y="373818"/>
                  </a:lnTo>
                  <a:lnTo>
                    <a:pt x="174902" y="377422"/>
                  </a:lnTo>
                  <a:lnTo>
                    <a:pt x="175660" y="382342"/>
                  </a:lnTo>
                  <a:lnTo>
                    <a:pt x="176364" y="386916"/>
                  </a:lnTo>
                  <a:lnTo>
                    <a:pt x="177277" y="392500"/>
                  </a:lnTo>
                  <a:lnTo>
                    <a:pt x="177922" y="396444"/>
                  </a:lnTo>
                  <a:lnTo>
                    <a:pt x="178213" y="399082"/>
                  </a:lnTo>
                  <a:lnTo>
                    <a:pt x="176547" y="399861"/>
                  </a:lnTo>
                  <a:lnTo>
                    <a:pt x="174140" y="400989"/>
                  </a:lnTo>
                  <a:lnTo>
                    <a:pt x="171485" y="402233"/>
                  </a:lnTo>
                  <a:lnTo>
                    <a:pt x="168744" y="403517"/>
                  </a:lnTo>
                  <a:lnTo>
                    <a:pt x="166029" y="404793"/>
                  </a:lnTo>
                  <a:lnTo>
                    <a:pt x="163451" y="406002"/>
                  </a:lnTo>
                  <a:lnTo>
                    <a:pt x="161111" y="407098"/>
                  </a:lnTo>
                  <a:lnTo>
                    <a:pt x="160398" y="407704"/>
                  </a:lnTo>
                  <a:lnTo>
                    <a:pt x="160748" y="410800"/>
                  </a:lnTo>
                  <a:lnTo>
                    <a:pt x="160587" y="414061"/>
                  </a:lnTo>
                  <a:lnTo>
                    <a:pt x="160123" y="416580"/>
                  </a:lnTo>
                  <a:lnTo>
                    <a:pt x="159393" y="419688"/>
                  </a:lnTo>
                  <a:lnTo>
                    <a:pt x="159059" y="420918"/>
                  </a:lnTo>
                  <a:lnTo>
                    <a:pt x="158313" y="423342"/>
                  </a:lnTo>
                  <a:lnTo>
                    <a:pt x="157691" y="425044"/>
                  </a:lnTo>
                  <a:lnTo>
                    <a:pt x="156420" y="427915"/>
                  </a:lnTo>
                  <a:lnTo>
                    <a:pt x="155616" y="429551"/>
                  </a:lnTo>
                  <a:lnTo>
                    <a:pt x="155611" y="431035"/>
                  </a:lnTo>
                  <a:lnTo>
                    <a:pt x="156960" y="437980"/>
                  </a:lnTo>
                  <a:lnTo>
                    <a:pt x="157573" y="442967"/>
                  </a:lnTo>
                  <a:lnTo>
                    <a:pt x="157821" y="447471"/>
                  </a:lnTo>
                  <a:lnTo>
                    <a:pt x="157810" y="450057"/>
                  </a:lnTo>
                  <a:lnTo>
                    <a:pt x="157758" y="455378"/>
                  </a:lnTo>
                  <a:lnTo>
                    <a:pt x="157697" y="461706"/>
                  </a:lnTo>
                  <a:lnTo>
                    <a:pt x="157604" y="464199"/>
                  </a:lnTo>
                  <a:lnTo>
                    <a:pt x="157970" y="468715"/>
                  </a:lnTo>
                  <a:lnTo>
                    <a:pt x="157906" y="472233"/>
                  </a:lnTo>
                  <a:lnTo>
                    <a:pt x="156996" y="476166"/>
                  </a:lnTo>
                  <a:lnTo>
                    <a:pt x="156744" y="480033"/>
                  </a:lnTo>
                  <a:lnTo>
                    <a:pt x="156285" y="485244"/>
                  </a:lnTo>
                  <a:lnTo>
                    <a:pt x="155650" y="492479"/>
                  </a:lnTo>
                  <a:lnTo>
                    <a:pt x="155198" y="496279"/>
                  </a:lnTo>
                  <a:lnTo>
                    <a:pt x="155450" y="498752"/>
                  </a:lnTo>
                  <a:lnTo>
                    <a:pt x="155677" y="500411"/>
                  </a:lnTo>
                  <a:lnTo>
                    <a:pt x="155916" y="502642"/>
                  </a:lnTo>
                  <a:lnTo>
                    <a:pt x="156403" y="506004"/>
                  </a:lnTo>
                  <a:lnTo>
                    <a:pt x="156971" y="507986"/>
                  </a:lnTo>
                  <a:lnTo>
                    <a:pt x="157288" y="508840"/>
                  </a:lnTo>
                  <a:lnTo>
                    <a:pt x="159161" y="513071"/>
                  </a:lnTo>
                  <a:lnTo>
                    <a:pt x="159936" y="515117"/>
                  </a:lnTo>
                  <a:lnTo>
                    <a:pt x="161122" y="519174"/>
                  </a:lnTo>
                  <a:lnTo>
                    <a:pt x="161996" y="521863"/>
                  </a:lnTo>
                  <a:lnTo>
                    <a:pt x="163216" y="522495"/>
                  </a:lnTo>
                  <a:lnTo>
                    <a:pt x="164682" y="523517"/>
                  </a:lnTo>
                  <a:lnTo>
                    <a:pt x="165488" y="524299"/>
                  </a:lnTo>
                  <a:lnTo>
                    <a:pt x="166046" y="523921"/>
                  </a:lnTo>
                  <a:lnTo>
                    <a:pt x="166231" y="522966"/>
                  </a:lnTo>
                  <a:lnTo>
                    <a:pt x="166206" y="520940"/>
                  </a:lnTo>
                  <a:lnTo>
                    <a:pt x="166107" y="519442"/>
                  </a:lnTo>
                  <a:lnTo>
                    <a:pt x="166263" y="518300"/>
                  </a:lnTo>
                  <a:lnTo>
                    <a:pt x="166759" y="517538"/>
                  </a:lnTo>
                  <a:lnTo>
                    <a:pt x="168030" y="517417"/>
                  </a:lnTo>
                  <a:lnTo>
                    <a:pt x="168584" y="516404"/>
                  </a:lnTo>
                  <a:lnTo>
                    <a:pt x="169022" y="516150"/>
                  </a:lnTo>
                  <a:lnTo>
                    <a:pt x="169024" y="520602"/>
                  </a:lnTo>
                  <a:lnTo>
                    <a:pt x="169025" y="524870"/>
                  </a:lnTo>
                  <a:lnTo>
                    <a:pt x="169026" y="530050"/>
                  </a:lnTo>
                  <a:lnTo>
                    <a:pt x="169028" y="535994"/>
                  </a:lnTo>
                  <a:lnTo>
                    <a:pt x="169031" y="540871"/>
                  </a:lnTo>
                  <a:lnTo>
                    <a:pt x="169033" y="546054"/>
                  </a:lnTo>
                  <a:lnTo>
                    <a:pt x="169035" y="552030"/>
                  </a:lnTo>
                  <a:lnTo>
                    <a:pt x="169024" y="552711"/>
                  </a:lnTo>
                  <a:lnTo>
                    <a:pt x="168830" y="554050"/>
                  </a:lnTo>
                  <a:lnTo>
                    <a:pt x="168325" y="554514"/>
                  </a:lnTo>
                  <a:lnTo>
                    <a:pt x="167643" y="553349"/>
                  </a:lnTo>
                  <a:lnTo>
                    <a:pt x="167604" y="552125"/>
                  </a:lnTo>
                  <a:lnTo>
                    <a:pt x="167437" y="549926"/>
                  </a:lnTo>
                  <a:lnTo>
                    <a:pt x="167119" y="548804"/>
                  </a:lnTo>
                  <a:lnTo>
                    <a:pt x="166706" y="548460"/>
                  </a:lnTo>
                  <a:lnTo>
                    <a:pt x="166006" y="549023"/>
                  </a:lnTo>
                  <a:lnTo>
                    <a:pt x="165048" y="550645"/>
                  </a:lnTo>
                  <a:lnTo>
                    <a:pt x="163817" y="552062"/>
                  </a:lnTo>
                  <a:lnTo>
                    <a:pt x="163318" y="552875"/>
                  </a:lnTo>
                  <a:lnTo>
                    <a:pt x="162451" y="552780"/>
                  </a:lnTo>
                  <a:lnTo>
                    <a:pt x="161515" y="552004"/>
                  </a:lnTo>
                  <a:lnTo>
                    <a:pt x="160823" y="550180"/>
                  </a:lnTo>
                  <a:lnTo>
                    <a:pt x="160625" y="547448"/>
                  </a:lnTo>
                  <a:lnTo>
                    <a:pt x="160020" y="544634"/>
                  </a:lnTo>
                  <a:lnTo>
                    <a:pt x="159197" y="540571"/>
                  </a:lnTo>
                  <a:lnTo>
                    <a:pt x="158783" y="538903"/>
                  </a:lnTo>
                  <a:lnTo>
                    <a:pt x="158233" y="537007"/>
                  </a:lnTo>
                  <a:lnTo>
                    <a:pt x="157681" y="536794"/>
                  </a:lnTo>
                  <a:lnTo>
                    <a:pt x="157060" y="536263"/>
                  </a:lnTo>
                  <a:lnTo>
                    <a:pt x="156679" y="533487"/>
                  </a:lnTo>
                  <a:lnTo>
                    <a:pt x="156325" y="529975"/>
                  </a:lnTo>
                  <a:lnTo>
                    <a:pt x="156104" y="528619"/>
                  </a:lnTo>
                  <a:lnTo>
                    <a:pt x="155733" y="526864"/>
                  </a:lnTo>
                  <a:lnTo>
                    <a:pt x="155203" y="525799"/>
                  </a:lnTo>
                  <a:lnTo>
                    <a:pt x="154045" y="524397"/>
                  </a:lnTo>
                  <a:lnTo>
                    <a:pt x="152426" y="522435"/>
                  </a:lnTo>
                  <a:lnTo>
                    <a:pt x="150393" y="519973"/>
                  </a:lnTo>
                  <a:lnTo>
                    <a:pt x="149426" y="519855"/>
                  </a:lnTo>
                  <a:lnTo>
                    <a:pt x="148345" y="519439"/>
                  </a:lnTo>
                  <a:lnTo>
                    <a:pt x="147667" y="518265"/>
                  </a:lnTo>
                  <a:lnTo>
                    <a:pt x="147278" y="517327"/>
                  </a:lnTo>
                  <a:lnTo>
                    <a:pt x="146832" y="513910"/>
                  </a:lnTo>
                  <a:lnTo>
                    <a:pt x="146223" y="509917"/>
                  </a:lnTo>
                  <a:lnTo>
                    <a:pt x="144439" y="505158"/>
                  </a:lnTo>
                  <a:lnTo>
                    <a:pt x="144038" y="499886"/>
                  </a:lnTo>
                  <a:lnTo>
                    <a:pt x="143681" y="499122"/>
                  </a:lnTo>
                  <a:lnTo>
                    <a:pt x="143068" y="499552"/>
                  </a:lnTo>
                  <a:lnTo>
                    <a:pt x="142593" y="500207"/>
                  </a:lnTo>
                  <a:lnTo>
                    <a:pt x="142407" y="501621"/>
                  </a:lnTo>
                  <a:lnTo>
                    <a:pt x="141928" y="506373"/>
                  </a:lnTo>
                  <a:lnTo>
                    <a:pt x="141666" y="508566"/>
                  </a:lnTo>
                  <a:lnTo>
                    <a:pt x="141486" y="509172"/>
                  </a:lnTo>
                  <a:lnTo>
                    <a:pt x="141097" y="509888"/>
                  </a:lnTo>
                  <a:lnTo>
                    <a:pt x="140459" y="510529"/>
                  </a:lnTo>
                  <a:lnTo>
                    <a:pt x="139552" y="510846"/>
                  </a:lnTo>
                  <a:lnTo>
                    <a:pt x="138270" y="510731"/>
                  </a:lnTo>
                  <a:lnTo>
                    <a:pt x="136668" y="510015"/>
                  </a:lnTo>
                  <a:lnTo>
                    <a:pt x="135802" y="509484"/>
                  </a:lnTo>
                  <a:lnTo>
                    <a:pt x="133463" y="508696"/>
                  </a:lnTo>
                  <a:lnTo>
                    <a:pt x="132786" y="508309"/>
                  </a:lnTo>
                  <a:lnTo>
                    <a:pt x="131831" y="507279"/>
                  </a:lnTo>
                  <a:lnTo>
                    <a:pt x="131142" y="506240"/>
                  </a:lnTo>
                  <a:lnTo>
                    <a:pt x="128872" y="503995"/>
                  </a:lnTo>
                  <a:lnTo>
                    <a:pt x="127844" y="504270"/>
                  </a:lnTo>
                  <a:lnTo>
                    <a:pt x="127345" y="502685"/>
                  </a:lnTo>
                  <a:lnTo>
                    <a:pt x="126897" y="501909"/>
                  </a:lnTo>
                  <a:lnTo>
                    <a:pt x="126282" y="500417"/>
                  </a:lnTo>
                  <a:lnTo>
                    <a:pt x="126006" y="498363"/>
                  </a:lnTo>
                  <a:lnTo>
                    <a:pt x="125640" y="493974"/>
                  </a:lnTo>
                  <a:lnTo>
                    <a:pt x="125728" y="491625"/>
                  </a:lnTo>
                  <a:lnTo>
                    <a:pt x="125993" y="489007"/>
                  </a:lnTo>
                  <a:lnTo>
                    <a:pt x="125699" y="488283"/>
                  </a:lnTo>
                  <a:lnTo>
                    <a:pt x="125288" y="488283"/>
                  </a:lnTo>
                  <a:lnTo>
                    <a:pt x="124700" y="489186"/>
                  </a:lnTo>
                  <a:lnTo>
                    <a:pt x="123653" y="489691"/>
                  </a:lnTo>
                  <a:lnTo>
                    <a:pt x="121739" y="490845"/>
                  </a:lnTo>
                  <a:lnTo>
                    <a:pt x="121061" y="491498"/>
                  </a:lnTo>
                  <a:lnTo>
                    <a:pt x="120309" y="491988"/>
                  </a:lnTo>
                  <a:lnTo>
                    <a:pt x="119734" y="492435"/>
                  </a:lnTo>
                  <a:lnTo>
                    <a:pt x="118295" y="494963"/>
                  </a:lnTo>
                  <a:lnTo>
                    <a:pt x="117795" y="495235"/>
                  </a:lnTo>
                  <a:lnTo>
                    <a:pt x="116943" y="494331"/>
                  </a:lnTo>
                  <a:lnTo>
                    <a:pt x="116531" y="492978"/>
                  </a:lnTo>
                  <a:lnTo>
                    <a:pt x="116943" y="491443"/>
                  </a:lnTo>
                  <a:lnTo>
                    <a:pt x="117119" y="489547"/>
                  </a:lnTo>
                  <a:lnTo>
                    <a:pt x="116825" y="485845"/>
                  </a:lnTo>
                  <a:lnTo>
                    <a:pt x="116385" y="484128"/>
                  </a:lnTo>
                  <a:lnTo>
                    <a:pt x="115109" y="482893"/>
                  </a:lnTo>
                  <a:lnTo>
                    <a:pt x="114622" y="482774"/>
                  </a:lnTo>
                  <a:lnTo>
                    <a:pt x="114416" y="480697"/>
                  </a:lnTo>
                  <a:lnTo>
                    <a:pt x="114063" y="478801"/>
                  </a:lnTo>
                  <a:lnTo>
                    <a:pt x="113336" y="478434"/>
                  </a:lnTo>
                  <a:lnTo>
                    <a:pt x="112987" y="478218"/>
                  </a:lnTo>
                  <a:lnTo>
                    <a:pt x="112624" y="478801"/>
                  </a:lnTo>
                  <a:lnTo>
                    <a:pt x="112418" y="480336"/>
                  </a:lnTo>
                  <a:lnTo>
                    <a:pt x="112359" y="481510"/>
                  </a:lnTo>
                  <a:lnTo>
                    <a:pt x="111712" y="482411"/>
                  </a:lnTo>
                  <a:lnTo>
                    <a:pt x="110390" y="482232"/>
                  </a:lnTo>
                  <a:lnTo>
                    <a:pt x="109079" y="481375"/>
                  </a:lnTo>
                  <a:lnTo>
                    <a:pt x="108156" y="481101"/>
                  </a:lnTo>
                  <a:lnTo>
                    <a:pt x="107543" y="481311"/>
                  </a:lnTo>
                  <a:lnTo>
                    <a:pt x="105202" y="484217"/>
                  </a:lnTo>
                  <a:lnTo>
                    <a:pt x="104429" y="484604"/>
                  </a:lnTo>
                  <a:lnTo>
                    <a:pt x="101915" y="484379"/>
                  </a:lnTo>
                  <a:lnTo>
                    <a:pt x="100490" y="483773"/>
                  </a:lnTo>
                  <a:lnTo>
                    <a:pt x="99476" y="483657"/>
                  </a:lnTo>
                  <a:lnTo>
                    <a:pt x="98756" y="484569"/>
                  </a:lnTo>
                  <a:lnTo>
                    <a:pt x="97860" y="486719"/>
                  </a:lnTo>
                  <a:lnTo>
                    <a:pt x="97110" y="487876"/>
                  </a:lnTo>
                  <a:lnTo>
                    <a:pt x="96762" y="487743"/>
                  </a:lnTo>
                  <a:lnTo>
                    <a:pt x="96549" y="486843"/>
                  </a:lnTo>
                  <a:lnTo>
                    <a:pt x="96256" y="485611"/>
                  </a:lnTo>
                  <a:lnTo>
                    <a:pt x="96165" y="482382"/>
                  </a:lnTo>
                  <a:lnTo>
                    <a:pt x="95793" y="478824"/>
                  </a:lnTo>
                  <a:lnTo>
                    <a:pt x="96039" y="476968"/>
                  </a:lnTo>
                  <a:lnTo>
                    <a:pt x="96778" y="475624"/>
                  </a:lnTo>
                  <a:lnTo>
                    <a:pt x="97034" y="472885"/>
                  </a:lnTo>
                  <a:lnTo>
                    <a:pt x="96805" y="468756"/>
                  </a:lnTo>
                  <a:lnTo>
                    <a:pt x="96790" y="465853"/>
                  </a:lnTo>
                  <a:lnTo>
                    <a:pt x="96990" y="464179"/>
                  </a:lnTo>
                  <a:lnTo>
                    <a:pt x="96721" y="460113"/>
                  </a:lnTo>
                  <a:lnTo>
                    <a:pt x="95983" y="453658"/>
                  </a:lnTo>
                  <a:lnTo>
                    <a:pt x="94939" y="448403"/>
                  </a:lnTo>
                  <a:lnTo>
                    <a:pt x="93588" y="444349"/>
                  </a:lnTo>
                  <a:lnTo>
                    <a:pt x="92704" y="440468"/>
                  </a:lnTo>
                  <a:lnTo>
                    <a:pt x="92286" y="436760"/>
                  </a:lnTo>
                  <a:lnTo>
                    <a:pt x="92443" y="427886"/>
                  </a:lnTo>
                  <a:lnTo>
                    <a:pt x="92850" y="420058"/>
                  </a:lnTo>
                  <a:lnTo>
                    <a:pt x="93172" y="413848"/>
                  </a:lnTo>
                  <a:lnTo>
                    <a:pt x="93081" y="403439"/>
                  </a:lnTo>
                  <a:lnTo>
                    <a:pt x="92168" y="396667"/>
                  </a:lnTo>
                  <a:lnTo>
                    <a:pt x="91968" y="389383"/>
                  </a:lnTo>
                  <a:lnTo>
                    <a:pt x="92482" y="381589"/>
                  </a:lnTo>
                  <a:lnTo>
                    <a:pt x="92559" y="376251"/>
                  </a:lnTo>
                  <a:lnTo>
                    <a:pt x="92217" y="373521"/>
                  </a:lnTo>
                  <a:lnTo>
                    <a:pt x="91983" y="373108"/>
                  </a:lnTo>
                  <a:lnTo>
                    <a:pt x="91689" y="372837"/>
                  </a:lnTo>
                  <a:lnTo>
                    <a:pt x="89379" y="372577"/>
                  </a:lnTo>
                  <a:lnTo>
                    <a:pt x="86298" y="372231"/>
                  </a:lnTo>
                  <a:lnTo>
                    <a:pt x="83612" y="372127"/>
                  </a:lnTo>
                  <a:lnTo>
                    <a:pt x="80698" y="372017"/>
                  </a:lnTo>
                  <a:lnTo>
                    <a:pt x="80223" y="371033"/>
                  </a:lnTo>
                  <a:lnTo>
                    <a:pt x="80006" y="369213"/>
                  </a:lnTo>
                  <a:lnTo>
                    <a:pt x="80016" y="367409"/>
                  </a:lnTo>
                  <a:lnTo>
                    <a:pt x="80611" y="361895"/>
                  </a:lnTo>
                  <a:lnTo>
                    <a:pt x="80527" y="361444"/>
                  </a:lnTo>
                  <a:lnTo>
                    <a:pt x="79491" y="361323"/>
                  </a:lnTo>
                  <a:lnTo>
                    <a:pt x="76682" y="362223"/>
                  </a:lnTo>
                  <a:lnTo>
                    <a:pt x="74830" y="363115"/>
                  </a:lnTo>
                  <a:lnTo>
                    <a:pt x="73655" y="363407"/>
                  </a:lnTo>
                  <a:lnTo>
                    <a:pt x="71589" y="364907"/>
                  </a:lnTo>
                  <a:lnTo>
                    <a:pt x="70314" y="368078"/>
                  </a:lnTo>
                  <a:lnTo>
                    <a:pt x="69892" y="372069"/>
                  </a:lnTo>
                  <a:lnTo>
                    <a:pt x="69927" y="375356"/>
                  </a:lnTo>
                  <a:lnTo>
                    <a:pt x="69854" y="377763"/>
                  </a:lnTo>
                  <a:lnTo>
                    <a:pt x="69272" y="380279"/>
                  </a:lnTo>
                  <a:lnTo>
                    <a:pt x="68814" y="383168"/>
                  </a:lnTo>
                  <a:lnTo>
                    <a:pt x="68797" y="384688"/>
                  </a:lnTo>
                  <a:lnTo>
                    <a:pt x="68518" y="392373"/>
                  </a:lnTo>
                  <a:lnTo>
                    <a:pt x="66613" y="393403"/>
                  </a:lnTo>
                  <a:lnTo>
                    <a:pt x="64707" y="393403"/>
                  </a:lnTo>
                  <a:lnTo>
                    <a:pt x="64264" y="393305"/>
                  </a:lnTo>
                  <a:lnTo>
                    <a:pt x="61909" y="391470"/>
                  </a:lnTo>
                  <a:lnTo>
                    <a:pt x="61037" y="391467"/>
                  </a:lnTo>
                  <a:lnTo>
                    <a:pt x="60287" y="392430"/>
                  </a:lnTo>
                  <a:lnTo>
                    <a:pt x="58847" y="393368"/>
                  </a:lnTo>
                  <a:lnTo>
                    <a:pt x="57468" y="394064"/>
                  </a:lnTo>
                  <a:lnTo>
                    <a:pt x="56081" y="396338"/>
                  </a:lnTo>
                  <a:lnTo>
                    <a:pt x="55712" y="396540"/>
                  </a:lnTo>
                  <a:lnTo>
                    <a:pt x="54792" y="395359"/>
                  </a:lnTo>
                  <a:lnTo>
                    <a:pt x="53501" y="395469"/>
                  </a:lnTo>
                  <a:lnTo>
                    <a:pt x="52199" y="396040"/>
                  </a:lnTo>
                  <a:lnTo>
                    <a:pt x="51586" y="396286"/>
                  </a:lnTo>
                  <a:lnTo>
                    <a:pt x="51167" y="395602"/>
                  </a:lnTo>
                  <a:lnTo>
                    <a:pt x="49968" y="389871"/>
                  </a:lnTo>
                  <a:lnTo>
                    <a:pt x="48369" y="382230"/>
                  </a:lnTo>
                  <a:lnTo>
                    <a:pt x="47505" y="377442"/>
                  </a:lnTo>
                  <a:lnTo>
                    <a:pt x="47183" y="376193"/>
                  </a:lnTo>
                  <a:lnTo>
                    <a:pt x="46627" y="374539"/>
                  </a:lnTo>
                  <a:lnTo>
                    <a:pt x="45867" y="371417"/>
                  </a:lnTo>
                  <a:lnTo>
                    <a:pt x="45553" y="368451"/>
                  </a:lnTo>
                  <a:lnTo>
                    <a:pt x="45685" y="365646"/>
                  </a:lnTo>
                  <a:lnTo>
                    <a:pt x="45239" y="361860"/>
                  </a:lnTo>
                  <a:lnTo>
                    <a:pt x="44217" y="357090"/>
                  </a:lnTo>
                  <a:lnTo>
                    <a:pt x="43543" y="352536"/>
                  </a:lnTo>
                  <a:lnTo>
                    <a:pt x="43220" y="348199"/>
                  </a:lnTo>
                  <a:lnTo>
                    <a:pt x="43139" y="344485"/>
                  </a:lnTo>
                  <a:lnTo>
                    <a:pt x="43300" y="341395"/>
                  </a:lnTo>
                  <a:lnTo>
                    <a:pt x="43103" y="339115"/>
                  </a:lnTo>
                  <a:lnTo>
                    <a:pt x="42548" y="337646"/>
                  </a:lnTo>
                  <a:lnTo>
                    <a:pt x="42245" y="335785"/>
                  </a:lnTo>
                  <a:lnTo>
                    <a:pt x="42025" y="335009"/>
                  </a:lnTo>
                  <a:lnTo>
                    <a:pt x="41564" y="333252"/>
                  </a:lnTo>
                  <a:lnTo>
                    <a:pt x="40548" y="331312"/>
                  </a:lnTo>
                  <a:lnTo>
                    <a:pt x="39431" y="330291"/>
                  </a:lnTo>
                  <a:lnTo>
                    <a:pt x="36978" y="330271"/>
                  </a:lnTo>
                  <a:lnTo>
                    <a:pt x="33775" y="330239"/>
                  </a:lnTo>
                  <a:lnTo>
                    <a:pt x="30872" y="330386"/>
                  </a:lnTo>
                  <a:lnTo>
                    <a:pt x="27645" y="330553"/>
                  </a:lnTo>
                  <a:lnTo>
                    <a:pt x="24377" y="330718"/>
                  </a:lnTo>
                  <a:lnTo>
                    <a:pt x="23498" y="330978"/>
                  </a:lnTo>
                  <a:lnTo>
                    <a:pt x="21005" y="331090"/>
                  </a:lnTo>
                  <a:lnTo>
                    <a:pt x="19007" y="330597"/>
                  </a:lnTo>
                  <a:lnTo>
                    <a:pt x="18266" y="330276"/>
                  </a:lnTo>
                  <a:lnTo>
                    <a:pt x="16966" y="330043"/>
                  </a:lnTo>
                  <a:lnTo>
                    <a:pt x="14909" y="329982"/>
                  </a:lnTo>
                  <a:lnTo>
                    <a:pt x="13798" y="330175"/>
                  </a:lnTo>
                  <a:lnTo>
                    <a:pt x="11130" y="330178"/>
                  </a:lnTo>
                  <a:lnTo>
                    <a:pt x="10890" y="330225"/>
                  </a:lnTo>
                  <a:lnTo>
                    <a:pt x="10468" y="330770"/>
                  </a:lnTo>
                  <a:lnTo>
                    <a:pt x="9332" y="330014"/>
                  </a:lnTo>
                  <a:lnTo>
                    <a:pt x="8214" y="330268"/>
                  </a:lnTo>
                  <a:lnTo>
                    <a:pt x="7591" y="329419"/>
                  </a:lnTo>
                  <a:lnTo>
                    <a:pt x="6221" y="329950"/>
                  </a:lnTo>
                  <a:lnTo>
                    <a:pt x="5556" y="330649"/>
                  </a:lnTo>
                  <a:lnTo>
                    <a:pt x="4489" y="333104"/>
                  </a:lnTo>
                  <a:lnTo>
                    <a:pt x="2892" y="334386"/>
                  </a:lnTo>
                  <a:lnTo>
                    <a:pt x="2300" y="334276"/>
                  </a:lnTo>
                  <a:lnTo>
                    <a:pt x="1903" y="333858"/>
                  </a:lnTo>
                  <a:lnTo>
                    <a:pt x="974" y="331168"/>
                  </a:lnTo>
                  <a:lnTo>
                    <a:pt x="257" y="328568"/>
                  </a:lnTo>
                  <a:lnTo>
                    <a:pt x="0" y="327131"/>
                  </a:lnTo>
                  <a:lnTo>
                    <a:pt x="399" y="326770"/>
                  </a:lnTo>
                  <a:lnTo>
                    <a:pt x="1657" y="326216"/>
                  </a:lnTo>
                  <a:lnTo>
                    <a:pt x="2604" y="325951"/>
                  </a:lnTo>
                  <a:lnTo>
                    <a:pt x="2788" y="325273"/>
                  </a:lnTo>
                  <a:lnTo>
                    <a:pt x="2934" y="317259"/>
                  </a:lnTo>
                  <a:lnTo>
                    <a:pt x="2967" y="309113"/>
                  </a:lnTo>
                  <a:lnTo>
                    <a:pt x="2631" y="308043"/>
                  </a:lnTo>
                  <a:lnTo>
                    <a:pt x="2302" y="307390"/>
                  </a:lnTo>
                  <a:lnTo>
                    <a:pt x="2286" y="306825"/>
                  </a:lnTo>
                  <a:lnTo>
                    <a:pt x="2778" y="305803"/>
                  </a:lnTo>
                  <a:lnTo>
                    <a:pt x="3459" y="304611"/>
                  </a:lnTo>
                  <a:lnTo>
                    <a:pt x="3677" y="304075"/>
                  </a:lnTo>
                  <a:lnTo>
                    <a:pt x="4433" y="301916"/>
                  </a:lnTo>
                  <a:lnTo>
                    <a:pt x="5922" y="296930"/>
                  </a:lnTo>
                  <a:lnTo>
                    <a:pt x="7054" y="295709"/>
                  </a:lnTo>
                  <a:lnTo>
                    <a:pt x="8110" y="294402"/>
                  </a:lnTo>
                  <a:lnTo>
                    <a:pt x="8258" y="293920"/>
                  </a:lnTo>
                  <a:lnTo>
                    <a:pt x="8399" y="292951"/>
                  </a:lnTo>
                  <a:lnTo>
                    <a:pt x="8872" y="293020"/>
                  </a:lnTo>
                  <a:lnTo>
                    <a:pt x="9024" y="293493"/>
                  </a:lnTo>
                  <a:lnTo>
                    <a:pt x="9255" y="294543"/>
                  </a:lnTo>
                  <a:lnTo>
                    <a:pt x="9670" y="296021"/>
                  </a:lnTo>
                  <a:lnTo>
                    <a:pt x="10417" y="297775"/>
                  </a:lnTo>
                  <a:lnTo>
                    <a:pt x="11172" y="299671"/>
                  </a:lnTo>
                  <a:lnTo>
                    <a:pt x="11548" y="299908"/>
                  </a:lnTo>
                  <a:lnTo>
                    <a:pt x="12158" y="298950"/>
                  </a:lnTo>
                  <a:lnTo>
                    <a:pt x="12862" y="297524"/>
                  </a:lnTo>
                  <a:lnTo>
                    <a:pt x="13900" y="296483"/>
                  </a:lnTo>
                  <a:lnTo>
                    <a:pt x="14148" y="295513"/>
                  </a:lnTo>
                  <a:lnTo>
                    <a:pt x="14283" y="293435"/>
                  </a:lnTo>
                  <a:lnTo>
                    <a:pt x="14362" y="291216"/>
                  </a:lnTo>
                  <a:lnTo>
                    <a:pt x="14453" y="288593"/>
                  </a:lnTo>
                  <a:lnTo>
                    <a:pt x="14664" y="288238"/>
                  </a:lnTo>
                  <a:lnTo>
                    <a:pt x="15039" y="287984"/>
                  </a:lnTo>
                  <a:lnTo>
                    <a:pt x="15726" y="288723"/>
                  </a:lnTo>
                  <a:lnTo>
                    <a:pt x="16041" y="289485"/>
                  </a:lnTo>
                  <a:lnTo>
                    <a:pt x="16605" y="289485"/>
                  </a:lnTo>
                  <a:lnTo>
                    <a:pt x="16965" y="288792"/>
                  </a:lnTo>
                  <a:lnTo>
                    <a:pt x="17623" y="287500"/>
                  </a:lnTo>
                  <a:lnTo>
                    <a:pt x="18460" y="286983"/>
                  </a:lnTo>
                  <a:lnTo>
                    <a:pt x="19355" y="285745"/>
                  </a:lnTo>
                  <a:lnTo>
                    <a:pt x="20213" y="284149"/>
                  </a:lnTo>
                  <a:lnTo>
                    <a:pt x="20617" y="284011"/>
                  </a:lnTo>
                  <a:lnTo>
                    <a:pt x="21046" y="286089"/>
                  </a:lnTo>
                  <a:lnTo>
                    <a:pt x="21429" y="287546"/>
                  </a:lnTo>
                  <a:lnTo>
                    <a:pt x="21497" y="288446"/>
                  </a:lnTo>
                  <a:lnTo>
                    <a:pt x="21114" y="290177"/>
                  </a:lnTo>
                  <a:lnTo>
                    <a:pt x="20686" y="292466"/>
                  </a:lnTo>
                  <a:lnTo>
                    <a:pt x="21046" y="295305"/>
                  </a:lnTo>
                  <a:lnTo>
                    <a:pt x="21133" y="298064"/>
                  </a:lnTo>
                  <a:lnTo>
                    <a:pt x="21121" y="299726"/>
                  </a:lnTo>
                  <a:lnTo>
                    <a:pt x="21412" y="300401"/>
                  </a:lnTo>
                  <a:lnTo>
                    <a:pt x="21611" y="300722"/>
                  </a:lnTo>
                  <a:lnTo>
                    <a:pt x="21921" y="300329"/>
                  </a:lnTo>
                  <a:lnTo>
                    <a:pt x="22533" y="300450"/>
                  </a:lnTo>
                  <a:lnTo>
                    <a:pt x="23268" y="301316"/>
                  </a:lnTo>
                  <a:lnTo>
                    <a:pt x="23978" y="301218"/>
                  </a:lnTo>
                  <a:lnTo>
                    <a:pt x="24665" y="300153"/>
                  </a:lnTo>
                  <a:lnTo>
                    <a:pt x="25941" y="296012"/>
                  </a:lnTo>
                  <a:lnTo>
                    <a:pt x="27808" y="288787"/>
                  </a:lnTo>
                  <a:lnTo>
                    <a:pt x="29355" y="284253"/>
                  </a:lnTo>
                  <a:lnTo>
                    <a:pt x="30580" y="282401"/>
                  </a:lnTo>
                  <a:lnTo>
                    <a:pt x="31410" y="280239"/>
                  </a:lnTo>
                  <a:lnTo>
                    <a:pt x="31843" y="277763"/>
                  </a:lnTo>
                  <a:lnTo>
                    <a:pt x="32555" y="276078"/>
                  </a:lnTo>
                  <a:lnTo>
                    <a:pt x="34041" y="274736"/>
                  </a:lnTo>
                  <a:lnTo>
                    <a:pt x="35174" y="273221"/>
                  </a:lnTo>
                  <a:lnTo>
                    <a:pt x="36304" y="268255"/>
                  </a:lnTo>
                  <a:lnTo>
                    <a:pt x="37811" y="259330"/>
                  </a:lnTo>
                  <a:lnTo>
                    <a:pt x="38233" y="251360"/>
                  </a:lnTo>
                  <a:lnTo>
                    <a:pt x="38490" y="246509"/>
                  </a:lnTo>
                  <a:lnTo>
                    <a:pt x="38341" y="229798"/>
                  </a:lnTo>
                  <a:lnTo>
                    <a:pt x="38242" y="224313"/>
                  </a:lnTo>
                  <a:lnTo>
                    <a:pt x="38470" y="221320"/>
                  </a:lnTo>
                  <a:lnTo>
                    <a:pt x="39033" y="219263"/>
                  </a:lnTo>
                  <a:lnTo>
                    <a:pt x="40568" y="214908"/>
                  </a:lnTo>
                  <a:lnTo>
                    <a:pt x="41598" y="211342"/>
                  </a:lnTo>
                  <a:lnTo>
                    <a:pt x="42384" y="207169"/>
                  </a:lnTo>
                  <a:lnTo>
                    <a:pt x="43899" y="197638"/>
                  </a:lnTo>
                  <a:lnTo>
                    <a:pt x="44563" y="194567"/>
                  </a:lnTo>
                  <a:lnTo>
                    <a:pt x="44859" y="193191"/>
                  </a:lnTo>
                  <a:lnTo>
                    <a:pt x="45771" y="190651"/>
                  </a:lnTo>
                  <a:lnTo>
                    <a:pt x="47048" y="188421"/>
                  </a:lnTo>
                  <a:lnTo>
                    <a:pt x="48694" y="186505"/>
                  </a:lnTo>
                  <a:lnTo>
                    <a:pt x="51233" y="179868"/>
                  </a:lnTo>
                  <a:lnTo>
                    <a:pt x="53251" y="173190"/>
                  </a:lnTo>
                  <a:lnTo>
                    <a:pt x="52975" y="165168"/>
                  </a:lnTo>
                  <a:lnTo>
                    <a:pt x="53446" y="158515"/>
                  </a:lnTo>
                  <a:lnTo>
                    <a:pt x="54548" y="150049"/>
                  </a:lnTo>
                  <a:lnTo>
                    <a:pt x="54908" y="141090"/>
                  </a:lnTo>
                  <a:lnTo>
                    <a:pt x="54529" y="131647"/>
                  </a:lnTo>
                  <a:lnTo>
                    <a:pt x="54689" y="123929"/>
                  </a:lnTo>
                  <a:lnTo>
                    <a:pt x="55740" y="114945"/>
                  </a:lnTo>
                  <a:lnTo>
                    <a:pt x="56183" y="111614"/>
                  </a:lnTo>
                  <a:lnTo>
                    <a:pt x="56328" y="106161"/>
                  </a:lnTo>
                  <a:lnTo>
                    <a:pt x="56321" y="97477"/>
                  </a:lnTo>
                  <a:lnTo>
                    <a:pt x="57662" y="85608"/>
                  </a:lnTo>
                  <a:lnTo>
                    <a:pt x="58929" y="78502"/>
                  </a:lnTo>
                  <a:lnTo>
                    <a:pt x="60347" y="70554"/>
                  </a:lnTo>
                  <a:lnTo>
                    <a:pt x="60887" y="65749"/>
                  </a:lnTo>
                  <a:lnTo>
                    <a:pt x="61609" y="59336"/>
                  </a:lnTo>
                  <a:lnTo>
                    <a:pt x="61495" y="54183"/>
                  </a:lnTo>
                  <a:lnTo>
                    <a:pt x="61364" y="48265"/>
                  </a:lnTo>
                  <a:lnTo>
                    <a:pt x="61719" y="40122"/>
                  </a:lnTo>
                  <a:lnTo>
                    <a:pt x="61587" y="35326"/>
                  </a:lnTo>
                  <a:lnTo>
                    <a:pt x="61083" y="31160"/>
                  </a:lnTo>
                  <a:lnTo>
                    <a:pt x="61339" y="28540"/>
                  </a:lnTo>
                  <a:lnTo>
                    <a:pt x="62356" y="27465"/>
                  </a:lnTo>
                  <a:lnTo>
                    <a:pt x="63623" y="23304"/>
                  </a:lnTo>
                  <a:lnTo>
                    <a:pt x="65900" y="12431"/>
                  </a:lnTo>
                  <a:lnTo>
                    <a:pt x="68350" y="7131"/>
                  </a:lnTo>
                  <a:lnTo>
                    <a:pt x="70057" y="5455"/>
                  </a:lnTo>
                  <a:lnTo>
                    <a:pt x="71836" y="5635"/>
                  </a:lnTo>
                  <a:lnTo>
                    <a:pt x="72995" y="6583"/>
                  </a:lnTo>
                  <a:lnTo>
                    <a:pt x="73533" y="8297"/>
                  </a:lnTo>
                  <a:lnTo>
                    <a:pt x="74877" y="10855"/>
                  </a:lnTo>
                  <a:lnTo>
                    <a:pt x="77031" y="14256"/>
                  </a:lnTo>
                  <a:lnTo>
                    <a:pt x="78638" y="18495"/>
                  </a:lnTo>
                  <a:lnTo>
                    <a:pt x="79532" y="22769"/>
                  </a:lnTo>
                  <a:lnTo>
                    <a:pt x="80220" y="25099"/>
                  </a:lnTo>
                  <a:lnTo>
                    <a:pt x="81079" y="25898"/>
                  </a:lnTo>
                  <a:lnTo>
                    <a:pt x="82478" y="25553"/>
                  </a:lnTo>
                  <a:lnTo>
                    <a:pt x="84043" y="26563"/>
                  </a:lnTo>
                  <a:lnTo>
                    <a:pt x="85676" y="28956"/>
                  </a:lnTo>
                  <a:lnTo>
                    <a:pt x="86677" y="29841"/>
                  </a:lnTo>
                  <a:lnTo>
                    <a:pt x="87048" y="29224"/>
                  </a:lnTo>
                  <a:lnTo>
                    <a:pt x="87835" y="29570"/>
                  </a:lnTo>
                  <a:lnTo>
                    <a:pt x="89637" y="31537"/>
                  </a:lnTo>
                  <a:lnTo>
                    <a:pt x="91073" y="30456"/>
                  </a:lnTo>
                  <a:lnTo>
                    <a:pt x="93199" y="31268"/>
                  </a:lnTo>
                  <a:lnTo>
                    <a:pt x="98141" y="34783"/>
                  </a:lnTo>
                  <a:lnTo>
                    <a:pt x="98405" y="34187"/>
                  </a:lnTo>
                  <a:lnTo>
                    <a:pt x="98522" y="34050"/>
                  </a:lnTo>
                  <a:lnTo>
                    <a:pt x="98943" y="32635"/>
                  </a:lnTo>
                  <a:lnTo>
                    <a:pt x="100015" y="25605"/>
                  </a:lnTo>
                  <a:lnTo>
                    <a:pt x="100924" y="21286"/>
                  </a:lnTo>
                  <a:lnTo>
                    <a:pt x="101348" y="19662"/>
                  </a:lnTo>
                  <a:lnTo>
                    <a:pt x="102393" y="17381"/>
                  </a:lnTo>
                  <a:lnTo>
                    <a:pt x="103627" y="16791"/>
                  </a:lnTo>
                  <a:lnTo>
                    <a:pt x="104810" y="16996"/>
                  </a:lnTo>
                  <a:lnTo>
                    <a:pt x="105800" y="17999"/>
                  </a:lnTo>
                  <a:lnTo>
                    <a:pt x="106704" y="19165"/>
                  </a:lnTo>
                  <a:lnTo>
                    <a:pt x="107706" y="19176"/>
                  </a:lnTo>
                  <a:lnTo>
                    <a:pt x="108730" y="18049"/>
                  </a:lnTo>
                  <a:lnTo>
                    <a:pt x="110251" y="15995"/>
                  </a:lnTo>
                  <a:lnTo>
                    <a:pt x="111852" y="14649"/>
                  </a:lnTo>
                  <a:lnTo>
                    <a:pt x="113230" y="13174"/>
                  </a:lnTo>
                  <a:lnTo>
                    <a:pt x="115499" y="10586"/>
                  </a:lnTo>
                  <a:lnTo>
                    <a:pt x="116384" y="9395"/>
                  </a:lnTo>
                  <a:lnTo>
                    <a:pt x="117512" y="8928"/>
                  </a:lnTo>
                  <a:lnTo>
                    <a:pt x="120669" y="11288"/>
                  </a:lnTo>
                  <a:lnTo>
                    <a:pt x="122716" y="9726"/>
                  </a:lnTo>
                  <a:lnTo>
                    <a:pt x="123550" y="10184"/>
                  </a:lnTo>
                  <a:lnTo>
                    <a:pt x="125320" y="8496"/>
                  </a:lnTo>
                  <a:lnTo>
                    <a:pt x="125645" y="7369"/>
                  </a:lnTo>
                  <a:lnTo>
                    <a:pt x="126770" y="1660"/>
                  </a:lnTo>
                  <a:lnTo>
                    <a:pt x="127971" y="0"/>
                  </a:lnTo>
                  <a:lnTo>
                    <a:pt x="129786" y="839"/>
                  </a:lnTo>
                  <a:lnTo>
                    <a:pt x="130805" y="1725"/>
                  </a:lnTo>
                  <a:lnTo>
                    <a:pt x="134205" y="4165"/>
                  </a:lnTo>
                  <a:lnTo>
                    <a:pt x="138618" y="6704"/>
                  </a:lnTo>
                  <a:lnTo>
                    <a:pt x="139916" y="7097"/>
                  </a:lnTo>
                  <a:lnTo>
                    <a:pt x="140440" y="7378"/>
                  </a:lnTo>
                  <a:lnTo>
                    <a:pt x="140902" y="6986"/>
                  </a:lnTo>
                  <a:lnTo>
                    <a:pt x="142348" y="3774"/>
                  </a:lnTo>
                  <a:lnTo>
                    <a:pt x="142841" y="3319"/>
                  </a:lnTo>
                  <a:lnTo>
                    <a:pt x="143255" y="33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2929844" y="3525114"/>
              <a:ext cx="72025" cy="256828"/>
            </a:xfrm>
            <a:custGeom>
              <a:avLst/>
              <a:pathLst>
                <a:path w="72025" h="256828">
                  <a:moveTo>
                    <a:pt x="71911" y="6172"/>
                  </a:moveTo>
                  <a:lnTo>
                    <a:pt x="72025" y="11324"/>
                  </a:lnTo>
                  <a:lnTo>
                    <a:pt x="71303" y="17738"/>
                  </a:lnTo>
                  <a:lnTo>
                    <a:pt x="70763" y="22542"/>
                  </a:lnTo>
                  <a:lnTo>
                    <a:pt x="69346" y="30491"/>
                  </a:lnTo>
                  <a:lnTo>
                    <a:pt x="68078" y="37597"/>
                  </a:lnTo>
                  <a:lnTo>
                    <a:pt x="66738" y="49465"/>
                  </a:lnTo>
                  <a:lnTo>
                    <a:pt x="66744" y="58150"/>
                  </a:lnTo>
                  <a:lnTo>
                    <a:pt x="66600" y="63602"/>
                  </a:lnTo>
                  <a:lnTo>
                    <a:pt x="66156" y="66934"/>
                  </a:lnTo>
                  <a:lnTo>
                    <a:pt x="65106" y="75918"/>
                  </a:lnTo>
                  <a:lnTo>
                    <a:pt x="64945" y="83636"/>
                  </a:lnTo>
                  <a:lnTo>
                    <a:pt x="65325" y="93079"/>
                  </a:lnTo>
                  <a:lnTo>
                    <a:pt x="64964" y="102038"/>
                  </a:lnTo>
                  <a:lnTo>
                    <a:pt x="63863" y="110504"/>
                  </a:lnTo>
                  <a:lnTo>
                    <a:pt x="63391" y="117157"/>
                  </a:lnTo>
                  <a:lnTo>
                    <a:pt x="63667" y="125179"/>
                  </a:lnTo>
                  <a:lnTo>
                    <a:pt x="61649" y="131856"/>
                  </a:lnTo>
                  <a:lnTo>
                    <a:pt x="59110" y="138493"/>
                  </a:lnTo>
                  <a:lnTo>
                    <a:pt x="57465" y="140409"/>
                  </a:lnTo>
                  <a:lnTo>
                    <a:pt x="56187" y="142640"/>
                  </a:lnTo>
                  <a:lnTo>
                    <a:pt x="55275" y="145179"/>
                  </a:lnTo>
                  <a:lnTo>
                    <a:pt x="54980" y="146556"/>
                  </a:lnTo>
                  <a:lnTo>
                    <a:pt x="54316" y="149626"/>
                  </a:lnTo>
                  <a:lnTo>
                    <a:pt x="52801" y="159157"/>
                  </a:lnTo>
                  <a:lnTo>
                    <a:pt x="52015" y="163330"/>
                  </a:lnTo>
                  <a:lnTo>
                    <a:pt x="50985" y="166897"/>
                  </a:lnTo>
                  <a:lnTo>
                    <a:pt x="49450" y="171251"/>
                  </a:lnTo>
                  <a:lnTo>
                    <a:pt x="48886" y="173309"/>
                  </a:lnTo>
                  <a:lnTo>
                    <a:pt x="48658" y="176301"/>
                  </a:lnTo>
                  <a:lnTo>
                    <a:pt x="48757" y="181787"/>
                  </a:lnTo>
                  <a:lnTo>
                    <a:pt x="48906" y="198498"/>
                  </a:lnTo>
                  <a:lnTo>
                    <a:pt x="48649" y="203348"/>
                  </a:lnTo>
                  <a:lnTo>
                    <a:pt x="48227" y="211318"/>
                  </a:lnTo>
                  <a:lnTo>
                    <a:pt x="46721" y="220244"/>
                  </a:lnTo>
                  <a:lnTo>
                    <a:pt x="45590" y="225210"/>
                  </a:lnTo>
                  <a:lnTo>
                    <a:pt x="44457" y="226725"/>
                  </a:lnTo>
                  <a:lnTo>
                    <a:pt x="42972" y="228067"/>
                  </a:lnTo>
                  <a:lnTo>
                    <a:pt x="42259" y="229752"/>
                  </a:lnTo>
                  <a:lnTo>
                    <a:pt x="41826" y="232228"/>
                  </a:lnTo>
                  <a:lnTo>
                    <a:pt x="40997" y="234389"/>
                  </a:lnTo>
                  <a:lnTo>
                    <a:pt x="39771" y="236242"/>
                  </a:lnTo>
                  <a:lnTo>
                    <a:pt x="38224" y="240775"/>
                  </a:lnTo>
                  <a:lnTo>
                    <a:pt x="36358" y="248001"/>
                  </a:lnTo>
                  <a:lnTo>
                    <a:pt x="35081" y="252142"/>
                  </a:lnTo>
                  <a:lnTo>
                    <a:pt x="34395" y="253207"/>
                  </a:lnTo>
                  <a:lnTo>
                    <a:pt x="33684" y="253305"/>
                  </a:lnTo>
                  <a:lnTo>
                    <a:pt x="32950" y="252439"/>
                  </a:lnTo>
                  <a:lnTo>
                    <a:pt x="32338" y="252318"/>
                  </a:lnTo>
                  <a:lnTo>
                    <a:pt x="32027" y="252710"/>
                  </a:lnTo>
                  <a:lnTo>
                    <a:pt x="31828" y="252390"/>
                  </a:lnTo>
                  <a:lnTo>
                    <a:pt x="31538" y="251715"/>
                  </a:lnTo>
                  <a:lnTo>
                    <a:pt x="31549" y="250053"/>
                  </a:lnTo>
                  <a:lnTo>
                    <a:pt x="31463" y="247294"/>
                  </a:lnTo>
                  <a:lnTo>
                    <a:pt x="31102" y="244454"/>
                  </a:lnTo>
                  <a:lnTo>
                    <a:pt x="31530" y="242166"/>
                  </a:lnTo>
                  <a:lnTo>
                    <a:pt x="31913" y="240435"/>
                  </a:lnTo>
                  <a:lnTo>
                    <a:pt x="31846" y="239534"/>
                  </a:lnTo>
                  <a:lnTo>
                    <a:pt x="31463" y="238077"/>
                  </a:lnTo>
                  <a:lnTo>
                    <a:pt x="31034" y="235999"/>
                  </a:lnTo>
                  <a:lnTo>
                    <a:pt x="30629" y="236138"/>
                  </a:lnTo>
                  <a:lnTo>
                    <a:pt x="29772" y="237734"/>
                  </a:lnTo>
                  <a:lnTo>
                    <a:pt x="28876" y="238972"/>
                  </a:lnTo>
                  <a:lnTo>
                    <a:pt x="28040" y="239488"/>
                  </a:lnTo>
                  <a:lnTo>
                    <a:pt x="27382" y="240781"/>
                  </a:lnTo>
                  <a:lnTo>
                    <a:pt x="27021" y="241474"/>
                  </a:lnTo>
                  <a:lnTo>
                    <a:pt x="26458" y="241474"/>
                  </a:lnTo>
                  <a:lnTo>
                    <a:pt x="26142" y="240712"/>
                  </a:lnTo>
                  <a:lnTo>
                    <a:pt x="25455" y="239973"/>
                  </a:lnTo>
                  <a:lnTo>
                    <a:pt x="25080" y="240227"/>
                  </a:lnTo>
                  <a:lnTo>
                    <a:pt x="24869" y="240582"/>
                  </a:lnTo>
                  <a:lnTo>
                    <a:pt x="24778" y="243205"/>
                  </a:lnTo>
                  <a:lnTo>
                    <a:pt x="24699" y="245424"/>
                  </a:lnTo>
                  <a:lnTo>
                    <a:pt x="24564" y="247502"/>
                  </a:lnTo>
                  <a:lnTo>
                    <a:pt x="24316" y="248471"/>
                  </a:lnTo>
                  <a:lnTo>
                    <a:pt x="23279" y="249513"/>
                  </a:lnTo>
                  <a:lnTo>
                    <a:pt x="22575" y="250938"/>
                  </a:lnTo>
                  <a:lnTo>
                    <a:pt x="21964" y="251896"/>
                  </a:lnTo>
                  <a:lnTo>
                    <a:pt x="21588" y="251660"/>
                  </a:lnTo>
                  <a:lnTo>
                    <a:pt x="20833" y="249764"/>
                  </a:lnTo>
                  <a:lnTo>
                    <a:pt x="20087" y="248010"/>
                  </a:lnTo>
                  <a:lnTo>
                    <a:pt x="19672" y="246532"/>
                  </a:lnTo>
                  <a:lnTo>
                    <a:pt x="19440" y="245482"/>
                  </a:lnTo>
                  <a:lnTo>
                    <a:pt x="19289" y="245008"/>
                  </a:lnTo>
                  <a:lnTo>
                    <a:pt x="18816" y="244939"/>
                  </a:lnTo>
                  <a:lnTo>
                    <a:pt x="18675" y="245909"/>
                  </a:lnTo>
                  <a:lnTo>
                    <a:pt x="18437" y="245450"/>
                  </a:lnTo>
                  <a:lnTo>
                    <a:pt x="17700" y="243456"/>
                  </a:lnTo>
                  <a:lnTo>
                    <a:pt x="16832" y="240305"/>
                  </a:lnTo>
                  <a:lnTo>
                    <a:pt x="16515" y="239826"/>
                  </a:lnTo>
                  <a:lnTo>
                    <a:pt x="16036" y="239875"/>
                  </a:lnTo>
                  <a:lnTo>
                    <a:pt x="15278" y="241032"/>
                  </a:lnTo>
                  <a:lnTo>
                    <a:pt x="14531" y="242847"/>
                  </a:lnTo>
                  <a:lnTo>
                    <a:pt x="13183" y="244512"/>
                  </a:lnTo>
                  <a:lnTo>
                    <a:pt x="12059" y="245447"/>
                  </a:lnTo>
                  <a:lnTo>
                    <a:pt x="11957" y="246587"/>
                  </a:lnTo>
                  <a:lnTo>
                    <a:pt x="11695" y="248549"/>
                  </a:lnTo>
                  <a:lnTo>
                    <a:pt x="11322" y="249773"/>
                  </a:lnTo>
                  <a:lnTo>
                    <a:pt x="10326" y="250159"/>
                  </a:lnTo>
                  <a:lnTo>
                    <a:pt x="9968" y="251905"/>
                  </a:lnTo>
                  <a:lnTo>
                    <a:pt x="9107" y="255287"/>
                  </a:lnTo>
                  <a:lnTo>
                    <a:pt x="8538" y="256828"/>
                  </a:lnTo>
                  <a:lnTo>
                    <a:pt x="8388" y="256170"/>
                  </a:lnTo>
                  <a:lnTo>
                    <a:pt x="8042" y="255353"/>
                  </a:lnTo>
                  <a:lnTo>
                    <a:pt x="7336" y="252733"/>
                  </a:lnTo>
                  <a:lnTo>
                    <a:pt x="6638" y="249475"/>
                  </a:lnTo>
                  <a:lnTo>
                    <a:pt x="6451" y="247989"/>
                  </a:lnTo>
                  <a:lnTo>
                    <a:pt x="6255" y="247144"/>
                  </a:lnTo>
                  <a:lnTo>
                    <a:pt x="6223" y="243871"/>
                  </a:lnTo>
                  <a:lnTo>
                    <a:pt x="5171" y="239985"/>
                  </a:lnTo>
                  <a:lnTo>
                    <a:pt x="2534" y="233070"/>
                  </a:lnTo>
                  <a:lnTo>
                    <a:pt x="2252" y="231010"/>
                  </a:lnTo>
                  <a:lnTo>
                    <a:pt x="0" y="224679"/>
                  </a:lnTo>
                  <a:lnTo>
                    <a:pt x="575" y="220120"/>
                  </a:lnTo>
                  <a:lnTo>
                    <a:pt x="1002" y="218016"/>
                  </a:lnTo>
                  <a:lnTo>
                    <a:pt x="1519" y="216547"/>
                  </a:lnTo>
                  <a:lnTo>
                    <a:pt x="3596" y="212978"/>
                  </a:lnTo>
                  <a:lnTo>
                    <a:pt x="3909" y="213116"/>
                  </a:lnTo>
                  <a:lnTo>
                    <a:pt x="5341" y="217756"/>
                  </a:lnTo>
                  <a:lnTo>
                    <a:pt x="5799" y="218126"/>
                  </a:lnTo>
                  <a:lnTo>
                    <a:pt x="6308" y="217999"/>
                  </a:lnTo>
                  <a:lnTo>
                    <a:pt x="6911" y="218189"/>
                  </a:lnTo>
                  <a:lnTo>
                    <a:pt x="7207" y="217280"/>
                  </a:lnTo>
                  <a:lnTo>
                    <a:pt x="7254" y="216083"/>
                  </a:lnTo>
                  <a:lnTo>
                    <a:pt x="6818" y="214744"/>
                  </a:lnTo>
                  <a:lnTo>
                    <a:pt x="6755" y="213307"/>
                  </a:lnTo>
                  <a:lnTo>
                    <a:pt x="7061" y="211746"/>
                  </a:lnTo>
                  <a:lnTo>
                    <a:pt x="7235" y="210020"/>
                  </a:lnTo>
                  <a:lnTo>
                    <a:pt x="7682" y="207974"/>
                  </a:lnTo>
                  <a:lnTo>
                    <a:pt x="7729" y="207016"/>
                  </a:lnTo>
                  <a:lnTo>
                    <a:pt x="7257" y="205971"/>
                  </a:lnTo>
                  <a:lnTo>
                    <a:pt x="6289" y="204373"/>
                  </a:lnTo>
                  <a:lnTo>
                    <a:pt x="5626" y="202832"/>
                  </a:lnTo>
                  <a:lnTo>
                    <a:pt x="5372" y="201354"/>
                  </a:lnTo>
                  <a:lnTo>
                    <a:pt x="5555" y="199467"/>
                  </a:lnTo>
                  <a:lnTo>
                    <a:pt x="6088" y="197935"/>
                  </a:lnTo>
                  <a:lnTo>
                    <a:pt x="6056" y="197104"/>
                  </a:lnTo>
                  <a:lnTo>
                    <a:pt x="5587" y="195727"/>
                  </a:lnTo>
                  <a:lnTo>
                    <a:pt x="5244" y="194253"/>
                  </a:lnTo>
                  <a:lnTo>
                    <a:pt x="4892" y="193329"/>
                  </a:lnTo>
                  <a:lnTo>
                    <a:pt x="3918" y="192778"/>
                  </a:lnTo>
                  <a:lnTo>
                    <a:pt x="4104" y="190796"/>
                  </a:lnTo>
                  <a:lnTo>
                    <a:pt x="4464" y="187881"/>
                  </a:lnTo>
                  <a:lnTo>
                    <a:pt x="4549" y="185648"/>
                  </a:lnTo>
                  <a:lnTo>
                    <a:pt x="4278" y="179787"/>
                  </a:lnTo>
                  <a:lnTo>
                    <a:pt x="4302" y="178719"/>
                  </a:lnTo>
                  <a:lnTo>
                    <a:pt x="4569" y="178177"/>
                  </a:lnTo>
                  <a:lnTo>
                    <a:pt x="5150" y="178826"/>
                  </a:lnTo>
                  <a:lnTo>
                    <a:pt x="5735" y="179718"/>
                  </a:lnTo>
                  <a:lnTo>
                    <a:pt x="7327" y="178439"/>
                  </a:lnTo>
                  <a:lnTo>
                    <a:pt x="7884" y="178243"/>
                  </a:lnTo>
                  <a:lnTo>
                    <a:pt x="8345" y="179366"/>
                  </a:lnTo>
                  <a:lnTo>
                    <a:pt x="8981" y="180246"/>
                  </a:lnTo>
                  <a:lnTo>
                    <a:pt x="12653" y="177805"/>
                  </a:lnTo>
                  <a:lnTo>
                    <a:pt x="12724" y="175311"/>
                  </a:lnTo>
                  <a:lnTo>
                    <a:pt x="12935" y="173055"/>
                  </a:lnTo>
                  <a:lnTo>
                    <a:pt x="12962" y="171364"/>
                  </a:lnTo>
                  <a:lnTo>
                    <a:pt x="12809" y="170279"/>
                  </a:lnTo>
                  <a:lnTo>
                    <a:pt x="12628" y="169459"/>
                  </a:lnTo>
                  <a:lnTo>
                    <a:pt x="12519" y="167768"/>
                  </a:lnTo>
                  <a:lnTo>
                    <a:pt x="12516" y="165953"/>
                  </a:lnTo>
                  <a:lnTo>
                    <a:pt x="12867" y="165099"/>
                  </a:lnTo>
                  <a:lnTo>
                    <a:pt x="14038" y="162938"/>
                  </a:lnTo>
                  <a:lnTo>
                    <a:pt x="14403" y="163018"/>
                  </a:lnTo>
                  <a:lnTo>
                    <a:pt x="15223" y="164196"/>
                  </a:lnTo>
                  <a:lnTo>
                    <a:pt x="15991" y="166040"/>
                  </a:lnTo>
                  <a:lnTo>
                    <a:pt x="16672" y="169924"/>
                  </a:lnTo>
                  <a:lnTo>
                    <a:pt x="17144" y="173263"/>
                  </a:lnTo>
                  <a:lnTo>
                    <a:pt x="17898" y="177314"/>
                  </a:lnTo>
                  <a:lnTo>
                    <a:pt x="19500" y="178962"/>
                  </a:lnTo>
                  <a:lnTo>
                    <a:pt x="21411" y="180015"/>
                  </a:lnTo>
                  <a:lnTo>
                    <a:pt x="22445" y="179738"/>
                  </a:lnTo>
                  <a:lnTo>
                    <a:pt x="23922" y="176287"/>
                  </a:lnTo>
                  <a:lnTo>
                    <a:pt x="24758" y="173594"/>
                  </a:lnTo>
                  <a:lnTo>
                    <a:pt x="25030" y="172146"/>
                  </a:lnTo>
                  <a:lnTo>
                    <a:pt x="25516" y="172893"/>
                  </a:lnTo>
                  <a:lnTo>
                    <a:pt x="26066" y="176437"/>
                  </a:lnTo>
                  <a:lnTo>
                    <a:pt x="26421" y="177810"/>
                  </a:lnTo>
                  <a:lnTo>
                    <a:pt x="26509" y="179120"/>
                  </a:lnTo>
                  <a:lnTo>
                    <a:pt x="26261" y="180757"/>
                  </a:lnTo>
                  <a:lnTo>
                    <a:pt x="26502" y="181807"/>
                  </a:lnTo>
                  <a:lnTo>
                    <a:pt x="27530" y="182551"/>
                  </a:lnTo>
                  <a:lnTo>
                    <a:pt x="28429" y="181850"/>
                  </a:lnTo>
                  <a:lnTo>
                    <a:pt x="28837" y="180405"/>
                  </a:lnTo>
                  <a:lnTo>
                    <a:pt x="29510" y="178520"/>
                  </a:lnTo>
                  <a:lnTo>
                    <a:pt x="29516" y="176936"/>
                  </a:lnTo>
                  <a:lnTo>
                    <a:pt x="29155" y="175900"/>
                  </a:lnTo>
                  <a:lnTo>
                    <a:pt x="29155" y="174483"/>
                  </a:lnTo>
                  <a:lnTo>
                    <a:pt x="29529" y="173369"/>
                  </a:lnTo>
                  <a:lnTo>
                    <a:pt x="29893" y="170322"/>
                  </a:lnTo>
                  <a:lnTo>
                    <a:pt x="30007" y="168097"/>
                  </a:lnTo>
                  <a:lnTo>
                    <a:pt x="30361" y="166680"/>
                  </a:lnTo>
                  <a:lnTo>
                    <a:pt x="31036" y="165696"/>
                  </a:lnTo>
                  <a:lnTo>
                    <a:pt x="31281" y="164805"/>
                  </a:lnTo>
                  <a:lnTo>
                    <a:pt x="31658" y="159530"/>
                  </a:lnTo>
                  <a:lnTo>
                    <a:pt x="31463" y="157622"/>
                  </a:lnTo>
                  <a:lnTo>
                    <a:pt x="31463" y="156038"/>
                  </a:lnTo>
                  <a:lnTo>
                    <a:pt x="31889" y="154021"/>
                  </a:lnTo>
                  <a:lnTo>
                    <a:pt x="31969" y="150714"/>
                  </a:lnTo>
                  <a:lnTo>
                    <a:pt x="31789" y="145295"/>
                  </a:lnTo>
                  <a:lnTo>
                    <a:pt x="31665" y="141575"/>
                  </a:lnTo>
                  <a:lnTo>
                    <a:pt x="31537" y="137680"/>
                  </a:lnTo>
                  <a:lnTo>
                    <a:pt x="31866" y="132560"/>
                  </a:lnTo>
                  <a:lnTo>
                    <a:pt x="32209" y="127228"/>
                  </a:lnTo>
                  <a:lnTo>
                    <a:pt x="32147" y="125900"/>
                  </a:lnTo>
                  <a:lnTo>
                    <a:pt x="31672" y="124282"/>
                  </a:lnTo>
                  <a:lnTo>
                    <a:pt x="31086" y="122801"/>
                  </a:lnTo>
                  <a:lnTo>
                    <a:pt x="29577" y="121583"/>
                  </a:lnTo>
                  <a:lnTo>
                    <a:pt x="29015" y="119650"/>
                  </a:lnTo>
                  <a:lnTo>
                    <a:pt x="28578" y="117595"/>
                  </a:lnTo>
                  <a:lnTo>
                    <a:pt x="28257" y="116938"/>
                  </a:lnTo>
                  <a:lnTo>
                    <a:pt x="26609" y="116124"/>
                  </a:lnTo>
                  <a:lnTo>
                    <a:pt x="26244" y="114964"/>
                  </a:lnTo>
                  <a:lnTo>
                    <a:pt x="26392" y="111639"/>
                  </a:lnTo>
                  <a:lnTo>
                    <a:pt x="26538" y="106731"/>
                  </a:lnTo>
                  <a:lnTo>
                    <a:pt x="26479" y="103317"/>
                  </a:lnTo>
                  <a:lnTo>
                    <a:pt x="26773" y="100564"/>
                  </a:lnTo>
                  <a:lnTo>
                    <a:pt x="27105" y="98501"/>
                  </a:lnTo>
                  <a:lnTo>
                    <a:pt x="27832" y="96317"/>
                  </a:lnTo>
                  <a:lnTo>
                    <a:pt x="28219" y="93738"/>
                  </a:lnTo>
                  <a:lnTo>
                    <a:pt x="28430" y="93101"/>
                  </a:lnTo>
                  <a:lnTo>
                    <a:pt x="29809" y="92671"/>
                  </a:lnTo>
                  <a:lnTo>
                    <a:pt x="30311" y="91597"/>
                  </a:lnTo>
                  <a:lnTo>
                    <a:pt x="30706" y="90511"/>
                  </a:lnTo>
                  <a:lnTo>
                    <a:pt x="30872" y="89045"/>
                  </a:lnTo>
                  <a:lnTo>
                    <a:pt x="31344" y="86625"/>
                  </a:lnTo>
                  <a:lnTo>
                    <a:pt x="31766" y="84978"/>
                  </a:lnTo>
                  <a:lnTo>
                    <a:pt x="31811" y="83865"/>
                  </a:lnTo>
                  <a:lnTo>
                    <a:pt x="31722" y="82318"/>
                  </a:lnTo>
                  <a:lnTo>
                    <a:pt x="31304" y="79276"/>
                  </a:lnTo>
                  <a:lnTo>
                    <a:pt x="30805" y="76740"/>
                  </a:lnTo>
                  <a:lnTo>
                    <a:pt x="30502" y="75836"/>
                  </a:lnTo>
                  <a:lnTo>
                    <a:pt x="29894" y="69876"/>
                  </a:lnTo>
                  <a:lnTo>
                    <a:pt x="29328" y="68467"/>
                  </a:lnTo>
                  <a:lnTo>
                    <a:pt x="28226" y="67708"/>
                  </a:lnTo>
                  <a:lnTo>
                    <a:pt x="26160" y="67033"/>
                  </a:lnTo>
                  <a:lnTo>
                    <a:pt x="24909" y="68111"/>
                  </a:lnTo>
                  <a:lnTo>
                    <a:pt x="23007" y="70111"/>
                  </a:lnTo>
                  <a:lnTo>
                    <a:pt x="21555" y="71494"/>
                  </a:lnTo>
                  <a:lnTo>
                    <a:pt x="20611" y="72285"/>
                  </a:lnTo>
                  <a:lnTo>
                    <a:pt x="20055" y="72066"/>
                  </a:lnTo>
                  <a:lnTo>
                    <a:pt x="19803" y="71155"/>
                  </a:lnTo>
                  <a:lnTo>
                    <a:pt x="20170" y="70382"/>
                  </a:lnTo>
                  <a:lnTo>
                    <a:pt x="20353" y="68571"/>
                  </a:lnTo>
                  <a:lnTo>
                    <a:pt x="20117" y="65974"/>
                  </a:lnTo>
                  <a:lnTo>
                    <a:pt x="19750" y="63596"/>
                  </a:lnTo>
                  <a:lnTo>
                    <a:pt x="19539" y="60256"/>
                  </a:lnTo>
                  <a:lnTo>
                    <a:pt x="19631" y="56105"/>
                  </a:lnTo>
                  <a:lnTo>
                    <a:pt x="19989" y="52210"/>
                  </a:lnTo>
                  <a:lnTo>
                    <a:pt x="20751" y="47148"/>
                  </a:lnTo>
                  <a:lnTo>
                    <a:pt x="20798" y="45083"/>
                  </a:lnTo>
                  <a:lnTo>
                    <a:pt x="23104" y="45144"/>
                  </a:lnTo>
                  <a:lnTo>
                    <a:pt x="25404" y="45206"/>
                  </a:lnTo>
                  <a:lnTo>
                    <a:pt x="27920" y="45163"/>
                  </a:lnTo>
                  <a:lnTo>
                    <a:pt x="30348" y="45120"/>
                  </a:lnTo>
                  <a:lnTo>
                    <a:pt x="32243" y="45285"/>
                  </a:lnTo>
                  <a:lnTo>
                    <a:pt x="33154" y="43974"/>
                  </a:lnTo>
                  <a:lnTo>
                    <a:pt x="34022" y="45955"/>
                  </a:lnTo>
                  <a:lnTo>
                    <a:pt x="34446" y="46396"/>
                  </a:lnTo>
                  <a:lnTo>
                    <a:pt x="34591" y="46241"/>
                  </a:lnTo>
                  <a:lnTo>
                    <a:pt x="34923" y="47636"/>
                  </a:lnTo>
                  <a:lnTo>
                    <a:pt x="36001" y="47480"/>
                  </a:lnTo>
                  <a:lnTo>
                    <a:pt x="36172" y="47809"/>
                  </a:lnTo>
                  <a:lnTo>
                    <a:pt x="36265" y="49494"/>
                  </a:lnTo>
                  <a:lnTo>
                    <a:pt x="37265" y="49451"/>
                  </a:lnTo>
                  <a:lnTo>
                    <a:pt x="37758" y="49832"/>
                  </a:lnTo>
                  <a:lnTo>
                    <a:pt x="38160" y="49788"/>
                  </a:lnTo>
                  <a:lnTo>
                    <a:pt x="38741" y="48806"/>
                  </a:lnTo>
                  <a:lnTo>
                    <a:pt x="39159" y="49135"/>
                  </a:lnTo>
                  <a:lnTo>
                    <a:pt x="39918" y="50397"/>
                  </a:lnTo>
                  <a:lnTo>
                    <a:pt x="40460" y="51491"/>
                  </a:lnTo>
                  <a:lnTo>
                    <a:pt x="41216" y="51136"/>
                  </a:lnTo>
                  <a:lnTo>
                    <a:pt x="42974" y="51324"/>
                  </a:lnTo>
                  <a:lnTo>
                    <a:pt x="44332" y="52370"/>
                  </a:lnTo>
                  <a:lnTo>
                    <a:pt x="45679" y="55277"/>
                  </a:lnTo>
                  <a:lnTo>
                    <a:pt x="46578" y="56949"/>
                  </a:lnTo>
                  <a:lnTo>
                    <a:pt x="47387" y="59425"/>
                  </a:lnTo>
                  <a:lnTo>
                    <a:pt x="47685" y="58981"/>
                  </a:lnTo>
                  <a:lnTo>
                    <a:pt x="47966" y="58305"/>
                  </a:lnTo>
                  <a:lnTo>
                    <a:pt x="48125" y="58007"/>
                  </a:lnTo>
                  <a:lnTo>
                    <a:pt x="48114" y="55887"/>
                  </a:lnTo>
                  <a:lnTo>
                    <a:pt x="47661" y="52279"/>
                  </a:lnTo>
                  <a:lnTo>
                    <a:pt x="47486" y="49217"/>
                  </a:lnTo>
                  <a:lnTo>
                    <a:pt x="47586" y="46702"/>
                  </a:lnTo>
                  <a:lnTo>
                    <a:pt x="47929" y="44899"/>
                  </a:lnTo>
                  <a:lnTo>
                    <a:pt x="48514" y="43807"/>
                  </a:lnTo>
                  <a:lnTo>
                    <a:pt x="48572" y="42103"/>
                  </a:lnTo>
                  <a:lnTo>
                    <a:pt x="48580" y="41877"/>
                  </a:lnTo>
                  <a:lnTo>
                    <a:pt x="49237" y="37838"/>
                  </a:lnTo>
                  <a:lnTo>
                    <a:pt x="49889" y="33819"/>
                  </a:lnTo>
                  <a:lnTo>
                    <a:pt x="50674" y="29143"/>
                  </a:lnTo>
                  <a:lnTo>
                    <a:pt x="51321" y="25281"/>
                  </a:lnTo>
                  <a:lnTo>
                    <a:pt x="51235" y="23366"/>
                  </a:lnTo>
                  <a:lnTo>
                    <a:pt x="51298" y="20509"/>
                  </a:lnTo>
                  <a:lnTo>
                    <a:pt x="51432" y="17325"/>
                  </a:lnTo>
                  <a:lnTo>
                    <a:pt x="51400" y="15429"/>
                  </a:lnTo>
                  <a:lnTo>
                    <a:pt x="51588" y="14138"/>
                  </a:lnTo>
                  <a:lnTo>
                    <a:pt x="52037" y="9389"/>
                  </a:lnTo>
                  <a:lnTo>
                    <a:pt x="52300" y="6625"/>
                  </a:lnTo>
                  <a:lnTo>
                    <a:pt x="52688" y="5375"/>
                  </a:lnTo>
                  <a:lnTo>
                    <a:pt x="53290" y="4494"/>
                  </a:lnTo>
                  <a:lnTo>
                    <a:pt x="54165" y="4462"/>
                  </a:lnTo>
                  <a:lnTo>
                    <a:pt x="56454" y="3859"/>
                  </a:lnTo>
                  <a:lnTo>
                    <a:pt x="58590" y="2625"/>
                  </a:lnTo>
                  <a:lnTo>
                    <a:pt x="59299" y="2071"/>
                  </a:lnTo>
                  <a:lnTo>
                    <a:pt x="60641" y="79"/>
                  </a:lnTo>
                  <a:lnTo>
                    <a:pt x="61156" y="0"/>
                  </a:lnTo>
                  <a:lnTo>
                    <a:pt x="61599" y="758"/>
                  </a:lnTo>
                  <a:lnTo>
                    <a:pt x="64185" y="3047"/>
                  </a:lnTo>
                  <a:lnTo>
                    <a:pt x="64894" y="3943"/>
                  </a:lnTo>
                  <a:lnTo>
                    <a:pt x="65151" y="3809"/>
                  </a:lnTo>
                  <a:lnTo>
                    <a:pt x="65543" y="4005"/>
                  </a:lnTo>
                  <a:lnTo>
                    <a:pt x="66147" y="4032"/>
                  </a:lnTo>
                  <a:lnTo>
                    <a:pt x="66738" y="3752"/>
                  </a:lnTo>
                  <a:lnTo>
                    <a:pt x="67114" y="4025"/>
                  </a:lnTo>
                  <a:lnTo>
                    <a:pt x="67591" y="5540"/>
                  </a:lnTo>
                  <a:lnTo>
                    <a:pt x="67908" y="5374"/>
                  </a:lnTo>
                  <a:lnTo>
                    <a:pt x="68323" y="4273"/>
                  </a:lnTo>
                  <a:lnTo>
                    <a:pt x="69102" y="3146"/>
                  </a:lnTo>
                  <a:lnTo>
                    <a:pt x="70605" y="1900"/>
                  </a:lnTo>
                  <a:lnTo>
                    <a:pt x="70849" y="2458"/>
                  </a:lnTo>
                  <a:lnTo>
                    <a:pt x="71368" y="523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1286170" y="4260109"/>
              <a:ext cx="1015" cy="1864"/>
            </a:xfrm>
            <a:custGeom>
              <a:avLst/>
              <a:pathLst>
                <a:path w="1015" h="1864">
                  <a:moveTo>
                    <a:pt x="980" y="1855"/>
                  </a:moveTo>
                  <a:lnTo>
                    <a:pt x="672" y="1864"/>
                  </a:lnTo>
                  <a:lnTo>
                    <a:pt x="282" y="1644"/>
                  </a:lnTo>
                  <a:lnTo>
                    <a:pt x="27" y="1526"/>
                  </a:lnTo>
                  <a:lnTo>
                    <a:pt x="0" y="1261"/>
                  </a:lnTo>
                  <a:lnTo>
                    <a:pt x="100" y="415"/>
                  </a:lnTo>
                  <a:lnTo>
                    <a:pt x="306" y="0"/>
                  </a:lnTo>
                  <a:lnTo>
                    <a:pt x="712" y="60"/>
                  </a:lnTo>
                  <a:lnTo>
                    <a:pt x="990" y="640"/>
                  </a:lnTo>
                  <a:lnTo>
                    <a:pt x="1015" y="16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2070957" y="3555873"/>
              <a:ext cx="926" cy="3742"/>
            </a:xfrm>
            <a:custGeom>
              <a:avLst/>
              <a:pathLst>
                <a:path w="926" h="3742">
                  <a:moveTo>
                    <a:pt x="926" y="3090"/>
                  </a:moveTo>
                  <a:lnTo>
                    <a:pt x="666" y="3742"/>
                  </a:lnTo>
                  <a:lnTo>
                    <a:pt x="169" y="2572"/>
                  </a:lnTo>
                  <a:lnTo>
                    <a:pt x="0" y="1097"/>
                  </a:lnTo>
                  <a:lnTo>
                    <a:pt x="304" y="0"/>
                  </a:lnTo>
                  <a:lnTo>
                    <a:pt x="696" y="359"/>
                  </a:lnTo>
                  <a:lnTo>
                    <a:pt x="874" y="12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2063118" y="3266646"/>
              <a:ext cx="116800" cy="492591"/>
            </a:xfrm>
            <a:custGeom>
              <a:avLst/>
              <a:pathLst>
                <a:path w="116800" h="492591">
                  <a:moveTo>
                    <a:pt x="74080" y="16915"/>
                  </a:moveTo>
                  <a:lnTo>
                    <a:pt x="73735" y="17274"/>
                  </a:lnTo>
                  <a:lnTo>
                    <a:pt x="73306" y="18049"/>
                  </a:lnTo>
                  <a:lnTo>
                    <a:pt x="72000" y="19511"/>
                  </a:lnTo>
                  <a:lnTo>
                    <a:pt x="70237" y="20906"/>
                  </a:lnTo>
                  <a:lnTo>
                    <a:pt x="67942" y="22692"/>
                  </a:lnTo>
                  <a:lnTo>
                    <a:pt x="67421" y="24597"/>
                  </a:lnTo>
                  <a:lnTo>
                    <a:pt x="65151" y="36579"/>
                  </a:lnTo>
                  <a:lnTo>
                    <a:pt x="63251" y="39008"/>
                  </a:lnTo>
                  <a:lnTo>
                    <a:pt x="62560" y="40791"/>
                  </a:lnTo>
                  <a:lnTo>
                    <a:pt x="62038" y="43059"/>
                  </a:lnTo>
                  <a:lnTo>
                    <a:pt x="60905" y="47235"/>
                  </a:lnTo>
                  <a:lnTo>
                    <a:pt x="60434" y="50445"/>
                  </a:lnTo>
                  <a:lnTo>
                    <a:pt x="59182" y="57417"/>
                  </a:lnTo>
                  <a:lnTo>
                    <a:pt x="58499" y="66149"/>
                  </a:lnTo>
                  <a:lnTo>
                    <a:pt x="58240" y="71054"/>
                  </a:lnTo>
                  <a:lnTo>
                    <a:pt x="57863" y="78163"/>
                  </a:lnTo>
                  <a:lnTo>
                    <a:pt x="57310" y="81737"/>
                  </a:lnTo>
                  <a:lnTo>
                    <a:pt x="56568" y="85093"/>
                  </a:lnTo>
                  <a:lnTo>
                    <a:pt x="55770" y="88374"/>
                  </a:lnTo>
                  <a:lnTo>
                    <a:pt x="55084" y="91967"/>
                  </a:lnTo>
                  <a:lnTo>
                    <a:pt x="54500" y="94779"/>
                  </a:lnTo>
                  <a:lnTo>
                    <a:pt x="54405" y="95745"/>
                  </a:lnTo>
                  <a:lnTo>
                    <a:pt x="54689" y="96520"/>
                  </a:lnTo>
                  <a:lnTo>
                    <a:pt x="56069" y="95745"/>
                  </a:lnTo>
                  <a:lnTo>
                    <a:pt x="56612" y="94898"/>
                  </a:lnTo>
                  <a:lnTo>
                    <a:pt x="57365" y="93812"/>
                  </a:lnTo>
                  <a:lnTo>
                    <a:pt x="57837" y="94392"/>
                  </a:lnTo>
                  <a:lnTo>
                    <a:pt x="58309" y="97488"/>
                  </a:lnTo>
                  <a:lnTo>
                    <a:pt x="58845" y="97875"/>
                  </a:lnTo>
                  <a:lnTo>
                    <a:pt x="59348" y="97488"/>
                  </a:lnTo>
                  <a:lnTo>
                    <a:pt x="59884" y="98262"/>
                  </a:lnTo>
                  <a:lnTo>
                    <a:pt x="60565" y="105965"/>
                  </a:lnTo>
                  <a:lnTo>
                    <a:pt x="61142" y="112486"/>
                  </a:lnTo>
                  <a:lnTo>
                    <a:pt x="62485" y="116561"/>
                  </a:lnTo>
                  <a:lnTo>
                    <a:pt x="63535" y="119744"/>
                  </a:lnTo>
                  <a:lnTo>
                    <a:pt x="63787" y="122549"/>
                  </a:lnTo>
                  <a:lnTo>
                    <a:pt x="64039" y="126516"/>
                  </a:lnTo>
                  <a:lnTo>
                    <a:pt x="64102" y="128451"/>
                  </a:lnTo>
                  <a:lnTo>
                    <a:pt x="63774" y="129621"/>
                  </a:lnTo>
                  <a:lnTo>
                    <a:pt x="63252" y="132032"/>
                  </a:lnTo>
                  <a:lnTo>
                    <a:pt x="63122" y="136649"/>
                  </a:lnTo>
                  <a:lnTo>
                    <a:pt x="63032" y="138183"/>
                  </a:lnTo>
                  <a:lnTo>
                    <a:pt x="62935" y="142460"/>
                  </a:lnTo>
                  <a:lnTo>
                    <a:pt x="63002" y="145088"/>
                  </a:lnTo>
                  <a:lnTo>
                    <a:pt x="63281" y="147139"/>
                  </a:lnTo>
                  <a:lnTo>
                    <a:pt x="63746" y="148315"/>
                  </a:lnTo>
                  <a:lnTo>
                    <a:pt x="64691" y="148922"/>
                  </a:lnTo>
                  <a:lnTo>
                    <a:pt x="65543" y="149639"/>
                  </a:lnTo>
                  <a:lnTo>
                    <a:pt x="66033" y="153201"/>
                  </a:lnTo>
                  <a:lnTo>
                    <a:pt x="66729" y="157718"/>
                  </a:lnTo>
                  <a:lnTo>
                    <a:pt x="67476" y="159616"/>
                  </a:lnTo>
                  <a:lnTo>
                    <a:pt x="68572" y="160866"/>
                  </a:lnTo>
                  <a:lnTo>
                    <a:pt x="69354" y="160408"/>
                  </a:lnTo>
                  <a:lnTo>
                    <a:pt x="71184" y="159608"/>
                  </a:lnTo>
                  <a:lnTo>
                    <a:pt x="72759" y="159801"/>
                  </a:lnTo>
                  <a:lnTo>
                    <a:pt x="75059" y="161017"/>
                  </a:lnTo>
                  <a:lnTo>
                    <a:pt x="75917" y="160973"/>
                  </a:lnTo>
                  <a:lnTo>
                    <a:pt x="77026" y="160745"/>
                  </a:lnTo>
                  <a:lnTo>
                    <a:pt x="78973" y="158287"/>
                  </a:lnTo>
                  <a:lnTo>
                    <a:pt x="79680" y="157920"/>
                  </a:lnTo>
                  <a:lnTo>
                    <a:pt x="80469" y="158134"/>
                  </a:lnTo>
                  <a:lnTo>
                    <a:pt x="81618" y="159383"/>
                  </a:lnTo>
                  <a:lnTo>
                    <a:pt x="82242" y="160369"/>
                  </a:lnTo>
                  <a:lnTo>
                    <a:pt x="83042" y="161390"/>
                  </a:lnTo>
                  <a:lnTo>
                    <a:pt x="84209" y="162118"/>
                  </a:lnTo>
                  <a:lnTo>
                    <a:pt x="84958" y="161997"/>
                  </a:lnTo>
                  <a:lnTo>
                    <a:pt x="85525" y="161951"/>
                  </a:lnTo>
                  <a:lnTo>
                    <a:pt x="85854" y="162414"/>
                  </a:lnTo>
                  <a:lnTo>
                    <a:pt x="87688" y="169438"/>
                  </a:lnTo>
                  <a:lnTo>
                    <a:pt x="89277" y="175521"/>
                  </a:lnTo>
                  <a:lnTo>
                    <a:pt x="90662" y="180630"/>
                  </a:lnTo>
                  <a:lnTo>
                    <a:pt x="92158" y="186143"/>
                  </a:lnTo>
                  <a:lnTo>
                    <a:pt x="92274" y="186466"/>
                  </a:lnTo>
                  <a:lnTo>
                    <a:pt x="92948" y="185756"/>
                  </a:lnTo>
                  <a:lnTo>
                    <a:pt x="93392" y="186063"/>
                  </a:lnTo>
                  <a:lnTo>
                    <a:pt x="93803" y="187183"/>
                  </a:lnTo>
                  <a:lnTo>
                    <a:pt x="94511" y="186721"/>
                  </a:lnTo>
                  <a:lnTo>
                    <a:pt x="95516" y="184681"/>
                  </a:lnTo>
                  <a:lnTo>
                    <a:pt x="96984" y="184273"/>
                  </a:lnTo>
                  <a:lnTo>
                    <a:pt x="98914" y="185496"/>
                  </a:lnTo>
                  <a:lnTo>
                    <a:pt x="101459" y="185503"/>
                  </a:lnTo>
                  <a:lnTo>
                    <a:pt x="104619" y="184293"/>
                  </a:lnTo>
                  <a:lnTo>
                    <a:pt x="106582" y="182980"/>
                  </a:lnTo>
                  <a:lnTo>
                    <a:pt x="107348" y="181563"/>
                  </a:lnTo>
                  <a:lnTo>
                    <a:pt x="108618" y="181709"/>
                  </a:lnTo>
                  <a:lnTo>
                    <a:pt x="110147" y="182984"/>
                  </a:lnTo>
                  <a:lnTo>
                    <a:pt x="110974" y="184802"/>
                  </a:lnTo>
                  <a:lnTo>
                    <a:pt x="111074" y="186590"/>
                  </a:lnTo>
                  <a:lnTo>
                    <a:pt x="111384" y="189375"/>
                  </a:lnTo>
                  <a:lnTo>
                    <a:pt x="111052" y="192198"/>
                  </a:lnTo>
                  <a:lnTo>
                    <a:pt x="110078" y="195061"/>
                  </a:lnTo>
                  <a:lnTo>
                    <a:pt x="109538" y="198717"/>
                  </a:lnTo>
                  <a:lnTo>
                    <a:pt x="109433" y="203166"/>
                  </a:lnTo>
                  <a:lnTo>
                    <a:pt x="108930" y="206455"/>
                  </a:lnTo>
                  <a:lnTo>
                    <a:pt x="108028" y="208583"/>
                  </a:lnTo>
                  <a:lnTo>
                    <a:pt x="107678" y="211686"/>
                  </a:lnTo>
                  <a:lnTo>
                    <a:pt x="107877" y="215762"/>
                  </a:lnTo>
                  <a:lnTo>
                    <a:pt x="107780" y="221723"/>
                  </a:lnTo>
                  <a:lnTo>
                    <a:pt x="107386" y="229563"/>
                  </a:lnTo>
                  <a:lnTo>
                    <a:pt x="107386" y="234249"/>
                  </a:lnTo>
                  <a:lnTo>
                    <a:pt x="107780" y="235780"/>
                  </a:lnTo>
                  <a:lnTo>
                    <a:pt x="107961" y="237978"/>
                  </a:lnTo>
                  <a:lnTo>
                    <a:pt x="107930" y="240839"/>
                  </a:lnTo>
                  <a:lnTo>
                    <a:pt x="108079" y="243369"/>
                  </a:lnTo>
                  <a:lnTo>
                    <a:pt x="108568" y="246671"/>
                  </a:lnTo>
                  <a:lnTo>
                    <a:pt x="109247" y="253238"/>
                  </a:lnTo>
                  <a:lnTo>
                    <a:pt x="109815" y="256059"/>
                  </a:lnTo>
                  <a:lnTo>
                    <a:pt x="110310" y="257092"/>
                  </a:lnTo>
                  <a:lnTo>
                    <a:pt x="110814" y="258355"/>
                  </a:lnTo>
                  <a:lnTo>
                    <a:pt x="112265" y="265072"/>
                  </a:lnTo>
                  <a:lnTo>
                    <a:pt x="112617" y="266488"/>
                  </a:lnTo>
                  <a:lnTo>
                    <a:pt x="112511" y="267726"/>
                  </a:lnTo>
                  <a:lnTo>
                    <a:pt x="112375" y="268652"/>
                  </a:lnTo>
                  <a:lnTo>
                    <a:pt x="112208" y="269242"/>
                  </a:lnTo>
                  <a:lnTo>
                    <a:pt x="110659" y="273243"/>
                  </a:lnTo>
                  <a:lnTo>
                    <a:pt x="107583" y="281943"/>
                  </a:lnTo>
                  <a:lnTo>
                    <a:pt x="107328" y="283051"/>
                  </a:lnTo>
                  <a:lnTo>
                    <a:pt x="107349" y="284875"/>
                  </a:lnTo>
                  <a:lnTo>
                    <a:pt x="108240" y="283702"/>
                  </a:lnTo>
                  <a:lnTo>
                    <a:pt x="109193" y="284680"/>
                  </a:lnTo>
                  <a:lnTo>
                    <a:pt x="109660" y="284875"/>
                  </a:lnTo>
                  <a:lnTo>
                    <a:pt x="109872" y="285592"/>
                  </a:lnTo>
                  <a:lnTo>
                    <a:pt x="110147" y="287938"/>
                  </a:lnTo>
                  <a:lnTo>
                    <a:pt x="110465" y="288328"/>
                  </a:lnTo>
                  <a:lnTo>
                    <a:pt x="110932" y="289306"/>
                  </a:lnTo>
                  <a:lnTo>
                    <a:pt x="111843" y="291780"/>
                  </a:lnTo>
                  <a:lnTo>
                    <a:pt x="112606" y="294388"/>
                  </a:lnTo>
                  <a:lnTo>
                    <a:pt x="113178" y="295636"/>
                  </a:lnTo>
                  <a:lnTo>
                    <a:pt x="113581" y="296797"/>
                  </a:lnTo>
                  <a:lnTo>
                    <a:pt x="113708" y="298492"/>
                  </a:lnTo>
                  <a:lnTo>
                    <a:pt x="113539" y="300185"/>
                  </a:lnTo>
                  <a:lnTo>
                    <a:pt x="114017" y="304112"/>
                  </a:lnTo>
                  <a:lnTo>
                    <a:pt x="114344" y="305333"/>
                  </a:lnTo>
                  <a:lnTo>
                    <a:pt x="114514" y="306831"/>
                  </a:lnTo>
                  <a:lnTo>
                    <a:pt x="114344" y="308330"/>
                  </a:lnTo>
                  <a:lnTo>
                    <a:pt x="114747" y="310088"/>
                  </a:lnTo>
                  <a:lnTo>
                    <a:pt x="115186" y="313550"/>
                  </a:lnTo>
                  <a:lnTo>
                    <a:pt x="115722" y="317776"/>
                  </a:lnTo>
                  <a:lnTo>
                    <a:pt x="115785" y="320122"/>
                  </a:lnTo>
                  <a:lnTo>
                    <a:pt x="116008" y="321203"/>
                  </a:lnTo>
                  <a:lnTo>
                    <a:pt x="116270" y="324341"/>
                  </a:lnTo>
                  <a:lnTo>
                    <a:pt x="116719" y="327288"/>
                  </a:lnTo>
                  <a:lnTo>
                    <a:pt x="116613" y="329308"/>
                  </a:lnTo>
                  <a:lnTo>
                    <a:pt x="116800" y="331284"/>
                  </a:lnTo>
                  <a:lnTo>
                    <a:pt x="114981" y="332604"/>
                  </a:lnTo>
                  <a:lnTo>
                    <a:pt x="114817" y="332396"/>
                  </a:lnTo>
                  <a:lnTo>
                    <a:pt x="114708" y="331669"/>
                  </a:lnTo>
                  <a:lnTo>
                    <a:pt x="114759" y="326037"/>
                  </a:lnTo>
                  <a:lnTo>
                    <a:pt x="114742" y="319685"/>
                  </a:lnTo>
                  <a:lnTo>
                    <a:pt x="114462" y="317083"/>
                  </a:lnTo>
                  <a:lnTo>
                    <a:pt x="113629" y="312911"/>
                  </a:lnTo>
                  <a:lnTo>
                    <a:pt x="112526" y="307377"/>
                  </a:lnTo>
                  <a:lnTo>
                    <a:pt x="112224" y="305789"/>
                  </a:lnTo>
                  <a:lnTo>
                    <a:pt x="111758" y="304877"/>
                  </a:lnTo>
                  <a:lnTo>
                    <a:pt x="111207" y="304746"/>
                  </a:lnTo>
                  <a:lnTo>
                    <a:pt x="110805" y="305137"/>
                  </a:lnTo>
                  <a:lnTo>
                    <a:pt x="110262" y="306168"/>
                  </a:lnTo>
                  <a:lnTo>
                    <a:pt x="109751" y="307289"/>
                  </a:lnTo>
                  <a:lnTo>
                    <a:pt x="108764" y="310627"/>
                  </a:lnTo>
                  <a:lnTo>
                    <a:pt x="107772" y="314528"/>
                  </a:lnTo>
                  <a:lnTo>
                    <a:pt x="107191" y="315399"/>
                  </a:lnTo>
                  <a:lnTo>
                    <a:pt x="106607" y="315757"/>
                  </a:lnTo>
                  <a:lnTo>
                    <a:pt x="106093" y="315638"/>
                  </a:lnTo>
                  <a:lnTo>
                    <a:pt x="105678" y="314589"/>
                  </a:lnTo>
                  <a:lnTo>
                    <a:pt x="105254" y="312459"/>
                  </a:lnTo>
                  <a:lnTo>
                    <a:pt x="104742" y="309633"/>
                  </a:lnTo>
                  <a:lnTo>
                    <a:pt x="104131" y="308709"/>
                  </a:lnTo>
                  <a:lnTo>
                    <a:pt x="103895" y="309578"/>
                  </a:lnTo>
                  <a:lnTo>
                    <a:pt x="103692" y="311240"/>
                  </a:lnTo>
                  <a:lnTo>
                    <a:pt x="103534" y="312890"/>
                  </a:lnTo>
                  <a:lnTo>
                    <a:pt x="103944" y="314987"/>
                  </a:lnTo>
                  <a:lnTo>
                    <a:pt x="104297" y="316604"/>
                  </a:lnTo>
                  <a:lnTo>
                    <a:pt x="103691" y="316549"/>
                  </a:lnTo>
                  <a:lnTo>
                    <a:pt x="101731" y="316552"/>
                  </a:lnTo>
                  <a:lnTo>
                    <a:pt x="99472" y="316555"/>
                  </a:lnTo>
                  <a:lnTo>
                    <a:pt x="97215" y="316558"/>
                  </a:lnTo>
                  <a:lnTo>
                    <a:pt x="95186" y="316561"/>
                  </a:lnTo>
                  <a:lnTo>
                    <a:pt x="93307" y="316562"/>
                  </a:lnTo>
                  <a:lnTo>
                    <a:pt x="92590" y="316428"/>
                  </a:lnTo>
                  <a:lnTo>
                    <a:pt x="91861" y="315479"/>
                  </a:lnTo>
                  <a:lnTo>
                    <a:pt x="91161" y="315026"/>
                  </a:lnTo>
                  <a:lnTo>
                    <a:pt x="90793" y="315099"/>
                  </a:lnTo>
                  <a:lnTo>
                    <a:pt x="90131" y="316024"/>
                  </a:lnTo>
                  <a:lnTo>
                    <a:pt x="89270" y="316160"/>
                  </a:lnTo>
                  <a:lnTo>
                    <a:pt x="88690" y="317037"/>
                  </a:lnTo>
                  <a:lnTo>
                    <a:pt x="88223" y="316932"/>
                  </a:lnTo>
                  <a:lnTo>
                    <a:pt x="88214" y="321803"/>
                  </a:lnTo>
                  <a:lnTo>
                    <a:pt x="88202" y="328750"/>
                  </a:lnTo>
                  <a:lnTo>
                    <a:pt x="88188" y="336116"/>
                  </a:lnTo>
                  <a:lnTo>
                    <a:pt x="88708" y="335557"/>
                  </a:lnTo>
                  <a:lnTo>
                    <a:pt x="89158" y="335611"/>
                  </a:lnTo>
                  <a:lnTo>
                    <a:pt x="89488" y="336129"/>
                  </a:lnTo>
                  <a:lnTo>
                    <a:pt x="90412" y="335710"/>
                  </a:lnTo>
                  <a:lnTo>
                    <a:pt x="90924" y="335931"/>
                  </a:lnTo>
                  <a:lnTo>
                    <a:pt x="91409" y="336117"/>
                  </a:lnTo>
                  <a:lnTo>
                    <a:pt x="91859" y="336143"/>
                  </a:lnTo>
                  <a:lnTo>
                    <a:pt x="92136" y="336727"/>
                  </a:lnTo>
                  <a:lnTo>
                    <a:pt x="92509" y="336622"/>
                  </a:lnTo>
                  <a:lnTo>
                    <a:pt x="92907" y="335983"/>
                  </a:lnTo>
                  <a:lnTo>
                    <a:pt x="93383" y="336382"/>
                  </a:lnTo>
                  <a:lnTo>
                    <a:pt x="93894" y="337420"/>
                  </a:lnTo>
                  <a:lnTo>
                    <a:pt x="94223" y="338964"/>
                  </a:lnTo>
                  <a:lnTo>
                    <a:pt x="94517" y="340880"/>
                  </a:lnTo>
                  <a:lnTo>
                    <a:pt x="94811" y="341891"/>
                  </a:lnTo>
                  <a:lnTo>
                    <a:pt x="94794" y="343726"/>
                  </a:lnTo>
                  <a:lnTo>
                    <a:pt x="94785" y="345164"/>
                  </a:lnTo>
                  <a:lnTo>
                    <a:pt x="94681" y="346360"/>
                  </a:lnTo>
                  <a:lnTo>
                    <a:pt x="94811" y="347133"/>
                  </a:lnTo>
                  <a:lnTo>
                    <a:pt x="94907" y="347957"/>
                  </a:lnTo>
                  <a:lnTo>
                    <a:pt x="94880" y="348437"/>
                  </a:lnTo>
                  <a:lnTo>
                    <a:pt x="94707" y="348649"/>
                  </a:lnTo>
                  <a:lnTo>
                    <a:pt x="94335" y="348810"/>
                  </a:lnTo>
                  <a:lnTo>
                    <a:pt x="93937" y="348942"/>
                  </a:lnTo>
                  <a:lnTo>
                    <a:pt x="93660" y="348889"/>
                  </a:lnTo>
                  <a:lnTo>
                    <a:pt x="93444" y="348144"/>
                  </a:lnTo>
                  <a:lnTo>
                    <a:pt x="93236" y="348064"/>
                  </a:lnTo>
                  <a:lnTo>
                    <a:pt x="92933" y="348170"/>
                  </a:lnTo>
                  <a:lnTo>
                    <a:pt x="92612" y="347717"/>
                  </a:lnTo>
                  <a:lnTo>
                    <a:pt x="92335" y="346787"/>
                  </a:lnTo>
                  <a:lnTo>
                    <a:pt x="91842" y="345855"/>
                  </a:lnTo>
                  <a:lnTo>
                    <a:pt x="91314" y="346254"/>
                  </a:lnTo>
                  <a:lnTo>
                    <a:pt x="90950" y="346733"/>
                  </a:lnTo>
                  <a:lnTo>
                    <a:pt x="90578" y="347319"/>
                  </a:lnTo>
                  <a:lnTo>
                    <a:pt x="90240" y="347931"/>
                  </a:lnTo>
                  <a:lnTo>
                    <a:pt x="89903" y="347771"/>
                  </a:lnTo>
                  <a:lnTo>
                    <a:pt x="89469" y="348222"/>
                  </a:lnTo>
                  <a:lnTo>
                    <a:pt x="89106" y="348915"/>
                  </a:lnTo>
                  <a:lnTo>
                    <a:pt x="88621" y="349473"/>
                  </a:lnTo>
                  <a:lnTo>
                    <a:pt x="88093" y="349739"/>
                  </a:lnTo>
                  <a:lnTo>
                    <a:pt x="87487" y="350007"/>
                  </a:lnTo>
                  <a:lnTo>
                    <a:pt x="86907" y="350112"/>
                  </a:lnTo>
                  <a:lnTo>
                    <a:pt x="86249" y="350326"/>
                  </a:lnTo>
                  <a:lnTo>
                    <a:pt x="86210" y="354204"/>
                  </a:lnTo>
                  <a:lnTo>
                    <a:pt x="86135" y="361828"/>
                  </a:lnTo>
                  <a:lnTo>
                    <a:pt x="86085" y="366875"/>
                  </a:lnTo>
                  <a:lnTo>
                    <a:pt x="86089" y="371527"/>
                  </a:lnTo>
                  <a:lnTo>
                    <a:pt x="86344" y="373221"/>
                  </a:lnTo>
                  <a:lnTo>
                    <a:pt x="87510" y="376805"/>
                  </a:lnTo>
                  <a:lnTo>
                    <a:pt x="88421" y="378692"/>
                  </a:lnTo>
                  <a:lnTo>
                    <a:pt x="89195" y="380796"/>
                  </a:lnTo>
                  <a:lnTo>
                    <a:pt x="89964" y="381679"/>
                  </a:lnTo>
                  <a:lnTo>
                    <a:pt x="90286" y="382472"/>
                  </a:lnTo>
                  <a:lnTo>
                    <a:pt x="90498" y="383773"/>
                  </a:lnTo>
                  <a:lnTo>
                    <a:pt x="90604" y="385141"/>
                  </a:lnTo>
                  <a:lnTo>
                    <a:pt x="90689" y="386316"/>
                  </a:lnTo>
                  <a:lnTo>
                    <a:pt x="90604" y="387554"/>
                  </a:lnTo>
                  <a:lnTo>
                    <a:pt x="90413" y="388725"/>
                  </a:lnTo>
                  <a:lnTo>
                    <a:pt x="90498" y="389963"/>
                  </a:lnTo>
                  <a:lnTo>
                    <a:pt x="90774" y="390941"/>
                  </a:lnTo>
                  <a:lnTo>
                    <a:pt x="90858" y="392179"/>
                  </a:lnTo>
                  <a:lnTo>
                    <a:pt x="91049" y="393351"/>
                  </a:lnTo>
                  <a:lnTo>
                    <a:pt x="91155" y="394525"/>
                  </a:lnTo>
                  <a:lnTo>
                    <a:pt x="91388" y="395371"/>
                  </a:lnTo>
                  <a:lnTo>
                    <a:pt x="91685" y="395960"/>
                  </a:lnTo>
                  <a:lnTo>
                    <a:pt x="92067" y="396935"/>
                  </a:lnTo>
                  <a:lnTo>
                    <a:pt x="92109" y="397847"/>
                  </a:lnTo>
                  <a:lnTo>
                    <a:pt x="92067" y="398891"/>
                  </a:lnTo>
                  <a:lnTo>
                    <a:pt x="92063" y="399679"/>
                  </a:lnTo>
                  <a:lnTo>
                    <a:pt x="92425" y="401471"/>
                  </a:lnTo>
                  <a:lnTo>
                    <a:pt x="92533" y="402732"/>
                  </a:lnTo>
                  <a:lnTo>
                    <a:pt x="92363" y="404233"/>
                  </a:lnTo>
                  <a:lnTo>
                    <a:pt x="92200" y="409433"/>
                  </a:lnTo>
                  <a:lnTo>
                    <a:pt x="91780" y="415351"/>
                  </a:lnTo>
                  <a:lnTo>
                    <a:pt x="91512" y="419870"/>
                  </a:lnTo>
                  <a:lnTo>
                    <a:pt x="91075" y="427237"/>
                  </a:lnTo>
                  <a:lnTo>
                    <a:pt x="90567" y="435808"/>
                  </a:lnTo>
                  <a:lnTo>
                    <a:pt x="89949" y="446251"/>
                  </a:lnTo>
                  <a:lnTo>
                    <a:pt x="89338" y="456564"/>
                  </a:lnTo>
                  <a:lnTo>
                    <a:pt x="88746" y="466548"/>
                  </a:lnTo>
                  <a:lnTo>
                    <a:pt x="88211" y="475569"/>
                  </a:lnTo>
                  <a:lnTo>
                    <a:pt x="87622" y="485519"/>
                  </a:lnTo>
                  <a:lnTo>
                    <a:pt x="87265" y="491547"/>
                  </a:lnTo>
                  <a:lnTo>
                    <a:pt x="87095" y="492591"/>
                  </a:lnTo>
                  <a:lnTo>
                    <a:pt x="86602" y="490407"/>
                  </a:lnTo>
                  <a:lnTo>
                    <a:pt x="85856" y="488344"/>
                  </a:lnTo>
                  <a:lnTo>
                    <a:pt x="85156" y="487103"/>
                  </a:lnTo>
                  <a:lnTo>
                    <a:pt x="84860" y="485475"/>
                  </a:lnTo>
                  <a:lnTo>
                    <a:pt x="84457" y="482154"/>
                  </a:lnTo>
                  <a:lnTo>
                    <a:pt x="83898" y="481017"/>
                  </a:lnTo>
                  <a:lnTo>
                    <a:pt x="83503" y="480134"/>
                  </a:lnTo>
                  <a:lnTo>
                    <a:pt x="83122" y="480264"/>
                  </a:lnTo>
                  <a:lnTo>
                    <a:pt x="82719" y="481176"/>
                  </a:lnTo>
                  <a:lnTo>
                    <a:pt x="82096" y="481759"/>
                  </a:lnTo>
                  <a:lnTo>
                    <a:pt x="81675" y="481672"/>
                  </a:lnTo>
                  <a:lnTo>
                    <a:pt x="79978" y="479384"/>
                  </a:lnTo>
                  <a:lnTo>
                    <a:pt x="79700" y="479164"/>
                  </a:lnTo>
                  <a:lnTo>
                    <a:pt x="80790" y="473936"/>
                  </a:lnTo>
                  <a:lnTo>
                    <a:pt x="82739" y="464589"/>
                  </a:lnTo>
                  <a:lnTo>
                    <a:pt x="83978" y="458650"/>
                  </a:lnTo>
                  <a:lnTo>
                    <a:pt x="85353" y="452054"/>
                  </a:lnTo>
                  <a:lnTo>
                    <a:pt x="86055" y="448689"/>
                  </a:lnTo>
                  <a:lnTo>
                    <a:pt x="86147" y="448115"/>
                  </a:lnTo>
                  <a:lnTo>
                    <a:pt x="86145" y="447255"/>
                  </a:lnTo>
                  <a:lnTo>
                    <a:pt x="85846" y="445971"/>
                  </a:lnTo>
                  <a:lnTo>
                    <a:pt x="85183" y="445428"/>
                  </a:lnTo>
                  <a:lnTo>
                    <a:pt x="84417" y="444444"/>
                  </a:lnTo>
                  <a:lnTo>
                    <a:pt x="83935" y="442848"/>
                  </a:lnTo>
                  <a:lnTo>
                    <a:pt x="83266" y="442162"/>
                  </a:lnTo>
                  <a:lnTo>
                    <a:pt x="82746" y="441022"/>
                  </a:lnTo>
                  <a:lnTo>
                    <a:pt x="81799" y="439911"/>
                  </a:lnTo>
                  <a:lnTo>
                    <a:pt x="81231" y="438881"/>
                  </a:lnTo>
                  <a:lnTo>
                    <a:pt x="80537" y="438511"/>
                  </a:lnTo>
                  <a:lnTo>
                    <a:pt x="79986" y="436627"/>
                  </a:lnTo>
                  <a:lnTo>
                    <a:pt x="77975" y="432980"/>
                  </a:lnTo>
                  <a:lnTo>
                    <a:pt x="77456" y="432633"/>
                  </a:lnTo>
                  <a:lnTo>
                    <a:pt x="76891" y="433193"/>
                  </a:lnTo>
                  <a:lnTo>
                    <a:pt x="76063" y="433773"/>
                  </a:lnTo>
                  <a:lnTo>
                    <a:pt x="75265" y="435773"/>
                  </a:lnTo>
                  <a:lnTo>
                    <a:pt x="74268" y="436416"/>
                  </a:lnTo>
                  <a:lnTo>
                    <a:pt x="73337" y="436393"/>
                  </a:lnTo>
                  <a:lnTo>
                    <a:pt x="72852" y="435202"/>
                  </a:lnTo>
                  <a:lnTo>
                    <a:pt x="72384" y="434772"/>
                  </a:lnTo>
                  <a:lnTo>
                    <a:pt x="71775" y="433147"/>
                  </a:lnTo>
                  <a:lnTo>
                    <a:pt x="70698" y="431903"/>
                  </a:lnTo>
                  <a:lnTo>
                    <a:pt x="69919" y="431035"/>
                  </a:lnTo>
                  <a:lnTo>
                    <a:pt x="69436" y="431436"/>
                  </a:lnTo>
                  <a:lnTo>
                    <a:pt x="68816" y="433251"/>
                  </a:lnTo>
                  <a:lnTo>
                    <a:pt x="68189" y="435051"/>
                  </a:lnTo>
                  <a:lnTo>
                    <a:pt x="67691" y="436171"/>
                  </a:lnTo>
                  <a:lnTo>
                    <a:pt x="67022" y="436113"/>
                  </a:lnTo>
                  <a:lnTo>
                    <a:pt x="66224" y="437770"/>
                  </a:lnTo>
                  <a:lnTo>
                    <a:pt x="65439" y="438356"/>
                  </a:lnTo>
                  <a:lnTo>
                    <a:pt x="64649" y="438615"/>
                  </a:lnTo>
                  <a:lnTo>
                    <a:pt x="63736" y="439195"/>
                  </a:lnTo>
                  <a:lnTo>
                    <a:pt x="62726" y="438194"/>
                  </a:lnTo>
                  <a:lnTo>
                    <a:pt x="61899" y="437311"/>
                  </a:lnTo>
                  <a:lnTo>
                    <a:pt x="61528" y="436913"/>
                  </a:lnTo>
                  <a:lnTo>
                    <a:pt x="61193" y="437190"/>
                  </a:lnTo>
                  <a:lnTo>
                    <a:pt x="60674" y="438110"/>
                  </a:lnTo>
                  <a:lnTo>
                    <a:pt x="59741" y="438503"/>
                  </a:lnTo>
                  <a:lnTo>
                    <a:pt x="59011" y="438592"/>
                  </a:lnTo>
                  <a:lnTo>
                    <a:pt x="58492" y="438165"/>
                  </a:lnTo>
                  <a:lnTo>
                    <a:pt x="58026" y="436561"/>
                  </a:lnTo>
                  <a:lnTo>
                    <a:pt x="57271" y="435741"/>
                  </a:lnTo>
                  <a:lnTo>
                    <a:pt x="56441" y="434743"/>
                  </a:lnTo>
                  <a:lnTo>
                    <a:pt x="56266" y="432679"/>
                  </a:lnTo>
                  <a:lnTo>
                    <a:pt x="56386" y="431141"/>
                  </a:lnTo>
                  <a:lnTo>
                    <a:pt x="56710" y="428917"/>
                  </a:lnTo>
                  <a:lnTo>
                    <a:pt x="56530" y="426620"/>
                  </a:lnTo>
                  <a:lnTo>
                    <a:pt x="56181" y="422987"/>
                  </a:lnTo>
                  <a:lnTo>
                    <a:pt x="56032" y="421506"/>
                  </a:lnTo>
                  <a:lnTo>
                    <a:pt x="55773" y="420248"/>
                  </a:lnTo>
                  <a:lnTo>
                    <a:pt x="55364" y="419792"/>
                  </a:lnTo>
                  <a:lnTo>
                    <a:pt x="54566" y="420136"/>
                  </a:lnTo>
                  <a:lnTo>
                    <a:pt x="53693" y="418762"/>
                  </a:lnTo>
                  <a:lnTo>
                    <a:pt x="53155" y="417452"/>
                  </a:lnTo>
                  <a:lnTo>
                    <a:pt x="52876" y="415850"/>
                  </a:lnTo>
                  <a:lnTo>
                    <a:pt x="53174" y="412829"/>
                  </a:lnTo>
                  <a:lnTo>
                    <a:pt x="52914" y="410261"/>
                  </a:lnTo>
                  <a:lnTo>
                    <a:pt x="52394" y="408832"/>
                  </a:lnTo>
                  <a:lnTo>
                    <a:pt x="52059" y="406322"/>
                  </a:lnTo>
                  <a:lnTo>
                    <a:pt x="51540" y="404325"/>
                  </a:lnTo>
                  <a:lnTo>
                    <a:pt x="50853" y="403301"/>
                  </a:lnTo>
                  <a:lnTo>
                    <a:pt x="50166" y="403413"/>
                  </a:lnTo>
                  <a:lnTo>
                    <a:pt x="49628" y="402784"/>
                  </a:lnTo>
                  <a:lnTo>
                    <a:pt x="49015" y="400672"/>
                  </a:lnTo>
                  <a:lnTo>
                    <a:pt x="48439" y="399873"/>
                  </a:lnTo>
                  <a:lnTo>
                    <a:pt x="47789" y="397818"/>
                  </a:lnTo>
                  <a:lnTo>
                    <a:pt x="46575" y="396906"/>
                  </a:lnTo>
                  <a:lnTo>
                    <a:pt x="45944" y="396104"/>
                  </a:lnTo>
                  <a:lnTo>
                    <a:pt x="45583" y="394840"/>
                  </a:lnTo>
                  <a:lnTo>
                    <a:pt x="45097" y="392566"/>
                  </a:lnTo>
                  <a:lnTo>
                    <a:pt x="45153" y="391311"/>
                  </a:lnTo>
                  <a:lnTo>
                    <a:pt x="44918" y="390076"/>
                  </a:lnTo>
                  <a:lnTo>
                    <a:pt x="44708" y="387854"/>
                  </a:lnTo>
                  <a:lnTo>
                    <a:pt x="44295" y="384581"/>
                  </a:lnTo>
                  <a:lnTo>
                    <a:pt x="43840" y="382720"/>
                  </a:lnTo>
                  <a:lnTo>
                    <a:pt x="43372" y="381315"/>
                  </a:lnTo>
                  <a:lnTo>
                    <a:pt x="42976" y="380126"/>
                  </a:lnTo>
                  <a:lnTo>
                    <a:pt x="42387" y="378357"/>
                  </a:lnTo>
                  <a:lnTo>
                    <a:pt x="41663" y="377330"/>
                  </a:lnTo>
                  <a:lnTo>
                    <a:pt x="41050" y="376248"/>
                  </a:lnTo>
                  <a:lnTo>
                    <a:pt x="40809" y="374649"/>
                  </a:lnTo>
                  <a:lnTo>
                    <a:pt x="40605" y="373336"/>
                  </a:lnTo>
                  <a:lnTo>
                    <a:pt x="40261" y="373431"/>
                  </a:lnTo>
                  <a:lnTo>
                    <a:pt x="39768" y="373316"/>
                  </a:lnTo>
                  <a:lnTo>
                    <a:pt x="39224" y="372984"/>
                  </a:lnTo>
                  <a:lnTo>
                    <a:pt x="38651" y="372029"/>
                  </a:lnTo>
                  <a:lnTo>
                    <a:pt x="38173" y="370872"/>
                  </a:lnTo>
                  <a:lnTo>
                    <a:pt x="37368" y="368915"/>
                  </a:lnTo>
                  <a:lnTo>
                    <a:pt x="36929" y="368657"/>
                  </a:lnTo>
                  <a:lnTo>
                    <a:pt x="36539" y="368657"/>
                  </a:lnTo>
                  <a:lnTo>
                    <a:pt x="35964" y="370572"/>
                  </a:lnTo>
                  <a:lnTo>
                    <a:pt x="34238" y="368559"/>
                  </a:lnTo>
                  <a:lnTo>
                    <a:pt x="32764" y="365565"/>
                  </a:lnTo>
                  <a:lnTo>
                    <a:pt x="31232" y="364786"/>
                  </a:lnTo>
                  <a:lnTo>
                    <a:pt x="30241" y="362962"/>
                  </a:lnTo>
                  <a:lnTo>
                    <a:pt x="29327" y="360103"/>
                  </a:lnTo>
                  <a:lnTo>
                    <a:pt x="28833" y="358172"/>
                  </a:lnTo>
                  <a:lnTo>
                    <a:pt x="28432" y="357213"/>
                  </a:lnTo>
                  <a:lnTo>
                    <a:pt x="26484" y="354439"/>
                  </a:lnTo>
                  <a:lnTo>
                    <a:pt x="26095" y="354171"/>
                  </a:lnTo>
                  <a:lnTo>
                    <a:pt x="25353" y="355457"/>
                  </a:lnTo>
                  <a:lnTo>
                    <a:pt x="25111" y="356229"/>
                  </a:lnTo>
                  <a:lnTo>
                    <a:pt x="25067" y="358443"/>
                  </a:lnTo>
                  <a:lnTo>
                    <a:pt x="24977" y="359704"/>
                  </a:lnTo>
                  <a:lnTo>
                    <a:pt x="24330" y="360466"/>
                  </a:lnTo>
                  <a:lnTo>
                    <a:pt x="23288" y="360303"/>
                  </a:lnTo>
                  <a:lnTo>
                    <a:pt x="22562" y="359499"/>
                  </a:lnTo>
                  <a:lnTo>
                    <a:pt x="22077" y="359383"/>
                  </a:lnTo>
                  <a:lnTo>
                    <a:pt x="21978" y="360012"/>
                  </a:lnTo>
                  <a:lnTo>
                    <a:pt x="21704" y="360283"/>
                  </a:lnTo>
                  <a:lnTo>
                    <a:pt x="21112" y="360103"/>
                  </a:lnTo>
                  <a:lnTo>
                    <a:pt x="20239" y="359489"/>
                  </a:lnTo>
                  <a:lnTo>
                    <a:pt x="19448" y="358670"/>
                  </a:lnTo>
                  <a:lnTo>
                    <a:pt x="18374" y="356931"/>
                  </a:lnTo>
                  <a:lnTo>
                    <a:pt x="17878" y="357148"/>
                  </a:lnTo>
                  <a:lnTo>
                    <a:pt x="16658" y="356774"/>
                  </a:lnTo>
                  <a:lnTo>
                    <a:pt x="15661" y="355784"/>
                  </a:lnTo>
                  <a:lnTo>
                    <a:pt x="15407" y="354869"/>
                  </a:lnTo>
                  <a:lnTo>
                    <a:pt x="14975" y="348615"/>
                  </a:lnTo>
                  <a:lnTo>
                    <a:pt x="14843" y="348182"/>
                  </a:lnTo>
                  <a:lnTo>
                    <a:pt x="14413" y="347911"/>
                  </a:lnTo>
                  <a:lnTo>
                    <a:pt x="13690" y="347049"/>
                  </a:lnTo>
                  <a:lnTo>
                    <a:pt x="13236" y="346041"/>
                  </a:lnTo>
                  <a:lnTo>
                    <a:pt x="12999" y="344309"/>
                  </a:lnTo>
                  <a:lnTo>
                    <a:pt x="12714" y="342666"/>
                  </a:lnTo>
                  <a:lnTo>
                    <a:pt x="11496" y="343034"/>
                  </a:lnTo>
                  <a:lnTo>
                    <a:pt x="9502" y="340867"/>
                  </a:lnTo>
                  <a:lnTo>
                    <a:pt x="8121" y="338804"/>
                  </a:lnTo>
                  <a:lnTo>
                    <a:pt x="6857" y="336512"/>
                  </a:lnTo>
                  <a:lnTo>
                    <a:pt x="4940" y="331999"/>
                  </a:lnTo>
                  <a:lnTo>
                    <a:pt x="4208" y="330881"/>
                  </a:lnTo>
                  <a:lnTo>
                    <a:pt x="3305" y="329499"/>
                  </a:lnTo>
                  <a:lnTo>
                    <a:pt x="2771" y="327275"/>
                  </a:lnTo>
                  <a:lnTo>
                    <a:pt x="1889" y="325030"/>
                  </a:lnTo>
                  <a:lnTo>
                    <a:pt x="1593" y="324419"/>
                  </a:lnTo>
                  <a:lnTo>
                    <a:pt x="1316" y="322389"/>
                  </a:lnTo>
                  <a:lnTo>
                    <a:pt x="0" y="319445"/>
                  </a:lnTo>
                  <a:lnTo>
                    <a:pt x="651" y="315648"/>
                  </a:lnTo>
                  <a:lnTo>
                    <a:pt x="2234" y="312795"/>
                  </a:lnTo>
                  <a:lnTo>
                    <a:pt x="4312" y="315010"/>
                  </a:lnTo>
                  <a:lnTo>
                    <a:pt x="4566" y="310582"/>
                  </a:lnTo>
                  <a:lnTo>
                    <a:pt x="3814" y="306663"/>
                  </a:lnTo>
                  <a:lnTo>
                    <a:pt x="3926" y="299260"/>
                  </a:lnTo>
                  <a:lnTo>
                    <a:pt x="4169" y="297787"/>
                  </a:lnTo>
                  <a:lnTo>
                    <a:pt x="4717" y="295806"/>
                  </a:lnTo>
                  <a:lnTo>
                    <a:pt x="5431" y="294435"/>
                  </a:lnTo>
                  <a:lnTo>
                    <a:pt x="5850" y="294038"/>
                  </a:lnTo>
                  <a:lnTo>
                    <a:pt x="6561" y="294717"/>
                  </a:lnTo>
                  <a:lnTo>
                    <a:pt x="7011" y="293241"/>
                  </a:lnTo>
                  <a:lnTo>
                    <a:pt x="8704" y="293900"/>
                  </a:lnTo>
                  <a:lnTo>
                    <a:pt x="9217" y="293281"/>
                  </a:lnTo>
                  <a:lnTo>
                    <a:pt x="9568" y="292278"/>
                  </a:lnTo>
                  <a:lnTo>
                    <a:pt x="9981" y="291512"/>
                  </a:lnTo>
                  <a:lnTo>
                    <a:pt x="10509" y="289732"/>
                  </a:lnTo>
                  <a:lnTo>
                    <a:pt x="10812" y="287676"/>
                  </a:lnTo>
                  <a:lnTo>
                    <a:pt x="11064" y="286876"/>
                  </a:lnTo>
                  <a:lnTo>
                    <a:pt x="11650" y="287158"/>
                  </a:lnTo>
                  <a:lnTo>
                    <a:pt x="11704" y="286270"/>
                  </a:lnTo>
                  <a:lnTo>
                    <a:pt x="12005" y="285061"/>
                  </a:lnTo>
                  <a:lnTo>
                    <a:pt x="13030" y="282356"/>
                  </a:lnTo>
                  <a:lnTo>
                    <a:pt x="13020" y="281160"/>
                  </a:lnTo>
                  <a:lnTo>
                    <a:pt x="12732" y="278553"/>
                  </a:lnTo>
                  <a:lnTo>
                    <a:pt x="12803" y="277596"/>
                  </a:lnTo>
                  <a:lnTo>
                    <a:pt x="13395" y="277264"/>
                  </a:lnTo>
                  <a:lnTo>
                    <a:pt x="14096" y="276531"/>
                  </a:lnTo>
                  <a:lnTo>
                    <a:pt x="14470" y="274041"/>
                  </a:lnTo>
                  <a:lnTo>
                    <a:pt x="14932" y="271868"/>
                  </a:lnTo>
                  <a:lnTo>
                    <a:pt x="15461" y="268676"/>
                  </a:lnTo>
                  <a:lnTo>
                    <a:pt x="16044" y="268476"/>
                  </a:lnTo>
                  <a:lnTo>
                    <a:pt x="16353" y="264748"/>
                  </a:lnTo>
                  <a:lnTo>
                    <a:pt x="17137" y="261480"/>
                  </a:lnTo>
                  <a:lnTo>
                    <a:pt x="18733" y="251790"/>
                  </a:lnTo>
                  <a:lnTo>
                    <a:pt x="18252" y="252003"/>
                  </a:lnTo>
                  <a:lnTo>
                    <a:pt x="17870" y="253297"/>
                  </a:lnTo>
                  <a:lnTo>
                    <a:pt x="17433" y="253144"/>
                  </a:lnTo>
                  <a:lnTo>
                    <a:pt x="16938" y="252383"/>
                  </a:lnTo>
                  <a:lnTo>
                    <a:pt x="17083" y="248017"/>
                  </a:lnTo>
                  <a:lnTo>
                    <a:pt x="16798" y="247499"/>
                  </a:lnTo>
                  <a:lnTo>
                    <a:pt x="16028" y="250860"/>
                  </a:lnTo>
                  <a:lnTo>
                    <a:pt x="15363" y="247441"/>
                  </a:lnTo>
                  <a:lnTo>
                    <a:pt x="15303" y="245358"/>
                  </a:lnTo>
                  <a:lnTo>
                    <a:pt x="15583" y="243294"/>
                  </a:lnTo>
                  <a:lnTo>
                    <a:pt x="15542" y="241906"/>
                  </a:lnTo>
                  <a:lnTo>
                    <a:pt x="14466" y="242939"/>
                  </a:lnTo>
                  <a:lnTo>
                    <a:pt x="14515" y="241654"/>
                  </a:lnTo>
                  <a:lnTo>
                    <a:pt x="15185" y="240332"/>
                  </a:lnTo>
                  <a:lnTo>
                    <a:pt x="15489" y="238956"/>
                  </a:lnTo>
                  <a:lnTo>
                    <a:pt x="16073" y="237458"/>
                  </a:lnTo>
                  <a:lnTo>
                    <a:pt x="16315" y="235191"/>
                  </a:lnTo>
                  <a:lnTo>
                    <a:pt x="16456" y="231680"/>
                  </a:lnTo>
                  <a:lnTo>
                    <a:pt x="16719" y="227901"/>
                  </a:lnTo>
                  <a:lnTo>
                    <a:pt x="16524" y="226041"/>
                  </a:lnTo>
                  <a:lnTo>
                    <a:pt x="16208" y="224450"/>
                  </a:lnTo>
                  <a:lnTo>
                    <a:pt x="15946" y="217416"/>
                  </a:lnTo>
                  <a:lnTo>
                    <a:pt x="16018" y="213320"/>
                  </a:lnTo>
                  <a:lnTo>
                    <a:pt x="15883" y="210105"/>
                  </a:lnTo>
                  <a:lnTo>
                    <a:pt x="15609" y="207381"/>
                  </a:lnTo>
                  <a:lnTo>
                    <a:pt x="14334" y="203807"/>
                  </a:lnTo>
                  <a:lnTo>
                    <a:pt x="16351" y="199714"/>
                  </a:lnTo>
                  <a:lnTo>
                    <a:pt x="17075" y="196625"/>
                  </a:lnTo>
                  <a:lnTo>
                    <a:pt x="16158" y="190266"/>
                  </a:lnTo>
                  <a:lnTo>
                    <a:pt x="14958" y="184906"/>
                  </a:lnTo>
                  <a:lnTo>
                    <a:pt x="14924" y="181689"/>
                  </a:lnTo>
                  <a:lnTo>
                    <a:pt x="15240" y="182100"/>
                  </a:lnTo>
                  <a:lnTo>
                    <a:pt x="15643" y="182003"/>
                  </a:lnTo>
                  <a:lnTo>
                    <a:pt x="16012" y="175222"/>
                  </a:lnTo>
                  <a:lnTo>
                    <a:pt x="15926" y="173121"/>
                  </a:lnTo>
                  <a:lnTo>
                    <a:pt x="15252" y="169730"/>
                  </a:lnTo>
                  <a:lnTo>
                    <a:pt x="14415" y="169648"/>
                  </a:lnTo>
                  <a:lnTo>
                    <a:pt x="13683" y="165388"/>
                  </a:lnTo>
                  <a:lnTo>
                    <a:pt x="13262" y="164432"/>
                  </a:lnTo>
                  <a:lnTo>
                    <a:pt x="12925" y="161750"/>
                  </a:lnTo>
                  <a:lnTo>
                    <a:pt x="11745" y="156524"/>
                  </a:lnTo>
                  <a:lnTo>
                    <a:pt x="10808" y="153803"/>
                  </a:lnTo>
                  <a:lnTo>
                    <a:pt x="11508" y="147495"/>
                  </a:lnTo>
                  <a:lnTo>
                    <a:pt x="12120" y="146287"/>
                  </a:lnTo>
                  <a:lnTo>
                    <a:pt x="12320" y="144713"/>
                  </a:lnTo>
                  <a:lnTo>
                    <a:pt x="12081" y="140839"/>
                  </a:lnTo>
                  <a:lnTo>
                    <a:pt x="12147" y="139930"/>
                  </a:lnTo>
                  <a:lnTo>
                    <a:pt x="12291" y="139545"/>
                  </a:lnTo>
                  <a:lnTo>
                    <a:pt x="12434" y="139573"/>
                  </a:lnTo>
                  <a:lnTo>
                    <a:pt x="12681" y="140155"/>
                  </a:lnTo>
                  <a:lnTo>
                    <a:pt x="13140" y="141828"/>
                  </a:lnTo>
                  <a:lnTo>
                    <a:pt x="13524" y="143898"/>
                  </a:lnTo>
                  <a:lnTo>
                    <a:pt x="13832" y="144533"/>
                  </a:lnTo>
                  <a:lnTo>
                    <a:pt x="14296" y="143848"/>
                  </a:lnTo>
                  <a:lnTo>
                    <a:pt x="16099" y="139723"/>
                  </a:lnTo>
                  <a:lnTo>
                    <a:pt x="15984" y="138446"/>
                  </a:lnTo>
                  <a:lnTo>
                    <a:pt x="16149" y="135862"/>
                  </a:lnTo>
                  <a:lnTo>
                    <a:pt x="16751" y="133745"/>
                  </a:lnTo>
                  <a:lnTo>
                    <a:pt x="17395" y="133025"/>
                  </a:lnTo>
                  <a:lnTo>
                    <a:pt x="17587" y="131845"/>
                  </a:lnTo>
                  <a:lnTo>
                    <a:pt x="17430" y="130030"/>
                  </a:lnTo>
                  <a:lnTo>
                    <a:pt x="16754" y="125504"/>
                  </a:lnTo>
                  <a:lnTo>
                    <a:pt x="16150" y="123067"/>
                  </a:lnTo>
                  <a:lnTo>
                    <a:pt x="15762" y="120640"/>
                  </a:lnTo>
                  <a:lnTo>
                    <a:pt x="15556" y="118406"/>
                  </a:lnTo>
                  <a:lnTo>
                    <a:pt x="14871" y="116303"/>
                  </a:lnTo>
                  <a:lnTo>
                    <a:pt x="15161" y="114310"/>
                  </a:lnTo>
                  <a:lnTo>
                    <a:pt x="15693" y="111981"/>
                  </a:lnTo>
                  <a:lnTo>
                    <a:pt x="15874" y="111579"/>
                  </a:lnTo>
                  <a:lnTo>
                    <a:pt x="16163" y="112217"/>
                  </a:lnTo>
                  <a:lnTo>
                    <a:pt x="16957" y="116443"/>
                  </a:lnTo>
                  <a:lnTo>
                    <a:pt x="18220" y="119194"/>
                  </a:lnTo>
                  <a:lnTo>
                    <a:pt x="19546" y="123634"/>
                  </a:lnTo>
                  <a:lnTo>
                    <a:pt x="20088" y="126692"/>
                  </a:lnTo>
                  <a:lnTo>
                    <a:pt x="20520" y="127249"/>
                  </a:lnTo>
                  <a:lnTo>
                    <a:pt x="20896" y="128357"/>
                  </a:lnTo>
                  <a:lnTo>
                    <a:pt x="20730" y="129178"/>
                  </a:lnTo>
                  <a:lnTo>
                    <a:pt x="20315" y="130044"/>
                  </a:lnTo>
                  <a:lnTo>
                    <a:pt x="20196" y="131823"/>
                  </a:lnTo>
                  <a:lnTo>
                    <a:pt x="20465" y="132820"/>
                  </a:lnTo>
                  <a:lnTo>
                    <a:pt x="20751" y="133455"/>
                  </a:lnTo>
                  <a:lnTo>
                    <a:pt x="21523" y="133052"/>
                  </a:lnTo>
                  <a:lnTo>
                    <a:pt x="21948" y="130968"/>
                  </a:lnTo>
                  <a:lnTo>
                    <a:pt x="21663" y="121855"/>
                  </a:lnTo>
                  <a:lnTo>
                    <a:pt x="21215" y="117300"/>
                  </a:lnTo>
                  <a:lnTo>
                    <a:pt x="20700" y="115880"/>
                  </a:lnTo>
                  <a:lnTo>
                    <a:pt x="20236" y="114078"/>
                  </a:lnTo>
                  <a:lnTo>
                    <a:pt x="20548" y="112714"/>
                  </a:lnTo>
                  <a:lnTo>
                    <a:pt x="21373" y="112100"/>
                  </a:lnTo>
                  <a:lnTo>
                    <a:pt x="22458" y="110503"/>
                  </a:lnTo>
                  <a:lnTo>
                    <a:pt x="26423" y="101804"/>
                  </a:lnTo>
                  <a:lnTo>
                    <a:pt x="27782" y="93633"/>
                  </a:lnTo>
                  <a:lnTo>
                    <a:pt x="28823" y="90674"/>
                  </a:lnTo>
                  <a:lnTo>
                    <a:pt x="29998" y="88749"/>
                  </a:lnTo>
                  <a:lnTo>
                    <a:pt x="31435" y="89201"/>
                  </a:lnTo>
                  <a:lnTo>
                    <a:pt x="32552" y="88172"/>
                  </a:lnTo>
                  <a:lnTo>
                    <a:pt x="32896" y="85571"/>
                  </a:lnTo>
                  <a:lnTo>
                    <a:pt x="32591" y="82044"/>
                  </a:lnTo>
                  <a:lnTo>
                    <a:pt x="32161" y="79918"/>
                  </a:lnTo>
                  <a:lnTo>
                    <a:pt x="32574" y="76830"/>
                  </a:lnTo>
                  <a:lnTo>
                    <a:pt x="33001" y="72148"/>
                  </a:lnTo>
                  <a:lnTo>
                    <a:pt x="32970" y="68215"/>
                  </a:lnTo>
                  <a:lnTo>
                    <a:pt x="33521" y="65870"/>
                  </a:lnTo>
                  <a:lnTo>
                    <a:pt x="33330" y="64947"/>
                  </a:lnTo>
                  <a:lnTo>
                    <a:pt x="32525" y="66846"/>
                  </a:lnTo>
                  <a:lnTo>
                    <a:pt x="31889" y="67695"/>
                  </a:lnTo>
                  <a:lnTo>
                    <a:pt x="32249" y="66131"/>
                  </a:lnTo>
                  <a:lnTo>
                    <a:pt x="33376" y="62249"/>
                  </a:lnTo>
                  <a:lnTo>
                    <a:pt x="33961" y="56342"/>
                  </a:lnTo>
                  <a:lnTo>
                    <a:pt x="34411" y="53882"/>
                  </a:lnTo>
                  <a:lnTo>
                    <a:pt x="36001" y="50445"/>
                  </a:lnTo>
                  <a:lnTo>
                    <a:pt x="36315" y="48789"/>
                  </a:lnTo>
                  <a:lnTo>
                    <a:pt x="37516" y="46213"/>
                  </a:lnTo>
                  <a:lnTo>
                    <a:pt x="39453" y="40683"/>
                  </a:lnTo>
                  <a:lnTo>
                    <a:pt x="40193" y="39142"/>
                  </a:lnTo>
                  <a:lnTo>
                    <a:pt x="43945" y="42707"/>
                  </a:lnTo>
                  <a:lnTo>
                    <a:pt x="45138" y="42482"/>
                  </a:lnTo>
                  <a:lnTo>
                    <a:pt x="44925" y="43133"/>
                  </a:lnTo>
                  <a:lnTo>
                    <a:pt x="44375" y="43353"/>
                  </a:lnTo>
                  <a:lnTo>
                    <a:pt x="43580" y="44320"/>
                  </a:lnTo>
                  <a:lnTo>
                    <a:pt x="43349" y="46447"/>
                  </a:lnTo>
                  <a:lnTo>
                    <a:pt x="43888" y="48676"/>
                  </a:lnTo>
                  <a:lnTo>
                    <a:pt x="44458" y="49321"/>
                  </a:lnTo>
                  <a:lnTo>
                    <a:pt x="44946" y="47888"/>
                  </a:lnTo>
                  <a:lnTo>
                    <a:pt x="45429" y="43795"/>
                  </a:lnTo>
                  <a:lnTo>
                    <a:pt x="46206" y="39272"/>
                  </a:lnTo>
                  <a:lnTo>
                    <a:pt x="46388" y="34532"/>
                  </a:lnTo>
                  <a:lnTo>
                    <a:pt x="46938" y="32903"/>
                  </a:lnTo>
                  <a:lnTo>
                    <a:pt x="47744" y="32319"/>
                  </a:lnTo>
                  <a:lnTo>
                    <a:pt x="49182" y="33257"/>
                  </a:lnTo>
                  <a:lnTo>
                    <a:pt x="50276" y="34238"/>
                  </a:lnTo>
                  <a:lnTo>
                    <a:pt x="51419" y="34362"/>
                  </a:lnTo>
                  <a:lnTo>
                    <a:pt x="54913" y="33645"/>
                  </a:lnTo>
                  <a:lnTo>
                    <a:pt x="60600" y="21340"/>
                  </a:lnTo>
                  <a:lnTo>
                    <a:pt x="63242" y="18694"/>
                  </a:lnTo>
                  <a:lnTo>
                    <a:pt x="64896" y="16107"/>
                  </a:lnTo>
                  <a:lnTo>
                    <a:pt x="65951" y="11056"/>
                  </a:lnTo>
                  <a:lnTo>
                    <a:pt x="66235" y="7263"/>
                  </a:lnTo>
                  <a:lnTo>
                    <a:pt x="67010" y="5790"/>
                  </a:lnTo>
                  <a:lnTo>
                    <a:pt x="67827" y="5794"/>
                  </a:lnTo>
                  <a:lnTo>
                    <a:pt x="68201" y="4870"/>
                  </a:lnTo>
                  <a:lnTo>
                    <a:pt x="68317" y="3702"/>
                  </a:lnTo>
                  <a:lnTo>
                    <a:pt x="70284" y="425"/>
                  </a:lnTo>
                  <a:lnTo>
                    <a:pt x="71410" y="0"/>
                  </a:lnTo>
                  <a:lnTo>
                    <a:pt x="72404" y="62"/>
                  </a:lnTo>
                  <a:lnTo>
                    <a:pt x="74634" y="2927"/>
                  </a:lnTo>
                  <a:lnTo>
                    <a:pt x="75663" y="7984"/>
                  </a:lnTo>
                  <a:lnTo>
                    <a:pt x="75833" y="11466"/>
                  </a:lnTo>
                  <a:lnTo>
                    <a:pt x="74421" y="152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3242300" y="3995959"/>
              <a:ext cx="2188" cy="3581"/>
            </a:xfrm>
            <a:custGeom>
              <a:avLst/>
              <a:pathLst>
                <a:path w="2188" h="3581">
                  <a:moveTo>
                    <a:pt x="1512" y="1771"/>
                  </a:moveTo>
                  <a:lnTo>
                    <a:pt x="2188" y="3581"/>
                  </a:lnTo>
                  <a:lnTo>
                    <a:pt x="310" y="2830"/>
                  </a:lnTo>
                  <a:lnTo>
                    <a:pt x="15" y="1200"/>
                  </a:lnTo>
                  <a:lnTo>
                    <a:pt x="0" y="0"/>
                  </a:lnTo>
                  <a:lnTo>
                    <a:pt x="701" y="2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247960" y="3990768"/>
              <a:ext cx="2947" cy="8426"/>
            </a:xfrm>
            <a:custGeom>
              <a:avLst/>
              <a:pathLst>
                <a:path w="2947" h="8426">
                  <a:moveTo>
                    <a:pt x="2463" y="300"/>
                  </a:moveTo>
                  <a:lnTo>
                    <a:pt x="2947" y="4377"/>
                  </a:lnTo>
                  <a:lnTo>
                    <a:pt x="2943" y="7450"/>
                  </a:lnTo>
                  <a:lnTo>
                    <a:pt x="2738" y="8426"/>
                  </a:lnTo>
                  <a:lnTo>
                    <a:pt x="2307" y="7794"/>
                  </a:lnTo>
                  <a:lnTo>
                    <a:pt x="1512" y="5344"/>
                  </a:lnTo>
                  <a:lnTo>
                    <a:pt x="0" y="2954"/>
                  </a:lnTo>
                  <a:lnTo>
                    <a:pt x="693" y="2758"/>
                  </a:lnTo>
                  <a:lnTo>
                    <a:pt x="1099" y="3003"/>
                  </a:lnTo>
                  <a:lnTo>
                    <a:pt x="1528" y="2784"/>
                  </a:lnTo>
                  <a:lnTo>
                    <a:pt x="1796" y="1439"/>
                  </a:lnTo>
                  <a:lnTo>
                    <a:pt x="1850" y="637"/>
                  </a:lnTo>
                  <a:lnTo>
                    <a:pt x="222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3238409" y="3969997"/>
              <a:ext cx="2546" cy="16136"/>
            </a:xfrm>
            <a:custGeom>
              <a:avLst/>
              <a:pathLst>
                <a:path w="2546" h="16136">
                  <a:moveTo>
                    <a:pt x="2299" y="15744"/>
                  </a:moveTo>
                  <a:lnTo>
                    <a:pt x="2116" y="16136"/>
                  </a:lnTo>
                  <a:lnTo>
                    <a:pt x="1238" y="14451"/>
                  </a:lnTo>
                  <a:lnTo>
                    <a:pt x="737" y="14053"/>
                  </a:lnTo>
                  <a:lnTo>
                    <a:pt x="0" y="11329"/>
                  </a:lnTo>
                  <a:lnTo>
                    <a:pt x="282" y="1881"/>
                  </a:lnTo>
                  <a:lnTo>
                    <a:pt x="519" y="672"/>
                  </a:lnTo>
                  <a:lnTo>
                    <a:pt x="695" y="178"/>
                  </a:lnTo>
                  <a:lnTo>
                    <a:pt x="1104" y="0"/>
                  </a:lnTo>
                  <a:lnTo>
                    <a:pt x="1598" y="1186"/>
                  </a:lnTo>
                  <a:lnTo>
                    <a:pt x="1468" y="7260"/>
                  </a:lnTo>
                  <a:lnTo>
                    <a:pt x="2124" y="11349"/>
                  </a:lnTo>
                  <a:lnTo>
                    <a:pt x="2546" y="1458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2587143" y="3189703"/>
              <a:ext cx="2127" cy="6502"/>
            </a:xfrm>
            <a:custGeom>
              <a:avLst/>
              <a:pathLst>
                <a:path w="2127" h="6502">
                  <a:moveTo>
                    <a:pt x="2007" y="5377"/>
                  </a:moveTo>
                  <a:lnTo>
                    <a:pt x="1258" y="6502"/>
                  </a:lnTo>
                  <a:lnTo>
                    <a:pt x="736" y="6012"/>
                  </a:lnTo>
                  <a:lnTo>
                    <a:pt x="239" y="4847"/>
                  </a:lnTo>
                  <a:lnTo>
                    <a:pt x="0" y="3162"/>
                  </a:lnTo>
                  <a:lnTo>
                    <a:pt x="194" y="1714"/>
                  </a:lnTo>
                  <a:lnTo>
                    <a:pt x="1202" y="0"/>
                  </a:lnTo>
                  <a:lnTo>
                    <a:pt x="1803" y="555"/>
                  </a:lnTo>
                  <a:lnTo>
                    <a:pt x="2127" y="32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2599307" y="3181274"/>
              <a:ext cx="1306" cy="5627"/>
            </a:xfrm>
            <a:custGeom>
              <a:avLst/>
              <a:pathLst>
                <a:path w="1306" h="5627">
                  <a:moveTo>
                    <a:pt x="669" y="5518"/>
                  </a:moveTo>
                  <a:lnTo>
                    <a:pt x="402" y="5627"/>
                  </a:lnTo>
                  <a:lnTo>
                    <a:pt x="0" y="4296"/>
                  </a:lnTo>
                  <a:lnTo>
                    <a:pt x="89" y="2452"/>
                  </a:lnTo>
                  <a:lnTo>
                    <a:pt x="44" y="1966"/>
                  </a:lnTo>
                  <a:lnTo>
                    <a:pt x="399" y="0"/>
                  </a:lnTo>
                  <a:lnTo>
                    <a:pt x="1096" y="171"/>
                  </a:lnTo>
                  <a:lnTo>
                    <a:pt x="1273" y="1628"/>
                  </a:lnTo>
                  <a:lnTo>
                    <a:pt x="1306" y="46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2594181" y="3181127"/>
              <a:ext cx="3276" cy="12186"/>
            </a:xfrm>
            <a:custGeom>
              <a:avLst/>
              <a:pathLst>
                <a:path w="3276" h="12186">
                  <a:moveTo>
                    <a:pt x="3276" y="9472"/>
                  </a:moveTo>
                  <a:lnTo>
                    <a:pt x="2694" y="12186"/>
                  </a:lnTo>
                  <a:lnTo>
                    <a:pt x="1420" y="11968"/>
                  </a:lnTo>
                  <a:lnTo>
                    <a:pt x="765" y="10850"/>
                  </a:lnTo>
                  <a:lnTo>
                    <a:pt x="0" y="7434"/>
                  </a:lnTo>
                  <a:lnTo>
                    <a:pt x="23" y="4798"/>
                  </a:lnTo>
                  <a:lnTo>
                    <a:pt x="293" y="2510"/>
                  </a:lnTo>
                  <a:lnTo>
                    <a:pt x="246" y="523"/>
                  </a:lnTo>
                  <a:lnTo>
                    <a:pt x="354" y="0"/>
                  </a:lnTo>
                  <a:lnTo>
                    <a:pt x="747" y="343"/>
                  </a:lnTo>
                  <a:lnTo>
                    <a:pt x="811" y="1680"/>
                  </a:lnTo>
                  <a:lnTo>
                    <a:pt x="1971" y="4953"/>
                  </a:lnTo>
                  <a:lnTo>
                    <a:pt x="2401" y="559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2602120" y="3154275"/>
              <a:ext cx="2666" cy="7423"/>
            </a:xfrm>
            <a:custGeom>
              <a:avLst/>
              <a:pathLst>
                <a:path w="2666" h="7423">
                  <a:moveTo>
                    <a:pt x="399" y="0"/>
                  </a:moveTo>
                  <a:lnTo>
                    <a:pt x="1201" y="539"/>
                  </a:lnTo>
                  <a:lnTo>
                    <a:pt x="1505" y="346"/>
                  </a:lnTo>
                  <a:lnTo>
                    <a:pt x="2017" y="464"/>
                  </a:lnTo>
                  <a:lnTo>
                    <a:pt x="2563" y="2015"/>
                  </a:lnTo>
                  <a:lnTo>
                    <a:pt x="2666" y="3663"/>
                  </a:lnTo>
                  <a:lnTo>
                    <a:pt x="2395" y="5729"/>
                  </a:lnTo>
                  <a:lnTo>
                    <a:pt x="1334" y="7423"/>
                  </a:lnTo>
                  <a:lnTo>
                    <a:pt x="722" y="7225"/>
                  </a:lnTo>
                  <a:lnTo>
                    <a:pt x="0" y="5677"/>
                  </a:lnTo>
                  <a:lnTo>
                    <a:pt x="414" y="26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2588287" y="3141257"/>
              <a:ext cx="3512" cy="5456"/>
            </a:xfrm>
            <a:custGeom>
              <a:avLst/>
              <a:pathLst>
                <a:path w="3512" h="5456">
                  <a:moveTo>
                    <a:pt x="2984" y="1633"/>
                  </a:moveTo>
                  <a:lnTo>
                    <a:pt x="3381" y="2503"/>
                  </a:lnTo>
                  <a:lnTo>
                    <a:pt x="3512" y="3125"/>
                  </a:lnTo>
                  <a:lnTo>
                    <a:pt x="2922" y="3449"/>
                  </a:lnTo>
                  <a:lnTo>
                    <a:pt x="1490" y="2315"/>
                  </a:lnTo>
                  <a:lnTo>
                    <a:pt x="1108" y="3009"/>
                  </a:lnTo>
                  <a:lnTo>
                    <a:pt x="728" y="5456"/>
                  </a:lnTo>
                  <a:lnTo>
                    <a:pt x="0" y="1754"/>
                  </a:lnTo>
                  <a:lnTo>
                    <a:pt x="49" y="393"/>
                  </a:lnTo>
                  <a:lnTo>
                    <a:pt x="205" y="0"/>
                  </a:lnTo>
                  <a:lnTo>
                    <a:pt x="1220" y="97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2601815" y="3136353"/>
              <a:ext cx="986" cy="6968"/>
            </a:xfrm>
            <a:custGeom>
              <a:avLst/>
              <a:pathLst>
                <a:path w="986" h="6968">
                  <a:moveTo>
                    <a:pt x="986" y="5456"/>
                  </a:moveTo>
                  <a:lnTo>
                    <a:pt x="679" y="6968"/>
                  </a:lnTo>
                  <a:lnTo>
                    <a:pt x="302" y="4748"/>
                  </a:lnTo>
                  <a:lnTo>
                    <a:pt x="99" y="4221"/>
                  </a:lnTo>
                  <a:lnTo>
                    <a:pt x="0" y="1031"/>
                  </a:lnTo>
                  <a:lnTo>
                    <a:pt x="557" y="80"/>
                  </a:lnTo>
                  <a:lnTo>
                    <a:pt x="828" y="0"/>
                  </a:lnTo>
                  <a:lnTo>
                    <a:pt x="836" y="32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2581606" y="3134037"/>
              <a:ext cx="1980" cy="3780"/>
            </a:xfrm>
            <a:custGeom>
              <a:avLst/>
              <a:pathLst>
                <a:path w="1980" h="3780">
                  <a:moveTo>
                    <a:pt x="1980" y="3073"/>
                  </a:moveTo>
                  <a:lnTo>
                    <a:pt x="1191" y="3780"/>
                  </a:lnTo>
                  <a:lnTo>
                    <a:pt x="702" y="3690"/>
                  </a:lnTo>
                  <a:lnTo>
                    <a:pt x="0" y="2647"/>
                  </a:lnTo>
                  <a:lnTo>
                    <a:pt x="220" y="1519"/>
                  </a:lnTo>
                  <a:lnTo>
                    <a:pt x="981" y="262"/>
                  </a:lnTo>
                  <a:lnTo>
                    <a:pt x="1505" y="0"/>
                  </a:lnTo>
                  <a:lnTo>
                    <a:pt x="1933" y="22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2579217" y="3126014"/>
              <a:ext cx="3478" cy="7911"/>
            </a:xfrm>
            <a:custGeom>
              <a:avLst/>
              <a:pathLst>
                <a:path w="3478" h="7911">
                  <a:moveTo>
                    <a:pt x="1650" y="7303"/>
                  </a:moveTo>
                  <a:lnTo>
                    <a:pt x="714" y="7911"/>
                  </a:lnTo>
                  <a:lnTo>
                    <a:pt x="319" y="7618"/>
                  </a:lnTo>
                  <a:lnTo>
                    <a:pt x="188" y="5267"/>
                  </a:lnTo>
                  <a:lnTo>
                    <a:pt x="0" y="3721"/>
                  </a:lnTo>
                  <a:lnTo>
                    <a:pt x="42" y="3032"/>
                  </a:lnTo>
                  <a:lnTo>
                    <a:pt x="2192" y="0"/>
                  </a:lnTo>
                  <a:lnTo>
                    <a:pt x="2950" y="507"/>
                  </a:lnTo>
                  <a:lnTo>
                    <a:pt x="3478" y="2923"/>
                  </a:lnTo>
                  <a:lnTo>
                    <a:pt x="3119" y="426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1996951" y="3303432"/>
              <a:ext cx="32152" cy="92157"/>
            </a:xfrm>
            <a:custGeom>
              <a:avLst/>
              <a:pathLst>
                <a:path w="32152" h="92157">
                  <a:moveTo>
                    <a:pt x="21784" y="8043"/>
                  </a:moveTo>
                  <a:lnTo>
                    <a:pt x="22022" y="9218"/>
                  </a:lnTo>
                  <a:lnTo>
                    <a:pt x="22302" y="11064"/>
                  </a:lnTo>
                  <a:lnTo>
                    <a:pt x="22425" y="13437"/>
                  </a:lnTo>
                  <a:lnTo>
                    <a:pt x="23647" y="21379"/>
                  </a:lnTo>
                  <a:lnTo>
                    <a:pt x="24622" y="25827"/>
                  </a:lnTo>
                  <a:lnTo>
                    <a:pt x="26758" y="33917"/>
                  </a:lnTo>
                  <a:lnTo>
                    <a:pt x="27682" y="35405"/>
                  </a:lnTo>
                  <a:lnTo>
                    <a:pt x="29241" y="41915"/>
                  </a:lnTo>
                  <a:lnTo>
                    <a:pt x="29780" y="42990"/>
                  </a:lnTo>
                  <a:lnTo>
                    <a:pt x="30086" y="44912"/>
                  </a:lnTo>
                  <a:lnTo>
                    <a:pt x="31704" y="46493"/>
                  </a:lnTo>
                  <a:lnTo>
                    <a:pt x="32152" y="47656"/>
                  </a:lnTo>
                  <a:lnTo>
                    <a:pt x="32097" y="48201"/>
                  </a:lnTo>
                  <a:lnTo>
                    <a:pt x="31931" y="48774"/>
                  </a:lnTo>
                  <a:lnTo>
                    <a:pt x="31693" y="49353"/>
                  </a:lnTo>
                  <a:lnTo>
                    <a:pt x="31378" y="49748"/>
                  </a:lnTo>
                  <a:lnTo>
                    <a:pt x="30615" y="48559"/>
                  </a:lnTo>
                  <a:lnTo>
                    <a:pt x="29869" y="47209"/>
                  </a:lnTo>
                  <a:lnTo>
                    <a:pt x="29456" y="47829"/>
                  </a:lnTo>
                  <a:lnTo>
                    <a:pt x="29301" y="49582"/>
                  </a:lnTo>
                  <a:lnTo>
                    <a:pt x="29024" y="50482"/>
                  </a:lnTo>
                  <a:lnTo>
                    <a:pt x="28677" y="50836"/>
                  </a:lnTo>
                  <a:lnTo>
                    <a:pt x="28534" y="51423"/>
                  </a:lnTo>
                  <a:lnTo>
                    <a:pt x="28506" y="57342"/>
                  </a:lnTo>
                  <a:lnTo>
                    <a:pt x="28530" y="62920"/>
                  </a:lnTo>
                  <a:lnTo>
                    <a:pt x="29097" y="63045"/>
                  </a:lnTo>
                  <a:lnTo>
                    <a:pt x="30042" y="64983"/>
                  </a:lnTo>
                  <a:lnTo>
                    <a:pt x="30445" y="66123"/>
                  </a:lnTo>
                  <a:lnTo>
                    <a:pt x="30573" y="67176"/>
                  </a:lnTo>
                  <a:lnTo>
                    <a:pt x="30456" y="67692"/>
                  </a:lnTo>
                  <a:lnTo>
                    <a:pt x="29764" y="68909"/>
                  </a:lnTo>
                  <a:lnTo>
                    <a:pt x="29091" y="70448"/>
                  </a:lnTo>
                  <a:lnTo>
                    <a:pt x="28754" y="72369"/>
                  </a:lnTo>
                  <a:lnTo>
                    <a:pt x="29343" y="75472"/>
                  </a:lnTo>
                  <a:lnTo>
                    <a:pt x="29469" y="77580"/>
                  </a:lnTo>
                  <a:lnTo>
                    <a:pt x="29448" y="79785"/>
                  </a:lnTo>
                  <a:lnTo>
                    <a:pt x="29287" y="80844"/>
                  </a:lnTo>
                  <a:lnTo>
                    <a:pt x="27980" y="83377"/>
                  </a:lnTo>
                  <a:lnTo>
                    <a:pt x="27693" y="84265"/>
                  </a:lnTo>
                  <a:lnTo>
                    <a:pt x="27731" y="84907"/>
                  </a:lnTo>
                  <a:lnTo>
                    <a:pt x="28452" y="86656"/>
                  </a:lnTo>
                  <a:lnTo>
                    <a:pt x="28794" y="88347"/>
                  </a:lnTo>
                  <a:lnTo>
                    <a:pt x="29078" y="90387"/>
                  </a:lnTo>
                  <a:lnTo>
                    <a:pt x="29116" y="92157"/>
                  </a:lnTo>
                  <a:lnTo>
                    <a:pt x="28463" y="88875"/>
                  </a:lnTo>
                  <a:lnTo>
                    <a:pt x="27558" y="85742"/>
                  </a:lnTo>
                  <a:lnTo>
                    <a:pt x="26770" y="83812"/>
                  </a:lnTo>
                  <a:lnTo>
                    <a:pt x="26710" y="79309"/>
                  </a:lnTo>
                  <a:lnTo>
                    <a:pt x="26395" y="76865"/>
                  </a:lnTo>
                  <a:lnTo>
                    <a:pt x="25209" y="74614"/>
                  </a:lnTo>
                  <a:lnTo>
                    <a:pt x="24193" y="73037"/>
                  </a:lnTo>
                  <a:lnTo>
                    <a:pt x="23440" y="73358"/>
                  </a:lnTo>
                  <a:lnTo>
                    <a:pt x="23901" y="75947"/>
                  </a:lnTo>
                  <a:lnTo>
                    <a:pt x="25094" y="79267"/>
                  </a:lnTo>
                  <a:lnTo>
                    <a:pt x="25173" y="80539"/>
                  </a:lnTo>
                  <a:lnTo>
                    <a:pt x="25154" y="82248"/>
                  </a:lnTo>
                  <a:lnTo>
                    <a:pt x="24334" y="81985"/>
                  </a:lnTo>
                  <a:lnTo>
                    <a:pt x="23610" y="81288"/>
                  </a:lnTo>
                  <a:lnTo>
                    <a:pt x="22729" y="81070"/>
                  </a:lnTo>
                  <a:lnTo>
                    <a:pt x="22142" y="80052"/>
                  </a:lnTo>
                  <a:lnTo>
                    <a:pt x="20899" y="76088"/>
                  </a:lnTo>
                  <a:lnTo>
                    <a:pt x="21782" y="72706"/>
                  </a:lnTo>
                  <a:lnTo>
                    <a:pt x="22056" y="70486"/>
                  </a:lnTo>
                  <a:lnTo>
                    <a:pt x="22033" y="65883"/>
                  </a:lnTo>
                  <a:lnTo>
                    <a:pt x="21830" y="63651"/>
                  </a:lnTo>
                  <a:lnTo>
                    <a:pt x="20872" y="60255"/>
                  </a:lnTo>
                  <a:lnTo>
                    <a:pt x="19347" y="56528"/>
                  </a:lnTo>
                  <a:lnTo>
                    <a:pt x="17209" y="53484"/>
                  </a:lnTo>
                  <a:lnTo>
                    <a:pt x="16205" y="51029"/>
                  </a:lnTo>
                  <a:lnTo>
                    <a:pt x="13702" y="49148"/>
                  </a:lnTo>
                  <a:lnTo>
                    <a:pt x="12751" y="47901"/>
                  </a:lnTo>
                  <a:lnTo>
                    <a:pt x="12008" y="45587"/>
                  </a:lnTo>
                  <a:lnTo>
                    <a:pt x="11897" y="43926"/>
                  </a:lnTo>
                  <a:lnTo>
                    <a:pt x="12160" y="41370"/>
                  </a:lnTo>
                  <a:lnTo>
                    <a:pt x="11469" y="38119"/>
                  </a:lnTo>
                  <a:lnTo>
                    <a:pt x="8488" y="31727"/>
                  </a:lnTo>
                  <a:lnTo>
                    <a:pt x="6821" y="29375"/>
                  </a:lnTo>
                  <a:lnTo>
                    <a:pt x="6463" y="27993"/>
                  </a:lnTo>
                  <a:lnTo>
                    <a:pt x="6199" y="27563"/>
                  </a:lnTo>
                  <a:lnTo>
                    <a:pt x="6455" y="31974"/>
                  </a:lnTo>
                  <a:lnTo>
                    <a:pt x="7183" y="34632"/>
                  </a:lnTo>
                  <a:lnTo>
                    <a:pt x="9087" y="37113"/>
                  </a:lnTo>
                  <a:lnTo>
                    <a:pt x="9610" y="38558"/>
                  </a:lnTo>
                  <a:lnTo>
                    <a:pt x="9821" y="40438"/>
                  </a:lnTo>
                  <a:lnTo>
                    <a:pt x="8717" y="44033"/>
                  </a:lnTo>
                  <a:lnTo>
                    <a:pt x="8155" y="44948"/>
                  </a:lnTo>
                  <a:lnTo>
                    <a:pt x="7988" y="46909"/>
                  </a:lnTo>
                  <a:lnTo>
                    <a:pt x="7628" y="47504"/>
                  </a:lnTo>
                  <a:lnTo>
                    <a:pt x="7248" y="46373"/>
                  </a:lnTo>
                  <a:lnTo>
                    <a:pt x="5705" y="40733"/>
                  </a:lnTo>
                  <a:lnTo>
                    <a:pt x="2722" y="38029"/>
                  </a:lnTo>
                  <a:lnTo>
                    <a:pt x="2182" y="36370"/>
                  </a:lnTo>
                  <a:lnTo>
                    <a:pt x="1072" y="31221"/>
                  </a:lnTo>
                  <a:lnTo>
                    <a:pt x="561" y="26517"/>
                  </a:lnTo>
                  <a:lnTo>
                    <a:pt x="744" y="23382"/>
                  </a:lnTo>
                  <a:lnTo>
                    <a:pt x="1969" y="18497"/>
                  </a:lnTo>
                  <a:lnTo>
                    <a:pt x="2352" y="16370"/>
                  </a:lnTo>
                  <a:lnTo>
                    <a:pt x="2274" y="15060"/>
                  </a:lnTo>
                  <a:lnTo>
                    <a:pt x="2314" y="13132"/>
                  </a:lnTo>
                  <a:lnTo>
                    <a:pt x="1857" y="11786"/>
                  </a:lnTo>
                  <a:lnTo>
                    <a:pt x="722" y="10031"/>
                  </a:lnTo>
                  <a:lnTo>
                    <a:pt x="0" y="8625"/>
                  </a:lnTo>
                  <a:lnTo>
                    <a:pt x="198" y="7924"/>
                  </a:lnTo>
                  <a:lnTo>
                    <a:pt x="1497" y="6033"/>
                  </a:lnTo>
                  <a:lnTo>
                    <a:pt x="1579" y="4328"/>
                  </a:lnTo>
                  <a:lnTo>
                    <a:pt x="1573" y="3762"/>
                  </a:lnTo>
                  <a:lnTo>
                    <a:pt x="1785" y="3640"/>
                  </a:lnTo>
                  <a:lnTo>
                    <a:pt x="1974" y="3188"/>
                  </a:lnTo>
                  <a:lnTo>
                    <a:pt x="2090" y="2718"/>
                  </a:lnTo>
                  <a:lnTo>
                    <a:pt x="2445" y="1074"/>
                  </a:lnTo>
                  <a:lnTo>
                    <a:pt x="2755" y="147"/>
                  </a:lnTo>
                  <a:lnTo>
                    <a:pt x="3113" y="0"/>
                  </a:lnTo>
                  <a:lnTo>
                    <a:pt x="3550" y="683"/>
                  </a:lnTo>
                  <a:lnTo>
                    <a:pt x="5188" y="2452"/>
                  </a:lnTo>
                  <a:lnTo>
                    <a:pt x="7008" y="4417"/>
                  </a:lnTo>
                  <a:lnTo>
                    <a:pt x="9602" y="7214"/>
                  </a:lnTo>
                  <a:lnTo>
                    <a:pt x="10677" y="5423"/>
                  </a:lnTo>
                  <a:lnTo>
                    <a:pt x="11602" y="4055"/>
                  </a:lnTo>
                  <a:lnTo>
                    <a:pt x="12246" y="4250"/>
                  </a:lnTo>
                  <a:lnTo>
                    <a:pt x="13640" y="5844"/>
                  </a:lnTo>
                  <a:lnTo>
                    <a:pt x="14479" y="6352"/>
                  </a:lnTo>
                  <a:lnTo>
                    <a:pt x="14994" y="6192"/>
                  </a:lnTo>
                  <a:lnTo>
                    <a:pt x="15886" y="8531"/>
                  </a:lnTo>
                  <a:lnTo>
                    <a:pt x="16372" y="10287"/>
                  </a:lnTo>
                  <a:lnTo>
                    <a:pt x="16453" y="11457"/>
                  </a:lnTo>
                  <a:lnTo>
                    <a:pt x="16724" y="12087"/>
                  </a:lnTo>
                  <a:lnTo>
                    <a:pt x="17418" y="12226"/>
                  </a:lnTo>
                  <a:lnTo>
                    <a:pt x="19118" y="13418"/>
                  </a:lnTo>
                  <a:lnTo>
                    <a:pt x="20158" y="13184"/>
                  </a:lnTo>
                  <a:lnTo>
                    <a:pt x="21102" y="11924"/>
                  </a:lnTo>
                  <a:lnTo>
                    <a:pt x="21621" y="1041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2023141" y="2985683"/>
              <a:ext cx="5979" cy="14816"/>
            </a:xfrm>
            <a:custGeom>
              <a:avLst/>
              <a:pathLst>
                <a:path w="5979" h="14816">
                  <a:moveTo>
                    <a:pt x="5979" y="10964"/>
                  </a:moveTo>
                  <a:lnTo>
                    <a:pt x="5085" y="12530"/>
                  </a:lnTo>
                  <a:lnTo>
                    <a:pt x="3178" y="14739"/>
                  </a:lnTo>
                  <a:lnTo>
                    <a:pt x="2155" y="14816"/>
                  </a:lnTo>
                  <a:lnTo>
                    <a:pt x="1120" y="13986"/>
                  </a:lnTo>
                  <a:lnTo>
                    <a:pt x="406" y="12139"/>
                  </a:lnTo>
                  <a:lnTo>
                    <a:pt x="0" y="10320"/>
                  </a:lnTo>
                  <a:lnTo>
                    <a:pt x="34" y="9446"/>
                  </a:lnTo>
                  <a:lnTo>
                    <a:pt x="681" y="10904"/>
                  </a:lnTo>
                  <a:lnTo>
                    <a:pt x="1239" y="11621"/>
                  </a:lnTo>
                  <a:lnTo>
                    <a:pt x="1697" y="11144"/>
                  </a:lnTo>
                  <a:lnTo>
                    <a:pt x="2020" y="10355"/>
                  </a:lnTo>
                  <a:lnTo>
                    <a:pt x="973" y="4471"/>
                  </a:lnTo>
                  <a:lnTo>
                    <a:pt x="1019" y="3227"/>
                  </a:lnTo>
                  <a:lnTo>
                    <a:pt x="1851" y="0"/>
                  </a:lnTo>
                  <a:lnTo>
                    <a:pt x="4114" y="981"/>
                  </a:lnTo>
                  <a:lnTo>
                    <a:pt x="4511" y="1549"/>
                  </a:lnTo>
                  <a:lnTo>
                    <a:pt x="4825" y="3592"/>
                  </a:lnTo>
                  <a:lnTo>
                    <a:pt x="5329" y="5195"/>
                  </a:lnTo>
                  <a:lnTo>
                    <a:pt x="5921" y="94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2073760" y="2981274"/>
              <a:ext cx="2738" cy="5041"/>
            </a:xfrm>
            <a:custGeom>
              <a:avLst/>
              <a:pathLst>
                <a:path w="2738" h="5041">
                  <a:moveTo>
                    <a:pt x="2399" y="4136"/>
                  </a:moveTo>
                  <a:lnTo>
                    <a:pt x="2004" y="5041"/>
                  </a:lnTo>
                  <a:lnTo>
                    <a:pt x="1572" y="3734"/>
                  </a:lnTo>
                  <a:lnTo>
                    <a:pt x="1296" y="3591"/>
                  </a:lnTo>
                  <a:lnTo>
                    <a:pt x="916" y="3073"/>
                  </a:lnTo>
                  <a:lnTo>
                    <a:pt x="178" y="1618"/>
                  </a:lnTo>
                  <a:lnTo>
                    <a:pt x="0" y="114"/>
                  </a:lnTo>
                  <a:lnTo>
                    <a:pt x="613" y="0"/>
                  </a:lnTo>
                  <a:lnTo>
                    <a:pt x="1385" y="265"/>
                  </a:lnTo>
                  <a:lnTo>
                    <a:pt x="2738" y="1121"/>
                  </a:lnTo>
                  <a:lnTo>
                    <a:pt x="2620" y="282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2072576" y="2975064"/>
              <a:ext cx="1914" cy="5241"/>
            </a:xfrm>
            <a:custGeom>
              <a:avLst/>
              <a:pathLst>
                <a:path w="1914" h="5241">
                  <a:moveTo>
                    <a:pt x="1559" y="5158"/>
                  </a:moveTo>
                  <a:lnTo>
                    <a:pt x="1243" y="5241"/>
                  </a:lnTo>
                  <a:lnTo>
                    <a:pt x="285" y="4009"/>
                  </a:lnTo>
                  <a:lnTo>
                    <a:pt x="0" y="2979"/>
                  </a:lnTo>
                  <a:lnTo>
                    <a:pt x="336" y="1598"/>
                  </a:lnTo>
                  <a:lnTo>
                    <a:pt x="407" y="99"/>
                  </a:lnTo>
                  <a:lnTo>
                    <a:pt x="538" y="0"/>
                  </a:lnTo>
                  <a:lnTo>
                    <a:pt x="692" y="1815"/>
                  </a:lnTo>
                  <a:lnTo>
                    <a:pt x="1422" y="2586"/>
                  </a:lnTo>
                  <a:lnTo>
                    <a:pt x="1466" y="2985"/>
                  </a:lnTo>
                  <a:lnTo>
                    <a:pt x="1914" y="452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2070347" y="2971059"/>
              <a:ext cx="2369" cy="4997"/>
            </a:xfrm>
            <a:custGeom>
              <a:avLst/>
              <a:pathLst>
                <a:path w="2369" h="4997">
                  <a:moveTo>
                    <a:pt x="2369" y="4505"/>
                  </a:moveTo>
                  <a:lnTo>
                    <a:pt x="2172" y="4997"/>
                  </a:lnTo>
                  <a:lnTo>
                    <a:pt x="1652" y="3897"/>
                  </a:lnTo>
                  <a:lnTo>
                    <a:pt x="898" y="3418"/>
                  </a:lnTo>
                  <a:lnTo>
                    <a:pt x="455" y="1703"/>
                  </a:lnTo>
                  <a:lnTo>
                    <a:pt x="33" y="1046"/>
                  </a:lnTo>
                  <a:lnTo>
                    <a:pt x="0" y="415"/>
                  </a:lnTo>
                  <a:lnTo>
                    <a:pt x="697" y="0"/>
                  </a:lnTo>
                  <a:lnTo>
                    <a:pt x="1181" y="181"/>
                  </a:lnTo>
                  <a:lnTo>
                    <a:pt x="1724" y="1490"/>
                  </a:lnTo>
                  <a:lnTo>
                    <a:pt x="2036" y="38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2066290" y="2967673"/>
              <a:ext cx="3957" cy="3165"/>
            </a:xfrm>
            <a:custGeom>
              <a:avLst/>
              <a:pathLst>
                <a:path w="3957" h="3165">
                  <a:moveTo>
                    <a:pt x="628" y="0"/>
                  </a:moveTo>
                  <a:lnTo>
                    <a:pt x="1948" y="626"/>
                  </a:lnTo>
                  <a:lnTo>
                    <a:pt x="2405" y="251"/>
                  </a:lnTo>
                  <a:lnTo>
                    <a:pt x="2845" y="141"/>
                  </a:lnTo>
                  <a:lnTo>
                    <a:pt x="3309" y="402"/>
                  </a:lnTo>
                  <a:lnTo>
                    <a:pt x="3957" y="2859"/>
                  </a:lnTo>
                  <a:lnTo>
                    <a:pt x="3388" y="3165"/>
                  </a:lnTo>
                  <a:lnTo>
                    <a:pt x="2937" y="3165"/>
                  </a:lnTo>
                  <a:lnTo>
                    <a:pt x="2604" y="2722"/>
                  </a:lnTo>
                  <a:lnTo>
                    <a:pt x="1421" y="2607"/>
                  </a:lnTo>
                  <a:lnTo>
                    <a:pt x="639" y="1892"/>
                  </a:lnTo>
                  <a:lnTo>
                    <a:pt x="210" y="1282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2057324" y="2960153"/>
              <a:ext cx="2694" cy="4995"/>
            </a:xfrm>
            <a:custGeom>
              <a:avLst/>
              <a:pathLst>
                <a:path w="2694" h="4995">
                  <a:moveTo>
                    <a:pt x="2678" y="4220"/>
                  </a:moveTo>
                  <a:lnTo>
                    <a:pt x="2694" y="4995"/>
                  </a:lnTo>
                  <a:lnTo>
                    <a:pt x="1013" y="2825"/>
                  </a:lnTo>
                  <a:lnTo>
                    <a:pt x="291" y="564"/>
                  </a:lnTo>
                  <a:lnTo>
                    <a:pt x="0" y="44"/>
                  </a:lnTo>
                  <a:lnTo>
                    <a:pt x="471" y="0"/>
                  </a:lnTo>
                  <a:lnTo>
                    <a:pt x="2364" y="37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2006765" y="2948815"/>
              <a:ext cx="103350" cy="98544"/>
            </a:xfrm>
            <a:custGeom>
              <a:avLst/>
              <a:pathLst>
                <a:path w="103350" h="98544">
                  <a:moveTo>
                    <a:pt x="29319" y="809"/>
                  </a:moveTo>
                  <a:lnTo>
                    <a:pt x="31838" y="2184"/>
                  </a:lnTo>
                  <a:lnTo>
                    <a:pt x="33874" y="1794"/>
                  </a:lnTo>
                  <a:lnTo>
                    <a:pt x="34848" y="992"/>
                  </a:lnTo>
                  <a:lnTo>
                    <a:pt x="34758" y="1826"/>
                  </a:lnTo>
                  <a:lnTo>
                    <a:pt x="35653" y="3863"/>
                  </a:lnTo>
                  <a:lnTo>
                    <a:pt x="35979" y="4003"/>
                  </a:lnTo>
                  <a:lnTo>
                    <a:pt x="37296" y="2972"/>
                  </a:lnTo>
                  <a:lnTo>
                    <a:pt x="40733" y="2581"/>
                  </a:lnTo>
                  <a:lnTo>
                    <a:pt x="41086" y="3152"/>
                  </a:lnTo>
                  <a:lnTo>
                    <a:pt x="41691" y="5136"/>
                  </a:lnTo>
                  <a:lnTo>
                    <a:pt x="42569" y="6365"/>
                  </a:lnTo>
                  <a:lnTo>
                    <a:pt x="43476" y="7299"/>
                  </a:lnTo>
                  <a:lnTo>
                    <a:pt x="44425" y="7548"/>
                  </a:lnTo>
                  <a:lnTo>
                    <a:pt x="45372" y="7123"/>
                  </a:lnTo>
                  <a:lnTo>
                    <a:pt x="46260" y="7331"/>
                  </a:lnTo>
                  <a:lnTo>
                    <a:pt x="47369" y="9264"/>
                  </a:lnTo>
                  <a:lnTo>
                    <a:pt x="47719" y="9493"/>
                  </a:lnTo>
                  <a:lnTo>
                    <a:pt x="48711" y="8965"/>
                  </a:lnTo>
                  <a:lnTo>
                    <a:pt x="48419" y="10733"/>
                  </a:lnTo>
                  <a:lnTo>
                    <a:pt x="50092" y="13219"/>
                  </a:lnTo>
                  <a:lnTo>
                    <a:pt x="51317" y="18103"/>
                  </a:lnTo>
                  <a:lnTo>
                    <a:pt x="52209" y="20110"/>
                  </a:lnTo>
                  <a:lnTo>
                    <a:pt x="53153" y="21910"/>
                  </a:lnTo>
                  <a:lnTo>
                    <a:pt x="53947" y="23131"/>
                  </a:lnTo>
                  <a:lnTo>
                    <a:pt x="54838" y="23714"/>
                  </a:lnTo>
                  <a:lnTo>
                    <a:pt x="57540" y="23474"/>
                  </a:lnTo>
                  <a:lnTo>
                    <a:pt x="58179" y="23624"/>
                  </a:lnTo>
                  <a:lnTo>
                    <a:pt x="58751" y="24321"/>
                  </a:lnTo>
                  <a:lnTo>
                    <a:pt x="59296" y="24595"/>
                  </a:lnTo>
                  <a:lnTo>
                    <a:pt x="59611" y="24336"/>
                  </a:lnTo>
                  <a:lnTo>
                    <a:pt x="64835" y="31942"/>
                  </a:lnTo>
                  <a:lnTo>
                    <a:pt x="66494" y="36004"/>
                  </a:lnTo>
                  <a:lnTo>
                    <a:pt x="67508" y="38113"/>
                  </a:lnTo>
                  <a:lnTo>
                    <a:pt x="69702" y="41163"/>
                  </a:lnTo>
                  <a:lnTo>
                    <a:pt x="70584" y="41836"/>
                  </a:lnTo>
                  <a:lnTo>
                    <a:pt x="71045" y="41430"/>
                  </a:lnTo>
                  <a:lnTo>
                    <a:pt x="70955" y="40759"/>
                  </a:lnTo>
                  <a:lnTo>
                    <a:pt x="70313" y="39067"/>
                  </a:lnTo>
                  <a:lnTo>
                    <a:pt x="70218" y="38448"/>
                  </a:lnTo>
                  <a:lnTo>
                    <a:pt x="71044" y="38969"/>
                  </a:lnTo>
                  <a:lnTo>
                    <a:pt x="72535" y="42407"/>
                  </a:lnTo>
                  <a:lnTo>
                    <a:pt x="72945" y="43678"/>
                  </a:lnTo>
                  <a:lnTo>
                    <a:pt x="73690" y="44855"/>
                  </a:lnTo>
                  <a:lnTo>
                    <a:pt x="74439" y="45707"/>
                  </a:lnTo>
                  <a:lnTo>
                    <a:pt x="74082" y="47064"/>
                  </a:lnTo>
                  <a:lnTo>
                    <a:pt x="73474" y="47180"/>
                  </a:lnTo>
                  <a:lnTo>
                    <a:pt x="72304" y="46621"/>
                  </a:lnTo>
                  <a:lnTo>
                    <a:pt x="73233" y="48830"/>
                  </a:lnTo>
                  <a:lnTo>
                    <a:pt x="73393" y="50438"/>
                  </a:lnTo>
                  <a:lnTo>
                    <a:pt x="73826" y="50575"/>
                  </a:lnTo>
                  <a:lnTo>
                    <a:pt x="74469" y="48809"/>
                  </a:lnTo>
                  <a:lnTo>
                    <a:pt x="74876" y="47320"/>
                  </a:lnTo>
                  <a:lnTo>
                    <a:pt x="76516" y="51162"/>
                  </a:lnTo>
                  <a:lnTo>
                    <a:pt x="77398" y="52919"/>
                  </a:lnTo>
                  <a:lnTo>
                    <a:pt x="77172" y="53945"/>
                  </a:lnTo>
                  <a:lnTo>
                    <a:pt x="77099" y="54961"/>
                  </a:lnTo>
                  <a:lnTo>
                    <a:pt x="78084" y="54016"/>
                  </a:lnTo>
                  <a:lnTo>
                    <a:pt x="78458" y="54120"/>
                  </a:lnTo>
                  <a:lnTo>
                    <a:pt x="78819" y="54665"/>
                  </a:lnTo>
                  <a:lnTo>
                    <a:pt x="79214" y="56317"/>
                  </a:lnTo>
                  <a:lnTo>
                    <a:pt x="80134" y="56684"/>
                  </a:lnTo>
                  <a:lnTo>
                    <a:pt x="81062" y="56639"/>
                  </a:lnTo>
                  <a:lnTo>
                    <a:pt x="82946" y="58005"/>
                  </a:lnTo>
                  <a:lnTo>
                    <a:pt x="84730" y="60781"/>
                  </a:lnTo>
                  <a:lnTo>
                    <a:pt x="86409" y="61348"/>
                  </a:lnTo>
                  <a:lnTo>
                    <a:pt x="88102" y="61444"/>
                  </a:lnTo>
                  <a:lnTo>
                    <a:pt x="88959" y="62912"/>
                  </a:lnTo>
                  <a:lnTo>
                    <a:pt x="89324" y="64882"/>
                  </a:lnTo>
                  <a:lnTo>
                    <a:pt x="88913" y="66277"/>
                  </a:lnTo>
                  <a:lnTo>
                    <a:pt x="88679" y="67734"/>
                  </a:lnTo>
                  <a:lnTo>
                    <a:pt x="89310" y="69522"/>
                  </a:lnTo>
                  <a:lnTo>
                    <a:pt x="87935" y="70281"/>
                  </a:lnTo>
                  <a:lnTo>
                    <a:pt x="87742" y="71357"/>
                  </a:lnTo>
                  <a:lnTo>
                    <a:pt x="87813" y="72520"/>
                  </a:lnTo>
                  <a:lnTo>
                    <a:pt x="88086" y="73159"/>
                  </a:lnTo>
                  <a:lnTo>
                    <a:pt x="88872" y="72600"/>
                  </a:lnTo>
                  <a:lnTo>
                    <a:pt x="90008" y="73097"/>
                  </a:lnTo>
                  <a:lnTo>
                    <a:pt x="91801" y="73542"/>
                  </a:lnTo>
                  <a:lnTo>
                    <a:pt x="93001" y="73180"/>
                  </a:lnTo>
                  <a:lnTo>
                    <a:pt x="95439" y="74397"/>
                  </a:lnTo>
                  <a:lnTo>
                    <a:pt x="96181" y="75048"/>
                  </a:lnTo>
                  <a:lnTo>
                    <a:pt x="97628" y="77336"/>
                  </a:lnTo>
                  <a:lnTo>
                    <a:pt x="98297" y="78846"/>
                  </a:lnTo>
                  <a:lnTo>
                    <a:pt x="99732" y="82910"/>
                  </a:lnTo>
                  <a:lnTo>
                    <a:pt x="100970" y="84509"/>
                  </a:lnTo>
                  <a:lnTo>
                    <a:pt x="102043" y="84895"/>
                  </a:lnTo>
                  <a:lnTo>
                    <a:pt x="102417" y="84628"/>
                  </a:lnTo>
                  <a:lnTo>
                    <a:pt x="102757" y="85070"/>
                  </a:lnTo>
                  <a:lnTo>
                    <a:pt x="103055" y="85640"/>
                  </a:lnTo>
                  <a:lnTo>
                    <a:pt x="103350" y="87420"/>
                  </a:lnTo>
                  <a:lnTo>
                    <a:pt x="103188" y="89293"/>
                  </a:lnTo>
                  <a:lnTo>
                    <a:pt x="102575" y="90812"/>
                  </a:lnTo>
                  <a:lnTo>
                    <a:pt x="102235" y="91919"/>
                  </a:lnTo>
                  <a:lnTo>
                    <a:pt x="100703" y="92047"/>
                  </a:lnTo>
                  <a:lnTo>
                    <a:pt x="98563" y="92555"/>
                  </a:lnTo>
                  <a:lnTo>
                    <a:pt x="96493" y="94206"/>
                  </a:lnTo>
                  <a:lnTo>
                    <a:pt x="95483" y="95517"/>
                  </a:lnTo>
                  <a:lnTo>
                    <a:pt x="95021" y="96385"/>
                  </a:lnTo>
                  <a:lnTo>
                    <a:pt x="93933" y="97187"/>
                  </a:lnTo>
                  <a:lnTo>
                    <a:pt x="93859" y="96500"/>
                  </a:lnTo>
                  <a:lnTo>
                    <a:pt x="93879" y="95636"/>
                  </a:lnTo>
                  <a:lnTo>
                    <a:pt x="93594" y="94027"/>
                  </a:lnTo>
                  <a:lnTo>
                    <a:pt x="93347" y="95474"/>
                  </a:lnTo>
                  <a:lnTo>
                    <a:pt x="92942" y="96530"/>
                  </a:lnTo>
                  <a:lnTo>
                    <a:pt x="92259" y="97432"/>
                  </a:lnTo>
                  <a:lnTo>
                    <a:pt x="89745" y="97491"/>
                  </a:lnTo>
                  <a:lnTo>
                    <a:pt x="88733" y="96276"/>
                  </a:lnTo>
                  <a:lnTo>
                    <a:pt x="87696" y="95444"/>
                  </a:lnTo>
                  <a:lnTo>
                    <a:pt x="83915" y="94577"/>
                  </a:lnTo>
                  <a:lnTo>
                    <a:pt x="83008" y="94653"/>
                  </a:lnTo>
                  <a:lnTo>
                    <a:pt x="80481" y="95553"/>
                  </a:lnTo>
                  <a:lnTo>
                    <a:pt x="77942" y="96041"/>
                  </a:lnTo>
                  <a:lnTo>
                    <a:pt x="76880" y="96598"/>
                  </a:lnTo>
                  <a:lnTo>
                    <a:pt x="75830" y="97441"/>
                  </a:lnTo>
                  <a:lnTo>
                    <a:pt x="73787" y="97413"/>
                  </a:lnTo>
                  <a:lnTo>
                    <a:pt x="71372" y="98370"/>
                  </a:lnTo>
                  <a:lnTo>
                    <a:pt x="68950" y="98544"/>
                  </a:lnTo>
                  <a:lnTo>
                    <a:pt x="70501" y="91847"/>
                  </a:lnTo>
                  <a:lnTo>
                    <a:pt x="73773" y="85397"/>
                  </a:lnTo>
                  <a:lnTo>
                    <a:pt x="74388" y="84012"/>
                  </a:lnTo>
                  <a:lnTo>
                    <a:pt x="74827" y="82232"/>
                  </a:lnTo>
                  <a:lnTo>
                    <a:pt x="74930" y="80890"/>
                  </a:lnTo>
                  <a:lnTo>
                    <a:pt x="74787" y="79746"/>
                  </a:lnTo>
                  <a:lnTo>
                    <a:pt x="74008" y="77727"/>
                  </a:lnTo>
                  <a:lnTo>
                    <a:pt x="73849" y="76224"/>
                  </a:lnTo>
                  <a:lnTo>
                    <a:pt x="73617" y="75251"/>
                  </a:lnTo>
                  <a:lnTo>
                    <a:pt x="72483" y="74406"/>
                  </a:lnTo>
                  <a:lnTo>
                    <a:pt x="71335" y="73900"/>
                  </a:lnTo>
                  <a:lnTo>
                    <a:pt x="70126" y="73882"/>
                  </a:lnTo>
                  <a:lnTo>
                    <a:pt x="67587" y="73187"/>
                  </a:lnTo>
                  <a:lnTo>
                    <a:pt x="66237" y="73135"/>
                  </a:lnTo>
                  <a:lnTo>
                    <a:pt x="65092" y="71761"/>
                  </a:lnTo>
                  <a:lnTo>
                    <a:pt x="63193" y="66867"/>
                  </a:lnTo>
                  <a:lnTo>
                    <a:pt x="62304" y="65497"/>
                  </a:lnTo>
                  <a:lnTo>
                    <a:pt x="61848" y="64400"/>
                  </a:lnTo>
                  <a:lnTo>
                    <a:pt x="61493" y="63137"/>
                  </a:lnTo>
                  <a:lnTo>
                    <a:pt x="61046" y="55954"/>
                  </a:lnTo>
                  <a:lnTo>
                    <a:pt x="60668" y="52497"/>
                  </a:lnTo>
                  <a:lnTo>
                    <a:pt x="60092" y="49491"/>
                  </a:lnTo>
                  <a:lnTo>
                    <a:pt x="59215" y="47210"/>
                  </a:lnTo>
                  <a:lnTo>
                    <a:pt x="58299" y="46435"/>
                  </a:lnTo>
                  <a:lnTo>
                    <a:pt x="54778" y="48389"/>
                  </a:lnTo>
                  <a:lnTo>
                    <a:pt x="53959" y="48099"/>
                  </a:lnTo>
                  <a:lnTo>
                    <a:pt x="53161" y="47434"/>
                  </a:lnTo>
                  <a:lnTo>
                    <a:pt x="47846" y="42782"/>
                  </a:lnTo>
                  <a:lnTo>
                    <a:pt x="45654" y="40221"/>
                  </a:lnTo>
                  <a:lnTo>
                    <a:pt x="44759" y="38953"/>
                  </a:lnTo>
                  <a:lnTo>
                    <a:pt x="43997" y="37144"/>
                  </a:lnTo>
                  <a:lnTo>
                    <a:pt x="43206" y="34179"/>
                  </a:lnTo>
                  <a:lnTo>
                    <a:pt x="42317" y="31528"/>
                  </a:lnTo>
                  <a:lnTo>
                    <a:pt x="42323" y="32600"/>
                  </a:lnTo>
                  <a:lnTo>
                    <a:pt x="42186" y="33298"/>
                  </a:lnTo>
                  <a:lnTo>
                    <a:pt x="37736" y="33613"/>
                  </a:lnTo>
                  <a:lnTo>
                    <a:pt x="37027" y="33001"/>
                  </a:lnTo>
                  <a:lnTo>
                    <a:pt x="36571" y="32281"/>
                  </a:lnTo>
                  <a:lnTo>
                    <a:pt x="36248" y="31209"/>
                  </a:lnTo>
                  <a:lnTo>
                    <a:pt x="36010" y="29061"/>
                  </a:lnTo>
                  <a:lnTo>
                    <a:pt x="35586" y="27257"/>
                  </a:lnTo>
                  <a:lnTo>
                    <a:pt x="35451" y="29179"/>
                  </a:lnTo>
                  <a:lnTo>
                    <a:pt x="35232" y="30952"/>
                  </a:lnTo>
                  <a:lnTo>
                    <a:pt x="34636" y="31942"/>
                  </a:lnTo>
                  <a:lnTo>
                    <a:pt x="33954" y="32099"/>
                  </a:lnTo>
                  <a:lnTo>
                    <a:pt x="33129" y="29745"/>
                  </a:lnTo>
                  <a:lnTo>
                    <a:pt x="29523" y="29260"/>
                  </a:lnTo>
                  <a:lnTo>
                    <a:pt x="29204" y="28862"/>
                  </a:lnTo>
                  <a:lnTo>
                    <a:pt x="28019" y="26581"/>
                  </a:lnTo>
                  <a:lnTo>
                    <a:pt x="27009" y="23720"/>
                  </a:lnTo>
                  <a:lnTo>
                    <a:pt x="28015" y="22711"/>
                  </a:lnTo>
                  <a:lnTo>
                    <a:pt x="30091" y="21384"/>
                  </a:lnTo>
                  <a:lnTo>
                    <a:pt x="30541" y="20499"/>
                  </a:lnTo>
                  <a:lnTo>
                    <a:pt x="30801" y="19372"/>
                  </a:lnTo>
                  <a:lnTo>
                    <a:pt x="30614" y="17686"/>
                  </a:lnTo>
                  <a:lnTo>
                    <a:pt x="30201" y="16474"/>
                  </a:lnTo>
                  <a:lnTo>
                    <a:pt x="29776" y="15761"/>
                  </a:lnTo>
                  <a:lnTo>
                    <a:pt x="29306" y="15305"/>
                  </a:lnTo>
                  <a:lnTo>
                    <a:pt x="28685" y="15112"/>
                  </a:lnTo>
                  <a:lnTo>
                    <a:pt x="20661" y="14809"/>
                  </a:lnTo>
                  <a:lnTo>
                    <a:pt x="20196" y="15722"/>
                  </a:lnTo>
                  <a:lnTo>
                    <a:pt x="19477" y="17590"/>
                  </a:lnTo>
                  <a:lnTo>
                    <a:pt x="18052" y="19987"/>
                  </a:lnTo>
                  <a:lnTo>
                    <a:pt x="17113" y="22473"/>
                  </a:lnTo>
                  <a:lnTo>
                    <a:pt x="16760" y="23756"/>
                  </a:lnTo>
                  <a:lnTo>
                    <a:pt x="16322" y="24673"/>
                  </a:lnTo>
                  <a:lnTo>
                    <a:pt x="15334" y="26216"/>
                  </a:lnTo>
                  <a:lnTo>
                    <a:pt x="14493" y="28586"/>
                  </a:lnTo>
                  <a:lnTo>
                    <a:pt x="13471" y="29647"/>
                  </a:lnTo>
                  <a:lnTo>
                    <a:pt x="12912" y="29002"/>
                  </a:lnTo>
                  <a:lnTo>
                    <a:pt x="12360" y="29007"/>
                  </a:lnTo>
                  <a:lnTo>
                    <a:pt x="11960" y="29592"/>
                  </a:lnTo>
                  <a:lnTo>
                    <a:pt x="11542" y="29859"/>
                  </a:lnTo>
                  <a:lnTo>
                    <a:pt x="9483" y="30149"/>
                  </a:lnTo>
                  <a:lnTo>
                    <a:pt x="9176" y="30753"/>
                  </a:lnTo>
                  <a:lnTo>
                    <a:pt x="8881" y="32454"/>
                  </a:lnTo>
                  <a:lnTo>
                    <a:pt x="8548" y="35763"/>
                  </a:lnTo>
                  <a:lnTo>
                    <a:pt x="8231" y="36856"/>
                  </a:lnTo>
                  <a:lnTo>
                    <a:pt x="7199" y="37273"/>
                  </a:lnTo>
                  <a:lnTo>
                    <a:pt x="6215" y="38180"/>
                  </a:lnTo>
                  <a:lnTo>
                    <a:pt x="4214" y="41332"/>
                  </a:lnTo>
                  <a:lnTo>
                    <a:pt x="3697" y="41790"/>
                  </a:lnTo>
                  <a:lnTo>
                    <a:pt x="3809" y="39481"/>
                  </a:lnTo>
                  <a:lnTo>
                    <a:pt x="3709" y="37236"/>
                  </a:lnTo>
                  <a:lnTo>
                    <a:pt x="3145" y="37155"/>
                  </a:lnTo>
                  <a:lnTo>
                    <a:pt x="2502" y="37529"/>
                  </a:lnTo>
                  <a:lnTo>
                    <a:pt x="1966" y="38158"/>
                  </a:lnTo>
                  <a:lnTo>
                    <a:pt x="974" y="39836"/>
                  </a:lnTo>
                  <a:lnTo>
                    <a:pt x="470" y="40260"/>
                  </a:lnTo>
                  <a:lnTo>
                    <a:pt x="0" y="39402"/>
                  </a:lnTo>
                  <a:lnTo>
                    <a:pt x="95" y="38304"/>
                  </a:lnTo>
                  <a:lnTo>
                    <a:pt x="3407" y="34255"/>
                  </a:lnTo>
                  <a:lnTo>
                    <a:pt x="3777" y="33946"/>
                  </a:lnTo>
                  <a:lnTo>
                    <a:pt x="4366" y="34251"/>
                  </a:lnTo>
                  <a:lnTo>
                    <a:pt x="4942" y="34114"/>
                  </a:lnTo>
                  <a:lnTo>
                    <a:pt x="5391" y="32980"/>
                  </a:lnTo>
                  <a:lnTo>
                    <a:pt x="4847" y="27624"/>
                  </a:lnTo>
                  <a:lnTo>
                    <a:pt x="5056" y="23979"/>
                  </a:lnTo>
                  <a:lnTo>
                    <a:pt x="5824" y="21163"/>
                  </a:lnTo>
                  <a:lnTo>
                    <a:pt x="7358" y="16898"/>
                  </a:lnTo>
                  <a:lnTo>
                    <a:pt x="8097" y="15495"/>
                  </a:lnTo>
                  <a:lnTo>
                    <a:pt x="15664" y="6585"/>
                  </a:lnTo>
                  <a:lnTo>
                    <a:pt x="16438" y="6129"/>
                  </a:lnTo>
                  <a:lnTo>
                    <a:pt x="21355" y="4340"/>
                  </a:lnTo>
                  <a:lnTo>
                    <a:pt x="22105" y="3719"/>
                  </a:lnTo>
                  <a:lnTo>
                    <a:pt x="24386" y="1077"/>
                  </a:lnTo>
                  <a:lnTo>
                    <a:pt x="2678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2157972" y="3268245"/>
              <a:ext cx="3920" cy="9893"/>
            </a:xfrm>
            <a:custGeom>
              <a:avLst/>
              <a:pathLst>
                <a:path w="3920" h="9893">
                  <a:moveTo>
                    <a:pt x="3920" y="9470"/>
                  </a:moveTo>
                  <a:lnTo>
                    <a:pt x="3418" y="9893"/>
                  </a:lnTo>
                  <a:lnTo>
                    <a:pt x="1574" y="7045"/>
                  </a:lnTo>
                  <a:lnTo>
                    <a:pt x="48" y="2418"/>
                  </a:lnTo>
                  <a:lnTo>
                    <a:pt x="0" y="0"/>
                  </a:lnTo>
                  <a:lnTo>
                    <a:pt x="388" y="207"/>
                  </a:lnTo>
                  <a:lnTo>
                    <a:pt x="789" y="1129"/>
                  </a:lnTo>
                  <a:lnTo>
                    <a:pt x="1401" y="4400"/>
                  </a:lnTo>
                  <a:lnTo>
                    <a:pt x="3186" y="655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2040106" y="3061264"/>
              <a:ext cx="2999" cy="3340"/>
            </a:xfrm>
            <a:custGeom>
              <a:avLst/>
              <a:pathLst>
                <a:path w="2999" h="3340">
                  <a:moveTo>
                    <a:pt x="476" y="1064"/>
                  </a:moveTo>
                  <a:lnTo>
                    <a:pt x="786" y="1637"/>
                  </a:lnTo>
                  <a:lnTo>
                    <a:pt x="1178" y="1286"/>
                  </a:lnTo>
                  <a:lnTo>
                    <a:pt x="1290" y="660"/>
                  </a:lnTo>
                  <a:lnTo>
                    <a:pt x="2774" y="1126"/>
                  </a:lnTo>
                  <a:lnTo>
                    <a:pt x="2999" y="2356"/>
                  </a:lnTo>
                  <a:lnTo>
                    <a:pt x="1869" y="2387"/>
                  </a:lnTo>
                  <a:lnTo>
                    <a:pt x="1363" y="3177"/>
                  </a:lnTo>
                  <a:lnTo>
                    <a:pt x="1109" y="3340"/>
                  </a:lnTo>
                  <a:lnTo>
                    <a:pt x="137" y="3146"/>
                  </a:lnTo>
                  <a:lnTo>
                    <a:pt x="0" y="30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2052539" y="3051384"/>
              <a:ext cx="1411" cy="1577"/>
            </a:xfrm>
            <a:custGeom>
              <a:avLst/>
              <a:pathLst>
                <a:path w="1411" h="1577">
                  <a:moveTo>
                    <a:pt x="1411" y="327"/>
                  </a:moveTo>
                  <a:lnTo>
                    <a:pt x="1318" y="494"/>
                  </a:lnTo>
                  <a:lnTo>
                    <a:pt x="1010" y="367"/>
                  </a:lnTo>
                  <a:lnTo>
                    <a:pt x="304" y="1577"/>
                  </a:lnTo>
                  <a:lnTo>
                    <a:pt x="0" y="1504"/>
                  </a:lnTo>
                  <a:lnTo>
                    <a:pt x="93" y="1082"/>
                  </a:lnTo>
                  <a:lnTo>
                    <a:pt x="239" y="685"/>
                  </a:lnTo>
                  <a:lnTo>
                    <a:pt x="406" y="389"/>
                  </a:lnTo>
                  <a:lnTo>
                    <a:pt x="560" y="275"/>
                  </a:lnTo>
                  <a:lnTo>
                    <a:pt x="1054" y="30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2054651" y="3050012"/>
              <a:ext cx="1575" cy="2040"/>
            </a:xfrm>
            <a:custGeom>
              <a:avLst/>
              <a:pathLst>
                <a:path w="1575" h="2040">
                  <a:moveTo>
                    <a:pt x="796" y="1589"/>
                  </a:moveTo>
                  <a:lnTo>
                    <a:pt x="347" y="2040"/>
                  </a:lnTo>
                  <a:lnTo>
                    <a:pt x="0" y="1866"/>
                  </a:lnTo>
                  <a:lnTo>
                    <a:pt x="788" y="639"/>
                  </a:lnTo>
                  <a:lnTo>
                    <a:pt x="990" y="225"/>
                  </a:lnTo>
                  <a:lnTo>
                    <a:pt x="1163" y="2"/>
                  </a:lnTo>
                  <a:lnTo>
                    <a:pt x="1344" y="0"/>
                  </a:lnTo>
                  <a:lnTo>
                    <a:pt x="1575" y="253"/>
                  </a:lnTo>
                  <a:lnTo>
                    <a:pt x="1575" y="43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3137331" y="2580290"/>
              <a:ext cx="17721" cy="19553"/>
            </a:xfrm>
            <a:custGeom>
              <a:avLst/>
              <a:pathLst>
                <a:path w="17721" h="19553">
                  <a:moveTo>
                    <a:pt x="12418" y="17635"/>
                  </a:moveTo>
                  <a:lnTo>
                    <a:pt x="12046" y="17885"/>
                  </a:lnTo>
                  <a:lnTo>
                    <a:pt x="11446" y="17038"/>
                  </a:lnTo>
                  <a:lnTo>
                    <a:pt x="11091" y="16797"/>
                  </a:lnTo>
                  <a:lnTo>
                    <a:pt x="10760" y="17577"/>
                  </a:lnTo>
                  <a:lnTo>
                    <a:pt x="10378" y="18139"/>
                  </a:lnTo>
                  <a:lnTo>
                    <a:pt x="10038" y="18388"/>
                  </a:lnTo>
                  <a:lnTo>
                    <a:pt x="9739" y="18460"/>
                  </a:lnTo>
                  <a:lnTo>
                    <a:pt x="9255" y="19035"/>
                  </a:lnTo>
                  <a:lnTo>
                    <a:pt x="8669" y="18890"/>
                  </a:lnTo>
                  <a:lnTo>
                    <a:pt x="7815" y="18420"/>
                  </a:lnTo>
                  <a:lnTo>
                    <a:pt x="7336" y="19553"/>
                  </a:lnTo>
                  <a:lnTo>
                    <a:pt x="7221" y="19417"/>
                  </a:lnTo>
                  <a:lnTo>
                    <a:pt x="7145" y="16566"/>
                  </a:lnTo>
                  <a:lnTo>
                    <a:pt x="6840" y="15399"/>
                  </a:lnTo>
                  <a:lnTo>
                    <a:pt x="6451" y="14755"/>
                  </a:lnTo>
                  <a:lnTo>
                    <a:pt x="5892" y="15024"/>
                  </a:lnTo>
                  <a:lnTo>
                    <a:pt x="5149" y="14926"/>
                  </a:lnTo>
                  <a:lnTo>
                    <a:pt x="4598" y="14446"/>
                  </a:lnTo>
                  <a:lnTo>
                    <a:pt x="3507" y="15243"/>
                  </a:lnTo>
                  <a:lnTo>
                    <a:pt x="2626" y="16123"/>
                  </a:lnTo>
                  <a:lnTo>
                    <a:pt x="1988" y="16967"/>
                  </a:lnTo>
                  <a:lnTo>
                    <a:pt x="1506" y="16921"/>
                  </a:lnTo>
                  <a:lnTo>
                    <a:pt x="686" y="16142"/>
                  </a:lnTo>
                  <a:lnTo>
                    <a:pt x="72" y="15268"/>
                  </a:lnTo>
                  <a:lnTo>
                    <a:pt x="0" y="14509"/>
                  </a:lnTo>
                  <a:lnTo>
                    <a:pt x="573" y="14848"/>
                  </a:lnTo>
                  <a:lnTo>
                    <a:pt x="1607" y="14227"/>
                  </a:lnTo>
                  <a:lnTo>
                    <a:pt x="2054" y="11346"/>
                  </a:lnTo>
                  <a:lnTo>
                    <a:pt x="2200" y="8026"/>
                  </a:lnTo>
                  <a:lnTo>
                    <a:pt x="3948" y="8978"/>
                  </a:lnTo>
                  <a:lnTo>
                    <a:pt x="5721" y="9472"/>
                  </a:lnTo>
                  <a:lnTo>
                    <a:pt x="7172" y="9638"/>
                  </a:lnTo>
                  <a:lnTo>
                    <a:pt x="8603" y="9098"/>
                  </a:lnTo>
                  <a:lnTo>
                    <a:pt x="12985" y="5557"/>
                  </a:lnTo>
                  <a:lnTo>
                    <a:pt x="14226" y="3438"/>
                  </a:lnTo>
                  <a:lnTo>
                    <a:pt x="14994" y="2721"/>
                  </a:lnTo>
                  <a:lnTo>
                    <a:pt x="16328" y="968"/>
                  </a:lnTo>
                  <a:lnTo>
                    <a:pt x="17721" y="0"/>
                  </a:lnTo>
                  <a:lnTo>
                    <a:pt x="16828" y="2025"/>
                  </a:lnTo>
                  <a:lnTo>
                    <a:pt x="11818" y="10933"/>
                  </a:lnTo>
                  <a:lnTo>
                    <a:pt x="11490" y="13582"/>
                  </a:lnTo>
                  <a:lnTo>
                    <a:pt x="11714" y="1541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3133373" y="2594456"/>
              <a:ext cx="16816" cy="18116"/>
            </a:xfrm>
            <a:custGeom>
              <a:avLst/>
              <a:pathLst>
                <a:path w="16816" h="18116">
                  <a:moveTo>
                    <a:pt x="3958" y="343"/>
                  </a:moveTo>
                  <a:lnTo>
                    <a:pt x="4030" y="1102"/>
                  </a:lnTo>
                  <a:lnTo>
                    <a:pt x="4644" y="1976"/>
                  </a:lnTo>
                  <a:lnTo>
                    <a:pt x="5464" y="2755"/>
                  </a:lnTo>
                  <a:lnTo>
                    <a:pt x="5946" y="2802"/>
                  </a:lnTo>
                  <a:lnTo>
                    <a:pt x="6585" y="1957"/>
                  </a:lnTo>
                  <a:lnTo>
                    <a:pt x="7465" y="1077"/>
                  </a:lnTo>
                  <a:lnTo>
                    <a:pt x="8556" y="281"/>
                  </a:lnTo>
                  <a:lnTo>
                    <a:pt x="9107" y="760"/>
                  </a:lnTo>
                  <a:lnTo>
                    <a:pt x="9850" y="858"/>
                  </a:lnTo>
                  <a:lnTo>
                    <a:pt x="10409" y="590"/>
                  </a:lnTo>
                  <a:lnTo>
                    <a:pt x="10798" y="1233"/>
                  </a:lnTo>
                  <a:lnTo>
                    <a:pt x="11103" y="2400"/>
                  </a:lnTo>
                  <a:lnTo>
                    <a:pt x="11179" y="5251"/>
                  </a:lnTo>
                  <a:lnTo>
                    <a:pt x="11294" y="5387"/>
                  </a:lnTo>
                  <a:lnTo>
                    <a:pt x="11773" y="4254"/>
                  </a:lnTo>
                  <a:lnTo>
                    <a:pt x="12627" y="4725"/>
                  </a:lnTo>
                  <a:lnTo>
                    <a:pt x="13213" y="4869"/>
                  </a:lnTo>
                  <a:lnTo>
                    <a:pt x="13697" y="4295"/>
                  </a:lnTo>
                  <a:lnTo>
                    <a:pt x="13997" y="4223"/>
                  </a:lnTo>
                  <a:lnTo>
                    <a:pt x="14336" y="3973"/>
                  </a:lnTo>
                  <a:lnTo>
                    <a:pt x="14719" y="3412"/>
                  </a:lnTo>
                  <a:lnTo>
                    <a:pt x="15049" y="2631"/>
                  </a:lnTo>
                  <a:lnTo>
                    <a:pt x="15404" y="2872"/>
                  </a:lnTo>
                  <a:lnTo>
                    <a:pt x="16004" y="3719"/>
                  </a:lnTo>
                  <a:lnTo>
                    <a:pt x="16377" y="3469"/>
                  </a:lnTo>
                  <a:lnTo>
                    <a:pt x="16561" y="4051"/>
                  </a:lnTo>
                  <a:lnTo>
                    <a:pt x="16816" y="5741"/>
                  </a:lnTo>
                  <a:lnTo>
                    <a:pt x="15723" y="6240"/>
                  </a:lnTo>
                  <a:lnTo>
                    <a:pt x="14627" y="6404"/>
                  </a:lnTo>
                  <a:lnTo>
                    <a:pt x="14016" y="6188"/>
                  </a:lnTo>
                  <a:lnTo>
                    <a:pt x="13444" y="6287"/>
                  </a:lnTo>
                  <a:lnTo>
                    <a:pt x="11665" y="11116"/>
                  </a:lnTo>
                  <a:lnTo>
                    <a:pt x="10709" y="12758"/>
                  </a:lnTo>
                  <a:lnTo>
                    <a:pt x="9571" y="13738"/>
                  </a:lnTo>
                  <a:lnTo>
                    <a:pt x="8412" y="14320"/>
                  </a:lnTo>
                  <a:lnTo>
                    <a:pt x="7830" y="14393"/>
                  </a:lnTo>
                  <a:lnTo>
                    <a:pt x="7319" y="15006"/>
                  </a:lnTo>
                  <a:lnTo>
                    <a:pt x="6959" y="16126"/>
                  </a:lnTo>
                  <a:lnTo>
                    <a:pt x="6950" y="17217"/>
                  </a:lnTo>
                  <a:lnTo>
                    <a:pt x="6796" y="18116"/>
                  </a:lnTo>
                  <a:lnTo>
                    <a:pt x="6160" y="17930"/>
                  </a:lnTo>
                  <a:lnTo>
                    <a:pt x="5895" y="16168"/>
                  </a:lnTo>
                  <a:lnTo>
                    <a:pt x="5443" y="15410"/>
                  </a:lnTo>
                  <a:lnTo>
                    <a:pt x="4317" y="15804"/>
                  </a:lnTo>
                  <a:lnTo>
                    <a:pt x="3768" y="15758"/>
                  </a:lnTo>
                  <a:lnTo>
                    <a:pt x="1966" y="14077"/>
                  </a:lnTo>
                  <a:lnTo>
                    <a:pt x="1423" y="13392"/>
                  </a:lnTo>
                  <a:lnTo>
                    <a:pt x="1084" y="11956"/>
                  </a:lnTo>
                  <a:lnTo>
                    <a:pt x="155" y="6776"/>
                  </a:lnTo>
                  <a:lnTo>
                    <a:pt x="0" y="2946"/>
                  </a:lnTo>
                  <a:lnTo>
                    <a:pt x="864" y="3925"/>
                  </a:lnTo>
                  <a:lnTo>
                    <a:pt x="1672" y="2738"/>
                  </a:lnTo>
                  <a:lnTo>
                    <a:pt x="2451" y="795"/>
                  </a:lnTo>
                  <a:lnTo>
                    <a:pt x="3377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2939069" y="2125952"/>
              <a:ext cx="64819" cy="72737"/>
            </a:xfrm>
            <a:custGeom>
              <a:avLst/>
              <a:pathLst>
                <a:path w="64819" h="72737">
                  <a:moveTo>
                    <a:pt x="26145" y="5283"/>
                  </a:moveTo>
                  <a:lnTo>
                    <a:pt x="26976" y="5212"/>
                  </a:lnTo>
                  <a:lnTo>
                    <a:pt x="27813" y="4468"/>
                  </a:lnTo>
                  <a:lnTo>
                    <a:pt x="27881" y="3266"/>
                  </a:lnTo>
                  <a:lnTo>
                    <a:pt x="27828" y="1015"/>
                  </a:lnTo>
                  <a:lnTo>
                    <a:pt x="27918" y="692"/>
                  </a:lnTo>
                  <a:lnTo>
                    <a:pt x="29189" y="1327"/>
                  </a:lnTo>
                  <a:lnTo>
                    <a:pt x="30464" y="2341"/>
                  </a:lnTo>
                  <a:lnTo>
                    <a:pt x="30641" y="4573"/>
                  </a:lnTo>
                  <a:lnTo>
                    <a:pt x="30983" y="5674"/>
                  </a:lnTo>
                  <a:lnTo>
                    <a:pt x="31385" y="6678"/>
                  </a:lnTo>
                  <a:lnTo>
                    <a:pt x="31772" y="7136"/>
                  </a:lnTo>
                  <a:lnTo>
                    <a:pt x="32438" y="7208"/>
                  </a:lnTo>
                  <a:lnTo>
                    <a:pt x="34168" y="8537"/>
                  </a:lnTo>
                  <a:lnTo>
                    <a:pt x="35001" y="8808"/>
                  </a:lnTo>
                  <a:lnTo>
                    <a:pt x="35854" y="9724"/>
                  </a:lnTo>
                  <a:lnTo>
                    <a:pt x="36572" y="10663"/>
                  </a:lnTo>
                  <a:lnTo>
                    <a:pt x="37097" y="10860"/>
                  </a:lnTo>
                  <a:lnTo>
                    <a:pt x="37340" y="11888"/>
                  </a:lnTo>
                  <a:lnTo>
                    <a:pt x="37661" y="12593"/>
                  </a:lnTo>
                  <a:lnTo>
                    <a:pt x="38230" y="12051"/>
                  </a:lnTo>
                  <a:lnTo>
                    <a:pt x="40305" y="11292"/>
                  </a:lnTo>
                  <a:lnTo>
                    <a:pt x="41052" y="12304"/>
                  </a:lnTo>
                  <a:lnTo>
                    <a:pt x="41557" y="13374"/>
                  </a:lnTo>
                  <a:lnTo>
                    <a:pt x="41626" y="13715"/>
                  </a:lnTo>
                  <a:lnTo>
                    <a:pt x="41363" y="14660"/>
                  </a:lnTo>
                  <a:lnTo>
                    <a:pt x="41236" y="15392"/>
                  </a:lnTo>
                  <a:lnTo>
                    <a:pt x="41020" y="15876"/>
                  </a:lnTo>
                  <a:lnTo>
                    <a:pt x="40307" y="16393"/>
                  </a:lnTo>
                  <a:lnTo>
                    <a:pt x="39906" y="17230"/>
                  </a:lnTo>
                  <a:lnTo>
                    <a:pt x="39614" y="18144"/>
                  </a:lnTo>
                  <a:lnTo>
                    <a:pt x="39810" y="19020"/>
                  </a:lnTo>
                  <a:lnTo>
                    <a:pt x="40392" y="19677"/>
                  </a:lnTo>
                  <a:lnTo>
                    <a:pt x="40804" y="19824"/>
                  </a:lnTo>
                  <a:lnTo>
                    <a:pt x="40961" y="20464"/>
                  </a:lnTo>
                  <a:lnTo>
                    <a:pt x="42279" y="23326"/>
                  </a:lnTo>
                  <a:lnTo>
                    <a:pt x="43328" y="27063"/>
                  </a:lnTo>
                  <a:lnTo>
                    <a:pt x="43736" y="27647"/>
                  </a:lnTo>
                  <a:lnTo>
                    <a:pt x="44120" y="27785"/>
                  </a:lnTo>
                  <a:lnTo>
                    <a:pt x="44564" y="27236"/>
                  </a:lnTo>
                  <a:lnTo>
                    <a:pt x="45077" y="26025"/>
                  </a:lnTo>
                  <a:lnTo>
                    <a:pt x="45684" y="25148"/>
                  </a:lnTo>
                  <a:lnTo>
                    <a:pt x="46199" y="24698"/>
                  </a:lnTo>
                  <a:lnTo>
                    <a:pt x="47106" y="23665"/>
                  </a:lnTo>
                  <a:lnTo>
                    <a:pt x="47141" y="22991"/>
                  </a:lnTo>
                  <a:lnTo>
                    <a:pt x="46385" y="20464"/>
                  </a:lnTo>
                  <a:lnTo>
                    <a:pt x="45947" y="18417"/>
                  </a:lnTo>
                  <a:lnTo>
                    <a:pt x="46052" y="18046"/>
                  </a:lnTo>
                  <a:lnTo>
                    <a:pt x="47020" y="18370"/>
                  </a:lnTo>
                  <a:lnTo>
                    <a:pt x="48666" y="19486"/>
                  </a:lnTo>
                  <a:lnTo>
                    <a:pt x="51197" y="23137"/>
                  </a:lnTo>
                  <a:lnTo>
                    <a:pt x="51649" y="23137"/>
                  </a:lnTo>
                  <a:lnTo>
                    <a:pt x="52537" y="22863"/>
                  </a:lnTo>
                  <a:lnTo>
                    <a:pt x="53499" y="22267"/>
                  </a:lnTo>
                  <a:lnTo>
                    <a:pt x="53956" y="21588"/>
                  </a:lnTo>
                  <a:lnTo>
                    <a:pt x="54128" y="21841"/>
                  </a:lnTo>
                  <a:lnTo>
                    <a:pt x="54275" y="23846"/>
                  </a:lnTo>
                  <a:lnTo>
                    <a:pt x="54024" y="24946"/>
                  </a:lnTo>
                  <a:lnTo>
                    <a:pt x="52871" y="26012"/>
                  </a:lnTo>
                  <a:lnTo>
                    <a:pt x="52938" y="26543"/>
                  </a:lnTo>
                  <a:lnTo>
                    <a:pt x="53233" y="27226"/>
                  </a:lnTo>
                  <a:lnTo>
                    <a:pt x="53752" y="27687"/>
                  </a:lnTo>
                  <a:lnTo>
                    <a:pt x="54382" y="28987"/>
                  </a:lnTo>
                  <a:lnTo>
                    <a:pt x="54816" y="30470"/>
                  </a:lnTo>
                  <a:lnTo>
                    <a:pt x="55196" y="31159"/>
                  </a:lnTo>
                  <a:lnTo>
                    <a:pt x="55615" y="31485"/>
                  </a:lnTo>
                  <a:lnTo>
                    <a:pt x="56663" y="30693"/>
                  </a:lnTo>
                  <a:lnTo>
                    <a:pt x="56960" y="30066"/>
                  </a:lnTo>
                  <a:lnTo>
                    <a:pt x="57091" y="29624"/>
                  </a:lnTo>
                  <a:lnTo>
                    <a:pt x="57295" y="29722"/>
                  </a:lnTo>
                  <a:lnTo>
                    <a:pt x="57662" y="30450"/>
                  </a:lnTo>
                  <a:lnTo>
                    <a:pt x="57773" y="30879"/>
                  </a:lnTo>
                  <a:lnTo>
                    <a:pt x="58792" y="31707"/>
                  </a:lnTo>
                  <a:lnTo>
                    <a:pt x="59379" y="32726"/>
                  </a:lnTo>
                  <a:lnTo>
                    <a:pt x="59754" y="33205"/>
                  </a:lnTo>
                  <a:lnTo>
                    <a:pt x="60168" y="32739"/>
                  </a:lnTo>
                  <a:lnTo>
                    <a:pt x="61781" y="33549"/>
                  </a:lnTo>
                  <a:lnTo>
                    <a:pt x="62225" y="34231"/>
                  </a:lnTo>
                  <a:lnTo>
                    <a:pt x="62367" y="35360"/>
                  </a:lnTo>
                  <a:lnTo>
                    <a:pt x="62287" y="36046"/>
                  </a:lnTo>
                  <a:lnTo>
                    <a:pt x="62535" y="37822"/>
                  </a:lnTo>
                  <a:lnTo>
                    <a:pt x="64576" y="42079"/>
                  </a:lnTo>
                  <a:lnTo>
                    <a:pt x="64791" y="44254"/>
                  </a:lnTo>
                  <a:lnTo>
                    <a:pt x="64819" y="45121"/>
                  </a:lnTo>
                  <a:lnTo>
                    <a:pt x="64577" y="45167"/>
                  </a:lnTo>
                  <a:lnTo>
                    <a:pt x="64026" y="45617"/>
                  </a:lnTo>
                  <a:lnTo>
                    <a:pt x="63319" y="45780"/>
                  </a:lnTo>
                  <a:lnTo>
                    <a:pt x="62553" y="45692"/>
                  </a:lnTo>
                  <a:lnTo>
                    <a:pt x="61958" y="46483"/>
                  </a:lnTo>
                  <a:lnTo>
                    <a:pt x="61396" y="47771"/>
                  </a:lnTo>
                  <a:lnTo>
                    <a:pt x="60816" y="48663"/>
                  </a:lnTo>
                  <a:lnTo>
                    <a:pt x="60502" y="49461"/>
                  </a:lnTo>
                  <a:lnTo>
                    <a:pt x="60326" y="50279"/>
                  </a:lnTo>
                  <a:lnTo>
                    <a:pt x="58366" y="52609"/>
                  </a:lnTo>
                  <a:lnTo>
                    <a:pt x="58094" y="53579"/>
                  </a:lnTo>
                  <a:lnTo>
                    <a:pt x="57876" y="54902"/>
                  </a:lnTo>
                  <a:lnTo>
                    <a:pt x="57784" y="56688"/>
                  </a:lnTo>
                  <a:lnTo>
                    <a:pt x="57645" y="58290"/>
                  </a:lnTo>
                  <a:lnTo>
                    <a:pt x="57308" y="59135"/>
                  </a:lnTo>
                  <a:lnTo>
                    <a:pt x="56249" y="59861"/>
                  </a:lnTo>
                  <a:lnTo>
                    <a:pt x="55985" y="60252"/>
                  </a:lnTo>
                  <a:lnTo>
                    <a:pt x="55787" y="61067"/>
                  </a:lnTo>
                  <a:lnTo>
                    <a:pt x="55193" y="62324"/>
                  </a:lnTo>
                  <a:lnTo>
                    <a:pt x="54497" y="63520"/>
                  </a:lnTo>
                  <a:lnTo>
                    <a:pt x="53217" y="64888"/>
                  </a:lnTo>
                  <a:lnTo>
                    <a:pt x="51845" y="65303"/>
                  </a:lnTo>
                  <a:lnTo>
                    <a:pt x="50059" y="64859"/>
                  </a:lnTo>
                  <a:lnTo>
                    <a:pt x="49017" y="64324"/>
                  </a:lnTo>
                  <a:lnTo>
                    <a:pt x="48509" y="64911"/>
                  </a:lnTo>
                  <a:lnTo>
                    <a:pt x="47813" y="66693"/>
                  </a:lnTo>
                  <a:lnTo>
                    <a:pt x="47063" y="69762"/>
                  </a:lnTo>
                  <a:lnTo>
                    <a:pt x="46754" y="72069"/>
                  </a:lnTo>
                  <a:lnTo>
                    <a:pt x="46516" y="71416"/>
                  </a:lnTo>
                  <a:lnTo>
                    <a:pt x="46087" y="68969"/>
                  </a:lnTo>
                  <a:lnTo>
                    <a:pt x="45602" y="68656"/>
                  </a:lnTo>
                  <a:lnTo>
                    <a:pt x="44941" y="68428"/>
                  </a:lnTo>
                  <a:lnTo>
                    <a:pt x="44443" y="68068"/>
                  </a:lnTo>
                  <a:lnTo>
                    <a:pt x="43369" y="66659"/>
                  </a:lnTo>
                  <a:lnTo>
                    <a:pt x="42817" y="66235"/>
                  </a:lnTo>
                  <a:lnTo>
                    <a:pt x="42186" y="66121"/>
                  </a:lnTo>
                  <a:lnTo>
                    <a:pt x="41580" y="66949"/>
                  </a:lnTo>
                  <a:lnTo>
                    <a:pt x="41122" y="67928"/>
                  </a:lnTo>
                  <a:lnTo>
                    <a:pt x="39700" y="67915"/>
                  </a:lnTo>
                  <a:lnTo>
                    <a:pt x="38142" y="67460"/>
                  </a:lnTo>
                  <a:lnTo>
                    <a:pt x="35911" y="64220"/>
                  </a:lnTo>
                  <a:lnTo>
                    <a:pt x="35333" y="64191"/>
                  </a:lnTo>
                  <a:lnTo>
                    <a:pt x="34715" y="64338"/>
                  </a:lnTo>
                  <a:lnTo>
                    <a:pt x="33740" y="63572"/>
                  </a:lnTo>
                  <a:lnTo>
                    <a:pt x="31851" y="61474"/>
                  </a:lnTo>
                  <a:lnTo>
                    <a:pt x="30967" y="60982"/>
                  </a:lnTo>
                  <a:lnTo>
                    <a:pt x="30407" y="61282"/>
                  </a:lnTo>
                  <a:lnTo>
                    <a:pt x="29897" y="61747"/>
                  </a:lnTo>
                  <a:lnTo>
                    <a:pt x="29532" y="61801"/>
                  </a:lnTo>
                  <a:lnTo>
                    <a:pt x="29321" y="61120"/>
                  </a:lnTo>
                  <a:lnTo>
                    <a:pt x="28620" y="60278"/>
                  </a:lnTo>
                  <a:lnTo>
                    <a:pt x="27915" y="60181"/>
                  </a:lnTo>
                  <a:lnTo>
                    <a:pt x="27710" y="60689"/>
                  </a:lnTo>
                  <a:lnTo>
                    <a:pt x="27472" y="65305"/>
                  </a:lnTo>
                  <a:lnTo>
                    <a:pt x="27233" y="66970"/>
                  </a:lnTo>
                  <a:lnTo>
                    <a:pt x="26265" y="66892"/>
                  </a:lnTo>
                  <a:lnTo>
                    <a:pt x="25920" y="67679"/>
                  </a:lnTo>
                  <a:lnTo>
                    <a:pt x="25157" y="69909"/>
                  </a:lnTo>
                  <a:lnTo>
                    <a:pt x="25010" y="72057"/>
                  </a:lnTo>
                  <a:lnTo>
                    <a:pt x="23689" y="71640"/>
                  </a:lnTo>
                  <a:lnTo>
                    <a:pt x="23062" y="71279"/>
                  </a:lnTo>
                  <a:lnTo>
                    <a:pt x="22508" y="71554"/>
                  </a:lnTo>
                  <a:lnTo>
                    <a:pt x="21898" y="72737"/>
                  </a:lnTo>
                  <a:lnTo>
                    <a:pt x="20189" y="72667"/>
                  </a:lnTo>
                  <a:lnTo>
                    <a:pt x="18836" y="71960"/>
                  </a:lnTo>
                  <a:lnTo>
                    <a:pt x="18256" y="69303"/>
                  </a:lnTo>
                  <a:lnTo>
                    <a:pt x="17636" y="68251"/>
                  </a:lnTo>
                  <a:lnTo>
                    <a:pt x="16856" y="67310"/>
                  </a:lnTo>
                  <a:lnTo>
                    <a:pt x="16583" y="67101"/>
                  </a:lnTo>
                  <a:lnTo>
                    <a:pt x="16152" y="65652"/>
                  </a:lnTo>
                  <a:lnTo>
                    <a:pt x="15335" y="63857"/>
                  </a:lnTo>
                  <a:lnTo>
                    <a:pt x="14015" y="61406"/>
                  </a:lnTo>
                  <a:lnTo>
                    <a:pt x="12987" y="61527"/>
                  </a:lnTo>
                  <a:lnTo>
                    <a:pt x="12607" y="60877"/>
                  </a:lnTo>
                  <a:lnTo>
                    <a:pt x="12439" y="59975"/>
                  </a:lnTo>
                  <a:lnTo>
                    <a:pt x="12010" y="58418"/>
                  </a:lnTo>
                  <a:lnTo>
                    <a:pt x="11527" y="57334"/>
                  </a:lnTo>
                  <a:lnTo>
                    <a:pt x="10941" y="56915"/>
                  </a:lnTo>
                  <a:lnTo>
                    <a:pt x="10101" y="55535"/>
                  </a:lnTo>
                  <a:lnTo>
                    <a:pt x="8979" y="52528"/>
                  </a:lnTo>
                  <a:lnTo>
                    <a:pt x="7950" y="50449"/>
                  </a:lnTo>
                  <a:lnTo>
                    <a:pt x="6956" y="50482"/>
                  </a:lnTo>
                  <a:lnTo>
                    <a:pt x="6326" y="49393"/>
                  </a:lnTo>
                  <a:lnTo>
                    <a:pt x="5685" y="47966"/>
                  </a:lnTo>
                  <a:lnTo>
                    <a:pt x="5213" y="46585"/>
                  </a:lnTo>
                  <a:lnTo>
                    <a:pt x="4480" y="43228"/>
                  </a:lnTo>
                  <a:lnTo>
                    <a:pt x="3946" y="41312"/>
                  </a:lnTo>
                  <a:lnTo>
                    <a:pt x="3530" y="40127"/>
                  </a:lnTo>
                  <a:lnTo>
                    <a:pt x="3061" y="39140"/>
                  </a:lnTo>
                  <a:lnTo>
                    <a:pt x="2891" y="38358"/>
                  </a:lnTo>
                  <a:lnTo>
                    <a:pt x="3465" y="36571"/>
                  </a:lnTo>
                  <a:lnTo>
                    <a:pt x="3673" y="35686"/>
                  </a:lnTo>
                  <a:lnTo>
                    <a:pt x="3920" y="35007"/>
                  </a:lnTo>
                  <a:lnTo>
                    <a:pt x="4064" y="34287"/>
                  </a:lnTo>
                  <a:lnTo>
                    <a:pt x="4059" y="33744"/>
                  </a:lnTo>
                  <a:lnTo>
                    <a:pt x="3536" y="31980"/>
                  </a:lnTo>
                  <a:lnTo>
                    <a:pt x="2830" y="30707"/>
                  </a:lnTo>
                  <a:lnTo>
                    <a:pt x="1795" y="29414"/>
                  </a:lnTo>
                  <a:lnTo>
                    <a:pt x="1135" y="27784"/>
                  </a:lnTo>
                  <a:lnTo>
                    <a:pt x="891" y="26291"/>
                  </a:lnTo>
                  <a:lnTo>
                    <a:pt x="819" y="25470"/>
                  </a:lnTo>
                  <a:lnTo>
                    <a:pt x="366" y="24359"/>
                  </a:lnTo>
                  <a:lnTo>
                    <a:pt x="0" y="22730"/>
                  </a:lnTo>
                  <a:lnTo>
                    <a:pt x="0" y="21749"/>
                  </a:lnTo>
                  <a:lnTo>
                    <a:pt x="91" y="21476"/>
                  </a:lnTo>
                  <a:lnTo>
                    <a:pt x="433" y="21477"/>
                  </a:lnTo>
                  <a:lnTo>
                    <a:pt x="817" y="22144"/>
                  </a:lnTo>
                  <a:lnTo>
                    <a:pt x="1359" y="23430"/>
                  </a:lnTo>
                  <a:lnTo>
                    <a:pt x="1803" y="25304"/>
                  </a:lnTo>
                  <a:lnTo>
                    <a:pt x="2075" y="24587"/>
                  </a:lnTo>
                  <a:lnTo>
                    <a:pt x="2584" y="22591"/>
                  </a:lnTo>
                  <a:lnTo>
                    <a:pt x="3488" y="20329"/>
                  </a:lnTo>
                  <a:lnTo>
                    <a:pt x="4415" y="19040"/>
                  </a:lnTo>
                  <a:lnTo>
                    <a:pt x="5247" y="18932"/>
                  </a:lnTo>
                  <a:lnTo>
                    <a:pt x="5928" y="18576"/>
                  </a:lnTo>
                  <a:lnTo>
                    <a:pt x="6495" y="17931"/>
                  </a:lnTo>
                  <a:lnTo>
                    <a:pt x="7484" y="18189"/>
                  </a:lnTo>
                  <a:lnTo>
                    <a:pt x="8199" y="18655"/>
                  </a:lnTo>
                  <a:lnTo>
                    <a:pt x="8431" y="18367"/>
                  </a:lnTo>
                  <a:lnTo>
                    <a:pt x="8722" y="17189"/>
                  </a:lnTo>
                  <a:lnTo>
                    <a:pt x="8908" y="16175"/>
                  </a:lnTo>
                  <a:lnTo>
                    <a:pt x="10492" y="15581"/>
                  </a:lnTo>
                  <a:lnTo>
                    <a:pt x="11036" y="13623"/>
                  </a:lnTo>
                  <a:lnTo>
                    <a:pt x="11342" y="13633"/>
                  </a:lnTo>
                  <a:lnTo>
                    <a:pt x="11693" y="13340"/>
                  </a:lnTo>
                  <a:lnTo>
                    <a:pt x="12029" y="12598"/>
                  </a:lnTo>
                  <a:lnTo>
                    <a:pt x="12352" y="12294"/>
                  </a:lnTo>
                  <a:lnTo>
                    <a:pt x="12607" y="12660"/>
                  </a:lnTo>
                  <a:lnTo>
                    <a:pt x="12943" y="12904"/>
                  </a:lnTo>
                  <a:lnTo>
                    <a:pt x="13293" y="12435"/>
                  </a:lnTo>
                  <a:lnTo>
                    <a:pt x="13813" y="10193"/>
                  </a:lnTo>
                  <a:lnTo>
                    <a:pt x="14103" y="9844"/>
                  </a:lnTo>
                  <a:lnTo>
                    <a:pt x="15493" y="9493"/>
                  </a:lnTo>
                  <a:lnTo>
                    <a:pt x="17389" y="8170"/>
                  </a:lnTo>
                  <a:lnTo>
                    <a:pt x="18349" y="6993"/>
                  </a:lnTo>
                  <a:lnTo>
                    <a:pt x="19292" y="6354"/>
                  </a:lnTo>
                  <a:lnTo>
                    <a:pt x="20304" y="5217"/>
                  </a:lnTo>
                  <a:lnTo>
                    <a:pt x="21912" y="4109"/>
                  </a:lnTo>
                  <a:lnTo>
                    <a:pt x="21989" y="3656"/>
                  </a:lnTo>
                  <a:lnTo>
                    <a:pt x="21243" y="2517"/>
                  </a:lnTo>
                  <a:lnTo>
                    <a:pt x="20992" y="1799"/>
                  </a:lnTo>
                  <a:lnTo>
                    <a:pt x="20824" y="1061"/>
                  </a:lnTo>
                  <a:lnTo>
                    <a:pt x="21087" y="245"/>
                  </a:lnTo>
                  <a:lnTo>
                    <a:pt x="21438" y="0"/>
                  </a:lnTo>
                  <a:lnTo>
                    <a:pt x="21895" y="340"/>
                  </a:lnTo>
                  <a:lnTo>
                    <a:pt x="23241" y="825"/>
                  </a:lnTo>
                  <a:lnTo>
                    <a:pt x="23610" y="1295"/>
                  </a:lnTo>
                  <a:lnTo>
                    <a:pt x="23745" y="2448"/>
                  </a:lnTo>
                  <a:lnTo>
                    <a:pt x="24086" y="3521"/>
                  </a:lnTo>
                  <a:lnTo>
                    <a:pt x="24361" y="3635"/>
                  </a:lnTo>
                  <a:lnTo>
                    <a:pt x="24263" y="5384"/>
                  </a:lnTo>
                  <a:lnTo>
                    <a:pt x="24692" y="6062"/>
                  </a:lnTo>
                  <a:lnTo>
                    <a:pt x="25318" y="6592"/>
                  </a:lnTo>
                  <a:lnTo>
                    <a:pt x="25733" y="6485"/>
                  </a:lnTo>
                  <a:lnTo>
                    <a:pt x="26031" y="57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2955707" y="2034662"/>
              <a:ext cx="3780" cy="7805"/>
            </a:xfrm>
            <a:custGeom>
              <a:avLst/>
              <a:pathLst>
                <a:path w="3780" h="7805">
                  <a:moveTo>
                    <a:pt x="3780" y="7579"/>
                  </a:moveTo>
                  <a:lnTo>
                    <a:pt x="3381" y="7472"/>
                  </a:lnTo>
                  <a:lnTo>
                    <a:pt x="2191" y="7805"/>
                  </a:lnTo>
                  <a:lnTo>
                    <a:pt x="1012" y="7333"/>
                  </a:lnTo>
                  <a:lnTo>
                    <a:pt x="785" y="5563"/>
                  </a:lnTo>
                  <a:lnTo>
                    <a:pt x="973" y="3859"/>
                  </a:lnTo>
                  <a:lnTo>
                    <a:pt x="500" y="2687"/>
                  </a:lnTo>
                  <a:lnTo>
                    <a:pt x="64" y="1999"/>
                  </a:lnTo>
                  <a:lnTo>
                    <a:pt x="0" y="1017"/>
                  </a:lnTo>
                  <a:lnTo>
                    <a:pt x="70" y="0"/>
                  </a:lnTo>
                  <a:lnTo>
                    <a:pt x="2100" y="2738"/>
                  </a:lnTo>
                  <a:lnTo>
                    <a:pt x="3759" y="5227"/>
                  </a:lnTo>
                  <a:lnTo>
                    <a:pt x="3632" y="61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2928705" y="2022660"/>
              <a:ext cx="2606" cy="3468"/>
            </a:xfrm>
            <a:custGeom>
              <a:avLst/>
              <a:pathLst>
                <a:path w="2606" h="3468">
                  <a:moveTo>
                    <a:pt x="2606" y="3410"/>
                  </a:moveTo>
                  <a:lnTo>
                    <a:pt x="1130" y="3468"/>
                  </a:lnTo>
                  <a:lnTo>
                    <a:pt x="567" y="2286"/>
                  </a:lnTo>
                  <a:lnTo>
                    <a:pt x="0" y="1986"/>
                  </a:lnTo>
                  <a:lnTo>
                    <a:pt x="305" y="529"/>
                  </a:lnTo>
                  <a:lnTo>
                    <a:pt x="704" y="0"/>
                  </a:lnTo>
                  <a:lnTo>
                    <a:pt x="2133" y="949"/>
                  </a:lnTo>
                  <a:lnTo>
                    <a:pt x="2581" y="280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2949323" y="2017757"/>
              <a:ext cx="5555" cy="13399"/>
            </a:xfrm>
            <a:custGeom>
              <a:avLst/>
              <a:pathLst>
                <a:path w="5555" h="13399">
                  <a:moveTo>
                    <a:pt x="5314" y="9355"/>
                  </a:moveTo>
                  <a:lnTo>
                    <a:pt x="5555" y="11343"/>
                  </a:lnTo>
                  <a:lnTo>
                    <a:pt x="5296" y="12356"/>
                  </a:lnTo>
                  <a:lnTo>
                    <a:pt x="4216" y="10671"/>
                  </a:lnTo>
                  <a:lnTo>
                    <a:pt x="3131" y="10694"/>
                  </a:lnTo>
                  <a:lnTo>
                    <a:pt x="2482" y="13289"/>
                  </a:lnTo>
                  <a:lnTo>
                    <a:pt x="1999" y="13399"/>
                  </a:lnTo>
                  <a:lnTo>
                    <a:pt x="323" y="11042"/>
                  </a:lnTo>
                  <a:lnTo>
                    <a:pt x="55" y="9892"/>
                  </a:lnTo>
                  <a:lnTo>
                    <a:pt x="0" y="8935"/>
                  </a:lnTo>
                  <a:lnTo>
                    <a:pt x="239" y="5624"/>
                  </a:lnTo>
                  <a:lnTo>
                    <a:pt x="195" y="4582"/>
                  </a:lnTo>
                  <a:lnTo>
                    <a:pt x="721" y="3444"/>
                  </a:lnTo>
                  <a:lnTo>
                    <a:pt x="803" y="1799"/>
                  </a:lnTo>
                  <a:lnTo>
                    <a:pt x="1734" y="65"/>
                  </a:lnTo>
                  <a:lnTo>
                    <a:pt x="2561" y="0"/>
                  </a:lnTo>
                  <a:lnTo>
                    <a:pt x="2824" y="1468"/>
                  </a:lnTo>
                  <a:lnTo>
                    <a:pt x="3219" y="2480"/>
                  </a:lnTo>
                  <a:lnTo>
                    <a:pt x="4611" y="3614"/>
                  </a:lnTo>
                  <a:lnTo>
                    <a:pt x="4819" y="4129"/>
                  </a:lnTo>
                  <a:lnTo>
                    <a:pt x="4944" y="4842"/>
                  </a:lnTo>
                  <a:lnTo>
                    <a:pt x="4297" y="6238"/>
                  </a:lnTo>
                  <a:lnTo>
                    <a:pt x="4077" y="6954"/>
                  </a:lnTo>
                  <a:lnTo>
                    <a:pt x="4282" y="81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2903601" y="2015955"/>
              <a:ext cx="1802" cy="2131"/>
            </a:xfrm>
            <a:custGeom>
              <a:avLst/>
              <a:pathLst>
                <a:path w="1802" h="2131">
                  <a:moveTo>
                    <a:pt x="1802" y="1406"/>
                  </a:moveTo>
                  <a:lnTo>
                    <a:pt x="1427" y="2131"/>
                  </a:lnTo>
                  <a:lnTo>
                    <a:pt x="513" y="2045"/>
                  </a:lnTo>
                  <a:lnTo>
                    <a:pt x="0" y="1364"/>
                  </a:lnTo>
                  <a:lnTo>
                    <a:pt x="166" y="639"/>
                  </a:lnTo>
                  <a:lnTo>
                    <a:pt x="651" y="85"/>
                  </a:lnTo>
                  <a:lnTo>
                    <a:pt x="1053" y="0"/>
                  </a:lnTo>
                  <a:lnTo>
                    <a:pt x="1663" y="34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2879155" y="2011729"/>
              <a:ext cx="88052" cy="225297"/>
            </a:xfrm>
            <a:custGeom>
              <a:avLst/>
              <a:pathLst>
                <a:path w="88052" h="225297">
                  <a:moveTo>
                    <a:pt x="37322" y="2298"/>
                  </a:moveTo>
                  <a:lnTo>
                    <a:pt x="37381" y="2840"/>
                  </a:lnTo>
                  <a:lnTo>
                    <a:pt x="38788" y="3625"/>
                  </a:lnTo>
                  <a:lnTo>
                    <a:pt x="39380" y="4876"/>
                  </a:lnTo>
                  <a:lnTo>
                    <a:pt x="40037" y="6778"/>
                  </a:lnTo>
                  <a:lnTo>
                    <a:pt x="40101" y="9515"/>
                  </a:lnTo>
                  <a:lnTo>
                    <a:pt x="39260" y="11484"/>
                  </a:lnTo>
                  <a:lnTo>
                    <a:pt x="38561" y="12731"/>
                  </a:lnTo>
                  <a:lnTo>
                    <a:pt x="41203" y="12259"/>
                  </a:lnTo>
                  <a:lnTo>
                    <a:pt x="41466" y="13389"/>
                  </a:lnTo>
                  <a:lnTo>
                    <a:pt x="41866" y="14608"/>
                  </a:lnTo>
                  <a:lnTo>
                    <a:pt x="43289" y="13740"/>
                  </a:lnTo>
                  <a:lnTo>
                    <a:pt x="46857" y="17347"/>
                  </a:lnTo>
                  <a:lnTo>
                    <a:pt x="49014" y="15591"/>
                  </a:lnTo>
                  <a:lnTo>
                    <a:pt x="49566" y="15488"/>
                  </a:lnTo>
                  <a:lnTo>
                    <a:pt x="50056" y="18403"/>
                  </a:lnTo>
                  <a:lnTo>
                    <a:pt x="49520" y="21339"/>
                  </a:lnTo>
                  <a:lnTo>
                    <a:pt x="47618" y="24471"/>
                  </a:lnTo>
                  <a:lnTo>
                    <a:pt x="48040" y="26402"/>
                  </a:lnTo>
                  <a:lnTo>
                    <a:pt x="48647" y="26830"/>
                  </a:lnTo>
                  <a:lnTo>
                    <a:pt x="50440" y="26420"/>
                  </a:lnTo>
                  <a:lnTo>
                    <a:pt x="53279" y="28328"/>
                  </a:lnTo>
                  <a:lnTo>
                    <a:pt x="53871" y="27733"/>
                  </a:lnTo>
                  <a:lnTo>
                    <a:pt x="56173" y="23337"/>
                  </a:lnTo>
                  <a:lnTo>
                    <a:pt x="57093" y="22394"/>
                  </a:lnTo>
                  <a:lnTo>
                    <a:pt x="60122" y="21718"/>
                  </a:lnTo>
                  <a:lnTo>
                    <a:pt x="60673" y="20017"/>
                  </a:lnTo>
                  <a:lnTo>
                    <a:pt x="61900" y="18306"/>
                  </a:lnTo>
                  <a:lnTo>
                    <a:pt x="62690" y="16438"/>
                  </a:lnTo>
                  <a:lnTo>
                    <a:pt x="64583" y="12881"/>
                  </a:lnTo>
                  <a:lnTo>
                    <a:pt x="66541" y="13522"/>
                  </a:lnTo>
                  <a:lnTo>
                    <a:pt x="67685" y="14203"/>
                  </a:lnTo>
                  <a:lnTo>
                    <a:pt x="68940" y="14546"/>
                  </a:lnTo>
                  <a:lnTo>
                    <a:pt x="70083" y="18338"/>
                  </a:lnTo>
                  <a:lnTo>
                    <a:pt x="72972" y="22529"/>
                  </a:lnTo>
                  <a:lnTo>
                    <a:pt x="75627" y="22164"/>
                  </a:lnTo>
                  <a:lnTo>
                    <a:pt x="76570" y="26129"/>
                  </a:lnTo>
                  <a:lnTo>
                    <a:pt x="76986" y="31025"/>
                  </a:lnTo>
                  <a:lnTo>
                    <a:pt x="77802" y="32561"/>
                  </a:lnTo>
                  <a:lnTo>
                    <a:pt x="78519" y="33564"/>
                  </a:lnTo>
                  <a:lnTo>
                    <a:pt x="80767" y="34681"/>
                  </a:lnTo>
                  <a:lnTo>
                    <a:pt x="80837" y="35346"/>
                  </a:lnTo>
                  <a:lnTo>
                    <a:pt x="80969" y="37780"/>
                  </a:lnTo>
                  <a:lnTo>
                    <a:pt x="81150" y="39798"/>
                  </a:lnTo>
                  <a:lnTo>
                    <a:pt x="82264" y="47864"/>
                  </a:lnTo>
                  <a:lnTo>
                    <a:pt x="82242" y="49836"/>
                  </a:lnTo>
                  <a:lnTo>
                    <a:pt x="82229" y="50360"/>
                  </a:lnTo>
                  <a:lnTo>
                    <a:pt x="81822" y="53121"/>
                  </a:lnTo>
                  <a:lnTo>
                    <a:pt x="81097" y="55450"/>
                  </a:lnTo>
                  <a:lnTo>
                    <a:pt x="80140" y="56763"/>
                  </a:lnTo>
                  <a:lnTo>
                    <a:pt x="79614" y="58225"/>
                  </a:lnTo>
                  <a:lnTo>
                    <a:pt x="79515" y="59839"/>
                  </a:lnTo>
                  <a:lnTo>
                    <a:pt x="80718" y="62667"/>
                  </a:lnTo>
                  <a:lnTo>
                    <a:pt x="83221" y="66713"/>
                  </a:lnTo>
                  <a:lnTo>
                    <a:pt x="84234" y="70173"/>
                  </a:lnTo>
                  <a:lnTo>
                    <a:pt x="83756" y="73051"/>
                  </a:lnTo>
                  <a:lnTo>
                    <a:pt x="83610" y="75162"/>
                  </a:lnTo>
                  <a:lnTo>
                    <a:pt x="83796" y="76507"/>
                  </a:lnTo>
                  <a:lnTo>
                    <a:pt x="84197" y="77586"/>
                  </a:lnTo>
                  <a:lnTo>
                    <a:pt x="84815" y="78403"/>
                  </a:lnTo>
                  <a:lnTo>
                    <a:pt x="85060" y="79659"/>
                  </a:lnTo>
                  <a:lnTo>
                    <a:pt x="84935" y="81356"/>
                  </a:lnTo>
                  <a:lnTo>
                    <a:pt x="85052" y="82533"/>
                  </a:lnTo>
                  <a:lnTo>
                    <a:pt x="85513" y="83372"/>
                  </a:lnTo>
                  <a:lnTo>
                    <a:pt x="85471" y="83698"/>
                  </a:lnTo>
                  <a:lnTo>
                    <a:pt x="85247" y="84878"/>
                  </a:lnTo>
                  <a:lnTo>
                    <a:pt x="84941" y="87031"/>
                  </a:lnTo>
                  <a:lnTo>
                    <a:pt x="84767" y="88602"/>
                  </a:lnTo>
                  <a:lnTo>
                    <a:pt x="84063" y="90743"/>
                  </a:lnTo>
                  <a:lnTo>
                    <a:pt x="84277" y="92562"/>
                  </a:lnTo>
                  <a:lnTo>
                    <a:pt x="84829" y="94708"/>
                  </a:lnTo>
                  <a:lnTo>
                    <a:pt x="85248" y="95786"/>
                  </a:lnTo>
                  <a:lnTo>
                    <a:pt x="85380" y="96807"/>
                  </a:lnTo>
                  <a:lnTo>
                    <a:pt x="85113" y="99237"/>
                  </a:lnTo>
                  <a:lnTo>
                    <a:pt x="85246" y="99859"/>
                  </a:lnTo>
                  <a:lnTo>
                    <a:pt x="86988" y="101648"/>
                  </a:lnTo>
                  <a:lnTo>
                    <a:pt x="87273" y="102475"/>
                  </a:lnTo>
                  <a:lnTo>
                    <a:pt x="87442" y="104195"/>
                  </a:lnTo>
                  <a:lnTo>
                    <a:pt x="88052" y="107871"/>
                  </a:lnTo>
                  <a:lnTo>
                    <a:pt x="87545" y="112528"/>
                  </a:lnTo>
                  <a:lnTo>
                    <a:pt x="87099" y="115081"/>
                  </a:lnTo>
                  <a:lnTo>
                    <a:pt x="86107" y="119132"/>
                  </a:lnTo>
                  <a:lnTo>
                    <a:pt x="86060" y="119506"/>
                  </a:lnTo>
                  <a:lnTo>
                    <a:pt x="85945" y="119998"/>
                  </a:lnTo>
                  <a:lnTo>
                    <a:pt x="85647" y="120708"/>
                  </a:lnTo>
                  <a:lnTo>
                    <a:pt x="85233" y="120814"/>
                  </a:lnTo>
                  <a:lnTo>
                    <a:pt x="84606" y="120285"/>
                  </a:lnTo>
                  <a:lnTo>
                    <a:pt x="84177" y="119607"/>
                  </a:lnTo>
                  <a:lnTo>
                    <a:pt x="84276" y="117858"/>
                  </a:lnTo>
                  <a:lnTo>
                    <a:pt x="84001" y="117744"/>
                  </a:lnTo>
                  <a:lnTo>
                    <a:pt x="83659" y="116671"/>
                  </a:lnTo>
                  <a:lnTo>
                    <a:pt x="83525" y="115518"/>
                  </a:lnTo>
                  <a:lnTo>
                    <a:pt x="83156" y="115047"/>
                  </a:lnTo>
                  <a:lnTo>
                    <a:pt x="81810" y="114563"/>
                  </a:lnTo>
                  <a:lnTo>
                    <a:pt x="81352" y="114222"/>
                  </a:lnTo>
                  <a:lnTo>
                    <a:pt x="81001" y="114467"/>
                  </a:lnTo>
                  <a:lnTo>
                    <a:pt x="80738" y="115284"/>
                  </a:lnTo>
                  <a:lnTo>
                    <a:pt x="80906" y="116021"/>
                  </a:lnTo>
                  <a:lnTo>
                    <a:pt x="81157" y="116740"/>
                  </a:lnTo>
                  <a:lnTo>
                    <a:pt x="81903" y="117878"/>
                  </a:lnTo>
                  <a:lnTo>
                    <a:pt x="81826" y="118331"/>
                  </a:lnTo>
                  <a:lnTo>
                    <a:pt x="80218" y="119439"/>
                  </a:lnTo>
                  <a:lnTo>
                    <a:pt x="79206" y="120576"/>
                  </a:lnTo>
                  <a:lnTo>
                    <a:pt x="78264" y="121215"/>
                  </a:lnTo>
                  <a:lnTo>
                    <a:pt x="77303" y="122393"/>
                  </a:lnTo>
                  <a:lnTo>
                    <a:pt x="75408" y="123716"/>
                  </a:lnTo>
                  <a:lnTo>
                    <a:pt x="74017" y="124067"/>
                  </a:lnTo>
                  <a:lnTo>
                    <a:pt x="73727" y="124416"/>
                  </a:lnTo>
                  <a:lnTo>
                    <a:pt x="73208" y="126658"/>
                  </a:lnTo>
                  <a:lnTo>
                    <a:pt x="72858" y="127127"/>
                  </a:lnTo>
                  <a:lnTo>
                    <a:pt x="72522" y="126883"/>
                  </a:lnTo>
                  <a:lnTo>
                    <a:pt x="72266" y="126516"/>
                  </a:lnTo>
                  <a:lnTo>
                    <a:pt x="71943" y="126821"/>
                  </a:lnTo>
                  <a:lnTo>
                    <a:pt x="71607" y="127563"/>
                  </a:lnTo>
                  <a:lnTo>
                    <a:pt x="71256" y="127855"/>
                  </a:lnTo>
                  <a:lnTo>
                    <a:pt x="70950" y="127845"/>
                  </a:lnTo>
                  <a:lnTo>
                    <a:pt x="70406" y="129803"/>
                  </a:lnTo>
                  <a:lnTo>
                    <a:pt x="68823" y="130398"/>
                  </a:lnTo>
                  <a:lnTo>
                    <a:pt x="68637" y="131412"/>
                  </a:lnTo>
                  <a:lnTo>
                    <a:pt x="68346" y="132589"/>
                  </a:lnTo>
                  <a:lnTo>
                    <a:pt x="68114" y="132878"/>
                  </a:lnTo>
                  <a:lnTo>
                    <a:pt x="67398" y="132412"/>
                  </a:lnTo>
                  <a:lnTo>
                    <a:pt x="66410" y="132154"/>
                  </a:lnTo>
                  <a:lnTo>
                    <a:pt x="65843" y="132799"/>
                  </a:lnTo>
                  <a:lnTo>
                    <a:pt x="65161" y="133155"/>
                  </a:lnTo>
                  <a:lnTo>
                    <a:pt x="64329" y="133263"/>
                  </a:lnTo>
                  <a:lnTo>
                    <a:pt x="63403" y="134552"/>
                  </a:lnTo>
                  <a:lnTo>
                    <a:pt x="62499" y="136814"/>
                  </a:lnTo>
                  <a:lnTo>
                    <a:pt x="61990" y="138809"/>
                  </a:lnTo>
                  <a:lnTo>
                    <a:pt x="61718" y="139526"/>
                  </a:lnTo>
                  <a:lnTo>
                    <a:pt x="61273" y="137652"/>
                  </a:lnTo>
                  <a:lnTo>
                    <a:pt x="60732" y="136367"/>
                  </a:lnTo>
                  <a:lnTo>
                    <a:pt x="60348" y="135700"/>
                  </a:lnTo>
                  <a:lnTo>
                    <a:pt x="60005" y="135699"/>
                  </a:lnTo>
                  <a:lnTo>
                    <a:pt x="59915" y="135971"/>
                  </a:lnTo>
                  <a:lnTo>
                    <a:pt x="59914" y="136952"/>
                  </a:lnTo>
                  <a:lnTo>
                    <a:pt x="60280" y="138581"/>
                  </a:lnTo>
                  <a:lnTo>
                    <a:pt x="60734" y="139692"/>
                  </a:lnTo>
                  <a:lnTo>
                    <a:pt x="60806" y="140513"/>
                  </a:lnTo>
                  <a:lnTo>
                    <a:pt x="61049" y="142007"/>
                  </a:lnTo>
                  <a:lnTo>
                    <a:pt x="61709" y="143637"/>
                  </a:lnTo>
                  <a:lnTo>
                    <a:pt x="62745" y="144930"/>
                  </a:lnTo>
                  <a:lnTo>
                    <a:pt x="63451" y="146202"/>
                  </a:lnTo>
                  <a:lnTo>
                    <a:pt x="63974" y="147967"/>
                  </a:lnTo>
                  <a:lnTo>
                    <a:pt x="63978" y="148509"/>
                  </a:lnTo>
                  <a:lnTo>
                    <a:pt x="63835" y="149229"/>
                  </a:lnTo>
                  <a:lnTo>
                    <a:pt x="63588" y="149909"/>
                  </a:lnTo>
                  <a:lnTo>
                    <a:pt x="63379" y="150793"/>
                  </a:lnTo>
                  <a:lnTo>
                    <a:pt x="62806" y="152581"/>
                  </a:lnTo>
                  <a:lnTo>
                    <a:pt x="62976" y="153363"/>
                  </a:lnTo>
                  <a:lnTo>
                    <a:pt x="63445" y="154350"/>
                  </a:lnTo>
                  <a:lnTo>
                    <a:pt x="63861" y="155535"/>
                  </a:lnTo>
                  <a:lnTo>
                    <a:pt x="64394" y="157451"/>
                  </a:lnTo>
                  <a:lnTo>
                    <a:pt x="65127" y="160808"/>
                  </a:lnTo>
                  <a:lnTo>
                    <a:pt x="65600" y="162189"/>
                  </a:lnTo>
                  <a:lnTo>
                    <a:pt x="66241" y="163616"/>
                  </a:lnTo>
                  <a:lnTo>
                    <a:pt x="66871" y="164705"/>
                  </a:lnTo>
                  <a:lnTo>
                    <a:pt x="67864" y="164672"/>
                  </a:lnTo>
                  <a:lnTo>
                    <a:pt x="68893" y="166751"/>
                  </a:lnTo>
                  <a:lnTo>
                    <a:pt x="70016" y="169758"/>
                  </a:lnTo>
                  <a:lnTo>
                    <a:pt x="70855" y="171137"/>
                  </a:lnTo>
                  <a:lnTo>
                    <a:pt x="71441" y="171557"/>
                  </a:lnTo>
                  <a:lnTo>
                    <a:pt x="71925" y="172641"/>
                  </a:lnTo>
                  <a:lnTo>
                    <a:pt x="72354" y="174197"/>
                  </a:lnTo>
                  <a:lnTo>
                    <a:pt x="72522" y="175099"/>
                  </a:lnTo>
                  <a:lnTo>
                    <a:pt x="72902" y="175750"/>
                  </a:lnTo>
                  <a:lnTo>
                    <a:pt x="73930" y="175629"/>
                  </a:lnTo>
                  <a:lnTo>
                    <a:pt x="75250" y="178080"/>
                  </a:lnTo>
                  <a:lnTo>
                    <a:pt x="76067" y="179875"/>
                  </a:lnTo>
                  <a:lnTo>
                    <a:pt x="76498" y="181324"/>
                  </a:lnTo>
                  <a:lnTo>
                    <a:pt x="76384" y="181898"/>
                  </a:lnTo>
                  <a:lnTo>
                    <a:pt x="76331" y="183703"/>
                  </a:lnTo>
                  <a:lnTo>
                    <a:pt x="76345" y="185616"/>
                  </a:lnTo>
                  <a:lnTo>
                    <a:pt x="76215" y="186627"/>
                  </a:lnTo>
                  <a:lnTo>
                    <a:pt x="75625" y="187959"/>
                  </a:lnTo>
                  <a:lnTo>
                    <a:pt x="75319" y="188243"/>
                  </a:lnTo>
                  <a:lnTo>
                    <a:pt x="75156" y="188530"/>
                  </a:lnTo>
                  <a:lnTo>
                    <a:pt x="73343" y="186793"/>
                  </a:lnTo>
                  <a:lnTo>
                    <a:pt x="73199" y="187089"/>
                  </a:lnTo>
                  <a:lnTo>
                    <a:pt x="73086" y="187304"/>
                  </a:lnTo>
                  <a:lnTo>
                    <a:pt x="72601" y="192340"/>
                  </a:lnTo>
                  <a:lnTo>
                    <a:pt x="72266" y="193308"/>
                  </a:lnTo>
                  <a:lnTo>
                    <a:pt x="71769" y="194198"/>
                  </a:lnTo>
                  <a:lnTo>
                    <a:pt x="70734" y="195065"/>
                  </a:lnTo>
                  <a:lnTo>
                    <a:pt x="70015" y="195418"/>
                  </a:lnTo>
                  <a:lnTo>
                    <a:pt x="69454" y="195857"/>
                  </a:lnTo>
                  <a:lnTo>
                    <a:pt x="67679" y="197967"/>
                  </a:lnTo>
                  <a:lnTo>
                    <a:pt x="66879" y="199233"/>
                  </a:lnTo>
                  <a:lnTo>
                    <a:pt x="66361" y="200825"/>
                  </a:lnTo>
                  <a:lnTo>
                    <a:pt x="66358" y="201741"/>
                  </a:lnTo>
                  <a:lnTo>
                    <a:pt x="67222" y="204435"/>
                  </a:lnTo>
                  <a:lnTo>
                    <a:pt x="68218" y="207218"/>
                  </a:lnTo>
                  <a:lnTo>
                    <a:pt x="68225" y="209666"/>
                  </a:lnTo>
                  <a:lnTo>
                    <a:pt x="67783" y="211497"/>
                  </a:lnTo>
                  <a:lnTo>
                    <a:pt x="67681" y="212204"/>
                  </a:lnTo>
                  <a:lnTo>
                    <a:pt x="67974" y="212471"/>
                  </a:lnTo>
                  <a:lnTo>
                    <a:pt x="68526" y="212572"/>
                  </a:lnTo>
                  <a:lnTo>
                    <a:pt x="68988" y="212888"/>
                  </a:lnTo>
                  <a:lnTo>
                    <a:pt x="69185" y="214177"/>
                  </a:lnTo>
                  <a:lnTo>
                    <a:pt x="69126" y="216422"/>
                  </a:lnTo>
                  <a:lnTo>
                    <a:pt x="68968" y="218524"/>
                  </a:lnTo>
                  <a:lnTo>
                    <a:pt x="68803" y="219408"/>
                  </a:lnTo>
                  <a:lnTo>
                    <a:pt x="68358" y="219479"/>
                  </a:lnTo>
                  <a:lnTo>
                    <a:pt x="67501" y="218570"/>
                  </a:lnTo>
                  <a:lnTo>
                    <a:pt x="66832" y="217514"/>
                  </a:lnTo>
                  <a:lnTo>
                    <a:pt x="66577" y="216865"/>
                  </a:lnTo>
                  <a:lnTo>
                    <a:pt x="66561" y="216089"/>
                  </a:lnTo>
                  <a:lnTo>
                    <a:pt x="66706" y="215598"/>
                  </a:lnTo>
                  <a:lnTo>
                    <a:pt x="66467" y="214641"/>
                  </a:lnTo>
                  <a:lnTo>
                    <a:pt x="65645" y="213757"/>
                  </a:lnTo>
                  <a:lnTo>
                    <a:pt x="64764" y="214142"/>
                  </a:lnTo>
                  <a:lnTo>
                    <a:pt x="64113" y="214738"/>
                  </a:lnTo>
                  <a:lnTo>
                    <a:pt x="63694" y="214703"/>
                  </a:lnTo>
                  <a:lnTo>
                    <a:pt x="63240" y="213852"/>
                  </a:lnTo>
                  <a:lnTo>
                    <a:pt x="62543" y="213200"/>
                  </a:lnTo>
                  <a:lnTo>
                    <a:pt x="61631" y="212770"/>
                  </a:lnTo>
                  <a:lnTo>
                    <a:pt x="61063" y="212311"/>
                  </a:lnTo>
                  <a:lnTo>
                    <a:pt x="60944" y="212582"/>
                  </a:lnTo>
                  <a:lnTo>
                    <a:pt x="61011" y="214425"/>
                  </a:lnTo>
                  <a:lnTo>
                    <a:pt x="60836" y="215228"/>
                  </a:lnTo>
                  <a:lnTo>
                    <a:pt x="56329" y="216293"/>
                  </a:lnTo>
                  <a:lnTo>
                    <a:pt x="54955" y="217290"/>
                  </a:lnTo>
                  <a:lnTo>
                    <a:pt x="53955" y="218580"/>
                  </a:lnTo>
                  <a:lnTo>
                    <a:pt x="53215" y="219140"/>
                  </a:lnTo>
                  <a:lnTo>
                    <a:pt x="53034" y="219935"/>
                  </a:lnTo>
                  <a:lnTo>
                    <a:pt x="52302" y="220980"/>
                  </a:lnTo>
                  <a:lnTo>
                    <a:pt x="51475" y="221313"/>
                  </a:lnTo>
                  <a:lnTo>
                    <a:pt x="51276" y="220971"/>
                  </a:lnTo>
                  <a:lnTo>
                    <a:pt x="50745" y="221453"/>
                  </a:lnTo>
                  <a:lnTo>
                    <a:pt x="49841" y="221919"/>
                  </a:lnTo>
                  <a:lnTo>
                    <a:pt x="49254" y="221770"/>
                  </a:lnTo>
                  <a:lnTo>
                    <a:pt x="48978" y="220926"/>
                  </a:lnTo>
                  <a:lnTo>
                    <a:pt x="48418" y="219633"/>
                  </a:lnTo>
                  <a:lnTo>
                    <a:pt x="48194" y="218737"/>
                  </a:lnTo>
                  <a:lnTo>
                    <a:pt x="48217" y="218163"/>
                  </a:lnTo>
                  <a:lnTo>
                    <a:pt x="46953" y="218048"/>
                  </a:lnTo>
                  <a:lnTo>
                    <a:pt x="46156" y="217365"/>
                  </a:lnTo>
                  <a:lnTo>
                    <a:pt x="44466" y="217525"/>
                  </a:lnTo>
                  <a:lnTo>
                    <a:pt x="44049" y="217237"/>
                  </a:lnTo>
                  <a:lnTo>
                    <a:pt x="43961" y="217547"/>
                  </a:lnTo>
                  <a:lnTo>
                    <a:pt x="43707" y="221213"/>
                  </a:lnTo>
                  <a:lnTo>
                    <a:pt x="43373" y="222718"/>
                  </a:lnTo>
                  <a:lnTo>
                    <a:pt x="42831" y="224274"/>
                  </a:lnTo>
                  <a:lnTo>
                    <a:pt x="42137" y="225139"/>
                  </a:lnTo>
                  <a:lnTo>
                    <a:pt x="41583" y="225297"/>
                  </a:lnTo>
                  <a:lnTo>
                    <a:pt x="41610" y="224162"/>
                  </a:lnTo>
                  <a:lnTo>
                    <a:pt x="41749" y="222796"/>
                  </a:lnTo>
                  <a:lnTo>
                    <a:pt x="41350" y="222476"/>
                  </a:lnTo>
                  <a:lnTo>
                    <a:pt x="40751" y="222318"/>
                  </a:lnTo>
                  <a:lnTo>
                    <a:pt x="40461" y="221912"/>
                  </a:lnTo>
                  <a:lnTo>
                    <a:pt x="40537" y="220873"/>
                  </a:lnTo>
                  <a:lnTo>
                    <a:pt x="40399" y="220265"/>
                  </a:lnTo>
                  <a:lnTo>
                    <a:pt x="40152" y="219541"/>
                  </a:lnTo>
                  <a:lnTo>
                    <a:pt x="39551" y="218603"/>
                  </a:lnTo>
                  <a:lnTo>
                    <a:pt x="38278" y="217215"/>
                  </a:lnTo>
                  <a:lnTo>
                    <a:pt x="37410" y="216529"/>
                  </a:lnTo>
                  <a:lnTo>
                    <a:pt x="37085" y="217260"/>
                  </a:lnTo>
                  <a:lnTo>
                    <a:pt x="36465" y="217996"/>
                  </a:lnTo>
                  <a:lnTo>
                    <a:pt x="35487" y="217755"/>
                  </a:lnTo>
                  <a:lnTo>
                    <a:pt x="35248" y="218045"/>
                  </a:lnTo>
                  <a:lnTo>
                    <a:pt x="33575" y="215837"/>
                  </a:lnTo>
                  <a:lnTo>
                    <a:pt x="31968" y="213716"/>
                  </a:lnTo>
                  <a:lnTo>
                    <a:pt x="31436" y="213716"/>
                  </a:lnTo>
                  <a:lnTo>
                    <a:pt x="29068" y="214139"/>
                  </a:lnTo>
                  <a:lnTo>
                    <a:pt x="28999" y="213953"/>
                  </a:lnTo>
                  <a:lnTo>
                    <a:pt x="28587" y="212744"/>
                  </a:lnTo>
                  <a:lnTo>
                    <a:pt x="28221" y="212362"/>
                  </a:lnTo>
                  <a:lnTo>
                    <a:pt x="28000" y="212558"/>
                  </a:lnTo>
                  <a:lnTo>
                    <a:pt x="27853" y="212909"/>
                  </a:lnTo>
                  <a:lnTo>
                    <a:pt x="27598" y="212849"/>
                  </a:lnTo>
                  <a:lnTo>
                    <a:pt x="26537" y="210897"/>
                  </a:lnTo>
                  <a:lnTo>
                    <a:pt x="26102" y="210616"/>
                  </a:lnTo>
                  <a:lnTo>
                    <a:pt x="25498" y="210874"/>
                  </a:lnTo>
                  <a:lnTo>
                    <a:pt x="24786" y="211924"/>
                  </a:lnTo>
                  <a:lnTo>
                    <a:pt x="24475" y="213211"/>
                  </a:lnTo>
                  <a:lnTo>
                    <a:pt x="24570" y="213953"/>
                  </a:lnTo>
                  <a:lnTo>
                    <a:pt x="24940" y="214275"/>
                  </a:lnTo>
                  <a:lnTo>
                    <a:pt x="25907" y="214058"/>
                  </a:lnTo>
                  <a:lnTo>
                    <a:pt x="26048" y="214272"/>
                  </a:lnTo>
                  <a:lnTo>
                    <a:pt x="26081" y="214689"/>
                  </a:lnTo>
                  <a:lnTo>
                    <a:pt x="25975" y="215096"/>
                  </a:lnTo>
                  <a:lnTo>
                    <a:pt x="25188" y="215431"/>
                  </a:lnTo>
                  <a:lnTo>
                    <a:pt x="24961" y="215918"/>
                  </a:lnTo>
                  <a:lnTo>
                    <a:pt x="24731" y="216038"/>
                  </a:lnTo>
                  <a:lnTo>
                    <a:pt x="24584" y="216113"/>
                  </a:lnTo>
                  <a:lnTo>
                    <a:pt x="23748" y="215601"/>
                  </a:lnTo>
                  <a:lnTo>
                    <a:pt x="22502" y="215601"/>
                  </a:lnTo>
                  <a:lnTo>
                    <a:pt x="21498" y="216510"/>
                  </a:lnTo>
                  <a:lnTo>
                    <a:pt x="19895" y="216873"/>
                  </a:lnTo>
                  <a:lnTo>
                    <a:pt x="17694" y="216696"/>
                  </a:lnTo>
                  <a:lnTo>
                    <a:pt x="16901" y="216021"/>
                  </a:lnTo>
                  <a:lnTo>
                    <a:pt x="16419" y="215612"/>
                  </a:lnTo>
                  <a:lnTo>
                    <a:pt x="16072" y="213623"/>
                  </a:lnTo>
                  <a:lnTo>
                    <a:pt x="16161" y="210675"/>
                  </a:lnTo>
                  <a:lnTo>
                    <a:pt x="16686" y="206774"/>
                  </a:lnTo>
                  <a:lnTo>
                    <a:pt x="16833" y="203910"/>
                  </a:lnTo>
                  <a:lnTo>
                    <a:pt x="16599" y="202086"/>
                  </a:lnTo>
                  <a:lnTo>
                    <a:pt x="16911" y="199353"/>
                  </a:lnTo>
                  <a:lnTo>
                    <a:pt x="17767" y="195711"/>
                  </a:lnTo>
                  <a:lnTo>
                    <a:pt x="18339" y="191871"/>
                  </a:lnTo>
                  <a:lnTo>
                    <a:pt x="18624" y="187828"/>
                  </a:lnTo>
                  <a:lnTo>
                    <a:pt x="19039" y="185192"/>
                  </a:lnTo>
                  <a:lnTo>
                    <a:pt x="19854" y="183345"/>
                  </a:lnTo>
                  <a:lnTo>
                    <a:pt x="21789" y="178181"/>
                  </a:lnTo>
                  <a:lnTo>
                    <a:pt x="21946" y="177793"/>
                  </a:lnTo>
                  <a:lnTo>
                    <a:pt x="21893" y="175218"/>
                  </a:lnTo>
                  <a:lnTo>
                    <a:pt x="21372" y="174854"/>
                  </a:lnTo>
                  <a:lnTo>
                    <a:pt x="20609" y="174114"/>
                  </a:lnTo>
                  <a:lnTo>
                    <a:pt x="18666" y="173199"/>
                  </a:lnTo>
                  <a:lnTo>
                    <a:pt x="16856" y="172612"/>
                  </a:lnTo>
                  <a:lnTo>
                    <a:pt x="16035" y="171885"/>
                  </a:lnTo>
                  <a:lnTo>
                    <a:pt x="15315" y="169940"/>
                  </a:lnTo>
                  <a:lnTo>
                    <a:pt x="14869" y="169914"/>
                  </a:lnTo>
                  <a:lnTo>
                    <a:pt x="13996" y="170609"/>
                  </a:lnTo>
                  <a:lnTo>
                    <a:pt x="12905" y="171079"/>
                  </a:lnTo>
                  <a:lnTo>
                    <a:pt x="12111" y="170668"/>
                  </a:lnTo>
                  <a:lnTo>
                    <a:pt x="11615" y="170748"/>
                  </a:lnTo>
                  <a:lnTo>
                    <a:pt x="11336" y="171107"/>
                  </a:lnTo>
                  <a:lnTo>
                    <a:pt x="11196" y="170790"/>
                  </a:lnTo>
                  <a:lnTo>
                    <a:pt x="10997" y="169122"/>
                  </a:lnTo>
                  <a:lnTo>
                    <a:pt x="10582" y="168686"/>
                  </a:lnTo>
                  <a:lnTo>
                    <a:pt x="9937" y="168305"/>
                  </a:lnTo>
                  <a:lnTo>
                    <a:pt x="9536" y="168469"/>
                  </a:lnTo>
                  <a:lnTo>
                    <a:pt x="9259" y="169298"/>
                  </a:lnTo>
                  <a:lnTo>
                    <a:pt x="8832" y="169882"/>
                  </a:lnTo>
                  <a:lnTo>
                    <a:pt x="8440" y="169691"/>
                  </a:lnTo>
                  <a:lnTo>
                    <a:pt x="7211" y="165842"/>
                  </a:lnTo>
                  <a:lnTo>
                    <a:pt x="6894" y="164991"/>
                  </a:lnTo>
                  <a:lnTo>
                    <a:pt x="6814" y="164207"/>
                  </a:lnTo>
                  <a:lnTo>
                    <a:pt x="6506" y="162775"/>
                  </a:lnTo>
                  <a:lnTo>
                    <a:pt x="5773" y="161351"/>
                  </a:lnTo>
                  <a:lnTo>
                    <a:pt x="5044" y="160899"/>
                  </a:lnTo>
                  <a:lnTo>
                    <a:pt x="4680" y="161059"/>
                  </a:lnTo>
                  <a:lnTo>
                    <a:pt x="4719" y="159287"/>
                  </a:lnTo>
                  <a:lnTo>
                    <a:pt x="5006" y="156719"/>
                  </a:lnTo>
                  <a:lnTo>
                    <a:pt x="5280" y="155379"/>
                  </a:lnTo>
                  <a:lnTo>
                    <a:pt x="5644" y="154284"/>
                  </a:lnTo>
                  <a:lnTo>
                    <a:pt x="6030" y="153522"/>
                  </a:lnTo>
                  <a:lnTo>
                    <a:pt x="6116" y="152145"/>
                  </a:lnTo>
                  <a:lnTo>
                    <a:pt x="6054" y="150843"/>
                  </a:lnTo>
                  <a:lnTo>
                    <a:pt x="5608" y="150640"/>
                  </a:lnTo>
                  <a:lnTo>
                    <a:pt x="4490" y="149678"/>
                  </a:lnTo>
                  <a:lnTo>
                    <a:pt x="3831" y="148665"/>
                  </a:lnTo>
                  <a:lnTo>
                    <a:pt x="3339" y="147396"/>
                  </a:lnTo>
                  <a:lnTo>
                    <a:pt x="2698" y="145647"/>
                  </a:lnTo>
                  <a:lnTo>
                    <a:pt x="2425" y="143872"/>
                  </a:lnTo>
                  <a:lnTo>
                    <a:pt x="2410" y="142103"/>
                  </a:lnTo>
                  <a:lnTo>
                    <a:pt x="2489" y="141313"/>
                  </a:lnTo>
                  <a:lnTo>
                    <a:pt x="2535" y="140770"/>
                  </a:lnTo>
                  <a:lnTo>
                    <a:pt x="3053" y="138013"/>
                  </a:lnTo>
                  <a:lnTo>
                    <a:pt x="4873" y="135546"/>
                  </a:lnTo>
                  <a:lnTo>
                    <a:pt x="4673" y="133061"/>
                  </a:lnTo>
                  <a:lnTo>
                    <a:pt x="4647" y="131539"/>
                  </a:lnTo>
                  <a:lnTo>
                    <a:pt x="4205" y="130542"/>
                  </a:lnTo>
                  <a:lnTo>
                    <a:pt x="3321" y="130139"/>
                  </a:lnTo>
                  <a:lnTo>
                    <a:pt x="3087" y="129448"/>
                  </a:lnTo>
                  <a:lnTo>
                    <a:pt x="2989" y="128773"/>
                  </a:lnTo>
                  <a:lnTo>
                    <a:pt x="3637" y="127257"/>
                  </a:lnTo>
                  <a:lnTo>
                    <a:pt x="2854" y="126058"/>
                  </a:lnTo>
                  <a:lnTo>
                    <a:pt x="2517" y="124817"/>
                  </a:lnTo>
                  <a:lnTo>
                    <a:pt x="1427" y="123251"/>
                  </a:lnTo>
                  <a:lnTo>
                    <a:pt x="1311" y="122713"/>
                  </a:lnTo>
                  <a:lnTo>
                    <a:pt x="1835" y="118149"/>
                  </a:lnTo>
                  <a:lnTo>
                    <a:pt x="1435" y="116818"/>
                  </a:lnTo>
                  <a:lnTo>
                    <a:pt x="937" y="116138"/>
                  </a:lnTo>
                  <a:lnTo>
                    <a:pt x="357" y="115805"/>
                  </a:lnTo>
                  <a:lnTo>
                    <a:pt x="92" y="115171"/>
                  </a:lnTo>
                  <a:lnTo>
                    <a:pt x="0" y="114449"/>
                  </a:lnTo>
                  <a:lnTo>
                    <a:pt x="104" y="114000"/>
                  </a:lnTo>
                  <a:lnTo>
                    <a:pt x="785" y="114133"/>
                  </a:lnTo>
                  <a:lnTo>
                    <a:pt x="995" y="113664"/>
                  </a:lnTo>
                  <a:lnTo>
                    <a:pt x="2619" y="110983"/>
                  </a:lnTo>
                  <a:lnTo>
                    <a:pt x="2686" y="110468"/>
                  </a:lnTo>
                  <a:lnTo>
                    <a:pt x="2459" y="110176"/>
                  </a:lnTo>
                  <a:lnTo>
                    <a:pt x="2162" y="110021"/>
                  </a:lnTo>
                  <a:lnTo>
                    <a:pt x="2088" y="109458"/>
                  </a:lnTo>
                  <a:lnTo>
                    <a:pt x="2099" y="108716"/>
                  </a:lnTo>
                  <a:lnTo>
                    <a:pt x="2967" y="104854"/>
                  </a:lnTo>
                  <a:lnTo>
                    <a:pt x="3223" y="103206"/>
                  </a:lnTo>
                  <a:lnTo>
                    <a:pt x="3281" y="102042"/>
                  </a:lnTo>
                  <a:lnTo>
                    <a:pt x="3227" y="100892"/>
                  </a:lnTo>
                  <a:lnTo>
                    <a:pt x="2731" y="99084"/>
                  </a:lnTo>
                  <a:lnTo>
                    <a:pt x="2245" y="97641"/>
                  </a:lnTo>
                  <a:lnTo>
                    <a:pt x="2228" y="96493"/>
                  </a:lnTo>
                  <a:lnTo>
                    <a:pt x="1876" y="95888"/>
                  </a:lnTo>
                  <a:lnTo>
                    <a:pt x="874" y="92811"/>
                  </a:lnTo>
                  <a:lnTo>
                    <a:pt x="876" y="91620"/>
                  </a:lnTo>
                  <a:lnTo>
                    <a:pt x="1442" y="90695"/>
                  </a:lnTo>
                  <a:lnTo>
                    <a:pt x="2233" y="90105"/>
                  </a:lnTo>
                  <a:lnTo>
                    <a:pt x="2496" y="89619"/>
                  </a:lnTo>
                  <a:lnTo>
                    <a:pt x="2970" y="89313"/>
                  </a:lnTo>
                  <a:lnTo>
                    <a:pt x="4225" y="90201"/>
                  </a:lnTo>
                  <a:lnTo>
                    <a:pt x="4788" y="90971"/>
                  </a:lnTo>
                  <a:lnTo>
                    <a:pt x="4947" y="90812"/>
                  </a:lnTo>
                  <a:lnTo>
                    <a:pt x="5455" y="89974"/>
                  </a:lnTo>
                  <a:lnTo>
                    <a:pt x="6345" y="90105"/>
                  </a:lnTo>
                  <a:lnTo>
                    <a:pt x="8501" y="88423"/>
                  </a:lnTo>
                  <a:lnTo>
                    <a:pt x="8822" y="87614"/>
                  </a:lnTo>
                  <a:lnTo>
                    <a:pt x="9064" y="86754"/>
                  </a:lnTo>
                  <a:lnTo>
                    <a:pt x="9084" y="86376"/>
                  </a:lnTo>
                  <a:lnTo>
                    <a:pt x="8249" y="84721"/>
                  </a:lnTo>
                  <a:lnTo>
                    <a:pt x="8224" y="84109"/>
                  </a:lnTo>
                  <a:lnTo>
                    <a:pt x="8334" y="83419"/>
                  </a:lnTo>
                  <a:lnTo>
                    <a:pt x="8570" y="82874"/>
                  </a:lnTo>
                  <a:lnTo>
                    <a:pt x="9064" y="82503"/>
                  </a:lnTo>
                  <a:lnTo>
                    <a:pt x="9590" y="81777"/>
                  </a:lnTo>
                  <a:lnTo>
                    <a:pt x="10764" y="79717"/>
                  </a:lnTo>
                  <a:lnTo>
                    <a:pt x="11172" y="77929"/>
                  </a:lnTo>
                  <a:lnTo>
                    <a:pt x="11296" y="75994"/>
                  </a:lnTo>
                  <a:lnTo>
                    <a:pt x="11321" y="74555"/>
                  </a:lnTo>
                  <a:lnTo>
                    <a:pt x="11001" y="73409"/>
                  </a:lnTo>
                  <a:lnTo>
                    <a:pt x="10677" y="72667"/>
                  </a:lnTo>
                  <a:lnTo>
                    <a:pt x="10234" y="72780"/>
                  </a:lnTo>
                  <a:lnTo>
                    <a:pt x="9373" y="72721"/>
                  </a:lnTo>
                  <a:lnTo>
                    <a:pt x="8568" y="72079"/>
                  </a:lnTo>
                  <a:lnTo>
                    <a:pt x="8127" y="71038"/>
                  </a:lnTo>
                  <a:lnTo>
                    <a:pt x="8018" y="70124"/>
                  </a:lnTo>
                  <a:lnTo>
                    <a:pt x="8218" y="69548"/>
                  </a:lnTo>
                  <a:lnTo>
                    <a:pt x="8279" y="68841"/>
                  </a:lnTo>
                  <a:lnTo>
                    <a:pt x="8150" y="68130"/>
                  </a:lnTo>
                  <a:lnTo>
                    <a:pt x="8202" y="67532"/>
                  </a:lnTo>
                  <a:lnTo>
                    <a:pt x="8564" y="67053"/>
                  </a:lnTo>
                  <a:lnTo>
                    <a:pt x="11110" y="67069"/>
                  </a:lnTo>
                  <a:lnTo>
                    <a:pt x="11300" y="66543"/>
                  </a:lnTo>
                  <a:lnTo>
                    <a:pt x="11472" y="63782"/>
                  </a:lnTo>
                  <a:lnTo>
                    <a:pt x="12109" y="59579"/>
                  </a:lnTo>
                  <a:lnTo>
                    <a:pt x="12709" y="57239"/>
                  </a:lnTo>
                  <a:lnTo>
                    <a:pt x="12809" y="56255"/>
                  </a:lnTo>
                  <a:lnTo>
                    <a:pt x="12800" y="50709"/>
                  </a:lnTo>
                  <a:lnTo>
                    <a:pt x="12879" y="47900"/>
                  </a:lnTo>
                  <a:lnTo>
                    <a:pt x="12445" y="46580"/>
                  </a:lnTo>
                  <a:lnTo>
                    <a:pt x="11496" y="45135"/>
                  </a:lnTo>
                  <a:lnTo>
                    <a:pt x="11697" y="42127"/>
                  </a:lnTo>
                  <a:lnTo>
                    <a:pt x="12013" y="39783"/>
                  </a:lnTo>
                  <a:lnTo>
                    <a:pt x="12968" y="36900"/>
                  </a:lnTo>
                  <a:lnTo>
                    <a:pt x="13725" y="36108"/>
                  </a:lnTo>
                  <a:lnTo>
                    <a:pt x="17032" y="35637"/>
                  </a:lnTo>
                  <a:lnTo>
                    <a:pt x="20686" y="35831"/>
                  </a:lnTo>
                  <a:lnTo>
                    <a:pt x="22203" y="40184"/>
                  </a:lnTo>
                  <a:lnTo>
                    <a:pt x="21640" y="42421"/>
                  </a:lnTo>
                  <a:lnTo>
                    <a:pt x="22527" y="43463"/>
                  </a:lnTo>
                  <a:lnTo>
                    <a:pt x="22954" y="43082"/>
                  </a:lnTo>
                  <a:lnTo>
                    <a:pt x="23279" y="41136"/>
                  </a:lnTo>
                  <a:lnTo>
                    <a:pt x="23496" y="38980"/>
                  </a:lnTo>
                  <a:lnTo>
                    <a:pt x="23806" y="38328"/>
                  </a:lnTo>
                  <a:lnTo>
                    <a:pt x="24936" y="39938"/>
                  </a:lnTo>
                  <a:lnTo>
                    <a:pt x="25333" y="41042"/>
                  </a:lnTo>
                  <a:lnTo>
                    <a:pt x="25357" y="44591"/>
                  </a:lnTo>
                  <a:lnTo>
                    <a:pt x="25773" y="39785"/>
                  </a:lnTo>
                  <a:lnTo>
                    <a:pt x="25464" y="36421"/>
                  </a:lnTo>
                  <a:lnTo>
                    <a:pt x="25677" y="33160"/>
                  </a:lnTo>
                  <a:lnTo>
                    <a:pt x="26130" y="31465"/>
                  </a:lnTo>
                  <a:lnTo>
                    <a:pt x="26547" y="30385"/>
                  </a:lnTo>
                  <a:lnTo>
                    <a:pt x="29227" y="31547"/>
                  </a:lnTo>
                  <a:lnTo>
                    <a:pt x="32186" y="30948"/>
                  </a:lnTo>
                  <a:lnTo>
                    <a:pt x="33306" y="32203"/>
                  </a:lnTo>
                  <a:lnTo>
                    <a:pt x="35838" y="38497"/>
                  </a:lnTo>
                  <a:lnTo>
                    <a:pt x="36682" y="39527"/>
                  </a:lnTo>
                  <a:lnTo>
                    <a:pt x="37747" y="39852"/>
                  </a:lnTo>
                  <a:lnTo>
                    <a:pt x="36279" y="38506"/>
                  </a:lnTo>
                  <a:lnTo>
                    <a:pt x="33210" y="30854"/>
                  </a:lnTo>
                  <a:lnTo>
                    <a:pt x="32291" y="29906"/>
                  </a:lnTo>
                  <a:lnTo>
                    <a:pt x="30880" y="29619"/>
                  </a:lnTo>
                  <a:lnTo>
                    <a:pt x="30000" y="28872"/>
                  </a:lnTo>
                  <a:lnTo>
                    <a:pt x="29445" y="27716"/>
                  </a:lnTo>
                  <a:lnTo>
                    <a:pt x="29283" y="26683"/>
                  </a:lnTo>
                  <a:lnTo>
                    <a:pt x="29313" y="18986"/>
                  </a:lnTo>
                  <a:lnTo>
                    <a:pt x="28783" y="17840"/>
                  </a:lnTo>
                  <a:lnTo>
                    <a:pt x="28099" y="17442"/>
                  </a:lnTo>
                  <a:lnTo>
                    <a:pt x="27673" y="17968"/>
                  </a:lnTo>
                  <a:lnTo>
                    <a:pt x="26797" y="17976"/>
                  </a:lnTo>
                  <a:lnTo>
                    <a:pt x="26613" y="16233"/>
                  </a:lnTo>
                  <a:lnTo>
                    <a:pt x="26827" y="14941"/>
                  </a:lnTo>
                  <a:lnTo>
                    <a:pt x="28587" y="14058"/>
                  </a:lnTo>
                  <a:lnTo>
                    <a:pt x="29747" y="12875"/>
                  </a:lnTo>
                  <a:lnTo>
                    <a:pt x="29799" y="10785"/>
                  </a:lnTo>
                  <a:lnTo>
                    <a:pt x="29066" y="9141"/>
                  </a:lnTo>
                  <a:lnTo>
                    <a:pt x="28188" y="6127"/>
                  </a:lnTo>
                  <a:lnTo>
                    <a:pt x="27156" y="3293"/>
                  </a:lnTo>
                  <a:lnTo>
                    <a:pt x="27045" y="0"/>
                  </a:lnTo>
                  <a:lnTo>
                    <a:pt x="28838" y="64"/>
                  </a:lnTo>
                  <a:lnTo>
                    <a:pt x="29277" y="189"/>
                  </a:lnTo>
                  <a:lnTo>
                    <a:pt x="31997" y="1732"/>
                  </a:lnTo>
                  <a:lnTo>
                    <a:pt x="32662" y="2816"/>
                  </a:lnTo>
                  <a:lnTo>
                    <a:pt x="33498" y="2866"/>
                  </a:lnTo>
                  <a:lnTo>
                    <a:pt x="35005" y="1858"/>
                  </a:lnTo>
                  <a:lnTo>
                    <a:pt x="36131" y="1415"/>
                  </a:lnTo>
                  <a:lnTo>
                    <a:pt x="36567" y="2037"/>
                  </a:lnTo>
                  <a:lnTo>
                    <a:pt x="37180" y="229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2902488" y="2007137"/>
              <a:ext cx="3315" cy="8617"/>
            </a:xfrm>
            <a:custGeom>
              <a:avLst/>
              <a:pathLst>
                <a:path w="3315" h="8617">
                  <a:moveTo>
                    <a:pt x="221" y="8030"/>
                  </a:moveTo>
                  <a:lnTo>
                    <a:pt x="0" y="8617"/>
                  </a:lnTo>
                  <a:lnTo>
                    <a:pt x="106" y="4445"/>
                  </a:lnTo>
                  <a:lnTo>
                    <a:pt x="1158" y="0"/>
                  </a:lnTo>
                  <a:lnTo>
                    <a:pt x="1603" y="99"/>
                  </a:lnTo>
                  <a:lnTo>
                    <a:pt x="1148" y="1300"/>
                  </a:lnTo>
                  <a:lnTo>
                    <a:pt x="1016" y="2141"/>
                  </a:lnTo>
                  <a:lnTo>
                    <a:pt x="831" y="3822"/>
                  </a:lnTo>
                  <a:lnTo>
                    <a:pt x="915" y="4694"/>
                  </a:lnTo>
                  <a:lnTo>
                    <a:pt x="3315" y="4934"/>
                  </a:lnTo>
                  <a:lnTo>
                    <a:pt x="3037" y="5713"/>
                  </a:lnTo>
                  <a:lnTo>
                    <a:pt x="602" y="623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3224354" y="3258543"/>
              <a:ext cx="15815" cy="52230"/>
            </a:xfrm>
            <a:custGeom>
              <a:avLst/>
              <a:pathLst>
                <a:path w="15815" h="52230">
                  <a:moveTo>
                    <a:pt x="14241" y="35718"/>
                  </a:moveTo>
                  <a:lnTo>
                    <a:pt x="13408" y="39680"/>
                  </a:lnTo>
                  <a:lnTo>
                    <a:pt x="12343" y="44744"/>
                  </a:lnTo>
                  <a:lnTo>
                    <a:pt x="11133" y="50507"/>
                  </a:lnTo>
                  <a:lnTo>
                    <a:pt x="10377" y="50547"/>
                  </a:lnTo>
                  <a:lnTo>
                    <a:pt x="9790" y="50213"/>
                  </a:lnTo>
                  <a:lnTo>
                    <a:pt x="9388" y="49234"/>
                  </a:lnTo>
                  <a:lnTo>
                    <a:pt x="8559" y="48173"/>
                  </a:lnTo>
                  <a:lnTo>
                    <a:pt x="7624" y="48100"/>
                  </a:lnTo>
                  <a:lnTo>
                    <a:pt x="6734" y="49096"/>
                  </a:lnTo>
                  <a:lnTo>
                    <a:pt x="5224" y="50332"/>
                  </a:lnTo>
                  <a:lnTo>
                    <a:pt x="3860" y="50735"/>
                  </a:lnTo>
                  <a:lnTo>
                    <a:pt x="2763" y="51422"/>
                  </a:lnTo>
                  <a:lnTo>
                    <a:pt x="1853" y="52230"/>
                  </a:lnTo>
                  <a:lnTo>
                    <a:pt x="1033" y="51793"/>
                  </a:lnTo>
                  <a:lnTo>
                    <a:pt x="322" y="51064"/>
                  </a:lnTo>
                  <a:lnTo>
                    <a:pt x="167" y="44938"/>
                  </a:lnTo>
                  <a:lnTo>
                    <a:pt x="0" y="38286"/>
                  </a:lnTo>
                  <a:lnTo>
                    <a:pt x="17" y="33079"/>
                  </a:lnTo>
                  <a:lnTo>
                    <a:pt x="269" y="30215"/>
                  </a:lnTo>
                  <a:lnTo>
                    <a:pt x="490" y="29100"/>
                  </a:lnTo>
                  <a:lnTo>
                    <a:pt x="1778" y="25138"/>
                  </a:lnTo>
                  <a:lnTo>
                    <a:pt x="2223" y="23528"/>
                  </a:lnTo>
                  <a:lnTo>
                    <a:pt x="3696" y="16974"/>
                  </a:lnTo>
                  <a:lnTo>
                    <a:pt x="4957" y="11356"/>
                  </a:lnTo>
                  <a:lnTo>
                    <a:pt x="5901" y="7156"/>
                  </a:lnTo>
                  <a:lnTo>
                    <a:pt x="6190" y="6329"/>
                  </a:lnTo>
                  <a:lnTo>
                    <a:pt x="6588" y="5533"/>
                  </a:lnTo>
                  <a:lnTo>
                    <a:pt x="6871" y="5761"/>
                  </a:lnTo>
                  <a:lnTo>
                    <a:pt x="8704" y="9811"/>
                  </a:lnTo>
                  <a:lnTo>
                    <a:pt x="9027" y="9700"/>
                  </a:lnTo>
                  <a:lnTo>
                    <a:pt x="9640" y="8443"/>
                  </a:lnTo>
                  <a:lnTo>
                    <a:pt x="10196" y="4114"/>
                  </a:lnTo>
                  <a:lnTo>
                    <a:pt x="10587" y="2535"/>
                  </a:lnTo>
                  <a:lnTo>
                    <a:pt x="10754" y="2579"/>
                  </a:lnTo>
                  <a:lnTo>
                    <a:pt x="11930" y="1367"/>
                  </a:lnTo>
                  <a:lnTo>
                    <a:pt x="12998" y="0"/>
                  </a:lnTo>
                  <a:lnTo>
                    <a:pt x="13134" y="1422"/>
                  </a:lnTo>
                  <a:lnTo>
                    <a:pt x="14747" y="7231"/>
                  </a:lnTo>
                  <a:lnTo>
                    <a:pt x="15274" y="10092"/>
                  </a:lnTo>
                  <a:lnTo>
                    <a:pt x="15815" y="15325"/>
                  </a:lnTo>
                  <a:lnTo>
                    <a:pt x="15532" y="18241"/>
                  </a:lnTo>
                  <a:lnTo>
                    <a:pt x="15113" y="20140"/>
                  </a:lnTo>
                  <a:lnTo>
                    <a:pt x="14491" y="21838"/>
                  </a:lnTo>
                  <a:lnTo>
                    <a:pt x="12338" y="25989"/>
                  </a:lnTo>
                  <a:lnTo>
                    <a:pt x="9944" y="28638"/>
                  </a:lnTo>
                  <a:lnTo>
                    <a:pt x="8415" y="33936"/>
                  </a:lnTo>
                  <a:lnTo>
                    <a:pt x="7278" y="33580"/>
                  </a:lnTo>
                  <a:lnTo>
                    <a:pt x="7451" y="35585"/>
                  </a:lnTo>
                  <a:lnTo>
                    <a:pt x="7874" y="35808"/>
                  </a:lnTo>
                  <a:lnTo>
                    <a:pt x="8537" y="35429"/>
                  </a:lnTo>
                  <a:lnTo>
                    <a:pt x="9854" y="33889"/>
                  </a:lnTo>
                  <a:lnTo>
                    <a:pt x="11025" y="33153"/>
                  </a:lnTo>
                  <a:lnTo>
                    <a:pt x="12287" y="33098"/>
                  </a:lnTo>
                  <a:lnTo>
                    <a:pt x="13430" y="3376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2231783" y="3172127"/>
              <a:ext cx="2211" cy="11991"/>
            </a:xfrm>
            <a:custGeom>
              <a:avLst/>
              <a:pathLst>
                <a:path w="2211" h="11991">
                  <a:moveTo>
                    <a:pt x="1917" y="11349"/>
                  </a:moveTo>
                  <a:lnTo>
                    <a:pt x="1016" y="11991"/>
                  </a:lnTo>
                  <a:lnTo>
                    <a:pt x="629" y="6892"/>
                  </a:lnTo>
                  <a:lnTo>
                    <a:pt x="0" y="3190"/>
                  </a:lnTo>
                  <a:lnTo>
                    <a:pt x="108" y="875"/>
                  </a:lnTo>
                  <a:lnTo>
                    <a:pt x="221" y="0"/>
                  </a:lnTo>
                  <a:lnTo>
                    <a:pt x="1549" y="1419"/>
                  </a:lnTo>
                  <a:lnTo>
                    <a:pt x="1960" y="3143"/>
                  </a:lnTo>
                  <a:lnTo>
                    <a:pt x="2211" y="76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2928935" y="2010297"/>
              <a:ext cx="7021" cy="9542"/>
            </a:xfrm>
            <a:custGeom>
              <a:avLst/>
              <a:pathLst>
                <a:path w="7021" h="9542">
                  <a:moveTo>
                    <a:pt x="3132" y="1777"/>
                  </a:moveTo>
                  <a:lnTo>
                    <a:pt x="4834" y="3611"/>
                  </a:lnTo>
                  <a:lnTo>
                    <a:pt x="5985" y="3505"/>
                  </a:lnTo>
                  <a:lnTo>
                    <a:pt x="6768" y="4266"/>
                  </a:lnTo>
                  <a:lnTo>
                    <a:pt x="6954" y="5440"/>
                  </a:lnTo>
                  <a:lnTo>
                    <a:pt x="7021" y="8048"/>
                  </a:lnTo>
                  <a:lnTo>
                    <a:pt x="6199" y="8808"/>
                  </a:lnTo>
                  <a:lnTo>
                    <a:pt x="5291" y="8550"/>
                  </a:lnTo>
                  <a:lnTo>
                    <a:pt x="4055" y="9542"/>
                  </a:lnTo>
                  <a:lnTo>
                    <a:pt x="0" y="5280"/>
                  </a:lnTo>
                  <a:lnTo>
                    <a:pt x="59" y="1726"/>
                  </a:lnTo>
                  <a:lnTo>
                    <a:pt x="221" y="331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2920901" y="2009973"/>
              <a:ext cx="2931" cy="3710"/>
            </a:xfrm>
            <a:custGeom>
              <a:avLst/>
              <a:pathLst>
                <a:path w="2931" h="3710">
                  <a:moveTo>
                    <a:pt x="2734" y="3403"/>
                  </a:moveTo>
                  <a:lnTo>
                    <a:pt x="2089" y="3710"/>
                  </a:lnTo>
                  <a:lnTo>
                    <a:pt x="1351" y="3067"/>
                  </a:lnTo>
                  <a:lnTo>
                    <a:pt x="151" y="643"/>
                  </a:lnTo>
                  <a:lnTo>
                    <a:pt x="0" y="0"/>
                  </a:lnTo>
                  <a:lnTo>
                    <a:pt x="630" y="411"/>
                  </a:lnTo>
                  <a:lnTo>
                    <a:pt x="1413" y="1678"/>
                  </a:lnTo>
                  <a:lnTo>
                    <a:pt x="2055" y="1947"/>
                  </a:lnTo>
                  <a:lnTo>
                    <a:pt x="2931" y="301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2939349" y="2006978"/>
              <a:ext cx="4137" cy="5071"/>
            </a:xfrm>
            <a:custGeom>
              <a:avLst/>
              <a:pathLst>
                <a:path w="4137" h="5071">
                  <a:moveTo>
                    <a:pt x="4137" y="2905"/>
                  </a:moveTo>
                  <a:lnTo>
                    <a:pt x="3770" y="3345"/>
                  </a:lnTo>
                  <a:lnTo>
                    <a:pt x="2294" y="3022"/>
                  </a:lnTo>
                  <a:lnTo>
                    <a:pt x="630" y="5071"/>
                  </a:lnTo>
                  <a:lnTo>
                    <a:pt x="0" y="4423"/>
                  </a:lnTo>
                  <a:lnTo>
                    <a:pt x="238" y="3115"/>
                  </a:lnTo>
                  <a:lnTo>
                    <a:pt x="412" y="2638"/>
                  </a:lnTo>
                  <a:lnTo>
                    <a:pt x="971" y="2083"/>
                  </a:lnTo>
                  <a:lnTo>
                    <a:pt x="1345" y="1271"/>
                  </a:lnTo>
                  <a:lnTo>
                    <a:pt x="1491" y="0"/>
                  </a:lnTo>
                  <a:lnTo>
                    <a:pt x="1838" y="685"/>
                  </a:lnTo>
                  <a:lnTo>
                    <a:pt x="2868" y="972"/>
                  </a:lnTo>
                  <a:lnTo>
                    <a:pt x="3371" y="1377"/>
                  </a:lnTo>
                  <a:lnTo>
                    <a:pt x="3791" y="197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2916779" y="2006832"/>
              <a:ext cx="2788" cy="5808"/>
            </a:xfrm>
            <a:custGeom>
              <a:avLst/>
              <a:pathLst>
                <a:path w="2788" h="5808">
                  <a:moveTo>
                    <a:pt x="2788" y="5397"/>
                  </a:moveTo>
                  <a:lnTo>
                    <a:pt x="1787" y="5808"/>
                  </a:lnTo>
                  <a:lnTo>
                    <a:pt x="1275" y="5094"/>
                  </a:lnTo>
                  <a:lnTo>
                    <a:pt x="337" y="4817"/>
                  </a:lnTo>
                  <a:lnTo>
                    <a:pt x="0" y="269"/>
                  </a:lnTo>
                  <a:lnTo>
                    <a:pt x="96" y="0"/>
                  </a:lnTo>
                  <a:lnTo>
                    <a:pt x="568" y="318"/>
                  </a:lnTo>
                  <a:lnTo>
                    <a:pt x="2188" y="2439"/>
                  </a:lnTo>
                  <a:lnTo>
                    <a:pt x="2754" y="476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2924956" y="2004208"/>
              <a:ext cx="3166" cy="12197"/>
            </a:xfrm>
            <a:custGeom>
              <a:avLst/>
              <a:pathLst>
                <a:path w="3166" h="12197">
                  <a:moveTo>
                    <a:pt x="1080" y="12030"/>
                  </a:moveTo>
                  <a:lnTo>
                    <a:pt x="654" y="12197"/>
                  </a:lnTo>
                  <a:lnTo>
                    <a:pt x="75" y="9803"/>
                  </a:lnTo>
                  <a:lnTo>
                    <a:pt x="0" y="9055"/>
                  </a:lnTo>
                  <a:lnTo>
                    <a:pt x="680" y="7522"/>
                  </a:lnTo>
                  <a:lnTo>
                    <a:pt x="1120" y="5787"/>
                  </a:lnTo>
                  <a:lnTo>
                    <a:pt x="2259" y="3122"/>
                  </a:lnTo>
                  <a:lnTo>
                    <a:pt x="2916" y="0"/>
                  </a:lnTo>
                  <a:lnTo>
                    <a:pt x="3166" y="49"/>
                  </a:lnTo>
                  <a:lnTo>
                    <a:pt x="2875" y="2829"/>
                  </a:lnTo>
                  <a:lnTo>
                    <a:pt x="1380" y="1058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2964011" y="2000104"/>
              <a:ext cx="4354" cy="8622"/>
            </a:xfrm>
            <a:custGeom>
              <a:avLst/>
              <a:pathLst>
                <a:path w="4354" h="8622">
                  <a:moveTo>
                    <a:pt x="3879" y="8121"/>
                  </a:moveTo>
                  <a:lnTo>
                    <a:pt x="3524" y="8622"/>
                  </a:lnTo>
                  <a:lnTo>
                    <a:pt x="1935" y="7794"/>
                  </a:lnTo>
                  <a:lnTo>
                    <a:pt x="0" y="5746"/>
                  </a:lnTo>
                  <a:lnTo>
                    <a:pt x="283" y="1734"/>
                  </a:lnTo>
                  <a:lnTo>
                    <a:pt x="780" y="0"/>
                  </a:lnTo>
                  <a:lnTo>
                    <a:pt x="4311" y="4497"/>
                  </a:lnTo>
                  <a:lnTo>
                    <a:pt x="4354" y="619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2917623" y="1990764"/>
              <a:ext cx="9231" cy="16667"/>
            </a:xfrm>
            <a:custGeom>
              <a:avLst/>
              <a:pathLst>
                <a:path w="9231" h="16667">
                  <a:moveTo>
                    <a:pt x="7557" y="89"/>
                  </a:moveTo>
                  <a:lnTo>
                    <a:pt x="7958" y="1631"/>
                  </a:lnTo>
                  <a:lnTo>
                    <a:pt x="8451" y="4920"/>
                  </a:lnTo>
                  <a:lnTo>
                    <a:pt x="9231" y="8597"/>
                  </a:lnTo>
                  <a:lnTo>
                    <a:pt x="8905" y="10137"/>
                  </a:lnTo>
                  <a:lnTo>
                    <a:pt x="9127" y="12109"/>
                  </a:lnTo>
                  <a:lnTo>
                    <a:pt x="8904" y="14167"/>
                  </a:lnTo>
                  <a:lnTo>
                    <a:pt x="7352" y="16559"/>
                  </a:lnTo>
                  <a:lnTo>
                    <a:pt x="5612" y="16667"/>
                  </a:lnTo>
                  <a:lnTo>
                    <a:pt x="3803" y="15511"/>
                  </a:lnTo>
                  <a:lnTo>
                    <a:pt x="1247" y="13287"/>
                  </a:lnTo>
                  <a:lnTo>
                    <a:pt x="1042" y="12037"/>
                  </a:lnTo>
                  <a:lnTo>
                    <a:pt x="683" y="11344"/>
                  </a:lnTo>
                  <a:lnTo>
                    <a:pt x="0" y="7553"/>
                  </a:lnTo>
                  <a:lnTo>
                    <a:pt x="15" y="2877"/>
                  </a:lnTo>
                  <a:lnTo>
                    <a:pt x="1300" y="2291"/>
                  </a:lnTo>
                  <a:lnTo>
                    <a:pt x="4106" y="59"/>
                  </a:lnTo>
                  <a:lnTo>
                    <a:pt x="4755" y="409"/>
                  </a:lnTo>
                  <a:lnTo>
                    <a:pt x="5432" y="1551"/>
                  </a:lnTo>
                  <a:lnTo>
                    <a:pt x="6211" y="1618"/>
                  </a:lnTo>
                  <a:lnTo>
                    <a:pt x="7342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2943209" y="1988772"/>
              <a:ext cx="1397" cy="3729"/>
            </a:xfrm>
            <a:custGeom>
              <a:avLst/>
              <a:pathLst>
                <a:path w="1397" h="3729">
                  <a:moveTo>
                    <a:pt x="1397" y="2472"/>
                  </a:moveTo>
                  <a:lnTo>
                    <a:pt x="492" y="3729"/>
                  </a:lnTo>
                  <a:lnTo>
                    <a:pt x="293" y="3663"/>
                  </a:lnTo>
                  <a:lnTo>
                    <a:pt x="0" y="1939"/>
                  </a:lnTo>
                  <a:lnTo>
                    <a:pt x="476" y="890"/>
                  </a:lnTo>
                  <a:lnTo>
                    <a:pt x="758" y="0"/>
                  </a:lnTo>
                  <a:lnTo>
                    <a:pt x="958" y="25"/>
                  </a:lnTo>
                  <a:lnTo>
                    <a:pt x="1231" y="98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2923941" y="1979561"/>
              <a:ext cx="1399" cy="6703"/>
            </a:xfrm>
            <a:custGeom>
              <a:avLst/>
              <a:pathLst>
                <a:path w="1399" h="6703">
                  <a:moveTo>
                    <a:pt x="876" y="6172"/>
                  </a:moveTo>
                  <a:lnTo>
                    <a:pt x="713" y="6703"/>
                  </a:lnTo>
                  <a:lnTo>
                    <a:pt x="104" y="6150"/>
                  </a:lnTo>
                  <a:lnTo>
                    <a:pt x="40" y="4238"/>
                  </a:lnTo>
                  <a:lnTo>
                    <a:pt x="271" y="2522"/>
                  </a:lnTo>
                  <a:lnTo>
                    <a:pt x="0" y="986"/>
                  </a:lnTo>
                  <a:lnTo>
                    <a:pt x="298" y="0"/>
                  </a:lnTo>
                  <a:lnTo>
                    <a:pt x="1155" y="2298"/>
                  </a:lnTo>
                  <a:lnTo>
                    <a:pt x="1399" y="3379"/>
                  </a:lnTo>
                  <a:lnTo>
                    <a:pt x="1069" y="46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2928390" y="1975715"/>
              <a:ext cx="15665" cy="39876"/>
            </a:xfrm>
            <a:custGeom>
              <a:avLst/>
              <a:pathLst>
                <a:path w="15665" h="39876">
                  <a:moveTo>
                    <a:pt x="15284" y="9959"/>
                  </a:moveTo>
                  <a:lnTo>
                    <a:pt x="15307" y="12917"/>
                  </a:lnTo>
                  <a:lnTo>
                    <a:pt x="15057" y="13778"/>
                  </a:lnTo>
                  <a:lnTo>
                    <a:pt x="14690" y="14345"/>
                  </a:lnTo>
                  <a:lnTo>
                    <a:pt x="13730" y="14947"/>
                  </a:lnTo>
                  <a:lnTo>
                    <a:pt x="12898" y="15787"/>
                  </a:lnTo>
                  <a:lnTo>
                    <a:pt x="12156" y="17263"/>
                  </a:lnTo>
                  <a:lnTo>
                    <a:pt x="11883" y="19372"/>
                  </a:lnTo>
                  <a:lnTo>
                    <a:pt x="12463" y="20916"/>
                  </a:lnTo>
                  <a:lnTo>
                    <a:pt x="13519" y="21761"/>
                  </a:lnTo>
                  <a:lnTo>
                    <a:pt x="13787" y="24701"/>
                  </a:lnTo>
                  <a:lnTo>
                    <a:pt x="12916" y="26151"/>
                  </a:lnTo>
                  <a:lnTo>
                    <a:pt x="10681" y="27598"/>
                  </a:lnTo>
                  <a:lnTo>
                    <a:pt x="10446" y="31091"/>
                  </a:lnTo>
                  <a:lnTo>
                    <a:pt x="10518" y="33844"/>
                  </a:lnTo>
                  <a:lnTo>
                    <a:pt x="10478" y="35845"/>
                  </a:lnTo>
                  <a:lnTo>
                    <a:pt x="10300" y="38614"/>
                  </a:lnTo>
                  <a:lnTo>
                    <a:pt x="8492" y="39876"/>
                  </a:lnTo>
                  <a:lnTo>
                    <a:pt x="7325" y="35659"/>
                  </a:lnTo>
                  <a:lnTo>
                    <a:pt x="7315" y="33971"/>
                  </a:lnTo>
                  <a:lnTo>
                    <a:pt x="6967" y="32000"/>
                  </a:lnTo>
                  <a:lnTo>
                    <a:pt x="6901" y="30320"/>
                  </a:lnTo>
                  <a:lnTo>
                    <a:pt x="6488" y="27634"/>
                  </a:lnTo>
                  <a:lnTo>
                    <a:pt x="4777" y="26907"/>
                  </a:lnTo>
                  <a:lnTo>
                    <a:pt x="4113" y="26811"/>
                  </a:lnTo>
                  <a:lnTo>
                    <a:pt x="3185" y="27311"/>
                  </a:lnTo>
                  <a:lnTo>
                    <a:pt x="2955" y="27116"/>
                  </a:lnTo>
                  <a:lnTo>
                    <a:pt x="1843" y="23447"/>
                  </a:lnTo>
                  <a:lnTo>
                    <a:pt x="2026" y="19398"/>
                  </a:lnTo>
                  <a:lnTo>
                    <a:pt x="1433" y="17355"/>
                  </a:lnTo>
                  <a:lnTo>
                    <a:pt x="1351" y="16430"/>
                  </a:lnTo>
                  <a:lnTo>
                    <a:pt x="1366" y="15406"/>
                  </a:lnTo>
                  <a:lnTo>
                    <a:pt x="878" y="14562"/>
                  </a:lnTo>
                  <a:lnTo>
                    <a:pt x="287" y="14114"/>
                  </a:lnTo>
                  <a:lnTo>
                    <a:pt x="0" y="11836"/>
                  </a:lnTo>
                  <a:lnTo>
                    <a:pt x="679" y="11284"/>
                  </a:lnTo>
                  <a:lnTo>
                    <a:pt x="2360" y="11551"/>
                  </a:lnTo>
                  <a:lnTo>
                    <a:pt x="2851" y="11395"/>
                  </a:lnTo>
                  <a:lnTo>
                    <a:pt x="3300" y="10920"/>
                  </a:lnTo>
                  <a:lnTo>
                    <a:pt x="4660" y="7175"/>
                  </a:lnTo>
                  <a:lnTo>
                    <a:pt x="4620" y="6349"/>
                  </a:lnTo>
                  <a:lnTo>
                    <a:pt x="4766" y="5279"/>
                  </a:lnTo>
                  <a:lnTo>
                    <a:pt x="6237" y="4882"/>
                  </a:lnTo>
                  <a:lnTo>
                    <a:pt x="6892" y="6329"/>
                  </a:lnTo>
                  <a:lnTo>
                    <a:pt x="6761" y="8646"/>
                  </a:lnTo>
                  <a:lnTo>
                    <a:pt x="6845" y="11616"/>
                  </a:lnTo>
                  <a:lnTo>
                    <a:pt x="7735" y="12424"/>
                  </a:lnTo>
                  <a:lnTo>
                    <a:pt x="8083" y="12542"/>
                  </a:lnTo>
                  <a:lnTo>
                    <a:pt x="8454" y="10349"/>
                  </a:lnTo>
                  <a:lnTo>
                    <a:pt x="8714" y="9282"/>
                  </a:lnTo>
                  <a:lnTo>
                    <a:pt x="9067" y="8688"/>
                  </a:lnTo>
                  <a:lnTo>
                    <a:pt x="9187" y="6684"/>
                  </a:lnTo>
                  <a:lnTo>
                    <a:pt x="8978" y="5460"/>
                  </a:lnTo>
                  <a:lnTo>
                    <a:pt x="8532" y="4549"/>
                  </a:lnTo>
                  <a:lnTo>
                    <a:pt x="10197" y="2067"/>
                  </a:lnTo>
                  <a:lnTo>
                    <a:pt x="11921" y="102"/>
                  </a:lnTo>
                  <a:lnTo>
                    <a:pt x="12924" y="0"/>
                  </a:lnTo>
                  <a:lnTo>
                    <a:pt x="13933" y="480"/>
                  </a:lnTo>
                  <a:lnTo>
                    <a:pt x="14871" y="1144"/>
                  </a:lnTo>
                  <a:lnTo>
                    <a:pt x="15379" y="1715"/>
                  </a:lnTo>
                  <a:lnTo>
                    <a:pt x="15665" y="2633"/>
                  </a:lnTo>
                  <a:lnTo>
                    <a:pt x="15036" y="4820"/>
                  </a:lnTo>
                  <a:lnTo>
                    <a:pt x="14861" y="601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2927380" y="1940025"/>
              <a:ext cx="2890" cy="2979"/>
            </a:xfrm>
            <a:custGeom>
              <a:avLst/>
              <a:pathLst>
                <a:path w="2890" h="2979">
                  <a:moveTo>
                    <a:pt x="1714" y="2286"/>
                  </a:moveTo>
                  <a:lnTo>
                    <a:pt x="1322" y="2979"/>
                  </a:lnTo>
                  <a:lnTo>
                    <a:pt x="0" y="1999"/>
                  </a:lnTo>
                  <a:lnTo>
                    <a:pt x="583" y="630"/>
                  </a:lnTo>
                  <a:lnTo>
                    <a:pt x="2037" y="0"/>
                  </a:lnTo>
                  <a:lnTo>
                    <a:pt x="2890" y="207"/>
                  </a:lnTo>
                  <a:lnTo>
                    <a:pt x="1951" y="156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2900920" y="1927999"/>
              <a:ext cx="26963" cy="86596"/>
            </a:xfrm>
            <a:custGeom>
              <a:avLst/>
              <a:pathLst>
                <a:path w="26963" h="86596">
                  <a:moveTo>
                    <a:pt x="15557" y="86028"/>
                  </a:moveTo>
                  <a:lnTo>
                    <a:pt x="15415" y="86028"/>
                  </a:lnTo>
                  <a:lnTo>
                    <a:pt x="14802" y="85767"/>
                  </a:lnTo>
                  <a:lnTo>
                    <a:pt x="14366" y="85145"/>
                  </a:lnTo>
                  <a:lnTo>
                    <a:pt x="13240" y="85588"/>
                  </a:lnTo>
                  <a:lnTo>
                    <a:pt x="11733" y="86596"/>
                  </a:lnTo>
                  <a:lnTo>
                    <a:pt x="10897" y="86546"/>
                  </a:lnTo>
                  <a:lnTo>
                    <a:pt x="10232" y="85462"/>
                  </a:lnTo>
                  <a:lnTo>
                    <a:pt x="7512" y="83919"/>
                  </a:lnTo>
                  <a:lnTo>
                    <a:pt x="7073" y="83794"/>
                  </a:lnTo>
                  <a:lnTo>
                    <a:pt x="5276" y="83727"/>
                  </a:lnTo>
                  <a:lnTo>
                    <a:pt x="5190" y="81288"/>
                  </a:lnTo>
                  <a:lnTo>
                    <a:pt x="4968" y="79527"/>
                  </a:lnTo>
                  <a:lnTo>
                    <a:pt x="4340" y="76905"/>
                  </a:lnTo>
                  <a:lnTo>
                    <a:pt x="5271" y="76273"/>
                  </a:lnTo>
                  <a:lnTo>
                    <a:pt x="5091" y="71164"/>
                  </a:lnTo>
                  <a:lnTo>
                    <a:pt x="4753" y="68515"/>
                  </a:lnTo>
                  <a:lnTo>
                    <a:pt x="2151" y="65794"/>
                  </a:lnTo>
                  <a:lnTo>
                    <a:pt x="102" y="63149"/>
                  </a:lnTo>
                  <a:lnTo>
                    <a:pt x="575" y="54244"/>
                  </a:lnTo>
                  <a:lnTo>
                    <a:pt x="777" y="51845"/>
                  </a:lnTo>
                  <a:lnTo>
                    <a:pt x="0" y="47190"/>
                  </a:lnTo>
                  <a:lnTo>
                    <a:pt x="80" y="41833"/>
                  </a:lnTo>
                  <a:lnTo>
                    <a:pt x="408" y="33391"/>
                  </a:lnTo>
                  <a:lnTo>
                    <a:pt x="1059" y="33060"/>
                  </a:lnTo>
                  <a:lnTo>
                    <a:pt x="1537" y="33101"/>
                  </a:lnTo>
                  <a:lnTo>
                    <a:pt x="3380" y="34616"/>
                  </a:lnTo>
                  <a:lnTo>
                    <a:pt x="4147" y="34767"/>
                  </a:lnTo>
                  <a:lnTo>
                    <a:pt x="4673" y="36121"/>
                  </a:lnTo>
                  <a:lnTo>
                    <a:pt x="5289" y="36678"/>
                  </a:lnTo>
                  <a:lnTo>
                    <a:pt x="5735" y="35240"/>
                  </a:lnTo>
                  <a:lnTo>
                    <a:pt x="5909" y="32783"/>
                  </a:lnTo>
                  <a:lnTo>
                    <a:pt x="7369" y="29603"/>
                  </a:lnTo>
                  <a:lnTo>
                    <a:pt x="8393" y="28429"/>
                  </a:lnTo>
                  <a:lnTo>
                    <a:pt x="9090" y="27866"/>
                  </a:lnTo>
                  <a:lnTo>
                    <a:pt x="9794" y="29149"/>
                  </a:lnTo>
                  <a:lnTo>
                    <a:pt x="10333" y="30590"/>
                  </a:lnTo>
                  <a:lnTo>
                    <a:pt x="10461" y="27436"/>
                  </a:lnTo>
                  <a:lnTo>
                    <a:pt x="10896" y="21428"/>
                  </a:lnTo>
                  <a:lnTo>
                    <a:pt x="9507" y="20485"/>
                  </a:lnTo>
                  <a:lnTo>
                    <a:pt x="8376" y="21299"/>
                  </a:lnTo>
                  <a:lnTo>
                    <a:pt x="7254" y="25106"/>
                  </a:lnTo>
                  <a:lnTo>
                    <a:pt x="6253" y="29892"/>
                  </a:lnTo>
                  <a:lnTo>
                    <a:pt x="4630" y="30332"/>
                  </a:lnTo>
                  <a:lnTo>
                    <a:pt x="3334" y="31687"/>
                  </a:lnTo>
                  <a:lnTo>
                    <a:pt x="2164" y="30282"/>
                  </a:lnTo>
                  <a:lnTo>
                    <a:pt x="1411" y="29044"/>
                  </a:lnTo>
                  <a:lnTo>
                    <a:pt x="1392" y="27231"/>
                  </a:lnTo>
                  <a:lnTo>
                    <a:pt x="1563" y="26138"/>
                  </a:lnTo>
                  <a:lnTo>
                    <a:pt x="2937" y="22235"/>
                  </a:lnTo>
                  <a:lnTo>
                    <a:pt x="4778" y="18486"/>
                  </a:lnTo>
                  <a:lnTo>
                    <a:pt x="6633" y="18522"/>
                  </a:lnTo>
                  <a:lnTo>
                    <a:pt x="7986" y="17325"/>
                  </a:lnTo>
                  <a:lnTo>
                    <a:pt x="8795" y="17182"/>
                  </a:lnTo>
                  <a:lnTo>
                    <a:pt x="11318" y="17445"/>
                  </a:lnTo>
                  <a:lnTo>
                    <a:pt x="12614" y="16624"/>
                  </a:lnTo>
                  <a:lnTo>
                    <a:pt x="13774" y="14905"/>
                  </a:lnTo>
                  <a:lnTo>
                    <a:pt x="16282" y="7638"/>
                  </a:lnTo>
                  <a:lnTo>
                    <a:pt x="17697" y="4608"/>
                  </a:lnTo>
                  <a:lnTo>
                    <a:pt x="20550" y="3542"/>
                  </a:lnTo>
                  <a:lnTo>
                    <a:pt x="23186" y="44"/>
                  </a:lnTo>
                  <a:lnTo>
                    <a:pt x="23923" y="0"/>
                  </a:lnTo>
                  <a:lnTo>
                    <a:pt x="22683" y="2607"/>
                  </a:lnTo>
                  <a:lnTo>
                    <a:pt x="22484" y="3615"/>
                  </a:lnTo>
                  <a:lnTo>
                    <a:pt x="22333" y="5162"/>
                  </a:lnTo>
                  <a:lnTo>
                    <a:pt x="23223" y="8521"/>
                  </a:lnTo>
                  <a:lnTo>
                    <a:pt x="23035" y="10565"/>
                  </a:lnTo>
                  <a:lnTo>
                    <a:pt x="23098" y="14588"/>
                  </a:lnTo>
                  <a:lnTo>
                    <a:pt x="22259" y="16684"/>
                  </a:lnTo>
                  <a:lnTo>
                    <a:pt x="21313" y="21144"/>
                  </a:lnTo>
                  <a:lnTo>
                    <a:pt x="20905" y="21801"/>
                  </a:lnTo>
                  <a:lnTo>
                    <a:pt x="20818" y="27006"/>
                  </a:lnTo>
                  <a:lnTo>
                    <a:pt x="20911" y="28249"/>
                  </a:lnTo>
                  <a:lnTo>
                    <a:pt x="20777" y="32988"/>
                  </a:lnTo>
                  <a:lnTo>
                    <a:pt x="21747" y="34929"/>
                  </a:lnTo>
                  <a:lnTo>
                    <a:pt x="22772" y="35943"/>
                  </a:lnTo>
                  <a:lnTo>
                    <a:pt x="26191" y="35907"/>
                  </a:lnTo>
                  <a:lnTo>
                    <a:pt x="26546" y="36760"/>
                  </a:lnTo>
                  <a:lnTo>
                    <a:pt x="26963" y="38226"/>
                  </a:lnTo>
                  <a:lnTo>
                    <a:pt x="26658" y="40715"/>
                  </a:lnTo>
                  <a:lnTo>
                    <a:pt x="26293" y="42592"/>
                  </a:lnTo>
                  <a:lnTo>
                    <a:pt x="25302" y="44173"/>
                  </a:lnTo>
                  <a:lnTo>
                    <a:pt x="24031" y="45352"/>
                  </a:lnTo>
                  <a:lnTo>
                    <a:pt x="23240" y="45404"/>
                  </a:lnTo>
                  <a:lnTo>
                    <a:pt x="22164" y="43163"/>
                  </a:lnTo>
                  <a:lnTo>
                    <a:pt x="21652" y="43890"/>
                  </a:lnTo>
                  <a:lnTo>
                    <a:pt x="21123" y="45033"/>
                  </a:lnTo>
                  <a:lnTo>
                    <a:pt x="20238" y="51165"/>
                  </a:lnTo>
                  <a:lnTo>
                    <a:pt x="19818" y="55307"/>
                  </a:lnTo>
                  <a:lnTo>
                    <a:pt x="19591" y="55644"/>
                  </a:lnTo>
                  <a:lnTo>
                    <a:pt x="19091" y="55033"/>
                  </a:lnTo>
                  <a:lnTo>
                    <a:pt x="18226" y="54986"/>
                  </a:lnTo>
                  <a:lnTo>
                    <a:pt x="17133" y="55968"/>
                  </a:lnTo>
                  <a:lnTo>
                    <a:pt x="17694" y="56847"/>
                  </a:lnTo>
                  <a:lnTo>
                    <a:pt x="18286" y="58373"/>
                  </a:lnTo>
                  <a:lnTo>
                    <a:pt x="18050" y="59138"/>
                  </a:lnTo>
                  <a:lnTo>
                    <a:pt x="17088" y="59965"/>
                  </a:lnTo>
                  <a:lnTo>
                    <a:pt x="16236" y="61637"/>
                  </a:lnTo>
                  <a:lnTo>
                    <a:pt x="15879" y="62902"/>
                  </a:lnTo>
                  <a:lnTo>
                    <a:pt x="14804" y="64400"/>
                  </a:lnTo>
                  <a:lnTo>
                    <a:pt x="14128" y="66299"/>
                  </a:lnTo>
                  <a:lnTo>
                    <a:pt x="14459" y="68652"/>
                  </a:lnTo>
                  <a:lnTo>
                    <a:pt x="14600" y="70718"/>
                  </a:lnTo>
                  <a:lnTo>
                    <a:pt x="14896" y="73001"/>
                  </a:lnTo>
                  <a:lnTo>
                    <a:pt x="14629" y="74823"/>
                  </a:lnTo>
                  <a:lnTo>
                    <a:pt x="13298" y="77437"/>
                  </a:lnTo>
                  <a:lnTo>
                    <a:pt x="12807" y="79704"/>
                  </a:lnTo>
                  <a:lnTo>
                    <a:pt x="13948" y="79675"/>
                  </a:lnTo>
                  <a:lnTo>
                    <a:pt x="14650" y="80199"/>
                  </a:lnTo>
                  <a:lnTo>
                    <a:pt x="15061" y="80868"/>
                  </a:lnTo>
                  <a:lnTo>
                    <a:pt x="15486" y="81818"/>
                  </a:lnTo>
                  <a:lnTo>
                    <a:pt x="15226" y="8299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2130655" y="3045631"/>
              <a:ext cx="35197" cy="67323"/>
            </a:xfrm>
            <a:custGeom>
              <a:avLst/>
              <a:pathLst>
                <a:path w="35197" h="67323">
                  <a:moveTo>
                    <a:pt x="2231" y="55398"/>
                  </a:moveTo>
                  <a:lnTo>
                    <a:pt x="2274" y="50529"/>
                  </a:lnTo>
                  <a:lnTo>
                    <a:pt x="2529" y="48553"/>
                  </a:lnTo>
                  <a:lnTo>
                    <a:pt x="2292" y="46470"/>
                  </a:lnTo>
                  <a:lnTo>
                    <a:pt x="1228" y="44257"/>
                  </a:lnTo>
                  <a:lnTo>
                    <a:pt x="576" y="41409"/>
                  </a:lnTo>
                  <a:lnTo>
                    <a:pt x="0" y="38888"/>
                  </a:lnTo>
                  <a:lnTo>
                    <a:pt x="129" y="38520"/>
                  </a:lnTo>
                  <a:lnTo>
                    <a:pt x="1287" y="38407"/>
                  </a:lnTo>
                  <a:lnTo>
                    <a:pt x="1693" y="37481"/>
                  </a:lnTo>
                  <a:lnTo>
                    <a:pt x="2472" y="34899"/>
                  </a:lnTo>
                  <a:lnTo>
                    <a:pt x="2627" y="32821"/>
                  </a:lnTo>
                  <a:lnTo>
                    <a:pt x="2564" y="31250"/>
                  </a:lnTo>
                  <a:lnTo>
                    <a:pt x="2057" y="29370"/>
                  </a:lnTo>
                  <a:lnTo>
                    <a:pt x="1857" y="27390"/>
                  </a:lnTo>
                  <a:lnTo>
                    <a:pt x="2483" y="25662"/>
                  </a:lnTo>
                  <a:lnTo>
                    <a:pt x="3300" y="23142"/>
                  </a:lnTo>
                  <a:lnTo>
                    <a:pt x="3413" y="22174"/>
                  </a:lnTo>
                  <a:lnTo>
                    <a:pt x="3395" y="21216"/>
                  </a:lnTo>
                  <a:lnTo>
                    <a:pt x="2440" y="18560"/>
                  </a:lnTo>
                  <a:lnTo>
                    <a:pt x="2376" y="17419"/>
                  </a:lnTo>
                  <a:lnTo>
                    <a:pt x="2821" y="14537"/>
                  </a:lnTo>
                  <a:lnTo>
                    <a:pt x="2777" y="12629"/>
                  </a:lnTo>
                  <a:lnTo>
                    <a:pt x="2335" y="6671"/>
                  </a:lnTo>
                  <a:lnTo>
                    <a:pt x="2125" y="5785"/>
                  </a:lnTo>
                  <a:lnTo>
                    <a:pt x="2550" y="5285"/>
                  </a:lnTo>
                  <a:lnTo>
                    <a:pt x="2829" y="3510"/>
                  </a:lnTo>
                  <a:lnTo>
                    <a:pt x="3201" y="1930"/>
                  </a:lnTo>
                  <a:lnTo>
                    <a:pt x="3695" y="1079"/>
                  </a:lnTo>
                  <a:lnTo>
                    <a:pt x="4255" y="549"/>
                  </a:lnTo>
                  <a:lnTo>
                    <a:pt x="5371" y="590"/>
                  </a:lnTo>
                  <a:lnTo>
                    <a:pt x="6912" y="1967"/>
                  </a:lnTo>
                  <a:lnTo>
                    <a:pt x="7349" y="1944"/>
                  </a:lnTo>
                  <a:lnTo>
                    <a:pt x="8829" y="694"/>
                  </a:lnTo>
                  <a:lnTo>
                    <a:pt x="10058" y="0"/>
                  </a:lnTo>
                  <a:lnTo>
                    <a:pt x="11214" y="789"/>
                  </a:lnTo>
                  <a:lnTo>
                    <a:pt x="11681" y="1864"/>
                  </a:lnTo>
                  <a:lnTo>
                    <a:pt x="12636" y="3566"/>
                  </a:lnTo>
                  <a:lnTo>
                    <a:pt x="13115" y="4087"/>
                  </a:lnTo>
                  <a:lnTo>
                    <a:pt x="14622" y="4048"/>
                  </a:lnTo>
                  <a:lnTo>
                    <a:pt x="15035" y="4217"/>
                  </a:lnTo>
                  <a:lnTo>
                    <a:pt x="16301" y="7029"/>
                  </a:lnTo>
                  <a:lnTo>
                    <a:pt x="17367" y="8153"/>
                  </a:lnTo>
                  <a:lnTo>
                    <a:pt x="17986" y="8209"/>
                  </a:lnTo>
                  <a:lnTo>
                    <a:pt x="19095" y="7121"/>
                  </a:lnTo>
                  <a:lnTo>
                    <a:pt x="19646" y="7153"/>
                  </a:lnTo>
                  <a:lnTo>
                    <a:pt x="20276" y="9580"/>
                  </a:lnTo>
                  <a:lnTo>
                    <a:pt x="20400" y="13021"/>
                  </a:lnTo>
                  <a:lnTo>
                    <a:pt x="20928" y="16158"/>
                  </a:lnTo>
                  <a:lnTo>
                    <a:pt x="21736" y="18165"/>
                  </a:lnTo>
                  <a:lnTo>
                    <a:pt x="25720" y="17322"/>
                  </a:lnTo>
                  <a:lnTo>
                    <a:pt x="26609" y="18974"/>
                  </a:lnTo>
                  <a:lnTo>
                    <a:pt x="26304" y="20338"/>
                  </a:lnTo>
                  <a:lnTo>
                    <a:pt x="25741" y="21065"/>
                  </a:lnTo>
                  <a:lnTo>
                    <a:pt x="23848" y="20742"/>
                  </a:lnTo>
                  <a:lnTo>
                    <a:pt x="23019" y="20905"/>
                  </a:lnTo>
                  <a:lnTo>
                    <a:pt x="22853" y="22264"/>
                  </a:lnTo>
                  <a:lnTo>
                    <a:pt x="22849" y="23525"/>
                  </a:lnTo>
                  <a:lnTo>
                    <a:pt x="23957" y="23826"/>
                  </a:lnTo>
                  <a:lnTo>
                    <a:pt x="25044" y="24463"/>
                  </a:lnTo>
                  <a:lnTo>
                    <a:pt x="26150" y="25473"/>
                  </a:lnTo>
                  <a:lnTo>
                    <a:pt x="27277" y="26165"/>
                  </a:lnTo>
                  <a:lnTo>
                    <a:pt x="28543" y="26617"/>
                  </a:lnTo>
                  <a:lnTo>
                    <a:pt x="29792" y="27347"/>
                  </a:lnTo>
                  <a:lnTo>
                    <a:pt x="31875" y="29820"/>
                  </a:lnTo>
                  <a:lnTo>
                    <a:pt x="34176" y="35444"/>
                  </a:lnTo>
                  <a:lnTo>
                    <a:pt x="34791" y="36724"/>
                  </a:lnTo>
                  <a:lnTo>
                    <a:pt x="35197" y="38485"/>
                  </a:lnTo>
                  <a:lnTo>
                    <a:pt x="35004" y="40655"/>
                  </a:lnTo>
                  <a:lnTo>
                    <a:pt x="34182" y="44212"/>
                  </a:lnTo>
                  <a:lnTo>
                    <a:pt x="33716" y="45356"/>
                  </a:lnTo>
                  <a:lnTo>
                    <a:pt x="33038" y="46052"/>
                  </a:lnTo>
                  <a:lnTo>
                    <a:pt x="32572" y="47506"/>
                  </a:lnTo>
                  <a:lnTo>
                    <a:pt x="32124" y="49995"/>
                  </a:lnTo>
                  <a:lnTo>
                    <a:pt x="31849" y="50204"/>
                  </a:lnTo>
                  <a:lnTo>
                    <a:pt x="31526" y="50102"/>
                  </a:lnTo>
                  <a:lnTo>
                    <a:pt x="30974" y="48692"/>
                  </a:lnTo>
                  <a:lnTo>
                    <a:pt x="30579" y="46529"/>
                  </a:lnTo>
                  <a:lnTo>
                    <a:pt x="29470" y="44499"/>
                  </a:lnTo>
                  <a:lnTo>
                    <a:pt x="28150" y="44759"/>
                  </a:lnTo>
                  <a:lnTo>
                    <a:pt x="26205" y="43558"/>
                  </a:lnTo>
                  <a:lnTo>
                    <a:pt x="25028" y="44141"/>
                  </a:lnTo>
                  <a:lnTo>
                    <a:pt x="23851" y="44273"/>
                  </a:lnTo>
                  <a:lnTo>
                    <a:pt x="22646" y="43661"/>
                  </a:lnTo>
                  <a:lnTo>
                    <a:pt x="21435" y="43449"/>
                  </a:lnTo>
                  <a:lnTo>
                    <a:pt x="20227" y="44212"/>
                  </a:lnTo>
                  <a:lnTo>
                    <a:pt x="19055" y="45515"/>
                  </a:lnTo>
                  <a:lnTo>
                    <a:pt x="18622" y="46342"/>
                  </a:lnTo>
                  <a:lnTo>
                    <a:pt x="17869" y="48367"/>
                  </a:lnTo>
                  <a:lnTo>
                    <a:pt x="17470" y="49116"/>
                  </a:lnTo>
                  <a:lnTo>
                    <a:pt x="14617" y="50135"/>
                  </a:lnTo>
                  <a:lnTo>
                    <a:pt x="13795" y="48649"/>
                  </a:lnTo>
                  <a:lnTo>
                    <a:pt x="13033" y="46620"/>
                  </a:lnTo>
                  <a:lnTo>
                    <a:pt x="11935" y="46343"/>
                  </a:lnTo>
                  <a:lnTo>
                    <a:pt x="10345" y="47913"/>
                  </a:lnTo>
                  <a:lnTo>
                    <a:pt x="9349" y="48483"/>
                  </a:lnTo>
                  <a:lnTo>
                    <a:pt x="8944" y="49158"/>
                  </a:lnTo>
                  <a:lnTo>
                    <a:pt x="8826" y="49926"/>
                  </a:lnTo>
                  <a:lnTo>
                    <a:pt x="8823" y="52762"/>
                  </a:lnTo>
                  <a:lnTo>
                    <a:pt x="8598" y="54486"/>
                  </a:lnTo>
                  <a:lnTo>
                    <a:pt x="7047" y="60999"/>
                  </a:lnTo>
                  <a:lnTo>
                    <a:pt x="6172" y="65593"/>
                  </a:lnTo>
                  <a:lnTo>
                    <a:pt x="5813" y="67013"/>
                  </a:lnTo>
                  <a:lnTo>
                    <a:pt x="5397" y="67323"/>
                  </a:lnTo>
                  <a:lnTo>
                    <a:pt x="4634" y="64681"/>
                  </a:lnTo>
                  <a:lnTo>
                    <a:pt x="4146" y="63725"/>
                  </a:lnTo>
                  <a:lnTo>
                    <a:pt x="3544" y="63244"/>
                  </a:lnTo>
                  <a:lnTo>
                    <a:pt x="3288" y="61840"/>
                  </a:lnTo>
                  <a:lnTo>
                    <a:pt x="3299" y="59845"/>
                  </a:lnTo>
                  <a:lnTo>
                    <a:pt x="3140" y="57912"/>
                  </a:lnTo>
                  <a:lnTo>
                    <a:pt x="2768" y="563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89"/>
            <p:cNvSpPr/>
            <p:nvPr/>
          </p:nvSpPr>
          <p:spPr>
            <a:xfrm>
              <a:off x="2739364" y="2538025"/>
              <a:ext cx="198533" cy="535007"/>
            </a:xfrm>
            <a:custGeom>
              <a:avLst/>
              <a:pathLst>
                <a:path w="198533" h="535007">
                  <a:moveTo>
                    <a:pt x="165931" y="4585"/>
                  </a:moveTo>
                  <a:lnTo>
                    <a:pt x="166133" y="6160"/>
                  </a:lnTo>
                  <a:lnTo>
                    <a:pt x="166168" y="7636"/>
                  </a:lnTo>
                  <a:lnTo>
                    <a:pt x="165259" y="9008"/>
                  </a:lnTo>
                  <a:lnTo>
                    <a:pt x="164658" y="9799"/>
                  </a:lnTo>
                  <a:lnTo>
                    <a:pt x="163941" y="13588"/>
                  </a:lnTo>
                  <a:lnTo>
                    <a:pt x="162606" y="16166"/>
                  </a:lnTo>
                  <a:lnTo>
                    <a:pt x="162384" y="16944"/>
                  </a:lnTo>
                  <a:lnTo>
                    <a:pt x="162395" y="17648"/>
                  </a:lnTo>
                  <a:lnTo>
                    <a:pt x="163298" y="18815"/>
                  </a:lnTo>
                  <a:lnTo>
                    <a:pt x="163598" y="19922"/>
                  </a:lnTo>
                  <a:lnTo>
                    <a:pt x="163740" y="21405"/>
                  </a:lnTo>
                  <a:lnTo>
                    <a:pt x="163337" y="26700"/>
                  </a:lnTo>
                  <a:lnTo>
                    <a:pt x="163082" y="30772"/>
                  </a:lnTo>
                  <a:lnTo>
                    <a:pt x="162750" y="36103"/>
                  </a:lnTo>
                  <a:lnTo>
                    <a:pt x="162763" y="38135"/>
                  </a:lnTo>
                  <a:lnTo>
                    <a:pt x="163107" y="40573"/>
                  </a:lnTo>
                  <a:lnTo>
                    <a:pt x="163445" y="42475"/>
                  </a:lnTo>
                  <a:lnTo>
                    <a:pt x="163551" y="44623"/>
                  </a:lnTo>
                  <a:lnTo>
                    <a:pt x="163429" y="49915"/>
                  </a:lnTo>
                  <a:lnTo>
                    <a:pt x="163847" y="52974"/>
                  </a:lnTo>
                  <a:lnTo>
                    <a:pt x="164178" y="55804"/>
                  </a:lnTo>
                  <a:lnTo>
                    <a:pt x="163388" y="59327"/>
                  </a:lnTo>
                  <a:lnTo>
                    <a:pt x="163049" y="62433"/>
                  </a:lnTo>
                  <a:lnTo>
                    <a:pt x="162836" y="66882"/>
                  </a:lnTo>
                  <a:lnTo>
                    <a:pt x="162749" y="69685"/>
                  </a:lnTo>
                  <a:lnTo>
                    <a:pt x="162241" y="72279"/>
                  </a:lnTo>
                  <a:lnTo>
                    <a:pt x="161574" y="74713"/>
                  </a:lnTo>
                  <a:lnTo>
                    <a:pt x="160826" y="76227"/>
                  </a:lnTo>
                  <a:lnTo>
                    <a:pt x="159901" y="77527"/>
                  </a:lnTo>
                  <a:lnTo>
                    <a:pt x="158833" y="79252"/>
                  </a:lnTo>
                  <a:lnTo>
                    <a:pt x="157970" y="83857"/>
                  </a:lnTo>
                  <a:lnTo>
                    <a:pt x="156105" y="87683"/>
                  </a:lnTo>
                  <a:lnTo>
                    <a:pt x="155714" y="88997"/>
                  </a:lnTo>
                  <a:lnTo>
                    <a:pt x="155539" y="92071"/>
                  </a:lnTo>
                  <a:lnTo>
                    <a:pt x="155583" y="96327"/>
                  </a:lnTo>
                  <a:lnTo>
                    <a:pt x="155911" y="99712"/>
                  </a:lnTo>
                  <a:lnTo>
                    <a:pt x="156807" y="104714"/>
                  </a:lnTo>
                  <a:lnTo>
                    <a:pt x="157592" y="110220"/>
                  </a:lnTo>
                  <a:lnTo>
                    <a:pt x="157805" y="112991"/>
                  </a:lnTo>
                  <a:lnTo>
                    <a:pt x="158106" y="114038"/>
                  </a:lnTo>
                  <a:lnTo>
                    <a:pt x="159208" y="115840"/>
                  </a:lnTo>
                  <a:lnTo>
                    <a:pt x="161114" y="118294"/>
                  </a:lnTo>
                  <a:lnTo>
                    <a:pt x="161469" y="119291"/>
                  </a:lnTo>
                  <a:lnTo>
                    <a:pt x="162416" y="123091"/>
                  </a:lnTo>
                  <a:lnTo>
                    <a:pt x="163312" y="129900"/>
                  </a:lnTo>
                  <a:lnTo>
                    <a:pt x="163593" y="134412"/>
                  </a:lnTo>
                  <a:lnTo>
                    <a:pt x="165340" y="137996"/>
                  </a:lnTo>
                  <a:lnTo>
                    <a:pt x="166953" y="141301"/>
                  </a:lnTo>
                  <a:lnTo>
                    <a:pt x="168502" y="144207"/>
                  </a:lnTo>
                  <a:lnTo>
                    <a:pt x="170183" y="147361"/>
                  </a:lnTo>
                  <a:lnTo>
                    <a:pt x="170425" y="148336"/>
                  </a:lnTo>
                  <a:lnTo>
                    <a:pt x="170985" y="155021"/>
                  </a:lnTo>
                  <a:lnTo>
                    <a:pt x="171542" y="161664"/>
                  </a:lnTo>
                  <a:lnTo>
                    <a:pt x="172155" y="168982"/>
                  </a:lnTo>
                  <a:lnTo>
                    <a:pt x="172769" y="176320"/>
                  </a:lnTo>
                  <a:lnTo>
                    <a:pt x="173494" y="184961"/>
                  </a:lnTo>
                  <a:lnTo>
                    <a:pt x="173905" y="189869"/>
                  </a:lnTo>
                  <a:lnTo>
                    <a:pt x="174404" y="195821"/>
                  </a:lnTo>
                  <a:lnTo>
                    <a:pt x="174988" y="202794"/>
                  </a:lnTo>
                  <a:lnTo>
                    <a:pt x="174049" y="204275"/>
                  </a:lnTo>
                  <a:lnTo>
                    <a:pt x="172984" y="206168"/>
                  </a:lnTo>
                  <a:lnTo>
                    <a:pt x="173760" y="209760"/>
                  </a:lnTo>
                  <a:lnTo>
                    <a:pt x="175252" y="215602"/>
                  </a:lnTo>
                  <a:lnTo>
                    <a:pt x="176155" y="220316"/>
                  </a:lnTo>
                  <a:lnTo>
                    <a:pt x="176468" y="222368"/>
                  </a:lnTo>
                  <a:lnTo>
                    <a:pt x="177172" y="228220"/>
                  </a:lnTo>
                  <a:lnTo>
                    <a:pt x="177743" y="233893"/>
                  </a:lnTo>
                  <a:lnTo>
                    <a:pt x="177891" y="235730"/>
                  </a:lnTo>
                  <a:lnTo>
                    <a:pt x="178102" y="240097"/>
                  </a:lnTo>
                  <a:lnTo>
                    <a:pt x="177842" y="252117"/>
                  </a:lnTo>
                  <a:lnTo>
                    <a:pt x="178252" y="267391"/>
                  </a:lnTo>
                  <a:lnTo>
                    <a:pt x="178808" y="275003"/>
                  </a:lnTo>
                  <a:lnTo>
                    <a:pt x="177935" y="281880"/>
                  </a:lnTo>
                  <a:lnTo>
                    <a:pt x="177188" y="288443"/>
                  </a:lnTo>
                  <a:lnTo>
                    <a:pt x="177236" y="291739"/>
                  </a:lnTo>
                  <a:lnTo>
                    <a:pt x="177648" y="296897"/>
                  </a:lnTo>
                  <a:lnTo>
                    <a:pt x="178049" y="300707"/>
                  </a:lnTo>
                  <a:lnTo>
                    <a:pt x="178600" y="302713"/>
                  </a:lnTo>
                  <a:lnTo>
                    <a:pt x="178492" y="309129"/>
                  </a:lnTo>
                  <a:lnTo>
                    <a:pt x="178263" y="311459"/>
                  </a:lnTo>
                  <a:lnTo>
                    <a:pt x="176586" y="314820"/>
                  </a:lnTo>
                  <a:lnTo>
                    <a:pt x="174726" y="317907"/>
                  </a:lnTo>
                  <a:lnTo>
                    <a:pt x="174211" y="320514"/>
                  </a:lnTo>
                  <a:lnTo>
                    <a:pt x="174062" y="323423"/>
                  </a:lnTo>
                  <a:lnTo>
                    <a:pt x="174311" y="325785"/>
                  </a:lnTo>
                  <a:lnTo>
                    <a:pt x="175589" y="331015"/>
                  </a:lnTo>
                  <a:lnTo>
                    <a:pt x="177510" y="338871"/>
                  </a:lnTo>
                  <a:lnTo>
                    <a:pt x="179622" y="347505"/>
                  </a:lnTo>
                  <a:lnTo>
                    <a:pt x="179798" y="349678"/>
                  </a:lnTo>
                  <a:lnTo>
                    <a:pt x="179885" y="355810"/>
                  </a:lnTo>
                  <a:lnTo>
                    <a:pt x="180764" y="363516"/>
                  </a:lnTo>
                  <a:lnTo>
                    <a:pt x="181717" y="366885"/>
                  </a:lnTo>
                  <a:lnTo>
                    <a:pt x="182075" y="369403"/>
                  </a:lnTo>
                  <a:lnTo>
                    <a:pt x="182747" y="371199"/>
                  </a:lnTo>
                  <a:lnTo>
                    <a:pt x="183421" y="372518"/>
                  </a:lnTo>
                  <a:lnTo>
                    <a:pt x="183835" y="372677"/>
                  </a:lnTo>
                  <a:lnTo>
                    <a:pt x="186211" y="370575"/>
                  </a:lnTo>
                  <a:lnTo>
                    <a:pt x="190269" y="374042"/>
                  </a:lnTo>
                  <a:lnTo>
                    <a:pt x="194109" y="377578"/>
                  </a:lnTo>
                  <a:lnTo>
                    <a:pt x="194390" y="378274"/>
                  </a:lnTo>
                  <a:lnTo>
                    <a:pt x="195230" y="382739"/>
                  </a:lnTo>
                  <a:lnTo>
                    <a:pt x="196602" y="390041"/>
                  </a:lnTo>
                  <a:lnTo>
                    <a:pt x="197622" y="395885"/>
                  </a:lnTo>
                  <a:lnTo>
                    <a:pt x="198533" y="401113"/>
                  </a:lnTo>
                  <a:lnTo>
                    <a:pt x="193555" y="410134"/>
                  </a:lnTo>
                  <a:lnTo>
                    <a:pt x="188577" y="419156"/>
                  </a:lnTo>
                  <a:lnTo>
                    <a:pt x="183598" y="428176"/>
                  </a:lnTo>
                  <a:lnTo>
                    <a:pt x="178620" y="437197"/>
                  </a:lnTo>
                  <a:lnTo>
                    <a:pt x="173642" y="446219"/>
                  </a:lnTo>
                  <a:lnTo>
                    <a:pt x="168664" y="455240"/>
                  </a:lnTo>
                  <a:lnTo>
                    <a:pt x="163686" y="464260"/>
                  </a:lnTo>
                  <a:lnTo>
                    <a:pt x="158707" y="473281"/>
                  </a:lnTo>
                  <a:lnTo>
                    <a:pt x="155405" y="479264"/>
                  </a:lnTo>
                  <a:lnTo>
                    <a:pt x="153306" y="484542"/>
                  </a:lnTo>
                  <a:lnTo>
                    <a:pt x="150672" y="491160"/>
                  </a:lnTo>
                  <a:lnTo>
                    <a:pt x="148185" y="497734"/>
                  </a:lnTo>
                  <a:lnTo>
                    <a:pt x="146227" y="502908"/>
                  </a:lnTo>
                  <a:lnTo>
                    <a:pt x="143692" y="509610"/>
                  </a:lnTo>
                  <a:lnTo>
                    <a:pt x="142416" y="512983"/>
                  </a:lnTo>
                  <a:lnTo>
                    <a:pt x="139590" y="520454"/>
                  </a:lnTo>
                  <a:lnTo>
                    <a:pt x="138741" y="521781"/>
                  </a:lnTo>
                  <a:lnTo>
                    <a:pt x="134995" y="523989"/>
                  </a:lnTo>
                  <a:lnTo>
                    <a:pt x="131560" y="526011"/>
                  </a:lnTo>
                  <a:lnTo>
                    <a:pt x="128387" y="527881"/>
                  </a:lnTo>
                  <a:lnTo>
                    <a:pt x="126218" y="529160"/>
                  </a:lnTo>
                  <a:lnTo>
                    <a:pt x="124121" y="530393"/>
                  </a:lnTo>
                  <a:lnTo>
                    <a:pt x="121069" y="532138"/>
                  </a:lnTo>
                  <a:lnTo>
                    <a:pt x="118890" y="533383"/>
                  </a:lnTo>
                  <a:lnTo>
                    <a:pt x="116538" y="534726"/>
                  </a:lnTo>
                  <a:lnTo>
                    <a:pt x="116173" y="534954"/>
                  </a:lnTo>
                  <a:lnTo>
                    <a:pt x="115746" y="535007"/>
                  </a:lnTo>
                  <a:lnTo>
                    <a:pt x="115429" y="534956"/>
                  </a:lnTo>
                  <a:lnTo>
                    <a:pt x="114780" y="534220"/>
                  </a:lnTo>
                  <a:lnTo>
                    <a:pt x="113994" y="532458"/>
                  </a:lnTo>
                  <a:lnTo>
                    <a:pt x="113470" y="531563"/>
                  </a:lnTo>
                  <a:lnTo>
                    <a:pt x="113339" y="530177"/>
                  </a:lnTo>
                  <a:lnTo>
                    <a:pt x="113645" y="528343"/>
                  </a:lnTo>
                  <a:lnTo>
                    <a:pt x="114023" y="526688"/>
                  </a:lnTo>
                  <a:lnTo>
                    <a:pt x="114169" y="525391"/>
                  </a:lnTo>
                  <a:lnTo>
                    <a:pt x="114431" y="524406"/>
                  </a:lnTo>
                  <a:lnTo>
                    <a:pt x="114765" y="523602"/>
                  </a:lnTo>
                  <a:lnTo>
                    <a:pt x="114779" y="522469"/>
                  </a:lnTo>
                  <a:lnTo>
                    <a:pt x="114502" y="520618"/>
                  </a:lnTo>
                  <a:lnTo>
                    <a:pt x="114258" y="518053"/>
                  </a:lnTo>
                  <a:lnTo>
                    <a:pt x="114268" y="513387"/>
                  </a:lnTo>
                  <a:lnTo>
                    <a:pt x="114275" y="511837"/>
                  </a:lnTo>
                  <a:lnTo>
                    <a:pt x="114278" y="511277"/>
                  </a:lnTo>
                  <a:lnTo>
                    <a:pt x="113572" y="509490"/>
                  </a:lnTo>
                  <a:lnTo>
                    <a:pt x="112247" y="507527"/>
                  </a:lnTo>
                  <a:lnTo>
                    <a:pt x="111028" y="506365"/>
                  </a:lnTo>
                  <a:lnTo>
                    <a:pt x="110473" y="505966"/>
                  </a:lnTo>
                  <a:lnTo>
                    <a:pt x="109125" y="505272"/>
                  </a:lnTo>
                  <a:lnTo>
                    <a:pt x="107265" y="504029"/>
                  </a:lnTo>
                  <a:lnTo>
                    <a:pt x="106610" y="503176"/>
                  </a:lnTo>
                  <a:lnTo>
                    <a:pt x="105406" y="498849"/>
                  </a:lnTo>
                  <a:lnTo>
                    <a:pt x="104814" y="497741"/>
                  </a:lnTo>
                  <a:lnTo>
                    <a:pt x="102021" y="497005"/>
                  </a:lnTo>
                  <a:lnTo>
                    <a:pt x="101095" y="496291"/>
                  </a:lnTo>
                  <a:lnTo>
                    <a:pt x="100333" y="495265"/>
                  </a:lnTo>
                  <a:lnTo>
                    <a:pt x="99682" y="493883"/>
                  </a:lnTo>
                  <a:lnTo>
                    <a:pt x="99316" y="491505"/>
                  </a:lnTo>
                  <a:lnTo>
                    <a:pt x="99207" y="489569"/>
                  </a:lnTo>
                  <a:lnTo>
                    <a:pt x="98963" y="488647"/>
                  </a:lnTo>
                  <a:lnTo>
                    <a:pt x="95882" y="483978"/>
                  </a:lnTo>
                  <a:lnTo>
                    <a:pt x="95100" y="482391"/>
                  </a:lnTo>
                  <a:lnTo>
                    <a:pt x="94685" y="480909"/>
                  </a:lnTo>
                  <a:lnTo>
                    <a:pt x="94669" y="478726"/>
                  </a:lnTo>
                  <a:lnTo>
                    <a:pt x="94753" y="476046"/>
                  </a:lnTo>
                  <a:lnTo>
                    <a:pt x="94622" y="473667"/>
                  </a:lnTo>
                  <a:lnTo>
                    <a:pt x="94491" y="472493"/>
                  </a:lnTo>
                  <a:lnTo>
                    <a:pt x="93086" y="469671"/>
                  </a:lnTo>
                  <a:lnTo>
                    <a:pt x="89938" y="463344"/>
                  </a:lnTo>
                  <a:lnTo>
                    <a:pt x="86790" y="457017"/>
                  </a:lnTo>
                  <a:lnTo>
                    <a:pt x="83642" y="450689"/>
                  </a:lnTo>
                  <a:lnTo>
                    <a:pt x="83478" y="450361"/>
                  </a:lnTo>
                  <a:lnTo>
                    <a:pt x="80493" y="444364"/>
                  </a:lnTo>
                  <a:lnTo>
                    <a:pt x="77345" y="438037"/>
                  </a:lnTo>
                  <a:lnTo>
                    <a:pt x="74197" y="431708"/>
                  </a:lnTo>
                  <a:lnTo>
                    <a:pt x="71048" y="425383"/>
                  </a:lnTo>
                  <a:lnTo>
                    <a:pt x="67900" y="419056"/>
                  </a:lnTo>
                  <a:lnTo>
                    <a:pt x="64752" y="412728"/>
                  </a:lnTo>
                  <a:lnTo>
                    <a:pt x="61603" y="406403"/>
                  </a:lnTo>
                  <a:lnTo>
                    <a:pt x="58455" y="400075"/>
                  </a:lnTo>
                  <a:lnTo>
                    <a:pt x="55307" y="393748"/>
                  </a:lnTo>
                  <a:lnTo>
                    <a:pt x="52158" y="387421"/>
                  </a:lnTo>
                  <a:lnTo>
                    <a:pt x="49010" y="381094"/>
                  </a:lnTo>
                  <a:lnTo>
                    <a:pt x="45862" y="374767"/>
                  </a:lnTo>
                  <a:lnTo>
                    <a:pt x="42713" y="368442"/>
                  </a:lnTo>
                  <a:lnTo>
                    <a:pt x="40053" y="363095"/>
                  </a:lnTo>
                  <a:lnTo>
                    <a:pt x="37115" y="357448"/>
                  </a:lnTo>
                  <a:lnTo>
                    <a:pt x="34934" y="353315"/>
                  </a:lnTo>
                  <a:lnTo>
                    <a:pt x="32766" y="349206"/>
                  </a:lnTo>
                  <a:lnTo>
                    <a:pt x="30440" y="344796"/>
                  </a:lnTo>
                  <a:lnTo>
                    <a:pt x="28925" y="342059"/>
                  </a:lnTo>
                  <a:lnTo>
                    <a:pt x="27118" y="338791"/>
                  </a:lnTo>
                  <a:lnTo>
                    <a:pt x="25310" y="335523"/>
                  </a:lnTo>
                  <a:lnTo>
                    <a:pt x="23502" y="332255"/>
                  </a:lnTo>
                  <a:lnTo>
                    <a:pt x="21694" y="328987"/>
                  </a:lnTo>
                  <a:lnTo>
                    <a:pt x="19886" y="325717"/>
                  </a:lnTo>
                  <a:lnTo>
                    <a:pt x="18078" y="322451"/>
                  </a:lnTo>
                  <a:lnTo>
                    <a:pt x="16270" y="319183"/>
                  </a:lnTo>
                  <a:lnTo>
                    <a:pt x="14463" y="315915"/>
                  </a:lnTo>
                  <a:lnTo>
                    <a:pt x="12655" y="312647"/>
                  </a:lnTo>
                  <a:lnTo>
                    <a:pt x="10846" y="309379"/>
                  </a:lnTo>
                  <a:lnTo>
                    <a:pt x="9039" y="306111"/>
                  </a:lnTo>
                  <a:lnTo>
                    <a:pt x="7231" y="302843"/>
                  </a:lnTo>
                  <a:lnTo>
                    <a:pt x="5423" y="299575"/>
                  </a:lnTo>
                  <a:lnTo>
                    <a:pt x="3615" y="296307"/>
                  </a:lnTo>
                  <a:lnTo>
                    <a:pt x="1807" y="293039"/>
                  </a:lnTo>
                  <a:lnTo>
                    <a:pt x="0" y="289771"/>
                  </a:lnTo>
                  <a:lnTo>
                    <a:pt x="0" y="283734"/>
                  </a:lnTo>
                  <a:lnTo>
                    <a:pt x="0" y="278823"/>
                  </a:lnTo>
                  <a:lnTo>
                    <a:pt x="0" y="271614"/>
                  </a:lnTo>
                  <a:lnTo>
                    <a:pt x="0" y="265361"/>
                  </a:lnTo>
                  <a:lnTo>
                    <a:pt x="0" y="259106"/>
                  </a:lnTo>
                  <a:lnTo>
                    <a:pt x="0" y="254805"/>
                  </a:lnTo>
                  <a:lnTo>
                    <a:pt x="0" y="250328"/>
                  </a:lnTo>
                  <a:lnTo>
                    <a:pt x="47" y="248300"/>
                  </a:lnTo>
                  <a:lnTo>
                    <a:pt x="225" y="247437"/>
                  </a:lnTo>
                  <a:lnTo>
                    <a:pt x="1201" y="245981"/>
                  </a:lnTo>
                  <a:lnTo>
                    <a:pt x="2730" y="242662"/>
                  </a:lnTo>
                  <a:lnTo>
                    <a:pt x="3296" y="241185"/>
                  </a:lnTo>
                  <a:lnTo>
                    <a:pt x="4020" y="239697"/>
                  </a:lnTo>
                  <a:lnTo>
                    <a:pt x="6579" y="235209"/>
                  </a:lnTo>
                  <a:lnTo>
                    <a:pt x="7109" y="233958"/>
                  </a:lnTo>
                  <a:lnTo>
                    <a:pt x="9596" y="228794"/>
                  </a:lnTo>
                  <a:lnTo>
                    <a:pt x="10178" y="228035"/>
                  </a:lnTo>
                  <a:lnTo>
                    <a:pt x="11513" y="227532"/>
                  </a:lnTo>
                  <a:lnTo>
                    <a:pt x="12071" y="226563"/>
                  </a:lnTo>
                  <a:lnTo>
                    <a:pt x="12820" y="224503"/>
                  </a:lnTo>
                  <a:lnTo>
                    <a:pt x="13924" y="222134"/>
                  </a:lnTo>
                  <a:lnTo>
                    <a:pt x="14643" y="221019"/>
                  </a:lnTo>
                  <a:lnTo>
                    <a:pt x="14813" y="220814"/>
                  </a:lnTo>
                  <a:lnTo>
                    <a:pt x="15270" y="220648"/>
                  </a:lnTo>
                  <a:lnTo>
                    <a:pt x="17571" y="221345"/>
                  </a:lnTo>
                  <a:lnTo>
                    <a:pt x="18537" y="221870"/>
                  </a:lnTo>
                  <a:lnTo>
                    <a:pt x="19688" y="222314"/>
                  </a:lnTo>
                  <a:lnTo>
                    <a:pt x="20050" y="222014"/>
                  </a:lnTo>
                  <a:lnTo>
                    <a:pt x="20358" y="221278"/>
                  </a:lnTo>
                  <a:lnTo>
                    <a:pt x="20792" y="219623"/>
                  </a:lnTo>
                  <a:lnTo>
                    <a:pt x="20887" y="217668"/>
                  </a:lnTo>
                  <a:lnTo>
                    <a:pt x="20913" y="215962"/>
                  </a:lnTo>
                  <a:lnTo>
                    <a:pt x="20981" y="215213"/>
                  </a:lnTo>
                  <a:lnTo>
                    <a:pt x="21184" y="214881"/>
                  </a:lnTo>
                  <a:lnTo>
                    <a:pt x="21685" y="215006"/>
                  </a:lnTo>
                  <a:lnTo>
                    <a:pt x="22358" y="215237"/>
                  </a:lnTo>
                  <a:lnTo>
                    <a:pt x="23731" y="215167"/>
                  </a:lnTo>
                  <a:lnTo>
                    <a:pt x="24196" y="214923"/>
                  </a:lnTo>
                  <a:lnTo>
                    <a:pt x="25755" y="214559"/>
                  </a:lnTo>
                  <a:lnTo>
                    <a:pt x="27959" y="213442"/>
                  </a:lnTo>
                  <a:lnTo>
                    <a:pt x="29706" y="211997"/>
                  </a:lnTo>
                  <a:lnTo>
                    <a:pt x="31096" y="210845"/>
                  </a:lnTo>
                  <a:lnTo>
                    <a:pt x="32587" y="207840"/>
                  </a:lnTo>
                  <a:lnTo>
                    <a:pt x="33678" y="204663"/>
                  </a:lnTo>
                  <a:lnTo>
                    <a:pt x="34815" y="199927"/>
                  </a:lnTo>
                  <a:lnTo>
                    <a:pt x="35715" y="195821"/>
                  </a:lnTo>
                  <a:lnTo>
                    <a:pt x="37539" y="193250"/>
                  </a:lnTo>
                  <a:lnTo>
                    <a:pt x="39067" y="191702"/>
                  </a:lnTo>
                  <a:lnTo>
                    <a:pt x="39937" y="191089"/>
                  </a:lnTo>
                  <a:lnTo>
                    <a:pt x="41920" y="188922"/>
                  </a:lnTo>
                  <a:lnTo>
                    <a:pt x="43593" y="185651"/>
                  </a:lnTo>
                  <a:lnTo>
                    <a:pt x="45164" y="182579"/>
                  </a:lnTo>
                  <a:lnTo>
                    <a:pt x="46369" y="182173"/>
                  </a:lnTo>
                  <a:lnTo>
                    <a:pt x="47889" y="181664"/>
                  </a:lnTo>
                  <a:lnTo>
                    <a:pt x="48227" y="181087"/>
                  </a:lnTo>
                  <a:lnTo>
                    <a:pt x="48610" y="179996"/>
                  </a:lnTo>
                  <a:lnTo>
                    <a:pt x="48633" y="178080"/>
                  </a:lnTo>
                  <a:lnTo>
                    <a:pt x="48172" y="176733"/>
                  </a:lnTo>
                  <a:lnTo>
                    <a:pt x="47618" y="176023"/>
                  </a:lnTo>
                  <a:lnTo>
                    <a:pt x="47225" y="175242"/>
                  </a:lnTo>
                  <a:lnTo>
                    <a:pt x="46833" y="175101"/>
                  </a:lnTo>
                  <a:lnTo>
                    <a:pt x="46625" y="174179"/>
                  </a:lnTo>
                  <a:lnTo>
                    <a:pt x="46741" y="172475"/>
                  </a:lnTo>
                  <a:lnTo>
                    <a:pt x="46801" y="170898"/>
                  </a:lnTo>
                  <a:lnTo>
                    <a:pt x="47051" y="169332"/>
                  </a:lnTo>
                  <a:lnTo>
                    <a:pt x="46981" y="167107"/>
                  </a:lnTo>
                  <a:lnTo>
                    <a:pt x="46590" y="164884"/>
                  </a:lnTo>
                  <a:lnTo>
                    <a:pt x="46470" y="163287"/>
                  </a:lnTo>
                  <a:lnTo>
                    <a:pt x="46498" y="161707"/>
                  </a:lnTo>
                  <a:lnTo>
                    <a:pt x="46689" y="160465"/>
                  </a:lnTo>
                  <a:lnTo>
                    <a:pt x="47252" y="159648"/>
                  </a:lnTo>
                  <a:lnTo>
                    <a:pt x="47905" y="159336"/>
                  </a:lnTo>
                  <a:lnTo>
                    <a:pt x="48825" y="159730"/>
                  </a:lnTo>
                  <a:lnTo>
                    <a:pt x="50409" y="159205"/>
                  </a:lnTo>
                  <a:lnTo>
                    <a:pt x="54470" y="155372"/>
                  </a:lnTo>
                  <a:lnTo>
                    <a:pt x="54750" y="154191"/>
                  </a:lnTo>
                  <a:lnTo>
                    <a:pt x="55011" y="151539"/>
                  </a:lnTo>
                  <a:lnTo>
                    <a:pt x="55302" y="149218"/>
                  </a:lnTo>
                  <a:lnTo>
                    <a:pt x="55722" y="148440"/>
                  </a:lnTo>
                  <a:lnTo>
                    <a:pt x="55950" y="148267"/>
                  </a:lnTo>
                  <a:lnTo>
                    <a:pt x="57304" y="147645"/>
                  </a:lnTo>
                  <a:lnTo>
                    <a:pt x="59221" y="146761"/>
                  </a:lnTo>
                  <a:lnTo>
                    <a:pt x="59940" y="146634"/>
                  </a:lnTo>
                  <a:lnTo>
                    <a:pt x="62028" y="146889"/>
                  </a:lnTo>
                  <a:lnTo>
                    <a:pt x="63551" y="147075"/>
                  </a:lnTo>
                  <a:lnTo>
                    <a:pt x="66010" y="147378"/>
                  </a:lnTo>
                  <a:lnTo>
                    <a:pt x="67758" y="147533"/>
                  </a:lnTo>
                  <a:lnTo>
                    <a:pt x="69278" y="147671"/>
                  </a:lnTo>
                  <a:lnTo>
                    <a:pt x="71218" y="147844"/>
                  </a:lnTo>
                  <a:lnTo>
                    <a:pt x="71693" y="147306"/>
                  </a:lnTo>
                  <a:lnTo>
                    <a:pt x="71693" y="145612"/>
                  </a:lnTo>
                  <a:lnTo>
                    <a:pt x="71345" y="142463"/>
                  </a:lnTo>
                  <a:lnTo>
                    <a:pt x="71554" y="140499"/>
                  </a:lnTo>
                  <a:lnTo>
                    <a:pt x="72301" y="138680"/>
                  </a:lnTo>
                  <a:lnTo>
                    <a:pt x="73235" y="136636"/>
                  </a:lnTo>
                  <a:lnTo>
                    <a:pt x="72797" y="134155"/>
                  </a:lnTo>
                  <a:lnTo>
                    <a:pt x="72055" y="132494"/>
                  </a:lnTo>
                  <a:lnTo>
                    <a:pt x="71015" y="130509"/>
                  </a:lnTo>
                  <a:lnTo>
                    <a:pt x="70479" y="129691"/>
                  </a:lnTo>
                  <a:lnTo>
                    <a:pt x="69539" y="127284"/>
                  </a:lnTo>
                  <a:lnTo>
                    <a:pt x="68962" y="124541"/>
                  </a:lnTo>
                  <a:lnTo>
                    <a:pt x="68570" y="118751"/>
                  </a:lnTo>
                  <a:lnTo>
                    <a:pt x="67855" y="115508"/>
                  </a:lnTo>
                  <a:lnTo>
                    <a:pt x="67335" y="111510"/>
                  </a:lnTo>
                  <a:lnTo>
                    <a:pt x="67796" y="104179"/>
                  </a:lnTo>
                  <a:lnTo>
                    <a:pt x="67106" y="99743"/>
                  </a:lnTo>
                  <a:lnTo>
                    <a:pt x="66999" y="97823"/>
                  </a:lnTo>
                  <a:lnTo>
                    <a:pt x="66994" y="95566"/>
                  </a:lnTo>
                  <a:lnTo>
                    <a:pt x="67206" y="91664"/>
                  </a:lnTo>
                  <a:lnTo>
                    <a:pt x="67068" y="86174"/>
                  </a:lnTo>
                  <a:lnTo>
                    <a:pt x="66253" y="80505"/>
                  </a:lnTo>
                  <a:lnTo>
                    <a:pt x="66637" y="78574"/>
                  </a:lnTo>
                  <a:lnTo>
                    <a:pt x="66815" y="77576"/>
                  </a:lnTo>
                  <a:lnTo>
                    <a:pt x="66756" y="76717"/>
                  </a:lnTo>
                  <a:lnTo>
                    <a:pt x="66014" y="74915"/>
                  </a:lnTo>
                  <a:lnTo>
                    <a:pt x="65696" y="73431"/>
                  </a:lnTo>
                  <a:lnTo>
                    <a:pt x="65862" y="72033"/>
                  </a:lnTo>
                  <a:lnTo>
                    <a:pt x="66249" y="70007"/>
                  </a:lnTo>
                  <a:lnTo>
                    <a:pt x="66216" y="69158"/>
                  </a:lnTo>
                  <a:lnTo>
                    <a:pt x="65011" y="66687"/>
                  </a:lnTo>
                  <a:lnTo>
                    <a:pt x="62984" y="62689"/>
                  </a:lnTo>
                  <a:lnTo>
                    <a:pt x="62417" y="60947"/>
                  </a:lnTo>
                  <a:lnTo>
                    <a:pt x="62140" y="58748"/>
                  </a:lnTo>
                  <a:lnTo>
                    <a:pt x="64080" y="59314"/>
                  </a:lnTo>
                  <a:lnTo>
                    <a:pt x="65085" y="59043"/>
                  </a:lnTo>
                  <a:lnTo>
                    <a:pt x="67389" y="56417"/>
                  </a:lnTo>
                  <a:lnTo>
                    <a:pt x="69214" y="52872"/>
                  </a:lnTo>
                  <a:lnTo>
                    <a:pt x="70636" y="51064"/>
                  </a:lnTo>
                  <a:lnTo>
                    <a:pt x="71890" y="47179"/>
                  </a:lnTo>
                  <a:lnTo>
                    <a:pt x="73022" y="44723"/>
                  </a:lnTo>
                  <a:lnTo>
                    <a:pt x="74658" y="42077"/>
                  </a:lnTo>
                  <a:lnTo>
                    <a:pt x="79382" y="36370"/>
                  </a:lnTo>
                  <a:lnTo>
                    <a:pt x="80106" y="36321"/>
                  </a:lnTo>
                  <a:lnTo>
                    <a:pt x="81660" y="37624"/>
                  </a:lnTo>
                  <a:lnTo>
                    <a:pt x="83015" y="37219"/>
                  </a:lnTo>
                  <a:lnTo>
                    <a:pt x="83478" y="36215"/>
                  </a:lnTo>
                  <a:lnTo>
                    <a:pt x="83939" y="35217"/>
                  </a:lnTo>
                  <a:lnTo>
                    <a:pt x="84936" y="30413"/>
                  </a:lnTo>
                  <a:lnTo>
                    <a:pt x="86480" y="27481"/>
                  </a:lnTo>
                  <a:lnTo>
                    <a:pt x="88429" y="24542"/>
                  </a:lnTo>
                  <a:lnTo>
                    <a:pt x="91081" y="21743"/>
                  </a:lnTo>
                  <a:lnTo>
                    <a:pt x="92820" y="19160"/>
                  </a:lnTo>
                  <a:lnTo>
                    <a:pt x="95565" y="16925"/>
                  </a:lnTo>
                  <a:lnTo>
                    <a:pt x="102461" y="15507"/>
                  </a:lnTo>
                  <a:lnTo>
                    <a:pt x="106002" y="14245"/>
                  </a:lnTo>
                  <a:lnTo>
                    <a:pt x="108410" y="14529"/>
                  </a:lnTo>
                  <a:lnTo>
                    <a:pt x="110843" y="10446"/>
                  </a:lnTo>
                  <a:lnTo>
                    <a:pt x="112058" y="9098"/>
                  </a:lnTo>
                  <a:lnTo>
                    <a:pt x="117323" y="8783"/>
                  </a:lnTo>
                  <a:lnTo>
                    <a:pt x="119808" y="5797"/>
                  </a:lnTo>
                  <a:lnTo>
                    <a:pt x="129221" y="5793"/>
                  </a:lnTo>
                  <a:lnTo>
                    <a:pt x="130372" y="6795"/>
                  </a:lnTo>
                  <a:lnTo>
                    <a:pt x="131503" y="8401"/>
                  </a:lnTo>
                  <a:lnTo>
                    <a:pt x="133427" y="12279"/>
                  </a:lnTo>
                  <a:lnTo>
                    <a:pt x="134387" y="13124"/>
                  </a:lnTo>
                  <a:lnTo>
                    <a:pt x="135629" y="12320"/>
                  </a:lnTo>
                  <a:lnTo>
                    <a:pt x="138521" y="8651"/>
                  </a:lnTo>
                  <a:lnTo>
                    <a:pt x="141783" y="6740"/>
                  </a:lnTo>
                  <a:lnTo>
                    <a:pt x="143555" y="4552"/>
                  </a:lnTo>
                  <a:lnTo>
                    <a:pt x="144312" y="1369"/>
                  </a:lnTo>
                  <a:lnTo>
                    <a:pt x="145838" y="196"/>
                  </a:lnTo>
                  <a:lnTo>
                    <a:pt x="146697" y="2640"/>
                  </a:lnTo>
                  <a:lnTo>
                    <a:pt x="150077" y="5110"/>
                  </a:lnTo>
                  <a:lnTo>
                    <a:pt x="152153" y="4403"/>
                  </a:lnTo>
                  <a:lnTo>
                    <a:pt x="153067" y="3660"/>
                  </a:lnTo>
                  <a:lnTo>
                    <a:pt x="152738" y="0"/>
                  </a:lnTo>
                  <a:lnTo>
                    <a:pt x="154931" y="978"/>
                  </a:lnTo>
                  <a:lnTo>
                    <a:pt x="156616" y="2737"/>
                  </a:lnTo>
                  <a:lnTo>
                    <a:pt x="158384" y="6267"/>
                  </a:lnTo>
                  <a:lnTo>
                    <a:pt x="159527" y="6974"/>
                  </a:lnTo>
                  <a:lnTo>
                    <a:pt x="161610" y="53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2051125" y="3712932"/>
              <a:ext cx="3498" cy="10131"/>
            </a:xfrm>
            <a:custGeom>
              <a:avLst/>
              <a:pathLst>
                <a:path w="3498" h="10131">
                  <a:moveTo>
                    <a:pt x="1358" y="8991"/>
                  </a:moveTo>
                  <a:lnTo>
                    <a:pt x="1175" y="10131"/>
                  </a:lnTo>
                  <a:lnTo>
                    <a:pt x="261" y="10030"/>
                  </a:lnTo>
                  <a:lnTo>
                    <a:pt x="0" y="9664"/>
                  </a:lnTo>
                  <a:lnTo>
                    <a:pt x="7" y="8359"/>
                  </a:lnTo>
                  <a:lnTo>
                    <a:pt x="222" y="4227"/>
                  </a:lnTo>
                  <a:lnTo>
                    <a:pt x="473" y="2490"/>
                  </a:lnTo>
                  <a:lnTo>
                    <a:pt x="1223" y="810"/>
                  </a:lnTo>
                  <a:lnTo>
                    <a:pt x="1847" y="0"/>
                  </a:lnTo>
                  <a:lnTo>
                    <a:pt x="2650" y="147"/>
                  </a:lnTo>
                  <a:lnTo>
                    <a:pt x="3498" y="1676"/>
                  </a:lnTo>
                  <a:lnTo>
                    <a:pt x="2496" y="4452"/>
                  </a:lnTo>
                  <a:lnTo>
                    <a:pt x="1939" y="4873"/>
                  </a:lnTo>
                  <a:lnTo>
                    <a:pt x="1726" y="523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1952618" y="3670149"/>
              <a:ext cx="1349" cy="3575"/>
            </a:xfrm>
            <a:custGeom>
              <a:avLst/>
              <a:pathLst>
                <a:path w="1349" h="3575">
                  <a:moveTo>
                    <a:pt x="919" y="3514"/>
                  </a:moveTo>
                  <a:lnTo>
                    <a:pt x="529" y="3575"/>
                  </a:lnTo>
                  <a:lnTo>
                    <a:pt x="0" y="2308"/>
                  </a:lnTo>
                  <a:lnTo>
                    <a:pt x="406" y="0"/>
                  </a:lnTo>
                  <a:lnTo>
                    <a:pt x="841" y="556"/>
                  </a:lnTo>
                  <a:lnTo>
                    <a:pt x="1161" y="1220"/>
                  </a:lnTo>
                  <a:lnTo>
                    <a:pt x="1349" y="210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1961375" y="3654166"/>
              <a:ext cx="3357" cy="8045"/>
            </a:xfrm>
            <a:custGeom>
              <a:avLst/>
              <a:pathLst>
                <a:path w="3357" h="8045">
                  <a:moveTo>
                    <a:pt x="1823" y="6824"/>
                  </a:moveTo>
                  <a:lnTo>
                    <a:pt x="691" y="8045"/>
                  </a:lnTo>
                  <a:lnTo>
                    <a:pt x="300" y="7496"/>
                  </a:lnTo>
                  <a:lnTo>
                    <a:pt x="57" y="6896"/>
                  </a:lnTo>
                  <a:lnTo>
                    <a:pt x="0" y="6160"/>
                  </a:lnTo>
                  <a:lnTo>
                    <a:pt x="626" y="4337"/>
                  </a:lnTo>
                  <a:lnTo>
                    <a:pt x="1236" y="3347"/>
                  </a:lnTo>
                  <a:lnTo>
                    <a:pt x="1782" y="1246"/>
                  </a:lnTo>
                  <a:lnTo>
                    <a:pt x="2789" y="0"/>
                  </a:lnTo>
                  <a:lnTo>
                    <a:pt x="3083" y="288"/>
                  </a:lnTo>
                  <a:lnTo>
                    <a:pt x="3279" y="724"/>
                  </a:lnTo>
                  <a:lnTo>
                    <a:pt x="3357" y="1428"/>
                  </a:lnTo>
                  <a:lnTo>
                    <a:pt x="3015" y="3128"/>
                  </a:lnTo>
                  <a:lnTo>
                    <a:pt x="2405" y="431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1952400" y="3648391"/>
              <a:ext cx="3430" cy="8529"/>
            </a:xfrm>
            <a:custGeom>
              <a:avLst/>
              <a:pathLst>
                <a:path w="3430" h="8529">
                  <a:moveTo>
                    <a:pt x="1992" y="8478"/>
                  </a:moveTo>
                  <a:lnTo>
                    <a:pt x="1490" y="8529"/>
                  </a:lnTo>
                  <a:lnTo>
                    <a:pt x="0" y="5667"/>
                  </a:lnTo>
                  <a:lnTo>
                    <a:pt x="100" y="2859"/>
                  </a:lnTo>
                  <a:lnTo>
                    <a:pt x="696" y="966"/>
                  </a:lnTo>
                  <a:lnTo>
                    <a:pt x="2622" y="0"/>
                  </a:lnTo>
                  <a:lnTo>
                    <a:pt x="3430" y="1777"/>
                  </a:lnTo>
                  <a:lnTo>
                    <a:pt x="3359" y="5145"/>
                  </a:lnTo>
                  <a:lnTo>
                    <a:pt x="2702" y="7603"/>
                  </a:lnTo>
                  <a:lnTo>
                    <a:pt x="2179" y="805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1941710" y="3641625"/>
              <a:ext cx="2449" cy="6576"/>
            </a:xfrm>
            <a:custGeom>
              <a:avLst/>
              <a:pathLst>
                <a:path w="2449" h="6576">
                  <a:moveTo>
                    <a:pt x="2193" y="6062"/>
                  </a:moveTo>
                  <a:lnTo>
                    <a:pt x="1228" y="6576"/>
                  </a:lnTo>
                  <a:lnTo>
                    <a:pt x="417" y="5563"/>
                  </a:lnTo>
                  <a:lnTo>
                    <a:pt x="72" y="3993"/>
                  </a:lnTo>
                  <a:lnTo>
                    <a:pt x="0" y="1633"/>
                  </a:lnTo>
                  <a:lnTo>
                    <a:pt x="71" y="851"/>
                  </a:lnTo>
                  <a:lnTo>
                    <a:pt x="1865" y="0"/>
                  </a:lnTo>
                  <a:lnTo>
                    <a:pt x="2449" y="1973"/>
                  </a:lnTo>
                  <a:lnTo>
                    <a:pt x="2443" y="488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1949270" y="3638811"/>
              <a:ext cx="3023" cy="6022"/>
            </a:xfrm>
            <a:custGeom>
              <a:avLst/>
              <a:pathLst>
                <a:path w="3023" h="6022">
                  <a:moveTo>
                    <a:pt x="2825" y="5127"/>
                  </a:moveTo>
                  <a:lnTo>
                    <a:pt x="2377" y="6022"/>
                  </a:lnTo>
                  <a:lnTo>
                    <a:pt x="564" y="4992"/>
                  </a:lnTo>
                  <a:lnTo>
                    <a:pt x="0" y="3278"/>
                  </a:lnTo>
                  <a:lnTo>
                    <a:pt x="455" y="937"/>
                  </a:lnTo>
                  <a:lnTo>
                    <a:pt x="840" y="0"/>
                  </a:lnTo>
                  <a:lnTo>
                    <a:pt x="1925" y="868"/>
                  </a:lnTo>
                  <a:lnTo>
                    <a:pt x="3023" y="348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1942261" y="3630352"/>
              <a:ext cx="7663" cy="33847"/>
            </a:xfrm>
            <a:custGeom>
              <a:avLst/>
              <a:pathLst>
                <a:path w="7663" h="33847">
                  <a:moveTo>
                    <a:pt x="3121" y="2975"/>
                  </a:moveTo>
                  <a:lnTo>
                    <a:pt x="3718" y="4879"/>
                  </a:lnTo>
                  <a:lnTo>
                    <a:pt x="4043" y="10308"/>
                  </a:lnTo>
                  <a:lnTo>
                    <a:pt x="5972" y="16036"/>
                  </a:lnTo>
                  <a:lnTo>
                    <a:pt x="6212" y="19237"/>
                  </a:lnTo>
                  <a:lnTo>
                    <a:pt x="6040" y="20726"/>
                  </a:lnTo>
                  <a:lnTo>
                    <a:pt x="6132" y="21309"/>
                  </a:lnTo>
                  <a:lnTo>
                    <a:pt x="7059" y="23568"/>
                  </a:lnTo>
                  <a:lnTo>
                    <a:pt x="7663" y="25940"/>
                  </a:lnTo>
                  <a:lnTo>
                    <a:pt x="6645" y="31509"/>
                  </a:lnTo>
                  <a:lnTo>
                    <a:pt x="4477" y="33847"/>
                  </a:lnTo>
                  <a:lnTo>
                    <a:pt x="2165" y="33769"/>
                  </a:lnTo>
                  <a:lnTo>
                    <a:pt x="1709" y="33169"/>
                  </a:lnTo>
                  <a:lnTo>
                    <a:pt x="1089" y="31039"/>
                  </a:lnTo>
                  <a:lnTo>
                    <a:pt x="974" y="29158"/>
                  </a:lnTo>
                  <a:lnTo>
                    <a:pt x="1331" y="27342"/>
                  </a:lnTo>
                  <a:lnTo>
                    <a:pt x="2525" y="24587"/>
                  </a:lnTo>
                  <a:lnTo>
                    <a:pt x="4346" y="22122"/>
                  </a:lnTo>
                  <a:lnTo>
                    <a:pt x="4574" y="20238"/>
                  </a:lnTo>
                  <a:lnTo>
                    <a:pt x="3843" y="18403"/>
                  </a:lnTo>
                  <a:lnTo>
                    <a:pt x="3338" y="14758"/>
                  </a:lnTo>
                  <a:lnTo>
                    <a:pt x="2188" y="12204"/>
                  </a:lnTo>
                  <a:lnTo>
                    <a:pt x="1614" y="4409"/>
                  </a:lnTo>
                  <a:lnTo>
                    <a:pt x="1231" y="4022"/>
                  </a:lnTo>
                  <a:lnTo>
                    <a:pt x="450" y="5097"/>
                  </a:lnTo>
                  <a:lnTo>
                    <a:pt x="64" y="4155"/>
                  </a:lnTo>
                  <a:lnTo>
                    <a:pt x="0" y="3656"/>
                  </a:lnTo>
                  <a:lnTo>
                    <a:pt x="842" y="1878"/>
                  </a:lnTo>
                  <a:lnTo>
                    <a:pt x="1017" y="610"/>
                  </a:lnTo>
                  <a:lnTo>
                    <a:pt x="2263" y="0"/>
                  </a:lnTo>
                  <a:lnTo>
                    <a:pt x="2798" y="101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2063443" y="3593890"/>
              <a:ext cx="883" cy="3380"/>
            </a:xfrm>
            <a:custGeom>
              <a:avLst/>
              <a:pathLst>
                <a:path w="883" h="3380">
                  <a:moveTo>
                    <a:pt x="792" y="3161"/>
                  </a:moveTo>
                  <a:lnTo>
                    <a:pt x="250" y="3380"/>
                  </a:lnTo>
                  <a:lnTo>
                    <a:pt x="0" y="1966"/>
                  </a:lnTo>
                  <a:lnTo>
                    <a:pt x="658" y="320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2044493" y="3591065"/>
              <a:ext cx="54924" cy="190473"/>
            </a:xfrm>
            <a:custGeom>
              <a:avLst/>
              <a:pathLst>
                <a:path w="54924" h="190473">
                  <a:moveTo>
                    <a:pt x="54589" y="46153"/>
                  </a:moveTo>
                  <a:lnTo>
                    <a:pt x="54051" y="47206"/>
                  </a:lnTo>
                  <a:lnTo>
                    <a:pt x="53494" y="47318"/>
                  </a:lnTo>
                  <a:lnTo>
                    <a:pt x="52748" y="47647"/>
                  </a:lnTo>
                  <a:lnTo>
                    <a:pt x="51712" y="46634"/>
                  </a:lnTo>
                  <a:lnTo>
                    <a:pt x="51303" y="46634"/>
                  </a:lnTo>
                  <a:lnTo>
                    <a:pt x="51248" y="47662"/>
                  </a:lnTo>
                  <a:lnTo>
                    <a:pt x="51934" y="48917"/>
                  </a:lnTo>
                  <a:lnTo>
                    <a:pt x="52603" y="50343"/>
                  </a:lnTo>
                  <a:lnTo>
                    <a:pt x="52844" y="52513"/>
                  </a:lnTo>
                  <a:lnTo>
                    <a:pt x="53241" y="55087"/>
                  </a:lnTo>
                  <a:lnTo>
                    <a:pt x="54197" y="57972"/>
                  </a:lnTo>
                  <a:lnTo>
                    <a:pt x="54793" y="59415"/>
                  </a:lnTo>
                  <a:lnTo>
                    <a:pt x="54830" y="60442"/>
                  </a:lnTo>
                  <a:lnTo>
                    <a:pt x="54644" y="62327"/>
                  </a:lnTo>
                  <a:lnTo>
                    <a:pt x="54597" y="63899"/>
                  </a:lnTo>
                  <a:lnTo>
                    <a:pt x="54924" y="71131"/>
                  </a:lnTo>
                  <a:lnTo>
                    <a:pt x="54705" y="71572"/>
                  </a:lnTo>
                  <a:lnTo>
                    <a:pt x="54351" y="71610"/>
                  </a:lnTo>
                  <a:lnTo>
                    <a:pt x="53976" y="71572"/>
                  </a:lnTo>
                  <a:lnTo>
                    <a:pt x="53669" y="70787"/>
                  </a:lnTo>
                  <a:lnTo>
                    <a:pt x="53401" y="70317"/>
                  </a:lnTo>
                  <a:lnTo>
                    <a:pt x="53282" y="71437"/>
                  </a:lnTo>
                  <a:lnTo>
                    <a:pt x="53006" y="74657"/>
                  </a:lnTo>
                  <a:lnTo>
                    <a:pt x="52384" y="81900"/>
                  </a:lnTo>
                  <a:lnTo>
                    <a:pt x="51839" y="88251"/>
                  </a:lnTo>
                  <a:lnTo>
                    <a:pt x="51155" y="90499"/>
                  </a:lnTo>
                  <a:lnTo>
                    <a:pt x="50166" y="94069"/>
                  </a:lnTo>
                  <a:lnTo>
                    <a:pt x="48811" y="98954"/>
                  </a:lnTo>
                  <a:lnTo>
                    <a:pt x="46847" y="106036"/>
                  </a:lnTo>
                  <a:lnTo>
                    <a:pt x="45394" y="109311"/>
                  </a:lnTo>
                  <a:lnTo>
                    <a:pt x="44248" y="111893"/>
                  </a:lnTo>
                  <a:lnTo>
                    <a:pt x="42909" y="114877"/>
                  </a:lnTo>
                  <a:lnTo>
                    <a:pt x="41181" y="118727"/>
                  </a:lnTo>
                  <a:lnTo>
                    <a:pt x="39243" y="120894"/>
                  </a:lnTo>
                  <a:lnTo>
                    <a:pt x="36544" y="123901"/>
                  </a:lnTo>
                  <a:lnTo>
                    <a:pt x="34635" y="126027"/>
                  </a:lnTo>
                  <a:lnTo>
                    <a:pt x="33227" y="127513"/>
                  </a:lnTo>
                  <a:lnTo>
                    <a:pt x="31761" y="129063"/>
                  </a:lnTo>
                  <a:lnTo>
                    <a:pt x="29823" y="131109"/>
                  </a:lnTo>
                  <a:lnTo>
                    <a:pt x="29074" y="133039"/>
                  </a:lnTo>
                  <a:lnTo>
                    <a:pt x="27830" y="137763"/>
                  </a:lnTo>
                  <a:lnTo>
                    <a:pt x="27250" y="140040"/>
                  </a:lnTo>
                  <a:lnTo>
                    <a:pt x="26721" y="141999"/>
                  </a:lnTo>
                  <a:lnTo>
                    <a:pt x="26612" y="142894"/>
                  </a:lnTo>
                  <a:lnTo>
                    <a:pt x="26681" y="143465"/>
                  </a:lnTo>
                  <a:lnTo>
                    <a:pt x="26935" y="144420"/>
                  </a:lnTo>
                  <a:lnTo>
                    <a:pt x="26959" y="145396"/>
                  </a:lnTo>
                  <a:lnTo>
                    <a:pt x="26609" y="146008"/>
                  </a:lnTo>
                  <a:lnTo>
                    <a:pt x="26307" y="146106"/>
                  </a:lnTo>
                  <a:lnTo>
                    <a:pt x="26172" y="145615"/>
                  </a:lnTo>
                  <a:lnTo>
                    <a:pt x="26072" y="144539"/>
                  </a:lnTo>
                  <a:lnTo>
                    <a:pt x="25751" y="143442"/>
                  </a:lnTo>
                  <a:lnTo>
                    <a:pt x="25377" y="143125"/>
                  </a:lnTo>
                  <a:lnTo>
                    <a:pt x="25163" y="143393"/>
                  </a:lnTo>
                  <a:lnTo>
                    <a:pt x="25144" y="144394"/>
                  </a:lnTo>
                  <a:lnTo>
                    <a:pt x="24656" y="149228"/>
                  </a:lnTo>
                  <a:lnTo>
                    <a:pt x="24638" y="151577"/>
                  </a:lnTo>
                  <a:lnTo>
                    <a:pt x="24431" y="152506"/>
                  </a:lnTo>
                  <a:lnTo>
                    <a:pt x="24447" y="154607"/>
                  </a:lnTo>
                  <a:lnTo>
                    <a:pt x="23954" y="156563"/>
                  </a:lnTo>
                  <a:lnTo>
                    <a:pt x="23739" y="158306"/>
                  </a:lnTo>
                  <a:lnTo>
                    <a:pt x="23589" y="159787"/>
                  </a:lnTo>
                  <a:lnTo>
                    <a:pt x="23191" y="160814"/>
                  </a:lnTo>
                  <a:lnTo>
                    <a:pt x="23050" y="162430"/>
                  </a:lnTo>
                  <a:lnTo>
                    <a:pt x="22682" y="165849"/>
                  </a:lnTo>
                  <a:lnTo>
                    <a:pt x="22253" y="168533"/>
                  </a:lnTo>
                  <a:lnTo>
                    <a:pt x="21951" y="170830"/>
                  </a:lnTo>
                  <a:lnTo>
                    <a:pt x="21896" y="172547"/>
                  </a:lnTo>
                  <a:lnTo>
                    <a:pt x="22126" y="173762"/>
                  </a:lnTo>
                  <a:lnTo>
                    <a:pt x="22206" y="174740"/>
                  </a:lnTo>
                  <a:lnTo>
                    <a:pt x="21999" y="176497"/>
                  </a:lnTo>
                  <a:lnTo>
                    <a:pt x="21887" y="177819"/>
                  </a:lnTo>
                  <a:lnTo>
                    <a:pt x="21339" y="178714"/>
                  </a:lnTo>
                  <a:lnTo>
                    <a:pt x="20200" y="180852"/>
                  </a:lnTo>
                  <a:lnTo>
                    <a:pt x="19757" y="182312"/>
                  </a:lnTo>
                  <a:lnTo>
                    <a:pt x="19583" y="183974"/>
                  </a:lnTo>
                  <a:lnTo>
                    <a:pt x="19694" y="185391"/>
                  </a:lnTo>
                  <a:lnTo>
                    <a:pt x="19646" y="186565"/>
                  </a:lnTo>
                  <a:lnTo>
                    <a:pt x="19106" y="187004"/>
                  </a:lnTo>
                  <a:lnTo>
                    <a:pt x="18915" y="188031"/>
                  </a:lnTo>
                  <a:lnTo>
                    <a:pt x="18549" y="189838"/>
                  </a:lnTo>
                  <a:lnTo>
                    <a:pt x="18136" y="190473"/>
                  </a:lnTo>
                  <a:lnTo>
                    <a:pt x="17074" y="189515"/>
                  </a:lnTo>
                  <a:lnTo>
                    <a:pt x="16292" y="189497"/>
                  </a:lnTo>
                  <a:lnTo>
                    <a:pt x="15687" y="188617"/>
                  </a:lnTo>
                  <a:lnTo>
                    <a:pt x="15029" y="186023"/>
                  </a:lnTo>
                  <a:lnTo>
                    <a:pt x="14488" y="183841"/>
                  </a:lnTo>
                  <a:lnTo>
                    <a:pt x="14044" y="181016"/>
                  </a:lnTo>
                  <a:lnTo>
                    <a:pt x="13907" y="177132"/>
                  </a:lnTo>
                  <a:lnTo>
                    <a:pt x="13315" y="175992"/>
                  </a:lnTo>
                  <a:lnTo>
                    <a:pt x="12731" y="174642"/>
                  </a:lnTo>
                  <a:lnTo>
                    <a:pt x="12034" y="175017"/>
                  </a:lnTo>
                  <a:lnTo>
                    <a:pt x="11204" y="175277"/>
                  </a:lnTo>
                  <a:lnTo>
                    <a:pt x="10744" y="174376"/>
                  </a:lnTo>
                  <a:lnTo>
                    <a:pt x="9612" y="172734"/>
                  </a:lnTo>
                  <a:lnTo>
                    <a:pt x="8645" y="170879"/>
                  </a:lnTo>
                  <a:lnTo>
                    <a:pt x="7914" y="169950"/>
                  </a:lnTo>
                  <a:lnTo>
                    <a:pt x="7357" y="170391"/>
                  </a:lnTo>
                  <a:lnTo>
                    <a:pt x="7023" y="171514"/>
                  </a:lnTo>
                  <a:lnTo>
                    <a:pt x="6435" y="173516"/>
                  </a:lnTo>
                  <a:lnTo>
                    <a:pt x="5569" y="174902"/>
                  </a:lnTo>
                  <a:lnTo>
                    <a:pt x="5178" y="174835"/>
                  </a:lnTo>
                  <a:lnTo>
                    <a:pt x="4655" y="173909"/>
                  </a:lnTo>
                  <a:lnTo>
                    <a:pt x="4559" y="172833"/>
                  </a:lnTo>
                  <a:lnTo>
                    <a:pt x="4988" y="171124"/>
                  </a:lnTo>
                  <a:lnTo>
                    <a:pt x="5863" y="167361"/>
                  </a:lnTo>
                  <a:lnTo>
                    <a:pt x="4893" y="167263"/>
                  </a:lnTo>
                  <a:lnTo>
                    <a:pt x="4559" y="166092"/>
                  </a:lnTo>
                  <a:lnTo>
                    <a:pt x="4511" y="164721"/>
                  </a:lnTo>
                  <a:lnTo>
                    <a:pt x="4352" y="163255"/>
                  </a:lnTo>
                  <a:lnTo>
                    <a:pt x="4543" y="161498"/>
                  </a:lnTo>
                  <a:lnTo>
                    <a:pt x="5052" y="160569"/>
                  </a:lnTo>
                  <a:lnTo>
                    <a:pt x="5815" y="161301"/>
                  </a:lnTo>
                  <a:lnTo>
                    <a:pt x="6340" y="161351"/>
                  </a:lnTo>
                  <a:lnTo>
                    <a:pt x="6690" y="159688"/>
                  </a:lnTo>
                  <a:lnTo>
                    <a:pt x="7039" y="158955"/>
                  </a:lnTo>
                  <a:lnTo>
                    <a:pt x="7389" y="158419"/>
                  </a:lnTo>
                  <a:lnTo>
                    <a:pt x="7532" y="157588"/>
                  </a:lnTo>
                  <a:lnTo>
                    <a:pt x="7164" y="154927"/>
                  </a:lnTo>
                  <a:lnTo>
                    <a:pt x="7055" y="153484"/>
                  </a:lnTo>
                  <a:lnTo>
                    <a:pt x="7167" y="152653"/>
                  </a:lnTo>
                  <a:lnTo>
                    <a:pt x="7151" y="150991"/>
                  </a:lnTo>
                  <a:lnTo>
                    <a:pt x="7135" y="149770"/>
                  </a:lnTo>
                  <a:lnTo>
                    <a:pt x="6912" y="148694"/>
                  </a:lnTo>
                  <a:lnTo>
                    <a:pt x="6896" y="147081"/>
                  </a:lnTo>
                  <a:lnTo>
                    <a:pt x="6706" y="146204"/>
                  </a:lnTo>
                  <a:lnTo>
                    <a:pt x="6642" y="145275"/>
                  </a:lnTo>
                  <a:lnTo>
                    <a:pt x="6626" y="144198"/>
                  </a:lnTo>
                  <a:lnTo>
                    <a:pt x="6387" y="143662"/>
                  </a:lnTo>
                  <a:lnTo>
                    <a:pt x="6134" y="143113"/>
                  </a:lnTo>
                  <a:lnTo>
                    <a:pt x="6341" y="142727"/>
                  </a:lnTo>
                  <a:lnTo>
                    <a:pt x="7719" y="141235"/>
                  </a:lnTo>
                  <a:lnTo>
                    <a:pt x="8291" y="139749"/>
                  </a:lnTo>
                  <a:lnTo>
                    <a:pt x="8999" y="138392"/>
                  </a:lnTo>
                  <a:lnTo>
                    <a:pt x="9608" y="136312"/>
                  </a:lnTo>
                  <a:lnTo>
                    <a:pt x="10009" y="134315"/>
                  </a:lnTo>
                  <a:lnTo>
                    <a:pt x="10960" y="125061"/>
                  </a:lnTo>
                  <a:lnTo>
                    <a:pt x="11852" y="119214"/>
                  </a:lnTo>
                  <a:lnTo>
                    <a:pt x="11702" y="116424"/>
                  </a:lnTo>
                  <a:lnTo>
                    <a:pt x="10963" y="112638"/>
                  </a:lnTo>
                  <a:lnTo>
                    <a:pt x="10796" y="107063"/>
                  </a:lnTo>
                  <a:lnTo>
                    <a:pt x="10865" y="105369"/>
                  </a:lnTo>
                  <a:lnTo>
                    <a:pt x="10773" y="104094"/>
                  </a:lnTo>
                  <a:lnTo>
                    <a:pt x="10280" y="106408"/>
                  </a:lnTo>
                  <a:lnTo>
                    <a:pt x="10406" y="114620"/>
                  </a:lnTo>
                  <a:lnTo>
                    <a:pt x="9971" y="118311"/>
                  </a:lnTo>
                  <a:lnTo>
                    <a:pt x="9361" y="119203"/>
                  </a:lnTo>
                  <a:lnTo>
                    <a:pt x="8965" y="118554"/>
                  </a:lnTo>
                  <a:lnTo>
                    <a:pt x="9192" y="112557"/>
                  </a:lnTo>
                  <a:lnTo>
                    <a:pt x="8745" y="113648"/>
                  </a:lnTo>
                  <a:lnTo>
                    <a:pt x="8033" y="117717"/>
                  </a:lnTo>
                  <a:lnTo>
                    <a:pt x="6865" y="120735"/>
                  </a:lnTo>
                  <a:lnTo>
                    <a:pt x="6801" y="121742"/>
                  </a:lnTo>
                  <a:lnTo>
                    <a:pt x="6518" y="122986"/>
                  </a:lnTo>
                  <a:lnTo>
                    <a:pt x="5616" y="121840"/>
                  </a:lnTo>
                  <a:lnTo>
                    <a:pt x="4928" y="120599"/>
                  </a:lnTo>
                  <a:lnTo>
                    <a:pt x="2671" y="113830"/>
                  </a:lnTo>
                  <a:lnTo>
                    <a:pt x="1189" y="112416"/>
                  </a:lnTo>
                  <a:lnTo>
                    <a:pt x="294" y="110055"/>
                  </a:lnTo>
                  <a:lnTo>
                    <a:pt x="107" y="109060"/>
                  </a:lnTo>
                  <a:lnTo>
                    <a:pt x="0" y="107695"/>
                  </a:lnTo>
                  <a:lnTo>
                    <a:pt x="914" y="106275"/>
                  </a:lnTo>
                  <a:lnTo>
                    <a:pt x="1849" y="104368"/>
                  </a:lnTo>
                  <a:lnTo>
                    <a:pt x="1943" y="100169"/>
                  </a:lnTo>
                  <a:lnTo>
                    <a:pt x="1919" y="96871"/>
                  </a:lnTo>
                  <a:lnTo>
                    <a:pt x="1228" y="91241"/>
                  </a:lnTo>
                  <a:lnTo>
                    <a:pt x="1551" y="83882"/>
                  </a:lnTo>
                  <a:lnTo>
                    <a:pt x="1372" y="81000"/>
                  </a:lnTo>
                  <a:lnTo>
                    <a:pt x="580" y="74885"/>
                  </a:lnTo>
                  <a:lnTo>
                    <a:pt x="1166" y="71806"/>
                  </a:lnTo>
                  <a:lnTo>
                    <a:pt x="3260" y="69561"/>
                  </a:lnTo>
                  <a:lnTo>
                    <a:pt x="3930" y="68060"/>
                  </a:lnTo>
                  <a:lnTo>
                    <a:pt x="4400" y="63210"/>
                  </a:lnTo>
                  <a:lnTo>
                    <a:pt x="4877" y="60304"/>
                  </a:lnTo>
                  <a:lnTo>
                    <a:pt x="5810" y="61475"/>
                  </a:lnTo>
                  <a:lnTo>
                    <a:pt x="6541" y="61340"/>
                  </a:lnTo>
                  <a:lnTo>
                    <a:pt x="5556" y="60261"/>
                  </a:lnTo>
                  <a:lnTo>
                    <a:pt x="4753" y="55889"/>
                  </a:lnTo>
                  <a:lnTo>
                    <a:pt x="4619" y="53886"/>
                  </a:lnTo>
                  <a:lnTo>
                    <a:pt x="6167" y="47904"/>
                  </a:lnTo>
                  <a:lnTo>
                    <a:pt x="6977" y="46346"/>
                  </a:lnTo>
                  <a:lnTo>
                    <a:pt x="7973" y="43183"/>
                  </a:lnTo>
                  <a:lnTo>
                    <a:pt x="8812" y="38413"/>
                  </a:lnTo>
                  <a:lnTo>
                    <a:pt x="9015" y="30885"/>
                  </a:lnTo>
                  <a:lnTo>
                    <a:pt x="8669" y="25503"/>
                  </a:lnTo>
                  <a:lnTo>
                    <a:pt x="8407" y="19815"/>
                  </a:lnTo>
                  <a:lnTo>
                    <a:pt x="8910" y="18344"/>
                  </a:lnTo>
                  <a:lnTo>
                    <a:pt x="10183" y="17586"/>
                  </a:lnTo>
                  <a:lnTo>
                    <a:pt x="11218" y="15752"/>
                  </a:lnTo>
                  <a:lnTo>
                    <a:pt x="11743" y="14053"/>
                  </a:lnTo>
                  <a:lnTo>
                    <a:pt x="12974" y="14308"/>
                  </a:lnTo>
                  <a:lnTo>
                    <a:pt x="14395" y="11681"/>
                  </a:lnTo>
                  <a:lnTo>
                    <a:pt x="16667" y="10365"/>
                  </a:lnTo>
                  <a:lnTo>
                    <a:pt x="19834" y="7361"/>
                  </a:lnTo>
                  <a:lnTo>
                    <a:pt x="20532" y="4710"/>
                  </a:lnTo>
                  <a:lnTo>
                    <a:pt x="20218" y="0"/>
                  </a:lnTo>
                  <a:lnTo>
                    <a:pt x="20514" y="611"/>
                  </a:lnTo>
                  <a:lnTo>
                    <a:pt x="21396" y="2856"/>
                  </a:lnTo>
                  <a:lnTo>
                    <a:pt x="21930" y="5080"/>
                  </a:lnTo>
                  <a:lnTo>
                    <a:pt x="22833" y="6462"/>
                  </a:lnTo>
                  <a:lnTo>
                    <a:pt x="23565" y="7580"/>
                  </a:lnTo>
                  <a:lnTo>
                    <a:pt x="25482" y="12093"/>
                  </a:lnTo>
                  <a:lnTo>
                    <a:pt x="26746" y="14384"/>
                  </a:lnTo>
                  <a:lnTo>
                    <a:pt x="28127" y="16448"/>
                  </a:lnTo>
                  <a:lnTo>
                    <a:pt x="30121" y="18615"/>
                  </a:lnTo>
                  <a:lnTo>
                    <a:pt x="31339" y="18247"/>
                  </a:lnTo>
                  <a:lnTo>
                    <a:pt x="31625" y="19890"/>
                  </a:lnTo>
                  <a:lnTo>
                    <a:pt x="31861" y="21622"/>
                  </a:lnTo>
                  <a:lnTo>
                    <a:pt x="32316" y="22630"/>
                  </a:lnTo>
                  <a:lnTo>
                    <a:pt x="33038" y="23492"/>
                  </a:lnTo>
                  <a:lnTo>
                    <a:pt x="33468" y="23763"/>
                  </a:lnTo>
                  <a:lnTo>
                    <a:pt x="33600" y="24196"/>
                  </a:lnTo>
                  <a:lnTo>
                    <a:pt x="34032" y="30450"/>
                  </a:lnTo>
                  <a:lnTo>
                    <a:pt x="34286" y="31365"/>
                  </a:lnTo>
                  <a:lnTo>
                    <a:pt x="35283" y="32355"/>
                  </a:lnTo>
                  <a:lnTo>
                    <a:pt x="36503" y="32729"/>
                  </a:lnTo>
                  <a:lnTo>
                    <a:pt x="36999" y="32512"/>
                  </a:lnTo>
                  <a:lnTo>
                    <a:pt x="38073" y="34251"/>
                  </a:lnTo>
                  <a:lnTo>
                    <a:pt x="38864" y="35070"/>
                  </a:lnTo>
                  <a:lnTo>
                    <a:pt x="39737" y="35683"/>
                  </a:lnTo>
                  <a:lnTo>
                    <a:pt x="40329" y="35864"/>
                  </a:lnTo>
                  <a:lnTo>
                    <a:pt x="40603" y="35593"/>
                  </a:lnTo>
                  <a:lnTo>
                    <a:pt x="40702" y="34963"/>
                  </a:lnTo>
                  <a:lnTo>
                    <a:pt x="41187" y="35080"/>
                  </a:lnTo>
                  <a:lnTo>
                    <a:pt x="41913" y="35884"/>
                  </a:lnTo>
                  <a:lnTo>
                    <a:pt x="42955" y="36047"/>
                  </a:lnTo>
                  <a:lnTo>
                    <a:pt x="43602" y="35285"/>
                  </a:lnTo>
                  <a:lnTo>
                    <a:pt x="43692" y="34024"/>
                  </a:lnTo>
                  <a:lnTo>
                    <a:pt x="43736" y="31809"/>
                  </a:lnTo>
                  <a:lnTo>
                    <a:pt x="43978" y="31038"/>
                  </a:lnTo>
                  <a:lnTo>
                    <a:pt x="44720" y="29752"/>
                  </a:lnTo>
                  <a:lnTo>
                    <a:pt x="45109" y="30020"/>
                  </a:lnTo>
                  <a:lnTo>
                    <a:pt x="47057" y="32793"/>
                  </a:lnTo>
                  <a:lnTo>
                    <a:pt x="47458" y="33753"/>
                  </a:lnTo>
                  <a:lnTo>
                    <a:pt x="47952" y="35683"/>
                  </a:lnTo>
                  <a:lnTo>
                    <a:pt x="48866" y="38543"/>
                  </a:lnTo>
                  <a:lnTo>
                    <a:pt x="49857" y="40367"/>
                  </a:lnTo>
                  <a:lnTo>
                    <a:pt x="51389" y="41146"/>
                  </a:lnTo>
                  <a:lnTo>
                    <a:pt x="52863" y="4414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3060331" y="2698696"/>
              <a:ext cx="116980" cy="285446"/>
            </a:xfrm>
            <a:custGeom>
              <a:avLst/>
              <a:pathLst>
                <a:path w="116980" h="285446">
                  <a:moveTo>
                    <a:pt x="91281" y="9821"/>
                  </a:moveTo>
                  <a:lnTo>
                    <a:pt x="91418" y="10717"/>
                  </a:lnTo>
                  <a:lnTo>
                    <a:pt x="91734" y="13198"/>
                  </a:lnTo>
                  <a:lnTo>
                    <a:pt x="92534" y="19501"/>
                  </a:lnTo>
                  <a:lnTo>
                    <a:pt x="93230" y="24441"/>
                  </a:lnTo>
                  <a:lnTo>
                    <a:pt x="94086" y="31283"/>
                  </a:lnTo>
                  <a:lnTo>
                    <a:pt x="94353" y="33910"/>
                  </a:lnTo>
                  <a:lnTo>
                    <a:pt x="94468" y="35722"/>
                  </a:lnTo>
                  <a:lnTo>
                    <a:pt x="95707" y="43245"/>
                  </a:lnTo>
                  <a:lnTo>
                    <a:pt x="96442" y="49434"/>
                  </a:lnTo>
                  <a:lnTo>
                    <a:pt x="96981" y="54455"/>
                  </a:lnTo>
                  <a:lnTo>
                    <a:pt x="97738" y="61788"/>
                  </a:lnTo>
                  <a:lnTo>
                    <a:pt x="98069" y="64347"/>
                  </a:lnTo>
                  <a:lnTo>
                    <a:pt x="97533" y="65683"/>
                  </a:lnTo>
                  <a:lnTo>
                    <a:pt x="96455" y="70455"/>
                  </a:lnTo>
                  <a:lnTo>
                    <a:pt x="95309" y="85605"/>
                  </a:lnTo>
                  <a:lnTo>
                    <a:pt x="93668" y="97442"/>
                  </a:lnTo>
                  <a:lnTo>
                    <a:pt x="93482" y="104854"/>
                  </a:lnTo>
                  <a:lnTo>
                    <a:pt x="93218" y="107527"/>
                  </a:lnTo>
                  <a:lnTo>
                    <a:pt x="92438" y="111282"/>
                  </a:lnTo>
                  <a:lnTo>
                    <a:pt x="91492" y="114965"/>
                  </a:lnTo>
                  <a:lnTo>
                    <a:pt x="89809" y="113058"/>
                  </a:lnTo>
                  <a:lnTo>
                    <a:pt x="87071" y="106592"/>
                  </a:lnTo>
                  <a:lnTo>
                    <a:pt x="85474" y="100449"/>
                  </a:lnTo>
                  <a:lnTo>
                    <a:pt x="83762" y="96481"/>
                  </a:lnTo>
                  <a:lnTo>
                    <a:pt x="82144" y="91225"/>
                  </a:lnTo>
                  <a:lnTo>
                    <a:pt x="81703" y="87443"/>
                  </a:lnTo>
                  <a:lnTo>
                    <a:pt x="81720" y="85018"/>
                  </a:lnTo>
                  <a:lnTo>
                    <a:pt x="81013" y="79094"/>
                  </a:lnTo>
                  <a:lnTo>
                    <a:pt x="80490" y="76293"/>
                  </a:lnTo>
                  <a:lnTo>
                    <a:pt x="78518" y="69994"/>
                  </a:lnTo>
                  <a:lnTo>
                    <a:pt x="77952" y="66632"/>
                  </a:lnTo>
                  <a:lnTo>
                    <a:pt x="77519" y="65155"/>
                  </a:lnTo>
                  <a:lnTo>
                    <a:pt x="77084" y="63034"/>
                  </a:lnTo>
                  <a:lnTo>
                    <a:pt x="76370" y="54859"/>
                  </a:lnTo>
                  <a:lnTo>
                    <a:pt x="75587" y="49672"/>
                  </a:lnTo>
                  <a:lnTo>
                    <a:pt x="74696" y="51106"/>
                  </a:lnTo>
                  <a:lnTo>
                    <a:pt x="74854" y="53290"/>
                  </a:lnTo>
                  <a:lnTo>
                    <a:pt x="74076" y="56310"/>
                  </a:lnTo>
                  <a:lnTo>
                    <a:pt x="73607" y="59816"/>
                  </a:lnTo>
                  <a:lnTo>
                    <a:pt x="73967" y="62679"/>
                  </a:lnTo>
                  <a:lnTo>
                    <a:pt x="75580" y="67036"/>
                  </a:lnTo>
                  <a:lnTo>
                    <a:pt x="75907" y="68939"/>
                  </a:lnTo>
                  <a:lnTo>
                    <a:pt x="76283" y="73068"/>
                  </a:lnTo>
                  <a:lnTo>
                    <a:pt x="76223" y="78681"/>
                  </a:lnTo>
                  <a:lnTo>
                    <a:pt x="76483" y="80587"/>
                  </a:lnTo>
                  <a:lnTo>
                    <a:pt x="77690" y="84757"/>
                  </a:lnTo>
                  <a:lnTo>
                    <a:pt x="78123" y="87231"/>
                  </a:lnTo>
                  <a:lnTo>
                    <a:pt x="78383" y="89367"/>
                  </a:lnTo>
                  <a:lnTo>
                    <a:pt x="78784" y="91299"/>
                  </a:lnTo>
                  <a:lnTo>
                    <a:pt x="79982" y="94932"/>
                  </a:lnTo>
                  <a:lnTo>
                    <a:pt x="81705" y="101846"/>
                  </a:lnTo>
                  <a:lnTo>
                    <a:pt x="83341" y="106506"/>
                  </a:lnTo>
                  <a:lnTo>
                    <a:pt x="84520" y="108755"/>
                  </a:lnTo>
                  <a:lnTo>
                    <a:pt x="85021" y="111010"/>
                  </a:lnTo>
                  <a:lnTo>
                    <a:pt x="85134" y="116829"/>
                  </a:lnTo>
                  <a:lnTo>
                    <a:pt x="85048" y="119602"/>
                  </a:lnTo>
                  <a:lnTo>
                    <a:pt x="86082" y="124827"/>
                  </a:lnTo>
                  <a:lnTo>
                    <a:pt x="86465" y="127470"/>
                  </a:lnTo>
                  <a:lnTo>
                    <a:pt x="87469" y="129626"/>
                  </a:lnTo>
                  <a:lnTo>
                    <a:pt x="87927" y="132086"/>
                  </a:lnTo>
                  <a:lnTo>
                    <a:pt x="88348" y="136088"/>
                  </a:lnTo>
                  <a:lnTo>
                    <a:pt x="88982" y="147921"/>
                  </a:lnTo>
                  <a:lnTo>
                    <a:pt x="89852" y="150825"/>
                  </a:lnTo>
                  <a:lnTo>
                    <a:pt x="92541" y="166379"/>
                  </a:lnTo>
                  <a:lnTo>
                    <a:pt x="94809" y="176225"/>
                  </a:lnTo>
                  <a:lnTo>
                    <a:pt x="95906" y="183571"/>
                  </a:lnTo>
                  <a:lnTo>
                    <a:pt x="97578" y="192517"/>
                  </a:lnTo>
                  <a:lnTo>
                    <a:pt x="100856" y="212157"/>
                  </a:lnTo>
                  <a:lnTo>
                    <a:pt x="102807" y="218219"/>
                  </a:lnTo>
                  <a:lnTo>
                    <a:pt x="103583" y="221623"/>
                  </a:lnTo>
                  <a:lnTo>
                    <a:pt x="104995" y="224246"/>
                  </a:lnTo>
                  <a:lnTo>
                    <a:pt x="106525" y="228035"/>
                  </a:lnTo>
                  <a:lnTo>
                    <a:pt x="105065" y="227664"/>
                  </a:lnTo>
                  <a:lnTo>
                    <a:pt x="104698" y="227894"/>
                  </a:lnTo>
                  <a:lnTo>
                    <a:pt x="104189" y="228541"/>
                  </a:lnTo>
                  <a:lnTo>
                    <a:pt x="103943" y="230840"/>
                  </a:lnTo>
                  <a:lnTo>
                    <a:pt x="103838" y="232718"/>
                  </a:lnTo>
                  <a:lnTo>
                    <a:pt x="104015" y="242670"/>
                  </a:lnTo>
                  <a:lnTo>
                    <a:pt x="104415" y="247735"/>
                  </a:lnTo>
                  <a:lnTo>
                    <a:pt x="105698" y="257336"/>
                  </a:lnTo>
                  <a:lnTo>
                    <a:pt x="106655" y="260216"/>
                  </a:lnTo>
                  <a:lnTo>
                    <a:pt x="107121" y="262078"/>
                  </a:lnTo>
                  <a:lnTo>
                    <a:pt x="107770" y="263439"/>
                  </a:lnTo>
                  <a:lnTo>
                    <a:pt x="110811" y="266714"/>
                  </a:lnTo>
                  <a:lnTo>
                    <a:pt x="112588" y="273647"/>
                  </a:lnTo>
                  <a:lnTo>
                    <a:pt x="116579" y="282409"/>
                  </a:lnTo>
                  <a:lnTo>
                    <a:pt x="116971" y="284829"/>
                  </a:lnTo>
                  <a:lnTo>
                    <a:pt x="116980" y="285392"/>
                  </a:lnTo>
                  <a:lnTo>
                    <a:pt x="113826" y="285394"/>
                  </a:lnTo>
                  <a:lnTo>
                    <a:pt x="110672" y="285396"/>
                  </a:lnTo>
                  <a:lnTo>
                    <a:pt x="107517" y="285397"/>
                  </a:lnTo>
                  <a:lnTo>
                    <a:pt x="104363" y="285399"/>
                  </a:lnTo>
                  <a:lnTo>
                    <a:pt x="101209" y="285400"/>
                  </a:lnTo>
                  <a:lnTo>
                    <a:pt x="98054" y="285402"/>
                  </a:lnTo>
                  <a:lnTo>
                    <a:pt x="94900" y="285403"/>
                  </a:lnTo>
                  <a:lnTo>
                    <a:pt x="91745" y="285405"/>
                  </a:lnTo>
                  <a:lnTo>
                    <a:pt x="88592" y="285406"/>
                  </a:lnTo>
                  <a:lnTo>
                    <a:pt x="85437" y="285407"/>
                  </a:lnTo>
                  <a:lnTo>
                    <a:pt x="82283" y="285409"/>
                  </a:lnTo>
                  <a:lnTo>
                    <a:pt x="79128" y="285410"/>
                  </a:lnTo>
                  <a:lnTo>
                    <a:pt x="75975" y="285413"/>
                  </a:lnTo>
                  <a:lnTo>
                    <a:pt x="72819" y="285413"/>
                  </a:lnTo>
                  <a:lnTo>
                    <a:pt x="69666" y="285416"/>
                  </a:lnTo>
                  <a:lnTo>
                    <a:pt x="66511" y="285418"/>
                  </a:lnTo>
                  <a:lnTo>
                    <a:pt x="64711" y="285418"/>
                  </a:lnTo>
                  <a:lnTo>
                    <a:pt x="65018" y="282793"/>
                  </a:lnTo>
                  <a:lnTo>
                    <a:pt x="65208" y="280928"/>
                  </a:lnTo>
                  <a:lnTo>
                    <a:pt x="64998" y="279636"/>
                  </a:lnTo>
                  <a:lnTo>
                    <a:pt x="64383" y="279313"/>
                  </a:lnTo>
                  <a:lnTo>
                    <a:pt x="63981" y="279721"/>
                  </a:lnTo>
                  <a:lnTo>
                    <a:pt x="63040" y="285227"/>
                  </a:lnTo>
                  <a:lnTo>
                    <a:pt x="62546" y="285446"/>
                  </a:lnTo>
                  <a:lnTo>
                    <a:pt x="61426" y="285446"/>
                  </a:lnTo>
                  <a:lnTo>
                    <a:pt x="57753" y="285445"/>
                  </a:lnTo>
                  <a:lnTo>
                    <a:pt x="54080" y="285442"/>
                  </a:lnTo>
                  <a:lnTo>
                    <a:pt x="50408" y="285439"/>
                  </a:lnTo>
                  <a:lnTo>
                    <a:pt x="46735" y="285439"/>
                  </a:lnTo>
                  <a:lnTo>
                    <a:pt x="43062" y="285436"/>
                  </a:lnTo>
                  <a:lnTo>
                    <a:pt x="39390" y="285435"/>
                  </a:lnTo>
                  <a:lnTo>
                    <a:pt x="35717" y="285433"/>
                  </a:lnTo>
                  <a:lnTo>
                    <a:pt x="32044" y="285432"/>
                  </a:lnTo>
                  <a:lnTo>
                    <a:pt x="28372" y="285429"/>
                  </a:lnTo>
                  <a:lnTo>
                    <a:pt x="24699" y="285428"/>
                  </a:lnTo>
                  <a:lnTo>
                    <a:pt x="21027" y="285426"/>
                  </a:lnTo>
                  <a:lnTo>
                    <a:pt x="17354" y="285425"/>
                  </a:lnTo>
                  <a:lnTo>
                    <a:pt x="13681" y="285423"/>
                  </a:lnTo>
                  <a:lnTo>
                    <a:pt x="10008" y="285420"/>
                  </a:lnTo>
                  <a:lnTo>
                    <a:pt x="6336" y="285419"/>
                  </a:lnTo>
                  <a:lnTo>
                    <a:pt x="2663" y="285418"/>
                  </a:lnTo>
                  <a:lnTo>
                    <a:pt x="2663" y="278782"/>
                  </a:lnTo>
                  <a:lnTo>
                    <a:pt x="2663" y="272146"/>
                  </a:lnTo>
                  <a:lnTo>
                    <a:pt x="2663" y="265511"/>
                  </a:lnTo>
                  <a:lnTo>
                    <a:pt x="2663" y="258875"/>
                  </a:lnTo>
                  <a:lnTo>
                    <a:pt x="2663" y="252240"/>
                  </a:lnTo>
                  <a:lnTo>
                    <a:pt x="2663" y="245604"/>
                  </a:lnTo>
                  <a:lnTo>
                    <a:pt x="2663" y="238967"/>
                  </a:lnTo>
                  <a:lnTo>
                    <a:pt x="2663" y="232332"/>
                  </a:lnTo>
                  <a:lnTo>
                    <a:pt x="2663" y="225696"/>
                  </a:lnTo>
                  <a:lnTo>
                    <a:pt x="2663" y="219061"/>
                  </a:lnTo>
                  <a:lnTo>
                    <a:pt x="2663" y="212425"/>
                  </a:lnTo>
                  <a:lnTo>
                    <a:pt x="2663" y="205790"/>
                  </a:lnTo>
                  <a:lnTo>
                    <a:pt x="2663" y="199154"/>
                  </a:lnTo>
                  <a:lnTo>
                    <a:pt x="2663" y="192518"/>
                  </a:lnTo>
                  <a:lnTo>
                    <a:pt x="2663" y="185883"/>
                  </a:lnTo>
                  <a:lnTo>
                    <a:pt x="2663" y="179247"/>
                  </a:lnTo>
                  <a:lnTo>
                    <a:pt x="2663" y="172612"/>
                  </a:lnTo>
                  <a:lnTo>
                    <a:pt x="2663" y="165976"/>
                  </a:lnTo>
                  <a:lnTo>
                    <a:pt x="2663" y="159341"/>
                  </a:lnTo>
                  <a:lnTo>
                    <a:pt x="2663" y="152705"/>
                  </a:lnTo>
                  <a:lnTo>
                    <a:pt x="2663" y="146070"/>
                  </a:lnTo>
                  <a:lnTo>
                    <a:pt x="2663" y="139434"/>
                  </a:lnTo>
                  <a:lnTo>
                    <a:pt x="2663" y="132797"/>
                  </a:lnTo>
                  <a:lnTo>
                    <a:pt x="2663" y="126161"/>
                  </a:lnTo>
                  <a:lnTo>
                    <a:pt x="2663" y="119526"/>
                  </a:lnTo>
                  <a:lnTo>
                    <a:pt x="2663" y="112890"/>
                  </a:lnTo>
                  <a:lnTo>
                    <a:pt x="2663" y="106255"/>
                  </a:lnTo>
                  <a:lnTo>
                    <a:pt x="2663" y="99619"/>
                  </a:lnTo>
                  <a:lnTo>
                    <a:pt x="2663" y="92984"/>
                  </a:lnTo>
                  <a:lnTo>
                    <a:pt x="2663" y="86348"/>
                  </a:lnTo>
                  <a:lnTo>
                    <a:pt x="2663" y="79713"/>
                  </a:lnTo>
                  <a:lnTo>
                    <a:pt x="2663" y="73077"/>
                  </a:lnTo>
                  <a:lnTo>
                    <a:pt x="2580" y="71838"/>
                  </a:lnTo>
                  <a:lnTo>
                    <a:pt x="2046" y="67333"/>
                  </a:lnTo>
                  <a:lnTo>
                    <a:pt x="1564" y="61601"/>
                  </a:lnTo>
                  <a:lnTo>
                    <a:pt x="1034" y="54554"/>
                  </a:lnTo>
                  <a:lnTo>
                    <a:pt x="966" y="52270"/>
                  </a:lnTo>
                  <a:lnTo>
                    <a:pt x="80" y="45016"/>
                  </a:lnTo>
                  <a:lnTo>
                    <a:pt x="0" y="42961"/>
                  </a:lnTo>
                  <a:lnTo>
                    <a:pt x="223" y="41498"/>
                  </a:lnTo>
                  <a:lnTo>
                    <a:pt x="1675" y="35383"/>
                  </a:lnTo>
                  <a:lnTo>
                    <a:pt x="2113" y="32414"/>
                  </a:lnTo>
                  <a:lnTo>
                    <a:pt x="2482" y="28853"/>
                  </a:lnTo>
                  <a:lnTo>
                    <a:pt x="2602" y="25956"/>
                  </a:lnTo>
                  <a:lnTo>
                    <a:pt x="2175" y="21526"/>
                  </a:lnTo>
                  <a:lnTo>
                    <a:pt x="1675" y="17544"/>
                  </a:lnTo>
                  <a:lnTo>
                    <a:pt x="1506" y="13468"/>
                  </a:lnTo>
                  <a:lnTo>
                    <a:pt x="1437" y="9460"/>
                  </a:lnTo>
                  <a:lnTo>
                    <a:pt x="2179" y="6722"/>
                  </a:lnTo>
                  <a:lnTo>
                    <a:pt x="3070" y="4165"/>
                  </a:lnTo>
                  <a:lnTo>
                    <a:pt x="3403" y="2594"/>
                  </a:lnTo>
                  <a:lnTo>
                    <a:pt x="3929" y="829"/>
                  </a:lnTo>
                  <a:lnTo>
                    <a:pt x="4299" y="0"/>
                  </a:lnTo>
                  <a:lnTo>
                    <a:pt x="5020" y="3581"/>
                  </a:lnTo>
                  <a:lnTo>
                    <a:pt x="6527" y="4201"/>
                  </a:lnTo>
                  <a:lnTo>
                    <a:pt x="11440" y="1007"/>
                  </a:lnTo>
                  <a:lnTo>
                    <a:pt x="16863" y="4221"/>
                  </a:lnTo>
                  <a:lnTo>
                    <a:pt x="19856" y="5455"/>
                  </a:lnTo>
                  <a:lnTo>
                    <a:pt x="24465" y="8187"/>
                  </a:lnTo>
                  <a:lnTo>
                    <a:pt x="27272" y="13069"/>
                  </a:lnTo>
                  <a:lnTo>
                    <a:pt x="28042" y="13688"/>
                  </a:lnTo>
                  <a:lnTo>
                    <a:pt x="30059" y="13591"/>
                  </a:lnTo>
                  <a:lnTo>
                    <a:pt x="31382" y="16475"/>
                  </a:lnTo>
                  <a:lnTo>
                    <a:pt x="36643" y="17863"/>
                  </a:lnTo>
                  <a:lnTo>
                    <a:pt x="39451" y="21047"/>
                  </a:lnTo>
                  <a:lnTo>
                    <a:pt x="41045" y="23587"/>
                  </a:lnTo>
                  <a:lnTo>
                    <a:pt x="42000" y="24369"/>
                  </a:lnTo>
                  <a:lnTo>
                    <a:pt x="42845" y="24242"/>
                  </a:lnTo>
                  <a:lnTo>
                    <a:pt x="43989" y="23285"/>
                  </a:lnTo>
                  <a:lnTo>
                    <a:pt x="45427" y="21498"/>
                  </a:lnTo>
                  <a:lnTo>
                    <a:pt x="46995" y="19013"/>
                  </a:lnTo>
                  <a:lnTo>
                    <a:pt x="50246" y="12631"/>
                  </a:lnTo>
                  <a:lnTo>
                    <a:pt x="51396" y="11510"/>
                  </a:lnTo>
                  <a:lnTo>
                    <a:pt x="52147" y="11799"/>
                  </a:lnTo>
                  <a:lnTo>
                    <a:pt x="53061" y="11718"/>
                  </a:lnTo>
                  <a:lnTo>
                    <a:pt x="53443" y="9991"/>
                  </a:lnTo>
                  <a:lnTo>
                    <a:pt x="53923" y="8804"/>
                  </a:lnTo>
                  <a:lnTo>
                    <a:pt x="54226" y="7453"/>
                  </a:lnTo>
                  <a:lnTo>
                    <a:pt x="54719" y="5831"/>
                  </a:lnTo>
                  <a:lnTo>
                    <a:pt x="56410" y="5377"/>
                  </a:lnTo>
                  <a:lnTo>
                    <a:pt x="59799" y="2604"/>
                  </a:lnTo>
                  <a:lnTo>
                    <a:pt x="59421" y="3918"/>
                  </a:lnTo>
                  <a:lnTo>
                    <a:pt x="56333" y="7032"/>
                  </a:lnTo>
                  <a:lnTo>
                    <a:pt x="57655" y="7420"/>
                  </a:lnTo>
                  <a:lnTo>
                    <a:pt x="59010" y="6355"/>
                  </a:lnTo>
                  <a:lnTo>
                    <a:pt x="60551" y="5678"/>
                  </a:lnTo>
                  <a:lnTo>
                    <a:pt x="60831" y="4355"/>
                  </a:lnTo>
                  <a:lnTo>
                    <a:pt x="61034" y="1874"/>
                  </a:lnTo>
                  <a:lnTo>
                    <a:pt x="61332" y="1526"/>
                  </a:lnTo>
                  <a:lnTo>
                    <a:pt x="62399" y="1991"/>
                  </a:lnTo>
                  <a:lnTo>
                    <a:pt x="65576" y="5813"/>
                  </a:lnTo>
                  <a:lnTo>
                    <a:pt x="66366" y="5886"/>
                  </a:lnTo>
                  <a:lnTo>
                    <a:pt x="68603" y="3801"/>
                  </a:lnTo>
                  <a:lnTo>
                    <a:pt x="69081" y="3355"/>
                  </a:lnTo>
                  <a:lnTo>
                    <a:pt x="69805" y="4517"/>
                  </a:lnTo>
                  <a:lnTo>
                    <a:pt x="71456" y="9275"/>
                  </a:lnTo>
                  <a:lnTo>
                    <a:pt x="70880" y="9174"/>
                  </a:lnTo>
                  <a:lnTo>
                    <a:pt x="69112" y="5097"/>
                  </a:lnTo>
                  <a:lnTo>
                    <a:pt x="68955" y="7128"/>
                  </a:lnTo>
                  <a:lnTo>
                    <a:pt x="67948" y="10708"/>
                  </a:lnTo>
                  <a:lnTo>
                    <a:pt x="69207" y="12256"/>
                  </a:lnTo>
                  <a:lnTo>
                    <a:pt x="70230" y="12838"/>
                  </a:lnTo>
                  <a:lnTo>
                    <a:pt x="70779" y="14833"/>
                  </a:lnTo>
                  <a:lnTo>
                    <a:pt x="71127" y="16611"/>
                  </a:lnTo>
                  <a:lnTo>
                    <a:pt x="72134" y="15836"/>
                  </a:lnTo>
                  <a:lnTo>
                    <a:pt x="72858" y="13418"/>
                  </a:lnTo>
                  <a:lnTo>
                    <a:pt x="72482" y="12069"/>
                  </a:lnTo>
                  <a:lnTo>
                    <a:pt x="72227" y="10673"/>
                  </a:lnTo>
                  <a:lnTo>
                    <a:pt x="72557" y="10639"/>
                  </a:lnTo>
                  <a:lnTo>
                    <a:pt x="73259" y="11787"/>
                  </a:lnTo>
                  <a:lnTo>
                    <a:pt x="75271" y="16377"/>
                  </a:lnTo>
                  <a:lnTo>
                    <a:pt x="75948" y="17322"/>
                  </a:lnTo>
                  <a:lnTo>
                    <a:pt x="76729" y="17166"/>
                  </a:lnTo>
                  <a:lnTo>
                    <a:pt x="78363" y="15875"/>
                  </a:lnTo>
                  <a:lnTo>
                    <a:pt x="78816" y="16075"/>
                  </a:lnTo>
                  <a:lnTo>
                    <a:pt x="81011" y="14384"/>
                  </a:lnTo>
                  <a:lnTo>
                    <a:pt x="81269" y="15624"/>
                  </a:lnTo>
                  <a:lnTo>
                    <a:pt x="81630" y="16856"/>
                  </a:lnTo>
                  <a:lnTo>
                    <a:pt x="83395" y="15484"/>
                  </a:lnTo>
                  <a:lnTo>
                    <a:pt x="86169" y="15500"/>
                  </a:lnTo>
                  <a:lnTo>
                    <a:pt x="88439" y="14006"/>
                  </a:lnTo>
                  <a:lnTo>
                    <a:pt x="91070" y="103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3206812" y="3164553"/>
              <a:ext cx="4501" cy="9221"/>
            </a:xfrm>
            <a:custGeom>
              <a:avLst/>
              <a:pathLst>
                <a:path w="4501" h="9221">
                  <a:moveTo>
                    <a:pt x="1934" y="5710"/>
                  </a:moveTo>
                  <a:lnTo>
                    <a:pt x="2332" y="7283"/>
                  </a:lnTo>
                  <a:lnTo>
                    <a:pt x="2609" y="7128"/>
                  </a:lnTo>
                  <a:lnTo>
                    <a:pt x="2827" y="6605"/>
                  </a:lnTo>
                  <a:lnTo>
                    <a:pt x="2981" y="5494"/>
                  </a:lnTo>
                  <a:lnTo>
                    <a:pt x="4501" y="7688"/>
                  </a:lnTo>
                  <a:lnTo>
                    <a:pt x="4413" y="9146"/>
                  </a:lnTo>
                  <a:lnTo>
                    <a:pt x="3506" y="9221"/>
                  </a:lnTo>
                  <a:lnTo>
                    <a:pt x="2459" y="8606"/>
                  </a:lnTo>
                  <a:lnTo>
                    <a:pt x="1491" y="8819"/>
                  </a:lnTo>
                  <a:lnTo>
                    <a:pt x="338" y="8183"/>
                  </a:lnTo>
                  <a:lnTo>
                    <a:pt x="72" y="5710"/>
                  </a:lnTo>
                  <a:lnTo>
                    <a:pt x="807" y="6908"/>
                  </a:lnTo>
                  <a:lnTo>
                    <a:pt x="1187" y="6605"/>
                  </a:lnTo>
                  <a:lnTo>
                    <a:pt x="1255" y="6287"/>
                  </a:lnTo>
                  <a:lnTo>
                    <a:pt x="734" y="4614"/>
                  </a:lnTo>
                  <a:lnTo>
                    <a:pt x="0" y="4280"/>
                  </a:lnTo>
                  <a:lnTo>
                    <a:pt x="50" y="2964"/>
                  </a:lnTo>
                  <a:lnTo>
                    <a:pt x="379" y="2447"/>
                  </a:lnTo>
                  <a:lnTo>
                    <a:pt x="582" y="1806"/>
                  </a:lnTo>
                  <a:lnTo>
                    <a:pt x="161" y="0"/>
                  </a:lnTo>
                  <a:lnTo>
                    <a:pt x="986" y="411"/>
                  </a:lnTo>
                  <a:lnTo>
                    <a:pt x="1507" y="1504"/>
                  </a:lnTo>
                  <a:lnTo>
                    <a:pt x="1850" y="27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3207352" y="3158198"/>
              <a:ext cx="1095" cy="3508"/>
            </a:xfrm>
            <a:custGeom>
              <a:avLst/>
              <a:pathLst>
                <a:path w="1095" h="3508">
                  <a:moveTo>
                    <a:pt x="772" y="652"/>
                  </a:moveTo>
                  <a:lnTo>
                    <a:pt x="1095" y="3508"/>
                  </a:lnTo>
                  <a:lnTo>
                    <a:pt x="156" y="2418"/>
                  </a:lnTo>
                  <a:lnTo>
                    <a:pt x="0" y="1826"/>
                  </a:lnTo>
                  <a:lnTo>
                    <a:pt x="413" y="695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3173037" y="3102037"/>
              <a:ext cx="64314" cy="166317"/>
            </a:xfrm>
            <a:custGeom>
              <a:avLst/>
              <a:pathLst>
                <a:path w="64314" h="166317">
                  <a:moveTo>
                    <a:pt x="20983" y="0"/>
                  </a:moveTo>
                  <a:lnTo>
                    <a:pt x="23889" y="17077"/>
                  </a:lnTo>
                  <a:lnTo>
                    <a:pt x="25069" y="27171"/>
                  </a:lnTo>
                  <a:lnTo>
                    <a:pt x="26108" y="37702"/>
                  </a:lnTo>
                  <a:lnTo>
                    <a:pt x="26877" y="53524"/>
                  </a:lnTo>
                  <a:lnTo>
                    <a:pt x="27612" y="61579"/>
                  </a:lnTo>
                  <a:lnTo>
                    <a:pt x="28797" y="65551"/>
                  </a:lnTo>
                  <a:lnTo>
                    <a:pt x="29608" y="73073"/>
                  </a:lnTo>
                  <a:lnTo>
                    <a:pt x="30302" y="73357"/>
                  </a:lnTo>
                  <a:lnTo>
                    <a:pt x="30806" y="75425"/>
                  </a:lnTo>
                  <a:lnTo>
                    <a:pt x="31667" y="82483"/>
                  </a:lnTo>
                  <a:lnTo>
                    <a:pt x="32290" y="85107"/>
                  </a:lnTo>
                  <a:lnTo>
                    <a:pt x="32616" y="82849"/>
                  </a:lnTo>
                  <a:lnTo>
                    <a:pt x="32579" y="81548"/>
                  </a:lnTo>
                  <a:lnTo>
                    <a:pt x="32336" y="79375"/>
                  </a:lnTo>
                  <a:lnTo>
                    <a:pt x="32558" y="76576"/>
                  </a:lnTo>
                  <a:lnTo>
                    <a:pt x="33042" y="74899"/>
                  </a:lnTo>
                  <a:lnTo>
                    <a:pt x="34143" y="77181"/>
                  </a:lnTo>
                  <a:lnTo>
                    <a:pt x="34746" y="78912"/>
                  </a:lnTo>
                  <a:lnTo>
                    <a:pt x="34907" y="82382"/>
                  </a:lnTo>
                  <a:lnTo>
                    <a:pt x="35160" y="84307"/>
                  </a:lnTo>
                  <a:lnTo>
                    <a:pt x="36314" y="88380"/>
                  </a:lnTo>
                  <a:lnTo>
                    <a:pt x="37286" y="89564"/>
                  </a:lnTo>
                  <a:lnTo>
                    <a:pt x="38548" y="89862"/>
                  </a:lnTo>
                  <a:lnTo>
                    <a:pt x="39603" y="90759"/>
                  </a:lnTo>
                  <a:lnTo>
                    <a:pt x="40450" y="92254"/>
                  </a:lnTo>
                  <a:lnTo>
                    <a:pt x="42036" y="96390"/>
                  </a:lnTo>
                  <a:lnTo>
                    <a:pt x="45662" y="100016"/>
                  </a:lnTo>
                  <a:lnTo>
                    <a:pt x="48577" y="111139"/>
                  </a:lnTo>
                  <a:lnTo>
                    <a:pt x="50293" y="118846"/>
                  </a:lnTo>
                  <a:lnTo>
                    <a:pt x="55935" y="130530"/>
                  </a:lnTo>
                  <a:lnTo>
                    <a:pt x="56910" y="136131"/>
                  </a:lnTo>
                  <a:lnTo>
                    <a:pt x="57418" y="141613"/>
                  </a:lnTo>
                  <a:lnTo>
                    <a:pt x="58605" y="141350"/>
                  </a:lnTo>
                  <a:lnTo>
                    <a:pt x="60640" y="147345"/>
                  </a:lnTo>
                  <a:lnTo>
                    <a:pt x="61233" y="151906"/>
                  </a:lnTo>
                  <a:lnTo>
                    <a:pt x="62900" y="153558"/>
                  </a:lnTo>
                  <a:lnTo>
                    <a:pt x="63183" y="150864"/>
                  </a:lnTo>
                  <a:lnTo>
                    <a:pt x="63990" y="153077"/>
                  </a:lnTo>
                  <a:lnTo>
                    <a:pt x="64314" y="156506"/>
                  </a:lnTo>
                  <a:lnTo>
                    <a:pt x="63247" y="157873"/>
                  </a:lnTo>
                  <a:lnTo>
                    <a:pt x="62071" y="159085"/>
                  </a:lnTo>
                  <a:lnTo>
                    <a:pt x="61903" y="159041"/>
                  </a:lnTo>
                  <a:lnTo>
                    <a:pt x="61513" y="160621"/>
                  </a:lnTo>
                  <a:lnTo>
                    <a:pt x="60957" y="164949"/>
                  </a:lnTo>
                  <a:lnTo>
                    <a:pt x="60344" y="166206"/>
                  </a:lnTo>
                  <a:lnTo>
                    <a:pt x="60021" y="166317"/>
                  </a:lnTo>
                  <a:lnTo>
                    <a:pt x="58188" y="162267"/>
                  </a:lnTo>
                  <a:lnTo>
                    <a:pt x="57905" y="162039"/>
                  </a:lnTo>
                  <a:lnTo>
                    <a:pt x="57507" y="162835"/>
                  </a:lnTo>
                  <a:lnTo>
                    <a:pt x="57218" y="163662"/>
                  </a:lnTo>
                  <a:lnTo>
                    <a:pt x="56366" y="160595"/>
                  </a:lnTo>
                  <a:lnTo>
                    <a:pt x="55742" y="157883"/>
                  </a:lnTo>
                  <a:lnTo>
                    <a:pt x="54870" y="154649"/>
                  </a:lnTo>
                  <a:lnTo>
                    <a:pt x="54027" y="153196"/>
                  </a:lnTo>
                  <a:lnTo>
                    <a:pt x="53119" y="151372"/>
                  </a:lnTo>
                  <a:lnTo>
                    <a:pt x="52229" y="147130"/>
                  </a:lnTo>
                  <a:lnTo>
                    <a:pt x="51320" y="142460"/>
                  </a:lnTo>
                  <a:lnTo>
                    <a:pt x="49974" y="138639"/>
                  </a:lnTo>
                  <a:lnTo>
                    <a:pt x="47454" y="133126"/>
                  </a:lnTo>
                  <a:lnTo>
                    <a:pt x="45141" y="126143"/>
                  </a:lnTo>
                  <a:lnTo>
                    <a:pt x="43375" y="118845"/>
                  </a:lnTo>
                  <a:lnTo>
                    <a:pt x="42236" y="115046"/>
                  </a:lnTo>
                  <a:lnTo>
                    <a:pt x="41749" y="114076"/>
                  </a:lnTo>
                  <a:lnTo>
                    <a:pt x="39393" y="111691"/>
                  </a:lnTo>
                  <a:lnTo>
                    <a:pt x="37746" y="108356"/>
                  </a:lnTo>
                  <a:lnTo>
                    <a:pt x="36481" y="105606"/>
                  </a:lnTo>
                  <a:lnTo>
                    <a:pt x="35703" y="104870"/>
                  </a:lnTo>
                  <a:lnTo>
                    <a:pt x="34949" y="104779"/>
                  </a:lnTo>
                  <a:lnTo>
                    <a:pt x="33343" y="105324"/>
                  </a:lnTo>
                  <a:lnTo>
                    <a:pt x="32007" y="103600"/>
                  </a:lnTo>
                  <a:lnTo>
                    <a:pt x="31448" y="103600"/>
                  </a:lnTo>
                  <a:lnTo>
                    <a:pt x="30553" y="103097"/>
                  </a:lnTo>
                  <a:lnTo>
                    <a:pt x="29851" y="102486"/>
                  </a:lnTo>
                  <a:lnTo>
                    <a:pt x="29026" y="103221"/>
                  </a:lnTo>
                  <a:lnTo>
                    <a:pt x="27335" y="104448"/>
                  </a:lnTo>
                  <a:lnTo>
                    <a:pt x="26642" y="104180"/>
                  </a:lnTo>
                  <a:lnTo>
                    <a:pt x="26262" y="102463"/>
                  </a:lnTo>
                  <a:lnTo>
                    <a:pt x="26040" y="101152"/>
                  </a:lnTo>
                  <a:lnTo>
                    <a:pt x="25451" y="99782"/>
                  </a:lnTo>
                  <a:lnTo>
                    <a:pt x="24967" y="99782"/>
                  </a:lnTo>
                  <a:lnTo>
                    <a:pt x="24696" y="101004"/>
                  </a:lnTo>
                  <a:lnTo>
                    <a:pt x="22931" y="104094"/>
                  </a:lnTo>
                  <a:lnTo>
                    <a:pt x="19973" y="105805"/>
                  </a:lnTo>
                  <a:lnTo>
                    <a:pt x="19272" y="105681"/>
                  </a:lnTo>
                  <a:lnTo>
                    <a:pt x="18748" y="104446"/>
                  </a:lnTo>
                  <a:lnTo>
                    <a:pt x="17253" y="99149"/>
                  </a:lnTo>
                  <a:lnTo>
                    <a:pt x="16826" y="98288"/>
                  </a:lnTo>
                  <a:lnTo>
                    <a:pt x="16489" y="98208"/>
                  </a:lnTo>
                  <a:lnTo>
                    <a:pt x="15796" y="97581"/>
                  </a:lnTo>
                  <a:lnTo>
                    <a:pt x="15149" y="96565"/>
                  </a:lnTo>
                  <a:lnTo>
                    <a:pt x="14581" y="94395"/>
                  </a:lnTo>
                  <a:lnTo>
                    <a:pt x="14011" y="93161"/>
                  </a:lnTo>
                  <a:lnTo>
                    <a:pt x="13397" y="97410"/>
                  </a:lnTo>
                  <a:lnTo>
                    <a:pt x="12321" y="104835"/>
                  </a:lnTo>
                  <a:lnTo>
                    <a:pt x="11744" y="108814"/>
                  </a:lnTo>
                  <a:lnTo>
                    <a:pt x="11002" y="113941"/>
                  </a:lnTo>
                  <a:lnTo>
                    <a:pt x="10767" y="114095"/>
                  </a:lnTo>
                  <a:lnTo>
                    <a:pt x="10387" y="113724"/>
                  </a:lnTo>
                  <a:lnTo>
                    <a:pt x="8911" y="107340"/>
                  </a:lnTo>
                  <a:lnTo>
                    <a:pt x="7983" y="104938"/>
                  </a:lnTo>
                  <a:lnTo>
                    <a:pt x="7290" y="105167"/>
                  </a:lnTo>
                  <a:lnTo>
                    <a:pt x="6785" y="106347"/>
                  </a:lnTo>
                  <a:lnTo>
                    <a:pt x="6466" y="108477"/>
                  </a:lnTo>
                  <a:lnTo>
                    <a:pt x="6121" y="109798"/>
                  </a:lnTo>
                  <a:lnTo>
                    <a:pt x="5746" y="110309"/>
                  </a:lnTo>
                  <a:lnTo>
                    <a:pt x="4941" y="110055"/>
                  </a:lnTo>
                  <a:lnTo>
                    <a:pt x="3702" y="109037"/>
                  </a:lnTo>
                  <a:lnTo>
                    <a:pt x="2425" y="109257"/>
                  </a:lnTo>
                  <a:lnTo>
                    <a:pt x="1111" y="110716"/>
                  </a:lnTo>
                  <a:lnTo>
                    <a:pt x="937" y="110757"/>
                  </a:lnTo>
                  <a:lnTo>
                    <a:pt x="629" y="102261"/>
                  </a:lnTo>
                  <a:lnTo>
                    <a:pt x="423" y="96584"/>
                  </a:lnTo>
                  <a:lnTo>
                    <a:pt x="205" y="90567"/>
                  </a:lnTo>
                  <a:lnTo>
                    <a:pt x="0" y="84894"/>
                  </a:lnTo>
                  <a:lnTo>
                    <a:pt x="913" y="81405"/>
                  </a:lnTo>
                  <a:lnTo>
                    <a:pt x="1338" y="78097"/>
                  </a:lnTo>
                  <a:lnTo>
                    <a:pt x="2426" y="67333"/>
                  </a:lnTo>
                  <a:lnTo>
                    <a:pt x="2862" y="65191"/>
                  </a:lnTo>
                  <a:lnTo>
                    <a:pt x="3717" y="59427"/>
                  </a:lnTo>
                  <a:lnTo>
                    <a:pt x="3837" y="57762"/>
                  </a:lnTo>
                  <a:lnTo>
                    <a:pt x="4681" y="50496"/>
                  </a:lnTo>
                  <a:lnTo>
                    <a:pt x="4602" y="45669"/>
                  </a:lnTo>
                  <a:lnTo>
                    <a:pt x="4432" y="40790"/>
                  </a:lnTo>
                  <a:lnTo>
                    <a:pt x="4893" y="37902"/>
                  </a:lnTo>
                  <a:lnTo>
                    <a:pt x="5306" y="35591"/>
                  </a:lnTo>
                  <a:lnTo>
                    <a:pt x="5278" y="33642"/>
                  </a:lnTo>
                  <a:lnTo>
                    <a:pt x="5464" y="29091"/>
                  </a:lnTo>
                  <a:lnTo>
                    <a:pt x="5597" y="27959"/>
                  </a:lnTo>
                  <a:lnTo>
                    <a:pt x="6102" y="27888"/>
                  </a:lnTo>
                  <a:lnTo>
                    <a:pt x="7140" y="28475"/>
                  </a:lnTo>
                  <a:lnTo>
                    <a:pt x="7903" y="28018"/>
                  </a:lnTo>
                  <a:lnTo>
                    <a:pt x="8783" y="28012"/>
                  </a:lnTo>
                  <a:lnTo>
                    <a:pt x="9462" y="27875"/>
                  </a:lnTo>
                  <a:lnTo>
                    <a:pt x="9865" y="26487"/>
                  </a:lnTo>
                  <a:lnTo>
                    <a:pt x="10415" y="21185"/>
                  </a:lnTo>
                  <a:lnTo>
                    <a:pt x="10774" y="20121"/>
                  </a:lnTo>
                  <a:lnTo>
                    <a:pt x="11048" y="19799"/>
                  </a:lnTo>
                  <a:lnTo>
                    <a:pt x="11824" y="18817"/>
                  </a:lnTo>
                  <a:lnTo>
                    <a:pt x="12490" y="17273"/>
                  </a:lnTo>
                  <a:lnTo>
                    <a:pt x="13032" y="16165"/>
                  </a:lnTo>
                  <a:lnTo>
                    <a:pt x="13233" y="15943"/>
                  </a:lnTo>
                  <a:lnTo>
                    <a:pt x="13807" y="15803"/>
                  </a:lnTo>
                  <a:lnTo>
                    <a:pt x="14380" y="15151"/>
                  </a:lnTo>
                  <a:lnTo>
                    <a:pt x="14644" y="14402"/>
                  </a:lnTo>
                  <a:lnTo>
                    <a:pt x="15367" y="13807"/>
                  </a:lnTo>
                  <a:lnTo>
                    <a:pt x="16075" y="14142"/>
                  </a:lnTo>
                  <a:lnTo>
                    <a:pt x="16552" y="13490"/>
                  </a:lnTo>
                  <a:lnTo>
                    <a:pt x="16869" y="13067"/>
                  </a:lnTo>
                  <a:lnTo>
                    <a:pt x="17230" y="13034"/>
                  </a:lnTo>
                  <a:lnTo>
                    <a:pt x="17561" y="12419"/>
                  </a:lnTo>
                  <a:lnTo>
                    <a:pt x="17694" y="11476"/>
                  </a:lnTo>
                  <a:lnTo>
                    <a:pt x="17911" y="10876"/>
                  </a:lnTo>
                  <a:lnTo>
                    <a:pt x="18464" y="9499"/>
                  </a:lnTo>
                  <a:lnTo>
                    <a:pt x="18717" y="8502"/>
                  </a:lnTo>
                  <a:lnTo>
                    <a:pt x="18831" y="7499"/>
                  </a:lnTo>
                  <a:lnTo>
                    <a:pt x="18942" y="6699"/>
                  </a:lnTo>
                  <a:lnTo>
                    <a:pt x="19186" y="5352"/>
                  </a:lnTo>
                  <a:lnTo>
                    <a:pt x="20151" y="196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2648253" y="2811125"/>
              <a:ext cx="2620" cy="6020"/>
            </a:xfrm>
            <a:custGeom>
              <a:avLst/>
              <a:pathLst>
                <a:path w="2620" h="6020">
                  <a:moveTo>
                    <a:pt x="2620" y="1198"/>
                  </a:moveTo>
                  <a:lnTo>
                    <a:pt x="1689" y="6020"/>
                  </a:lnTo>
                  <a:lnTo>
                    <a:pt x="518" y="4215"/>
                  </a:lnTo>
                  <a:lnTo>
                    <a:pt x="236" y="3611"/>
                  </a:lnTo>
                  <a:lnTo>
                    <a:pt x="0" y="2620"/>
                  </a:lnTo>
                  <a:lnTo>
                    <a:pt x="1126" y="2423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2670855" y="2801989"/>
              <a:ext cx="4098" cy="12184"/>
            </a:xfrm>
            <a:custGeom>
              <a:avLst/>
              <a:pathLst>
                <a:path w="4098" h="12184">
                  <a:moveTo>
                    <a:pt x="3930" y="353"/>
                  </a:moveTo>
                  <a:lnTo>
                    <a:pt x="3872" y="2624"/>
                  </a:lnTo>
                  <a:lnTo>
                    <a:pt x="4098" y="4920"/>
                  </a:lnTo>
                  <a:lnTo>
                    <a:pt x="4040" y="8410"/>
                  </a:lnTo>
                  <a:lnTo>
                    <a:pt x="3583" y="10301"/>
                  </a:lnTo>
                  <a:lnTo>
                    <a:pt x="2404" y="12184"/>
                  </a:lnTo>
                  <a:lnTo>
                    <a:pt x="1477" y="11846"/>
                  </a:lnTo>
                  <a:lnTo>
                    <a:pt x="953" y="11088"/>
                  </a:lnTo>
                  <a:lnTo>
                    <a:pt x="20" y="8030"/>
                  </a:lnTo>
                  <a:lnTo>
                    <a:pt x="0" y="4870"/>
                  </a:lnTo>
                  <a:lnTo>
                    <a:pt x="851" y="2812"/>
                  </a:lnTo>
                  <a:lnTo>
                    <a:pt x="1218" y="155"/>
                  </a:lnTo>
                  <a:lnTo>
                    <a:pt x="3429" y="662"/>
                  </a:lnTo>
                  <a:lnTo>
                    <a:pt x="3622" y="150"/>
                  </a:lnTo>
                  <a:lnTo>
                    <a:pt x="3787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2656287" y="2800693"/>
              <a:ext cx="2151" cy="5603"/>
            </a:xfrm>
            <a:custGeom>
              <a:avLst/>
              <a:pathLst>
                <a:path w="2151" h="5603">
                  <a:moveTo>
                    <a:pt x="1348" y="5354"/>
                  </a:moveTo>
                  <a:lnTo>
                    <a:pt x="956" y="5603"/>
                  </a:lnTo>
                  <a:lnTo>
                    <a:pt x="490" y="4872"/>
                  </a:lnTo>
                  <a:lnTo>
                    <a:pt x="0" y="2526"/>
                  </a:lnTo>
                  <a:lnTo>
                    <a:pt x="332" y="793"/>
                  </a:lnTo>
                  <a:lnTo>
                    <a:pt x="637" y="0"/>
                  </a:lnTo>
                  <a:lnTo>
                    <a:pt x="1062" y="115"/>
                  </a:lnTo>
                  <a:lnTo>
                    <a:pt x="1877" y="1395"/>
                  </a:lnTo>
                  <a:lnTo>
                    <a:pt x="2126" y="2719"/>
                  </a:lnTo>
                  <a:lnTo>
                    <a:pt x="2151" y="35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2660320" y="2789677"/>
              <a:ext cx="7558" cy="16807"/>
            </a:xfrm>
            <a:custGeom>
              <a:avLst/>
              <a:pathLst>
                <a:path w="7558" h="16807">
                  <a:moveTo>
                    <a:pt x="5487" y="5792"/>
                  </a:moveTo>
                  <a:lnTo>
                    <a:pt x="4682" y="12545"/>
                  </a:lnTo>
                  <a:lnTo>
                    <a:pt x="3932" y="15190"/>
                  </a:lnTo>
                  <a:lnTo>
                    <a:pt x="3485" y="16071"/>
                  </a:lnTo>
                  <a:lnTo>
                    <a:pt x="2377" y="16807"/>
                  </a:lnTo>
                  <a:lnTo>
                    <a:pt x="1063" y="12611"/>
                  </a:lnTo>
                  <a:lnTo>
                    <a:pt x="377" y="8354"/>
                  </a:lnTo>
                  <a:lnTo>
                    <a:pt x="0" y="6984"/>
                  </a:lnTo>
                  <a:lnTo>
                    <a:pt x="598" y="5905"/>
                  </a:lnTo>
                  <a:lnTo>
                    <a:pt x="1473" y="6091"/>
                  </a:lnTo>
                  <a:lnTo>
                    <a:pt x="3350" y="5185"/>
                  </a:lnTo>
                  <a:lnTo>
                    <a:pt x="3729" y="4824"/>
                  </a:lnTo>
                  <a:lnTo>
                    <a:pt x="5636" y="525"/>
                  </a:lnTo>
                  <a:lnTo>
                    <a:pt x="7514" y="0"/>
                  </a:lnTo>
                  <a:lnTo>
                    <a:pt x="7558" y="1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2683523" y="2784692"/>
              <a:ext cx="6389" cy="20349"/>
            </a:xfrm>
            <a:custGeom>
              <a:avLst/>
              <a:pathLst>
                <a:path w="6389" h="20349">
                  <a:moveTo>
                    <a:pt x="2836" y="17002"/>
                  </a:moveTo>
                  <a:lnTo>
                    <a:pt x="1530" y="20349"/>
                  </a:lnTo>
                  <a:lnTo>
                    <a:pt x="222" y="19570"/>
                  </a:lnTo>
                  <a:lnTo>
                    <a:pt x="0" y="19022"/>
                  </a:lnTo>
                  <a:lnTo>
                    <a:pt x="1309" y="18172"/>
                  </a:lnTo>
                  <a:lnTo>
                    <a:pt x="2497" y="15627"/>
                  </a:lnTo>
                  <a:lnTo>
                    <a:pt x="3261" y="9988"/>
                  </a:lnTo>
                  <a:lnTo>
                    <a:pt x="4455" y="3759"/>
                  </a:lnTo>
                  <a:lnTo>
                    <a:pt x="4695" y="1122"/>
                  </a:lnTo>
                  <a:lnTo>
                    <a:pt x="5168" y="95"/>
                  </a:lnTo>
                  <a:lnTo>
                    <a:pt x="5821" y="0"/>
                  </a:lnTo>
                  <a:lnTo>
                    <a:pt x="6100" y="196"/>
                  </a:lnTo>
                  <a:lnTo>
                    <a:pt x="6389" y="1579"/>
                  </a:lnTo>
                  <a:lnTo>
                    <a:pt x="6385" y="4713"/>
                  </a:lnTo>
                  <a:lnTo>
                    <a:pt x="6045" y="9909"/>
                  </a:lnTo>
                  <a:lnTo>
                    <a:pt x="5419" y="1451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2649789" y="2781675"/>
              <a:ext cx="2636" cy="10669"/>
            </a:xfrm>
            <a:custGeom>
              <a:avLst/>
              <a:pathLst>
                <a:path w="2636" h="10669">
                  <a:moveTo>
                    <a:pt x="1600" y="10447"/>
                  </a:moveTo>
                  <a:lnTo>
                    <a:pt x="1359" y="10669"/>
                  </a:lnTo>
                  <a:lnTo>
                    <a:pt x="1140" y="8338"/>
                  </a:lnTo>
                  <a:lnTo>
                    <a:pt x="0" y="2615"/>
                  </a:lnTo>
                  <a:lnTo>
                    <a:pt x="691" y="65"/>
                  </a:lnTo>
                  <a:lnTo>
                    <a:pt x="1953" y="0"/>
                  </a:lnTo>
                  <a:lnTo>
                    <a:pt x="2463" y="1779"/>
                  </a:lnTo>
                  <a:lnTo>
                    <a:pt x="2636" y="3614"/>
                  </a:lnTo>
                  <a:lnTo>
                    <a:pt x="2395" y="4674"/>
                  </a:lnTo>
                  <a:lnTo>
                    <a:pt x="2464" y="6818"/>
                  </a:lnTo>
                  <a:lnTo>
                    <a:pt x="2333" y="82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2689598" y="2770138"/>
              <a:ext cx="4200" cy="11575"/>
            </a:xfrm>
            <a:custGeom>
              <a:avLst/>
              <a:pathLst>
                <a:path w="4200" h="11575">
                  <a:moveTo>
                    <a:pt x="1383" y="9632"/>
                  </a:moveTo>
                  <a:lnTo>
                    <a:pt x="729" y="11575"/>
                  </a:lnTo>
                  <a:lnTo>
                    <a:pt x="0" y="10877"/>
                  </a:lnTo>
                  <a:lnTo>
                    <a:pt x="348" y="6615"/>
                  </a:lnTo>
                  <a:lnTo>
                    <a:pt x="689" y="5351"/>
                  </a:lnTo>
                  <a:lnTo>
                    <a:pt x="2017" y="3493"/>
                  </a:lnTo>
                  <a:lnTo>
                    <a:pt x="3123" y="2745"/>
                  </a:lnTo>
                  <a:lnTo>
                    <a:pt x="3446" y="767"/>
                  </a:lnTo>
                  <a:lnTo>
                    <a:pt x="3810" y="0"/>
                  </a:lnTo>
                  <a:lnTo>
                    <a:pt x="4200" y="1173"/>
                  </a:lnTo>
                  <a:lnTo>
                    <a:pt x="3904" y="2536"/>
                  </a:lnTo>
                  <a:lnTo>
                    <a:pt x="3672" y="6814"/>
                  </a:lnTo>
                  <a:lnTo>
                    <a:pt x="2934" y="81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2836320" y="2488506"/>
              <a:ext cx="1845" cy="3231"/>
            </a:xfrm>
            <a:custGeom>
              <a:avLst/>
              <a:pathLst>
                <a:path w="1845" h="3231">
                  <a:moveTo>
                    <a:pt x="1845" y="2840"/>
                  </a:moveTo>
                  <a:lnTo>
                    <a:pt x="1626" y="3231"/>
                  </a:lnTo>
                  <a:lnTo>
                    <a:pt x="990" y="2872"/>
                  </a:lnTo>
                  <a:lnTo>
                    <a:pt x="36" y="2872"/>
                  </a:lnTo>
                  <a:lnTo>
                    <a:pt x="0" y="1677"/>
                  </a:lnTo>
                  <a:lnTo>
                    <a:pt x="146" y="844"/>
                  </a:lnTo>
                  <a:lnTo>
                    <a:pt x="330" y="0"/>
                  </a:lnTo>
                  <a:lnTo>
                    <a:pt x="912" y="1663"/>
                  </a:lnTo>
                  <a:lnTo>
                    <a:pt x="1833" y="19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2834603" y="2478080"/>
              <a:ext cx="3848" cy="7794"/>
            </a:xfrm>
            <a:custGeom>
              <a:avLst/>
              <a:pathLst>
                <a:path w="3848" h="7794">
                  <a:moveTo>
                    <a:pt x="2133" y="5979"/>
                  </a:moveTo>
                  <a:lnTo>
                    <a:pt x="1784" y="7794"/>
                  </a:lnTo>
                  <a:lnTo>
                    <a:pt x="322" y="7152"/>
                  </a:lnTo>
                  <a:lnTo>
                    <a:pt x="0" y="6417"/>
                  </a:lnTo>
                  <a:lnTo>
                    <a:pt x="316" y="4363"/>
                  </a:lnTo>
                  <a:lnTo>
                    <a:pt x="735" y="4116"/>
                  </a:lnTo>
                  <a:lnTo>
                    <a:pt x="761" y="2656"/>
                  </a:lnTo>
                  <a:lnTo>
                    <a:pt x="1204" y="1188"/>
                  </a:lnTo>
                  <a:lnTo>
                    <a:pt x="3279" y="0"/>
                  </a:lnTo>
                  <a:lnTo>
                    <a:pt x="3747" y="994"/>
                  </a:lnTo>
                  <a:lnTo>
                    <a:pt x="3848" y="2429"/>
                  </a:lnTo>
                  <a:lnTo>
                    <a:pt x="2607" y="55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2845627" y="2452980"/>
              <a:ext cx="10496" cy="19775"/>
            </a:xfrm>
            <a:custGeom>
              <a:avLst/>
              <a:pathLst>
                <a:path w="10496" h="19775">
                  <a:moveTo>
                    <a:pt x="7453" y="5331"/>
                  </a:moveTo>
                  <a:lnTo>
                    <a:pt x="8374" y="6318"/>
                  </a:lnTo>
                  <a:lnTo>
                    <a:pt x="9346" y="5430"/>
                  </a:lnTo>
                  <a:lnTo>
                    <a:pt x="9862" y="5709"/>
                  </a:lnTo>
                  <a:lnTo>
                    <a:pt x="10372" y="6183"/>
                  </a:lnTo>
                  <a:lnTo>
                    <a:pt x="10496" y="8059"/>
                  </a:lnTo>
                  <a:lnTo>
                    <a:pt x="10042" y="10145"/>
                  </a:lnTo>
                  <a:lnTo>
                    <a:pt x="9409" y="12258"/>
                  </a:lnTo>
                  <a:lnTo>
                    <a:pt x="8872" y="14581"/>
                  </a:lnTo>
                  <a:lnTo>
                    <a:pt x="8409" y="17253"/>
                  </a:lnTo>
                  <a:lnTo>
                    <a:pt x="7542" y="18830"/>
                  </a:lnTo>
                  <a:lnTo>
                    <a:pt x="6756" y="19775"/>
                  </a:lnTo>
                  <a:lnTo>
                    <a:pt x="5095" y="17792"/>
                  </a:lnTo>
                  <a:lnTo>
                    <a:pt x="4131" y="17299"/>
                  </a:lnTo>
                  <a:lnTo>
                    <a:pt x="3843" y="16555"/>
                  </a:lnTo>
                  <a:lnTo>
                    <a:pt x="3614" y="13600"/>
                  </a:lnTo>
                  <a:lnTo>
                    <a:pt x="3177" y="12657"/>
                  </a:lnTo>
                  <a:lnTo>
                    <a:pt x="2538" y="12242"/>
                  </a:lnTo>
                  <a:lnTo>
                    <a:pt x="1979" y="12997"/>
                  </a:lnTo>
                  <a:lnTo>
                    <a:pt x="1244" y="14556"/>
                  </a:lnTo>
                  <a:lnTo>
                    <a:pt x="853" y="13002"/>
                  </a:lnTo>
                  <a:lnTo>
                    <a:pt x="233" y="12709"/>
                  </a:lnTo>
                  <a:lnTo>
                    <a:pt x="0" y="11773"/>
                  </a:lnTo>
                  <a:lnTo>
                    <a:pt x="12" y="10561"/>
                  </a:lnTo>
                  <a:lnTo>
                    <a:pt x="3989" y="3418"/>
                  </a:lnTo>
                  <a:lnTo>
                    <a:pt x="5141" y="1838"/>
                  </a:lnTo>
                  <a:lnTo>
                    <a:pt x="7582" y="0"/>
                  </a:lnTo>
                  <a:lnTo>
                    <a:pt x="7955" y="278"/>
                  </a:lnTo>
                  <a:lnTo>
                    <a:pt x="7637" y="1367"/>
                  </a:lnTo>
                  <a:lnTo>
                    <a:pt x="7661" y="1855"/>
                  </a:lnTo>
                  <a:lnTo>
                    <a:pt x="7966" y="2383"/>
                  </a:lnTo>
                  <a:lnTo>
                    <a:pt x="7891" y="3224"/>
                  </a:lnTo>
                  <a:lnTo>
                    <a:pt x="7582" y="395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2859785" y="2449889"/>
              <a:ext cx="4608" cy="7234"/>
            </a:xfrm>
            <a:custGeom>
              <a:avLst/>
              <a:pathLst>
                <a:path w="4608" h="7234">
                  <a:moveTo>
                    <a:pt x="4335" y="6892"/>
                  </a:moveTo>
                  <a:lnTo>
                    <a:pt x="4159" y="7234"/>
                  </a:lnTo>
                  <a:lnTo>
                    <a:pt x="1201" y="3819"/>
                  </a:lnTo>
                  <a:lnTo>
                    <a:pt x="235" y="3438"/>
                  </a:lnTo>
                  <a:lnTo>
                    <a:pt x="0" y="2917"/>
                  </a:lnTo>
                  <a:lnTo>
                    <a:pt x="26" y="1141"/>
                  </a:lnTo>
                  <a:lnTo>
                    <a:pt x="103" y="356"/>
                  </a:lnTo>
                  <a:lnTo>
                    <a:pt x="2081" y="0"/>
                  </a:lnTo>
                  <a:lnTo>
                    <a:pt x="3683" y="1262"/>
                  </a:lnTo>
                  <a:lnTo>
                    <a:pt x="4542" y="4664"/>
                  </a:lnTo>
                  <a:lnTo>
                    <a:pt x="4608" y="52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2734054" y="2340869"/>
              <a:ext cx="120578" cy="228668"/>
            </a:xfrm>
            <a:custGeom>
              <a:avLst/>
              <a:pathLst>
                <a:path w="120578" h="228668">
                  <a:moveTo>
                    <a:pt x="71541" y="10555"/>
                  </a:moveTo>
                  <a:lnTo>
                    <a:pt x="71553" y="11582"/>
                  </a:lnTo>
                  <a:lnTo>
                    <a:pt x="71933" y="12996"/>
                  </a:lnTo>
                  <a:lnTo>
                    <a:pt x="72321" y="13519"/>
                  </a:lnTo>
                  <a:lnTo>
                    <a:pt x="73145" y="14244"/>
                  </a:lnTo>
                  <a:lnTo>
                    <a:pt x="73776" y="14341"/>
                  </a:lnTo>
                  <a:lnTo>
                    <a:pt x="74639" y="14682"/>
                  </a:lnTo>
                  <a:lnTo>
                    <a:pt x="75226" y="15497"/>
                  </a:lnTo>
                  <a:lnTo>
                    <a:pt x="75258" y="16767"/>
                  </a:lnTo>
                  <a:lnTo>
                    <a:pt x="75111" y="18185"/>
                  </a:lnTo>
                  <a:lnTo>
                    <a:pt x="74757" y="19489"/>
                  </a:lnTo>
                  <a:lnTo>
                    <a:pt x="74555" y="20489"/>
                  </a:lnTo>
                  <a:lnTo>
                    <a:pt x="74744" y="21062"/>
                  </a:lnTo>
                  <a:lnTo>
                    <a:pt x="75052" y="21505"/>
                  </a:lnTo>
                  <a:lnTo>
                    <a:pt x="75386" y="21627"/>
                  </a:lnTo>
                  <a:lnTo>
                    <a:pt x="75612" y="21480"/>
                  </a:lnTo>
                  <a:lnTo>
                    <a:pt x="75783" y="20692"/>
                  </a:lnTo>
                  <a:lnTo>
                    <a:pt x="76109" y="19726"/>
                  </a:lnTo>
                  <a:lnTo>
                    <a:pt x="76290" y="19607"/>
                  </a:lnTo>
                  <a:lnTo>
                    <a:pt x="76275" y="20154"/>
                  </a:lnTo>
                  <a:lnTo>
                    <a:pt x="76430" y="20829"/>
                  </a:lnTo>
                  <a:lnTo>
                    <a:pt x="77488" y="21967"/>
                  </a:lnTo>
                  <a:lnTo>
                    <a:pt x="79810" y="24083"/>
                  </a:lnTo>
                  <a:lnTo>
                    <a:pt x="80720" y="24122"/>
                  </a:lnTo>
                  <a:lnTo>
                    <a:pt x="81456" y="24370"/>
                  </a:lnTo>
                  <a:lnTo>
                    <a:pt x="81672" y="25265"/>
                  </a:lnTo>
                  <a:lnTo>
                    <a:pt x="83150" y="28531"/>
                  </a:lnTo>
                  <a:lnTo>
                    <a:pt x="83502" y="28442"/>
                  </a:lnTo>
                  <a:lnTo>
                    <a:pt x="84162" y="28521"/>
                  </a:lnTo>
                  <a:lnTo>
                    <a:pt x="84957" y="28262"/>
                  </a:lnTo>
                  <a:lnTo>
                    <a:pt x="85533" y="27650"/>
                  </a:lnTo>
                  <a:lnTo>
                    <a:pt x="85910" y="27752"/>
                  </a:lnTo>
                  <a:lnTo>
                    <a:pt x="86326" y="28384"/>
                  </a:lnTo>
                  <a:lnTo>
                    <a:pt x="86814" y="28935"/>
                  </a:lnTo>
                  <a:lnTo>
                    <a:pt x="87442" y="30010"/>
                  </a:lnTo>
                  <a:lnTo>
                    <a:pt x="88004" y="31342"/>
                  </a:lnTo>
                  <a:lnTo>
                    <a:pt x="88392" y="31778"/>
                  </a:lnTo>
                  <a:lnTo>
                    <a:pt x="88788" y="31626"/>
                  </a:lnTo>
                  <a:lnTo>
                    <a:pt x="90724" y="30885"/>
                  </a:lnTo>
                  <a:lnTo>
                    <a:pt x="91244" y="31665"/>
                  </a:lnTo>
                  <a:lnTo>
                    <a:pt x="91796" y="31655"/>
                  </a:lnTo>
                  <a:lnTo>
                    <a:pt x="92415" y="31452"/>
                  </a:lnTo>
                  <a:lnTo>
                    <a:pt x="93765" y="31861"/>
                  </a:lnTo>
                  <a:lnTo>
                    <a:pt x="94860" y="31763"/>
                  </a:lnTo>
                  <a:lnTo>
                    <a:pt x="94960" y="31437"/>
                  </a:lnTo>
                  <a:lnTo>
                    <a:pt x="95054" y="28488"/>
                  </a:lnTo>
                  <a:lnTo>
                    <a:pt x="95227" y="27445"/>
                  </a:lnTo>
                  <a:lnTo>
                    <a:pt x="95487" y="27168"/>
                  </a:lnTo>
                  <a:lnTo>
                    <a:pt x="96137" y="27377"/>
                  </a:lnTo>
                  <a:lnTo>
                    <a:pt x="98498" y="29123"/>
                  </a:lnTo>
                  <a:lnTo>
                    <a:pt x="99470" y="30214"/>
                  </a:lnTo>
                  <a:lnTo>
                    <a:pt x="100404" y="31068"/>
                  </a:lnTo>
                  <a:lnTo>
                    <a:pt x="101221" y="31162"/>
                  </a:lnTo>
                  <a:lnTo>
                    <a:pt x="101761" y="31731"/>
                  </a:lnTo>
                  <a:lnTo>
                    <a:pt x="102519" y="34532"/>
                  </a:lnTo>
                  <a:lnTo>
                    <a:pt x="102390" y="35936"/>
                  </a:lnTo>
                  <a:lnTo>
                    <a:pt x="102458" y="36455"/>
                  </a:lnTo>
                  <a:lnTo>
                    <a:pt x="102538" y="37429"/>
                  </a:lnTo>
                  <a:lnTo>
                    <a:pt x="102517" y="38508"/>
                  </a:lnTo>
                  <a:lnTo>
                    <a:pt x="102716" y="39214"/>
                  </a:lnTo>
                  <a:lnTo>
                    <a:pt x="103076" y="39302"/>
                  </a:lnTo>
                  <a:lnTo>
                    <a:pt x="103536" y="39088"/>
                  </a:lnTo>
                  <a:lnTo>
                    <a:pt x="104039" y="38667"/>
                  </a:lnTo>
                  <a:lnTo>
                    <a:pt x="104925" y="37464"/>
                  </a:lnTo>
                  <a:lnTo>
                    <a:pt x="105189" y="37268"/>
                  </a:lnTo>
                  <a:lnTo>
                    <a:pt x="106667" y="38634"/>
                  </a:lnTo>
                  <a:lnTo>
                    <a:pt x="107322" y="39543"/>
                  </a:lnTo>
                  <a:lnTo>
                    <a:pt x="107549" y="40534"/>
                  </a:lnTo>
                  <a:lnTo>
                    <a:pt x="107886" y="41547"/>
                  </a:lnTo>
                  <a:lnTo>
                    <a:pt x="108330" y="41694"/>
                  </a:lnTo>
                  <a:lnTo>
                    <a:pt x="108961" y="40732"/>
                  </a:lnTo>
                  <a:lnTo>
                    <a:pt x="109942" y="39702"/>
                  </a:lnTo>
                  <a:lnTo>
                    <a:pt x="111615" y="40608"/>
                  </a:lnTo>
                  <a:lnTo>
                    <a:pt x="113476" y="41922"/>
                  </a:lnTo>
                  <a:lnTo>
                    <a:pt x="114280" y="42079"/>
                  </a:lnTo>
                  <a:lnTo>
                    <a:pt x="114310" y="41440"/>
                  </a:lnTo>
                  <a:lnTo>
                    <a:pt x="114457" y="40527"/>
                  </a:lnTo>
                  <a:lnTo>
                    <a:pt x="114763" y="40070"/>
                  </a:lnTo>
                  <a:lnTo>
                    <a:pt x="115220" y="39935"/>
                  </a:lnTo>
                  <a:lnTo>
                    <a:pt x="115856" y="39456"/>
                  </a:lnTo>
                  <a:lnTo>
                    <a:pt x="116585" y="38664"/>
                  </a:lnTo>
                  <a:lnTo>
                    <a:pt x="117341" y="38334"/>
                  </a:lnTo>
                  <a:lnTo>
                    <a:pt x="118135" y="38925"/>
                  </a:lnTo>
                  <a:lnTo>
                    <a:pt x="119092" y="39404"/>
                  </a:lnTo>
                  <a:lnTo>
                    <a:pt x="119661" y="39400"/>
                  </a:lnTo>
                  <a:lnTo>
                    <a:pt x="119935" y="41270"/>
                  </a:lnTo>
                  <a:lnTo>
                    <a:pt x="120397" y="41984"/>
                  </a:lnTo>
                  <a:lnTo>
                    <a:pt x="120578" y="43602"/>
                  </a:lnTo>
                  <a:lnTo>
                    <a:pt x="119731" y="44447"/>
                  </a:lnTo>
                  <a:lnTo>
                    <a:pt x="119229" y="44561"/>
                  </a:lnTo>
                  <a:lnTo>
                    <a:pt x="119075" y="47340"/>
                  </a:lnTo>
                  <a:lnTo>
                    <a:pt x="119313" y="48122"/>
                  </a:lnTo>
                  <a:lnTo>
                    <a:pt x="119788" y="48856"/>
                  </a:lnTo>
                  <a:lnTo>
                    <a:pt x="119918" y="49711"/>
                  </a:lnTo>
                  <a:lnTo>
                    <a:pt x="120014" y="53788"/>
                  </a:lnTo>
                  <a:lnTo>
                    <a:pt x="119041" y="56247"/>
                  </a:lnTo>
                  <a:lnTo>
                    <a:pt x="117676" y="59012"/>
                  </a:lnTo>
                  <a:lnTo>
                    <a:pt x="111004" y="67904"/>
                  </a:lnTo>
                  <a:lnTo>
                    <a:pt x="109415" y="72211"/>
                  </a:lnTo>
                  <a:lnTo>
                    <a:pt x="108809" y="73197"/>
                  </a:lnTo>
                  <a:lnTo>
                    <a:pt x="103849" y="75909"/>
                  </a:lnTo>
                  <a:lnTo>
                    <a:pt x="100381" y="78806"/>
                  </a:lnTo>
                  <a:lnTo>
                    <a:pt x="98718" y="79856"/>
                  </a:lnTo>
                  <a:lnTo>
                    <a:pt x="96641" y="84892"/>
                  </a:lnTo>
                  <a:lnTo>
                    <a:pt x="95658" y="86924"/>
                  </a:lnTo>
                  <a:lnTo>
                    <a:pt x="96441" y="87487"/>
                  </a:lnTo>
                  <a:lnTo>
                    <a:pt x="97355" y="89893"/>
                  </a:lnTo>
                  <a:lnTo>
                    <a:pt x="97048" y="90961"/>
                  </a:lnTo>
                  <a:lnTo>
                    <a:pt x="95716" y="92609"/>
                  </a:lnTo>
                  <a:lnTo>
                    <a:pt x="95133" y="93115"/>
                  </a:lnTo>
                  <a:lnTo>
                    <a:pt x="94817" y="92852"/>
                  </a:lnTo>
                  <a:lnTo>
                    <a:pt x="94519" y="93080"/>
                  </a:lnTo>
                  <a:lnTo>
                    <a:pt x="92284" y="101811"/>
                  </a:lnTo>
                  <a:lnTo>
                    <a:pt x="90311" y="108089"/>
                  </a:lnTo>
                  <a:lnTo>
                    <a:pt x="89202" y="110826"/>
                  </a:lnTo>
                  <a:lnTo>
                    <a:pt x="88788" y="112312"/>
                  </a:lnTo>
                  <a:lnTo>
                    <a:pt x="88065" y="114905"/>
                  </a:lnTo>
                  <a:lnTo>
                    <a:pt x="85644" y="125426"/>
                  </a:lnTo>
                  <a:lnTo>
                    <a:pt x="85625" y="128463"/>
                  </a:lnTo>
                  <a:lnTo>
                    <a:pt x="86818" y="138938"/>
                  </a:lnTo>
                  <a:lnTo>
                    <a:pt x="87502" y="141689"/>
                  </a:lnTo>
                  <a:lnTo>
                    <a:pt x="88460" y="144002"/>
                  </a:lnTo>
                  <a:lnTo>
                    <a:pt x="88788" y="144357"/>
                  </a:lnTo>
                  <a:lnTo>
                    <a:pt x="90277" y="145968"/>
                  </a:lnTo>
                  <a:lnTo>
                    <a:pt x="90726" y="147903"/>
                  </a:lnTo>
                  <a:lnTo>
                    <a:pt x="90099" y="149747"/>
                  </a:lnTo>
                  <a:lnTo>
                    <a:pt x="88788" y="152114"/>
                  </a:lnTo>
                  <a:lnTo>
                    <a:pt x="88281" y="153030"/>
                  </a:lnTo>
                  <a:lnTo>
                    <a:pt x="85123" y="157464"/>
                  </a:lnTo>
                  <a:lnTo>
                    <a:pt x="83781" y="160961"/>
                  </a:lnTo>
                  <a:lnTo>
                    <a:pt x="83494" y="164334"/>
                  </a:lnTo>
                  <a:lnTo>
                    <a:pt x="82570" y="165849"/>
                  </a:lnTo>
                  <a:lnTo>
                    <a:pt x="82220" y="170572"/>
                  </a:lnTo>
                  <a:lnTo>
                    <a:pt x="81659" y="173701"/>
                  </a:lnTo>
                  <a:lnTo>
                    <a:pt x="81551" y="174762"/>
                  </a:lnTo>
                  <a:lnTo>
                    <a:pt x="80956" y="177135"/>
                  </a:lnTo>
                  <a:lnTo>
                    <a:pt x="80875" y="178858"/>
                  </a:lnTo>
                  <a:lnTo>
                    <a:pt x="81851" y="181238"/>
                  </a:lnTo>
                  <a:lnTo>
                    <a:pt x="81367" y="182267"/>
                  </a:lnTo>
                  <a:lnTo>
                    <a:pt x="80884" y="182724"/>
                  </a:lnTo>
                  <a:lnTo>
                    <a:pt x="79769" y="183003"/>
                  </a:lnTo>
                  <a:lnTo>
                    <a:pt x="76025" y="183304"/>
                  </a:lnTo>
                  <a:lnTo>
                    <a:pt x="73012" y="188451"/>
                  </a:lnTo>
                  <a:lnTo>
                    <a:pt x="71506" y="193005"/>
                  </a:lnTo>
                  <a:lnTo>
                    <a:pt x="70144" y="201486"/>
                  </a:lnTo>
                  <a:lnTo>
                    <a:pt x="68488" y="206485"/>
                  </a:lnTo>
                  <a:lnTo>
                    <a:pt x="67756" y="207407"/>
                  </a:lnTo>
                  <a:lnTo>
                    <a:pt x="66623" y="205209"/>
                  </a:lnTo>
                  <a:lnTo>
                    <a:pt x="65207" y="204875"/>
                  </a:lnTo>
                  <a:lnTo>
                    <a:pt x="63834" y="205603"/>
                  </a:lnTo>
                  <a:lnTo>
                    <a:pt x="63114" y="207345"/>
                  </a:lnTo>
                  <a:lnTo>
                    <a:pt x="61989" y="208314"/>
                  </a:lnTo>
                  <a:lnTo>
                    <a:pt x="60890" y="207475"/>
                  </a:lnTo>
                  <a:lnTo>
                    <a:pt x="58513" y="207022"/>
                  </a:lnTo>
                  <a:lnTo>
                    <a:pt x="57456" y="207103"/>
                  </a:lnTo>
                  <a:lnTo>
                    <a:pt x="55801" y="208516"/>
                  </a:lnTo>
                  <a:lnTo>
                    <a:pt x="54382" y="207573"/>
                  </a:lnTo>
                  <a:lnTo>
                    <a:pt x="51989" y="207094"/>
                  </a:lnTo>
                  <a:lnTo>
                    <a:pt x="46807" y="208215"/>
                  </a:lnTo>
                  <a:lnTo>
                    <a:pt x="46153" y="208743"/>
                  </a:lnTo>
                  <a:lnTo>
                    <a:pt x="45505" y="210844"/>
                  </a:lnTo>
                  <a:lnTo>
                    <a:pt x="43852" y="214469"/>
                  </a:lnTo>
                  <a:lnTo>
                    <a:pt x="41342" y="214599"/>
                  </a:lnTo>
                  <a:lnTo>
                    <a:pt x="39071" y="216912"/>
                  </a:lnTo>
                  <a:lnTo>
                    <a:pt x="38503" y="218394"/>
                  </a:lnTo>
                  <a:lnTo>
                    <a:pt x="37550" y="222469"/>
                  </a:lnTo>
                  <a:lnTo>
                    <a:pt x="37250" y="225448"/>
                  </a:lnTo>
                  <a:lnTo>
                    <a:pt x="37051" y="225472"/>
                  </a:lnTo>
                  <a:lnTo>
                    <a:pt x="36805" y="224739"/>
                  </a:lnTo>
                  <a:lnTo>
                    <a:pt x="36455" y="224985"/>
                  </a:lnTo>
                  <a:lnTo>
                    <a:pt x="36273" y="227254"/>
                  </a:lnTo>
                  <a:lnTo>
                    <a:pt x="35420" y="228287"/>
                  </a:lnTo>
                  <a:lnTo>
                    <a:pt x="34706" y="228668"/>
                  </a:lnTo>
                  <a:lnTo>
                    <a:pt x="32948" y="226824"/>
                  </a:lnTo>
                  <a:lnTo>
                    <a:pt x="31484" y="224064"/>
                  </a:lnTo>
                  <a:lnTo>
                    <a:pt x="30715" y="223867"/>
                  </a:lnTo>
                  <a:lnTo>
                    <a:pt x="29467" y="219571"/>
                  </a:lnTo>
                  <a:lnTo>
                    <a:pt x="28931" y="216833"/>
                  </a:lnTo>
                  <a:lnTo>
                    <a:pt x="28549" y="213877"/>
                  </a:lnTo>
                  <a:lnTo>
                    <a:pt x="28628" y="212744"/>
                  </a:lnTo>
                  <a:lnTo>
                    <a:pt x="28520" y="211802"/>
                  </a:lnTo>
                  <a:lnTo>
                    <a:pt x="27413" y="210611"/>
                  </a:lnTo>
                  <a:lnTo>
                    <a:pt x="27143" y="207897"/>
                  </a:lnTo>
                  <a:lnTo>
                    <a:pt x="27950" y="204373"/>
                  </a:lnTo>
                  <a:lnTo>
                    <a:pt x="28612" y="202871"/>
                  </a:lnTo>
                  <a:lnTo>
                    <a:pt x="29022" y="202439"/>
                  </a:lnTo>
                  <a:lnTo>
                    <a:pt x="28020" y="202589"/>
                  </a:lnTo>
                  <a:lnTo>
                    <a:pt x="27297" y="204860"/>
                  </a:lnTo>
                  <a:lnTo>
                    <a:pt x="26372" y="201226"/>
                  </a:lnTo>
                  <a:lnTo>
                    <a:pt x="22601" y="194146"/>
                  </a:lnTo>
                  <a:lnTo>
                    <a:pt x="22844" y="192523"/>
                  </a:lnTo>
                  <a:lnTo>
                    <a:pt x="22802" y="191644"/>
                  </a:lnTo>
                  <a:lnTo>
                    <a:pt x="22170" y="193534"/>
                  </a:lnTo>
                  <a:lnTo>
                    <a:pt x="21736" y="194022"/>
                  </a:lnTo>
                  <a:lnTo>
                    <a:pt x="19810" y="193716"/>
                  </a:lnTo>
                  <a:lnTo>
                    <a:pt x="17588" y="194583"/>
                  </a:lnTo>
                  <a:lnTo>
                    <a:pt x="17001" y="187238"/>
                  </a:lnTo>
                  <a:lnTo>
                    <a:pt x="16723" y="184414"/>
                  </a:lnTo>
                  <a:lnTo>
                    <a:pt x="16652" y="182585"/>
                  </a:lnTo>
                  <a:lnTo>
                    <a:pt x="17224" y="178366"/>
                  </a:lnTo>
                  <a:lnTo>
                    <a:pt x="17850" y="176649"/>
                  </a:lnTo>
                  <a:lnTo>
                    <a:pt x="18683" y="173101"/>
                  </a:lnTo>
                  <a:lnTo>
                    <a:pt x="19709" y="170149"/>
                  </a:lnTo>
                  <a:lnTo>
                    <a:pt x="20795" y="169449"/>
                  </a:lnTo>
                  <a:lnTo>
                    <a:pt x="21273" y="169015"/>
                  </a:lnTo>
                  <a:lnTo>
                    <a:pt x="21674" y="166732"/>
                  </a:lnTo>
                  <a:lnTo>
                    <a:pt x="21900" y="164784"/>
                  </a:lnTo>
                  <a:lnTo>
                    <a:pt x="21734" y="164591"/>
                  </a:lnTo>
                  <a:lnTo>
                    <a:pt x="20469" y="164988"/>
                  </a:lnTo>
                  <a:lnTo>
                    <a:pt x="18195" y="156820"/>
                  </a:lnTo>
                  <a:lnTo>
                    <a:pt x="18264" y="155519"/>
                  </a:lnTo>
                  <a:lnTo>
                    <a:pt x="18551" y="153587"/>
                  </a:lnTo>
                  <a:lnTo>
                    <a:pt x="18739" y="151148"/>
                  </a:lnTo>
                  <a:lnTo>
                    <a:pt x="18786" y="149222"/>
                  </a:lnTo>
                  <a:lnTo>
                    <a:pt x="19378" y="147569"/>
                  </a:lnTo>
                  <a:lnTo>
                    <a:pt x="20286" y="145901"/>
                  </a:lnTo>
                  <a:lnTo>
                    <a:pt x="21050" y="143534"/>
                  </a:lnTo>
                  <a:lnTo>
                    <a:pt x="21432" y="141223"/>
                  </a:lnTo>
                  <a:lnTo>
                    <a:pt x="21512" y="139119"/>
                  </a:lnTo>
                  <a:lnTo>
                    <a:pt x="21079" y="137623"/>
                  </a:lnTo>
                  <a:lnTo>
                    <a:pt x="19835" y="136792"/>
                  </a:lnTo>
                  <a:lnTo>
                    <a:pt x="18553" y="130796"/>
                  </a:lnTo>
                  <a:lnTo>
                    <a:pt x="18267" y="127043"/>
                  </a:lnTo>
                  <a:lnTo>
                    <a:pt x="18005" y="126653"/>
                  </a:lnTo>
                  <a:lnTo>
                    <a:pt x="17213" y="124944"/>
                  </a:lnTo>
                  <a:lnTo>
                    <a:pt x="16453" y="121736"/>
                  </a:lnTo>
                  <a:lnTo>
                    <a:pt x="16342" y="121239"/>
                  </a:lnTo>
                  <a:lnTo>
                    <a:pt x="17127" y="120674"/>
                  </a:lnTo>
                  <a:lnTo>
                    <a:pt x="20361" y="120644"/>
                  </a:lnTo>
                  <a:lnTo>
                    <a:pt x="21036" y="119939"/>
                  </a:lnTo>
                  <a:lnTo>
                    <a:pt x="21139" y="119690"/>
                  </a:lnTo>
                  <a:lnTo>
                    <a:pt x="21729" y="117196"/>
                  </a:lnTo>
                  <a:lnTo>
                    <a:pt x="22346" y="113097"/>
                  </a:lnTo>
                  <a:lnTo>
                    <a:pt x="22491" y="110593"/>
                  </a:lnTo>
                  <a:lnTo>
                    <a:pt x="22296" y="109559"/>
                  </a:lnTo>
                  <a:lnTo>
                    <a:pt x="21225" y="107024"/>
                  </a:lnTo>
                  <a:lnTo>
                    <a:pt x="21179" y="106276"/>
                  </a:lnTo>
                  <a:lnTo>
                    <a:pt x="21351" y="105082"/>
                  </a:lnTo>
                  <a:lnTo>
                    <a:pt x="21988" y="103803"/>
                  </a:lnTo>
                  <a:lnTo>
                    <a:pt x="22849" y="102352"/>
                  </a:lnTo>
                  <a:lnTo>
                    <a:pt x="23317" y="101100"/>
                  </a:lnTo>
                  <a:lnTo>
                    <a:pt x="23206" y="100120"/>
                  </a:lnTo>
                  <a:lnTo>
                    <a:pt x="22954" y="99094"/>
                  </a:lnTo>
                  <a:lnTo>
                    <a:pt x="22915" y="98140"/>
                  </a:lnTo>
                  <a:lnTo>
                    <a:pt x="23072" y="96962"/>
                  </a:lnTo>
                  <a:lnTo>
                    <a:pt x="23128" y="92945"/>
                  </a:lnTo>
                  <a:lnTo>
                    <a:pt x="23238" y="91912"/>
                  </a:lnTo>
                  <a:lnTo>
                    <a:pt x="23070" y="88264"/>
                  </a:lnTo>
                  <a:lnTo>
                    <a:pt x="22860" y="85285"/>
                  </a:lnTo>
                  <a:lnTo>
                    <a:pt x="22180" y="81419"/>
                  </a:lnTo>
                  <a:lnTo>
                    <a:pt x="22304" y="80565"/>
                  </a:lnTo>
                  <a:lnTo>
                    <a:pt x="22619" y="79845"/>
                  </a:lnTo>
                  <a:lnTo>
                    <a:pt x="23648" y="78506"/>
                  </a:lnTo>
                  <a:lnTo>
                    <a:pt x="24471" y="75351"/>
                  </a:lnTo>
                  <a:lnTo>
                    <a:pt x="25665" y="72715"/>
                  </a:lnTo>
                  <a:lnTo>
                    <a:pt x="27230" y="70597"/>
                  </a:lnTo>
                  <a:lnTo>
                    <a:pt x="28324" y="68244"/>
                  </a:lnTo>
                  <a:lnTo>
                    <a:pt x="28757" y="66444"/>
                  </a:lnTo>
                  <a:lnTo>
                    <a:pt x="29063" y="65968"/>
                  </a:lnTo>
                  <a:lnTo>
                    <a:pt x="28975" y="65129"/>
                  </a:lnTo>
                  <a:lnTo>
                    <a:pt x="28769" y="63906"/>
                  </a:lnTo>
                  <a:lnTo>
                    <a:pt x="28144" y="62713"/>
                  </a:lnTo>
                  <a:lnTo>
                    <a:pt x="27340" y="62028"/>
                  </a:lnTo>
                  <a:lnTo>
                    <a:pt x="26446" y="62057"/>
                  </a:lnTo>
                  <a:lnTo>
                    <a:pt x="25894" y="61817"/>
                  </a:lnTo>
                  <a:lnTo>
                    <a:pt x="25732" y="60885"/>
                  </a:lnTo>
                  <a:lnTo>
                    <a:pt x="25794" y="58359"/>
                  </a:lnTo>
                  <a:lnTo>
                    <a:pt x="25746" y="55860"/>
                  </a:lnTo>
                  <a:lnTo>
                    <a:pt x="25575" y="54708"/>
                  </a:lnTo>
                  <a:lnTo>
                    <a:pt x="25162" y="53843"/>
                  </a:lnTo>
                  <a:lnTo>
                    <a:pt x="24342" y="54074"/>
                  </a:lnTo>
                  <a:lnTo>
                    <a:pt x="23633" y="53367"/>
                  </a:lnTo>
                  <a:lnTo>
                    <a:pt x="23096" y="53199"/>
                  </a:lnTo>
                  <a:lnTo>
                    <a:pt x="22785" y="53758"/>
                  </a:lnTo>
                  <a:lnTo>
                    <a:pt x="21199" y="53599"/>
                  </a:lnTo>
                  <a:lnTo>
                    <a:pt x="20539" y="53198"/>
                  </a:lnTo>
                  <a:lnTo>
                    <a:pt x="20078" y="52697"/>
                  </a:lnTo>
                  <a:lnTo>
                    <a:pt x="19782" y="52977"/>
                  </a:lnTo>
                  <a:lnTo>
                    <a:pt x="19614" y="53463"/>
                  </a:lnTo>
                  <a:lnTo>
                    <a:pt x="19585" y="54227"/>
                  </a:lnTo>
                  <a:lnTo>
                    <a:pt x="19477" y="55235"/>
                  </a:lnTo>
                  <a:lnTo>
                    <a:pt x="18910" y="56147"/>
                  </a:lnTo>
                  <a:lnTo>
                    <a:pt x="17612" y="57054"/>
                  </a:lnTo>
                  <a:lnTo>
                    <a:pt x="16564" y="56987"/>
                  </a:lnTo>
                  <a:lnTo>
                    <a:pt x="15603" y="56338"/>
                  </a:lnTo>
                  <a:lnTo>
                    <a:pt x="15295" y="55864"/>
                  </a:lnTo>
                  <a:lnTo>
                    <a:pt x="14829" y="55436"/>
                  </a:lnTo>
                  <a:lnTo>
                    <a:pt x="12875" y="55965"/>
                  </a:lnTo>
                  <a:lnTo>
                    <a:pt x="12640" y="55579"/>
                  </a:lnTo>
                  <a:lnTo>
                    <a:pt x="11965" y="56516"/>
                  </a:lnTo>
                  <a:lnTo>
                    <a:pt x="10971" y="57630"/>
                  </a:lnTo>
                  <a:lnTo>
                    <a:pt x="10413" y="57697"/>
                  </a:lnTo>
                  <a:lnTo>
                    <a:pt x="10210" y="57460"/>
                  </a:lnTo>
                  <a:lnTo>
                    <a:pt x="10136" y="56958"/>
                  </a:lnTo>
                  <a:lnTo>
                    <a:pt x="9718" y="55218"/>
                  </a:lnTo>
                  <a:lnTo>
                    <a:pt x="9828" y="54294"/>
                  </a:lnTo>
                  <a:lnTo>
                    <a:pt x="10629" y="51604"/>
                  </a:lnTo>
                  <a:lnTo>
                    <a:pt x="10539" y="50960"/>
                  </a:lnTo>
                  <a:lnTo>
                    <a:pt x="10210" y="50090"/>
                  </a:lnTo>
                  <a:lnTo>
                    <a:pt x="9915" y="48835"/>
                  </a:lnTo>
                  <a:lnTo>
                    <a:pt x="9830" y="48190"/>
                  </a:lnTo>
                  <a:lnTo>
                    <a:pt x="9321" y="48080"/>
                  </a:lnTo>
                  <a:lnTo>
                    <a:pt x="8778" y="48740"/>
                  </a:lnTo>
                  <a:lnTo>
                    <a:pt x="6706" y="50091"/>
                  </a:lnTo>
                  <a:lnTo>
                    <a:pt x="6210" y="50582"/>
                  </a:lnTo>
                  <a:lnTo>
                    <a:pt x="5313" y="51889"/>
                  </a:lnTo>
                  <a:lnTo>
                    <a:pt x="4407" y="53882"/>
                  </a:lnTo>
                  <a:lnTo>
                    <a:pt x="3684" y="54300"/>
                  </a:lnTo>
                  <a:lnTo>
                    <a:pt x="3435" y="53710"/>
                  </a:lnTo>
                  <a:lnTo>
                    <a:pt x="3349" y="49029"/>
                  </a:lnTo>
                  <a:lnTo>
                    <a:pt x="4452" y="45917"/>
                  </a:lnTo>
                  <a:lnTo>
                    <a:pt x="5236" y="44039"/>
                  </a:lnTo>
                  <a:lnTo>
                    <a:pt x="4868" y="43659"/>
                  </a:lnTo>
                  <a:lnTo>
                    <a:pt x="4036" y="43711"/>
                  </a:lnTo>
                  <a:lnTo>
                    <a:pt x="4092" y="42257"/>
                  </a:lnTo>
                  <a:lnTo>
                    <a:pt x="4482" y="41557"/>
                  </a:lnTo>
                  <a:lnTo>
                    <a:pt x="4860" y="39974"/>
                  </a:lnTo>
                  <a:lnTo>
                    <a:pt x="4417" y="39292"/>
                  </a:lnTo>
                  <a:lnTo>
                    <a:pt x="4071" y="38250"/>
                  </a:lnTo>
                  <a:lnTo>
                    <a:pt x="4092" y="35523"/>
                  </a:lnTo>
                  <a:lnTo>
                    <a:pt x="4189" y="34414"/>
                  </a:lnTo>
                  <a:lnTo>
                    <a:pt x="4077" y="33219"/>
                  </a:lnTo>
                  <a:lnTo>
                    <a:pt x="2382" y="34835"/>
                  </a:lnTo>
                  <a:lnTo>
                    <a:pt x="1947" y="34593"/>
                  </a:lnTo>
                  <a:lnTo>
                    <a:pt x="1928" y="32568"/>
                  </a:lnTo>
                  <a:lnTo>
                    <a:pt x="2869" y="29485"/>
                  </a:lnTo>
                  <a:lnTo>
                    <a:pt x="2965" y="28543"/>
                  </a:lnTo>
                  <a:lnTo>
                    <a:pt x="1865" y="28087"/>
                  </a:lnTo>
                  <a:lnTo>
                    <a:pt x="1042" y="26574"/>
                  </a:lnTo>
                  <a:lnTo>
                    <a:pt x="540" y="25221"/>
                  </a:lnTo>
                  <a:lnTo>
                    <a:pt x="4" y="23274"/>
                  </a:lnTo>
                  <a:lnTo>
                    <a:pt x="0" y="21534"/>
                  </a:lnTo>
                  <a:lnTo>
                    <a:pt x="553" y="17449"/>
                  </a:lnTo>
                  <a:lnTo>
                    <a:pt x="1346" y="16262"/>
                  </a:lnTo>
                  <a:lnTo>
                    <a:pt x="2029" y="15530"/>
                  </a:lnTo>
                  <a:lnTo>
                    <a:pt x="3479" y="12709"/>
                  </a:lnTo>
                  <a:lnTo>
                    <a:pt x="5479" y="13236"/>
                  </a:lnTo>
                  <a:lnTo>
                    <a:pt x="6715" y="12631"/>
                  </a:lnTo>
                  <a:lnTo>
                    <a:pt x="7826" y="11190"/>
                  </a:lnTo>
                  <a:lnTo>
                    <a:pt x="8461" y="10865"/>
                  </a:lnTo>
                  <a:lnTo>
                    <a:pt x="9485" y="9607"/>
                  </a:lnTo>
                  <a:lnTo>
                    <a:pt x="9453" y="7908"/>
                  </a:lnTo>
                  <a:lnTo>
                    <a:pt x="9102" y="6647"/>
                  </a:lnTo>
                  <a:lnTo>
                    <a:pt x="9410" y="5456"/>
                  </a:lnTo>
                  <a:lnTo>
                    <a:pt x="10560" y="4003"/>
                  </a:lnTo>
                  <a:lnTo>
                    <a:pt x="11834" y="2073"/>
                  </a:lnTo>
                  <a:lnTo>
                    <a:pt x="13294" y="1701"/>
                  </a:lnTo>
                  <a:lnTo>
                    <a:pt x="14781" y="0"/>
                  </a:lnTo>
                  <a:lnTo>
                    <a:pt x="15776" y="1099"/>
                  </a:lnTo>
                  <a:lnTo>
                    <a:pt x="16651" y="727"/>
                  </a:lnTo>
                  <a:lnTo>
                    <a:pt x="17653" y="2031"/>
                  </a:lnTo>
                  <a:lnTo>
                    <a:pt x="18974" y="5021"/>
                  </a:lnTo>
                  <a:lnTo>
                    <a:pt x="20906" y="6222"/>
                  </a:lnTo>
                  <a:lnTo>
                    <a:pt x="22447" y="5286"/>
                  </a:lnTo>
                  <a:lnTo>
                    <a:pt x="25172" y="5087"/>
                  </a:lnTo>
                  <a:lnTo>
                    <a:pt x="26533" y="5485"/>
                  </a:lnTo>
                  <a:lnTo>
                    <a:pt x="28951" y="4748"/>
                  </a:lnTo>
                  <a:lnTo>
                    <a:pt x="30336" y="5012"/>
                  </a:lnTo>
                  <a:lnTo>
                    <a:pt x="32580" y="3530"/>
                  </a:lnTo>
                  <a:lnTo>
                    <a:pt x="34319" y="5380"/>
                  </a:lnTo>
                  <a:lnTo>
                    <a:pt x="37684" y="6245"/>
                  </a:lnTo>
                  <a:lnTo>
                    <a:pt x="39708" y="7762"/>
                  </a:lnTo>
                  <a:lnTo>
                    <a:pt x="45305" y="10307"/>
                  </a:lnTo>
                  <a:lnTo>
                    <a:pt x="47326" y="10336"/>
                  </a:lnTo>
                  <a:lnTo>
                    <a:pt x="50186" y="8907"/>
                  </a:lnTo>
                  <a:lnTo>
                    <a:pt x="51397" y="7834"/>
                  </a:lnTo>
                  <a:lnTo>
                    <a:pt x="52506" y="8470"/>
                  </a:lnTo>
                  <a:lnTo>
                    <a:pt x="54134" y="7241"/>
                  </a:lnTo>
                  <a:lnTo>
                    <a:pt x="54913" y="7491"/>
                  </a:lnTo>
                  <a:lnTo>
                    <a:pt x="55930" y="9244"/>
                  </a:lnTo>
                  <a:lnTo>
                    <a:pt x="59508" y="11611"/>
                  </a:lnTo>
                  <a:lnTo>
                    <a:pt x="60450" y="9599"/>
                  </a:lnTo>
                  <a:lnTo>
                    <a:pt x="61148" y="9163"/>
                  </a:lnTo>
                  <a:lnTo>
                    <a:pt x="63724" y="10395"/>
                  </a:lnTo>
                  <a:lnTo>
                    <a:pt x="66320" y="12898"/>
                  </a:lnTo>
                  <a:lnTo>
                    <a:pt x="67670" y="13079"/>
                  </a:lnTo>
                  <a:lnTo>
                    <a:pt x="69644" y="12395"/>
                  </a:lnTo>
                  <a:lnTo>
                    <a:pt x="71209" y="107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3032944" y="1901687"/>
              <a:ext cx="14120" cy="20567"/>
            </a:xfrm>
            <a:custGeom>
              <a:avLst/>
              <a:pathLst>
                <a:path w="14120" h="20567">
                  <a:moveTo>
                    <a:pt x="7334" y="181"/>
                  </a:moveTo>
                  <a:lnTo>
                    <a:pt x="8016" y="897"/>
                  </a:lnTo>
                  <a:lnTo>
                    <a:pt x="8645" y="670"/>
                  </a:lnTo>
                  <a:lnTo>
                    <a:pt x="9283" y="173"/>
                  </a:lnTo>
                  <a:lnTo>
                    <a:pt x="10668" y="640"/>
                  </a:lnTo>
                  <a:lnTo>
                    <a:pt x="13828" y="4252"/>
                  </a:lnTo>
                  <a:lnTo>
                    <a:pt x="14120" y="5217"/>
                  </a:lnTo>
                  <a:lnTo>
                    <a:pt x="12234" y="5655"/>
                  </a:lnTo>
                  <a:lnTo>
                    <a:pt x="11806" y="6763"/>
                  </a:lnTo>
                  <a:lnTo>
                    <a:pt x="11353" y="7537"/>
                  </a:lnTo>
                  <a:lnTo>
                    <a:pt x="10819" y="7786"/>
                  </a:lnTo>
                  <a:lnTo>
                    <a:pt x="9908" y="9340"/>
                  </a:lnTo>
                  <a:lnTo>
                    <a:pt x="8676" y="10829"/>
                  </a:lnTo>
                  <a:lnTo>
                    <a:pt x="8419" y="11722"/>
                  </a:lnTo>
                  <a:lnTo>
                    <a:pt x="6190" y="11558"/>
                  </a:lnTo>
                  <a:lnTo>
                    <a:pt x="4972" y="12122"/>
                  </a:lnTo>
                  <a:lnTo>
                    <a:pt x="3988" y="13789"/>
                  </a:lnTo>
                  <a:lnTo>
                    <a:pt x="3584" y="17007"/>
                  </a:lnTo>
                  <a:lnTo>
                    <a:pt x="2864" y="19519"/>
                  </a:lnTo>
                  <a:lnTo>
                    <a:pt x="2132" y="20428"/>
                  </a:lnTo>
                  <a:lnTo>
                    <a:pt x="1368" y="20567"/>
                  </a:lnTo>
                  <a:lnTo>
                    <a:pt x="1187" y="19623"/>
                  </a:lnTo>
                  <a:lnTo>
                    <a:pt x="1259" y="18681"/>
                  </a:lnTo>
                  <a:lnTo>
                    <a:pt x="2869" y="15130"/>
                  </a:lnTo>
                  <a:lnTo>
                    <a:pt x="3203" y="13978"/>
                  </a:lnTo>
                  <a:lnTo>
                    <a:pt x="2402" y="13465"/>
                  </a:lnTo>
                  <a:lnTo>
                    <a:pt x="1731" y="12233"/>
                  </a:lnTo>
                  <a:lnTo>
                    <a:pt x="265" y="10786"/>
                  </a:lnTo>
                  <a:lnTo>
                    <a:pt x="0" y="9624"/>
                  </a:lnTo>
                  <a:lnTo>
                    <a:pt x="351" y="9538"/>
                  </a:lnTo>
                  <a:lnTo>
                    <a:pt x="672" y="9205"/>
                  </a:lnTo>
                  <a:lnTo>
                    <a:pt x="1062" y="8231"/>
                  </a:lnTo>
                  <a:lnTo>
                    <a:pt x="1245" y="7113"/>
                  </a:lnTo>
                  <a:lnTo>
                    <a:pt x="75" y="3847"/>
                  </a:lnTo>
                  <a:lnTo>
                    <a:pt x="672" y="3342"/>
                  </a:lnTo>
                  <a:lnTo>
                    <a:pt x="1416" y="3461"/>
                  </a:lnTo>
                  <a:lnTo>
                    <a:pt x="2180" y="4410"/>
                  </a:lnTo>
                  <a:lnTo>
                    <a:pt x="3019" y="3296"/>
                  </a:lnTo>
                  <a:lnTo>
                    <a:pt x="3375" y="3132"/>
                  </a:lnTo>
                  <a:lnTo>
                    <a:pt x="3961" y="3529"/>
                  </a:lnTo>
                  <a:lnTo>
                    <a:pt x="4553" y="1374"/>
                  </a:lnTo>
                  <a:lnTo>
                    <a:pt x="5959" y="665"/>
                  </a:lnTo>
                  <a:lnTo>
                    <a:pt x="665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3044567" y="1900187"/>
              <a:ext cx="2816" cy="4081"/>
            </a:xfrm>
            <a:custGeom>
              <a:avLst/>
              <a:pathLst>
                <a:path w="2816" h="4081">
                  <a:moveTo>
                    <a:pt x="2692" y="3775"/>
                  </a:moveTo>
                  <a:lnTo>
                    <a:pt x="1892" y="4081"/>
                  </a:lnTo>
                  <a:lnTo>
                    <a:pt x="0" y="1981"/>
                  </a:lnTo>
                  <a:lnTo>
                    <a:pt x="438" y="558"/>
                  </a:lnTo>
                  <a:lnTo>
                    <a:pt x="980" y="0"/>
                  </a:lnTo>
                  <a:lnTo>
                    <a:pt x="2589" y="872"/>
                  </a:lnTo>
                  <a:lnTo>
                    <a:pt x="2816" y="303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3034884" y="1888102"/>
              <a:ext cx="9156" cy="11734"/>
            </a:xfrm>
            <a:custGeom>
              <a:avLst/>
              <a:pathLst>
                <a:path w="9156" h="11734">
                  <a:moveTo>
                    <a:pt x="8339" y="7688"/>
                  </a:moveTo>
                  <a:lnTo>
                    <a:pt x="7551" y="9150"/>
                  </a:lnTo>
                  <a:lnTo>
                    <a:pt x="7081" y="8565"/>
                  </a:lnTo>
                  <a:lnTo>
                    <a:pt x="6835" y="7866"/>
                  </a:lnTo>
                  <a:lnTo>
                    <a:pt x="5817" y="11167"/>
                  </a:lnTo>
                  <a:lnTo>
                    <a:pt x="4671" y="11734"/>
                  </a:lnTo>
                  <a:lnTo>
                    <a:pt x="4003" y="11082"/>
                  </a:lnTo>
                  <a:lnTo>
                    <a:pt x="4063" y="9848"/>
                  </a:lnTo>
                  <a:lnTo>
                    <a:pt x="3410" y="6610"/>
                  </a:lnTo>
                  <a:lnTo>
                    <a:pt x="2414" y="5662"/>
                  </a:lnTo>
                  <a:lnTo>
                    <a:pt x="1015" y="5573"/>
                  </a:lnTo>
                  <a:lnTo>
                    <a:pt x="0" y="4240"/>
                  </a:lnTo>
                  <a:lnTo>
                    <a:pt x="3906" y="3332"/>
                  </a:lnTo>
                  <a:lnTo>
                    <a:pt x="4310" y="1791"/>
                  </a:lnTo>
                  <a:lnTo>
                    <a:pt x="5104" y="174"/>
                  </a:lnTo>
                  <a:lnTo>
                    <a:pt x="5702" y="0"/>
                  </a:lnTo>
                  <a:lnTo>
                    <a:pt x="6210" y="374"/>
                  </a:lnTo>
                  <a:lnTo>
                    <a:pt x="6306" y="1628"/>
                  </a:lnTo>
                  <a:lnTo>
                    <a:pt x="6433" y="2128"/>
                  </a:lnTo>
                  <a:lnTo>
                    <a:pt x="8206" y="2833"/>
                  </a:lnTo>
                  <a:lnTo>
                    <a:pt x="8896" y="4942"/>
                  </a:lnTo>
                  <a:lnTo>
                    <a:pt x="9156" y="748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3048110" y="1871794"/>
              <a:ext cx="45367" cy="62452"/>
            </a:xfrm>
            <a:custGeom>
              <a:avLst/>
              <a:pathLst>
                <a:path w="45367" h="62452">
                  <a:moveTo>
                    <a:pt x="44035" y="4572"/>
                  </a:moveTo>
                  <a:lnTo>
                    <a:pt x="44547" y="5491"/>
                  </a:lnTo>
                  <a:lnTo>
                    <a:pt x="45193" y="6971"/>
                  </a:lnTo>
                  <a:lnTo>
                    <a:pt x="45367" y="7818"/>
                  </a:lnTo>
                  <a:lnTo>
                    <a:pt x="45148" y="8316"/>
                  </a:lnTo>
                  <a:lnTo>
                    <a:pt x="44504" y="8739"/>
                  </a:lnTo>
                  <a:lnTo>
                    <a:pt x="44358" y="9195"/>
                  </a:lnTo>
                  <a:lnTo>
                    <a:pt x="44072" y="9966"/>
                  </a:lnTo>
                  <a:lnTo>
                    <a:pt x="43320" y="10105"/>
                  </a:lnTo>
                  <a:lnTo>
                    <a:pt x="42931" y="10678"/>
                  </a:lnTo>
                  <a:lnTo>
                    <a:pt x="42468" y="13188"/>
                  </a:lnTo>
                  <a:lnTo>
                    <a:pt x="41584" y="17345"/>
                  </a:lnTo>
                  <a:lnTo>
                    <a:pt x="40278" y="20508"/>
                  </a:lnTo>
                  <a:lnTo>
                    <a:pt x="39233" y="22242"/>
                  </a:lnTo>
                  <a:lnTo>
                    <a:pt x="38766" y="23571"/>
                  </a:lnTo>
                  <a:lnTo>
                    <a:pt x="38475" y="25168"/>
                  </a:lnTo>
                  <a:lnTo>
                    <a:pt x="38406" y="26770"/>
                  </a:lnTo>
                  <a:lnTo>
                    <a:pt x="39409" y="35569"/>
                  </a:lnTo>
                  <a:lnTo>
                    <a:pt x="39397" y="37158"/>
                  </a:lnTo>
                  <a:lnTo>
                    <a:pt x="39161" y="38790"/>
                  </a:lnTo>
                  <a:lnTo>
                    <a:pt x="38990" y="40450"/>
                  </a:lnTo>
                  <a:lnTo>
                    <a:pt x="39131" y="41890"/>
                  </a:lnTo>
                  <a:lnTo>
                    <a:pt x="39791" y="44350"/>
                  </a:lnTo>
                  <a:lnTo>
                    <a:pt x="40493" y="48019"/>
                  </a:lnTo>
                  <a:lnTo>
                    <a:pt x="40775" y="50363"/>
                  </a:lnTo>
                  <a:lnTo>
                    <a:pt x="41242" y="51224"/>
                  </a:lnTo>
                  <a:lnTo>
                    <a:pt x="41691" y="51854"/>
                  </a:lnTo>
                  <a:lnTo>
                    <a:pt x="41785" y="52251"/>
                  </a:lnTo>
                  <a:lnTo>
                    <a:pt x="41770" y="52664"/>
                  </a:lnTo>
                  <a:lnTo>
                    <a:pt x="41538" y="53129"/>
                  </a:lnTo>
                  <a:lnTo>
                    <a:pt x="39512" y="54358"/>
                  </a:lnTo>
                  <a:lnTo>
                    <a:pt x="39249" y="55398"/>
                  </a:lnTo>
                  <a:lnTo>
                    <a:pt x="39031" y="56558"/>
                  </a:lnTo>
                  <a:lnTo>
                    <a:pt x="38146" y="58277"/>
                  </a:lnTo>
                  <a:lnTo>
                    <a:pt x="37875" y="59880"/>
                  </a:lnTo>
                  <a:lnTo>
                    <a:pt x="37707" y="61719"/>
                  </a:lnTo>
                  <a:lnTo>
                    <a:pt x="37684" y="62374"/>
                  </a:lnTo>
                  <a:lnTo>
                    <a:pt x="37440" y="62452"/>
                  </a:lnTo>
                  <a:lnTo>
                    <a:pt x="36100" y="62073"/>
                  </a:lnTo>
                  <a:lnTo>
                    <a:pt x="34622" y="60878"/>
                  </a:lnTo>
                  <a:lnTo>
                    <a:pt x="33974" y="59981"/>
                  </a:lnTo>
                  <a:lnTo>
                    <a:pt x="33338" y="59991"/>
                  </a:lnTo>
                  <a:lnTo>
                    <a:pt x="32568" y="60584"/>
                  </a:lnTo>
                  <a:lnTo>
                    <a:pt x="29807" y="62289"/>
                  </a:lnTo>
                  <a:lnTo>
                    <a:pt x="29130" y="61891"/>
                  </a:lnTo>
                  <a:lnTo>
                    <a:pt x="27552" y="60219"/>
                  </a:lnTo>
                  <a:lnTo>
                    <a:pt x="26754" y="58396"/>
                  </a:lnTo>
                  <a:lnTo>
                    <a:pt x="24979" y="54768"/>
                  </a:lnTo>
                  <a:lnTo>
                    <a:pt x="24834" y="53905"/>
                  </a:lnTo>
                  <a:lnTo>
                    <a:pt x="24602" y="53212"/>
                  </a:lnTo>
                  <a:lnTo>
                    <a:pt x="22704" y="52315"/>
                  </a:lnTo>
                  <a:lnTo>
                    <a:pt x="22004" y="50977"/>
                  </a:lnTo>
                  <a:lnTo>
                    <a:pt x="21420" y="50790"/>
                  </a:lnTo>
                  <a:lnTo>
                    <a:pt x="20566" y="50122"/>
                  </a:lnTo>
                  <a:lnTo>
                    <a:pt x="18342" y="47265"/>
                  </a:lnTo>
                  <a:lnTo>
                    <a:pt x="17790" y="46998"/>
                  </a:lnTo>
                  <a:lnTo>
                    <a:pt x="17656" y="47479"/>
                  </a:lnTo>
                  <a:lnTo>
                    <a:pt x="17695" y="48154"/>
                  </a:lnTo>
                  <a:lnTo>
                    <a:pt x="17557" y="48545"/>
                  </a:lnTo>
                  <a:lnTo>
                    <a:pt x="17272" y="48532"/>
                  </a:lnTo>
                  <a:lnTo>
                    <a:pt x="16758" y="47481"/>
                  </a:lnTo>
                  <a:lnTo>
                    <a:pt x="16141" y="46557"/>
                  </a:lnTo>
                  <a:lnTo>
                    <a:pt x="14221" y="48295"/>
                  </a:lnTo>
                  <a:lnTo>
                    <a:pt x="13526" y="48764"/>
                  </a:lnTo>
                  <a:lnTo>
                    <a:pt x="12918" y="48866"/>
                  </a:lnTo>
                  <a:lnTo>
                    <a:pt x="9871" y="51153"/>
                  </a:lnTo>
                  <a:lnTo>
                    <a:pt x="8945" y="52386"/>
                  </a:lnTo>
                  <a:lnTo>
                    <a:pt x="8561" y="52254"/>
                  </a:lnTo>
                  <a:lnTo>
                    <a:pt x="8652" y="51097"/>
                  </a:lnTo>
                  <a:lnTo>
                    <a:pt x="9919" y="45300"/>
                  </a:lnTo>
                  <a:lnTo>
                    <a:pt x="10146" y="40700"/>
                  </a:lnTo>
                  <a:lnTo>
                    <a:pt x="10610" y="40068"/>
                  </a:lnTo>
                  <a:lnTo>
                    <a:pt x="10744" y="39430"/>
                  </a:lnTo>
                  <a:lnTo>
                    <a:pt x="10546" y="37963"/>
                  </a:lnTo>
                  <a:lnTo>
                    <a:pt x="9230" y="37022"/>
                  </a:lnTo>
                  <a:lnTo>
                    <a:pt x="8699" y="37161"/>
                  </a:lnTo>
                  <a:lnTo>
                    <a:pt x="8221" y="38738"/>
                  </a:lnTo>
                  <a:lnTo>
                    <a:pt x="7725" y="39875"/>
                  </a:lnTo>
                  <a:lnTo>
                    <a:pt x="6564" y="40567"/>
                  </a:lnTo>
                  <a:lnTo>
                    <a:pt x="5565" y="39370"/>
                  </a:lnTo>
                  <a:lnTo>
                    <a:pt x="3225" y="37768"/>
                  </a:lnTo>
                  <a:lnTo>
                    <a:pt x="2634" y="35636"/>
                  </a:lnTo>
                  <a:lnTo>
                    <a:pt x="2494" y="33490"/>
                  </a:lnTo>
                  <a:lnTo>
                    <a:pt x="1257" y="31415"/>
                  </a:lnTo>
                  <a:lnTo>
                    <a:pt x="742" y="28971"/>
                  </a:lnTo>
                  <a:lnTo>
                    <a:pt x="948" y="27266"/>
                  </a:lnTo>
                  <a:lnTo>
                    <a:pt x="2071" y="26146"/>
                  </a:lnTo>
                  <a:lnTo>
                    <a:pt x="2391" y="25171"/>
                  </a:lnTo>
                  <a:lnTo>
                    <a:pt x="976" y="25325"/>
                  </a:lnTo>
                  <a:lnTo>
                    <a:pt x="688" y="25092"/>
                  </a:lnTo>
                  <a:lnTo>
                    <a:pt x="626" y="24214"/>
                  </a:lnTo>
                  <a:lnTo>
                    <a:pt x="0" y="21226"/>
                  </a:lnTo>
                  <a:lnTo>
                    <a:pt x="553" y="20049"/>
                  </a:lnTo>
                  <a:lnTo>
                    <a:pt x="798" y="18905"/>
                  </a:lnTo>
                  <a:lnTo>
                    <a:pt x="343" y="17931"/>
                  </a:lnTo>
                  <a:lnTo>
                    <a:pt x="462" y="16823"/>
                  </a:lnTo>
                  <a:lnTo>
                    <a:pt x="816" y="15703"/>
                  </a:lnTo>
                  <a:lnTo>
                    <a:pt x="599" y="13100"/>
                  </a:lnTo>
                  <a:lnTo>
                    <a:pt x="2004" y="11721"/>
                  </a:lnTo>
                  <a:lnTo>
                    <a:pt x="3369" y="10751"/>
                  </a:lnTo>
                  <a:lnTo>
                    <a:pt x="6262" y="10256"/>
                  </a:lnTo>
                  <a:lnTo>
                    <a:pt x="5975" y="7880"/>
                  </a:lnTo>
                  <a:lnTo>
                    <a:pt x="7146" y="7773"/>
                  </a:lnTo>
                  <a:lnTo>
                    <a:pt x="9117" y="4915"/>
                  </a:lnTo>
                  <a:lnTo>
                    <a:pt x="11070" y="5417"/>
                  </a:lnTo>
                  <a:lnTo>
                    <a:pt x="13896" y="3455"/>
                  </a:lnTo>
                  <a:lnTo>
                    <a:pt x="19339" y="3482"/>
                  </a:lnTo>
                  <a:lnTo>
                    <a:pt x="20081" y="2350"/>
                  </a:lnTo>
                  <a:lnTo>
                    <a:pt x="19952" y="1211"/>
                  </a:lnTo>
                  <a:lnTo>
                    <a:pt x="19969" y="0"/>
                  </a:lnTo>
                  <a:lnTo>
                    <a:pt x="20993" y="339"/>
                  </a:lnTo>
                  <a:lnTo>
                    <a:pt x="22704" y="128"/>
                  </a:lnTo>
                  <a:lnTo>
                    <a:pt x="29117" y="2514"/>
                  </a:lnTo>
                  <a:lnTo>
                    <a:pt x="30696" y="2514"/>
                  </a:lnTo>
                  <a:lnTo>
                    <a:pt x="32878" y="4941"/>
                  </a:lnTo>
                  <a:lnTo>
                    <a:pt x="34058" y="5566"/>
                  </a:lnTo>
                  <a:lnTo>
                    <a:pt x="37529" y="5570"/>
                  </a:lnTo>
                  <a:lnTo>
                    <a:pt x="42882" y="6642"/>
                  </a:lnTo>
                  <a:lnTo>
                    <a:pt x="43932" y="49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3140083" y="3195199"/>
              <a:ext cx="144005" cy="336746"/>
            </a:xfrm>
            <a:custGeom>
              <a:avLst/>
              <a:pathLst>
                <a:path w="144005" h="336746">
                  <a:moveTo>
                    <a:pt x="90172" y="70500"/>
                  </a:moveTo>
                  <a:lnTo>
                    <a:pt x="89228" y="74700"/>
                  </a:lnTo>
                  <a:lnTo>
                    <a:pt x="87966" y="80319"/>
                  </a:lnTo>
                  <a:lnTo>
                    <a:pt x="86493" y="86872"/>
                  </a:lnTo>
                  <a:lnTo>
                    <a:pt x="86048" y="88482"/>
                  </a:lnTo>
                  <a:lnTo>
                    <a:pt x="84760" y="92444"/>
                  </a:lnTo>
                  <a:lnTo>
                    <a:pt x="84540" y="93559"/>
                  </a:lnTo>
                  <a:lnTo>
                    <a:pt x="84288" y="96423"/>
                  </a:lnTo>
                  <a:lnTo>
                    <a:pt x="84270" y="101631"/>
                  </a:lnTo>
                  <a:lnTo>
                    <a:pt x="84437" y="108282"/>
                  </a:lnTo>
                  <a:lnTo>
                    <a:pt x="84593" y="114408"/>
                  </a:lnTo>
                  <a:lnTo>
                    <a:pt x="85304" y="115137"/>
                  </a:lnTo>
                  <a:lnTo>
                    <a:pt x="86123" y="115574"/>
                  </a:lnTo>
                  <a:lnTo>
                    <a:pt x="87034" y="114766"/>
                  </a:lnTo>
                  <a:lnTo>
                    <a:pt x="88131" y="114079"/>
                  </a:lnTo>
                  <a:lnTo>
                    <a:pt x="89495" y="113677"/>
                  </a:lnTo>
                  <a:lnTo>
                    <a:pt x="91005" y="112440"/>
                  </a:lnTo>
                  <a:lnTo>
                    <a:pt x="91895" y="111445"/>
                  </a:lnTo>
                  <a:lnTo>
                    <a:pt x="92830" y="111517"/>
                  </a:lnTo>
                  <a:lnTo>
                    <a:pt x="93659" y="112579"/>
                  </a:lnTo>
                  <a:lnTo>
                    <a:pt x="94060" y="113557"/>
                  </a:lnTo>
                  <a:lnTo>
                    <a:pt x="94648" y="113892"/>
                  </a:lnTo>
                  <a:lnTo>
                    <a:pt x="95404" y="113851"/>
                  </a:lnTo>
                  <a:lnTo>
                    <a:pt x="95244" y="115006"/>
                  </a:lnTo>
                  <a:lnTo>
                    <a:pt x="94828" y="116691"/>
                  </a:lnTo>
                  <a:lnTo>
                    <a:pt x="94318" y="118382"/>
                  </a:lnTo>
                  <a:lnTo>
                    <a:pt x="93869" y="120128"/>
                  </a:lnTo>
                  <a:lnTo>
                    <a:pt x="92874" y="125019"/>
                  </a:lnTo>
                  <a:lnTo>
                    <a:pt x="92844" y="125651"/>
                  </a:lnTo>
                  <a:lnTo>
                    <a:pt x="92967" y="126609"/>
                  </a:lnTo>
                  <a:lnTo>
                    <a:pt x="93505" y="128850"/>
                  </a:lnTo>
                  <a:lnTo>
                    <a:pt x="94067" y="132458"/>
                  </a:lnTo>
                  <a:lnTo>
                    <a:pt x="94381" y="135775"/>
                  </a:lnTo>
                  <a:lnTo>
                    <a:pt x="94624" y="137380"/>
                  </a:lnTo>
                  <a:lnTo>
                    <a:pt x="95305" y="139219"/>
                  </a:lnTo>
                  <a:lnTo>
                    <a:pt x="96288" y="143008"/>
                  </a:lnTo>
                  <a:lnTo>
                    <a:pt x="96809" y="145560"/>
                  </a:lnTo>
                  <a:lnTo>
                    <a:pt x="97893" y="146927"/>
                  </a:lnTo>
                  <a:lnTo>
                    <a:pt x="98247" y="150172"/>
                  </a:lnTo>
                  <a:lnTo>
                    <a:pt x="99061" y="154931"/>
                  </a:lnTo>
                  <a:lnTo>
                    <a:pt x="99938" y="158738"/>
                  </a:lnTo>
                  <a:lnTo>
                    <a:pt x="100785" y="161716"/>
                  </a:lnTo>
                  <a:lnTo>
                    <a:pt x="101733" y="162861"/>
                  </a:lnTo>
                  <a:lnTo>
                    <a:pt x="102112" y="162959"/>
                  </a:lnTo>
                  <a:lnTo>
                    <a:pt x="104095" y="168474"/>
                  </a:lnTo>
                  <a:lnTo>
                    <a:pt x="105604" y="172668"/>
                  </a:lnTo>
                  <a:lnTo>
                    <a:pt x="105980" y="173342"/>
                  </a:lnTo>
                  <a:lnTo>
                    <a:pt x="108704" y="176089"/>
                  </a:lnTo>
                  <a:lnTo>
                    <a:pt x="111836" y="179250"/>
                  </a:lnTo>
                  <a:lnTo>
                    <a:pt x="114351" y="181788"/>
                  </a:lnTo>
                  <a:lnTo>
                    <a:pt x="117556" y="185020"/>
                  </a:lnTo>
                  <a:lnTo>
                    <a:pt x="120714" y="188206"/>
                  </a:lnTo>
                  <a:lnTo>
                    <a:pt x="123673" y="191253"/>
                  </a:lnTo>
                  <a:lnTo>
                    <a:pt x="127833" y="195535"/>
                  </a:lnTo>
                  <a:lnTo>
                    <a:pt x="131186" y="198987"/>
                  </a:lnTo>
                  <a:lnTo>
                    <a:pt x="133828" y="201706"/>
                  </a:lnTo>
                  <a:lnTo>
                    <a:pt x="134392" y="202565"/>
                  </a:lnTo>
                  <a:lnTo>
                    <a:pt x="137540" y="202565"/>
                  </a:lnTo>
                  <a:lnTo>
                    <a:pt x="140732" y="202565"/>
                  </a:lnTo>
                  <a:lnTo>
                    <a:pt x="144005" y="202565"/>
                  </a:lnTo>
                  <a:lnTo>
                    <a:pt x="141635" y="209590"/>
                  </a:lnTo>
                  <a:lnTo>
                    <a:pt x="138955" y="217534"/>
                  </a:lnTo>
                  <a:lnTo>
                    <a:pt x="136137" y="225885"/>
                  </a:lnTo>
                  <a:lnTo>
                    <a:pt x="134324" y="231258"/>
                  </a:lnTo>
                  <a:lnTo>
                    <a:pt x="131446" y="239791"/>
                  </a:lnTo>
                  <a:lnTo>
                    <a:pt x="129054" y="246883"/>
                  </a:lnTo>
                  <a:lnTo>
                    <a:pt x="126591" y="254642"/>
                  </a:lnTo>
                  <a:lnTo>
                    <a:pt x="124362" y="261659"/>
                  </a:lnTo>
                  <a:lnTo>
                    <a:pt x="121465" y="271379"/>
                  </a:lnTo>
                  <a:lnTo>
                    <a:pt x="119589" y="277668"/>
                  </a:lnTo>
                  <a:lnTo>
                    <a:pt x="116651" y="287530"/>
                  </a:lnTo>
                  <a:lnTo>
                    <a:pt x="114802" y="293725"/>
                  </a:lnTo>
                  <a:lnTo>
                    <a:pt x="114524" y="294083"/>
                  </a:lnTo>
                  <a:lnTo>
                    <a:pt x="111880" y="293614"/>
                  </a:lnTo>
                  <a:lnTo>
                    <a:pt x="109313" y="293158"/>
                  </a:lnTo>
                  <a:lnTo>
                    <a:pt x="106031" y="292574"/>
                  </a:lnTo>
                  <a:lnTo>
                    <a:pt x="105653" y="292587"/>
                  </a:lnTo>
                  <a:lnTo>
                    <a:pt x="104697" y="293171"/>
                  </a:lnTo>
                  <a:lnTo>
                    <a:pt x="104118" y="293743"/>
                  </a:lnTo>
                  <a:lnTo>
                    <a:pt x="101756" y="295411"/>
                  </a:lnTo>
                  <a:lnTo>
                    <a:pt x="101321" y="295843"/>
                  </a:lnTo>
                  <a:lnTo>
                    <a:pt x="99357" y="298501"/>
                  </a:lnTo>
                  <a:lnTo>
                    <a:pt x="97355" y="301631"/>
                  </a:lnTo>
                  <a:lnTo>
                    <a:pt x="96300" y="304029"/>
                  </a:lnTo>
                  <a:lnTo>
                    <a:pt x="95483" y="307516"/>
                  </a:lnTo>
                  <a:lnTo>
                    <a:pt x="95134" y="310005"/>
                  </a:lnTo>
                  <a:lnTo>
                    <a:pt x="94768" y="311094"/>
                  </a:lnTo>
                  <a:lnTo>
                    <a:pt x="94143" y="312046"/>
                  </a:lnTo>
                  <a:lnTo>
                    <a:pt x="89947" y="314403"/>
                  </a:lnTo>
                  <a:lnTo>
                    <a:pt x="88729" y="314716"/>
                  </a:lnTo>
                  <a:lnTo>
                    <a:pt x="86765" y="316599"/>
                  </a:lnTo>
                  <a:lnTo>
                    <a:pt x="85719" y="319750"/>
                  </a:lnTo>
                  <a:lnTo>
                    <a:pt x="85417" y="321332"/>
                  </a:lnTo>
                  <a:lnTo>
                    <a:pt x="84011" y="321293"/>
                  </a:lnTo>
                  <a:lnTo>
                    <a:pt x="81552" y="321759"/>
                  </a:lnTo>
                  <a:lnTo>
                    <a:pt x="80500" y="322264"/>
                  </a:lnTo>
                  <a:lnTo>
                    <a:pt x="79985" y="322357"/>
                  </a:lnTo>
                  <a:lnTo>
                    <a:pt x="79043" y="322342"/>
                  </a:lnTo>
                  <a:lnTo>
                    <a:pt x="78269" y="321768"/>
                  </a:lnTo>
                  <a:lnTo>
                    <a:pt x="77758" y="320913"/>
                  </a:lnTo>
                  <a:lnTo>
                    <a:pt x="77119" y="318976"/>
                  </a:lnTo>
                  <a:lnTo>
                    <a:pt x="75695" y="315050"/>
                  </a:lnTo>
                  <a:lnTo>
                    <a:pt x="74662" y="312606"/>
                  </a:lnTo>
                  <a:lnTo>
                    <a:pt x="72388" y="315425"/>
                  </a:lnTo>
                  <a:lnTo>
                    <a:pt x="70344" y="318230"/>
                  </a:lnTo>
                  <a:lnTo>
                    <a:pt x="67442" y="322213"/>
                  </a:lnTo>
                  <a:lnTo>
                    <a:pt x="65788" y="325064"/>
                  </a:lnTo>
                  <a:lnTo>
                    <a:pt x="65290" y="327936"/>
                  </a:lnTo>
                  <a:lnTo>
                    <a:pt x="64013" y="333149"/>
                  </a:lnTo>
                  <a:lnTo>
                    <a:pt x="62872" y="336359"/>
                  </a:lnTo>
                  <a:lnTo>
                    <a:pt x="62445" y="336746"/>
                  </a:lnTo>
                  <a:lnTo>
                    <a:pt x="59860" y="336077"/>
                  </a:lnTo>
                  <a:lnTo>
                    <a:pt x="58925" y="335423"/>
                  </a:lnTo>
                  <a:lnTo>
                    <a:pt x="57382" y="334840"/>
                  </a:lnTo>
                  <a:lnTo>
                    <a:pt x="55315" y="333706"/>
                  </a:lnTo>
                  <a:lnTo>
                    <a:pt x="53923" y="332491"/>
                  </a:lnTo>
                  <a:lnTo>
                    <a:pt x="52419" y="332351"/>
                  </a:lnTo>
                  <a:lnTo>
                    <a:pt x="50244" y="331933"/>
                  </a:lnTo>
                  <a:lnTo>
                    <a:pt x="48906" y="331051"/>
                  </a:lnTo>
                  <a:lnTo>
                    <a:pt x="47549" y="328158"/>
                  </a:lnTo>
                  <a:lnTo>
                    <a:pt x="45799" y="324674"/>
                  </a:lnTo>
                  <a:lnTo>
                    <a:pt x="43997" y="321090"/>
                  </a:lnTo>
                  <a:lnTo>
                    <a:pt x="42142" y="317399"/>
                  </a:lnTo>
                  <a:lnTo>
                    <a:pt x="39951" y="313153"/>
                  </a:lnTo>
                  <a:lnTo>
                    <a:pt x="37557" y="308516"/>
                  </a:lnTo>
                  <a:lnTo>
                    <a:pt x="37006" y="308047"/>
                  </a:lnTo>
                  <a:lnTo>
                    <a:pt x="36769" y="307965"/>
                  </a:lnTo>
                  <a:lnTo>
                    <a:pt x="34167" y="307754"/>
                  </a:lnTo>
                  <a:lnTo>
                    <a:pt x="31465" y="307533"/>
                  </a:lnTo>
                  <a:lnTo>
                    <a:pt x="29639" y="307386"/>
                  </a:lnTo>
                  <a:lnTo>
                    <a:pt x="29062" y="306842"/>
                  </a:lnTo>
                  <a:lnTo>
                    <a:pt x="28646" y="305787"/>
                  </a:lnTo>
                  <a:lnTo>
                    <a:pt x="28080" y="302359"/>
                  </a:lnTo>
                  <a:lnTo>
                    <a:pt x="27367" y="299912"/>
                  </a:lnTo>
                  <a:lnTo>
                    <a:pt x="26573" y="296799"/>
                  </a:lnTo>
                  <a:lnTo>
                    <a:pt x="26507" y="292588"/>
                  </a:lnTo>
                  <a:lnTo>
                    <a:pt x="26729" y="288006"/>
                  </a:lnTo>
                  <a:lnTo>
                    <a:pt x="26931" y="286488"/>
                  </a:lnTo>
                  <a:lnTo>
                    <a:pt x="26817" y="284976"/>
                  </a:lnTo>
                  <a:lnTo>
                    <a:pt x="26846" y="282894"/>
                  </a:lnTo>
                  <a:lnTo>
                    <a:pt x="26400" y="280961"/>
                  </a:lnTo>
                  <a:lnTo>
                    <a:pt x="23743" y="278742"/>
                  </a:lnTo>
                  <a:lnTo>
                    <a:pt x="23314" y="278913"/>
                  </a:lnTo>
                  <a:lnTo>
                    <a:pt x="22870" y="279744"/>
                  </a:lnTo>
                  <a:lnTo>
                    <a:pt x="22364" y="280343"/>
                  </a:lnTo>
                  <a:lnTo>
                    <a:pt x="22002" y="279776"/>
                  </a:lnTo>
                  <a:lnTo>
                    <a:pt x="21781" y="278949"/>
                  </a:lnTo>
                  <a:lnTo>
                    <a:pt x="21774" y="277595"/>
                  </a:lnTo>
                  <a:lnTo>
                    <a:pt x="21817" y="276579"/>
                  </a:lnTo>
                  <a:lnTo>
                    <a:pt x="21664" y="276025"/>
                  </a:lnTo>
                  <a:lnTo>
                    <a:pt x="20818" y="273951"/>
                  </a:lnTo>
                  <a:lnTo>
                    <a:pt x="20025" y="271235"/>
                  </a:lnTo>
                  <a:lnTo>
                    <a:pt x="19544" y="268228"/>
                  </a:lnTo>
                  <a:lnTo>
                    <a:pt x="19079" y="265763"/>
                  </a:lnTo>
                  <a:lnTo>
                    <a:pt x="18843" y="260245"/>
                  </a:lnTo>
                  <a:lnTo>
                    <a:pt x="18255" y="256854"/>
                  </a:lnTo>
                  <a:lnTo>
                    <a:pt x="17681" y="252707"/>
                  </a:lnTo>
                  <a:lnTo>
                    <a:pt x="16826" y="244796"/>
                  </a:lnTo>
                  <a:lnTo>
                    <a:pt x="16455" y="242065"/>
                  </a:lnTo>
                  <a:lnTo>
                    <a:pt x="15764" y="240237"/>
                  </a:lnTo>
                  <a:lnTo>
                    <a:pt x="15034" y="238533"/>
                  </a:lnTo>
                  <a:lnTo>
                    <a:pt x="14280" y="235030"/>
                  </a:lnTo>
                  <a:lnTo>
                    <a:pt x="12309" y="231944"/>
                  </a:lnTo>
                  <a:lnTo>
                    <a:pt x="11550" y="229528"/>
                  </a:lnTo>
                  <a:lnTo>
                    <a:pt x="10241" y="225357"/>
                  </a:lnTo>
                  <a:lnTo>
                    <a:pt x="9914" y="223252"/>
                  </a:lnTo>
                  <a:lnTo>
                    <a:pt x="9820" y="221154"/>
                  </a:lnTo>
                  <a:lnTo>
                    <a:pt x="9411" y="219186"/>
                  </a:lnTo>
                  <a:lnTo>
                    <a:pt x="8686" y="216971"/>
                  </a:lnTo>
                  <a:lnTo>
                    <a:pt x="6414" y="212200"/>
                  </a:lnTo>
                  <a:lnTo>
                    <a:pt x="5787" y="211626"/>
                  </a:lnTo>
                  <a:lnTo>
                    <a:pt x="4973" y="211114"/>
                  </a:lnTo>
                  <a:lnTo>
                    <a:pt x="3781" y="210642"/>
                  </a:lnTo>
                  <a:lnTo>
                    <a:pt x="2182" y="209551"/>
                  </a:lnTo>
                  <a:lnTo>
                    <a:pt x="786" y="207687"/>
                  </a:lnTo>
                  <a:lnTo>
                    <a:pt x="151" y="206362"/>
                  </a:lnTo>
                  <a:lnTo>
                    <a:pt x="0" y="205448"/>
                  </a:lnTo>
                  <a:lnTo>
                    <a:pt x="131" y="203911"/>
                  </a:lnTo>
                  <a:lnTo>
                    <a:pt x="637" y="201282"/>
                  </a:lnTo>
                  <a:lnTo>
                    <a:pt x="1598" y="195059"/>
                  </a:lnTo>
                  <a:lnTo>
                    <a:pt x="2262" y="190765"/>
                  </a:lnTo>
                  <a:lnTo>
                    <a:pt x="2712" y="189558"/>
                  </a:lnTo>
                  <a:lnTo>
                    <a:pt x="3945" y="189248"/>
                  </a:lnTo>
                  <a:lnTo>
                    <a:pt x="5252" y="189376"/>
                  </a:lnTo>
                  <a:lnTo>
                    <a:pt x="6209" y="189696"/>
                  </a:lnTo>
                  <a:lnTo>
                    <a:pt x="7557" y="189740"/>
                  </a:lnTo>
                  <a:lnTo>
                    <a:pt x="9175" y="189373"/>
                  </a:lnTo>
                  <a:lnTo>
                    <a:pt x="9813" y="187938"/>
                  </a:lnTo>
                  <a:lnTo>
                    <a:pt x="10323" y="186366"/>
                  </a:lnTo>
                  <a:lnTo>
                    <a:pt x="10532" y="185274"/>
                  </a:lnTo>
                  <a:lnTo>
                    <a:pt x="10602" y="182492"/>
                  </a:lnTo>
                  <a:lnTo>
                    <a:pt x="10600" y="180262"/>
                  </a:lnTo>
                  <a:lnTo>
                    <a:pt x="10498" y="171710"/>
                  </a:lnTo>
                  <a:lnTo>
                    <a:pt x="10437" y="166473"/>
                  </a:lnTo>
                  <a:lnTo>
                    <a:pt x="10365" y="160489"/>
                  </a:lnTo>
                  <a:lnTo>
                    <a:pt x="10375" y="159292"/>
                  </a:lnTo>
                  <a:lnTo>
                    <a:pt x="10386" y="157757"/>
                  </a:lnTo>
                  <a:lnTo>
                    <a:pt x="10780" y="151368"/>
                  </a:lnTo>
                  <a:lnTo>
                    <a:pt x="11153" y="147712"/>
                  </a:lnTo>
                  <a:lnTo>
                    <a:pt x="11404" y="145787"/>
                  </a:lnTo>
                  <a:lnTo>
                    <a:pt x="12426" y="139694"/>
                  </a:lnTo>
                  <a:lnTo>
                    <a:pt x="12616" y="137740"/>
                  </a:lnTo>
                  <a:lnTo>
                    <a:pt x="12650" y="135947"/>
                  </a:lnTo>
                  <a:lnTo>
                    <a:pt x="12274" y="127775"/>
                  </a:lnTo>
                  <a:lnTo>
                    <a:pt x="12930" y="123918"/>
                  </a:lnTo>
                  <a:lnTo>
                    <a:pt x="13771" y="120100"/>
                  </a:lnTo>
                  <a:lnTo>
                    <a:pt x="14507" y="118474"/>
                  </a:lnTo>
                  <a:lnTo>
                    <a:pt x="15121" y="117372"/>
                  </a:lnTo>
                  <a:lnTo>
                    <a:pt x="15409" y="117834"/>
                  </a:lnTo>
                  <a:lnTo>
                    <a:pt x="16113" y="119595"/>
                  </a:lnTo>
                  <a:lnTo>
                    <a:pt x="17038" y="121331"/>
                  </a:lnTo>
                  <a:lnTo>
                    <a:pt x="17470" y="120947"/>
                  </a:lnTo>
                  <a:lnTo>
                    <a:pt x="18106" y="119429"/>
                  </a:lnTo>
                  <a:lnTo>
                    <a:pt x="18578" y="117826"/>
                  </a:lnTo>
                  <a:lnTo>
                    <a:pt x="18515" y="114951"/>
                  </a:lnTo>
                  <a:lnTo>
                    <a:pt x="18941" y="109051"/>
                  </a:lnTo>
                  <a:lnTo>
                    <a:pt x="18860" y="105653"/>
                  </a:lnTo>
                  <a:lnTo>
                    <a:pt x="19313" y="101424"/>
                  </a:lnTo>
                  <a:lnTo>
                    <a:pt x="19811" y="95480"/>
                  </a:lnTo>
                  <a:lnTo>
                    <a:pt x="20032" y="91720"/>
                  </a:lnTo>
                  <a:lnTo>
                    <a:pt x="20317" y="89703"/>
                  </a:lnTo>
                  <a:lnTo>
                    <a:pt x="21664" y="85552"/>
                  </a:lnTo>
                  <a:lnTo>
                    <a:pt x="22821" y="79685"/>
                  </a:lnTo>
                  <a:lnTo>
                    <a:pt x="23560" y="75400"/>
                  </a:lnTo>
                  <a:lnTo>
                    <a:pt x="24968" y="68405"/>
                  </a:lnTo>
                  <a:lnTo>
                    <a:pt x="25680" y="65851"/>
                  </a:lnTo>
                  <a:lnTo>
                    <a:pt x="26261" y="64749"/>
                  </a:lnTo>
                  <a:lnTo>
                    <a:pt x="27126" y="64045"/>
                  </a:lnTo>
                  <a:lnTo>
                    <a:pt x="28732" y="63412"/>
                  </a:lnTo>
                  <a:lnTo>
                    <a:pt x="29884" y="62816"/>
                  </a:lnTo>
                  <a:lnTo>
                    <a:pt x="30054" y="61913"/>
                  </a:lnTo>
                  <a:lnTo>
                    <a:pt x="30152" y="60486"/>
                  </a:lnTo>
                  <a:lnTo>
                    <a:pt x="30169" y="57359"/>
                  </a:lnTo>
                  <a:lnTo>
                    <a:pt x="30391" y="51976"/>
                  </a:lnTo>
                  <a:lnTo>
                    <a:pt x="30891" y="46723"/>
                  </a:lnTo>
                  <a:lnTo>
                    <a:pt x="31481" y="42743"/>
                  </a:lnTo>
                  <a:lnTo>
                    <a:pt x="31801" y="40938"/>
                  </a:lnTo>
                  <a:lnTo>
                    <a:pt x="32180" y="39182"/>
                  </a:lnTo>
                  <a:lnTo>
                    <a:pt x="32606" y="36233"/>
                  </a:lnTo>
                  <a:lnTo>
                    <a:pt x="33149" y="29852"/>
                  </a:lnTo>
                  <a:lnTo>
                    <a:pt x="33119" y="25526"/>
                  </a:lnTo>
                  <a:lnTo>
                    <a:pt x="33891" y="17595"/>
                  </a:lnTo>
                  <a:lnTo>
                    <a:pt x="34065" y="17554"/>
                  </a:lnTo>
                  <a:lnTo>
                    <a:pt x="35380" y="16096"/>
                  </a:lnTo>
                  <a:lnTo>
                    <a:pt x="36656" y="15875"/>
                  </a:lnTo>
                  <a:lnTo>
                    <a:pt x="37895" y="16894"/>
                  </a:lnTo>
                  <a:lnTo>
                    <a:pt x="38700" y="17147"/>
                  </a:lnTo>
                  <a:lnTo>
                    <a:pt x="39075" y="16637"/>
                  </a:lnTo>
                  <a:lnTo>
                    <a:pt x="39420" y="15315"/>
                  </a:lnTo>
                  <a:lnTo>
                    <a:pt x="39739" y="13185"/>
                  </a:lnTo>
                  <a:lnTo>
                    <a:pt x="40245" y="12005"/>
                  </a:lnTo>
                  <a:lnTo>
                    <a:pt x="40937" y="11776"/>
                  </a:lnTo>
                  <a:lnTo>
                    <a:pt x="41865" y="14178"/>
                  </a:lnTo>
                  <a:lnTo>
                    <a:pt x="43341" y="20563"/>
                  </a:lnTo>
                  <a:lnTo>
                    <a:pt x="43721" y="20933"/>
                  </a:lnTo>
                  <a:lnTo>
                    <a:pt x="43956" y="20779"/>
                  </a:lnTo>
                  <a:lnTo>
                    <a:pt x="44698" y="15653"/>
                  </a:lnTo>
                  <a:lnTo>
                    <a:pt x="45275" y="11673"/>
                  </a:lnTo>
                  <a:lnTo>
                    <a:pt x="46351" y="4249"/>
                  </a:lnTo>
                  <a:lnTo>
                    <a:pt x="46965" y="0"/>
                  </a:lnTo>
                  <a:lnTo>
                    <a:pt x="47535" y="1233"/>
                  </a:lnTo>
                  <a:lnTo>
                    <a:pt x="48103" y="3403"/>
                  </a:lnTo>
                  <a:lnTo>
                    <a:pt x="48750" y="4419"/>
                  </a:lnTo>
                  <a:lnTo>
                    <a:pt x="49443" y="5047"/>
                  </a:lnTo>
                  <a:lnTo>
                    <a:pt x="49780" y="5126"/>
                  </a:lnTo>
                  <a:lnTo>
                    <a:pt x="50207" y="5987"/>
                  </a:lnTo>
                  <a:lnTo>
                    <a:pt x="51702" y="11284"/>
                  </a:lnTo>
                  <a:lnTo>
                    <a:pt x="52226" y="12519"/>
                  </a:lnTo>
                  <a:lnTo>
                    <a:pt x="52927" y="12643"/>
                  </a:lnTo>
                  <a:lnTo>
                    <a:pt x="55885" y="10932"/>
                  </a:lnTo>
                  <a:lnTo>
                    <a:pt x="57651" y="7843"/>
                  </a:lnTo>
                  <a:lnTo>
                    <a:pt x="57921" y="6621"/>
                  </a:lnTo>
                  <a:lnTo>
                    <a:pt x="58405" y="6621"/>
                  </a:lnTo>
                  <a:lnTo>
                    <a:pt x="58994" y="7990"/>
                  </a:lnTo>
                  <a:lnTo>
                    <a:pt x="59217" y="9301"/>
                  </a:lnTo>
                  <a:lnTo>
                    <a:pt x="59596" y="11018"/>
                  </a:lnTo>
                  <a:lnTo>
                    <a:pt x="60289" y="11287"/>
                  </a:lnTo>
                  <a:lnTo>
                    <a:pt x="61980" y="10059"/>
                  </a:lnTo>
                  <a:lnTo>
                    <a:pt x="62805" y="9324"/>
                  </a:lnTo>
                  <a:lnTo>
                    <a:pt x="63507" y="9935"/>
                  </a:lnTo>
                  <a:lnTo>
                    <a:pt x="64402" y="10438"/>
                  </a:lnTo>
                  <a:lnTo>
                    <a:pt x="64961" y="10438"/>
                  </a:lnTo>
                  <a:lnTo>
                    <a:pt x="66297" y="12163"/>
                  </a:lnTo>
                  <a:lnTo>
                    <a:pt x="67903" y="11617"/>
                  </a:lnTo>
                  <a:lnTo>
                    <a:pt x="68657" y="11708"/>
                  </a:lnTo>
                  <a:lnTo>
                    <a:pt x="69435" y="12444"/>
                  </a:lnTo>
                  <a:lnTo>
                    <a:pt x="70700" y="15194"/>
                  </a:lnTo>
                  <a:lnTo>
                    <a:pt x="72347" y="18530"/>
                  </a:lnTo>
                  <a:lnTo>
                    <a:pt x="74704" y="20915"/>
                  </a:lnTo>
                  <a:lnTo>
                    <a:pt x="75190" y="21884"/>
                  </a:lnTo>
                  <a:lnTo>
                    <a:pt x="76329" y="25683"/>
                  </a:lnTo>
                  <a:lnTo>
                    <a:pt x="78096" y="32981"/>
                  </a:lnTo>
                  <a:lnTo>
                    <a:pt x="80408" y="39964"/>
                  </a:lnTo>
                  <a:lnTo>
                    <a:pt x="82928" y="45477"/>
                  </a:lnTo>
                  <a:lnTo>
                    <a:pt x="84274" y="49298"/>
                  </a:lnTo>
                  <a:lnTo>
                    <a:pt x="85183" y="53968"/>
                  </a:lnTo>
                  <a:lnTo>
                    <a:pt x="86073" y="58210"/>
                  </a:lnTo>
                  <a:lnTo>
                    <a:pt x="86981" y="60034"/>
                  </a:lnTo>
                  <a:lnTo>
                    <a:pt x="87824" y="61487"/>
                  </a:lnTo>
                  <a:lnTo>
                    <a:pt x="88696" y="64722"/>
                  </a:lnTo>
                  <a:lnTo>
                    <a:pt x="89320" y="6743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3029402" y="1856036"/>
              <a:ext cx="1558" cy="2198"/>
            </a:xfrm>
            <a:custGeom>
              <a:avLst/>
              <a:pathLst>
                <a:path w="1558" h="2198">
                  <a:moveTo>
                    <a:pt x="1367" y="1905"/>
                  </a:moveTo>
                  <a:lnTo>
                    <a:pt x="524" y="2198"/>
                  </a:lnTo>
                  <a:lnTo>
                    <a:pt x="0" y="1344"/>
                  </a:lnTo>
                  <a:lnTo>
                    <a:pt x="199" y="708"/>
                  </a:lnTo>
                  <a:lnTo>
                    <a:pt x="787" y="0"/>
                  </a:lnTo>
                  <a:lnTo>
                    <a:pt x="1423" y="98"/>
                  </a:lnTo>
                  <a:lnTo>
                    <a:pt x="1558" y="9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3031411" y="1855164"/>
              <a:ext cx="1627" cy="2826"/>
            </a:xfrm>
            <a:custGeom>
              <a:avLst/>
              <a:pathLst>
                <a:path w="1627" h="2826">
                  <a:moveTo>
                    <a:pt x="1328" y="1810"/>
                  </a:moveTo>
                  <a:lnTo>
                    <a:pt x="366" y="2826"/>
                  </a:lnTo>
                  <a:lnTo>
                    <a:pt x="0" y="2584"/>
                  </a:lnTo>
                  <a:lnTo>
                    <a:pt x="93" y="871"/>
                  </a:lnTo>
                  <a:lnTo>
                    <a:pt x="665" y="87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3035085" y="1850172"/>
              <a:ext cx="3253" cy="6062"/>
            </a:xfrm>
            <a:custGeom>
              <a:avLst/>
              <a:pathLst>
                <a:path w="3253" h="6062">
                  <a:moveTo>
                    <a:pt x="941" y="0"/>
                  </a:moveTo>
                  <a:lnTo>
                    <a:pt x="2159" y="685"/>
                  </a:lnTo>
                  <a:lnTo>
                    <a:pt x="2670" y="439"/>
                  </a:lnTo>
                  <a:lnTo>
                    <a:pt x="3253" y="1990"/>
                  </a:lnTo>
                  <a:lnTo>
                    <a:pt x="2266" y="2977"/>
                  </a:lnTo>
                  <a:lnTo>
                    <a:pt x="2197" y="4201"/>
                  </a:lnTo>
                  <a:lnTo>
                    <a:pt x="2587" y="4961"/>
                  </a:lnTo>
                  <a:lnTo>
                    <a:pt x="2724" y="6062"/>
                  </a:lnTo>
                  <a:lnTo>
                    <a:pt x="1741" y="6061"/>
                  </a:lnTo>
                  <a:lnTo>
                    <a:pt x="1271" y="5134"/>
                  </a:lnTo>
                  <a:lnTo>
                    <a:pt x="1066" y="3958"/>
                  </a:lnTo>
                  <a:lnTo>
                    <a:pt x="609" y="3128"/>
                  </a:lnTo>
                  <a:lnTo>
                    <a:pt x="0" y="2494"/>
                  </a:lnTo>
                  <a:lnTo>
                    <a:pt x="298" y="1650"/>
                  </a:lnTo>
                  <a:lnTo>
                    <a:pt x="468" y="43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3032475" y="1847241"/>
              <a:ext cx="1812" cy="4067"/>
            </a:xfrm>
            <a:custGeom>
              <a:avLst/>
              <a:pathLst>
                <a:path w="1812" h="4067">
                  <a:moveTo>
                    <a:pt x="1812" y="3937"/>
                  </a:moveTo>
                  <a:lnTo>
                    <a:pt x="1113" y="4067"/>
                  </a:lnTo>
                  <a:lnTo>
                    <a:pt x="124" y="2602"/>
                  </a:lnTo>
                  <a:lnTo>
                    <a:pt x="0" y="2030"/>
                  </a:lnTo>
                  <a:lnTo>
                    <a:pt x="387" y="1698"/>
                  </a:lnTo>
                  <a:lnTo>
                    <a:pt x="131" y="520"/>
                  </a:lnTo>
                  <a:lnTo>
                    <a:pt x="207" y="0"/>
                  </a:lnTo>
                  <a:lnTo>
                    <a:pt x="972" y="929"/>
                  </a:lnTo>
                  <a:lnTo>
                    <a:pt x="1390" y="2015"/>
                  </a:lnTo>
                  <a:lnTo>
                    <a:pt x="982" y="2268"/>
                  </a:lnTo>
                  <a:lnTo>
                    <a:pt x="1673" y="33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3026792" y="1842267"/>
              <a:ext cx="2271" cy="4683"/>
            </a:xfrm>
            <a:custGeom>
              <a:avLst/>
              <a:pathLst>
                <a:path w="2271" h="4683">
                  <a:moveTo>
                    <a:pt x="2271" y="3211"/>
                  </a:moveTo>
                  <a:lnTo>
                    <a:pt x="2137" y="4586"/>
                  </a:lnTo>
                  <a:lnTo>
                    <a:pt x="1485" y="4433"/>
                  </a:lnTo>
                  <a:lnTo>
                    <a:pt x="821" y="4683"/>
                  </a:lnTo>
                  <a:lnTo>
                    <a:pt x="286" y="3318"/>
                  </a:lnTo>
                  <a:lnTo>
                    <a:pt x="0" y="1017"/>
                  </a:lnTo>
                  <a:lnTo>
                    <a:pt x="97" y="522"/>
                  </a:lnTo>
                  <a:lnTo>
                    <a:pt x="514" y="0"/>
                  </a:lnTo>
                  <a:lnTo>
                    <a:pt x="833" y="12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3025536" y="1764273"/>
              <a:ext cx="3250" cy="3715"/>
            </a:xfrm>
            <a:custGeom>
              <a:avLst/>
              <a:pathLst>
                <a:path w="3250" h="3715">
                  <a:moveTo>
                    <a:pt x="1287" y="1076"/>
                  </a:moveTo>
                  <a:lnTo>
                    <a:pt x="1390" y="1627"/>
                  </a:lnTo>
                  <a:lnTo>
                    <a:pt x="1953" y="1475"/>
                  </a:lnTo>
                  <a:lnTo>
                    <a:pt x="2712" y="471"/>
                  </a:lnTo>
                  <a:lnTo>
                    <a:pt x="3250" y="940"/>
                  </a:lnTo>
                  <a:lnTo>
                    <a:pt x="3189" y="2374"/>
                  </a:lnTo>
                  <a:lnTo>
                    <a:pt x="2824" y="2319"/>
                  </a:lnTo>
                  <a:lnTo>
                    <a:pt x="2723" y="2083"/>
                  </a:lnTo>
                  <a:lnTo>
                    <a:pt x="2255" y="2903"/>
                  </a:lnTo>
                  <a:lnTo>
                    <a:pt x="2171" y="3399"/>
                  </a:lnTo>
                  <a:lnTo>
                    <a:pt x="1629" y="3715"/>
                  </a:lnTo>
                  <a:lnTo>
                    <a:pt x="629" y="2312"/>
                  </a:lnTo>
                  <a:lnTo>
                    <a:pt x="0" y="5"/>
                  </a:lnTo>
                  <a:lnTo>
                    <a:pt x="1465" y="0"/>
                  </a:lnTo>
                  <a:lnTo>
                    <a:pt x="1325" y="5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3059113" y="1710828"/>
              <a:ext cx="4047" cy="3800"/>
            </a:xfrm>
            <a:custGeom>
              <a:avLst/>
              <a:pathLst>
                <a:path w="4047" h="3800">
                  <a:moveTo>
                    <a:pt x="2611" y="2819"/>
                  </a:moveTo>
                  <a:lnTo>
                    <a:pt x="1176" y="3800"/>
                  </a:lnTo>
                  <a:lnTo>
                    <a:pt x="19" y="3187"/>
                  </a:lnTo>
                  <a:lnTo>
                    <a:pt x="0" y="1286"/>
                  </a:lnTo>
                  <a:lnTo>
                    <a:pt x="717" y="367"/>
                  </a:lnTo>
                  <a:lnTo>
                    <a:pt x="2013" y="0"/>
                  </a:lnTo>
                  <a:lnTo>
                    <a:pt x="3788" y="918"/>
                  </a:lnTo>
                  <a:lnTo>
                    <a:pt x="4047" y="1409"/>
                  </a:lnTo>
                  <a:lnTo>
                    <a:pt x="3030" y="177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3021097" y="1563721"/>
              <a:ext cx="104926" cy="302842"/>
            </a:xfrm>
            <a:custGeom>
              <a:avLst/>
              <a:pathLst>
                <a:path w="104926" h="302842">
                  <a:moveTo>
                    <a:pt x="80213" y="30815"/>
                  </a:moveTo>
                  <a:lnTo>
                    <a:pt x="79569" y="31179"/>
                  </a:lnTo>
                  <a:lnTo>
                    <a:pt x="77582" y="32616"/>
                  </a:lnTo>
                  <a:lnTo>
                    <a:pt x="76369" y="33586"/>
                  </a:lnTo>
                  <a:lnTo>
                    <a:pt x="74908" y="34297"/>
                  </a:lnTo>
                  <a:lnTo>
                    <a:pt x="75287" y="35239"/>
                  </a:lnTo>
                  <a:lnTo>
                    <a:pt x="77714" y="35438"/>
                  </a:lnTo>
                  <a:lnTo>
                    <a:pt x="78088" y="35706"/>
                  </a:lnTo>
                  <a:lnTo>
                    <a:pt x="78357" y="36191"/>
                  </a:lnTo>
                  <a:lnTo>
                    <a:pt x="78403" y="36966"/>
                  </a:lnTo>
                  <a:lnTo>
                    <a:pt x="78157" y="38219"/>
                  </a:lnTo>
                  <a:lnTo>
                    <a:pt x="75535" y="45127"/>
                  </a:lnTo>
                  <a:lnTo>
                    <a:pt x="75453" y="46583"/>
                  </a:lnTo>
                  <a:lnTo>
                    <a:pt x="76313" y="50631"/>
                  </a:lnTo>
                  <a:lnTo>
                    <a:pt x="77514" y="55405"/>
                  </a:lnTo>
                  <a:lnTo>
                    <a:pt x="81147" y="57528"/>
                  </a:lnTo>
                  <a:lnTo>
                    <a:pt x="83847" y="59186"/>
                  </a:lnTo>
                  <a:lnTo>
                    <a:pt x="85581" y="63109"/>
                  </a:lnTo>
                  <a:lnTo>
                    <a:pt x="88440" y="68283"/>
                  </a:lnTo>
                  <a:lnTo>
                    <a:pt x="89955" y="70216"/>
                  </a:lnTo>
                  <a:lnTo>
                    <a:pt x="90040" y="70816"/>
                  </a:lnTo>
                  <a:lnTo>
                    <a:pt x="89590" y="74386"/>
                  </a:lnTo>
                  <a:lnTo>
                    <a:pt x="87757" y="77962"/>
                  </a:lnTo>
                  <a:lnTo>
                    <a:pt x="86043" y="80978"/>
                  </a:lnTo>
                  <a:lnTo>
                    <a:pt x="84268" y="84611"/>
                  </a:lnTo>
                  <a:lnTo>
                    <a:pt x="82881" y="87709"/>
                  </a:lnTo>
                  <a:lnTo>
                    <a:pt x="81378" y="91421"/>
                  </a:lnTo>
                  <a:lnTo>
                    <a:pt x="81205" y="92624"/>
                  </a:lnTo>
                  <a:lnTo>
                    <a:pt x="81178" y="93761"/>
                  </a:lnTo>
                  <a:lnTo>
                    <a:pt x="81436" y="95018"/>
                  </a:lnTo>
                  <a:lnTo>
                    <a:pt x="83360" y="99560"/>
                  </a:lnTo>
                  <a:lnTo>
                    <a:pt x="84110" y="101879"/>
                  </a:lnTo>
                  <a:lnTo>
                    <a:pt x="85005" y="104386"/>
                  </a:lnTo>
                  <a:lnTo>
                    <a:pt x="85774" y="107119"/>
                  </a:lnTo>
                  <a:lnTo>
                    <a:pt x="86220" y="109567"/>
                  </a:lnTo>
                  <a:lnTo>
                    <a:pt x="86991" y="111953"/>
                  </a:lnTo>
                  <a:lnTo>
                    <a:pt x="87470" y="113172"/>
                  </a:lnTo>
                  <a:lnTo>
                    <a:pt x="88266" y="114880"/>
                  </a:lnTo>
                  <a:lnTo>
                    <a:pt x="89226" y="117421"/>
                  </a:lnTo>
                  <a:lnTo>
                    <a:pt x="89546" y="119434"/>
                  </a:lnTo>
                  <a:lnTo>
                    <a:pt x="90996" y="126420"/>
                  </a:lnTo>
                  <a:lnTo>
                    <a:pt x="91142" y="128200"/>
                  </a:lnTo>
                  <a:lnTo>
                    <a:pt x="91071" y="129518"/>
                  </a:lnTo>
                  <a:lnTo>
                    <a:pt x="90434" y="129842"/>
                  </a:lnTo>
                  <a:lnTo>
                    <a:pt x="89026" y="130051"/>
                  </a:lnTo>
                  <a:lnTo>
                    <a:pt x="87501" y="130916"/>
                  </a:lnTo>
                  <a:lnTo>
                    <a:pt x="87424" y="131206"/>
                  </a:lnTo>
                  <a:lnTo>
                    <a:pt x="88419" y="132855"/>
                  </a:lnTo>
                  <a:lnTo>
                    <a:pt x="87540" y="135671"/>
                  </a:lnTo>
                  <a:lnTo>
                    <a:pt x="87413" y="139704"/>
                  </a:lnTo>
                  <a:lnTo>
                    <a:pt x="86475" y="141820"/>
                  </a:lnTo>
                  <a:lnTo>
                    <a:pt x="86386" y="142312"/>
                  </a:lnTo>
                  <a:lnTo>
                    <a:pt x="86429" y="142723"/>
                  </a:lnTo>
                  <a:lnTo>
                    <a:pt x="86595" y="143045"/>
                  </a:lnTo>
                  <a:lnTo>
                    <a:pt x="88333" y="143611"/>
                  </a:lnTo>
                  <a:lnTo>
                    <a:pt x="88484" y="144185"/>
                  </a:lnTo>
                  <a:lnTo>
                    <a:pt x="88491" y="145374"/>
                  </a:lnTo>
                  <a:lnTo>
                    <a:pt x="88336" y="146472"/>
                  </a:lnTo>
                  <a:lnTo>
                    <a:pt x="87463" y="147287"/>
                  </a:lnTo>
                  <a:lnTo>
                    <a:pt x="86525" y="148494"/>
                  </a:lnTo>
                  <a:lnTo>
                    <a:pt x="86318" y="149603"/>
                  </a:lnTo>
                  <a:lnTo>
                    <a:pt x="86350" y="150594"/>
                  </a:lnTo>
                  <a:lnTo>
                    <a:pt x="86670" y="152268"/>
                  </a:lnTo>
                  <a:lnTo>
                    <a:pt x="87287" y="154218"/>
                  </a:lnTo>
                  <a:lnTo>
                    <a:pt x="88071" y="155444"/>
                  </a:lnTo>
                  <a:lnTo>
                    <a:pt x="90855" y="156603"/>
                  </a:lnTo>
                  <a:lnTo>
                    <a:pt x="91215" y="157563"/>
                  </a:lnTo>
                  <a:lnTo>
                    <a:pt x="91368" y="158877"/>
                  </a:lnTo>
                  <a:lnTo>
                    <a:pt x="91310" y="160162"/>
                  </a:lnTo>
                  <a:lnTo>
                    <a:pt x="90016" y="162730"/>
                  </a:lnTo>
                  <a:lnTo>
                    <a:pt x="90026" y="163718"/>
                  </a:lnTo>
                  <a:lnTo>
                    <a:pt x="90558" y="166109"/>
                  </a:lnTo>
                  <a:lnTo>
                    <a:pt x="91194" y="168392"/>
                  </a:lnTo>
                  <a:lnTo>
                    <a:pt x="93910" y="170865"/>
                  </a:lnTo>
                  <a:lnTo>
                    <a:pt x="94845" y="172221"/>
                  </a:lnTo>
                  <a:lnTo>
                    <a:pt x="95094" y="173300"/>
                  </a:lnTo>
                  <a:lnTo>
                    <a:pt x="95230" y="175040"/>
                  </a:lnTo>
                  <a:lnTo>
                    <a:pt x="95212" y="176926"/>
                  </a:lnTo>
                  <a:lnTo>
                    <a:pt x="94999" y="178601"/>
                  </a:lnTo>
                  <a:lnTo>
                    <a:pt x="94148" y="180761"/>
                  </a:lnTo>
                  <a:lnTo>
                    <a:pt x="92176" y="185022"/>
                  </a:lnTo>
                  <a:lnTo>
                    <a:pt x="90194" y="186676"/>
                  </a:lnTo>
                  <a:lnTo>
                    <a:pt x="90073" y="187036"/>
                  </a:lnTo>
                  <a:lnTo>
                    <a:pt x="90687" y="188399"/>
                  </a:lnTo>
                  <a:lnTo>
                    <a:pt x="94179" y="193865"/>
                  </a:lnTo>
                  <a:lnTo>
                    <a:pt x="96454" y="196423"/>
                  </a:lnTo>
                  <a:lnTo>
                    <a:pt x="99526" y="199875"/>
                  </a:lnTo>
                  <a:lnTo>
                    <a:pt x="101507" y="202604"/>
                  </a:lnTo>
                  <a:lnTo>
                    <a:pt x="102148" y="204566"/>
                  </a:lnTo>
                  <a:lnTo>
                    <a:pt x="103006" y="206747"/>
                  </a:lnTo>
                  <a:lnTo>
                    <a:pt x="103970" y="208531"/>
                  </a:lnTo>
                  <a:lnTo>
                    <a:pt x="104665" y="210079"/>
                  </a:lnTo>
                  <a:lnTo>
                    <a:pt x="104926" y="211075"/>
                  </a:lnTo>
                  <a:lnTo>
                    <a:pt x="104902" y="212145"/>
                  </a:lnTo>
                  <a:lnTo>
                    <a:pt x="103973" y="215374"/>
                  </a:lnTo>
                  <a:lnTo>
                    <a:pt x="103445" y="217870"/>
                  </a:lnTo>
                  <a:lnTo>
                    <a:pt x="102515" y="221529"/>
                  </a:lnTo>
                  <a:lnTo>
                    <a:pt x="101564" y="224083"/>
                  </a:lnTo>
                  <a:lnTo>
                    <a:pt x="99151" y="228740"/>
                  </a:lnTo>
                  <a:lnTo>
                    <a:pt x="95593" y="234538"/>
                  </a:lnTo>
                  <a:lnTo>
                    <a:pt x="94766" y="236292"/>
                  </a:lnTo>
                  <a:lnTo>
                    <a:pt x="93101" y="239347"/>
                  </a:lnTo>
                  <a:lnTo>
                    <a:pt x="90251" y="245477"/>
                  </a:lnTo>
                  <a:lnTo>
                    <a:pt x="89513" y="246831"/>
                  </a:lnTo>
                  <a:lnTo>
                    <a:pt x="87176" y="251720"/>
                  </a:lnTo>
                  <a:lnTo>
                    <a:pt x="86111" y="253276"/>
                  </a:lnTo>
                  <a:lnTo>
                    <a:pt x="85275" y="254730"/>
                  </a:lnTo>
                  <a:lnTo>
                    <a:pt x="82961" y="259353"/>
                  </a:lnTo>
                  <a:lnTo>
                    <a:pt x="80474" y="262862"/>
                  </a:lnTo>
                  <a:lnTo>
                    <a:pt x="78033" y="266121"/>
                  </a:lnTo>
                  <a:lnTo>
                    <a:pt x="77300" y="267773"/>
                  </a:lnTo>
                  <a:lnTo>
                    <a:pt x="76390" y="269033"/>
                  </a:lnTo>
                  <a:lnTo>
                    <a:pt x="75302" y="270232"/>
                  </a:lnTo>
                  <a:lnTo>
                    <a:pt x="74844" y="270903"/>
                  </a:lnTo>
                  <a:lnTo>
                    <a:pt x="72388" y="275367"/>
                  </a:lnTo>
                  <a:lnTo>
                    <a:pt x="68982" y="281564"/>
                  </a:lnTo>
                  <a:lnTo>
                    <a:pt x="68636" y="281660"/>
                  </a:lnTo>
                  <a:lnTo>
                    <a:pt x="67749" y="282662"/>
                  </a:lnTo>
                  <a:lnTo>
                    <a:pt x="66362" y="282904"/>
                  </a:lnTo>
                  <a:lnTo>
                    <a:pt x="65759" y="283670"/>
                  </a:lnTo>
                  <a:lnTo>
                    <a:pt x="63639" y="281489"/>
                  </a:lnTo>
                  <a:lnTo>
                    <a:pt x="63287" y="281347"/>
                  </a:lnTo>
                  <a:lnTo>
                    <a:pt x="62040" y="281888"/>
                  </a:lnTo>
                  <a:lnTo>
                    <a:pt x="60844" y="283474"/>
                  </a:lnTo>
                  <a:lnTo>
                    <a:pt x="58636" y="283959"/>
                  </a:lnTo>
                  <a:lnTo>
                    <a:pt x="57540" y="284473"/>
                  </a:lnTo>
                  <a:lnTo>
                    <a:pt x="56840" y="285205"/>
                  </a:lnTo>
                  <a:lnTo>
                    <a:pt x="56697" y="283471"/>
                  </a:lnTo>
                  <a:lnTo>
                    <a:pt x="56999" y="281272"/>
                  </a:lnTo>
                  <a:lnTo>
                    <a:pt x="57485" y="279806"/>
                  </a:lnTo>
                  <a:lnTo>
                    <a:pt x="57530" y="278851"/>
                  </a:lnTo>
                  <a:lnTo>
                    <a:pt x="57174" y="278951"/>
                  </a:lnTo>
                  <a:lnTo>
                    <a:pt x="56467" y="281101"/>
                  </a:lnTo>
                  <a:lnTo>
                    <a:pt x="56088" y="283613"/>
                  </a:lnTo>
                  <a:lnTo>
                    <a:pt x="55332" y="284875"/>
                  </a:lnTo>
                  <a:lnTo>
                    <a:pt x="53668" y="285392"/>
                  </a:lnTo>
                  <a:lnTo>
                    <a:pt x="52047" y="283373"/>
                  </a:lnTo>
                  <a:lnTo>
                    <a:pt x="51277" y="283393"/>
                  </a:lnTo>
                  <a:lnTo>
                    <a:pt x="51760" y="284839"/>
                  </a:lnTo>
                  <a:lnTo>
                    <a:pt x="52087" y="286426"/>
                  </a:lnTo>
                  <a:lnTo>
                    <a:pt x="52045" y="287315"/>
                  </a:lnTo>
                  <a:lnTo>
                    <a:pt x="51180" y="287159"/>
                  </a:lnTo>
                  <a:lnTo>
                    <a:pt x="50218" y="288110"/>
                  </a:lnTo>
                  <a:lnTo>
                    <a:pt x="49374" y="289501"/>
                  </a:lnTo>
                  <a:lnTo>
                    <a:pt x="48964" y="289504"/>
                  </a:lnTo>
                  <a:lnTo>
                    <a:pt x="48397" y="287560"/>
                  </a:lnTo>
                  <a:lnTo>
                    <a:pt x="47357" y="288468"/>
                  </a:lnTo>
                  <a:lnTo>
                    <a:pt x="46468" y="289687"/>
                  </a:lnTo>
                  <a:lnTo>
                    <a:pt x="44662" y="290068"/>
                  </a:lnTo>
                  <a:lnTo>
                    <a:pt x="43585" y="291671"/>
                  </a:lnTo>
                  <a:lnTo>
                    <a:pt x="41679" y="292753"/>
                  </a:lnTo>
                  <a:lnTo>
                    <a:pt x="40632" y="292727"/>
                  </a:lnTo>
                  <a:lnTo>
                    <a:pt x="38246" y="294030"/>
                  </a:lnTo>
                  <a:lnTo>
                    <a:pt x="37452" y="296038"/>
                  </a:lnTo>
                  <a:lnTo>
                    <a:pt x="36757" y="296777"/>
                  </a:lnTo>
                  <a:lnTo>
                    <a:pt x="35766" y="296155"/>
                  </a:lnTo>
                  <a:lnTo>
                    <a:pt x="32715" y="297135"/>
                  </a:lnTo>
                  <a:lnTo>
                    <a:pt x="29798" y="298420"/>
                  </a:lnTo>
                  <a:lnTo>
                    <a:pt x="28557" y="298347"/>
                  </a:lnTo>
                  <a:lnTo>
                    <a:pt x="27316" y="297813"/>
                  </a:lnTo>
                  <a:lnTo>
                    <a:pt x="26001" y="299599"/>
                  </a:lnTo>
                  <a:lnTo>
                    <a:pt x="24604" y="301988"/>
                  </a:lnTo>
                  <a:lnTo>
                    <a:pt x="23064" y="302842"/>
                  </a:lnTo>
                  <a:lnTo>
                    <a:pt x="22512" y="302537"/>
                  </a:lnTo>
                  <a:lnTo>
                    <a:pt x="22953" y="301283"/>
                  </a:lnTo>
                  <a:lnTo>
                    <a:pt x="23972" y="299986"/>
                  </a:lnTo>
                  <a:lnTo>
                    <a:pt x="24671" y="298227"/>
                  </a:lnTo>
                  <a:lnTo>
                    <a:pt x="24767" y="296761"/>
                  </a:lnTo>
                  <a:lnTo>
                    <a:pt x="24286" y="296185"/>
                  </a:lnTo>
                  <a:lnTo>
                    <a:pt x="23630" y="296009"/>
                  </a:lnTo>
                  <a:lnTo>
                    <a:pt x="22803" y="294494"/>
                  </a:lnTo>
                  <a:lnTo>
                    <a:pt x="22010" y="291209"/>
                  </a:lnTo>
                  <a:lnTo>
                    <a:pt x="21581" y="291029"/>
                  </a:lnTo>
                  <a:lnTo>
                    <a:pt x="21364" y="291891"/>
                  </a:lnTo>
                  <a:lnTo>
                    <a:pt x="21120" y="294411"/>
                  </a:lnTo>
                  <a:lnTo>
                    <a:pt x="20874" y="295136"/>
                  </a:lnTo>
                  <a:lnTo>
                    <a:pt x="20454" y="295714"/>
                  </a:lnTo>
                  <a:lnTo>
                    <a:pt x="19950" y="296295"/>
                  </a:lnTo>
                  <a:lnTo>
                    <a:pt x="19458" y="296578"/>
                  </a:lnTo>
                  <a:lnTo>
                    <a:pt x="17694" y="296543"/>
                  </a:lnTo>
                  <a:lnTo>
                    <a:pt x="17462" y="295271"/>
                  </a:lnTo>
                  <a:lnTo>
                    <a:pt x="17462" y="294738"/>
                  </a:lnTo>
                  <a:lnTo>
                    <a:pt x="17774" y="293063"/>
                  </a:lnTo>
                  <a:lnTo>
                    <a:pt x="17501" y="292770"/>
                  </a:lnTo>
                  <a:lnTo>
                    <a:pt x="17761" y="291457"/>
                  </a:lnTo>
                  <a:lnTo>
                    <a:pt x="18177" y="291528"/>
                  </a:lnTo>
                  <a:lnTo>
                    <a:pt x="18670" y="291333"/>
                  </a:lnTo>
                  <a:lnTo>
                    <a:pt x="18917" y="290658"/>
                  </a:lnTo>
                  <a:lnTo>
                    <a:pt x="18898" y="289851"/>
                  </a:lnTo>
                  <a:lnTo>
                    <a:pt x="18213" y="289642"/>
                  </a:lnTo>
                  <a:lnTo>
                    <a:pt x="18171" y="289092"/>
                  </a:lnTo>
                  <a:lnTo>
                    <a:pt x="18782" y="286796"/>
                  </a:lnTo>
                  <a:lnTo>
                    <a:pt x="18869" y="286161"/>
                  </a:lnTo>
                  <a:lnTo>
                    <a:pt x="18633" y="286029"/>
                  </a:lnTo>
                  <a:lnTo>
                    <a:pt x="18250" y="286279"/>
                  </a:lnTo>
                  <a:lnTo>
                    <a:pt x="15725" y="285559"/>
                  </a:lnTo>
                  <a:lnTo>
                    <a:pt x="12611" y="282623"/>
                  </a:lnTo>
                  <a:lnTo>
                    <a:pt x="11845" y="282471"/>
                  </a:lnTo>
                  <a:lnTo>
                    <a:pt x="11373" y="279850"/>
                  </a:lnTo>
                  <a:lnTo>
                    <a:pt x="10622" y="280182"/>
                  </a:lnTo>
                  <a:lnTo>
                    <a:pt x="9528" y="281717"/>
                  </a:lnTo>
                  <a:lnTo>
                    <a:pt x="8706" y="280551"/>
                  </a:lnTo>
                  <a:lnTo>
                    <a:pt x="7824" y="279783"/>
                  </a:lnTo>
                  <a:lnTo>
                    <a:pt x="7580" y="278584"/>
                  </a:lnTo>
                  <a:lnTo>
                    <a:pt x="7592" y="276816"/>
                  </a:lnTo>
                  <a:lnTo>
                    <a:pt x="7516" y="274729"/>
                  </a:lnTo>
                  <a:lnTo>
                    <a:pt x="7275" y="272288"/>
                  </a:lnTo>
                  <a:lnTo>
                    <a:pt x="7098" y="268818"/>
                  </a:lnTo>
                  <a:lnTo>
                    <a:pt x="7263" y="266107"/>
                  </a:lnTo>
                  <a:lnTo>
                    <a:pt x="7967" y="264100"/>
                  </a:lnTo>
                  <a:lnTo>
                    <a:pt x="8238" y="262819"/>
                  </a:lnTo>
                  <a:lnTo>
                    <a:pt x="8568" y="259548"/>
                  </a:lnTo>
                  <a:lnTo>
                    <a:pt x="8642" y="255717"/>
                  </a:lnTo>
                  <a:lnTo>
                    <a:pt x="8456" y="254413"/>
                  </a:lnTo>
                  <a:lnTo>
                    <a:pt x="8503" y="253546"/>
                  </a:lnTo>
                  <a:lnTo>
                    <a:pt x="9064" y="253546"/>
                  </a:lnTo>
                  <a:lnTo>
                    <a:pt x="8942" y="252801"/>
                  </a:lnTo>
                  <a:lnTo>
                    <a:pt x="8695" y="252394"/>
                  </a:lnTo>
                  <a:lnTo>
                    <a:pt x="8422" y="251547"/>
                  </a:lnTo>
                  <a:lnTo>
                    <a:pt x="8655" y="251098"/>
                  </a:lnTo>
                  <a:lnTo>
                    <a:pt x="9327" y="251067"/>
                  </a:lnTo>
                  <a:lnTo>
                    <a:pt x="9381" y="250781"/>
                  </a:lnTo>
                  <a:lnTo>
                    <a:pt x="9457" y="250377"/>
                  </a:lnTo>
                  <a:lnTo>
                    <a:pt x="8937" y="248152"/>
                  </a:lnTo>
                  <a:lnTo>
                    <a:pt x="8877" y="247092"/>
                  </a:lnTo>
                  <a:lnTo>
                    <a:pt x="8155" y="243873"/>
                  </a:lnTo>
                  <a:lnTo>
                    <a:pt x="7332" y="240821"/>
                  </a:lnTo>
                  <a:lnTo>
                    <a:pt x="6093" y="238614"/>
                  </a:lnTo>
                  <a:lnTo>
                    <a:pt x="6532" y="234979"/>
                  </a:lnTo>
                  <a:lnTo>
                    <a:pt x="7032" y="231694"/>
                  </a:lnTo>
                  <a:lnTo>
                    <a:pt x="6933" y="230111"/>
                  </a:lnTo>
                  <a:lnTo>
                    <a:pt x="6741" y="228185"/>
                  </a:lnTo>
                  <a:lnTo>
                    <a:pt x="5224" y="226073"/>
                  </a:lnTo>
                  <a:lnTo>
                    <a:pt x="4999" y="223096"/>
                  </a:lnTo>
                  <a:lnTo>
                    <a:pt x="4628" y="219900"/>
                  </a:lnTo>
                  <a:lnTo>
                    <a:pt x="4768" y="217941"/>
                  </a:lnTo>
                  <a:lnTo>
                    <a:pt x="5015" y="216442"/>
                  </a:lnTo>
                  <a:lnTo>
                    <a:pt x="5513" y="214948"/>
                  </a:lnTo>
                  <a:lnTo>
                    <a:pt x="8030" y="210236"/>
                  </a:lnTo>
                  <a:lnTo>
                    <a:pt x="8184" y="207776"/>
                  </a:lnTo>
                  <a:lnTo>
                    <a:pt x="9890" y="207597"/>
                  </a:lnTo>
                  <a:lnTo>
                    <a:pt x="9099" y="205399"/>
                  </a:lnTo>
                  <a:lnTo>
                    <a:pt x="8912" y="204164"/>
                  </a:lnTo>
                  <a:lnTo>
                    <a:pt x="8872" y="202722"/>
                  </a:lnTo>
                  <a:lnTo>
                    <a:pt x="11327" y="201735"/>
                  </a:lnTo>
                  <a:lnTo>
                    <a:pt x="12243" y="202546"/>
                  </a:lnTo>
                  <a:lnTo>
                    <a:pt x="14402" y="201545"/>
                  </a:lnTo>
                  <a:lnTo>
                    <a:pt x="16319" y="199585"/>
                  </a:lnTo>
                  <a:lnTo>
                    <a:pt x="16285" y="198545"/>
                  </a:lnTo>
                  <a:lnTo>
                    <a:pt x="15991" y="197613"/>
                  </a:lnTo>
                  <a:lnTo>
                    <a:pt x="15584" y="195818"/>
                  </a:lnTo>
                  <a:lnTo>
                    <a:pt x="15872" y="195320"/>
                  </a:lnTo>
                  <a:lnTo>
                    <a:pt x="16572" y="195687"/>
                  </a:lnTo>
                  <a:lnTo>
                    <a:pt x="16251" y="194795"/>
                  </a:lnTo>
                  <a:lnTo>
                    <a:pt x="16309" y="193854"/>
                  </a:lnTo>
                  <a:lnTo>
                    <a:pt x="17072" y="194245"/>
                  </a:lnTo>
                  <a:lnTo>
                    <a:pt x="18318" y="191621"/>
                  </a:lnTo>
                  <a:lnTo>
                    <a:pt x="18363" y="189615"/>
                  </a:lnTo>
                  <a:lnTo>
                    <a:pt x="20516" y="188566"/>
                  </a:lnTo>
                  <a:lnTo>
                    <a:pt x="22998" y="184475"/>
                  </a:lnTo>
                  <a:lnTo>
                    <a:pt x="24144" y="183201"/>
                  </a:lnTo>
                  <a:lnTo>
                    <a:pt x="25250" y="182279"/>
                  </a:lnTo>
                  <a:lnTo>
                    <a:pt x="27608" y="178191"/>
                  </a:lnTo>
                  <a:lnTo>
                    <a:pt x="28617" y="178001"/>
                  </a:lnTo>
                  <a:lnTo>
                    <a:pt x="29136" y="175245"/>
                  </a:lnTo>
                  <a:lnTo>
                    <a:pt x="31141" y="171579"/>
                  </a:lnTo>
                  <a:lnTo>
                    <a:pt x="31750" y="171110"/>
                  </a:lnTo>
                  <a:lnTo>
                    <a:pt x="32687" y="167804"/>
                  </a:lnTo>
                  <a:lnTo>
                    <a:pt x="35149" y="163984"/>
                  </a:lnTo>
                  <a:lnTo>
                    <a:pt x="36709" y="159113"/>
                  </a:lnTo>
                  <a:lnTo>
                    <a:pt x="37570" y="157383"/>
                  </a:lnTo>
                  <a:lnTo>
                    <a:pt x="37836" y="155540"/>
                  </a:lnTo>
                  <a:lnTo>
                    <a:pt x="38795" y="155384"/>
                  </a:lnTo>
                  <a:lnTo>
                    <a:pt x="39660" y="154031"/>
                  </a:lnTo>
                  <a:lnTo>
                    <a:pt x="41531" y="153087"/>
                  </a:lnTo>
                  <a:lnTo>
                    <a:pt x="43377" y="153349"/>
                  </a:lnTo>
                  <a:lnTo>
                    <a:pt x="44146" y="153991"/>
                  </a:lnTo>
                  <a:lnTo>
                    <a:pt x="44857" y="153787"/>
                  </a:lnTo>
                  <a:lnTo>
                    <a:pt x="44786" y="152131"/>
                  </a:lnTo>
                  <a:lnTo>
                    <a:pt x="44279" y="151108"/>
                  </a:lnTo>
                  <a:lnTo>
                    <a:pt x="44693" y="150125"/>
                  </a:lnTo>
                  <a:lnTo>
                    <a:pt x="45669" y="149381"/>
                  </a:lnTo>
                  <a:lnTo>
                    <a:pt x="45570" y="147736"/>
                  </a:lnTo>
                  <a:lnTo>
                    <a:pt x="45357" y="146746"/>
                  </a:lnTo>
                  <a:lnTo>
                    <a:pt x="44546" y="145427"/>
                  </a:lnTo>
                  <a:lnTo>
                    <a:pt x="44950" y="142474"/>
                  </a:lnTo>
                  <a:lnTo>
                    <a:pt x="45047" y="139238"/>
                  </a:lnTo>
                  <a:lnTo>
                    <a:pt x="45431" y="135499"/>
                  </a:lnTo>
                  <a:lnTo>
                    <a:pt x="44411" y="133518"/>
                  </a:lnTo>
                  <a:lnTo>
                    <a:pt x="40542" y="130148"/>
                  </a:lnTo>
                  <a:lnTo>
                    <a:pt x="39820" y="130265"/>
                  </a:lnTo>
                  <a:lnTo>
                    <a:pt x="38961" y="129842"/>
                  </a:lnTo>
                  <a:lnTo>
                    <a:pt x="38064" y="127288"/>
                  </a:lnTo>
                  <a:lnTo>
                    <a:pt x="38464" y="125085"/>
                  </a:lnTo>
                  <a:lnTo>
                    <a:pt x="38511" y="124273"/>
                  </a:lnTo>
                  <a:lnTo>
                    <a:pt x="38160" y="124297"/>
                  </a:lnTo>
                  <a:lnTo>
                    <a:pt x="37593" y="125371"/>
                  </a:lnTo>
                  <a:lnTo>
                    <a:pt x="36360" y="126599"/>
                  </a:lnTo>
                  <a:lnTo>
                    <a:pt x="34756" y="125656"/>
                  </a:lnTo>
                  <a:lnTo>
                    <a:pt x="33967" y="125866"/>
                  </a:lnTo>
                  <a:lnTo>
                    <a:pt x="32944" y="120412"/>
                  </a:lnTo>
                  <a:lnTo>
                    <a:pt x="32421" y="118328"/>
                  </a:lnTo>
                  <a:lnTo>
                    <a:pt x="31582" y="115731"/>
                  </a:lnTo>
                  <a:lnTo>
                    <a:pt x="30084" y="114463"/>
                  </a:lnTo>
                  <a:lnTo>
                    <a:pt x="29791" y="113746"/>
                  </a:lnTo>
                  <a:lnTo>
                    <a:pt x="29592" y="112646"/>
                  </a:lnTo>
                  <a:lnTo>
                    <a:pt x="29527" y="111120"/>
                  </a:lnTo>
                  <a:lnTo>
                    <a:pt x="29337" y="108862"/>
                  </a:lnTo>
                  <a:lnTo>
                    <a:pt x="29416" y="107009"/>
                  </a:lnTo>
                  <a:lnTo>
                    <a:pt x="29600" y="105906"/>
                  </a:lnTo>
                  <a:lnTo>
                    <a:pt x="30246" y="105164"/>
                  </a:lnTo>
                  <a:lnTo>
                    <a:pt x="31180" y="103073"/>
                  </a:lnTo>
                  <a:lnTo>
                    <a:pt x="31375" y="101554"/>
                  </a:lnTo>
                  <a:lnTo>
                    <a:pt x="31455" y="99224"/>
                  </a:lnTo>
                  <a:lnTo>
                    <a:pt x="31885" y="97190"/>
                  </a:lnTo>
                  <a:lnTo>
                    <a:pt x="32363" y="96161"/>
                  </a:lnTo>
                  <a:lnTo>
                    <a:pt x="32243" y="95343"/>
                  </a:lnTo>
                  <a:lnTo>
                    <a:pt x="31913" y="94173"/>
                  </a:lnTo>
                  <a:lnTo>
                    <a:pt x="31217" y="92512"/>
                  </a:lnTo>
                  <a:lnTo>
                    <a:pt x="30156" y="90486"/>
                  </a:lnTo>
                  <a:lnTo>
                    <a:pt x="29371" y="88550"/>
                  </a:lnTo>
                  <a:lnTo>
                    <a:pt x="29026" y="86739"/>
                  </a:lnTo>
                  <a:lnTo>
                    <a:pt x="28849" y="85122"/>
                  </a:lnTo>
                  <a:lnTo>
                    <a:pt x="28878" y="83650"/>
                  </a:lnTo>
                  <a:lnTo>
                    <a:pt x="29172" y="82649"/>
                  </a:lnTo>
                  <a:lnTo>
                    <a:pt x="30175" y="81388"/>
                  </a:lnTo>
                  <a:lnTo>
                    <a:pt x="30309" y="80852"/>
                  </a:lnTo>
                  <a:lnTo>
                    <a:pt x="29912" y="78066"/>
                  </a:lnTo>
                  <a:lnTo>
                    <a:pt x="29212" y="77560"/>
                  </a:lnTo>
                  <a:lnTo>
                    <a:pt x="28023" y="77290"/>
                  </a:lnTo>
                  <a:lnTo>
                    <a:pt x="27359" y="77267"/>
                  </a:lnTo>
                  <a:lnTo>
                    <a:pt x="27232" y="76962"/>
                  </a:lnTo>
                  <a:lnTo>
                    <a:pt x="27199" y="76403"/>
                  </a:lnTo>
                  <a:lnTo>
                    <a:pt x="27334" y="75260"/>
                  </a:lnTo>
                  <a:lnTo>
                    <a:pt x="27709" y="73951"/>
                  </a:lnTo>
                  <a:lnTo>
                    <a:pt x="28022" y="73117"/>
                  </a:lnTo>
                  <a:lnTo>
                    <a:pt x="28063" y="72411"/>
                  </a:lnTo>
                  <a:lnTo>
                    <a:pt x="27668" y="69991"/>
                  </a:lnTo>
                  <a:lnTo>
                    <a:pt x="27549" y="67025"/>
                  </a:lnTo>
                  <a:lnTo>
                    <a:pt x="27684" y="64701"/>
                  </a:lnTo>
                  <a:lnTo>
                    <a:pt x="28944" y="62987"/>
                  </a:lnTo>
                  <a:lnTo>
                    <a:pt x="29001" y="62361"/>
                  </a:lnTo>
                  <a:lnTo>
                    <a:pt x="27418" y="60501"/>
                  </a:lnTo>
                  <a:lnTo>
                    <a:pt x="26277" y="58393"/>
                  </a:lnTo>
                  <a:lnTo>
                    <a:pt x="25922" y="57163"/>
                  </a:lnTo>
                  <a:lnTo>
                    <a:pt x="24614" y="56977"/>
                  </a:lnTo>
                  <a:lnTo>
                    <a:pt x="23800" y="53403"/>
                  </a:lnTo>
                  <a:lnTo>
                    <a:pt x="22623" y="51663"/>
                  </a:lnTo>
                  <a:lnTo>
                    <a:pt x="21457" y="50159"/>
                  </a:lnTo>
                  <a:lnTo>
                    <a:pt x="20767" y="49459"/>
                  </a:lnTo>
                  <a:lnTo>
                    <a:pt x="16727" y="47301"/>
                  </a:lnTo>
                  <a:lnTo>
                    <a:pt x="15121" y="46890"/>
                  </a:lnTo>
                  <a:lnTo>
                    <a:pt x="13221" y="45630"/>
                  </a:lnTo>
                  <a:lnTo>
                    <a:pt x="11805" y="44049"/>
                  </a:lnTo>
                  <a:lnTo>
                    <a:pt x="10592" y="43032"/>
                  </a:lnTo>
                  <a:lnTo>
                    <a:pt x="9554" y="41778"/>
                  </a:lnTo>
                  <a:lnTo>
                    <a:pt x="8106" y="40605"/>
                  </a:lnTo>
                  <a:lnTo>
                    <a:pt x="7692" y="39602"/>
                  </a:lnTo>
                  <a:lnTo>
                    <a:pt x="6129" y="37745"/>
                  </a:lnTo>
                  <a:lnTo>
                    <a:pt x="5395" y="36523"/>
                  </a:lnTo>
                  <a:lnTo>
                    <a:pt x="2849" y="34215"/>
                  </a:lnTo>
                  <a:lnTo>
                    <a:pt x="2757" y="33304"/>
                  </a:lnTo>
                  <a:lnTo>
                    <a:pt x="2738" y="32425"/>
                  </a:lnTo>
                  <a:lnTo>
                    <a:pt x="2624" y="32060"/>
                  </a:lnTo>
                  <a:lnTo>
                    <a:pt x="0" y="30375"/>
                  </a:lnTo>
                  <a:lnTo>
                    <a:pt x="516" y="29411"/>
                  </a:lnTo>
                  <a:lnTo>
                    <a:pt x="2567" y="29354"/>
                  </a:lnTo>
                  <a:lnTo>
                    <a:pt x="4264" y="30231"/>
                  </a:lnTo>
                  <a:lnTo>
                    <a:pt x="4636" y="29856"/>
                  </a:lnTo>
                  <a:lnTo>
                    <a:pt x="4861" y="29077"/>
                  </a:lnTo>
                  <a:lnTo>
                    <a:pt x="4138" y="25952"/>
                  </a:lnTo>
                  <a:lnTo>
                    <a:pt x="4267" y="25138"/>
                  </a:lnTo>
                  <a:lnTo>
                    <a:pt x="5014" y="24158"/>
                  </a:lnTo>
                  <a:lnTo>
                    <a:pt x="6197" y="23378"/>
                  </a:lnTo>
                  <a:lnTo>
                    <a:pt x="8066" y="23265"/>
                  </a:lnTo>
                  <a:lnTo>
                    <a:pt x="9340" y="23380"/>
                  </a:lnTo>
                  <a:lnTo>
                    <a:pt x="9609" y="23465"/>
                  </a:lnTo>
                  <a:lnTo>
                    <a:pt x="11512" y="26900"/>
                  </a:lnTo>
                  <a:lnTo>
                    <a:pt x="13144" y="30250"/>
                  </a:lnTo>
                  <a:lnTo>
                    <a:pt x="14012" y="31678"/>
                  </a:lnTo>
                  <a:lnTo>
                    <a:pt x="16133" y="35724"/>
                  </a:lnTo>
                  <a:lnTo>
                    <a:pt x="16927" y="38065"/>
                  </a:lnTo>
                  <a:lnTo>
                    <a:pt x="17196" y="39742"/>
                  </a:lnTo>
                  <a:lnTo>
                    <a:pt x="18059" y="39732"/>
                  </a:lnTo>
                  <a:lnTo>
                    <a:pt x="21043" y="40468"/>
                  </a:lnTo>
                  <a:lnTo>
                    <a:pt x="23548" y="41087"/>
                  </a:lnTo>
                  <a:lnTo>
                    <a:pt x="24247" y="42026"/>
                  </a:lnTo>
                  <a:lnTo>
                    <a:pt x="25974" y="41837"/>
                  </a:lnTo>
                  <a:lnTo>
                    <a:pt x="27306" y="40990"/>
                  </a:lnTo>
                  <a:lnTo>
                    <a:pt x="29656" y="39920"/>
                  </a:lnTo>
                  <a:lnTo>
                    <a:pt x="30286" y="38604"/>
                  </a:lnTo>
                  <a:lnTo>
                    <a:pt x="31069" y="37200"/>
                  </a:lnTo>
                  <a:lnTo>
                    <a:pt x="32447" y="37421"/>
                  </a:lnTo>
                  <a:lnTo>
                    <a:pt x="33954" y="38530"/>
                  </a:lnTo>
                  <a:lnTo>
                    <a:pt x="35665" y="39989"/>
                  </a:lnTo>
                  <a:lnTo>
                    <a:pt x="37189" y="40664"/>
                  </a:lnTo>
                  <a:lnTo>
                    <a:pt x="39233" y="41723"/>
                  </a:lnTo>
                  <a:lnTo>
                    <a:pt x="40187" y="43092"/>
                  </a:lnTo>
                  <a:lnTo>
                    <a:pt x="41523" y="43483"/>
                  </a:lnTo>
                  <a:lnTo>
                    <a:pt x="42922" y="42114"/>
                  </a:lnTo>
                  <a:lnTo>
                    <a:pt x="43748" y="38400"/>
                  </a:lnTo>
                  <a:lnTo>
                    <a:pt x="44481" y="36744"/>
                  </a:lnTo>
                  <a:lnTo>
                    <a:pt x="45520" y="35529"/>
                  </a:lnTo>
                  <a:lnTo>
                    <a:pt x="46709" y="34992"/>
                  </a:lnTo>
                  <a:lnTo>
                    <a:pt x="47617" y="34799"/>
                  </a:lnTo>
                  <a:lnTo>
                    <a:pt x="48303" y="33854"/>
                  </a:lnTo>
                  <a:lnTo>
                    <a:pt x="49281" y="31756"/>
                  </a:lnTo>
                  <a:lnTo>
                    <a:pt x="49471" y="29215"/>
                  </a:lnTo>
                  <a:lnTo>
                    <a:pt x="49284" y="24626"/>
                  </a:lnTo>
                  <a:lnTo>
                    <a:pt x="49462" y="23112"/>
                  </a:lnTo>
                  <a:lnTo>
                    <a:pt x="50260" y="20635"/>
                  </a:lnTo>
                  <a:lnTo>
                    <a:pt x="51330" y="14071"/>
                  </a:lnTo>
                  <a:lnTo>
                    <a:pt x="51811" y="12180"/>
                  </a:lnTo>
                  <a:lnTo>
                    <a:pt x="52397" y="11030"/>
                  </a:lnTo>
                  <a:lnTo>
                    <a:pt x="53201" y="10346"/>
                  </a:lnTo>
                  <a:lnTo>
                    <a:pt x="54663" y="8359"/>
                  </a:lnTo>
                  <a:lnTo>
                    <a:pt x="56751" y="4426"/>
                  </a:lnTo>
                  <a:lnTo>
                    <a:pt x="57317" y="4093"/>
                  </a:lnTo>
                  <a:lnTo>
                    <a:pt x="58817" y="3894"/>
                  </a:lnTo>
                  <a:lnTo>
                    <a:pt x="60682" y="4039"/>
                  </a:lnTo>
                  <a:lnTo>
                    <a:pt x="62359" y="4732"/>
                  </a:lnTo>
                  <a:lnTo>
                    <a:pt x="62540" y="4679"/>
                  </a:lnTo>
                  <a:lnTo>
                    <a:pt x="63291" y="4318"/>
                  </a:lnTo>
                  <a:lnTo>
                    <a:pt x="64660" y="3096"/>
                  </a:lnTo>
                  <a:lnTo>
                    <a:pt x="67002" y="667"/>
                  </a:lnTo>
                  <a:lnTo>
                    <a:pt x="68503" y="0"/>
                  </a:lnTo>
                  <a:lnTo>
                    <a:pt x="69869" y="93"/>
                  </a:lnTo>
                  <a:lnTo>
                    <a:pt x="71382" y="2752"/>
                  </a:lnTo>
                  <a:lnTo>
                    <a:pt x="73515" y="5714"/>
                  </a:lnTo>
                  <a:lnTo>
                    <a:pt x="74886" y="7153"/>
                  </a:lnTo>
                  <a:lnTo>
                    <a:pt x="78622" y="9850"/>
                  </a:lnTo>
                  <a:lnTo>
                    <a:pt x="81903" y="11624"/>
                  </a:lnTo>
                  <a:lnTo>
                    <a:pt x="83746" y="17488"/>
                  </a:lnTo>
                  <a:lnTo>
                    <a:pt x="82838" y="19824"/>
                  </a:lnTo>
                  <a:lnTo>
                    <a:pt x="82385" y="20629"/>
                  </a:lnTo>
                  <a:lnTo>
                    <a:pt x="80781" y="22955"/>
                  </a:lnTo>
                  <a:lnTo>
                    <a:pt x="79063" y="26237"/>
                  </a:lnTo>
                  <a:lnTo>
                    <a:pt x="78932" y="27948"/>
                  </a:lnTo>
                  <a:lnTo>
                    <a:pt x="79502" y="2967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4501266" y="4274323"/>
              <a:ext cx="408" cy="1134"/>
            </a:xfrm>
            <a:custGeom>
              <a:avLst/>
              <a:pathLst>
                <a:path w="408" h="1134">
                  <a:moveTo>
                    <a:pt x="408" y="813"/>
                  </a:moveTo>
                  <a:lnTo>
                    <a:pt x="333" y="1134"/>
                  </a:lnTo>
                  <a:lnTo>
                    <a:pt x="55" y="1030"/>
                  </a:lnTo>
                  <a:lnTo>
                    <a:pt x="0" y="372"/>
                  </a:lnTo>
                  <a:lnTo>
                    <a:pt x="163" y="0"/>
                  </a:lnTo>
                  <a:lnTo>
                    <a:pt x="389" y="2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1104586" y="4244131"/>
              <a:ext cx="157" cy="623"/>
            </a:xfrm>
            <a:custGeom>
              <a:avLst/>
              <a:pathLst>
                <a:path w="157" h="623">
                  <a:moveTo>
                    <a:pt x="71" y="623"/>
                  </a:moveTo>
                  <a:lnTo>
                    <a:pt x="14" y="427"/>
                  </a:lnTo>
                  <a:lnTo>
                    <a:pt x="0" y="210"/>
                  </a:lnTo>
                  <a:lnTo>
                    <a:pt x="57" y="0"/>
                  </a:lnTo>
                  <a:lnTo>
                    <a:pt x="109" y="196"/>
                  </a:lnTo>
                  <a:lnTo>
                    <a:pt x="157" y="4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1105854" y="4198840"/>
              <a:ext cx="611" cy="1832"/>
            </a:xfrm>
            <a:custGeom>
              <a:avLst/>
              <a:pathLst>
                <a:path w="611" h="1832">
                  <a:moveTo>
                    <a:pt x="611" y="1566"/>
                  </a:moveTo>
                  <a:lnTo>
                    <a:pt x="503" y="1832"/>
                  </a:lnTo>
                  <a:lnTo>
                    <a:pt x="239" y="1535"/>
                  </a:lnTo>
                  <a:lnTo>
                    <a:pt x="26" y="1134"/>
                  </a:lnTo>
                  <a:lnTo>
                    <a:pt x="0" y="712"/>
                  </a:lnTo>
                  <a:lnTo>
                    <a:pt x="90" y="173"/>
                  </a:lnTo>
                  <a:lnTo>
                    <a:pt x="403" y="0"/>
                  </a:lnTo>
                  <a:lnTo>
                    <a:pt x="343" y="170"/>
                  </a:lnTo>
                  <a:lnTo>
                    <a:pt x="216" y="360"/>
                  </a:lnTo>
                  <a:lnTo>
                    <a:pt x="236" y="891"/>
                  </a:lnTo>
                  <a:lnTo>
                    <a:pt x="399" y="1214"/>
                  </a:lnTo>
                  <a:lnTo>
                    <a:pt x="558" y="13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4533678" y="4193566"/>
              <a:ext cx="5087" cy="6417"/>
            </a:xfrm>
            <a:custGeom>
              <a:avLst/>
              <a:pathLst>
                <a:path w="5087" h="6417">
                  <a:moveTo>
                    <a:pt x="5087" y="1171"/>
                  </a:moveTo>
                  <a:lnTo>
                    <a:pt x="5085" y="2441"/>
                  </a:lnTo>
                  <a:lnTo>
                    <a:pt x="3848" y="3283"/>
                  </a:lnTo>
                  <a:lnTo>
                    <a:pt x="3431" y="2236"/>
                  </a:lnTo>
                  <a:lnTo>
                    <a:pt x="3165" y="2045"/>
                  </a:lnTo>
                  <a:lnTo>
                    <a:pt x="2428" y="3901"/>
                  </a:lnTo>
                  <a:lnTo>
                    <a:pt x="2215" y="4663"/>
                  </a:lnTo>
                  <a:lnTo>
                    <a:pt x="2145" y="5237"/>
                  </a:lnTo>
                  <a:lnTo>
                    <a:pt x="1955" y="5526"/>
                  </a:lnTo>
                  <a:lnTo>
                    <a:pt x="597" y="6417"/>
                  </a:lnTo>
                  <a:lnTo>
                    <a:pt x="0" y="5528"/>
                  </a:lnTo>
                  <a:lnTo>
                    <a:pt x="404" y="4922"/>
                  </a:lnTo>
                  <a:lnTo>
                    <a:pt x="896" y="3713"/>
                  </a:lnTo>
                  <a:lnTo>
                    <a:pt x="1397" y="3892"/>
                  </a:lnTo>
                  <a:lnTo>
                    <a:pt x="1903" y="2761"/>
                  </a:lnTo>
                  <a:lnTo>
                    <a:pt x="2400" y="1038"/>
                  </a:lnTo>
                  <a:lnTo>
                    <a:pt x="3110" y="666"/>
                  </a:lnTo>
                  <a:lnTo>
                    <a:pt x="3610" y="0"/>
                  </a:lnTo>
                  <a:lnTo>
                    <a:pt x="4437" y="4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1093658" y="4193263"/>
              <a:ext cx="670" cy="2325"/>
            </a:xfrm>
            <a:custGeom>
              <a:avLst/>
              <a:pathLst>
                <a:path w="670" h="2325">
                  <a:moveTo>
                    <a:pt x="648" y="476"/>
                  </a:moveTo>
                  <a:lnTo>
                    <a:pt x="670" y="1347"/>
                  </a:lnTo>
                  <a:lnTo>
                    <a:pt x="527" y="1298"/>
                  </a:lnTo>
                  <a:lnTo>
                    <a:pt x="356" y="926"/>
                  </a:lnTo>
                  <a:lnTo>
                    <a:pt x="269" y="1108"/>
                  </a:lnTo>
                  <a:lnTo>
                    <a:pt x="209" y="1376"/>
                  </a:lnTo>
                  <a:lnTo>
                    <a:pt x="180" y="1982"/>
                  </a:lnTo>
                  <a:lnTo>
                    <a:pt x="155" y="2325"/>
                  </a:lnTo>
                  <a:lnTo>
                    <a:pt x="22" y="2201"/>
                  </a:lnTo>
                  <a:lnTo>
                    <a:pt x="0" y="1601"/>
                  </a:lnTo>
                  <a:lnTo>
                    <a:pt x="43" y="1180"/>
                  </a:lnTo>
                  <a:lnTo>
                    <a:pt x="107" y="56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1103458" y="4171459"/>
              <a:ext cx="826" cy="1953"/>
            </a:xfrm>
            <a:custGeom>
              <a:avLst/>
              <a:pathLst>
                <a:path w="826" h="1953">
                  <a:moveTo>
                    <a:pt x="826" y="1405"/>
                  </a:moveTo>
                  <a:lnTo>
                    <a:pt x="713" y="1953"/>
                  </a:lnTo>
                  <a:lnTo>
                    <a:pt x="197" y="1059"/>
                  </a:lnTo>
                  <a:lnTo>
                    <a:pt x="0" y="464"/>
                  </a:lnTo>
                  <a:lnTo>
                    <a:pt x="548" y="0"/>
                  </a:lnTo>
                  <a:lnTo>
                    <a:pt x="815" y="1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4546126" y="4164299"/>
              <a:ext cx="1046" cy="4917"/>
            </a:xfrm>
            <a:custGeom>
              <a:avLst/>
              <a:pathLst>
                <a:path w="1046" h="4917">
                  <a:moveTo>
                    <a:pt x="920" y="4677"/>
                  </a:moveTo>
                  <a:lnTo>
                    <a:pt x="835" y="4917"/>
                  </a:lnTo>
                  <a:lnTo>
                    <a:pt x="0" y="2556"/>
                  </a:lnTo>
                  <a:lnTo>
                    <a:pt x="28" y="1624"/>
                  </a:lnTo>
                  <a:lnTo>
                    <a:pt x="175" y="787"/>
                  </a:lnTo>
                  <a:lnTo>
                    <a:pt x="508" y="0"/>
                  </a:lnTo>
                  <a:lnTo>
                    <a:pt x="811" y="1344"/>
                  </a:lnTo>
                  <a:lnTo>
                    <a:pt x="1046" y="35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1101237" y="4163601"/>
              <a:ext cx="874" cy="2109"/>
            </a:xfrm>
            <a:custGeom>
              <a:avLst/>
              <a:pathLst>
                <a:path w="874" h="2109">
                  <a:moveTo>
                    <a:pt x="874" y="1662"/>
                  </a:moveTo>
                  <a:lnTo>
                    <a:pt x="582" y="2109"/>
                  </a:lnTo>
                  <a:lnTo>
                    <a:pt x="382" y="2008"/>
                  </a:lnTo>
                  <a:lnTo>
                    <a:pt x="146" y="1535"/>
                  </a:lnTo>
                  <a:lnTo>
                    <a:pt x="0" y="701"/>
                  </a:lnTo>
                  <a:lnTo>
                    <a:pt x="301" y="0"/>
                  </a:lnTo>
                  <a:lnTo>
                    <a:pt x="767" y="7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1108176" y="4162282"/>
              <a:ext cx="1020" cy="2585"/>
            </a:xfrm>
            <a:custGeom>
              <a:avLst/>
              <a:pathLst>
                <a:path w="1020" h="2585">
                  <a:moveTo>
                    <a:pt x="1020" y="2273"/>
                  </a:moveTo>
                  <a:lnTo>
                    <a:pt x="484" y="2585"/>
                  </a:lnTo>
                  <a:lnTo>
                    <a:pt x="0" y="1333"/>
                  </a:lnTo>
                  <a:lnTo>
                    <a:pt x="306" y="0"/>
                  </a:lnTo>
                  <a:lnTo>
                    <a:pt x="739" y="314"/>
                  </a:lnTo>
                  <a:lnTo>
                    <a:pt x="986" y="16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4541263" y="4154690"/>
              <a:ext cx="1008" cy="3780"/>
            </a:xfrm>
            <a:custGeom>
              <a:avLst/>
              <a:pathLst>
                <a:path w="1008" h="3780">
                  <a:moveTo>
                    <a:pt x="767" y="3255"/>
                  </a:moveTo>
                  <a:lnTo>
                    <a:pt x="273" y="3780"/>
                  </a:lnTo>
                  <a:lnTo>
                    <a:pt x="0" y="1976"/>
                  </a:lnTo>
                  <a:lnTo>
                    <a:pt x="379" y="164"/>
                  </a:lnTo>
                  <a:lnTo>
                    <a:pt x="801" y="0"/>
                  </a:lnTo>
                  <a:lnTo>
                    <a:pt x="1008" y="18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4526912" y="4145652"/>
              <a:ext cx="13582" cy="28103"/>
            </a:xfrm>
            <a:custGeom>
              <a:avLst/>
              <a:pathLst>
                <a:path w="13582" h="28103">
                  <a:moveTo>
                    <a:pt x="9856" y="1742"/>
                  </a:moveTo>
                  <a:lnTo>
                    <a:pt x="9856" y="3050"/>
                  </a:lnTo>
                  <a:lnTo>
                    <a:pt x="10138" y="3615"/>
                  </a:lnTo>
                  <a:lnTo>
                    <a:pt x="10418" y="3708"/>
                  </a:lnTo>
                  <a:lnTo>
                    <a:pt x="11113" y="6207"/>
                  </a:lnTo>
                  <a:lnTo>
                    <a:pt x="12193" y="8356"/>
                  </a:lnTo>
                  <a:lnTo>
                    <a:pt x="12850" y="10001"/>
                  </a:lnTo>
                  <a:lnTo>
                    <a:pt x="12890" y="11406"/>
                  </a:lnTo>
                  <a:lnTo>
                    <a:pt x="12690" y="12893"/>
                  </a:lnTo>
                  <a:lnTo>
                    <a:pt x="12968" y="15553"/>
                  </a:lnTo>
                  <a:lnTo>
                    <a:pt x="13103" y="18315"/>
                  </a:lnTo>
                  <a:lnTo>
                    <a:pt x="13582" y="22689"/>
                  </a:lnTo>
                  <a:lnTo>
                    <a:pt x="12906" y="23520"/>
                  </a:lnTo>
                  <a:lnTo>
                    <a:pt x="11842" y="23619"/>
                  </a:lnTo>
                  <a:lnTo>
                    <a:pt x="11596" y="24406"/>
                  </a:lnTo>
                  <a:lnTo>
                    <a:pt x="11234" y="23971"/>
                  </a:lnTo>
                  <a:lnTo>
                    <a:pt x="10350" y="24297"/>
                  </a:lnTo>
                  <a:lnTo>
                    <a:pt x="9506" y="25737"/>
                  </a:lnTo>
                  <a:lnTo>
                    <a:pt x="8702" y="27693"/>
                  </a:lnTo>
                  <a:lnTo>
                    <a:pt x="7778" y="27699"/>
                  </a:lnTo>
                  <a:lnTo>
                    <a:pt x="6735" y="28103"/>
                  </a:lnTo>
                  <a:lnTo>
                    <a:pt x="5693" y="27832"/>
                  </a:lnTo>
                  <a:lnTo>
                    <a:pt x="4959" y="26787"/>
                  </a:lnTo>
                  <a:lnTo>
                    <a:pt x="3668" y="25650"/>
                  </a:lnTo>
                  <a:lnTo>
                    <a:pt x="1946" y="24680"/>
                  </a:lnTo>
                  <a:lnTo>
                    <a:pt x="1233" y="23867"/>
                  </a:lnTo>
                  <a:lnTo>
                    <a:pt x="639" y="22591"/>
                  </a:lnTo>
                  <a:lnTo>
                    <a:pt x="82" y="19374"/>
                  </a:lnTo>
                  <a:lnTo>
                    <a:pt x="0" y="17787"/>
                  </a:lnTo>
                  <a:lnTo>
                    <a:pt x="87" y="16266"/>
                  </a:lnTo>
                  <a:lnTo>
                    <a:pt x="590" y="15752"/>
                  </a:lnTo>
                  <a:lnTo>
                    <a:pt x="1012" y="14982"/>
                  </a:lnTo>
                  <a:lnTo>
                    <a:pt x="1072" y="13978"/>
                  </a:lnTo>
                  <a:lnTo>
                    <a:pt x="1258" y="13276"/>
                  </a:lnTo>
                  <a:lnTo>
                    <a:pt x="1500" y="13022"/>
                  </a:lnTo>
                  <a:lnTo>
                    <a:pt x="1618" y="12538"/>
                  </a:lnTo>
                  <a:lnTo>
                    <a:pt x="1448" y="10907"/>
                  </a:lnTo>
                  <a:lnTo>
                    <a:pt x="1401" y="9415"/>
                  </a:lnTo>
                  <a:lnTo>
                    <a:pt x="2399" y="6694"/>
                  </a:lnTo>
                  <a:lnTo>
                    <a:pt x="3490" y="4374"/>
                  </a:lnTo>
                  <a:lnTo>
                    <a:pt x="5413" y="2230"/>
                  </a:lnTo>
                  <a:lnTo>
                    <a:pt x="6588" y="2426"/>
                  </a:lnTo>
                  <a:lnTo>
                    <a:pt x="8390" y="776"/>
                  </a:lnTo>
                  <a:lnTo>
                    <a:pt x="8966" y="0"/>
                  </a:lnTo>
                  <a:lnTo>
                    <a:pt x="9539" y="4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4547276" y="4143973"/>
              <a:ext cx="711" cy="4068"/>
            </a:xfrm>
            <a:custGeom>
              <a:avLst/>
              <a:pathLst>
                <a:path w="711" h="4068">
                  <a:moveTo>
                    <a:pt x="473" y="3269"/>
                  </a:moveTo>
                  <a:lnTo>
                    <a:pt x="152" y="4068"/>
                  </a:lnTo>
                  <a:lnTo>
                    <a:pt x="0" y="0"/>
                  </a:lnTo>
                  <a:lnTo>
                    <a:pt x="331" y="34"/>
                  </a:lnTo>
                  <a:lnTo>
                    <a:pt x="573" y="455"/>
                  </a:lnTo>
                  <a:lnTo>
                    <a:pt x="711" y="148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0"/>
            <p:cNvSpPr/>
            <p:nvPr/>
          </p:nvSpPr>
          <p:spPr>
            <a:xfrm>
              <a:off x="1101826" y="4140787"/>
              <a:ext cx="988" cy="4689"/>
            </a:xfrm>
            <a:custGeom>
              <a:avLst/>
              <a:pathLst>
                <a:path w="988" h="4689">
                  <a:moveTo>
                    <a:pt x="588" y="3679"/>
                  </a:moveTo>
                  <a:lnTo>
                    <a:pt x="344" y="4689"/>
                  </a:lnTo>
                  <a:lnTo>
                    <a:pt x="132" y="4331"/>
                  </a:lnTo>
                  <a:lnTo>
                    <a:pt x="405" y="2634"/>
                  </a:lnTo>
                  <a:lnTo>
                    <a:pt x="444" y="1901"/>
                  </a:lnTo>
                  <a:lnTo>
                    <a:pt x="26" y="1007"/>
                  </a:lnTo>
                  <a:lnTo>
                    <a:pt x="0" y="383"/>
                  </a:lnTo>
                  <a:lnTo>
                    <a:pt x="121" y="0"/>
                  </a:lnTo>
                  <a:lnTo>
                    <a:pt x="623" y="995"/>
                  </a:lnTo>
                  <a:lnTo>
                    <a:pt x="927" y="1774"/>
                  </a:lnTo>
                  <a:lnTo>
                    <a:pt x="988" y="2207"/>
                  </a:lnTo>
                  <a:lnTo>
                    <a:pt x="895" y="296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1"/>
            <p:cNvSpPr/>
            <p:nvPr/>
          </p:nvSpPr>
          <p:spPr>
            <a:xfrm>
              <a:off x="4526219" y="4137841"/>
              <a:ext cx="1005" cy="3405"/>
            </a:xfrm>
            <a:custGeom>
              <a:avLst/>
              <a:pathLst>
                <a:path w="1005" h="3405">
                  <a:moveTo>
                    <a:pt x="493" y="2908"/>
                  </a:moveTo>
                  <a:lnTo>
                    <a:pt x="0" y="3405"/>
                  </a:lnTo>
                  <a:lnTo>
                    <a:pt x="262" y="1053"/>
                  </a:lnTo>
                  <a:lnTo>
                    <a:pt x="542" y="317"/>
                  </a:lnTo>
                  <a:lnTo>
                    <a:pt x="718" y="164"/>
                  </a:lnTo>
                  <a:lnTo>
                    <a:pt x="1005" y="0"/>
                  </a:lnTo>
                  <a:lnTo>
                    <a:pt x="893" y="16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2"/>
            <p:cNvSpPr/>
            <p:nvPr/>
          </p:nvSpPr>
          <p:spPr>
            <a:xfrm>
              <a:off x="4552312" y="4127193"/>
              <a:ext cx="2698" cy="9219"/>
            </a:xfrm>
            <a:custGeom>
              <a:avLst/>
              <a:pathLst>
                <a:path w="2698" h="9219">
                  <a:moveTo>
                    <a:pt x="990" y="8120"/>
                  </a:moveTo>
                  <a:lnTo>
                    <a:pt x="277" y="9219"/>
                  </a:lnTo>
                  <a:lnTo>
                    <a:pt x="0" y="8149"/>
                  </a:lnTo>
                  <a:lnTo>
                    <a:pt x="326" y="5546"/>
                  </a:lnTo>
                  <a:lnTo>
                    <a:pt x="990" y="2879"/>
                  </a:lnTo>
                  <a:lnTo>
                    <a:pt x="2013" y="357"/>
                  </a:lnTo>
                  <a:lnTo>
                    <a:pt x="2326" y="0"/>
                  </a:lnTo>
                  <a:lnTo>
                    <a:pt x="2698" y="2276"/>
                  </a:lnTo>
                  <a:lnTo>
                    <a:pt x="2261" y="4787"/>
                  </a:lnTo>
                  <a:lnTo>
                    <a:pt x="1231" y="69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3"/>
            <p:cNvSpPr/>
            <p:nvPr/>
          </p:nvSpPr>
          <p:spPr>
            <a:xfrm>
              <a:off x="4553155" y="4119606"/>
              <a:ext cx="1099" cy="3240"/>
            </a:xfrm>
            <a:custGeom>
              <a:avLst/>
              <a:pathLst>
                <a:path w="1099" h="3240">
                  <a:moveTo>
                    <a:pt x="24" y="3240"/>
                  </a:moveTo>
                  <a:lnTo>
                    <a:pt x="0" y="2677"/>
                  </a:lnTo>
                  <a:lnTo>
                    <a:pt x="147" y="1693"/>
                  </a:lnTo>
                  <a:lnTo>
                    <a:pt x="689" y="291"/>
                  </a:lnTo>
                  <a:lnTo>
                    <a:pt x="1099" y="0"/>
                  </a:lnTo>
                  <a:lnTo>
                    <a:pt x="845" y="1405"/>
                  </a:lnTo>
                  <a:lnTo>
                    <a:pt x="825" y="21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4"/>
            <p:cNvSpPr/>
            <p:nvPr/>
          </p:nvSpPr>
          <p:spPr>
            <a:xfrm>
              <a:off x="4538857" y="4110580"/>
              <a:ext cx="14977" cy="25119"/>
            </a:xfrm>
            <a:custGeom>
              <a:avLst/>
              <a:pathLst>
                <a:path w="14977" h="25119">
                  <a:moveTo>
                    <a:pt x="14444" y="1246"/>
                  </a:moveTo>
                  <a:lnTo>
                    <a:pt x="12985" y="5188"/>
                  </a:lnTo>
                  <a:lnTo>
                    <a:pt x="12463" y="7216"/>
                  </a:lnTo>
                  <a:lnTo>
                    <a:pt x="12023" y="9461"/>
                  </a:lnTo>
                  <a:lnTo>
                    <a:pt x="10783" y="11868"/>
                  </a:lnTo>
                  <a:lnTo>
                    <a:pt x="10255" y="15094"/>
                  </a:lnTo>
                  <a:lnTo>
                    <a:pt x="10293" y="18361"/>
                  </a:lnTo>
                  <a:lnTo>
                    <a:pt x="11532" y="14947"/>
                  </a:lnTo>
                  <a:lnTo>
                    <a:pt x="12916" y="12157"/>
                  </a:lnTo>
                  <a:lnTo>
                    <a:pt x="13339" y="11594"/>
                  </a:lnTo>
                  <a:lnTo>
                    <a:pt x="13775" y="11623"/>
                  </a:lnTo>
                  <a:lnTo>
                    <a:pt x="13738" y="12575"/>
                  </a:lnTo>
                  <a:lnTo>
                    <a:pt x="13540" y="13519"/>
                  </a:lnTo>
                  <a:lnTo>
                    <a:pt x="13387" y="15983"/>
                  </a:lnTo>
                  <a:lnTo>
                    <a:pt x="13752" y="18271"/>
                  </a:lnTo>
                  <a:lnTo>
                    <a:pt x="12722" y="18049"/>
                  </a:lnTo>
                  <a:lnTo>
                    <a:pt x="11702" y="18245"/>
                  </a:lnTo>
                  <a:lnTo>
                    <a:pt x="10493" y="19530"/>
                  </a:lnTo>
                  <a:lnTo>
                    <a:pt x="9305" y="20092"/>
                  </a:lnTo>
                  <a:lnTo>
                    <a:pt x="8862" y="20107"/>
                  </a:lnTo>
                  <a:lnTo>
                    <a:pt x="8436" y="19677"/>
                  </a:lnTo>
                  <a:lnTo>
                    <a:pt x="8157" y="19019"/>
                  </a:lnTo>
                  <a:lnTo>
                    <a:pt x="7939" y="17492"/>
                  </a:lnTo>
                  <a:lnTo>
                    <a:pt x="7720" y="17264"/>
                  </a:lnTo>
                  <a:lnTo>
                    <a:pt x="6776" y="17334"/>
                  </a:lnTo>
                  <a:lnTo>
                    <a:pt x="5364" y="20314"/>
                  </a:lnTo>
                  <a:lnTo>
                    <a:pt x="4897" y="22874"/>
                  </a:lnTo>
                  <a:lnTo>
                    <a:pt x="4354" y="22987"/>
                  </a:lnTo>
                  <a:lnTo>
                    <a:pt x="3713" y="22456"/>
                  </a:lnTo>
                  <a:lnTo>
                    <a:pt x="2936" y="24409"/>
                  </a:lnTo>
                  <a:lnTo>
                    <a:pt x="2011" y="25119"/>
                  </a:lnTo>
                  <a:lnTo>
                    <a:pt x="1611" y="23460"/>
                  </a:lnTo>
                  <a:lnTo>
                    <a:pt x="1352" y="21428"/>
                  </a:lnTo>
                  <a:lnTo>
                    <a:pt x="1021" y="19931"/>
                  </a:lnTo>
                  <a:lnTo>
                    <a:pt x="0" y="19556"/>
                  </a:lnTo>
                  <a:lnTo>
                    <a:pt x="156" y="17729"/>
                  </a:lnTo>
                  <a:lnTo>
                    <a:pt x="428" y="16973"/>
                  </a:lnTo>
                  <a:lnTo>
                    <a:pt x="675" y="15891"/>
                  </a:lnTo>
                  <a:lnTo>
                    <a:pt x="828" y="14650"/>
                  </a:lnTo>
                  <a:lnTo>
                    <a:pt x="1315" y="15438"/>
                  </a:lnTo>
                  <a:lnTo>
                    <a:pt x="1815" y="15943"/>
                  </a:lnTo>
                  <a:lnTo>
                    <a:pt x="2375" y="15013"/>
                  </a:lnTo>
                  <a:lnTo>
                    <a:pt x="2957" y="14933"/>
                  </a:lnTo>
                  <a:lnTo>
                    <a:pt x="3540" y="12232"/>
                  </a:lnTo>
                  <a:lnTo>
                    <a:pt x="4451" y="10541"/>
                  </a:lnTo>
                  <a:lnTo>
                    <a:pt x="5710" y="9202"/>
                  </a:lnTo>
                  <a:lnTo>
                    <a:pt x="6990" y="8247"/>
                  </a:lnTo>
                  <a:lnTo>
                    <a:pt x="7653" y="8053"/>
                  </a:lnTo>
                  <a:lnTo>
                    <a:pt x="8284" y="7499"/>
                  </a:lnTo>
                  <a:lnTo>
                    <a:pt x="9398" y="4966"/>
                  </a:lnTo>
                  <a:lnTo>
                    <a:pt x="10135" y="3658"/>
                  </a:lnTo>
                  <a:lnTo>
                    <a:pt x="10938" y="2871"/>
                  </a:lnTo>
                  <a:lnTo>
                    <a:pt x="11705" y="2409"/>
                  </a:lnTo>
                  <a:lnTo>
                    <a:pt x="12415" y="2819"/>
                  </a:lnTo>
                  <a:lnTo>
                    <a:pt x="12985" y="2605"/>
                  </a:lnTo>
                  <a:lnTo>
                    <a:pt x="14444" y="793"/>
                  </a:lnTo>
                  <a:lnTo>
                    <a:pt x="14739" y="0"/>
                  </a:lnTo>
                  <a:lnTo>
                    <a:pt x="14977" y="0"/>
                  </a:lnTo>
                  <a:lnTo>
                    <a:pt x="14866" y="68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4524522" y="4002752"/>
              <a:ext cx="1160" cy="1142"/>
            </a:xfrm>
            <a:custGeom>
              <a:avLst/>
              <a:pathLst>
                <a:path w="1160" h="1142">
                  <a:moveTo>
                    <a:pt x="1107" y="842"/>
                  </a:moveTo>
                  <a:lnTo>
                    <a:pt x="732" y="1142"/>
                  </a:lnTo>
                  <a:lnTo>
                    <a:pt x="125" y="897"/>
                  </a:lnTo>
                  <a:lnTo>
                    <a:pt x="0" y="418"/>
                  </a:lnTo>
                  <a:lnTo>
                    <a:pt x="193" y="311"/>
                  </a:lnTo>
                  <a:lnTo>
                    <a:pt x="589" y="0"/>
                  </a:lnTo>
                  <a:lnTo>
                    <a:pt x="1074" y="158"/>
                  </a:lnTo>
                  <a:lnTo>
                    <a:pt x="1160" y="4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2248010" y="5174585"/>
              <a:ext cx="1079" cy="3448"/>
            </a:xfrm>
            <a:custGeom>
              <a:avLst/>
              <a:pathLst>
                <a:path w="1079" h="3448">
                  <a:moveTo>
                    <a:pt x="1063" y="2879"/>
                  </a:moveTo>
                  <a:lnTo>
                    <a:pt x="449" y="3448"/>
                  </a:lnTo>
                  <a:lnTo>
                    <a:pt x="277" y="3191"/>
                  </a:lnTo>
                  <a:lnTo>
                    <a:pt x="81" y="2083"/>
                  </a:lnTo>
                  <a:lnTo>
                    <a:pt x="70" y="649"/>
                  </a:lnTo>
                  <a:lnTo>
                    <a:pt x="0" y="0"/>
                  </a:lnTo>
                  <a:lnTo>
                    <a:pt x="385" y="213"/>
                  </a:lnTo>
                  <a:lnTo>
                    <a:pt x="1079" y="135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2260045" y="5170603"/>
              <a:ext cx="1044" cy="2943"/>
            </a:xfrm>
            <a:custGeom>
              <a:avLst/>
              <a:pathLst>
                <a:path w="1044" h="2943">
                  <a:moveTo>
                    <a:pt x="986" y="343"/>
                  </a:moveTo>
                  <a:lnTo>
                    <a:pt x="1044" y="2943"/>
                  </a:lnTo>
                  <a:lnTo>
                    <a:pt x="274" y="2118"/>
                  </a:lnTo>
                  <a:lnTo>
                    <a:pt x="0" y="857"/>
                  </a:lnTo>
                  <a:lnTo>
                    <a:pt x="426" y="0"/>
                  </a:lnTo>
                  <a:lnTo>
                    <a:pt x="777" y="6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2235015" y="5164289"/>
              <a:ext cx="2586" cy="4743"/>
            </a:xfrm>
            <a:custGeom>
              <a:avLst/>
              <a:pathLst>
                <a:path w="2586" h="4743">
                  <a:moveTo>
                    <a:pt x="1213" y="0"/>
                  </a:moveTo>
                  <a:lnTo>
                    <a:pt x="1901" y="406"/>
                  </a:lnTo>
                  <a:lnTo>
                    <a:pt x="2586" y="251"/>
                  </a:lnTo>
                  <a:lnTo>
                    <a:pt x="2200" y="3286"/>
                  </a:lnTo>
                  <a:lnTo>
                    <a:pt x="1898" y="4743"/>
                  </a:lnTo>
                  <a:lnTo>
                    <a:pt x="1086" y="4631"/>
                  </a:lnTo>
                  <a:lnTo>
                    <a:pt x="281" y="2646"/>
                  </a:lnTo>
                  <a:lnTo>
                    <a:pt x="0" y="1586"/>
                  </a:lnTo>
                  <a:lnTo>
                    <a:pt x="897" y="8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2236780" y="5151540"/>
              <a:ext cx="16279" cy="24833"/>
            </a:xfrm>
            <a:custGeom>
              <a:avLst/>
              <a:pathLst>
                <a:path w="16279" h="24833">
                  <a:moveTo>
                    <a:pt x="6491" y="3179"/>
                  </a:moveTo>
                  <a:lnTo>
                    <a:pt x="7881" y="3742"/>
                  </a:lnTo>
                  <a:lnTo>
                    <a:pt x="9159" y="1662"/>
                  </a:lnTo>
                  <a:lnTo>
                    <a:pt x="10039" y="998"/>
                  </a:lnTo>
                  <a:lnTo>
                    <a:pt x="10765" y="1448"/>
                  </a:lnTo>
                  <a:lnTo>
                    <a:pt x="11276" y="2709"/>
                  </a:lnTo>
                  <a:lnTo>
                    <a:pt x="12017" y="2510"/>
                  </a:lnTo>
                  <a:lnTo>
                    <a:pt x="14112" y="1223"/>
                  </a:lnTo>
                  <a:lnTo>
                    <a:pt x="14385" y="1662"/>
                  </a:lnTo>
                  <a:lnTo>
                    <a:pt x="15130" y="167"/>
                  </a:lnTo>
                  <a:lnTo>
                    <a:pt x="15771" y="865"/>
                  </a:lnTo>
                  <a:lnTo>
                    <a:pt x="16279" y="2164"/>
                  </a:lnTo>
                  <a:lnTo>
                    <a:pt x="16030" y="3670"/>
                  </a:lnTo>
                  <a:lnTo>
                    <a:pt x="15451" y="4628"/>
                  </a:lnTo>
                  <a:lnTo>
                    <a:pt x="15083" y="5964"/>
                  </a:lnTo>
                  <a:lnTo>
                    <a:pt x="14655" y="7043"/>
                  </a:lnTo>
                  <a:lnTo>
                    <a:pt x="13913" y="8045"/>
                  </a:lnTo>
                  <a:lnTo>
                    <a:pt x="13346" y="9649"/>
                  </a:lnTo>
                  <a:lnTo>
                    <a:pt x="11983" y="13398"/>
                  </a:lnTo>
                  <a:lnTo>
                    <a:pt x="9998" y="18179"/>
                  </a:lnTo>
                  <a:lnTo>
                    <a:pt x="9341" y="18609"/>
                  </a:lnTo>
                  <a:lnTo>
                    <a:pt x="7971" y="18898"/>
                  </a:lnTo>
                  <a:lnTo>
                    <a:pt x="7380" y="18569"/>
                  </a:lnTo>
                  <a:lnTo>
                    <a:pt x="6874" y="18678"/>
                  </a:lnTo>
                  <a:lnTo>
                    <a:pt x="6471" y="21258"/>
                  </a:lnTo>
                  <a:lnTo>
                    <a:pt x="5844" y="23215"/>
                  </a:lnTo>
                  <a:lnTo>
                    <a:pt x="5548" y="23630"/>
                  </a:lnTo>
                  <a:lnTo>
                    <a:pt x="4897" y="23815"/>
                  </a:lnTo>
                  <a:lnTo>
                    <a:pt x="4588" y="24112"/>
                  </a:lnTo>
                  <a:lnTo>
                    <a:pt x="4355" y="24833"/>
                  </a:lnTo>
                  <a:lnTo>
                    <a:pt x="2644" y="24646"/>
                  </a:lnTo>
                  <a:lnTo>
                    <a:pt x="1434" y="23445"/>
                  </a:lnTo>
                  <a:lnTo>
                    <a:pt x="0" y="20773"/>
                  </a:lnTo>
                  <a:lnTo>
                    <a:pt x="1912" y="17498"/>
                  </a:lnTo>
                  <a:lnTo>
                    <a:pt x="3560" y="17648"/>
                  </a:lnTo>
                  <a:lnTo>
                    <a:pt x="4919" y="15449"/>
                  </a:lnTo>
                  <a:lnTo>
                    <a:pt x="6027" y="14338"/>
                  </a:lnTo>
                  <a:lnTo>
                    <a:pt x="6467" y="13207"/>
                  </a:lnTo>
                  <a:lnTo>
                    <a:pt x="6950" y="12341"/>
                  </a:lnTo>
                  <a:lnTo>
                    <a:pt x="6953" y="11213"/>
                  </a:lnTo>
                  <a:lnTo>
                    <a:pt x="6584" y="10705"/>
                  </a:lnTo>
                  <a:lnTo>
                    <a:pt x="6086" y="10757"/>
                  </a:lnTo>
                  <a:lnTo>
                    <a:pt x="5593" y="11254"/>
                  </a:lnTo>
                  <a:lnTo>
                    <a:pt x="4435" y="11885"/>
                  </a:lnTo>
                  <a:lnTo>
                    <a:pt x="3642" y="10590"/>
                  </a:lnTo>
                  <a:lnTo>
                    <a:pt x="4166" y="10108"/>
                  </a:lnTo>
                  <a:lnTo>
                    <a:pt x="4750" y="10131"/>
                  </a:lnTo>
                  <a:lnTo>
                    <a:pt x="6541" y="8916"/>
                  </a:lnTo>
                  <a:lnTo>
                    <a:pt x="6885" y="8408"/>
                  </a:lnTo>
                  <a:lnTo>
                    <a:pt x="6333" y="6683"/>
                  </a:lnTo>
                  <a:lnTo>
                    <a:pt x="5253" y="5635"/>
                  </a:lnTo>
                  <a:lnTo>
                    <a:pt x="4380" y="3875"/>
                  </a:lnTo>
                  <a:lnTo>
                    <a:pt x="4217" y="3217"/>
                  </a:lnTo>
                  <a:lnTo>
                    <a:pt x="4260" y="2172"/>
                  </a:lnTo>
                  <a:lnTo>
                    <a:pt x="3777" y="103"/>
                  </a:lnTo>
                  <a:lnTo>
                    <a:pt x="4284" y="0"/>
                  </a:lnTo>
                  <a:lnTo>
                    <a:pt x="4960" y="13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0"/>
            <p:cNvSpPr/>
            <p:nvPr/>
          </p:nvSpPr>
          <p:spPr>
            <a:xfrm>
              <a:off x="2243370" y="5149151"/>
              <a:ext cx="1980" cy="3621"/>
            </a:xfrm>
            <a:custGeom>
              <a:avLst/>
              <a:pathLst>
                <a:path w="1980" h="3621">
                  <a:moveTo>
                    <a:pt x="1578" y="3618"/>
                  </a:moveTo>
                  <a:lnTo>
                    <a:pt x="260" y="3621"/>
                  </a:lnTo>
                  <a:lnTo>
                    <a:pt x="0" y="2651"/>
                  </a:lnTo>
                  <a:lnTo>
                    <a:pt x="5" y="210"/>
                  </a:lnTo>
                  <a:lnTo>
                    <a:pt x="1004" y="0"/>
                  </a:lnTo>
                  <a:lnTo>
                    <a:pt x="1980" y="1018"/>
                  </a:lnTo>
                  <a:lnTo>
                    <a:pt x="1917" y="204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1"/>
            <p:cNvSpPr/>
            <p:nvPr/>
          </p:nvSpPr>
          <p:spPr>
            <a:xfrm>
              <a:off x="2249395" y="5149047"/>
              <a:ext cx="17856" cy="30674"/>
            </a:xfrm>
            <a:custGeom>
              <a:avLst/>
              <a:pathLst>
                <a:path w="17856" h="30674">
                  <a:moveTo>
                    <a:pt x="7681" y="0"/>
                  </a:moveTo>
                  <a:lnTo>
                    <a:pt x="9148" y="1731"/>
                  </a:lnTo>
                  <a:lnTo>
                    <a:pt x="10987" y="1128"/>
                  </a:lnTo>
                  <a:lnTo>
                    <a:pt x="11760" y="1604"/>
                  </a:lnTo>
                  <a:lnTo>
                    <a:pt x="12213" y="3047"/>
                  </a:lnTo>
                  <a:lnTo>
                    <a:pt x="11944" y="4386"/>
                  </a:lnTo>
                  <a:lnTo>
                    <a:pt x="11360" y="4192"/>
                  </a:lnTo>
                  <a:lnTo>
                    <a:pt x="10862" y="4550"/>
                  </a:lnTo>
                  <a:lnTo>
                    <a:pt x="10961" y="6313"/>
                  </a:lnTo>
                  <a:lnTo>
                    <a:pt x="11300" y="7067"/>
                  </a:lnTo>
                  <a:lnTo>
                    <a:pt x="13243" y="9006"/>
                  </a:lnTo>
                  <a:lnTo>
                    <a:pt x="13599" y="9121"/>
                  </a:lnTo>
                  <a:lnTo>
                    <a:pt x="13536" y="8307"/>
                  </a:lnTo>
                  <a:lnTo>
                    <a:pt x="13199" y="6977"/>
                  </a:lnTo>
                  <a:lnTo>
                    <a:pt x="13073" y="5543"/>
                  </a:lnTo>
                  <a:lnTo>
                    <a:pt x="13362" y="4348"/>
                  </a:lnTo>
                  <a:lnTo>
                    <a:pt x="13869" y="3982"/>
                  </a:lnTo>
                  <a:lnTo>
                    <a:pt x="16080" y="3381"/>
                  </a:lnTo>
                  <a:lnTo>
                    <a:pt x="16599" y="3947"/>
                  </a:lnTo>
                  <a:lnTo>
                    <a:pt x="17695" y="7329"/>
                  </a:lnTo>
                  <a:lnTo>
                    <a:pt x="16667" y="7797"/>
                  </a:lnTo>
                  <a:lnTo>
                    <a:pt x="16234" y="9257"/>
                  </a:lnTo>
                  <a:lnTo>
                    <a:pt x="17139" y="9889"/>
                  </a:lnTo>
                  <a:lnTo>
                    <a:pt x="17856" y="10821"/>
                  </a:lnTo>
                  <a:lnTo>
                    <a:pt x="17477" y="12252"/>
                  </a:lnTo>
                  <a:lnTo>
                    <a:pt x="17410" y="12979"/>
                  </a:lnTo>
                  <a:lnTo>
                    <a:pt x="15816" y="13992"/>
                  </a:lnTo>
                  <a:lnTo>
                    <a:pt x="14403" y="14641"/>
                  </a:lnTo>
                  <a:lnTo>
                    <a:pt x="13762" y="16327"/>
                  </a:lnTo>
                  <a:lnTo>
                    <a:pt x="12624" y="17547"/>
                  </a:lnTo>
                  <a:lnTo>
                    <a:pt x="9283" y="19688"/>
                  </a:lnTo>
                  <a:lnTo>
                    <a:pt x="9672" y="21420"/>
                  </a:lnTo>
                  <a:lnTo>
                    <a:pt x="9724" y="22254"/>
                  </a:lnTo>
                  <a:lnTo>
                    <a:pt x="9578" y="24504"/>
                  </a:lnTo>
                  <a:lnTo>
                    <a:pt x="4979" y="21806"/>
                  </a:lnTo>
                  <a:lnTo>
                    <a:pt x="4358" y="22095"/>
                  </a:lnTo>
                  <a:lnTo>
                    <a:pt x="5587" y="26686"/>
                  </a:lnTo>
                  <a:lnTo>
                    <a:pt x="4675" y="27534"/>
                  </a:lnTo>
                  <a:lnTo>
                    <a:pt x="3776" y="26983"/>
                  </a:lnTo>
                  <a:lnTo>
                    <a:pt x="2957" y="27364"/>
                  </a:lnTo>
                  <a:lnTo>
                    <a:pt x="2437" y="30674"/>
                  </a:lnTo>
                  <a:lnTo>
                    <a:pt x="1124" y="28559"/>
                  </a:lnTo>
                  <a:lnTo>
                    <a:pt x="4" y="25543"/>
                  </a:lnTo>
                  <a:lnTo>
                    <a:pt x="0" y="23855"/>
                  </a:lnTo>
                  <a:lnTo>
                    <a:pt x="1081" y="20704"/>
                  </a:lnTo>
                  <a:lnTo>
                    <a:pt x="753" y="19368"/>
                  </a:lnTo>
                  <a:lnTo>
                    <a:pt x="3272" y="15086"/>
                  </a:lnTo>
                  <a:lnTo>
                    <a:pt x="3724" y="13810"/>
                  </a:lnTo>
                  <a:lnTo>
                    <a:pt x="4510" y="13077"/>
                  </a:lnTo>
                  <a:lnTo>
                    <a:pt x="5323" y="12829"/>
                  </a:lnTo>
                  <a:lnTo>
                    <a:pt x="5668" y="12278"/>
                  </a:lnTo>
                  <a:lnTo>
                    <a:pt x="5612" y="11236"/>
                  </a:lnTo>
                  <a:lnTo>
                    <a:pt x="5284" y="9450"/>
                  </a:lnTo>
                  <a:lnTo>
                    <a:pt x="5311" y="6544"/>
                  </a:lnTo>
                  <a:lnTo>
                    <a:pt x="7330" y="2600"/>
                  </a:lnTo>
                  <a:lnTo>
                    <a:pt x="7034" y="6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2"/>
            <p:cNvSpPr/>
            <p:nvPr/>
          </p:nvSpPr>
          <p:spPr>
            <a:xfrm>
              <a:off x="3353832" y="4250615"/>
              <a:ext cx="5828" cy="14889"/>
            </a:xfrm>
            <a:custGeom>
              <a:avLst/>
              <a:pathLst>
                <a:path w="5828" h="14889">
                  <a:moveTo>
                    <a:pt x="5427" y="14012"/>
                  </a:moveTo>
                  <a:lnTo>
                    <a:pt x="4069" y="14889"/>
                  </a:lnTo>
                  <a:lnTo>
                    <a:pt x="3122" y="14572"/>
                  </a:lnTo>
                  <a:lnTo>
                    <a:pt x="1248" y="12070"/>
                  </a:lnTo>
                  <a:lnTo>
                    <a:pt x="745" y="10408"/>
                  </a:lnTo>
                  <a:lnTo>
                    <a:pt x="0" y="5710"/>
                  </a:lnTo>
                  <a:lnTo>
                    <a:pt x="165" y="4057"/>
                  </a:lnTo>
                  <a:lnTo>
                    <a:pt x="754" y="1151"/>
                  </a:lnTo>
                  <a:lnTo>
                    <a:pt x="2092" y="0"/>
                  </a:lnTo>
                  <a:lnTo>
                    <a:pt x="3496" y="427"/>
                  </a:lnTo>
                  <a:lnTo>
                    <a:pt x="4125" y="1214"/>
                  </a:lnTo>
                  <a:lnTo>
                    <a:pt x="4867" y="4619"/>
                  </a:lnTo>
                  <a:lnTo>
                    <a:pt x="5828" y="8079"/>
                  </a:lnTo>
                  <a:lnTo>
                    <a:pt x="5668" y="1219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3"/>
            <p:cNvSpPr/>
            <p:nvPr/>
          </p:nvSpPr>
          <p:spPr>
            <a:xfrm>
              <a:off x="3255867" y="4007955"/>
              <a:ext cx="1735" cy="9808"/>
            </a:xfrm>
            <a:custGeom>
              <a:avLst/>
              <a:pathLst>
                <a:path w="1735" h="9808">
                  <a:moveTo>
                    <a:pt x="1323" y="9565"/>
                  </a:moveTo>
                  <a:lnTo>
                    <a:pt x="721" y="9808"/>
                  </a:lnTo>
                  <a:lnTo>
                    <a:pt x="433" y="9026"/>
                  </a:lnTo>
                  <a:lnTo>
                    <a:pt x="258" y="7167"/>
                  </a:lnTo>
                  <a:lnTo>
                    <a:pt x="439" y="5378"/>
                  </a:lnTo>
                  <a:lnTo>
                    <a:pt x="490" y="3933"/>
                  </a:lnTo>
                  <a:lnTo>
                    <a:pt x="0" y="1425"/>
                  </a:lnTo>
                  <a:lnTo>
                    <a:pt x="478" y="0"/>
                  </a:lnTo>
                  <a:lnTo>
                    <a:pt x="886" y="1659"/>
                  </a:lnTo>
                  <a:lnTo>
                    <a:pt x="1117" y="1771"/>
                  </a:lnTo>
                  <a:lnTo>
                    <a:pt x="1735" y="2928"/>
                  </a:lnTo>
                  <a:lnTo>
                    <a:pt x="1554" y="5061"/>
                  </a:lnTo>
                  <a:lnTo>
                    <a:pt x="1596" y="5759"/>
                  </a:lnTo>
                  <a:lnTo>
                    <a:pt x="1315" y="789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4"/>
            <p:cNvSpPr/>
            <p:nvPr/>
          </p:nvSpPr>
          <p:spPr>
            <a:xfrm>
              <a:off x="2297780" y="3463211"/>
              <a:ext cx="28492" cy="108184"/>
            </a:xfrm>
            <a:custGeom>
              <a:avLst/>
              <a:pathLst>
                <a:path w="28492" h="108184">
                  <a:moveTo>
                    <a:pt x="28492" y="50852"/>
                  </a:moveTo>
                  <a:lnTo>
                    <a:pt x="28195" y="51490"/>
                  </a:lnTo>
                  <a:lnTo>
                    <a:pt x="27390" y="52879"/>
                  </a:lnTo>
                  <a:lnTo>
                    <a:pt x="27023" y="54733"/>
                  </a:lnTo>
                  <a:lnTo>
                    <a:pt x="26810" y="56516"/>
                  </a:lnTo>
                  <a:lnTo>
                    <a:pt x="26310" y="57728"/>
                  </a:lnTo>
                  <a:lnTo>
                    <a:pt x="25835" y="59253"/>
                  </a:lnTo>
                  <a:lnTo>
                    <a:pt x="25686" y="60490"/>
                  </a:lnTo>
                  <a:lnTo>
                    <a:pt x="25241" y="61468"/>
                  </a:lnTo>
                  <a:lnTo>
                    <a:pt x="25156" y="63097"/>
                  </a:lnTo>
                  <a:lnTo>
                    <a:pt x="24035" y="68847"/>
                  </a:lnTo>
                  <a:lnTo>
                    <a:pt x="23588" y="71435"/>
                  </a:lnTo>
                  <a:lnTo>
                    <a:pt x="22946" y="74184"/>
                  </a:lnTo>
                  <a:lnTo>
                    <a:pt x="22544" y="75205"/>
                  </a:lnTo>
                  <a:lnTo>
                    <a:pt x="21999" y="76841"/>
                  </a:lnTo>
                  <a:lnTo>
                    <a:pt x="21723" y="78733"/>
                  </a:lnTo>
                  <a:lnTo>
                    <a:pt x="21723" y="80688"/>
                  </a:lnTo>
                  <a:lnTo>
                    <a:pt x="21341" y="83033"/>
                  </a:lnTo>
                  <a:lnTo>
                    <a:pt x="21129" y="85053"/>
                  </a:lnTo>
                  <a:lnTo>
                    <a:pt x="20769" y="86226"/>
                  </a:lnTo>
                  <a:lnTo>
                    <a:pt x="19819" y="92623"/>
                  </a:lnTo>
                  <a:lnTo>
                    <a:pt x="19773" y="94825"/>
                  </a:lnTo>
                  <a:lnTo>
                    <a:pt x="19547" y="96132"/>
                  </a:lnTo>
                  <a:lnTo>
                    <a:pt x="18872" y="99181"/>
                  </a:lnTo>
                  <a:lnTo>
                    <a:pt x="18416" y="101015"/>
                  </a:lnTo>
                  <a:lnTo>
                    <a:pt x="17620" y="102388"/>
                  </a:lnTo>
                  <a:lnTo>
                    <a:pt x="16784" y="103881"/>
                  </a:lnTo>
                  <a:lnTo>
                    <a:pt x="16466" y="105510"/>
                  </a:lnTo>
                  <a:lnTo>
                    <a:pt x="15876" y="106337"/>
                  </a:lnTo>
                  <a:lnTo>
                    <a:pt x="15444" y="106390"/>
                  </a:lnTo>
                  <a:lnTo>
                    <a:pt x="14747" y="105800"/>
                  </a:lnTo>
                  <a:lnTo>
                    <a:pt x="13806" y="105516"/>
                  </a:lnTo>
                  <a:lnTo>
                    <a:pt x="13329" y="105707"/>
                  </a:lnTo>
                  <a:lnTo>
                    <a:pt x="13113" y="104897"/>
                  </a:lnTo>
                  <a:lnTo>
                    <a:pt x="12793" y="103037"/>
                  </a:lnTo>
                  <a:lnTo>
                    <a:pt x="12323" y="101722"/>
                  </a:lnTo>
                  <a:lnTo>
                    <a:pt x="12019" y="102180"/>
                  </a:lnTo>
                  <a:lnTo>
                    <a:pt x="11386" y="103503"/>
                  </a:lnTo>
                  <a:lnTo>
                    <a:pt x="10644" y="104281"/>
                  </a:lnTo>
                  <a:lnTo>
                    <a:pt x="10116" y="104021"/>
                  </a:lnTo>
                  <a:lnTo>
                    <a:pt x="8965" y="103105"/>
                  </a:lnTo>
                  <a:lnTo>
                    <a:pt x="8474" y="102643"/>
                  </a:lnTo>
                  <a:lnTo>
                    <a:pt x="8326" y="101861"/>
                  </a:lnTo>
                  <a:lnTo>
                    <a:pt x="8157" y="101276"/>
                  </a:lnTo>
                  <a:lnTo>
                    <a:pt x="7902" y="101537"/>
                  </a:lnTo>
                  <a:lnTo>
                    <a:pt x="7563" y="102514"/>
                  </a:lnTo>
                  <a:lnTo>
                    <a:pt x="7110" y="103538"/>
                  </a:lnTo>
                  <a:lnTo>
                    <a:pt x="6439" y="104889"/>
                  </a:lnTo>
                  <a:lnTo>
                    <a:pt x="5061" y="107314"/>
                  </a:lnTo>
                  <a:lnTo>
                    <a:pt x="4674" y="108184"/>
                  </a:lnTo>
                  <a:lnTo>
                    <a:pt x="4315" y="107711"/>
                  </a:lnTo>
                  <a:lnTo>
                    <a:pt x="3732" y="107230"/>
                  </a:lnTo>
                  <a:lnTo>
                    <a:pt x="3107" y="107203"/>
                  </a:lnTo>
                  <a:lnTo>
                    <a:pt x="1760" y="105629"/>
                  </a:lnTo>
                  <a:lnTo>
                    <a:pt x="972" y="104508"/>
                  </a:lnTo>
                  <a:lnTo>
                    <a:pt x="632" y="103101"/>
                  </a:lnTo>
                  <a:lnTo>
                    <a:pt x="233" y="102489"/>
                  </a:lnTo>
                  <a:lnTo>
                    <a:pt x="0" y="102105"/>
                  </a:lnTo>
                  <a:lnTo>
                    <a:pt x="110" y="101838"/>
                  </a:lnTo>
                  <a:lnTo>
                    <a:pt x="460" y="101638"/>
                  </a:lnTo>
                  <a:lnTo>
                    <a:pt x="772" y="101616"/>
                  </a:lnTo>
                  <a:lnTo>
                    <a:pt x="1256" y="99465"/>
                  </a:lnTo>
                  <a:lnTo>
                    <a:pt x="2059" y="98123"/>
                  </a:lnTo>
                  <a:lnTo>
                    <a:pt x="3456" y="90671"/>
                  </a:lnTo>
                  <a:lnTo>
                    <a:pt x="4044" y="87593"/>
                  </a:lnTo>
                  <a:lnTo>
                    <a:pt x="4116" y="85910"/>
                  </a:lnTo>
                  <a:lnTo>
                    <a:pt x="4283" y="82401"/>
                  </a:lnTo>
                  <a:lnTo>
                    <a:pt x="3971" y="78128"/>
                  </a:lnTo>
                  <a:lnTo>
                    <a:pt x="4116" y="76929"/>
                  </a:lnTo>
                  <a:lnTo>
                    <a:pt x="5317" y="71771"/>
                  </a:lnTo>
                  <a:lnTo>
                    <a:pt x="5832" y="68958"/>
                  </a:lnTo>
                  <a:lnTo>
                    <a:pt x="5867" y="66535"/>
                  </a:lnTo>
                  <a:lnTo>
                    <a:pt x="6016" y="64791"/>
                  </a:lnTo>
                  <a:lnTo>
                    <a:pt x="5867" y="63879"/>
                  </a:lnTo>
                  <a:lnTo>
                    <a:pt x="5595" y="63614"/>
                  </a:lnTo>
                  <a:lnTo>
                    <a:pt x="5136" y="61351"/>
                  </a:lnTo>
                  <a:lnTo>
                    <a:pt x="4840" y="59476"/>
                  </a:lnTo>
                  <a:lnTo>
                    <a:pt x="4026" y="57555"/>
                  </a:lnTo>
                  <a:lnTo>
                    <a:pt x="3468" y="55586"/>
                  </a:lnTo>
                  <a:lnTo>
                    <a:pt x="2552" y="51064"/>
                  </a:lnTo>
                  <a:lnTo>
                    <a:pt x="2635" y="48525"/>
                  </a:lnTo>
                  <a:lnTo>
                    <a:pt x="2375" y="47611"/>
                  </a:lnTo>
                  <a:lnTo>
                    <a:pt x="2094" y="46679"/>
                  </a:lnTo>
                  <a:lnTo>
                    <a:pt x="2115" y="45529"/>
                  </a:lnTo>
                  <a:lnTo>
                    <a:pt x="1925" y="42685"/>
                  </a:lnTo>
                  <a:lnTo>
                    <a:pt x="1688" y="40015"/>
                  </a:lnTo>
                  <a:lnTo>
                    <a:pt x="1602" y="38331"/>
                  </a:lnTo>
                  <a:lnTo>
                    <a:pt x="1828" y="35435"/>
                  </a:lnTo>
                  <a:lnTo>
                    <a:pt x="1692" y="32215"/>
                  </a:lnTo>
                  <a:lnTo>
                    <a:pt x="1395" y="30521"/>
                  </a:lnTo>
                  <a:lnTo>
                    <a:pt x="1312" y="27944"/>
                  </a:lnTo>
                  <a:lnTo>
                    <a:pt x="1373" y="25634"/>
                  </a:lnTo>
                  <a:lnTo>
                    <a:pt x="1628" y="24331"/>
                  </a:lnTo>
                  <a:lnTo>
                    <a:pt x="1577" y="22715"/>
                  </a:lnTo>
                  <a:lnTo>
                    <a:pt x="2736" y="17576"/>
                  </a:lnTo>
                  <a:lnTo>
                    <a:pt x="3615" y="14597"/>
                  </a:lnTo>
                  <a:lnTo>
                    <a:pt x="4425" y="12506"/>
                  </a:lnTo>
                  <a:lnTo>
                    <a:pt x="5104" y="10945"/>
                  </a:lnTo>
                  <a:lnTo>
                    <a:pt x="6024" y="3138"/>
                  </a:lnTo>
                  <a:lnTo>
                    <a:pt x="6694" y="390"/>
                  </a:lnTo>
                  <a:lnTo>
                    <a:pt x="7393" y="0"/>
                  </a:lnTo>
                  <a:lnTo>
                    <a:pt x="11169" y="6463"/>
                  </a:lnTo>
                  <a:lnTo>
                    <a:pt x="12939" y="7061"/>
                  </a:lnTo>
                  <a:lnTo>
                    <a:pt x="16506" y="10554"/>
                  </a:lnTo>
                  <a:lnTo>
                    <a:pt x="17797" y="15032"/>
                  </a:lnTo>
                  <a:lnTo>
                    <a:pt x="20787" y="22483"/>
                  </a:lnTo>
                  <a:lnTo>
                    <a:pt x="22358" y="24822"/>
                  </a:lnTo>
                  <a:lnTo>
                    <a:pt x="22374" y="26774"/>
                  </a:lnTo>
                  <a:lnTo>
                    <a:pt x="22031" y="29883"/>
                  </a:lnTo>
                  <a:lnTo>
                    <a:pt x="23037" y="27168"/>
                  </a:lnTo>
                  <a:lnTo>
                    <a:pt x="24593" y="31465"/>
                  </a:lnTo>
                  <a:lnTo>
                    <a:pt x="25033" y="33574"/>
                  </a:lnTo>
                  <a:lnTo>
                    <a:pt x="25518" y="37462"/>
                  </a:lnTo>
                  <a:lnTo>
                    <a:pt x="25350" y="39960"/>
                  </a:lnTo>
                  <a:lnTo>
                    <a:pt x="25135" y="41250"/>
                  </a:lnTo>
                  <a:lnTo>
                    <a:pt x="25123" y="42253"/>
                  </a:lnTo>
                  <a:lnTo>
                    <a:pt x="25586" y="40870"/>
                  </a:lnTo>
                  <a:lnTo>
                    <a:pt x="25847" y="39775"/>
                  </a:lnTo>
                  <a:lnTo>
                    <a:pt x="25924" y="37170"/>
                  </a:lnTo>
                  <a:lnTo>
                    <a:pt x="26302" y="33936"/>
                  </a:lnTo>
                  <a:lnTo>
                    <a:pt x="26809" y="33878"/>
                  </a:lnTo>
                  <a:lnTo>
                    <a:pt x="27212" y="35805"/>
                  </a:lnTo>
                  <a:lnTo>
                    <a:pt x="28049" y="44187"/>
                  </a:lnTo>
                  <a:lnTo>
                    <a:pt x="28364" y="45902"/>
                  </a:lnTo>
                  <a:lnTo>
                    <a:pt x="28485" y="48562"/>
                  </a:lnTo>
                  <a:lnTo>
                    <a:pt x="28438" y="4975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5"/>
            <p:cNvSpPr/>
            <p:nvPr/>
          </p:nvSpPr>
          <p:spPr>
            <a:xfrm>
              <a:off x="2234296" y="3194519"/>
              <a:ext cx="3782" cy="13268"/>
            </a:xfrm>
            <a:custGeom>
              <a:avLst/>
              <a:pathLst>
                <a:path w="3782" h="13268">
                  <a:moveTo>
                    <a:pt x="3782" y="11252"/>
                  </a:moveTo>
                  <a:lnTo>
                    <a:pt x="3683" y="12939"/>
                  </a:lnTo>
                  <a:lnTo>
                    <a:pt x="3438" y="13268"/>
                  </a:lnTo>
                  <a:lnTo>
                    <a:pt x="3079" y="11864"/>
                  </a:lnTo>
                  <a:lnTo>
                    <a:pt x="1499" y="12061"/>
                  </a:lnTo>
                  <a:lnTo>
                    <a:pt x="1258" y="10806"/>
                  </a:lnTo>
                  <a:lnTo>
                    <a:pt x="1243" y="10212"/>
                  </a:lnTo>
                  <a:lnTo>
                    <a:pt x="2003" y="8078"/>
                  </a:lnTo>
                  <a:lnTo>
                    <a:pt x="1109" y="7506"/>
                  </a:lnTo>
                  <a:lnTo>
                    <a:pt x="755" y="6586"/>
                  </a:lnTo>
                  <a:lnTo>
                    <a:pt x="0" y="2094"/>
                  </a:lnTo>
                  <a:lnTo>
                    <a:pt x="61" y="789"/>
                  </a:lnTo>
                  <a:lnTo>
                    <a:pt x="374" y="99"/>
                  </a:lnTo>
                  <a:lnTo>
                    <a:pt x="887" y="0"/>
                  </a:lnTo>
                  <a:lnTo>
                    <a:pt x="1851" y="1451"/>
                  </a:lnTo>
                  <a:lnTo>
                    <a:pt x="2568" y="3517"/>
                  </a:lnTo>
                  <a:lnTo>
                    <a:pt x="2812" y="3549"/>
                  </a:lnTo>
                  <a:lnTo>
                    <a:pt x="2894" y="4135"/>
                  </a:lnTo>
                  <a:lnTo>
                    <a:pt x="2749" y="5588"/>
                  </a:lnTo>
                  <a:lnTo>
                    <a:pt x="3177" y="6818"/>
                  </a:lnTo>
                  <a:lnTo>
                    <a:pt x="3362" y="772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6"/>
            <p:cNvSpPr/>
            <p:nvPr/>
          </p:nvSpPr>
          <p:spPr>
            <a:xfrm>
              <a:off x="2233348" y="3161099"/>
              <a:ext cx="1105" cy="3553"/>
            </a:xfrm>
            <a:custGeom>
              <a:avLst/>
              <a:pathLst>
                <a:path w="1105" h="3553">
                  <a:moveTo>
                    <a:pt x="845" y="3438"/>
                  </a:moveTo>
                  <a:lnTo>
                    <a:pt x="309" y="3553"/>
                  </a:lnTo>
                  <a:lnTo>
                    <a:pt x="73" y="3298"/>
                  </a:lnTo>
                  <a:lnTo>
                    <a:pt x="0" y="1519"/>
                  </a:lnTo>
                  <a:lnTo>
                    <a:pt x="414" y="297"/>
                  </a:lnTo>
                  <a:lnTo>
                    <a:pt x="657" y="0"/>
                  </a:lnTo>
                  <a:lnTo>
                    <a:pt x="1019" y="1370"/>
                  </a:lnTo>
                  <a:lnTo>
                    <a:pt x="1105" y="25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7"/>
            <p:cNvSpPr/>
            <p:nvPr/>
          </p:nvSpPr>
          <p:spPr>
            <a:xfrm>
              <a:off x="2228775" y="3150787"/>
              <a:ext cx="2324" cy="11619"/>
            </a:xfrm>
            <a:custGeom>
              <a:avLst/>
              <a:pathLst>
                <a:path w="2324" h="11619">
                  <a:moveTo>
                    <a:pt x="1966" y="10293"/>
                  </a:moveTo>
                  <a:lnTo>
                    <a:pt x="1188" y="11619"/>
                  </a:lnTo>
                  <a:lnTo>
                    <a:pt x="806" y="11209"/>
                  </a:lnTo>
                  <a:lnTo>
                    <a:pt x="333" y="8664"/>
                  </a:lnTo>
                  <a:lnTo>
                    <a:pt x="0" y="1604"/>
                  </a:lnTo>
                  <a:lnTo>
                    <a:pt x="259" y="437"/>
                  </a:lnTo>
                  <a:lnTo>
                    <a:pt x="442" y="0"/>
                  </a:lnTo>
                  <a:lnTo>
                    <a:pt x="1466" y="865"/>
                  </a:lnTo>
                  <a:lnTo>
                    <a:pt x="1894" y="1864"/>
                  </a:lnTo>
                  <a:lnTo>
                    <a:pt x="2324" y="2493"/>
                  </a:lnTo>
                  <a:lnTo>
                    <a:pt x="2105" y="3786"/>
                  </a:lnTo>
                  <a:lnTo>
                    <a:pt x="2213" y="90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8"/>
            <p:cNvSpPr/>
            <p:nvPr/>
          </p:nvSpPr>
          <p:spPr>
            <a:xfrm>
              <a:off x="2231218" y="3146314"/>
              <a:ext cx="3531" cy="8491"/>
            </a:xfrm>
            <a:custGeom>
              <a:avLst/>
              <a:pathLst>
                <a:path w="3531" h="8491">
                  <a:moveTo>
                    <a:pt x="2046" y="8162"/>
                  </a:moveTo>
                  <a:lnTo>
                    <a:pt x="914" y="8491"/>
                  </a:lnTo>
                  <a:lnTo>
                    <a:pt x="171" y="8232"/>
                  </a:lnTo>
                  <a:lnTo>
                    <a:pt x="0" y="6117"/>
                  </a:lnTo>
                  <a:lnTo>
                    <a:pt x="378" y="4327"/>
                  </a:lnTo>
                  <a:lnTo>
                    <a:pt x="106" y="2152"/>
                  </a:lnTo>
                  <a:lnTo>
                    <a:pt x="282" y="855"/>
                  </a:lnTo>
                  <a:lnTo>
                    <a:pt x="661" y="0"/>
                  </a:lnTo>
                  <a:lnTo>
                    <a:pt x="1283" y="1132"/>
                  </a:lnTo>
                  <a:lnTo>
                    <a:pt x="1382" y="2754"/>
                  </a:lnTo>
                  <a:lnTo>
                    <a:pt x="1773" y="4239"/>
                  </a:lnTo>
                  <a:lnTo>
                    <a:pt x="3531" y="74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59"/>
            <p:cNvSpPr/>
            <p:nvPr/>
          </p:nvSpPr>
          <p:spPr>
            <a:xfrm>
              <a:off x="2905190" y="2362826"/>
              <a:ext cx="9525" cy="48359"/>
            </a:xfrm>
            <a:custGeom>
              <a:avLst/>
              <a:pathLst>
                <a:path w="9525" h="48359">
                  <a:moveTo>
                    <a:pt x="8794" y="6384"/>
                  </a:moveTo>
                  <a:lnTo>
                    <a:pt x="8542" y="10723"/>
                  </a:lnTo>
                  <a:lnTo>
                    <a:pt x="8725" y="11994"/>
                  </a:lnTo>
                  <a:lnTo>
                    <a:pt x="9072" y="12880"/>
                  </a:lnTo>
                  <a:lnTo>
                    <a:pt x="9234" y="13853"/>
                  </a:lnTo>
                  <a:lnTo>
                    <a:pt x="9525" y="25428"/>
                  </a:lnTo>
                  <a:lnTo>
                    <a:pt x="9470" y="26350"/>
                  </a:lnTo>
                  <a:lnTo>
                    <a:pt x="8294" y="30999"/>
                  </a:lnTo>
                  <a:lnTo>
                    <a:pt x="8029" y="32364"/>
                  </a:lnTo>
                  <a:lnTo>
                    <a:pt x="7971" y="38126"/>
                  </a:lnTo>
                  <a:lnTo>
                    <a:pt x="7773" y="39674"/>
                  </a:lnTo>
                  <a:lnTo>
                    <a:pt x="7356" y="41201"/>
                  </a:lnTo>
                  <a:lnTo>
                    <a:pt x="6612" y="46138"/>
                  </a:lnTo>
                  <a:lnTo>
                    <a:pt x="5965" y="48359"/>
                  </a:lnTo>
                  <a:lnTo>
                    <a:pt x="4205" y="45650"/>
                  </a:lnTo>
                  <a:lnTo>
                    <a:pt x="3166" y="44480"/>
                  </a:lnTo>
                  <a:lnTo>
                    <a:pt x="2657" y="43218"/>
                  </a:lnTo>
                  <a:lnTo>
                    <a:pt x="2325" y="42346"/>
                  </a:lnTo>
                  <a:lnTo>
                    <a:pt x="2539" y="41185"/>
                  </a:lnTo>
                  <a:lnTo>
                    <a:pt x="3012" y="39977"/>
                  </a:lnTo>
                  <a:lnTo>
                    <a:pt x="3087" y="39028"/>
                  </a:lnTo>
                  <a:lnTo>
                    <a:pt x="1974" y="37952"/>
                  </a:lnTo>
                  <a:lnTo>
                    <a:pt x="1464" y="37233"/>
                  </a:lnTo>
                  <a:lnTo>
                    <a:pt x="1471" y="35975"/>
                  </a:lnTo>
                  <a:lnTo>
                    <a:pt x="1856" y="34013"/>
                  </a:lnTo>
                  <a:lnTo>
                    <a:pt x="1680" y="32395"/>
                  </a:lnTo>
                  <a:lnTo>
                    <a:pt x="1038" y="32477"/>
                  </a:lnTo>
                  <a:lnTo>
                    <a:pt x="540" y="32231"/>
                  </a:lnTo>
                  <a:lnTo>
                    <a:pt x="475" y="31391"/>
                  </a:lnTo>
                  <a:lnTo>
                    <a:pt x="844" y="30315"/>
                  </a:lnTo>
                  <a:lnTo>
                    <a:pt x="1316" y="28909"/>
                  </a:lnTo>
                  <a:lnTo>
                    <a:pt x="1301" y="27358"/>
                  </a:lnTo>
                  <a:lnTo>
                    <a:pt x="730" y="26690"/>
                  </a:lnTo>
                  <a:lnTo>
                    <a:pt x="213" y="25431"/>
                  </a:lnTo>
                  <a:lnTo>
                    <a:pt x="5" y="23718"/>
                  </a:lnTo>
                  <a:lnTo>
                    <a:pt x="406" y="22546"/>
                  </a:lnTo>
                  <a:lnTo>
                    <a:pt x="1056" y="21790"/>
                  </a:lnTo>
                  <a:lnTo>
                    <a:pt x="579" y="20036"/>
                  </a:lnTo>
                  <a:lnTo>
                    <a:pt x="257" y="19997"/>
                  </a:lnTo>
                  <a:lnTo>
                    <a:pt x="0" y="19613"/>
                  </a:lnTo>
                  <a:lnTo>
                    <a:pt x="210" y="18798"/>
                  </a:lnTo>
                  <a:lnTo>
                    <a:pt x="715" y="17579"/>
                  </a:lnTo>
                  <a:lnTo>
                    <a:pt x="1417" y="13939"/>
                  </a:lnTo>
                  <a:lnTo>
                    <a:pt x="2395" y="12220"/>
                  </a:lnTo>
                  <a:lnTo>
                    <a:pt x="4127" y="11115"/>
                  </a:lnTo>
                  <a:lnTo>
                    <a:pt x="4595" y="10632"/>
                  </a:lnTo>
                  <a:lnTo>
                    <a:pt x="5025" y="9352"/>
                  </a:lnTo>
                  <a:lnTo>
                    <a:pt x="5501" y="8527"/>
                  </a:lnTo>
                  <a:lnTo>
                    <a:pt x="6079" y="8636"/>
                  </a:lnTo>
                  <a:lnTo>
                    <a:pt x="6613" y="9131"/>
                  </a:lnTo>
                  <a:lnTo>
                    <a:pt x="6941" y="9658"/>
                  </a:lnTo>
                  <a:lnTo>
                    <a:pt x="7188" y="9110"/>
                  </a:lnTo>
                  <a:lnTo>
                    <a:pt x="7428" y="7522"/>
                  </a:lnTo>
                  <a:lnTo>
                    <a:pt x="7281" y="6129"/>
                  </a:lnTo>
                  <a:lnTo>
                    <a:pt x="7357" y="2295"/>
                  </a:lnTo>
                  <a:lnTo>
                    <a:pt x="7667" y="121"/>
                  </a:lnTo>
                  <a:lnTo>
                    <a:pt x="8167" y="0"/>
                  </a:lnTo>
                  <a:lnTo>
                    <a:pt x="8629" y="1196"/>
                  </a:lnTo>
                  <a:lnTo>
                    <a:pt x="8606" y="2253"/>
                  </a:lnTo>
                  <a:lnTo>
                    <a:pt x="8777" y="475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0"/>
            <p:cNvSpPr/>
            <p:nvPr/>
          </p:nvSpPr>
          <p:spPr>
            <a:xfrm>
              <a:off x="2809490" y="2273325"/>
              <a:ext cx="2024" cy="6908"/>
            </a:xfrm>
            <a:custGeom>
              <a:avLst/>
              <a:pathLst>
                <a:path w="2024" h="6908">
                  <a:moveTo>
                    <a:pt x="2024" y="4324"/>
                  </a:moveTo>
                  <a:lnTo>
                    <a:pt x="1685" y="6908"/>
                  </a:lnTo>
                  <a:lnTo>
                    <a:pt x="1043" y="4529"/>
                  </a:lnTo>
                  <a:lnTo>
                    <a:pt x="193" y="2444"/>
                  </a:lnTo>
                  <a:lnTo>
                    <a:pt x="0" y="515"/>
                  </a:lnTo>
                  <a:lnTo>
                    <a:pt x="1" y="0"/>
                  </a:lnTo>
                  <a:lnTo>
                    <a:pt x="997" y="14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1"/>
            <p:cNvSpPr/>
            <p:nvPr/>
          </p:nvSpPr>
          <p:spPr>
            <a:xfrm>
              <a:off x="2777057" y="2124199"/>
              <a:ext cx="124043" cy="258750"/>
            </a:xfrm>
            <a:custGeom>
              <a:avLst/>
              <a:pathLst>
                <a:path w="124043" h="258750">
                  <a:moveTo>
                    <a:pt x="101445" y="46062"/>
                  </a:moveTo>
                  <a:lnTo>
                    <a:pt x="101769" y="47043"/>
                  </a:lnTo>
                  <a:lnTo>
                    <a:pt x="102518" y="47496"/>
                  </a:lnTo>
                  <a:lnTo>
                    <a:pt x="102783" y="47857"/>
                  </a:lnTo>
                  <a:lnTo>
                    <a:pt x="103077" y="48533"/>
                  </a:lnTo>
                  <a:lnTo>
                    <a:pt x="103576" y="48804"/>
                  </a:lnTo>
                  <a:lnTo>
                    <a:pt x="104179" y="48533"/>
                  </a:lnTo>
                  <a:lnTo>
                    <a:pt x="104619" y="47630"/>
                  </a:lnTo>
                  <a:lnTo>
                    <a:pt x="105207" y="47224"/>
                  </a:lnTo>
                  <a:lnTo>
                    <a:pt x="105795" y="47360"/>
                  </a:lnTo>
                  <a:lnTo>
                    <a:pt x="106133" y="47857"/>
                  </a:lnTo>
                  <a:lnTo>
                    <a:pt x="106777" y="48589"/>
                  </a:lnTo>
                  <a:lnTo>
                    <a:pt x="107141" y="48429"/>
                  </a:lnTo>
                  <a:lnTo>
                    <a:pt x="107871" y="48881"/>
                  </a:lnTo>
                  <a:lnTo>
                    <a:pt x="108603" y="50305"/>
                  </a:lnTo>
                  <a:lnTo>
                    <a:pt x="108911" y="51738"/>
                  </a:lnTo>
                  <a:lnTo>
                    <a:pt x="108992" y="52521"/>
                  </a:lnTo>
                  <a:lnTo>
                    <a:pt x="109308" y="53372"/>
                  </a:lnTo>
                  <a:lnTo>
                    <a:pt x="110537" y="57222"/>
                  </a:lnTo>
                  <a:lnTo>
                    <a:pt x="110929" y="57412"/>
                  </a:lnTo>
                  <a:lnTo>
                    <a:pt x="111357" y="56828"/>
                  </a:lnTo>
                  <a:lnTo>
                    <a:pt x="111634" y="56000"/>
                  </a:lnTo>
                  <a:lnTo>
                    <a:pt x="112034" y="55835"/>
                  </a:lnTo>
                  <a:lnTo>
                    <a:pt x="112679" y="56216"/>
                  </a:lnTo>
                  <a:lnTo>
                    <a:pt x="113094" y="56652"/>
                  </a:lnTo>
                  <a:lnTo>
                    <a:pt x="113293" y="58320"/>
                  </a:lnTo>
                  <a:lnTo>
                    <a:pt x="113433" y="58637"/>
                  </a:lnTo>
                  <a:lnTo>
                    <a:pt x="113712" y="58278"/>
                  </a:lnTo>
                  <a:lnTo>
                    <a:pt x="114209" y="58199"/>
                  </a:lnTo>
                  <a:lnTo>
                    <a:pt x="115002" y="58610"/>
                  </a:lnTo>
                  <a:lnTo>
                    <a:pt x="116093" y="58140"/>
                  </a:lnTo>
                  <a:lnTo>
                    <a:pt x="116966" y="57444"/>
                  </a:lnTo>
                  <a:lnTo>
                    <a:pt x="117412" y="57470"/>
                  </a:lnTo>
                  <a:lnTo>
                    <a:pt x="118132" y="59415"/>
                  </a:lnTo>
                  <a:lnTo>
                    <a:pt x="118954" y="60142"/>
                  </a:lnTo>
                  <a:lnTo>
                    <a:pt x="120764" y="60729"/>
                  </a:lnTo>
                  <a:lnTo>
                    <a:pt x="122706" y="61644"/>
                  </a:lnTo>
                  <a:lnTo>
                    <a:pt x="123469" y="62384"/>
                  </a:lnTo>
                  <a:lnTo>
                    <a:pt x="123990" y="62748"/>
                  </a:lnTo>
                  <a:lnTo>
                    <a:pt x="124043" y="65323"/>
                  </a:lnTo>
                  <a:lnTo>
                    <a:pt x="123886" y="65711"/>
                  </a:lnTo>
                  <a:lnTo>
                    <a:pt x="121951" y="70875"/>
                  </a:lnTo>
                  <a:lnTo>
                    <a:pt x="121136" y="72722"/>
                  </a:lnTo>
                  <a:lnTo>
                    <a:pt x="120721" y="75358"/>
                  </a:lnTo>
                  <a:lnTo>
                    <a:pt x="120436" y="79401"/>
                  </a:lnTo>
                  <a:lnTo>
                    <a:pt x="119864" y="83242"/>
                  </a:lnTo>
                  <a:lnTo>
                    <a:pt x="119008" y="86883"/>
                  </a:lnTo>
                  <a:lnTo>
                    <a:pt x="118696" y="89616"/>
                  </a:lnTo>
                  <a:lnTo>
                    <a:pt x="118930" y="91440"/>
                  </a:lnTo>
                  <a:lnTo>
                    <a:pt x="118784" y="94304"/>
                  </a:lnTo>
                  <a:lnTo>
                    <a:pt x="118258" y="98205"/>
                  </a:lnTo>
                  <a:lnTo>
                    <a:pt x="118170" y="101153"/>
                  </a:lnTo>
                  <a:lnTo>
                    <a:pt x="118516" y="103143"/>
                  </a:lnTo>
                  <a:lnTo>
                    <a:pt x="118999" y="103551"/>
                  </a:lnTo>
                  <a:lnTo>
                    <a:pt x="117838" y="104891"/>
                  </a:lnTo>
                  <a:lnTo>
                    <a:pt x="117574" y="106064"/>
                  </a:lnTo>
                  <a:lnTo>
                    <a:pt x="117118" y="107615"/>
                  </a:lnTo>
                  <a:lnTo>
                    <a:pt x="116379" y="108268"/>
                  </a:lnTo>
                  <a:lnTo>
                    <a:pt x="115635" y="108484"/>
                  </a:lnTo>
                  <a:lnTo>
                    <a:pt x="115033" y="108279"/>
                  </a:lnTo>
                  <a:lnTo>
                    <a:pt x="114690" y="107659"/>
                  </a:lnTo>
                  <a:lnTo>
                    <a:pt x="114707" y="107082"/>
                  </a:lnTo>
                  <a:lnTo>
                    <a:pt x="114388" y="106591"/>
                  </a:lnTo>
                  <a:lnTo>
                    <a:pt x="113594" y="106605"/>
                  </a:lnTo>
                  <a:lnTo>
                    <a:pt x="112776" y="107673"/>
                  </a:lnTo>
                  <a:lnTo>
                    <a:pt x="112123" y="109416"/>
                  </a:lnTo>
                  <a:lnTo>
                    <a:pt x="112325" y="110391"/>
                  </a:lnTo>
                  <a:lnTo>
                    <a:pt x="112927" y="110648"/>
                  </a:lnTo>
                  <a:lnTo>
                    <a:pt x="113086" y="111035"/>
                  </a:lnTo>
                  <a:lnTo>
                    <a:pt x="113086" y="111536"/>
                  </a:lnTo>
                  <a:lnTo>
                    <a:pt x="112874" y="112140"/>
                  </a:lnTo>
                  <a:lnTo>
                    <a:pt x="112619" y="113170"/>
                  </a:lnTo>
                  <a:lnTo>
                    <a:pt x="111357" y="116243"/>
                  </a:lnTo>
                  <a:lnTo>
                    <a:pt x="110082" y="119344"/>
                  </a:lnTo>
                  <a:lnTo>
                    <a:pt x="109878" y="120282"/>
                  </a:lnTo>
                  <a:lnTo>
                    <a:pt x="109473" y="120937"/>
                  </a:lnTo>
                  <a:lnTo>
                    <a:pt x="107853" y="122592"/>
                  </a:lnTo>
                  <a:lnTo>
                    <a:pt x="107683" y="123256"/>
                  </a:lnTo>
                  <a:lnTo>
                    <a:pt x="107591" y="126022"/>
                  </a:lnTo>
                  <a:lnTo>
                    <a:pt x="107410" y="128293"/>
                  </a:lnTo>
                  <a:lnTo>
                    <a:pt x="106208" y="130431"/>
                  </a:lnTo>
                  <a:lnTo>
                    <a:pt x="105012" y="132559"/>
                  </a:lnTo>
                  <a:lnTo>
                    <a:pt x="104713" y="133860"/>
                  </a:lnTo>
                  <a:lnTo>
                    <a:pt x="104496" y="135365"/>
                  </a:lnTo>
                  <a:lnTo>
                    <a:pt x="104120" y="137065"/>
                  </a:lnTo>
                  <a:lnTo>
                    <a:pt x="104046" y="137962"/>
                  </a:lnTo>
                  <a:lnTo>
                    <a:pt x="104651" y="139427"/>
                  </a:lnTo>
                  <a:lnTo>
                    <a:pt x="104581" y="140637"/>
                  </a:lnTo>
                  <a:lnTo>
                    <a:pt x="104389" y="142359"/>
                  </a:lnTo>
                  <a:lnTo>
                    <a:pt x="103814" y="143579"/>
                  </a:lnTo>
                  <a:lnTo>
                    <a:pt x="103178" y="144270"/>
                  </a:lnTo>
                  <a:lnTo>
                    <a:pt x="103192" y="146146"/>
                  </a:lnTo>
                  <a:lnTo>
                    <a:pt x="103530" y="146409"/>
                  </a:lnTo>
                  <a:lnTo>
                    <a:pt x="104299" y="146270"/>
                  </a:lnTo>
                  <a:lnTo>
                    <a:pt x="105384" y="144909"/>
                  </a:lnTo>
                  <a:lnTo>
                    <a:pt x="106091" y="143161"/>
                  </a:lnTo>
                  <a:lnTo>
                    <a:pt x="105674" y="141500"/>
                  </a:lnTo>
                  <a:lnTo>
                    <a:pt x="105622" y="141175"/>
                  </a:lnTo>
                  <a:lnTo>
                    <a:pt x="105723" y="140786"/>
                  </a:lnTo>
                  <a:lnTo>
                    <a:pt x="106561" y="138981"/>
                  </a:lnTo>
                  <a:lnTo>
                    <a:pt x="107590" y="137893"/>
                  </a:lnTo>
                  <a:lnTo>
                    <a:pt x="109025" y="137691"/>
                  </a:lnTo>
                  <a:lnTo>
                    <a:pt x="110755" y="138329"/>
                  </a:lnTo>
                  <a:lnTo>
                    <a:pt x="110928" y="138599"/>
                  </a:lnTo>
                  <a:lnTo>
                    <a:pt x="110844" y="139705"/>
                  </a:lnTo>
                  <a:lnTo>
                    <a:pt x="111005" y="141337"/>
                  </a:lnTo>
                  <a:lnTo>
                    <a:pt x="111319" y="142483"/>
                  </a:lnTo>
                  <a:lnTo>
                    <a:pt x="110889" y="145735"/>
                  </a:lnTo>
                  <a:lnTo>
                    <a:pt x="111212" y="146753"/>
                  </a:lnTo>
                  <a:lnTo>
                    <a:pt x="111715" y="147973"/>
                  </a:lnTo>
                  <a:lnTo>
                    <a:pt x="112093" y="149085"/>
                  </a:lnTo>
                  <a:lnTo>
                    <a:pt x="112635" y="150108"/>
                  </a:lnTo>
                  <a:lnTo>
                    <a:pt x="113118" y="151831"/>
                  </a:lnTo>
                  <a:lnTo>
                    <a:pt x="113283" y="152808"/>
                  </a:lnTo>
                  <a:lnTo>
                    <a:pt x="112511" y="154504"/>
                  </a:lnTo>
                  <a:lnTo>
                    <a:pt x="111201" y="156094"/>
                  </a:lnTo>
                  <a:lnTo>
                    <a:pt x="111053" y="157113"/>
                  </a:lnTo>
                  <a:lnTo>
                    <a:pt x="111070" y="158272"/>
                  </a:lnTo>
                  <a:lnTo>
                    <a:pt x="111218" y="159183"/>
                  </a:lnTo>
                  <a:lnTo>
                    <a:pt x="111941" y="160355"/>
                  </a:lnTo>
                  <a:lnTo>
                    <a:pt x="112719" y="163008"/>
                  </a:lnTo>
                  <a:lnTo>
                    <a:pt x="113212" y="165375"/>
                  </a:lnTo>
                  <a:lnTo>
                    <a:pt x="114292" y="167644"/>
                  </a:lnTo>
                  <a:lnTo>
                    <a:pt x="114555" y="168317"/>
                  </a:lnTo>
                  <a:lnTo>
                    <a:pt x="114488" y="168884"/>
                  </a:lnTo>
                  <a:lnTo>
                    <a:pt x="114203" y="169850"/>
                  </a:lnTo>
                  <a:lnTo>
                    <a:pt x="113833" y="173074"/>
                  </a:lnTo>
                  <a:lnTo>
                    <a:pt x="113392" y="173586"/>
                  </a:lnTo>
                  <a:lnTo>
                    <a:pt x="112900" y="173793"/>
                  </a:lnTo>
                  <a:lnTo>
                    <a:pt x="111564" y="176155"/>
                  </a:lnTo>
                  <a:lnTo>
                    <a:pt x="110969" y="175870"/>
                  </a:lnTo>
                  <a:lnTo>
                    <a:pt x="110122" y="175900"/>
                  </a:lnTo>
                  <a:lnTo>
                    <a:pt x="109501" y="176678"/>
                  </a:lnTo>
                  <a:lnTo>
                    <a:pt x="109569" y="178149"/>
                  </a:lnTo>
                  <a:lnTo>
                    <a:pt x="110114" y="179495"/>
                  </a:lnTo>
                  <a:lnTo>
                    <a:pt x="110434" y="180961"/>
                  </a:lnTo>
                  <a:lnTo>
                    <a:pt x="110563" y="182486"/>
                  </a:lnTo>
                  <a:lnTo>
                    <a:pt x="111168" y="183616"/>
                  </a:lnTo>
                  <a:lnTo>
                    <a:pt x="112017" y="184291"/>
                  </a:lnTo>
                  <a:lnTo>
                    <a:pt x="112502" y="184338"/>
                  </a:lnTo>
                  <a:lnTo>
                    <a:pt x="112819" y="184743"/>
                  </a:lnTo>
                  <a:lnTo>
                    <a:pt x="113010" y="185267"/>
                  </a:lnTo>
                  <a:lnTo>
                    <a:pt x="113375" y="188535"/>
                  </a:lnTo>
                  <a:lnTo>
                    <a:pt x="113156" y="189354"/>
                  </a:lnTo>
                  <a:lnTo>
                    <a:pt x="112699" y="189704"/>
                  </a:lnTo>
                  <a:lnTo>
                    <a:pt x="112426" y="191048"/>
                  </a:lnTo>
                  <a:lnTo>
                    <a:pt x="111880" y="193031"/>
                  </a:lnTo>
                  <a:lnTo>
                    <a:pt x="111571" y="194622"/>
                  </a:lnTo>
                  <a:lnTo>
                    <a:pt x="111913" y="196023"/>
                  </a:lnTo>
                  <a:lnTo>
                    <a:pt x="112060" y="197060"/>
                  </a:lnTo>
                  <a:lnTo>
                    <a:pt x="111877" y="198128"/>
                  </a:lnTo>
                  <a:lnTo>
                    <a:pt x="112121" y="199792"/>
                  </a:lnTo>
                  <a:lnTo>
                    <a:pt x="112766" y="201438"/>
                  </a:lnTo>
                  <a:lnTo>
                    <a:pt x="114517" y="203752"/>
                  </a:lnTo>
                  <a:lnTo>
                    <a:pt x="116143" y="205635"/>
                  </a:lnTo>
                  <a:lnTo>
                    <a:pt x="116646" y="205948"/>
                  </a:lnTo>
                  <a:lnTo>
                    <a:pt x="118843" y="204738"/>
                  </a:lnTo>
                  <a:lnTo>
                    <a:pt x="119206" y="204842"/>
                  </a:lnTo>
                  <a:lnTo>
                    <a:pt x="119474" y="206285"/>
                  </a:lnTo>
                  <a:lnTo>
                    <a:pt x="119590" y="207255"/>
                  </a:lnTo>
                  <a:lnTo>
                    <a:pt x="119343" y="208718"/>
                  </a:lnTo>
                  <a:lnTo>
                    <a:pt x="118749" y="210734"/>
                  </a:lnTo>
                  <a:lnTo>
                    <a:pt x="118105" y="212340"/>
                  </a:lnTo>
                  <a:lnTo>
                    <a:pt x="117714" y="213705"/>
                  </a:lnTo>
                  <a:lnTo>
                    <a:pt x="117796" y="214944"/>
                  </a:lnTo>
                  <a:lnTo>
                    <a:pt x="117821" y="216593"/>
                  </a:lnTo>
                  <a:lnTo>
                    <a:pt x="117297" y="217087"/>
                  </a:lnTo>
                  <a:lnTo>
                    <a:pt x="117281" y="216761"/>
                  </a:lnTo>
                  <a:lnTo>
                    <a:pt x="117065" y="216482"/>
                  </a:lnTo>
                  <a:lnTo>
                    <a:pt x="116878" y="216647"/>
                  </a:lnTo>
                  <a:lnTo>
                    <a:pt x="116734" y="217005"/>
                  </a:lnTo>
                  <a:lnTo>
                    <a:pt x="116712" y="217639"/>
                  </a:lnTo>
                  <a:lnTo>
                    <a:pt x="115594" y="218693"/>
                  </a:lnTo>
                  <a:lnTo>
                    <a:pt x="114825" y="219785"/>
                  </a:lnTo>
                  <a:lnTo>
                    <a:pt x="111780" y="226309"/>
                  </a:lnTo>
                  <a:lnTo>
                    <a:pt x="110356" y="228223"/>
                  </a:lnTo>
                  <a:lnTo>
                    <a:pt x="110075" y="229375"/>
                  </a:lnTo>
                  <a:lnTo>
                    <a:pt x="109785" y="231530"/>
                  </a:lnTo>
                  <a:lnTo>
                    <a:pt x="108948" y="233379"/>
                  </a:lnTo>
                  <a:lnTo>
                    <a:pt x="108216" y="234259"/>
                  </a:lnTo>
                  <a:lnTo>
                    <a:pt x="106402" y="235163"/>
                  </a:lnTo>
                  <a:lnTo>
                    <a:pt x="104581" y="237123"/>
                  </a:lnTo>
                  <a:lnTo>
                    <a:pt x="103760" y="236278"/>
                  </a:lnTo>
                  <a:lnTo>
                    <a:pt x="101635" y="236369"/>
                  </a:lnTo>
                  <a:lnTo>
                    <a:pt x="100309" y="234007"/>
                  </a:lnTo>
                  <a:lnTo>
                    <a:pt x="97761" y="232509"/>
                  </a:lnTo>
                  <a:lnTo>
                    <a:pt x="96931" y="229069"/>
                  </a:lnTo>
                  <a:lnTo>
                    <a:pt x="95771" y="228846"/>
                  </a:lnTo>
                  <a:lnTo>
                    <a:pt x="95011" y="228950"/>
                  </a:lnTo>
                  <a:lnTo>
                    <a:pt x="94556" y="228429"/>
                  </a:lnTo>
                  <a:lnTo>
                    <a:pt x="94438" y="227256"/>
                  </a:lnTo>
                  <a:lnTo>
                    <a:pt x="94427" y="226126"/>
                  </a:lnTo>
                  <a:lnTo>
                    <a:pt x="93622" y="226646"/>
                  </a:lnTo>
                  <a:lnTo>
                    <a:pt x="93006" y="226646"/>
                  </a:lnTo>
                  <a:lnTo>
                    <a:pt x="92639" y="227099"/>
                  </a:lnTo>
                  <a:lnTo>
                    <a:pt x="92349" y="227621"/>
                  </a:lnTo>
                  <a:lnTo>
                    <a:pt x="92006" y="227288"/>
                  </a:lnTo>
                  <a:lnTo>
                    <a:pt x="91807" y="227400"/>
                  </a:lnTo>
                  <a:lnTo>
                    <a:pt x="91825" y="228065"/>
                  </a:lnTo>
                  <a:lnTo>
                    <a:pt x="91085" y="228231"/>
                  </a:lnTo>
                  <a:lnTo>
                    <a:pt x="90283" y="227823"/>
                  </a:lnTo>
                  <a:lnTo>
                    <a:pt x="88179" y="226047"/>
                  </a:lnTo>
                  <a:lnTo>
                    <a:pt x="87856" y="225776"/>
                  </a:lnTo>
                  <a:lnTo>
                    <a:pt x="86395" y="225089"/>
                  </a:lnTo>
                  <a:lnTo>
                    <a:pt x="85804" y="224379"/>
                  </a:lnTo>
                  <a:lnTo>
                    <a:pt x="85326" y="222624"/>
                  </a:lnTo>
                  <a:lnTo>
                    <a:pt x="84961" y="222069"/>
                  </a:lnTo>
                  <a:lnTo>
                    <a:pt x="84745" y="221737"/>
                  </a:lnTo>
                  <a:lnTo>
                    <a:pt x="83382" y="222623"/>
                  </a:lnTo>
                  <a:lnTo>
                    <a:pt x="82909" y="224004"/>
                  </a:lnTo>
                  <a:lnTo>
                    <a:pt x="82170" y="225621"/>
                  </a:lnTo>
                  <a:lnTo>
                    <a:pt x="77114" y="233552"/>
                  </a:lnTo>
                  <a:lnTo>
                    <a:pt x="76192" y="236875"/>
                  </a:lnTo>
                  <a:lnTo>
                    <a:pt x="75123" y="241769"/>
                  </a:lnTo>
                  <a:lnTo>
                    <a:pt x="75040" y="244052"/>
                  </a:lnTo>
                  <a:lnTo>
                    <a:pt x="75500" y="251351"/>
                  </a:lnTo>
                  <a:lnTo>
                    <a:pt x="76528" y="255183"/>
                  </a:lnTo>
                  <a:lnTo>
                    <a:pt x="76658" y="256071"/>
                  </a:lnTo>
                  <a:lnTo>
                    <a:pt x="76088" y="256075"/>
                  </a:lnTo>
                  <a:lnTo>
                    <a:pt x="75132" y="255596"/>
                  </a:lnTo>
                  <a:lnTo>
                    <a:pt x="74337" y="255004"/>
                  </a:lnTo>
                  <a:lnTo>
                    <a:pt x="73582" y="255335"/>
                  </a:lnTo>
                  <a:lnTo>
                    <a:pt x="72853" y="256127"/>
                  </a:lnTo>
                  <a:lnTo>
                    <a:pt x="72217" y="256606"/>
                  </a:lnTo>
                  <a:lnTo>
                    <a:pt x="71759" y="256740"/>
                  </a:lnTo>
                  <a:lnTo>
                    <a:pt x="71453" y="257197"/>
                  </a:lnTo>
                  <a:lnTo>
                    <a:pt x="71307" y="258111"/>
                  </a:lnTo>
                  <a:lnTo>
                    <a:pt x="71277" y="258750"/>
                  </a:lnTo>
                  <a:lnTo>
                    <a:pt x="70472" y="258593"/>
                  </a:lnTo>
                  <a:lnTo>
                    <a:pt x="68611" y="257278"/>
                  </a:lnTo>
                  <a:lnTo>
                    <a:pt x="66938" y="256372"/>
                  </a:lnTo>
                  <a:lnTo>
                    <a:pt x="65957" y="257402"/>
                  </a:lnTo>
                  <a:lnTo>
                    <a:pt x="65326" y="258365"/>
                  </a:lnTo>
                  <a:lnTo>
                    <a:pt x="64882" y="258217"/>
                  </a:lnTo>
                  <a:lnTo>
                    <a:pt x="64545" y="257204"/>
                  </a:lnTo>
                  <a:lnTo>
                    <a:pt x="64319" y="256213"/>
                  </a:lnTo>
                  <a:lnTo>
                    <a:pt x="63664" y="255304"/>
                  </a:lnTo>
                  <a:lnTo>
                    <a:pt x="62186" y="253938"/>
                  </a:lnTo>
                  <a:lnTo>
                    <a:pt x="62262" y="253279"/>
                  </a:lnTo>
                  <a:lnTo>
                    <a:pt x="62515" y="252360"/>
                  </a:lnTo>
                  <a:lnTo>
                    <a:pt x="62507" y="251793"/>
                  </a:lnTo>
                  <a:lnTo>
                    <a:pt x="62223" y="250950"/>
                  </a:lnTo>
                  <a:lnTo>
                    <a:pt x="60860" y="250047"/>
                  </a:lnTo>
                  <a:lnTo>
                    <a:pt x="60218" y="249819"/>
                  </a:lnTo>
                  <a:lnTo>
                    <a:pt x="59810" y="250441"/>
                  </a:lnTo>
                  <a:lnTo>
                    <a:pt x="59516" y="251202"/>
                  </a:lnTo>
                  <a:lnTo>
                    <a:pt x="58757" y="248402"/>
                  </a:lnTo>
                  <a:lnTo>
                    <a:pt x="58218" y="247832"/>
                  </a:lnTo>
                  <a:lnTo>
                    <a:pt x="57401" y="247738"/>
                  </a:lnTo>
                  <a:lnTo>
                    <a:pt x="56467" y="246884"/>
                  </a:lnTo>
                  <a:lnTo>
                    <a:pt x="55495" y="245793"/>
                  </a:lnTo>
                  <a:lnTo>
                    <a:pt x="53134" y="244047"/>
                  </a:lnTo>
                  <a:lnTo>
                    <a:pt x="52484" y="243838"/>
                  </a:lnTo>
                  <a:lnTo>
                    <a:pt x="52224" y="244115"/>
                  </a:lnTo>
                  <a:lnTo>
                    <a:pt x="52050" y="245158"/>
                  </a:lnTo>
                  <a:lnTo>
                    <a:pt x="51956" y="248108"/>
                  </a:lnTo>
                  <a:lnTo>
                    <a:pt x="51857" y="248434"/>
                  </a:lnTo>
                  <a:lnTo>
                    <a:pt x="50761" y="248532"/>
                  </a:lnTo>
                  <a:lnTo>
                    <a:pt x="49411" y="248122"/>
                  </a:lnTo>
                  <a:lnTo>
                    <a:pt x="48793" y="248325"/>
                  </a:lnTo>
                  <a:lnTo>
                    <a:pt x="48241" y="248336"/>
                  </a:lnTo>
                  <a:lnTo>
                    <a:pt x="47720" y="247555"/>
                  </a:lnTo>
                  <a:lnTo>
                    <a:pt x="45785" y="248297"/>
                  </a:lnTo>
                  <a:lnTo>
                    <a:pt x="45389" y="248448"/>
                  </a:lnTo>
                  <a:lnTo>
                    <a:pt x="45001" y="248012"/>
                  </a:lnTo>
                  <a:lnTo>
                    <a:pt x="44438" y="246681"/>
                  </a:lnTo>
                  <a:lnTo>
                    <a:pt x="43811" y="245606"/>
                  </a:lnTo>
                  <a:lnTo>
                    <a:pt x="43323" y="245055"/>
                  </a:lnTo>
                  <a:lnTo>
                    <a:pt x="42907" y="244423"/>
                  </a:lnTo>
                  <a:lnTo>
                    <a:pt x="42530" y="244320"/>
                  </a:lnTo>
                  <a:lnTo>
                    <a:pt x="41954" y="244932"/>
                  </a:lnTo>
                  <a:lnTo>
                    <a:pt x="41159" y="245192"/>
                  </a:lnTo>
                  <a:lnTo>
                    <a:pt x="40499" y="245112"/>
                  </a:lnTo>
                  <a:lnTo>
                    <a:pt x="40147" y="245202"/>
                  </a:lnTo>
                  <a:lnTo>
                    <a:pt x="38669" y="241935"/>
                  </a:lnTo>
                  <a:lnTo>
                    <a:pt x="38453" y="241041"/>
                  </a:lnTo>
                  <a:lnTo>
                    <a:pt x="37717" y="240792"/>
                  </a:lnTo>
                  <a:lnTo>
                    <a:pt x="36807" y="240754"/>
                  </a:lnTo>
                  <a:lnTo>
                    <a:pt x="34484" y="238637"/>
                  </a:lnTo>
                  <a:lnTo>
                    <a:pt x="33427" y="237500"/>
                  </a:lnTo>
                  <a:lnTo>
                    <a:pt x="33272" y="236825"/>
                  </a:lnTo>
                  <a:lnTo>
                    <a:pt x="33286" y="236278"/>
                  </a:lnTo>
                  <a:lnTo>
                    <a:pt x="33106" y="236396"/>
                  </a:lnTo>
                  <a:lnTo>
                    <a:pt x="32780" y="237363"/>
                  </a:lnTo>
                  <a:lnTo>
                    <a:pt x="32609" y="238151"/>
                  </a:lnTo>
                  <a:lnTo>
                    <a:pt x="32383" y="238298"/>
                  </a:lnTo>
                  <a:lnTo>
                    <a:pt x="32049" y="238175"/>
                  </a:lnTo>
                  <a:lnTo>
                    <a:pt x="31741" y="237732"/>
                  </a:lnTo>
                  <a:lnTo>
                    <a:pt x="31552" y="237159"/>
                  </a:lnTo>
                  <a:lnTo>
                    <a:pt x="31754" y="236160"/>
                  </a:lnTo>
                  <a:lnTo>
                    <a:pt x="32108" y="234855"/>
                  </a:lnTo>
                  <a:lnTo>
                    <a:pt x="32255" y="233437"/>
                  </a:lnTo>
                  <a:lnTo>
                    <a:pt x="32223" y="232167"/>
                  </a:lnTo>
                  <a:lnTo>
                    <a:pt x="31636" y="231352"/>
                  </a:lnTo>
                  <a:lnTo>
                    <a:pt x="30773" y="231011"/>
                  </a:lnTo>
                  <a:lnTo>
                    <a:pt x="30142" y="230915"/>
                  </a:lnTo>
                  <a:lnTo>
                    <a:pt x="29318" y="230189"/>
                  </a:lnTo>
                  <a:lnTo>
                    <a:pt x="28929" y="229667"/>
                  </a:lnTo>
                  <a:lnTo>
                    <a:pt x="28550" y="228253"/>
                  </a:lnTo>
                  <a:lnTo>
                    <a:pt x="28537" y="227226"/>
                  </a:lnTo>
                  <a:lnTo>
                    <a:pt x="30100" y="226318"/>
                  </a:lnTo>
                  <a:lnTo>
                    <a:pt x="31510" y="222603"/>
                  </a:lnTo>
                  <a:lnTo>
                    <a:pt x="32845" y="209115"/>
                  </a:lnTo>
                  <a:lnTo>
                    <a:pt x="33811" y="193169"/>
                  </a:lnTo>
                  <a:lnTo>
                    <a:pt x="34529" y="190156"/>
                  </a:lnTo>
                  <a:lnTo>
                    <a:pt x="35431" y="189328"/>
                  </a:lnTo>
                  <a:lnTo>
                    <a:pt x="34701" y="187137"/>
                  </a:lnTo>
                  <a:lnTo>
                    <a:pt x="34244" y="188246"/>
                  </a:lnTo>
                  <a:lnTo>
                    <a:pt x="34053" y="189424"/>
                  </a:lnTo>
                  <a:lnTo>
                    <a:pt x="33814" y="190012"/>
                  </a:lnTo>
                  <a:lnTo>
                    <a:pt x="34353" y="175392"/>
                  </a:lnTo>
                  <a:lnTo>
                    <a:pt x="34738" y="170039"/>
                  </a:lnTo>
                  <a:lnTo>
                    <a:pt x="35392" y="164431"/>
                  </a:lnTo>
                  <a:lnTo>
                    <a:pt x="36731" y="166657"/>
                  </a:lnTo>
                  <a:lnTo>
                    <a:pt x="37841" y="168915"/>
                  </a:lnTo>
                  <a:lnTo>
                    <a:pt x="38414" y="170875"/>
                  </a:lnTo>
                  <a:lnTo>
                    <a:pt x="39140" y="177402"/>
                  </a:lnTo>
                  <a:lnTo>
                    <a:pt x="39690" y="178771"/>
                  </a:lnTo>
                  <a:lnTo>
                    <a:pt x="40512" y="180146"/>
                  </a:lnTo>
                  <a:lnTo>
                    <a:pt x="40187" y="178646"/>
                  </a:lnTo>
                  <a:lnTo>
                    <a:pt x="39621" y="177499"/>
                  </a:lnTo>
                  <a:lnTo>
                    <a:pt x="38737" y="168798"/>
                  </a:lnTo>
                  <a:lnTo>
                    <a:pt x="38182" y="166334"/>
                  </a:lnTo>
                  <a:lnTo>
                    <a:pt x="37318" y="164261"/>
                  </a:lnTo>
                  <a:lnTo>
                    <a:pt x="34537" y="159895"/>
                  </a:lnTo>
                  <a:lnTo>
                    <a:pt x="34287" y="159052"/>
                  </a:lnTo>
                  <a:lnTo>
                    <a:pt x="34152" y="157384"/>
                  </a:lnTo>
                  <a:lnTo>
                    <a:pt x="35072" y="157455"/>
                  </a:lnTo>
                  <a:lnTo>
                    <a:pt x="35866" y="158266"/>
                  </a:lnTo>
                  <a:lnTo>
                    <a:pt x="35772" y="157332"/>
                  </a:lnTo>
                  <a:lnTo>
                    <a:pt x="35536" y="156357"/>
                  </a:lnTo>
                  <a:lnTo>
                    <a:pt x="35167" y="152821"/>
                  </a:lnTo>
                  <a:lnTo>
                    <a:pt x="34860" y="144562"/>
                  </a:lnTo>
                  <a:lnTo>
                    <a:pt x="34902" y="143148"/>
                  </a:lnTo>
                  <a:lnTo>
                    <a:pt x="34765" y="141414"/>
                  </a:lnTo>
                  <a:lnTo>
                    <a:pt x="33875" y="141025"/>
                  </a:lnTo>
                  <a:lnTo>
                    <a:pt x="33164" y="140955"/>
                  </a:lnTo>
                  <a:lnTo>
                    <a:pt x="32398" y="140269"/>
                  </a:lnTo>
                  <a:lnTo>
                    <a:pt x="28610" y="135401"/>
                  </a:lnTo>
                  <a:lnTo>
                    <a:pt x="27313" y="130379"/>
                  </a:lnTo>
                  <a:lnTo>
                    <a:pt x="25986" y="126671"/>
                  </a:lnTo>
                  <a:lnTo>
                    <a:pt x="25668" y="125053"/>
                  </a:lnTo>
                  <a:lnTo>
                    <a:pt x="25689" y="123414"/>
                  </a:lnTo>
                  <a:lnTo>
                    <a:pt x="26376" y="119953"/>
                  </a:lnTo>
                  <a:lnTo>
                    <a:pt x="25770" y="117767"/>
                  </a:lnTo>
                  <a:lnTo>
                    <a:pt x="25177" y="117333"/>
                  </a:lnTo>
                  <a:lnTo>
                    <a:pt x="24663" y="116251"/>
                  </a:lnTo>
                  <a:lnTo>
                    <a:pt x="25129" y="114449"/>
                  </a:lnTo>
                  <a:lnTo>
                    <a:pt x="25516" y="113296"/>
                  </a:lnTo>
                  <a:lnTo>
                    <a:pt x="26292" y="112981"/>
                  </a:lnTo>
                  <a:lnTo>
                    <a:pt x="27310" y="113364"/>
                  </a:lnTo>
                  <a:lnTo>
                    <a:pt x="28275" y="114407"/>
                  </a:lnTo>
                  <a:lnTo>
                    <a:pt x="29032" y="114684"/>
                  </a:lnTo>
                  <a:lnTo>
                    <a:pt x="26794" y="111885"/>
                  </a:lnTo>
                  <a:lnTo>
                    <a:pt x="23163" y="112828"/>
                  </a:lnTo>
                  <a:lnTo>
                    <a:pt x="22381" y="112468"/>
                  </a:lnTo>
                  <a:lnTo>
                    <a:pt x="21720" y="111844"/>
                  </a:lnTo>
                  <a:lnTo>
                    <a:pt x="21462" y="109790"/>
                  </a:lnTo>
                  <a:lnTo>
                    <a:pt x="21978" y="108863"/>
                  </a:lnTo>
                  <a:lnTo>
                    <a:pt x="22446" y="107151"/>
                  </a:lnTo>
                  <a:lnTo>
                    <a:pt x="21917" y="105947"/>
                  </a:lnTo>
                  <a:lnTo>
                    <a:pt x="21231" y="105492"/>
                  </a:lnTo>
                  <a:lnTo>
                    <a:pt x="20155" y="105518"/>
                  </a:lnTo>
                  <a:lnTo>
                    <a:pt x="19152" y="105881"/>
                  </a:lnTo>
                  <a:lnTo>
                    <a:pt x="18897" y="105190"/>
                  </a:lnTo>
                  <a:lnTo>
                    <a:pt x="19509" y="103283"/>
                  </a:lnTo>
                  <a:lnTo>
                    <a:pt x="18989" y="102581"/>
                  </a:lnTo>
                  <a:lnTo>
                    <a:pt x="18296" y="102909"/>
                  </a:lnTo>
                  <a:lnTo>
                    <a:pt x="17289" y="103304"/>
                  </a:lnTo>
                  <a:lnTo>
                    <a:pt x="16326" y="102705"/>
                  </a:lnTo>
                  <a:lnTo>
                    <a:pt x="15417" y="100538"/>
                  </a:lnTo>
                  <a:lnTo>
                    <a:pt x="14813" y="100554"/>
                  </a:lnTo>
                  <a:lnTo>
                    <a:pt x="14399" y="100821"/>
                  </a:lnTo>
                  <a:lnTo>
                    <a:pt x="13784" y="99987"/>
                  </a:lnTo>
                  <a:lnTo>
                    <a:pt x="13138" y="99778"/>
                  </a:lnTo>
                  <a:lnTo>
                    <a:pt x="12676" y="100055"/>
                  </a:lnTo>
                  <a:lnTo>
                    <a:pt x="12062" y="98811"/>
                  </a:lnTo>
                  <a:lnTo>
                    <a:pt x="8282" y="96317"/>
                  </a:lnTo>
                  <a:lnTo>
                    <a:pt x="6650" y="96012"/>
                  </a:lnTo>
                  <a:lnTo>
                    <a:pt x="5153" y="97142"/>
                  </a:lnTo>
                  <a:lnTo>
                    <a:pt x="4329" y="96749"/>
                  </a:lnTo>
                  <a:lnTo>
                    <a:pt x="3724" y="95138"/>
                  </a:lnTo>
                  <a:lnTo>
                    <a:pt x="3215" y="92434"/>
                  </a:lnTo>
                  <a:lnTo>
                    <a:pt x="804" y="90349"/>
                  </a:lnTo>
                  <a:lnTo>
                    <a:pt x="1281" y="88981"/>
                  </a:lnTo>
                  <a:lnTo>
                    <a:pt x="2404" y="88658"/>
                  </a:lnTo>
                  <a:lnTo>
                    <a:pt x="3698" y="87710"/>
                  </a:lnTo>
                  <a:lnTo>
                    <a:pt x="4163" y="86494"/>
                  </a:lnTo>
                  <a:lnTo>
                    <a:pt x="3152" y="85076"/>
                  </a:lnTo>
                  <a:lnTo>
                    <a:pt x="2406" y="84728"/>
                  </a:lnTo>
                  <a:lnTo>
                    <a:pt x="2097" y="84219"/>
                  </a:lnTo>
                  <a:lnTo>
                    <a:pt x="1781" y="82946"/>
                  </a:lnTo>
                  <a:lnTo>
                    <a:pt x="2228" y="82365"/>
                  </a:lnTo>
                  <a:lnTo>
                    <a:pt x="2543" y="82673"/>
                  </a:lnTo>
                  <a:lnTo>
                    <a:pt x="3453" y="82857"/>
                  </a:lnTo>
                  <a:lnTo>
                    <a:pt x="5009" y="82543"/>
                  </a:lnTo>
                  <a:lnTo>
                    <a:pt x="4429" y="81261"/>
                  </a:lnTo>
                  <a:lnTo>
                    <a:pt x="3827" y="80975"/>
                  </a:lnTo>
                  <a:lnTo>
                    <a:pt x="3550" y="80653"/>
                  </a:lnTo>
                  <a:lnTo>
                    <a:pt x="2285" y="80515"/>
                  </a:lnTo>
                  <a:lnTo>
                    <a:pt x="1709" y="80952"/>
                  </a:lnTo>
                  <a:lnTo>
                    <a:pt x="414" y="80786"/>
                  </a:lnTo>
                  <a:lnTo>
                    <a:pt x="134" y="79401"/>
                  </a:lnTo>
                  <a:lnTo>
                    <a:pt x="0" y="78212"/>
                  </a:lnTo>
                  <a:lnTo>
                    <a:pt x="401" y="75563"/>
                  </a:lnTo>
                  <a:lnTo>
                    <a:pt x="2223" y="73197"/>
                  </a:lnTo>
                  <a:lnTo>
                    <a:pt x="6764" y="70610"/>
                  </a:lnTo>
                  <a:lnTo>
                    <a:pt x="8718" y="70988"/>
                  </a:lnTo>
                  <a:lnTo>
                    <a:pt x="10072" y="70522"/>
                  </a:lnTo>
                  <a:lnTo>
                    <a:pt x="11695" y="68892"/>
                  </a:lnTo>
                  <a:lnTo>
                    <a:pt x="12411" y="67495"/>
                  </a:lnTo>
                  <a:lnTo>
                    <a:pt x="14719" y="66671"/>
                  </a:lnTo>
                  <a:lnTo>
                    <a:pt x="16913" y="68153"/>
                  </a:lnTo>
                  <a:lnTo>
                    <a:pt x="18935" y="73755"/>
                  </a:lnTo>
                  <a:lnTo>
                    <a:pt x="19901" y="75654"/>
                  </a:lnTo>
                  <a:lnTo>
                    <a:pt x="22268" y="72360"/>
                  </a:lnTo>
                  <a:lnTo>
                    <a:pt x="25794" y="72457"/>
                  </a:lnTo>
                  <a:lnTo>
                    <a:pt x="26522" y="74316"/>
                  </a:lnTo>
                  <a:lnTo>
                    <a:pt x="26815" y="72750"/>
                  </a:lnTo>
                  <a:lnTo>
                    <a:pt x="27464" y="70917"/>
                  </a:lnTo>
                  <a:lnTo>
                    <a:pt x="27981" y="71753"/>
                  </a:lnTo>
                  <a:lnTo>
                    <a:pt x="28242" y="72885"/>
                  </a:lnTo>
                  <a:lnTo>
                    <a:pt x="31964" y="72563"/>
                  </a:lnTo>
                  <a:lnTo>
                    <a:pt x="32552" y="72233"/>
                  </a:lnTo>
                  <a:lnTo>
                    <a:pt x="31552" y="70903"/>
                  </a:lnTo>
                  <a:lnTo>
                    <a:pt x="30735" y="67714"/>
                  </a:lnTo>
                  <a:lnTo>
                    <a:pt x="30565" y="55987"/>
                  </a:lnTo>
                  <a:lnTo>
                    <a:pt x="29534" y="52713"/>
                  </a:lnTo>
                  <a:lnTo>
                    <a:pt x="28351" y="47484"/>
                  </a:lnTo>
                  <a:lnTo>
                    <a:pt x="27806" y="44382"/>
                  </a:lnTo>
                  <a:lnTo>
                    <a:pt x="27755" y="43310"/>
                  </a:lnTo>
                  <a:lnTo>
                    <a:pt x="27937" y="41762"/>
                  </a:lnTo>
                  <a:lnTo>
                    <a:pt x="29392" y="41846"/>
                  </a:lnTo>
                  <a:lnTo>
                    <a:pt x="30516" y="42238"/>
                  </a:lnTo>
                  <a:lnTo>
                    <a:pt x="32655" y="41068"/>
                  </a:lnTo>
                  <a:lnTo>
                    <a:pt x="33684" y="41869"/>
                  </a:lnTo>
                  <a:lnTo>
                    <a:pt x="33624" y="44290"/>
                  </a:lnTo>
                  <a:lnTo>
                    <a:pt x="33938" y="47344"/>
                  </a:lnTo>
                  <a:lnTo>
                    <a:pt x="34297" y="48823"/>
                  </a:lnTo>
                  <a:lnTo>
                    <a:pt x="34839" y="50506"/>
                  </a:lnTo>
                  <a:lnTo>
                    <a:pt x="36564" y="50350"/>
                  </a:lnTo>
                  <a:lnTo>
                    <a:pt x="38425" y="51338"/>
                  </a:lnTo>
                  <a:lnTo>
                    <a:pt x="40777" y="51491"/>
                  </a:lnTo>
                  <a:lnTo>
                    <a:pt x="44213" y="53198"/>
                  </a:lnTo>
                  <a:lnTo>
                    <a:pt x="45677" y="52209"/>
                  </a:lnTo>
                  <a:lnTo>
                    <a:pt x="45785" y="52050"/>
                  </a:lnTo>
                  <a:lnTo>
                    <a:pt x="47093" y="50103"/>
                  </a:lnTo>
                  <a:lnTo>
                    <a:pt x="49792" y="48718"/>
                  </a:lnTo>
                  <a:lnTo>
                    <a:pt x="50007" y="47985"/>
                  </a:lnTo>
                  <a:lnTo>
                    <a:pt x="48454" y="48278"/>
                  </a:lnTo>
                  <a:lnTo>
                    <a:pt x="47029" y="46943"/>
                  </a:lnTo>
                  <a:lnTo>
                    <a:pt x="46836" y="45493"/>
                  </a:lnTo>
                  <a:lnTo>
                    <a:pt x="47001" y="44192"/>
                  </a:lnTo>
                  <a:lnTo>
                    <a:pt x="47580" y="41194"/>
                  </a:lnTo>
                  <a:lnTo>
                    <a:pt x="51709" y="36468"/>
                  </a:lnTo>
                  <a:lnTo>
                    <a:pt x="54669" y="35072"/>
                  </a:lnTo>
                  <a:lnTo>
                    <a:pt x="57758" y="32470"/>
                  </a:lnTo>
                  <a:lnTo>
                    <a:pt x="59313" y="29802"/>
                  </a:lnTo>
                  <a:lnTo>
                    <a:pt x="60340" y="26358"/>
                  </a:lnTo>
                  <a:lnTo>
                    <a:pt x="60671" y="25601"/>
                  </a:lnTo>
                  <a:lnTo>
                    <a:pt x="61097" y="24966"/>
                  </a:lnTo>
                  <a:lnTo>
                    <a:pt x="60701" y="23732"/>
                  </a:lnTo>
                  <a:lnTo>
                    <a:pt x="60969" y="10574"/>
                  </a:lnTo>
                  <a:lnTo>
                    <a:pt x="61258" y="8203"/>
                  </a:lnTo>
                  <a:lnTo>
                    <a:pt x="61861" y="6267"/>
                  </a:lnTo>
                  <a:lnTo>
                    <a:pt x="62778" y="4769"/>
                  </a:lnTo>
                  <a:lnTo>
                    <a:pt x="64171" y="3146"/>
                  </a:lnTo>
                  <a:lnTo>
                    <a:pt x="69297" y="904"/>
                  </a:lnTo>
                  <a:lnTo>
                    <a:pt x="70058" y="0"/>
                  </a:lnTo>
                  <a:lnTo>
                    <a:pt x="70165" y="1406"/>
                  </a:lnTo>
                  <a:lnTo>
                    <a:pt x="70538" y="3207"/>
                  </a:lnTo>
                  <a:lnTo>
                    <a:pt x="70794" y="4191"/>
                  </a:lnTo>
                  <a:lnTo>
                    <a:pt x="70581" y="5476"/>
                  </a:lnTo>
                  <a:lnTo>
                    <a:pt x="70749" y="6535"/>
                  </a:lnTo>
                  <a:lnTo>
                    <a:pt x="71445" y="8441"/>
                  </a:lnTo>
                  <a:lnTo>
                    <a:pt x="72312" y="10238"/>
                  </a:lnTo>
                  <a:lnTo>
                    <a:pt x="73085" y="11386"/>
                  </a:lnTo>
                  <a:lnTo>
                    <a:pt x="73303" y="11261"/>
                  </a:lnTo>
                  <a:lnTo>
                    <a:pt x="73875" y="10935"/>
                  </a:lnTo>
                  <a:lnTo>
                    <a:pt x="74845" y="9757"/>
                  </a:lnTo>
                  <a:lnTo>
                    <a:pt x="75653" y="9386"/>
                  </a:lnTo>
                  <a:lnTo>
                    <a:pt x="76115" y="10288"/>
                  </a:lnTo>
                  <a:lnTo>
                    <a:pt x="76376" y="10798"/>
                  </a:lnTo>
                  <a:lnTo>
                    <a:pt x="76884" y="12829"/>
                  </a:lnTo>
                  <a:lnTo>
                    <a:pt x="77027" y="14950"/>
                  </a:lnTo>
                  <a:lnTo>
                    <a:pt x="77253" y="16712"/>
                  </a:lnTo>
                  <a:lnTo>
                    <a:pt x="77666" y="17426"/>
                  </a:lnTo>
                  <a:lnTo>
                    <a:pt x="79211" y="17660"/>
                  </a:lnTo>
                  <a:lnTo>
                    <a:pt x="80350" y="18313"/>
                  </a:lnTo>
                  <a:lnTo>
                    <a:pt x="80651" y="18905"/>
                  </a:lnTo>
                  <a:lnTo>
                    <a:pt x="81041" y="22821"/>
                  </a:lnTo>
                  <a:lnTo>
                    <a:pt x="81253" y="23375"/>
                  </a:lnTo>
                  <a:lnTo>
                    <a:pt x="81536" y="22913"/>
                  </a:lnTo>
                  <a:lnTo>
                    <a:pt x="81817" y="22268"/>
                  </a:lnTo>
                  <a:lnTo>
                    <a:pt x="82207" y="22166"/>
                  </a:lnTo>
                  <a:lnTo>
                    <a:pt x="82875" y="22414"/>
                  </a:lnTo>
                  <a:lnTo>
                    <a:pt x="83756" y="22492"/>
                  </a:lnTo>
                  <a:lnTo>
                    <a:pt x="84664" y="22923"/>
                  </a:lnTo>
                  <a:lnTo>
                    <a:pt x="85918" y="25135"/>
                  </a:lnTo>
                  <a:lnTo>
                    <a:pt x="85870" y="25865"/>
                  </a:lnTo>
                  <a:lnTo>
                    <a:pt x="85625" y="27146"/>
                  </a:lnTo>
                  <a:lnTo>
                    <a:pt x="85540" y="28169"/>
                  </a:lnTo>
                  <a:lnTo>
                    <a:pt x="85755" y="28580"/>
                  </a:lnTo>
                  <a:lnTo>
                    <a:pt x="86087" y="29637"/>
                  </a:lnTo>
                  <a:lnTo>
                    <a:pt x="86007" y="30857"/>
                  </a:lnTo>
                  <a:lnTo>
                    <a:pt x="85684" y="31713"/>
                  </a:lnTo>
                  <a:lnTo>
                    <a:pt x="85555" y="32418"/>
                  </a:lnTo>
                  <a:lnTo>
                    <a:pt x="85556" y="32877"/>
                  </a:lnTo>
                  <a:lnTo>
                    <a:pt x="85675" y="33258"/>
                  </a:lnTo>
                  <a:lnTo>
                    <a:pt x="85932" y="33593"/>
                  </a:lnTo>
                  <a:lnTo>
                    <a:pt x="87784" y="34044"/>
                  </a:lnTo>
                  <a:lnTo>
                    <a:pt x="89479" y="33593"/>
                  </a:lnTo>
                  <a:lnTo>
                    <a:pt x="90547" y="32346"/>
                  </a:lnTo>
                  <a:lnTo>
                    <a:pt x="90729" y="31033"/>
                  </a:lnTo>
                  <a:lnTo>
                    <a:pt x="91033" y="29550"/>
                  </a:lnTo>
                  <a:lnTo>
                    <a:pt x="91669" y="28309"/>
                  </a:lnTo>
                  <a:lnTo>
                    <a:pt x="92110" y="27892"/>
                  </a:lnTo>
                  <a:lnTo>
                    <a:pt x="92512" y="28403"/>
                  </a:lnTo>
                  <a:lnTo>
                    <a:pt x="91834" y="33613"/>
                  </a:lnTo>
                  <a:lnTo>
                    <a:pt x="92329" y="34945"/>
                  </a:lnTo>
                  <a:lnTo>
                    <a:pt x="92402" y="36936"/>
                  </a:lnTo>
                  <a:lnTo>
                    <a:pt x="92580" y="38679"/>
                  </a:lnTo>
                  <a:lnTo>
                    <a:pt x="93185" y="38646"/>
                  </a:lnTo>
                  <a:lnTo>
                    <a:pt x="93920" y="38967"/>
                  </a:lnTo>
                  <a:lnTo>
                    <a:pt x="94440" y="39612"/>
                  </a:lnTo>
                  <a:lnTo>
                    <a:pt x="95046" y="40648"/>
                  </a:lnTo>
                  <a:lnTo>
                    <a:pt x="95920" y="41600"/>
                  </a:lnTo>
                  <a:lnTo>
                    <a:pt x="96533" y="41935"/>
                  </a:lnTo>
                  <a:lnTo>
                    <a:pt x="96756" y="42732"/>
                  </a:lnTo>
                  <a:lnTo>
                    <a:pt x="97252" y="43652"/>
                  </a:lnTo>
                  <a:lnTo>
                    <a:pt x="98032" y="45583"/>
                  </a:lnTo>
                  <a:lnTo>
                    <a:pt x="98730" y="46871"/>
                  </a:lnTo>
                  <a:lnTo>
                    <a:pt x="99067" y="46867"/>
                  </a:lnTo>
                  <a:lnTo>
                    <a:pt x="99718" y="46359"/>
                  </a:lnTo>
                  <a:lnTo>
                    <a:pt x="100683" y="460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2"/>
            <p:cNvSpPr/>
            <p:nvPr/>
          </p:nvSpPr>
          <p:spPr>
            <a:xfrm>
              <a:off x="2756173" y="1812834"/>
              <a:ext cx="2453" cy="6501"/>
            </a:xfrm>
            <a:custGeom>
              <a:avLst/>
              <a:pathLst>
                <a:path w="2453" h="6501">
                  <a:moveTo>
                    <a:pt x="2263" y="5605"/>
                  </a:moveTo>
                  <a:lnTo>
                    <a:pt x="2453" y="6501"/>
                  </a:lnTo>
                  <a:lnTo>
                    <a:pt x="2228" y="6401"/>
                  </a:lnTo>
                  <a:lnTo>
                    <a:pt x="1580" y="5380"/>
                  </a:lnTo>
                  <a:lnTo>
                    <a:pt x="449" y="2942"/>
                  </a:lnTo>
                  <a:lnTo>
                    <a:pt x="53" y="927"/>
                  </a:lnTo>
                  <a:lnTo>
                    <a:pt x="0" y="0"/>
                  </a:lnTo>
                  <a:lnTo>
                    <a:pt x="278" y="103"/>
                  </a:lnTo>
                  <a:lnTo>
                    <a:pt x="511" y="932"/>
                  </a:lnTo>
                  <a:lnTo>
                    <a:pt x="1584" y="1476"/>
                  </a:lnTo>
                  <a:lnTo>
                    <a:pt x="1867" y="1885"/>
                  </a:lnTo>
                  <a:lnTo>
                    <a:pt x="1863" y="2894"/>
                  </a:lnTo>
                  <a:lnTo>
                    <a:pt x="2224" y="40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3"/>
            <p:cNvSpPr/>
            <p:nvPr/>
          </p:nvSpPr>
          <p:spPr>
            <a:xfrm>
              <a:off x="2756655" y="1804874"/>
              <a:ext cx="2514" cy="4001"/>
            </a:xfrm>
            <a:custGeom>
              <a:avLst/>
              <a:pathLst>
                <a:path w="2514" h="4001">
                  <a:moveTo>
                    <a:pt x="2514" y="2888"/>
                  </a:moveTo>
                  <a:lnTo>
                    <a:pt x="2326" y="4001"/>
                  </a:lnTo>
                  <a:lnTo>
                    <a:pt x="2063" y="3990"/>
                  </a:lnTo>
                  <a:lnTo>
                    <a:pt x="1158" y="2611"/>
                  </a:lnTo>
                  <a:lnTo>
                    <a:pt x="438" y="1859"/>
                  </a:lnTo>
                  <a:lnTo>
                    <a:pt x="199" y="1225"/>
                  </a:lnTo>
                  <a:lnTo>
                    <a:pt x="0" y="135"/>
                  </a:lnTo>
                  <a:lnTo>
                    <a:pt x="413" y="0"/>
                  </a:lnTo>
                  <a:lnTo>
                    <a:pt x="903" y="246"/>
                  </a:lnTo>
                  <a:lnTo>
                    <a:pt x="2140" y="1239"/>
                  </a:lnTo>
                  <a:lnTo>
                    <a:pt x="2489" y="227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4"/>
            <p:cNvSpPr/>
            <p:nvPr/>
          </p:nvSpPr>
          <p:spPr>
            <a:xfrm>
              <a:off x="2751484" y="1797561"/>
              <a:ext cx="3436" cy="3285"/>
            </a:xfrm>
            <a:custGeom>
              <a:avLst/>
              <a:pathLst>
                <a:path w="3436" h="3285">
                  <a:moveTo>
                    <a:pt x="2266" y="352"/>
                  </a:moveTo>
                  <a:lnTo>
                    <a:pt x="3129" y="1497"/>
                  </a:lnTo>
                  <a:lnTo>
                    <a:pt x="3436" y="2304"/>
                  </a:lnTo>
                  <a:lnTo>
                    <a:pt x="2939" y="3084"/>
                  </a:lnTo>
                  <a:lnTo>
                    <a:pt x="2338" y="3285"/>
                  </a:lnTo>
                  <a:lnTo>
                    <a:pt x="1611" y="3104"/>
                  </a:lnTo>
                  <a:lnTo>
                    <a:pt x="418" y="2258"/>
                  </a:lnTo>
                  <a:lnTo>
                    <a:pt x="0" y="323"/>
                  </a:lnTo>
                  <a:lnTo>
                    <a:pt x="825" y="370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5"/>
            <p:cNvSpPr/>
            <p:nvPr/>
          </p:nvSpPr>
          <p:spPr>
            <a:xfrm>
              <a:off x="2753892" y="1792684"/>
              <a:ext cx="5202" cy="10779"/>
            </a:xfrm>
            <a:custGeom>
              <a:avLst/>
              <a:pathLst>
                <a:path w="5202" h="10779">
                  <a:moveTo>
                    <a:pt x="5202" y="2611"/>
                  </a:moveTo>
                  <a:lnTo>
                    <a:pt x="4964" y="6579"/>
                  </a:lnTo>
                  <a:lnTo>
                    <a:pt x="4573" y="6557"/>
                  </a:lnTo>
                  <a:lnTo>
                    <a:pt x="3876" y="5459"/>
                  </a:lnTo>
                  <a:lnTo>
                    <a:pt x="3352" y="5234"/>
                  </a:lnTo>
                  <a:lnTo>
                    <a:pt x="3188" y="5820"/>
                  </a:lnTo>
                  <a:lnTo>
                    <a:pt x="3215" y="6525"/>
                  </a:lnTo>
                  <a:lnTo>
                    <a:pt x="3486" y="6968"/>
                  </a:lnTo>
                  <a:lnTo>
                    <a:pt x="4322" y="9629"/>
                  </a:lnTo>
                  <a:lnTo>
                    <a:pt x="4400" y="10404"/>
                  </a:lnTo>
                  <a:lnTo>
                    <a:pt x="4297" y="10779"/>
                  </a:lnTo>
                  <a:lnTo>
                    <a:pt x="3484" y="10011"/>
                  </a:lnTo>
                  <a:lnTo>
                    <a:pt x="1524" y="6567"/>
                  </a:lnTo>
                  <a:lnTo>
                    <a:pt x="0" y="906"/>
                  </a:lnTo>
                  <a:lnTo>
                    <a:pt x="2052" y="0"/>
                  </a:lnTo>
                  <a:lnTo>
                    <a:pt x="3542" y="14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6"/>
            <p:cNvSpPr/>
            <p:nvPr/>
          </p:nvSpPr>
          <p:spPr>
            <a:xfrm>
              <a:off x="2759782" y="1791520"/>
              <a:ext cx="1474" cy="4998"/>
            </a:xfrm>
            <a:custGeom>
              <a:avLst/>
              <a:pathLst>
                <a:path w="1474" h="4998">
                  <a:moveTo>
                    <a:pt x="1474" y="2866"/>
                  </a:moveTo>
                  <a:lnTo>
                    <a:pt x="1015" y="4998"/>
                  </a:lnTo>
                  <a:lnTo>
                    <a:pt x="334" y="4663"/>
                  </a:lnTo>
                  <a:lnTo>
                    <a:pt x="147" y="4433"/>
                  </a:lnTo>
                  <a:lnTo>
                    <a:pt x="0" y="3875"/>
                  </a:lnTo>
                  <a:lnTo>
                    <a:pt x="71" y="2291"/>
                  </a:lnTo>
                  <a:lnTo>
                    <a:pt x="46" y="0"/>
                  </a:lnTo>
                  <a:lnTo>
                    <a:pt x="830" y="188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7"/>
            <p:cNvSpPr/>
            <p:nvPr/>
          </p:nvSpPr>
          <p:spPr>
            <a:xfrm>
              <a:off x="4389112" y="3476426"/>
              <a:ext cx="695" cy="1706"/>
            </a:xfrm>
            <a:custGeom>
              <a:avLst/>
              <a:pathLst>
                <a:path w="695" h="1706">
                  <a:moveTo>
                    <a:pt x="597" y="274"/>
                  </a:moveTo>
                  <a:lnTo>
                    <a:pt x="695" y="1706"/>
                  </a:lnTo>
                  <a:lnTo>
                    <a:pt x="84" y="1011"/>
                  </a:lnTo>
                  <a:lnTo>
                    <a:pt x="0" y="504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8"/>
            <p:cNvSpPr/>
            <p:nvPr/>
          </p:nvSpPr>
          <p:spPr>
            <a:xfrm>
              <a:off x="4343029" y="3427885"/>
              <a:ext cx="1993" cy="5517"/>
            </a:xfrm>
            <a:custGeom>
              <a:avLst/>
              <a:pathLst>
                <a:path w="1993" h="5517">
                  <a:moveTo>
                    <a:pt x="1799" y="4847"/>
                  </a:moveTo>
                  <a:lnTo>
                    <a:pt x="1239" y="5517"/>
                  </a:lnTo>
                  <a:lnTo>
                    <a:pt x="536" y="5214"/>
                  </a:lnTo>
                  <a:lnTo>
                    <a:pt x="319" y="2804"/>
                  </a:lnTo>
                  <a:lnTo>
                    <a:pt x="0" y="2159"/>
                  </a:lnTo>
                  <a:lnTo>
                    <a:pt x="68" y="972"/>
                  </a:lnTo>
                  <a:lnTo>
                    <a:pt x="562" y="0"/>
                  </a:lnTo>
                  <a:lnTo>
                    <a:pt x="1605" y="787"/>
                  </a:lnTo>
                  <a:lnTo>
                    <a:pt x="1993" y="2498"/>
                  </a:lnTo>
                  <a:lnTo>
                    <a:pt x="1747" y="36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69"/>
            <p:cNvSpPr/>
            <p:nvPr/>
          </p:nvSpPr>
          <p:spPr>
            <a:xfrm>
              <a:off x="4279983" y="3415690"/>
              <a:ext cx="776" cy="1696"/>
            </a:xfrm>
            <a:custGeom>
              <a:avLst/>
              <a:pathLst>
                <a:path w="776" h="1696">
                  <a:moveTo>
                    <a:pt x="750" y="1307"/>
                  </a:moveTo>
                  <a:lnTo>
                    <a:pt x="670" y="1696"/>
                  </a:lnTo>
                  <a:lnTo>
                    <a:pt x="82" y="1546"/>
                  </a:lnTo>
                  <a:lnTo>
                    <a:pt x="0" y="1327"/>
                  </a:lnTo>
                  <a:lnTo>
                    <a:pt x="51" y="1155"/>
                  </a:lnTo>
                  <a:lnTo>
                    <a:pt x="332" y="981"/>
                  </a:lnTo>
                  <a:lnTo>
                    <a:pt x="365" y="444"/>
                  </a:lnTo>
                  <a:lnTo>
                    <a:pt x="222" y="330"/>
                  </a:lnTo>
                  <a:lnTo>
                    <a:pt x="345" y="50"/>
                  </a:lnTo>
                  <a:lnTo>
                    <a:pt x="574" y="0"/>
                  </a:lnTo>
                  <a:lnTo>
                    <a:pt x="706" y="330"/>
                  </a:lnTo>
                  <a:lnTo>
                    <a:pt x="776" y="8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0"/>
            <p:cNvSpPr/>
            <p:nvPr/>
          </p:nvSpPr>
          <p:spPr>
            <a:xfrm>
              <a:off x="4282735" y="3413425"/>
              <a:ext cx="544" cy="1191"/>
            </a:xfrm>
            <a:custGeom>
              <a:avLst/>
              <a:pathLst>
                <a:path w="544" h="1191">
                  <a:moveTo>
                    <a:pt x="244" y="1035"/>
                  </a:moveTo>
                  <a:lnTo>
                    <a:pt x="79" y="1191"/>
                  </a:lnTo>
                  <a:lnTo>
                    <a:pt x="0" y="1043"/>
                  </a:lnTo>
                  <a:lnTo>
                    <a:pt x="38" y="287"/>
                  </a:lnTo>
                  <a:lnTo>
                    <a:pt x="90" y="27"/>
                  </a:lnTo>
                  <a:lnTo>
                    <a:pt x="248" y="0"/>
                  </a:lnTo>
                  <a:lnTo>
                    <a:pt x="524" y="204"/>
                  </a:lnTo>
                  <a:lnTo>
                    <a:pt x="544" y="39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1"/>
            <p:cNvSpPr/>
            <p:nvPr/>
          </p:nvSpPr>
          <p:spPr>
            <a:xfrm>
              <a:off x="4150124" y="3350597"/>
              <a:ext cx="1457" cy="5149"/>
            </a:xfrm>
            <a:custGeom>
              <a:avLst/>
              <a:pathLst>
                <a:path w="1457" h="5149">
                  <a:moveTo>
                    <a:pt x="776" y="2737"/>
                  </a:moveTo>
                  <a:lnTo>
                    <a:pt x="49" y="5149"/>
                  </a:lnTo>
                  <a:lnTo>
                    <a:pt x="0" y="4360"/>
                  </a:lnTo>
                  <a:lnTo>
                    <a:pt x="222" y="2917"/>
                  </a:lnTo>
                  <a:lnTo>
                    <a:pt x="528" y="1274"/>
                  </a:lnTo>
                  <a:lnTo>
                    <a:pt x="817" y="287"/>
                  </a:lnTo>
                  <a:lnTo>
                    <a:pt x="1191" y="0"/>
                  </a:lnTo>
                  <a:lnTo>
                    <a:pt x="1457" y="1362"/>
                  </a:lnTo>
                  <a:lnTo>
                    <a:pt x="1159" y="25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2"/>
            <p:cNvSpPr/>
            <p:nvPr/>
          </p:nvSpPr>
          <p:spPr>
            <a:xfrm>
              <a:off x="2906511" y="3566042"/>
              <a:ext cx="55542" cy="183750"/>
            </a:xfrm>
            <a:custGeom>
              <a:avLst/>
              <a:pathLst>
                <a:path w="55542" h="183750">
                  <a:moveTo>
                    <a:pt x="44130" y="4155"/>
                  </a:moveTo>
                  <a:lnTo>
                    <a:pt x="44083" y="6220"/>
                  </a:lnTo>
                  <a:lnTo>
                    <a:pt x="43322" y="11281"/>
                  </a:lnTo>
                  <a:lnTo>
                    <a:pt x="42963" y="15177"/>
                  </a:lnTo>
                  <a:lnTo>
                    <a:pt x="42872" y="19328"/>
                  </a:lnTo>
                  <a:lnTo>
                    <a:pt x="43083" y="22668"/>
                  </a:lnTo>
                  <a:lnTo>
                    <a:pt x="43450" y="25045"/>
                  </a:lnTo>
                  <a:lnTo>
                    <a:pt x="43686" y="27643"/>
                  </a:lnTo>
                  <a:lnTo>
                    <a:pt x="43503" y="29453"/>
                  </a:lnTo>
                  <a:lnTo>
                    <a:pt x="43136" y="30227"/>
                  </a:lnTo>
                  <a:lnTo>
                    <a:pt x="43388" y="31137"/>
                  </a:lnTo>
                  <a:lnTo>
                    <a:pt x="43944" y="31356"/>
                  </a:lnTo>
                  <a:lnTo>
                    <a:pt x="44888" y="30566"/>
                  </a:lnTo>
                  <a:lnTo>
                    <a:pt x="46339" y="29182"/>
                  </a:lnTo>
                  <a:lnTo>
                    <a:pt x="48242" y="27182"/>
                  </a:lnTo>
                  <a:lnTo>
                    <a:pt x="49493" y="26105"/>
                  </a:lnTo>
                  <a:lnTo>
                    <a:pt x="51558" y="26780"/>
                  </a:lnTo>
                  <a:lnTo>
                    <a:pt x="52661" y="27539"/>
                  </a:lnTo>
                  <a:lnTo>
                    <a:pt x="53227" y="28947"/>
                  </a:lnTo>
                  <a:lnTo>
                    <a:pt x="53835" y="34907"/>
                  </a:lnTo>
                  <a:lnTo>
                    <a:pt x="54137" y="35812"/>
                  </a:lnTo>
                  <a:lnTo>
                    <a:pt x="54637" y="38347"/>
                  </a:lnTo>
                  <a:lnTo>
                    <a:pt x="55055" y="41390"/>
                  </a:lnTo>
                  <a:lnTo>
                    <a:pt x="55144" y="42937"/>
                  </a:lnTo>
                  <a:lnTo>
                    <a:pt x="55099" y="44049"/>
                  </a:lnTo>
                  <a:lnTo>
                    <a:pt x="54677" y="45697"/>
                  </a:lnTo>
                  <a:lnTo>
                    <a:pt x="54205" y="48116"/>
                  </a:lnTo>
                  <a:lnTo>
                    <a:pt x="54039" y="49582"/>
                  </a:lnTo>
                  <a:lnTo>
                    <a:pt x="53644" y="50669"/>
                  </a:lnTo>
                  <a:lnTo>
                    <a:pt x="53142" y="51742"/>
                  </a:lnTo>
                  <a:lnTo>
                    <a:pt x="51763" y="52172"/>
                  </a:lnTo>
                  <a:lnTo>
                    <a:pt x="51552" y="52810"/>
                  </a:lnTo>
                  <a:lnTo>
                    <a:pt x="51165" y="55388"/>
                  </a:lnTo>
                  <a:lnTo>
                    <a:pt x="50437" y="57573"/>
                  </a:lnTo>
                  <a:lnTo>
                    <a:pt x="50106" y="59636"/>
                  </a:lnTo>
                  <a:lnTo>
                    <a:pt x="49812" y="62389"/>
                  </a:lnTo>
                  <a:lnTo>
                    <a:pt x="49870" y="65802"/>
                  </a:lnTo>
                  <a:lnTo>
                    <a:pt x="49725" y="70711"/>
                  </a:lnTo>
                  <a:lnTo>
                    <a:pt x="49577" y="74035"/>
                  </a:lnTo>
                  <a:lnTo>
                    <a:pt x="49942" y="75195"/>
                  </a:lnTo>
                  <a:lnTo>
                    <a:pt x="51589" y="76009"/>
                  </a:lnTo>
                  <a:lnTo>
                    <a:pt x="51910" y="76667"/>
                  </a:lnTo>
                  <a:lnTo>
                    <a:pt x="52348" y="78721"/>
                  </a:lnTo>
                  <a:lnTo>
                    <a:pt x="52909" y="80655"/>
                  </a:lnTo>
                  <a:lnTo>
                    <a:pt x="54419" y="81873"/>
                  </a:lnTo>
                  <a:lnTo>
                    <a:pt x="55005" y="83353"/>
                  </a:lnTo>
                  <a:lnTo>
                    <a:pt x="55480" y="84972"/>
                  </a:lnTo>
                  <a:lnTo>
                    <a:pt x="55542" y="86299"/>
                  </a:lnTo>
                  <a:lnTo>
                    <a:pt x="55199" y="91632"/>
                  </a:lnTo>
                  <a:lnTo>
                    <a:pt x="54870" y="96751"/>
                  </a:lnTo>
                  <a:lnTo>
                    <a:pt x="54998" y="100647"/>
                  </a:lnTo>
                  <a:lnTo>
                    <a:pt x="55122" y="104366"/>
                  </a:lnTo>
                  <a:lnTo>
                    <a:pt x="55302" y="109785"/>
                  </a:lnTo>
                  <a:lnTo>
                    <a:pt x="55222" y="113092"/>
                  </a:lnTo>
                  <a:lnTo>
                    <a:pt x="54796" y="115109"/>
                  </a:lnTo>
                  <a:lnTo>
                    <a:pt x="54796" y="116694"/>
                  </a:lnTo>
                  <a:lnTo>
                    <a:pt x="54991" y="118601"/>
                  </a:lnTo>
                  <a:lnTo>
                    <a:pt x="54613" y="123876"/>
                  </a:lnTo>
                  <a:lnTo>
                    <a:pt x="54369" y="124768"/>
                  </a:lnTo>
                  <a:lnTo>
                    <a:pt x="53694" y="125752"/>
                  </a:lnTo>
                  <a:lnTo>
                    <a:pt x="53339" y="127169"/>
                  </a:lnTo>
                  <a:lnTo>
                    <a:pt x="53226" y="129393"/>
                  </a:lnTo>
                  <a:lnTo>
                    <a:pt x="52862" y="132441"/>
                  </a:lnTo>
                  <a:lnTo>
                    <a:pt x="52488" y="133555"/>
                  </a:lnTo>
                  <a:lnTo>
                    <a:pt x="52488" y="134971"/>
                  </a:lnTo>
                  <a:lnTo>
                    <a:pt x="52848" y="136007"/>
                  </a:lnTo>
                  <a:lnTo>
                    <a:pt x="52843" y="137592"/>
                  </a:lnTo>
                  <a:lnTo>
                    <a:pt x="52170" y="139476"/>
                  </a:lnTo>
                  <a:lnTo>
                    <a:pt x="51762" y="140922"/>
                  </a:lnTo>
                  <a:lnTo>
                    <a:pt x="50863" y="141623"/>
                  </a:lnTo>
                  <a:lnTo>
                    <a:pt x="49835" y="140878"/>
                  </a:lnTo>
                  <a:lnTo>
                    <a:pt x="49593" y="139828"/>
                  </a:lnTo>
                  <a:lnTo>
                    <a:pt x="49842" y="138192"/>
                  </a:lnTo>
                  <a:lnTo>
                    <a:pt x="49754" y="136882"/>
                  </a:lnTo>
                  <a:lnTo>
                    <a:pt x="49399" y="135508"/>
                  </a:lnTo>
                  <a:lnTo>
                    <a:pt x="48849" y="131965"/>
                  </a:lnTo>
                  <a:lnTo>
                    <a:pt x="48363" y="131217"/>
                  </a:lnTo>
                  <a:lnTo>
                    <a:pt x="48091" y="132666"/>
                  </a:lnTo>
                  <a:lnTo>
                    <a:pt x="47255" y="135358"/>
                  </a:lnTo>
                  <a:lnTo>
                    <a:pt x="45778" y="138809"/>
                  </a:lnTo>
                  <a:lnTo>
                    <a:pt x="44743" y="139086"/>
                  </a:lnTo>
                  <a:lnTo>
                    <a:pt x="42833" y="138033"/>
                  </a:lnTo>
                  <a:lnTo>
                    <a:pt x="41231" y="136385"/>
                  </a:lnTo>
                  <a:lnTo>
                    <a:pt x="40477" y="132334"/>
                  </a:lnTo>
                  <a:lnTo>
                    <a:pt x="40005" y="128995"/>
                  </a:lnTo>
                  <a:lnTo>
                    <a:pt x="39324" y="125111"/>
                  </a:lnTo>
                  <a:lnTo>
                    <a:pt x="38556" y="123267"/>
                  </a:lnTo>
                  <a:lnTo>
                    <a:pt x="37736" y="122090"/>
                  </a:lnTo>
                  <a:lnTo>
                    <a:pt x="37371" y="122009"/>
                  </a:lnTo>
                  <a:lnTo>
                    <a:pt x="36200" y="124170"/>
                  </a:lnTo>
                  <a:lnTo>
                    <a:pt x="35849" y="125025"/>
                  </a:lnTo>
                  <a:lnTo>
                    <a:pt x="35852" y="126840"/>
                  </a:lnTo>
                  <a:lnTo>
                    <a:pt x="35961" y="128531"/>
                  </a:lnTo>
                  <a:lnTo>
                    <a:pt x="36142" y="129350"/>
                  </a:lnTo>
                  <a:lnTo>
                    <a:pt x="36295" y="130435"/>
                  </a:lnTo>
                  <a:lnTo>
                    <a:pt x="36268" y="132126"/>
                  </a:lnTo>
                  <a:lnTo>
                    <a:pt x="36057" y="134383"/>
                  </a:lnTo>
                  <a:lnTo>
                    <a:pt x="35986" y="136876"/>
                  </a:lnTo>
                  <a:lnTo>
                    <a:pt x="32314" y="139317"/>
                  </a:lnTo>
                  <a:lnTo>
                    <a:pt x="31678" y="138437"/>
                  </a:lnTo>
                  <a:lnTo>
                    <a:pt x="31217" y="137315"/>
                  </a:lnTo>
                  <a:lnTo>
                    <a:pt x="30660" y="137511"/>
                  </a:lnTo>
                  <a:lnTo>
                    <a:pt x="29068" y="138789"/>
                  </a:lnTo>
                  <a:lnTo>
                    <a:pt x="28483" y="137897"/>
                  </a:lnTo>
                  <a:lnTo>
                    <a:pt x="27902" y="137248"/>
                  </a:lnTo>
                  <a:lnTo>
                    <a:pt x="27635" y="137791"/>
                  </a:lnTo>
                  <a:lnTo>
                    <a:pt x="27611" y="138858"/>
                  </a:lnTo>
                  <a:lnTo>
                    <a:pt x="27882" y="144719"/>
                  </a:lnTo>
                  <a:lnTo>
                    <a:pt x="27797" y="146953"/>
                  </a:lnTo>
                  <a:lnTo>
                    <a:pt x="27437" y="149867"/>
                  </a:lnTo>
                  <a:lnTo>
                    <a:pt x="27251" y="151850"/>
                  </a:lnTo>
                  <a:lnTo>
                    <a:pt x="28225" y="152401"/>
                  </a:lnTo>
                  <a:lnTo>
                    <a:pt x="28577" y="153324"/>
                  </a:lnTo>
                  <a:lnTo>
                    <a:pt x="28919" y="154799"/>
                  </a:lnTo>
                  <a:lnTo>
                    <a:pt x="29389" y="156175"/>
                  </a:lnTo>
                  <a:lnTo>
                    <a:pt x="29421" y="157006"/>
                  </a:lnTo>
                  <a:lnTo>
                    <a:pt x="28887" y="158538"/>
                  </a:lnTo>
                  <a:lnTo>
                    <a:pt x="28705" y="160426"/>
                  </a:lnTo>
                  <a:lnTo>
                    <a:pt x="28959" y="161903"/>
                  </a:lnTo>
                  <a:lnTo>
                    <a:pt x="29622" y="163444"/>
                  </a:lnTo>
                  <a:lnTo>
                    <a:pt x="30590" y="165043"/>
                  </a:lnTo>
                  <a:lnTo>
                    <a:pt x="31062" y="166087"/>
                  </a:lnTo>
                  <a:lnTo>
                    <a:pt x="31015" y="167045"/>
                  </a:lnTo>
                  <a:lnTo>
                    <a:pt x="30568" y="169091"/>
                  </a:lnTo>
                  <a:lnTo>
                    <a:pt x="30394" y="170817"/>
                  </a:lnTo>
                  <a:lnTo>
                    <a:pt x="30088" y="172378"/>
                  </a:lnTo>
                  <a:lnTo>
                    <a:pt x="30151" y="173815"/>
                  </a:lnTo>
                  <a:lnTo>
                    <a:pt x="30587" y="175154"/>
                  </a:lnTo>
                  <a:lnTo>
                    <a:pt x="30540" y="176352"/>
                  </a:lnTo>
                  <a:lnTo>
                    <a:pt x="30244" y="177261"/>
                  </a:lnTo>
                  <a:lnTo>
                    <a:pt x="29641" y="177070"/>
                  </a:lnTo>
                  <a:lnTo>
                    <a:pt x="29132" y="177197"/>
                  </a:lnTo>
                  <a:lnTo>
                    <a:pt x="28673" y="176828"/>
                  </a:lnTo>
                  <a:lnTo>
                    <a:pt x="27242" y="172188"/>
                  </a:lnTo>
                  <a:lnTo>
                    <a:pt x="26929" y="172049"/>
                  </a:lnTo>
                  <a:lnTo>
                    <a:pt x="24852" y="175619"/>
                  </a:lnTo>
                  <a:lnTo>
                    <a:pt x="24335" y="177087"/>
                  </a:lnTo>
                  <a:lnTo>
                    <a:pt x="23908" y="179191"/>
                  </a:lnTo>
                  <a:lnTo>
                    <a:pt x="23332" y="183750"/>
                  </a:lnTo>
                  <a:lnTo>
                    <a:pt x="22389" y="181096"/>
                  </a:lnTo>
                  <a:lnTo>
                    <a:pt x="21574" y="176239"/>
                  </a:lnTo>
                  <a:lnTo>
                    <a:pt x="20625" y="173261"/>
                  </a:lnTo>
                  <a:lnTo>
                    <a:pt x="18627" y="168436"/>
                  </a:lnTo>
                  <a:lnTo>
                    <a:pt x="18096" y="164890"/>
                  </a:lnTo>
                  <a:lnTo>
                    <a:pt x="15809" y="157061"/>
                  </a:lnTo>
                  <a:lnTo>
                    <a:pt x="12526" y="149238"/>
                  </a:lnTo>
                  <a:lnTo>
                    <a:pt x="10155" y="142448"/>
                  </a:lnTo>
                  <a:lnTo>
                    <a:pt x="9795" y="140942"/>
                  </a:lnTo>
                  <a:lnTo>
                    <a:pt x="10195" y="141126"/>
                  </a:lnTo>
                  <a:lnTo>
                    <a:pt x="12486" y="144511"/>
                  </a:lnTo>
                  <a:lnTo>
                    <a:pt x="12799" y="144133"/>
                  </a:lnTo>
                  <a:lnTo>
                    <a:pt x="13063" y="143374"/>
                  </a:lnTo>
                  <a:lnTo>
                    <a:pt x="12074" y="141600"/>
                  </a:lnTo>
                  <a:lnTo>
                    <a:pt x="11129" y="140203"/>
                  </a:lnTo>
                  <a:lnTo>
                    <a:pt x="10243" y="139332"/>
                  </a:lnTo>
                  <a:lnTo>
                    <a:pt x="9356" y="139407"/>
                  </a:lnTo>
                  <a:lnTo>
                    <a:pt x="8858" y="137972"/>
                  </a:lnTo>
                  <a:lnTo>
                    <a:pt x="8535" y="135788"/>
                  </a:lnTo>
                  <a:lnTo>
                    <a:pt x="8372" y="133921"/>
                  </a:lnTo>
                  <a:lnTo>
                    <a:pt x="7980" y="131967"/>
                  </a:lnTo>
                  <a:lnTo>
                    <a:pt x="6721" y="127942"/>
                  </a:lnTo>
                  <a:lnTo>
                    <a:pt x="6415" y="126387"/>
                  </a:lnTo>
                  <a:lnTo>
                    <a:pt x="5727" y="124260"/>
                  </a:lnTo>
                  <a:lnTo>
                    <a:pt x="6146" y="123983"/>
                  </a:lnTo>
                  <a:lnTo>
                    <a:pt x="7495" y="126011"/>
                  </a:lnTo>
                  <a:lnTo>
                    <a:pt x="7615" y="125203"/>
                  </a:lnTo>
                  <a:lnTo>
                    <a:pt x="7499" y="124012"/>
                  </a:lnTo>
                  <a:lnTo>
                    <a:pt x="6143" y="122084"/>
                  </a:lnTo>
                  <a:lnTo>
                    <a:pt x="5407" y="121957"/>
                  </a:lnTo>
                  <a:lnTo>
                    <a:pt x="5237" y="120604"/>
                  </a:lnTo>
                  <a:lnTo>
                    <a:pt x="5338" y="119037"/>
                  </a:lnTo>
                  <a:lnTo>
                    <a:pt x="4368" y="113170"/>
                  </a:lnTo>
                  <a:lnTo>
                    <a:pt x="3361" y="108778"/>
                  </a:lnTo>
                  <a:lnTo>
                    <a:pt x="3203" y="106704"/>
                  </a:lnTo>
                  <a:lnTo>
                    <a:pt x="5919" y="116252"/>
                  </a:lnTo>
                  <a:lnTo>
                    <a:pt x="6282" y="116417"/>
                  </a:lnTo>
                  <a:lnTo>
                    <a:pt x="6760" y="116327"/>
                  </a:lnTo>
                  <a:lnTo>
                    <a:pt x="7885" y="115257"/>
                  </a:lnTo>
                  <a:lnTo>
                    <a:pt x="7671" y="113981"/>
                  </a:lnTo>
                  <a:lnTo>
                    <a:pt x="7164" y="112613"/>
                  </a:lnTo>
                  <a:lnTo>
                    <a:pt x="6672" y="113242"/>
                  </a:lnTo>
                  <a:lnTo>
                    <a:pt x="6032" y="113372"/>
                  </a:lnTo>
                  <a:lnTo>
                    <a:pt x="5697" y="112801"/>
                  </a:lnTo>
                  <a:lnTo>
                    <a:pt x="5547" y="111817"/>
                  </a:lnTo>
                  <a:lnTo>
                    <a:pt x="6186" y="107180"/>
                  </a:lnTo>
                  <a:lnTo>
                    <a:pt x="5909" y="107413"/>
                  </a:lnTo>
                  <a:lnTo>
                    <a:pt x="5706" y="108242"/>
                  </a:lnTo>
                  <a:lnTo>
                    <a:pt x="5355" y="108634"/>
                  </a:lnTo>
                  <a:lnTo>
                    <a:pt x="4813" y="108876"/>
                  </a:lnTo>
                  <a:lnTo>
                    <a:pt x="3475" y="106392"/>
                  </a:lnTo>
                  <a:lnTo>
                    <a:pt x="2295" y="99689"/>
                  </a:lnTo>
                  <a:lnTo>
                    <a:pt x="1982" y="98315"/>
                  </a:lnTo>
                  <a:lnTo>
                    <a:pt x="1667" y="95983"/>
                  </a:lnTo>
                  <a:lnTo>
                    <a:pt x="1356" y="95022"/>
                  </a:lnTo>
                  <a:lnTo>
                    <a:pt x="0" y="85491"/>
                  </a:lnTo>
                  <a:lnTo>
                    <a:pt x="520" y="86198"/>
                  </a:lnTo>
                  <a:lnTo>
                    <a:pt x="1136" y="88960"/>
                  </a:lnTo>
                  <a:lnTo>
                    <a:pt x="2338" y="88380"/>
                  </a:lnTo>
                  <a:lnTo>
                    <a:pt x="2808" y="86781"/>
                  </a:lnTo>
                  <a:lnTo>
                    <a:pt x="3218" y="86842"/>
                  </a:lnTo>
                  <a:lnTo>
                    <a:pt x="3637" y="86475"/>
                  </a:lnTo>
                  <a:lnTo>
                    <a:pt x="4166" y="84969"/>
                  </a:lnTo>
                  <a:lnTo>
                    <a:pt x="5706" y="78407"/>
                  </a:lnTo>
                  <a:lnTo>
                    <a:pt x="6113" y="69749"/>
                  </a:lnTo>
                  <a:lnTo>
                    <a:pt x="5981" y="64605"/>
                  </a:lnTo>
                  <a:lnTo>
                    <a:pt x="5755" y="59502"/>
                  </a:lnTo>
                  <a:lnTo>
                    <a:pt x="6265" y="57874"/>
                  </a:lnTo>
                  <a:lnTo>
                    <a:pt x="6466" y="58949"/>
                  </a:lnTo>
                  <a:lnTo>
                    <a:pt x="6566" y="60761"/>
                  </a:lnTo>
                  <a:lnTo>
                    <a:pt x="6806" y="62104"/>
                  </a:lnTo>
                  <a:lnTo>
                    <a:pt x="7354" y="63306"/>
                  </a:lnTo>
                  <a:lnTo>
                    <a:pt x="8375" y="63627"/>
                  </a:lnTo>
                  <a:lnTo>
                    <a:pt x="9952" y="65517"/>
                  </a:lnTo>
                  <a:lnTo>
                    <a:pt x="10514" y="66720"/>
                  </a:lnTo>
                  <a:lnTo>
                    <a:pt x="10667" y="64316"/>
                  </a:lnTo>
                  <a:lnTo>
                    <a:pt x="12481" y="62266"/>
                  </a:lnTo>
                  <a:lnTo>
                    <a:pt x="11933" y="61530"/>
                  </a:lnTo>
                  <a:lnTo>
                    <a:pt x="10320" y="62340"/>
                  </a:lnTo>
                  <a:lnTo>
                    <a:pt x="8107" y="59282"/>
                  </a:lnTo>
                  <a:lnTo>
                    <a:pt x="7373" y="57333"/>
                  </a:lnTo>
                  <a:lnTo>
                    <a:pt x="6688" y="53645"/>
                  </a:lnTo>
                  <a:lnTo>
                    <a:pt x="5976" y="51713"/>
                  </a:lnTo>
                  <a:lnTo>
                    <a:pt x="6026" y="49977"/>
                  </a:lnTo>
                  <a:lnTo>
                    <a:pt x="7615" y="48382"/>
                  </a:lnTo>
                  <a:lnTo>
                    <a:pt x="8035" y="48564"/>
                  </a:lnTo>
                  <a:lnTo>
                    <a:pt x="8205" y="50470"/>
                  </a:lnTo>
                  <a:lnTo>
                    <a:pt x="8632" y="51252"/>
                  </a:lnTo>
                  <a:lnTo>
                    <a:pt x="8795" y="50992"/>
                  </a:lnTo>
                  <a:lnTo>
                    <a:pt x="8865" y="49363"/>
                  </a:lnTo>
                  <a:lnTo>
                    <a:pt x="8871" y="44995"/>
                  </a:lnTo>
                  <a:lnTo>
                    <a:pt x="8385" y="38735"/>
                  </a:lnTo>
                  <a:lnTo>
                    <a:pt x="8534" y="37533"/>
                  </a:lnTo>
                  <a:lnTo>
                    <a:pt x="8969" y="37099"/>
                  </a:lnTo>
                  <a:lnTo>
                    <a:pt x="9357" y="36271"/>
                  </a:lnTo>
                  <a:lnTo>
                    <a:pt x="9627" y="36115"/>
                  </a:lnTo>
                  <a:lnTo>
                    <a:pt x="10165" y="36271"/>
                  </a:lnTo>
                  <a:lnTo>
                    <a:pt x="10436" y="37719"/>
                  </a:lnTo>
                  <a:lnTo>
                    <a:pt x="10582" y="38516"/>
                  </a:lnTo>
                  <a:lnTo>
                    <a:pt x="11125" y="38885"/>
                  </a:lnTo>
                  <a:lnTo>
                    <a:pt x="11571" y="39657"/>
                  </a:lnTo>
                  <a:lnTo>
                    <a:pt x="11955" y="39449"/>
                  </a:lnTo>
                  <a:lnTo>
                    <a:pt x="12273" y="38546"/>
                  </a:lnTo>
                  <a:lnTo>
                    <a:pt x="12741" y="38360"/>
                  </a:lnTo>
                  <a:lnTo>
                    <a:pt x="14187" y="38373"/>
                  </a:lnTo>
                  <a:lnTo>
                    <a:pt x="15500" y="38387"/>
                  </a:lnTo>
                  <a:lnTo>
                    <a:pt x="18112" y="38415"/>
                  </a:lnTo>
                  <a:lnTo>
                    <a:pt x="20724" y="38441"/>
                  </a:lnTo>
                  <a:lnTo>
                    <a:pt x="23337" y="38467"/>
                  </a:lnTo>
                  <a:lnTo>
                    <a:pt x="25305" y="38487"/>
                  </a:lnTo>
                  <a:lnTo>
                    <a:pt x="25298" y="34910"/>
                  </a:lnTo>
                  <a:lnTo>
                    <a:pt x="25288" y="29388"/>
                  </a:lnTo>
                  <a:lnTo>
                    <a:pt x="25276" y="22865"/>
                  </a:lnTo>
                  <a:lnTo>
                    <a:pt x="25264" y="16606"/>
                  </a:lnTo>
                  <a:lnTo>
                    <a:pt x="25254" y="10824"/>
                  </a:lnTo>
                  <a:lnTo>
                    <a:pt x="25241" y="3982"/>
                  </a:lnTo>
                  <a:lnTo>
                    <a:pt x="25349" y="2019"/>
                  </a:lnTo>
                  <a:lnTo>
                    <a:pt x="25478" y="1204"/>
                  </a:lnTo>
                  <a:lnTo>
                    <a:pt x="25431" y="73"/>
                  </a:lnTo>
                  <a:lnTo>
                    <a:pt x="27455" y="0"/>
                  </a:lnTo>
                  <a:lnTo>
                    <a:pt x="31115" y="503"/>
                  </a:lnTo>
                  <a:lnTo>
                    <a:pt x="32715" y="434"/>
                  </a:lnTo>
                  <a:lnTo>
                    <a:pt x="33169" y="526"/>
                  </a:lnTo>
                  <a:lnTo>
                    <a:pt x="35168" y="183"/>
                  </a:lnTo>
                  <a:lnTo>
                    <a:pt x="36788" y="616"/>
                  </a:lnTo>
                  <a:lnTo>
                    <a:pt x="37476" y="1097"/>
                  </a:lnTo>
                  <a:lnTo>
                    <a:pt x="38095" y="1341"/>
                  </a:lnTo>
                  <a:lnTo>
                    <a:pt x="40034" y="1637"/>
                  </a:lnTo>
                  <a:lnTo>
                    <a:pt x="42566" y="1263"/>
                  </a:lnTo>
                  <a:lnTo>
                    <a:pt x="43426" y="1351"/>
                  </a:lnTo>
                  <a:lnTo>
                    <a:pt x="43903" y="230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3"/>
            <p:cNvSpPr/>
            <p:nvPr/>
          </p:nvSpPr>
          <p:spPr>
            <a:xfrm>
              <a:off x="2807812" y="2133762"/>
              <a:ext cx="4786" cy="5465"/>
            </a:xfrm>
            <a:custGeom>
              <a:avLst/>
              <a:pathLst>
                <a:path w="4786" h="5465">
                  <a:moveTo>
                    <a:pt x="4786" y="2459"/>
                  </a:moveTo>
                  <a:lnTo>
                    <a:pt x="3980" y="3480"/>
                  </a:lnTo>
                  <a:lnTo>
                    <a:pt x="3726" y="4676"/>
                  </a:lnTo>
                  <a:lnTo>
                    <a:pt x="3531" y="5149"/>
                  </a:lnTo>
                  <a:lnTo>
                    <a:pt x="2999" y="5456"/>
                  </a:lnTo>
                  <a:lnTo>
                    <a:pt x="2471" y="5465"/>
                  </a:lnTo>
                  <a:lnTo>
                    <a:pt x="462" y="3064"/>
                  </a:lnTo>
                  <a:lnTo>
                    <a:pt x="0" y="3172"/>
                  </a:lnTo>
                  <a:lnTo>
                    <a:pt x="459" y="2073"/>
                  </a:lnTo>
                  <a:lnTo>
                    <a:pt x="1707" y="1180"/>
                  </a:lnTo>
                  <a:lnTo>
                    <a:pt x="2409" y="0"/>
                  </a:lnTo>
                  <a:lnTo>
                    <a:pt x="4029" y="114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4"/>
            <p:cNvSpPr/>
            <p:nvPr/>
          </p:nvSpPr>
          <p:spPr>
            <a:xfrm>
              <a:off x="2778928" y="2055581"/>
              <a:ext cx="4984" cy="8424"/>
            </a:xfrm>
            <a:custGeom>
              <a:avLst/>
              <a:pathLst>
                <a:path w="4984" h="8424">
                  <a:moveTo>
                    <a:pt x="3567" y="2891"/>
                  </a:moveTo>
                  <a:lnTo>
                    <a:pt x="3970" y="3441"/>
                  </a:lnTo>
                  <a:lnTo>
                    <a:pt x="4984" y="3354"/>
                  </a:lnTo>
                  <a:lnTo>
                    <a:pt x="4649" y="4579"/>
                  </a:lnTo>
                  <a:lnTo>
                    <a:pt x="3532" y="5945"/>
                  </a:lnTo>
                  <a:lnTo>
                    <a:pt x="2780" y="7294"/>
                  </a:lnTo>
                  <a:lnTo>
                    <a:pt x="1872" y="8424"/>
                  </a:lnTo>
                  <a:lnTo>
                    <a:pt x="1432" y="7129"/>
                  </a:lnTo>
                  <a:lnTo>
                    <a:pt x="921" y="7178"/>
                  </a:lnTo>
                  <a:lnTo>
                    <a:pt x="140" y="4693"/>
                  </a:lnTo>
                  <a:lnTo>
                    <a:pt x="0" y="969"/>
                  </a:lnTo>
                  <a:lnTo>
                    <a:pt x="1020" y="0"/>
                  </a:lnTo>
                  <a:lnTo>
                    <a:pt x="2430" y="6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5"/>
            <p:cNvSpPr/>
            <p:nvPr/>
          </p:nvSpPr>
          <p:spPr>
            <a:xfrm>
              <a:off x="2744541" y="2001728"/>
              <a:ext cx="25710" cy="35178"/>
            </a:xfrm>
            <a:custGeom>
              <a:avLst/>
              <a:pathLst>
                <a:path w="25710" h="35178">
                  <a:moveTo>
                    <a:pt x="18523" y="34072"/>
                  </a:moveTo>
                  <a:lnTo>
                    <a:pt x="17700" y="33890"/>
                  </a:lnTo>
                  <a:lnTo>
                    <a:pt x="17123" y="34415"/>
                  </a:lnTo>
                  <a:lnTo>
                    <a:pt x="16749" y="34902"/>
                  </a:lnTo>
                  <a:lnTo>
                    <a:pt x="16386" y="34813"/>
                  </a:lnTo>
                  <a:lnTo>
                    <a:pt x="15349" y="35001"/>
                  </a:lnTo>
                  <a:lnTo>
                    <a:pt x="14372" y="34961"/>
                  </a:lnTo>
                  <a:lnTo>
                    <a:pt x="14234" y="34189"/>
                  </a:lnTo>
                  <a:lnTo>
                    <a:pt x="14400" y="31864"/>
                  </a:lnTo>
                  <a:lnTo>
                    <a:pt x="14182" y="31235"/>
                  </a:lnTo>
                  <a:lnTo>
                    <a:pt x="13249" y="30913"/>
                  </a:lnTo>
                  <a:lnTo>
                    <a:pt x="12903" y="30359"/>
                  </a:lnTo>
                  <a:lnTo>
                    <a:pt x="12367" y="28755"/>
                  </a:lnTo>
                  <a:lnTo>
                    <a:pt x="12263" y="28005"/>
                  </a:lnTo>
                  <a:lnTo>
                    <a:pt x="12186" y="26969"/>
                  </a:lnTo>
                  <a:lnTo>
                    <a:pt x="11619" y="25633"/>
                  </a:lnTo>
                  <a:lnTo>
                    <a:pt x="10931" y="24676"/>
                  </a:lnTo>
                  <a:lnTo>
                    <a:pt x="10528" y="24630"/>
                  </a:lnTo>
                  <a:lnTo>
                    <a:pt x="9722" y="26193"/>
                  </a:lnTo>
                  <a:lnTo>
                    <a:pt x="9058" y="27775"/>
                  </a:lnTo>
                  <a:lnTo>
                    <a:pt x="9293" y="28570"/>
                  </a:lnTo>
                  <a:lnTo>
                    <a:pt x="9511" y="29616"/>
                  </a:lnTo>
                  <a:lnTo>
                    <a:pt x="9149" y="30367"/>
                  </a:lnTo>
                  <a:lnTo>
                    <a:pt x="8057" y="32084"/>
                  </a:lnTo>
                  <a:lnTo>
                    <a:pt x="7886" y="32750"/>
                  </a:lnTo>
                  <a:lnTo>
                    <a:pt x="7591" y="33111"/>
                  </a:lnTo>
                  <a:lnTo>
                    <a:pt x="7069" y="32636"/>
                  </a:lnTo>
                  <a:lnTo>
                    <a:pt x="5771" y="32746"/>
                  </a:lnTo>
                  <a:lnTo>
                    <a:pt x="5174" y="32443"/>
                  </a:lnTo>
                  <a:lnTo>
                    <a:pt x="4480" y="31177"/>
                  </a:lnTo>
                  <a:lnTo>
                    <a:pt x="2786" y="30332"/>
                  </a:lnTo>
                  <a:lnTo>
                    <a:pt x="2502" y="28308"/>
                  </a:lnTo>
                  <a:lnTo>
                    <a:pt x="2176" y="27930"/>
                  </a:lnTo>
                  <a:lnTo>
                    <a:pt x="255" y="24452"/>
                  </a:lnTo>
                  <a:lnTo>
                    <a:pt x="0" y="23293"/>
                  </a:lnTo>
                  <a:lnTo>
                    <a:pt x="248" y="22600"/>
                  </a:lnTo>
                  <a:lnTo>
                    <a:pt x="966" y="21551"/>
                  </a:lnTo>
                  <a:lnTo>
                    <a:pt x="3374" y="19814"/>
                  </a:lnTo>
                  <a:lnTo>
                    <a:pt x="3753" y="19114"/>
                  </a:lnTo>
                  <a:lnTo>
                    <a:pt x="3831" y="18497"/>
                  </a:lnTo>
                  <a:lnTo>
                    <a:pt x="3124" y="17791"/>
                  </a:lnTo>
                  <a:lnTo>
                    <a:pt x="2486" y="17012"/>
                  </a:lnTo>
                  <a:lnTo>
                    <a:pt x="2269" y="16501"/>
                  </a:lnTo>
                  <a:lnTo>
                    <a:pt x="2251" y="16058"/>
                  </a:lnTo>
                  <a:lnTo>
                    <a:pt x="2613" y="15481"/>
                  </a:lnTo>
                  <a:lnTo>
                    <a:pt x="3341" y="15439"/>
                  </a:lnTo>
                  <a:lnTo>
                    <a:pt x="3915" y="15700"/>
                  </a:lnTo>
                  <a:lnTo>
                    <a:pt x="4372" y="15181"/>
                  </a:lnTo>
                  <a:lnTo>
                    <a:pt x="5175" y="14659"/>
                  </a:lnTo>
                  <a:lnTo>
                    <a:pt x="5714" y="14001"/>
                  </a:lnTo>
                  <a:lnTo>
                    <a:pt x="6178" y="12303"/>
                  </a:lnTo>
                  <a:lnTo>
                    <a:pt x="6667" y="10776"/>
                  </a:lnTo>
                  <a:lnTo>
                    <a:pt x="6718" y="9948"/>
                  </a:lnTo>
                  <a:lnTo>
                    <a:pt x="7146" y="7046"/>
                  </a:lnTo>
                  <a:lnTo>
                    <a:pt x="7382" y="6326"/>
                  </a:lnTo>
                  <a:lnTo>
                    <a:pt x="8903" y="4426"/>
                  </a:lnTo>
                  <a:lnTo>
                    <a:pt x="9288" y="5464"/>
                  </a:lnTo>
                  <a:lnTo>
                    <a:pt x="10038" y="5717"/>
                  </a:lnTo>
                  <a:lnTo>
                    <a:pt x="10710" y="4762"/>
                  </a:lnTo>
                  <a:lnTo>
                    <a:pt x="11513" y="1751"/>
                  </a:lnTo>
                  <a:lnTo>
                    <a:pt x="12073" y="1562"/>
                  </a:lnTo>
                  <a:lnTo>
                    <a:pt x="12689" y="1806"/>
                  </a:lnTo>
                  <a:lnTo>
                    <a:pt x="13901" y="1428"/>
                  </a:lnTo>
                  <a:lnTo>
                    <a:pt x="16052" y="23"/>
                  </a:lnTo>
                  <a:lnTo>
                    <a:pt x="17011" y="0"/>
                  </a:lnTo>
                  <a:lnTo>
                    <a:pt x="18367" y="737"/>
                  </a:lnTo>
                  <a:lnTo>
                    <a:pt x="19378" y="721"/>
                  </a:lnTo>
                  <a:lnTo>
                    <a:pt x="20275" y="2874"/>
                  </a:lnTo>
                  <a:lnTo>
                    <a:pt x="20756" y="6267"/>
                  </a:lnTo>
                  <a:lnTo>
                    <a:pt x="21877" y="9620"/>
                  </a:lnTo>
                  <a:lnTo>
                    <a:pt x="23341" y="12538"/>
                  </a:lnTo>
                  <a:lnTo>
                    <a:pt x="23400" y="14322"/>
                  </a:lnTo>
                  <a:lnTo>
                    <a:pt x="22877" y="15280"/>
                  </a:lnTo>
                  <a:lnTo>
                    <a:pt x="21781" y="16471"/>
                  </a:lnTo>
                  <a:lnTo>
                    <a:pt x="21786" y="17743"/>
                  </a:lnTo>
                  <a:lnTo>
                    <a:pt x="22509" y="17101"/>
                  </a:lnTo>
                  <a:lnTo>
                    <a:pt x="23132" y="16805"/>
                  </a:lnTo>
                  <a:lnTo>
                    <a:pt x="24633" y="17090"/>
                  </a:lnTo>
                  <a:lnTo>
                    <a:pt x="25157" y="18384"/>
                  </a:lnTo>
                  <a:lnTo>
                    <a:pt x="25520" y="20322"/>
                  </a:lnTo>
                  <a:lnTo>
                    <a:pt x="25710" y="21913"/>
                  </a:lnTo>
                  <a:lnTo>
                    <a:pt x="25581" y="23643"/>
                  </a:lnTo>
                  <a:lnTo>
                    <a:pt x="25177" y="23095"/>
                  </a:lnTo>
                  <a:lnTo>
                    <a:pt x="24767" y="21547"/>
                  </a:lnTo>
                  <a:lnTo>
                    <a:pt x="24311" y="20834"/>
                  </a:lnTo>
                  <a:lnTo>
                    <a:pt x="23781" y="20449"/>
                  </a:lnTo>
                  <a:lnTo>
                    <a:pt x="24021" y="22572"/>
                  </a:lnTo>
                  <a:lnTo>
                    <a:pt x="23927" y="25414"/>
                  </a:lnTo>
                  <a:lnTo>
                    <a:pt x="24158" y="25682"/>
                  </a:lnTo>
                  <a:lnTo>
                    <a:pt x="24870" y="25731"/>
                  </a:lnTo>
                  <a:lnTo>
                    <a:pt x="24399" y="28640"/>
                  </a:lnTo>
                  <a:lnTo>
                    <a:pt x="23426" y="29429"/>
                  </a:lnTo>
                  <a:lnTo>
                    <a:pt x="22290" y="29725"/>
                  </a:lnTo>
                  <a:lnTo>
                    <a:pt x="22017" y="30755"/>
                  </a:lnTo>
                  <a:lnTo>
                    <a:pt x="21811" y="32082"/>
                  </a:lnTo>
                  <a:lnTo>
                    <a:pt x="21218" y="34062"/>
                  </a:lnTo>
                  <a:lnTo>
                    <a:pt x="20436" y="35178"/>
                  </a:lnTo>
                  <a:lnTo>
                    <a:pt x="19470" y="3495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6"/>
            <p:cNvSpPr/>
            <p:nvPr/>
          </p:nvSpPr>
          <p:spPr>
            <a:xfrm>
              <a:off x="2770999" y="1987688"/>
              <a:ext cx="2864" cy="7944"/>
            </a:xfrm>
            <a:custGeom>
              <a:avLst/>
              <a:pathLst>
                <a:path w="2864" h="7944">
                  <a:moveTo>
                    <a:pt x="2761" y="7922"/>
                  </a:moveTo>
                  <a:lnTo>
                    <a:pt x="1549" y="7944"/>
                  </a:lnTo>
                  <a:lnTo>
                    <a:pt x="1111" y="7688"/>
                  </a:lnTo>
                  <a:lnTo>
                    <a:pt x="588" y="6970"/>
                  </a:lnTo>
                  <a:lnTo>
                    <a:pt x="0" y="2913"/>
                  </a:lnTo>
                  <a:lnTo>
                    <a:pt x="210" y="1477"/>
                  </a:lnTo>
                  <a:lnTo>
                    <a:pt x="451" y="774"/>
                  </a:lnTo>
                  <a:lnTo>
                    <a:pt x="716" y="229"/>
                  </a:lnTo>
                  <a:lnTo>
                    <a:pt x="1356" y="0"/>
                  </a:lnTo>
                  <a:lnTo>
                    <a:pt x="1992" y="767"/>
                  </a:lnTo>
                  <a:lnTo>
                    <a:pt x="2233" y="1481"/>
                  </a:lnTo>
                  <a:lnTo>
                    <a:pt x="2765" y="4224"/>
                  </a:lnTo>
                  <a:lnTo>
                    <a:pt x="2864" y="657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7"/>
            <p:cNvSpPr/>
            <p:nvPr/>
          </p:nvSpPr>
          <p:spPr>
            <a:xfrm>
              <a:off x="2760395" y="1981375"/>
              <a:ext cx="4233" cy="9563"/>
            </a:xfrm>
            <a:custGeom>
              <a:avLst/>
              <a:pathLst>
                <a:path w="4233" h="9563">
                  <a:moveTo>
                    <a:pt x="3525" y="0"/>
                  </a:moveTo>
                  <a:lnTo>
                    <a:pt x="3872" y="3794"/>
                  </a:lnTo>
                  <a:lnTo>
                    <a:pt x="4211" y="6147"/>
                  </a:lnTo>
                  <a:lnTo>
                    <a:pt x="4233" y="6951"/>
                  </a:lnTo>
                  <a:lnTo>
                    <a:pt x="3915" y="8068"/>
                  </a:lnTo>
                  <a:lnTo>
                    <a:pt x="2331" y="9554"/>
                  </a:lnTo>
                  <a:lnTo>
                    <a:pt x="1832" y="9563"/>
                  </a:lnTo>
                  <a:lnTo>
                    <a:pt x="1811" y="9202"/>
                  </a:lnTo>
                  <a:lnTo>
                    <a:pt x="2169" y="7690"/>
                  </a:lnTo>
                  <a:lnTo>
                    <a:pt x="1861" y="5974"/>
                  </a:lnTo>
                  <a:lnTo>
                    <a:pt x="2011" y="4670"/>
                  </a:lnTo>
                  <a:lnTo>
                    <a:pt x="1864" y="4431"/>
                  </a:lnTo>
                  <a:lnTo>
                    <a:pt x="1555" y="4615"/>
                  </a:lnTo>
                  <a:lnTo>
                    <a:pt x="420" y="6687"/>
                  </a:lnTo>
                  <a:lnTo>
                    <a:pt x="41" y="6892"/>
                  </a:lnTo>
                  <a:lnTo>
                    <a:pt x="0" y="6471"/>
                  </a:lnTo>
                  <a:lnTo>
                    <a:pt x="280" y="4774"/>
                  </a:lnTo>
                  <a:lnTo>
                    <a:pt x="315" y="3614"/>
                  </a:lnTo>
                  <a:lnTo>
                    <a:pt x="484" y="2901"/>
                  </a:lnTo>
                  <a:lnTo>
                    <a:pt x="792" y="2243"/>
                  </a:lnTo>
                  <a:lnTo>
                    <a:pt x="1160" y="1750"/>
                  </a:lnTo>
                  <a:lnTo>
                    <a:pt x="1456" y="1679"/>
                  </a:lnTo>
                  <a:lnTo>
                    <a:pt x="1772" y="2188"/>
                  </a:lnTo>
                  <a:lnTo>
                    <a:pt x="2691" y="76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8"/>
            <p:cNvSpPr/>
            <p:nvPr/>
          </p:nvSpPr>
          <p:spPr>
            <a:xfrm>
              <a:off x="2764469" y="1975768"/>
              <a:ext cx="3334" cy="9352"/>
            </a:xfrm>
            <a:custGeom>
              <a:avLst/>
              <a:pathLst>
                <a:path w="3334" h="9352">
                  <a:moveTo>
                    <a:pt x="979" y="9034"/>
                  </a:moveTo>
                  <a:lnTo>
                    <a:pt x="779" y="9352"/>
                  </a:lnTo>
                  <a:lnTo>
                    <a:pt x="292" y="9264"/>
                  </a:lnTo>
                  <a:lnTo>
                    <a:pt x="111" y="8788"/>
                  </a:lnTo>
                  <a:lnTo>
                    <a:pt x="12" y="8056"/>
                  </a:lnTo>
                  <a:lnTo>
                    <a:pt x="0" y="6713"/>
                  </a:lnTo>
                  <a:lnTo>
                    <a:pt x="294" y="5752"/>
                  </a:lnTo>
                  <a:lnTo>
                    <a:pt x="1540" y="4301"/>
                  </a:lnTo>
                  <a:lnTo>
                    <a:pt x="977" y="3785"/>
                  </a:lnTo>
                  <a:lnTo>
                    <a:pt x="954" y="3423"/>
                  </a:lnTo>
                  <a:lnTo>
                    <a:pt x="1277" y="2217"/>
                  </a:lnTo>
                  <a:lnTo>
                    <a:pt x="2618" y="340"/>
                  </a:lnTo>
                  <a:lnTo>
                    <a:pt x="2977" y="0"/>
                  </a:lnTo>
                  <a:lnTo>
                    <a:pt x="3334" y="51"/>
                  </a:lnTo>
                  <a:lnTo>
                    <a:pt x="2641" y="338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79"/>
            <p:cNvSpPr/>
            <p:nvPr/>
          </p:nvSpPr>
          <p:spPr>
            <a:xfrm>
              <a:off x="2762028" y="1960121"/>
              <a:ext cx="5431" cy="10671"/>
            </a:xfrm>
            <a:custGeom>
              <a:avLst/>
              <a:pathLst>
                <a:path w="5431" h="10671">
                  <a:moveTo>
                    <a:pt x="5267" y="9027"/>
                  </a:moveTo>
                  <a:lnTo>
                    <a:pt x="1438" y="10671"/>
                  </a:lnTo>
                  <a:lnTo>
                    <a:pt x="119" y="10525"/>
                  </a:lnTo>
                  <a:lnTo>
                    <a:pt x="0" y="9718"/>
                  </a:lnTo>
                  <a:lnTo>
                    <a:pt x="262" y="9180"/>
                  </a:lnTo>
                  <a:lnTo>
                    <a:pt x="1355" y="8656"/>
                  </a:lnTo>
                  <a:lnTo>
                    <a:pt x="1797" y="4705"/>
                  </a:lnTo>
                  <a:lnTo>
                    <a:pt x="145" y="2887"/>
                  </a:lnTo>
                  <a:lnTo>
                    <a:pt x="59" y="2376"/>
                  </a:lnTo>
                  <a:lnTo>
                    <a:pt x="188" y="1509"/>
                  </a:lnTo>
                  <a:lnTo>
                    <a:pt x="379" y="1122"/>
                  </a:lnTo>
                  <a:lnTo>
                    <a:pt x="1381" y="203"/>
                  </a:lnTo>
                  <a:lnTo>
                    <a:pt x="1803" y="0"/>
                  </a:lnTo>
                  <a:lnTo>
                    <a:pt x="2144" y="123"/>
                  </a:lnTo>
                  <a:lnTo>
                    <a:pt x="2847" y="1183"/>
                  </a:lnTo>
                  <a:lnTo>
                    <a:pt x="3645" y="3407"/>
                  </a:lnTo>
                  <a:lnTo>
                    <a:pt x="4708" y="3761"/>
                  </a:lnTo>
                  <a:lnTo>
                    <a:pt x="5431" y="470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0"/>
            <p:cNvSpPr/>
            <p:nvPr/>
          </p:nvSpPr>
          <p:spPr>
            <a:xfrm>
              <a:off x="2758733" y="1959456"/>
              <a:ext cx="1777" cy="2745"/>
            </a:xfrm>
            <a:custGeom>
              <a:avLst/>
              <a:pathLst>
                <a:path w="1777" h="2745">
                  <a:moveTo>
                    <a:pt x="585" y="2581"/>
                  </a:moveTo>
                  <a:lnTo>
                    <a:pt x="39" y="2745"/>
                  </a:lnTo>
                  <a:lnTo>
                    <a:pt x="0" y="2327"/>
                  </a:lnTo>
                  <a:lnTo>
                    <a:pt x="948" y="328"/>
                  </a:lnTo>
                  <a:lnTo>
                    <a:pt x="1562" y="0"/>
                  </a:lnTo>
                  <a:lnTo>
                    <a:pt x="1777" y="194"/>
                  </a:lnTo>
                  <a:lnTo>
                    <a:pt x="1331" y="135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1"/>
            <p:cNvSpPr/>
            <p:nvPr/>
          </p:nvSpPr>
          <p:spPr>
            <a:xfrm>
              <a:off x="2750327" y="1949215"/>
              <a:ext cx="1384" cy="1988"/>
            </a:xfrm>
            <a:custGeom>
              <a:avLst/>
              <a:pathLst>
                <a:path w="1384" h="1988">
                  <a:moveTo>
                    <a:pt x="1212" y="1581"/>
                  </a:moveTo>
                  <a:lnTo>
                    <a:pt x="367" y="1988"/>
                  </a:lnTo>
                  <a:lnTo>
                    <a:pt x="53" y="1750"/>
                  </a:lnTo>
                  <a:lnTo>
                    <a:pt x="0" y="1376"/>
                  </a:lnTo>
                  <a:lnTo>
                    <a:pt x="192" y="359"/>
                  </a:lnTo>
                  <a:lnTo>
                    <a:pt x="841" y="0"/>
                  </a:lnTo>
                  <a:lnTo>
                    <a:pt x="1310" y="551"/>
                  </a:lnTo>
                  <a:lnTo>
                    <a:pt x="1384" y="105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2"/>
            <p:cNvSpPr/>
            <p:nvPr/>
          </p:nvSpPr>
          <p:spPr>
            <a:xfrm>
              <a:off x="2761001" y="1948281"/>
              <a:ext cx="1654" cy="2917"/>
            </a:xfrm>
            <a:custGeom>
              <a:avLst/>
              <a:pathLst>
                <a:path w="1654" h="2917">
                  <a:moveTo>
                    <a:pt x="1476" y="2536"/>
                  </a:moveTo>
                  <a:lnTo>
                    <a:pt x="1190" y="2917"/>
                  </a:lnTo>
                  <a:lnTo>
                    <a:pt x="830" y="2843"/>
                  </a:lnTo>
                  <a:lnTo>
                    <a:pt x="473" y="2353"/>
                  </a:lnTo>
                  <a:lnTo>
                    <a:pt x="0" y="963"/>
                  </a:lnTo>
                  <a:lnTo>
                    <a:pt x="1059" y="0"/>
                  </a:lnTo>
                  <a:lnTo>
                    <a:pt x="1484" y="565"/>
                  </a:lnTo>
                  <a:lnTo>
                    <a:pt x="1647" y="1211"/>
                  </a:lnTo>
                  <a:lnTo>
                    <a:pt x="1654" y="1928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3"/>
            <p:cNvSpPr/>
            <p:nvPr/>
          </p:nvSpPr>
          <p:spPr>
            <a:xfrm>
              <a:off x="2751486" y="1938437"/>
              <a:ext cx="1680" cy="8094"/>
            </a:xfrm>
            <a:custGeom>
              <a:avLst/>
              <a:pathLst>
                <a:path w="1680" h="8094">
                  <a:moveTo>
                    <a:pt x="1658" y="7929"/>
                  </a:moveTo>
                  <a:lnTo>
                    <a:pt x="1252" y="8094"/>
                  </a:lnTo>
                  <a:lnTo>
                    <a:pt x="720" y="7935"/>
                  </a:lnTo>
                  <a:lnTo>
                    <a:pt x="392" y="7476"/>
                  </a:lnTo>
                  <a:lnTo>
                    <a:pt x="61" y="5660"/>
                  </a:lnTo>
                  <a:lnTo>
                    <a:pt x="0" y="4560"/>
                  </a:lnTo>
                  <a:lnTo>
                    <a:pt x="147" y="2517"/>
                  </a:lnTo>
                  <a:lnTo>
                    <a:pt x="113" y="76"/>
                  </a:lnTo>
                  <a:lnTo>
                    <a:pt x="1211" y="0"/>
                  </a:lnTo>
                  <a:lnTo>
                    <a:pt x="1492" y="351"/>
                  </a:lnTo>
                  <a:lnTo>
                    <a:pt x="1680" y="760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4"/>
            <p:cNvSpPr/>
            <p:nvPr/>
          </p:nvSpPr>
          <p:spPr>
            <a:xfrm>
              <a:off x="2757843" y="1929918"/>
              <a:ext cx="10502" cy="18543"/>
            </a:xfrm>
            <a:custGeom>
              <a:avLst/>
              <a:pathLst>
                <a:path w="10502" h="18543">
                  <a:moveTo>
                    <a:pt x="5925" y="4934"/>
                  </a:moveTo>
                  <a:lnTo>
                    <a:pt x="5912" y="6240"/>
                  </a:lnTo>
                  <a:lnTo>
                    <a:pt x="5742" y="7775"/>
                  </a:lnTo>
                  <a:lnTo>
                    <a:pt x="5963" y="9405"/>
                  </a:lnTo>
                  <a:lnTo>
                    <a:pt x="6014" y="10570"/>
                  </a:lnTo>
                  <a:lnTo>
                    <a:pt x="6419" y="10941"/>
                  </a:lnTo>
                  <a:lnTo>
                    <a:pt x="6667" y="11477"/>
                  </a:lnTo>
                  <a:lnTo>
                    <a:pt x="8468" y="12077"/>
                  </a:lnTo>
                  <a:lnTo>
                    <a:pt x="10143" y="11909"/>
                  </a:lnTo>
                  <a:lnTo>
                    <a:pt x="10466" y="12389"/>
                  </a:lnTo>
                  <a:lnTo>
                    <a:pt x="10502" y="13151"/>
                  </a:lnTo>
                  <a:lnTo>
                    <a:pt x="10237" y="13992"/>
                  </a:lnTo>
                  <a:lnTo>
                    <a:pt x="9284" y="15526"/>
                  </a:lnTo>
                  <a:lnTo>
                    <a:pt x="8146" y="18004"/>
                  </a:lnTo>
                  <a:lnTo>
                    <a:pt x="7806" y="18521"/>
                  </a:lnTo>
                  <a:lnTo>
                    <a:pt x="7439" y="18543"/>
                  </a:lnTo>
                  <a:lnTo>
                    <a:pt x="7175" y="18321"/>
                  </a:lnTo>
                  <a:lnTo>
                    <a:pt x="6986" y="13910"/>
                  </a:lnTo>
                  <a:lnTo>
                    <a:pt x="5752" y="14474"/>
                  </a:lnTo>
                  <a:lnTo>
                    <a:pt x="4758" y="14409"/>
                  </a:lnTo>
                  <a:lnTo>
                    <a:pt x="4214" y="13872"/>
                  </a:lnTo>
                  <a:lnTo>
                    <a:pt x="3833" y="12838"/>
                  </a:lnTo>
                  <a:lnTo>
                    <a:pt x="3063" y="10179"/>
                  </a:lnTo>
                  <a:lnTo>
                    <a:pt x="823" y="9133"/>
                  </a:lnTo>
                  <a:lnTo>
                    <a:pt x="190" y="7668"/>
                  </a:lnTo>
                  <a:lnTo>
                    <a:pt x="0" y="6784"/>
                  </a:lnTo>
                  <a:lnTo>
                    <a:pt x="80" y="6295"/>
                  </a:lnTo>
                  <a:lnTo>
                    <a:pt x="547" y="5207"/>
                  </a:lnTo>
                  <a:lnTo>
                    <a:pt x="1131" y="5595"/>
                  </a:lnTo>
                  <a:lnTo>
                    <a:pt x="1492" y="5357"/>
                  </a:lnTo>
                  <a:lnTo>
                    <a:pt x="1712" y="4871"/>
                  </a:lnTo>
                  <a:lnTo>
                    <a:pt x="1707" y="4471"/>
                  </a:lnTo>
                  <a:lnTo>
                    <a:pt x="1402" y="3523"/>
                  </a:lnTo>
                  <a:lnTo>
                    <a:pt x="1387" y="3228"/>
                  </a:lnTo>
                  <a:lnTo>
                    <a:pt x="3678" y="2028"/>
                  </a:lnTo>
                  <a:lnTo>
                    <a:pt x="3878" y="153"/>
                  </a:lnTo>
                  <a:lnTo>
                    <a:pt x="4375" y="0"/>
                  </a:lnTo>
                  <a:lnTo>
                    <a:pt x="4943" y="613"/>
                  </a:lnTo>
                  <a:lnTo>
                    <a:pt x="5720" y="256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5"/>
            <p:cNvSpPr/>
            <p:nvPr/>
          </p:nvSpPr>
          <p:spPr>
            <a:xfrm>
              <a:off x="2750590" y="1929593"/>
              <a:ext cx="4065" cy="4422"/>
            </a:xfrm>
            <a:custGeom>
              <a:avLst/>
              <a:pathLst>
                <a:path w="4065" h="4422">
                  <a:moveTo>
                    <a:pt x="2980" y="0"/>
                  </a:moveTo>
                  <a:lnTo>
                    <a:pt x="4065" y="1663"/>
                  </a:lnTo>
                  <a:lnTo>
                    <a:pt x="3201" y="4422"/>
                  </a:lnTo>
                  <a:lnTo>
                    <a:pt x="1875" y="4409"/>
                  </a:lnTo>
                  <a:lnTo>
                    <a:pt x="8" y="2393"/>
                  </a:lnTo>
                  <a:lnTo>
                    <a:pt x="0" y="1982"/>
                  </a:lnTo>
                  <a:lnTo>
                    <a:pt x="155" y="1378"/>
                  </a:lnTo>
                  <a:lnTo>
                    <a:pt x="435" y="898"/>
                  </a:lnTo>
                  <a:lnTo>
                    <a:pt x="726" y="785"/>
                  </a:lnTo>
                  <a:lnTo>
                    <a:pt x="1189" y="1115"/>
                  </a:lnTo>
                  <a:lnTo>
                    <a:pt x="1834" y="585"/>
                  </a:lnTo>
                  <a:lnTo>
                    <a:pt x="2349" y="75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6"/>
            <p:cNvSpPr/>
            <p:nvPr/>
          </p:nvSpPr>
          <p:spPr>
            <a:xfrm>
              <a:off x="2754628" y="1905367"/>
              <a:ext cx="8665" cy="22245"/>
            </a:xfrm>
            <a:custGeom>
              <a:avLst/>
              <a:pathLst>
                <a:path w="8665" h="22245">
                  <a:moveTo>
                    <a:pt x="8622" y="4123"/>
                  </a:moveTo>
                  <a:lnTo>
                    <a:pt x="7400" y="9277"/>
                  </a:lnTo>
                  <a:lnTo>
                    <a:pt x="6922" y="9404"/>
                  </a:lnTo>
                  <a:lnTo>
                    <a:pt x="6501" y="10692"/>
                  </a:lnTo>
                  <a:lnTo>
                    <a:pt x="5201" y="12113"/>
                  </a:lnTo>
                  <a:lnTo>
                    <a:pt x="6336" y="12142"/>
                  </a:lnTo>
                  <a:lnTo>
                    <a:pt x="6654" y="12616"/>
                  </a:lnTo>
                  <a:lnTo>
                    <a:pt x="6663" y="13636"/>
                  </a:lnTo>
                  <a:lnTo>
                    <a:pt x="6445" y="14229"/>
                  </a:lnTo>
                  <a:lnTo>
                    <a:pt x="4974" y="16591"/>
                  </a:lnTo>
                  <a:lnTo>
                    <a:pt x="3963" y="17486"/>
                  </a:lnTo>
                  <a:lnTo>
                    <a:pt x="2874" y="19954"/>
                  </a:lnTo>
                  <a:lnTo>
                    <a:pt x="2325" y="19984"/>
                  </a:lnTo>
                  <a:lnTo>
                    <a:pt x="1780" y="21554"/>
                  </a:lnTo>
                  <a:lnTo>
                    <a:pt x="1333" y="22243"/>
                  </a:lnTo>
                  <a:lnTo>
                    <a:pt x="1081" y="22245"/>
                  </a:lnTo>
                  <a:lnTo>
                    <a:pt x="792" y="21897"/>
                  </a:lnTo>
                  <a:lnTo>
                    <a:pt x="116" y="20361"/>
                  </a:lnTo>
                  <a:lnTo>
                    <a:pt x="1342" y="18850"/>
                  </a:lnTo>
                  <a:lnTo>
                    <a:pt x="1456" y="18000"/>
                  </a:lnTo>
                  <a:lnTo>
                    <a:pt x="2295" y="17117"/>
                  </a:lnTo>
                  <a:lnTo>
                    <a:pt x="2225" y="16842"/>
                  </a:lnTo>
                  <a:lnTo>
                    <a:pt x="894" y="15599"/>
                  </a:lnTo>
                  <a:lnTo>
                    <a:pt x="370" y="14764"/>
                  </a:lnTo>
                  <a:lnTo>
                    <a:pt x="420" y="14327"/>
                  </a:lnTo>
                  <a:lnTo>
                    <a:pt x="1060" y="13366"/>
                  </a:lnTo>
                  <a:lnTo>
                    <a:pt x="756" y="13239"/>
                  </a:lnTo>
                  <a:lnTo>
                    <a:pt x="551" y="12721"/>
                  </a:lnTo>
                  <a:lnTo>
                    <a:pt x="179" y="12523"/>
                  </a:lnTo>
                  <a:lnTo>
                    <a:pt x="68" y="12040"/>
                  </a:lnTo>
                  <a:lnTo>
                    <a:pt x="0" y="10772"/>
                  </a:lnTo>
                  <a:lnTo>
                    <a:pt x="99" y="9474"/>
                  </a:lnTo>
                  <a:lnTo>
                    <a:pt x="487" y="8902"/>
                  </a:lnTo>
                  <a:lnTo>
                    <a:pt x="645" y="8288"/>
                  </a:lnTo>
                  <a:lnTo>
                    <a:pt x="803" y="8100"/>
                  </a:lnTo>
                  <a:lnTo>
                    <a:pt x="1404" y="8425"/>
                  </a:lnTo>
                  <a:lnTo>
                    <a:pt x="2012" y="9463"/>
                  </a:lnTo>
                  <a:lnTo>
                    <a:pt x="2723" y="9063"/>
                  </a:lnTo>
                  <a:lnTo>
                    <a:pt x="3548" y="9261"/>
                  </a:lnTo>
                  <a:lnTo>
                    <a:pt x="3565" y="9020"/>
                  </a:lnTo>
                  <a:lnTo>
                    <a:pt x="2959" y="6469"/>
                  </a:lnTo>
                  <a:lnTo>
                    <a:pt x="3068" y="5948"/>
                  </a:lnTo>
                  <a:lnTo>
                    <a:pt x="3396" y="5354"/>
                  </a:lnTo>
                  <a:lnTo>
                    <a:pt x="5301" y="3536"/>
                  </a:lnTo>
                  <a:lnTo>
                    <a:pt x="7675" y="478"/>
                  </a:lnTo>
                  <a:lnTo>
                    <a:pt x="8250" y="0"/>
                  </a:lnTo>
                  <a:lnTo>
                    <a:pt x="8423" y="416"/>
                  </a:lnTo>
                  <a:lnTo>
                    <a:pt x="8665" y="200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7"/>
            <p:cNvSpPr/>
            <p:nvPr/>
          </p:nvSpPr>
          <p:spPr>
            <a:xfrm>
              <a:off x="2763875" y="1901018"/>
              <a:ext cx="75758" cy="254967"/>
            </a:xfrm>
            <a:custGeom>
              <a:avLst/>
              <a:pathLst>
                <a:path w="75758" h="254967">
                  <a:moveTo>
                    <a:pt x="29071" y="3974"/>
                  </a:moveTo>
                  <a:lnTo>
                    <a:pt x="29154" y="6391"/>
                  </a:lnTo>
                  <a:lnTo>
                    <a:pt x="29040" y="7124"/>
                  </a:lnTo>
                  <a:lnTo>
                    <a:pt x="28811" y="8027"/>
                  </a:lnTo>
                  <a:lnTo>
                    <a:pt x="28084" y="9714"/>
                  </a:lnTo>
                  <a:lnTo>
                    <a:pt x="26175" y="12125"/>
                  </a:lnTo>
                  <a:lnTo>
                    <a:pt x="22675" y="17667"/>
                  </a:lnTo>
                  <a:lnTo>
                    <a:pt x="20608" y="20417"/>
                  </a:lnTo>
                  <a:lnTo>
                    <a:pt x="20323" y="21740"/>
                  </a:lnTo>
                  <a:lnTo>
                    <a:pt x="20170" y="23580"/>
                  </a:lnTo>
                  <a:lnTo>
                    <a:pt x="21408" y="23945"/>
                  </a:lnTo>
                  <a:lnTo>
                    <a:pt x="21886" y="24568"/>
                  </a:lnTo>
                  <a:lnTo>
                    <a:pt x="21589" y="25503"/>
                  </a:lnTo>
                  <a:lnTo>
                    <a:pt x="19758" y="28749"/>
                  </a:lnTo>
                  <a:lnTo>
                    <a:pt x="19219" y="31684"/>
                  </a:lnTo>
                  <a:lnTo>
                    <a:pt x="20623" y="31580"/>
                  </a:lnTo>
                  <a:lnTo>
                    <a:pt x="21780" y="31016"/>
                  </a:lnTo>
                  <a:lnTo>
                    <a:pt x="24086" y="29186"/>
                  </a:lnTo>
                  <a:lnTo>
                    <a:pt x="26254" y="27827"/>
                  </a:lnTo>
                  <a:lnTo>
                    <a:pt x="27294" y="27771"/>
                  </a:lnTo>
                  <a:lnTo>
                    <a:pt x="29319" y="28855"/>
                  </a:lnTo>
                  <a:lnTo>
                    <a:pt x="29779" y="28889"/>
                  </a:lnTo>
                  <a:lnTo>
                    <a:pt x="30638" y="28389"/>
                  </a:lnTo>
                  <a:lnTo>
                    <a:pt x="31507" y="28299"/>
                  </a:lnTo>
                  <a:lnTo>
                    <a:pt x="37392" y="28637"/>
                  </a:lnTo>
                  <a:lnTo>
                    <a:pt x="39027" y="28000"/>
                  </a:lnTo>
                  <a:lnTo>
                    <a:pt x="40109" y="28761"/>
                  </a:lnTo>
                  <a:lnTo>
                    <a:pt x="41014" y="30661"/>
                  </a:lnTo>
                  <a:lnTo>
                    <a:pt x="41874" y="34166"/>
                  </a:lnTo>
                  <a:lnTo>
                    <a:pt x="41848" y="34749"/>
                  </a:lnTo>
                  <a:lnTo>
                    <a:pt x="41328" y="36346"/>
                  </a:lnTo>
                  <a:lnTo>
                    <a:pt x="40369" y="38348"/>
                  </a:lnTo>
                  <a:lnTo>
                    <a:pt x="39544" y="41106"/>
                  </a:lnTo>
                  <a:lnTo>
                    <a:pt x="39302" y="42593"/>
                  </a:lnTo>
                  <a:lnTo>
                    <a:pt x="39140" y="44221"/>
                  </a:lnTo>
                  <a:lnTo>
                    <a:pt x="38879" y="45726"/>
                  </a:lnTo>
                  <a:lnTo>
                    <a:pt x="37237" y="52794"/>
                  </a:lnTo>
                  <a:lnTo>
                    <a:pt x="35638" y="56713"/>
                  </a:lnTo>
                  <a:lnTo>
                    <a:pt x="34923" y="59494"/>
                  </a:lnTo>
                  <a:lnTo>
                    <a:pt x="34042" y="61711"/>
                  </a:lnTo>
                  <a:lnTo>
                    <a:pt x="33193" y="63104"/>
                  </a:lnTo>
                  <a:lnTo>
                    <a:pt x="32287" y="64034"/>
                  </a:lnTo>
                  <a:lnTo>
                    <a:pt x="29670" y="65026"/>
                  </a:lnTo>
                  <a:lnTo>
                    <a:pt x="28938" y="65738"/>
                  </a:lnTo>
                  <a:lnTo>
                    <a:pt x="28064" y="66960"/>
                  </a:lnTo>
                  <a:lnTo>
                    <a:pt x="27146" y="67564"/>
                  </a:lnTo>
                  <a:lnTo>
                    <a:pt x="28222" y="67488"/>
                  </a:lnTo>
                  <a:lnTo>
                    <a:pt x="29289" y="66808"/>
                  </a:lnTo>
                  <a:lnTo>
                    <a:pt x="31230" y="66558"/>
                  </a:lnTo>
                  <a:lnTo>
                    <a:pt x="33464" y="68900"/>
                  </a:lnTo>
                  <a:lnTo>
                    <a:pt x="33257" y="70816"/>
                  </a:lnTo>
                  <a:lnTo>
                    <a:pt x="32360" y="72331"/>
                  </a:lnTo>
                  <a:lnTo>
                    <a:pt x="30320" y="72569"/>
                  </a:lnTo>
                  <a:lnTo>
                    <a:pt x="28412" y="75937"/>
                  </a:lnTo>
                  <a:lnTo>
                    <a:pt x="27551" y="76973"/>
                  </a:lnTo>
                  <a:lnTo>
                    <a:pt x="26643" y="77488"/>
                  </a:lnTo>
                  <a:lnTo>
                    <a:pt x="25507" y="77335"/>
                  </a:lnTo>
                  <a:lnTo>
                    <a:pt x="23443" y="76433"/>
                  </a:lnTo>
                  <a:lnTo>
                    <a:pt x="22540" y="75491"/>
                  </a:lnTo>
                  <a:lnTo>
                    <a:pt x="23356" y="77029"/>
                  </a:lnTo>
                  <a:lnTo>
                    <a:pt x="24282" y="77831"/>
                  </a:lnTo>
                  <a:lnTo>
                    <a:pt x="29657" y="79724"/>
                  </a:lnTo>
                  <a:lnTo>
                    <a:pt x="29981" y="79528"/>
                  </a:lnTo>
                  <a:lnTo>
                    <a:pt x="31694" y="77528"/>
                  </a:lnTo>
                  <a:lnTo>
                    <a:pt x="33978" y="77498"/>
                  </a:lnTo>
                  <a:lnTo>
                    <a:pt x="38326" y="81171"/>
                  </a:lnTo>
                  <a:lnTo>
                    <a:pt x="39577" y="83979"/>
                  </a:lnTo>
                  <a:lnTo>
                    <a:pt x="41371" y="88005"/>
                  </a:lnTo>
                  <a:lnTo>
                    <a:pt x="42347" y="89576"/>
                  </a:lnTo>
                  <a:lnTo>
                    <a:pt x="43053" y="91000"/>
                  </a:lnTo>
                  <a:lnTo>
                    <a:pt x="43487" y="93135"/>
                  </a:lnTo>
                  <a:lnTo>
                    <a:pt x="44329" y="100185"/>
                  </a:lnTo>
                  <a:lnTo>
                    <a:pt x="45290" y="107073"/>
                  </a:lnTo>
                  <a:lnTo>
                    <a:pt x="46548" y="114535"/>
                  </a:lnTo>
                  <a:lnTo>
                    <a:pt x="47119" y="116609"/>
                  </a:lnTo>
                  <a:lnTo>
                    <a:pt x="47869" y="118063"/>
                  </a:lnTo>
                  <a:lnTo>
                    <a:pt x="51667" y="121405"/>
                  </a:lnTo>
                  <a:lnTo>
                    <a:pt x="52512" y="122513"/>
                  </a:lnTo>
                  <a:lnTo>
                    <a:pt x="53986" y="125727"/>
                  </a:lnTo>
                  <a:lnTo>
                    <a:pt x="55406" y="129153"/>
                  </a:lnTo>
                  <a:lnTo>
                    <a:pt x="56728" y="131784"/>
                  </a:lnTo>
                  <a:lnTo>
                    <a:pt x="58156" y="133914"/>
                  </a:lnTo>
                  <a:lnTo>
                    <a:pt x="57464" y="135020"/>
                  </a:lnTo>
                  <a:lnTo>
                    <a:pt x="56991" y="136761"/>
                  </a:lnTo>
                  <a:lnTo>
                    <a:pt x="57344" y="139127"/>
                  </a:lnTo>
                  <a:lnTo>
                    <a:pt x="57926" y="141386"/>
                  </a:lnTo>
                  <a:lnTo>
                    <a:pt x="58967" y="144681"/>
                  </a:lnTo>
                  <a:lnTo>
                    <a:pt x="59068" y="145002"/>
                  </a:lnTo>
                  <a:lnTo>
                    <a:pt x="60076" y="148948"/>
                  </a:lnTo>
                  <a:lnTo>
                    <a:pt x="59704" y="148352"/>
                  </a:lnTo>
                  <a:lnTo>
                    <a:pt x="59314" y="148025"/>
                  </a:lnTo>
                  <a:lnTo>
                    <a:pt x="58967" y="148088"/>
                  </a:lnTo>
                  <a:lnTo>
                    <a:pt x="58780" y="148123"/>
                  </a:lnTo>
                  <a:lnTo>
                    <a:pt x="58258" y="147932"/>
                  </a:lnTo>
                  <a:lnTo>
                    <a:pt x="57296" y="146697"/>
                  </a:lnTo>
                  <a:lnTo>
                    <a:pt x="56371" y="145181"/>
                  </a:lnTo>
                  <a:lnTo>
                    <a:pt x="54531" y="145790"/>
                  </a:lnTo>
                  <a:lnTo>
                    <a:pt x="53509" y="145517"/>
                  </a:lnTo>
                  <a:lnTo>
                    <a:pt x="52623" y="145557"/>
                  </a:lnTo>
                  <a:lnTo>
                    <a:pt x="54304" y="146433"/>
                  </a:lnTo>
                  <a:lnTo>
                    <a:pt x="56143" y="146494"/>
                  </a:lnTo>
                  <a:lnTo>
                    <a:pt x="58967" y="151102"/>
                  </a:lnTo>
                  <a:lnTo>
                    <a:pt x="60200" y="153115"/>
                  </a:lnTo>
                  <a:lnTo>
                    <a:pt x="61572" y="157038"/>
                  </a:lnTo>
                  <a:lnTo>
                    <a:pt x="62387" y="162225"/>
                  </a:lnTo>
                  <a:lnTo>
                    <a:pt x="61832" y="164555"/>
                  </a:lnTo>
                  <a:lnTo>
                    <a:pt x="60968" y="166064"/>
                  </a:lnTo>
                  <a:lnTo>
                    <a:pt x="60163" y="167791"/>
                  </a:lnTo>
                  <a:lnTo>
                    <a:pt x="59408" y="169741"/>
                  </a:lnTo>
                  <a:lnTo>
                    <a:pt x="61657" y="172605"/>
                  </a:lnTo>
                  <a:lnTo>
                    <a:pt x="62141" y="172518"/>
                  </a:lnTo>
                  <a:lnTo>
                    <a:pt x="62639" y="172117"/>
                  </a:lnTo>
                  <a:lnTo>
                    <a:pt x="63116" y="171143"/>
                  </a:lnTo>
                  <a:lnTo>
                    <a:pt x="63923" y="168773"/>
                  </a:lnTo>
                  <a:lnTo>
                    <a:pt x="64339" y="167928"/>
                  </a:lnTo>
                  <a:lnTo>
                    <a:pt x="65740" y="167624"/>
                  </a:lnTo>
                  <a:lnTo>
                    <a:pt x="66915" y="167806"/>
                  </a:lnTo>
                  <a:lnTo>
                    <a:pt x="68086" y="168330"/>
                  </a:lnTo>
                  <a:lnTo>
                    <a:pt x="69115" y="168164"/>
                  </a:lnTo>
                  <a:lnTo>
                    <a:pt x="71189" y="169181"/>
                  </a:lnTo>
                  <a:lnTo>
                    <a:pt x="72254" y="170098"/>
                  </a:lnTo>
                  <a:lnTo>
                    <a:pt x="74894" y="174229"/>
                  </a:lnTo>
                  <a:lnTo>
                    <a:pt x="75465" y="176489"/>
                  </a:lnTo>
                  <a:lnTo>
                    <a:pt x="75727" y="179406"/>
                  </a:lnTo>
                  <a:lnTo>
                    <a:pt x="75758" y="182642"/>
                  </a:lnTo>
                  <a:lnTo>
                    <a:pt x="75314" y="185600"/>
                  </a:lnTo>
                  <a:lnTo>
                    <a:pt x="74804" y="188271"/>
                  </a:lnTo>
                  <a:lnTo>
                    <a:pt x="74489" y="191719"/>
                  </a:lnTo>
                  <a:lnTo>
                    <a:pt x="74266" y="192961"/>
                  </a:lnTo>
                  <a:lnTo>
                    <a:pt x="73954" y="193934"/>
                  </a:lnTo>
                  <a:lnTo>
                    <a:pt x="72555" y="196655"/>
                  </a:lnTo>
                  <a:lnTo>
                    <a:pt x="71626" y="197773"/>
                  </a:lnTo>
                  <a:lnTo>
                    <a:pt x="71234" y="197283"/>
                  </a:lnTo>
                  <a:lnTo>
                    <a:pt x="70815" y="197350"/>
                  </a:lnTo>
                  <a:lnTo>
                    <a:pt x="70771" y="198004"/>
                  </a:lnTo>
                  <a:lnTo>
                    <a:pt x="71213" y="199394"/>
                  </a:lnTo>
                  <a:lnTo>
                    <a:pt x="71219" y="201070"/>
                  </a:lnTo>
                  <a:lnTo>
                    <a:pt x="70392" y="202311"/>
                  </a:lnTo>
                  <a:lnTo>
                    <a:pt x="69553" y="202840"/>
                  </a:lnTo>
                  <a:lnTo>
                    <a:pt x="68149" y="202180"/>
                  </a:lnTo>
                  <a:lnTo>
                    <a:pt x="66199" y="204491"/>
                  </a:lnTo>
                  <a:lnTo>
                    <a:pt x="67600" y="205679"/>
                  </a:lnTo>
                  <a:lnTo>
                    <a:pt x="67883" y="206942"/>
                  </a:lnTo>
                  <a:lnTo>
                    <a:pt x="67532" y="209164"/>
                  </a:lnTo>
                  <a:lnTo>
                    <a:pt x="66650" y="210156"/>
                  </a:lnTo>
                  <a:lnTo>
                    <a:pt x="65673" y="210594"/>
                  </a:lnTo>
                  <a:lnTo>
                    <a:pt x="64672" y="210700"/>
                  </a:lnTo>
                  <a:lnTo>
                    <a:pt x="63843" y="211243"/>
                  </a:lnTo>
                  <a:lnTo>
                    <a:pt x="63048" y="212291"/>
                  </a:lnTo>
                  <a:lnTo>
                    <a:pt x="64046" y="211734"/>
                  </a:lnTo>
                  <a:lnTo>
                    <a:pt x="64738" y="212222"/>
                  </a:lnTo>
                  <a:lnTo>
                    <a:pt x="65172" y="214092"/>
                  </a:lnTo>
                  <a:lnTo>
                    <a:pt x="65567" y="214627"/>
                  </a:lnTo>
                  <a:lnTo>
                    <a:pt x="67517" y="215426"/>
                  </a:lnTo>
                  <a:lnTo>
                    <a:pt x="68724" y="215420"/>
                  </a:lnTo>
                  <a:lnTo>
                    <a:pt x="71052" y="214966"/>
                  </a:lnTo>
                  <a:lnTo>
                    <a:pt x="72171" y="214978"/>
                  </a:lnTo>
                  <a:lnTo>
                    <a:pt x="72570" y="215315"/>
                  </a:lnTo>
                  <a:lnTo>
                    <a:pt x="72576" y="216865"/>
                  </a:lnTo>
                  <a:lnTo>
                    <a:pt x="72402" y="220671"/>
                  </a:lnTo>
                  <a:lnTo>
                    <a:pt x="72094" y="221456"/>
                  </a:lnTo>
                  <a:lnTo>
                    <a:pt x="69008" y="224653"/>
                  </a:lnTo>
                  <a:lnTo>
                    <a:pt x="68375" y="226887"/>
                  </a:lnTo>
                  <a:lnTo>
                    <a:pt x="68197" y="228240"/>
                  </a:lnTo>
                  <a:lnTo>
                    <a:pt x="66392" y="228000"/>
                  </a:lnTo>
                  <a:lnTo>
                    <a:pt x="65546" y="229432"/>
                  </a:lnTo>
                  <a:lnTo>
                    <a:pt x="64084" y="230381"/>
                  </a:lnTo>
                  <a:lnTo>
                    <a:pt x="62954" y="231392"/>
                  </a:lnTo>
                  <a:lnTo>
                    <a:pt x="61848" y="232669"/>
                  </a:lnTo>
                  <a:lnTo>
                    <a:pt x="60938" y="233052"/>
                  </a:lnTo>
                  <a:lnTo>
                    <a:pt x="58967" y="232291"/>
                  </a:lnTo>
                  <a:lnTo>
                    <a:pt x="57006" y="231535"/>
                  </a:lnTo>
                  <a:lnTo>
                    <a:pt x="54633" y="231659"/>
                  </a:lnTo>
                  <a:lnTo>
                    <a:pt x="51418" y="232981"/>
                  </a:lnTo>
                  <a:lnTo>
                    <a:pt x="50590" y="232763"/>
                  </a:lnTo>
                  <a:lnTo>
                    <a:pt x="49347" y="231498"/>
                  </a:lnTo>
                  <a:lnTo>
                    <a:pt x="48076" y="230642"/>
                  </a:lnTo>
                  <a:lnTo>
                    <a:pt x="46613" y="230266"/>
                  </a:lnTo>
                  <a:lnTo>
                    <a:pt x="45349" y="229097"/>
                  </a:lnTo>
                  <a:lnTo>
                    <a:pt x="46138" y="231345"/>
                  </a:lnTo>
                  <a:lnTo>
                    <a:pt x="44385" y="233512"/>
                  </a:lnTo>
                  <a:lnTo>
                    <a:pt x="43577" y="233943"/>
                  </a:lnTo>
                  <a:lnTo>
                    <a:pt x="42740" y="233876"/>
                  </a:lnTo>
                  <a:lnTo>
                    <a:pt x="41028" y="234464"/>
                  </a:lnTo>
                  <a:lnTo>
                    <a:pt x="39441" y="234164"/>
                  </a:lnTo>
                  <a:lnTo>
                    <a:pt x="39679" y="235705"/>
                  </a:lnTo>
                  <a:lnTo>
                    <a:pt x="40104" y="237048"/>
                  </a:lnTo>
                  <a:lnTo>
                    <a:pt x="39760" y="237633"/>
                  </a:lnTo>
                  <a:lnTo>
                    <a:pt x="39395" y="237778"/>
                  </a:lnTo>
                  <a:lnTo>
                    <a:pt x="36373" y="236764"/>
                  </a:lnTo>
                  <a:lnTo>
                    <a:pt x="35945" y="236956"/>
                  </a:lnTo>
                  <a:lnTo>
                    <a:pt x="35572" y="237892"/>
                  </a:lnTo>
                  <a:lnTo>
                    <a:pt x="34474" y="237387"/>
                  </a:lnTo>
                  <a:lnTo>
                    <a:pt x="33406" y="235809"/>
                  </a:lnTo>
                  <a:lnTo>
                    <a:pt x="32270" y="234750"/>
                  </a:lnTo>
                  <a:lnTo>
                    <a:pt x="31079" y="234252"/>
                  </a:lnTo>
                  <a:lnTo>
                    <a:pt x="30131" y="234424"/>
                  </a:lnTo>
                  <a:lnTo>
                    <a:pt x="26236" y="236911"/>
                  </a:lnTo>
                  <a:lnTo>
                    <a:pt x="25459" y="239407"/>
                  </a:lnTo>
                  <a:lnTo>
                    <a:pt x="25070" y="242947"/>
                  </a:lnTo>
                  <a:lnTo>
                    <a:pt x="24508" y="246089"/>
                  </a:lnTo>
                  <a:lnTo>
                    <a:pt x="23591" y="248509"/>
                  </a:lnTo>
                  <a:lnTo>
                    <a:pt x="22499" y="248825"/>
                  </a:lnTo>
                  <a:lnTo>
                    <a:pt x="21472" y="247150"/>
                  </a:lnTo>
                  <a:lnTo>
                    <a:pt x="19518" y="245300"/>
                  </a:lnTo>
                  <a:lnTo>
                    <a:pt x="18853" y="244050"/>
                  </a:lnTo>
                  <a:lnTo>
                    <a:pt x="18641" y="243977"/>
                  </a:lnTo>
                  <a:lnTo>
                    <a:pt x="18423" y="244424"/>
                  </a:lnTo>
                  <a:lnTo>
                    <a:pt x="17657" y="244988"/>
                  </a:lnTo>
                  <a:lnTo>
                    <a:pt x="16864" y="245014"/>
                  </a:lnTo>
                  <a:lnTo>
                    <a:pt x="15641" y="245512"/>
                  </a:lnTo>
                  <a:lnTo>
                    <a:pt x="13514" y="247015"/>
                  </a:lnTo>
                  <a:lnTo>
                    <a:pt x="12654" y="248035"/>
                  </a:lnTo>
                  <a:lnTo>
                    <a:pt x="10807" y="250849"/>
                  </a:lnTo>
                  <a:lnTo>
                    <a:pt x="10431" y="251628"/>
                  </a:lnTo>
                  <a:lnTo>
                    <a:pt x="9759" y="254466"/>
                  </a:lnTo>
                  <a:lnTo>
                    <a:pt x="8733" y="254967"/>
                  </a:lnTo>
                  <a:lnTo>
                    <a:pt x="7795" y="253147"/>
                  </a:lnTo>
                  <a:lnTo>
                    <a:pt x="6726" y="252513"/>
                  </a:lnTo>
                  <a:lnTo>
                    <a:pt x="5599" y="253134"/>
                  </a:lnTo>
                  <a:lnTo>
                    <a:pt x="4918" y="254101"/>
                  </a:lnTo>
                  <a:lnTo>
                    <a:pt x="4600" y="253316"/>
                  </a:lnTo>
                  <a:lnTo>
                    <a:pt x="4589" y="251702"/>
                  </a:lnTo>
                  <a:lnTo>
                    <a:pt x="5412" y="249778"/>
                  </a:lnTo>
                  <a:lnTo>
                    <a:pt x="7608" y="248325"/>
                  </a:lnTo>
                  <a:lnTo>
                    <a:pt x="9535" y="244555"/>
                  </a:lnTo>
                  <a:lnTo>
                    <a:pt x="10481" y="242257"/>
                  </a:lnTo>
                  <a:lnTo>
                    <a:pt x="10856" y="240964"/>
                  </a:lnTo>
                  <a:lnTo>
                    <a:pt x="11318" y="240140"/>
                  </a:lnTo>
                  <a:lnTo>
                    <a:pt x="11922" y="239829"/>
                  </a:lnTo>
                  <a:lnTo>
                    <a:pt x="12232" y="238400"/>
                  </a:lnTo>
                  <a:lnTo>
                    <a:pt x="14908" y="232658"/>
                  </a:lnTo>
                  <a:lnTo>
                    <a:pt x="15129" y="231341"/>
                  </a:lnTo>
                  <a:lnTo>
                    <a:pt x="15262" y="228984"/>
                  </a:lnTo>
                  <a:lnTo>
                    <a:pt x="15483" y="226716"/>
                  </a:lnTo>
                  <a:lnTo>
                    <a:pt x="17662" y="225248"/>
                  </a:lnTo>
                  <a:lnTo>
                    <a:pt x="18703" y="220479"/>
                  </a:lnTo>
                  <a:lnTo>
                    <a:pt x="18989" y="220101"/>
                  </a:lnTo>
                  <a:lnTo>
                    <a:pt x="22028" y="219227"/>
                  </a:lnTo>
                  <a:lnTo>
                    <a:pt x="24282" y="219296"/>
                  </a:lnTo>
                  <a:lnTo>
                    <a:pt x="26520" y="220229"/>
                  </a:lnTo>
                  <a:lnTo>
                    <a:pt x="27667" y="220313"/>
                  </a:lnTo>
                  <a:lnTo>
                    <a:pt x="28818" y="219991"/>
                  </a:lnTo>
                  <a:lnTo>
                    <a:pt x="29722" y="218704"/>
                  </a:lnTo>
                  <a:lnTo>
                    <a:pt x="31267" y="214063"/>
                  </a:lnTo>
                  <a:lnTo>
                    <a:pt x="32137" y="212020"/>
                  </a:lnTo>
                  <a:lnTo>
                    <a:pt x="33133" y="210174"/>
                  </a:lnTo>
                  <a:lnTo>
                    <a:pt x="34065" y="208066"/>
                  </a:lnTo>
                  <a:lnTo>
                    <a:pt x="35576" y="204162"/>
                  </a:lnTo>
                  <a:lnTo>
                    <a:pt x="34554" y="205507"/>
                  </a:lnTo>
                  <a:lnTo>
                    <a:pt x="33321" y="207641"/>
                  </a:lnTo>
                  <a:lnTo>
                    <a:pt x="32605" y="208879"/>
                  </a:lnTo>
                  <a:lnTo>
                    <a:pt x="30332" y="210127"/>
                  </a:lnTo>
                  <a:lnTo>
                    <a:pt x="29353" y="211399"/>
                  </a:lnTo>
                  <a:lnTo>
                    <a:pt x="27638" y="214275"/>
                  </a:lnTo>
                  <a:lnTo>
                    <a:pt x="27308" y="214513"/>
                  </a:lnTo>
                  <a:lnTo>
                    <a:pt x="24719" y="213822"/>
                  </a:lnTo>
                  <a:lnTo>
                    <a:pt x="22793" y="210095"/>
                  </a:lnTo>
                  <a:lnTo>
                    <a:pt x="21562" y="208567"/>
                  </a:lnTo>
                  <a:lnTo>
                    <a:pt x="21054" y="208394"/>
                  </a:lnTo>
                  <a:lnTo>
                    <a:pt x="20528" y="208848"/>
                  </a:lnTo>
                  <a:lnTo>
                    <a:pt x="19404" y="209313"/>
                  </a:lnTo>
                  <a:lnTo>
                    <a:pt x="18257" y="209234"/>
                  </a:lnTo>
                  <a:lnTo>
                    <a:pt x="18842" y="207512"/>
                  </a:lnTo>
                  <a:lnTo>
                    <a:pt x="19637" y="206550"/>
                  </a:lnTo>
                  <a:lnTo>
                    <a:pt x="17857" y="205882"/>
                  </a:lnTo>
                  <a:lnTo>
                    <a:pt x="17362" y="205358"/>
                  </a:lnTo>
                  <a:lnTo>
                    <a:pt x="16799" y="204152"/>
                  </a:lnTo>
                  <a:lnTo>
                    <a:pt x="15402" y="203946"/>
                  </a:lnTo>
                  <a:lnTo>
                    <a:pt x="14736" y="204253"/>
                  </a:lnTo>
                  <a:lnTo>
                    <a:pt x="13613" y="205847"/>
                  </a:lnTo>
                  <a:lnTo>
                    <a:pt x="11838" y="207544"/>
                  </a:lnTo>
                  <a:lnTo>
                    <a:pt x="9699" y="205192"/>
                  </a:lnTo>
                  <a:lnTo>
                    <a:pt x="9280" y="204162"/>
                  </a:lnTo>
                  <a:lnTo>
                    <a:pt x="9291" y="202172"/>
                  </a:lnTo>
                  <a:lnTo>
                    <a:pt x="8970" y="200597"/>
                  </a:lnTo>
                  <a:lnTo>
                    <a:pt x="8377" y="200041"/>
                  </a:lnTo>
                  <a:lnTo>
                    <a:pt x="9136" y="197988"/>
                  </a:lnTo>
                  <a:lnTo>
                    <a:pt x="10052" y="196622"/>
                  </a:lnTo>
                  <a:lnTo>
                    <a:pt x="12066" y="195264"/>
                  </a:lnTo>
                  <a:lnTo>
                    <a:pt x="15118" y="192042"/>
                  </a:lnTo>
                  <a:lnTo>
                    <a:pt x="16829" y="190670"/>
                  </a:lnTo>
                  <a:lnTo>
                    <a:pt x="18419" y="188303"/>
                  </a:lnTo>
                  <a:lnTo>
                    <a:pt x="19076" y="186860"/>
                  </a:lnTo>
                  <a:lnTo>
                    <a:pt x="19553" y="184884"/>
                  </a:lnTo>
                  <a:lnTo>
                    <a:pt x="20026" y="182461"/>
                  </a:lnTo>
                  <a:lnTo>
                    <a:pt x="20701" y="180493"/>
                  </a:lnTo>
                  <a:lnTo>
                    <a:pt x="20046" y="180024"/>
                  </a:lnTo>
                  <a:lnTo>
                    <a:pt x="19754" y="178539"/>
                  </a:lnTo>
                  <a:lnTo>
                    <a:pt x="19832" y="177033"/>
                  </a:lnTo>
                  <a:lnTo>
                    <a:pt x="20135" y="175697"/>
                  </a:lnTo>
                  <a:lnTo>
                    <a:pt x="19864" y="174021"/>
                  </a:lnTo>
                  <a:lnTo>
                    <a:pt x="19382" y="172270"/>
                  </a:lnTo>
                  <a:lnTo>
                    <a:pt x="19409" y="170906"/>
                  </a:lnTo>
                  <a:lnTo>
                    <a:pt x="19537" y="169449"/>
                  </a:lnTo>
                  <a:lnTo>
                    <a:pt x="18309" y="169527"/>
                  </a:lnTo>
                  <a:lnTo>
                    <a:pt x="17085" y="169983"/>
                  </a:lnTo>
                  <a:lnTo>
                    <a:pt x="15976" y="171016"/>
                  </a:lnTo>
                  <a:lnTo>
                    <a:pt x="14901" y="172420"/>
                  </a:lnTo>
                  <a:lnTo>
                    <a:pt x="13945" y="172680"/>
                  </a:lnTo>
                  <a:lnTo>
                    <a:pt x="13961" y="171557"/>
                  </a:lnTo>
                  <a:lnTo>
                    <a:pt x="14375" y="170169"/>
                  </a:lnTo>
                  <a:lnTo>
                    <a:pt x="15458" y="168187"/>
                  </a:lnTo>
                  <a:lnTo>
                    <a:pt x="16618" y="166543"/>
                  </a:lnTo>
                  <a:lnTo>
                    <a:pt x="17030" y="165295"/>
                  </a:lnTo>
                  <a:lnTo>
                    <a:pt x="17355" y="163845"/>
                  </a:lnTo>
                  <a:lnTo>
                    <a:pt x="17930" y="162681"/>
                  </a:lnTo>
                  <a:lnTo>
                    <a:pt x="19445" y="160482"/>
                  </a:lnTo>
                  <a:lnTo>
                    <a:pt x="22346" y="158007"/>
                  </a:lnTo>
                  <a:lnTo>
                    <a:pt x="22779" y="157862"/>
                  </a:lnTo>
                  <a:lnTo>
                    <a:pt x="23916" y="158149"/>
                  </a:lnTo>
                  <a:lnTo>
                    <a:pt x="25034" y="157775"/>
                  </a:lnTo>
                  <a:lnTo>
                    <a:pt x="26014" y="156885"/>
                  </a:lnTo>
                  <a:lnTo>
                    <a:pt x="26990" y="156693"/>
                  </a:lnTo>
                  <a:lnTo>
                    <a:pt x="29188" y="159260"/>
                  </a:lnTo>
                  <a:lnTo>
                    <a:pt x="28534" y="155289"/>
                  </a:lnTo>
                  <a:lnTo>
                    <a:pt x="29503" y="154338"/>
                  </a:lnTo>
                  <a:lnTo>
                    <a:pt x="30909" y="157928"/>
                  </a:lnTo>
                  <a:lnTo>
                    <a:pt x="31432" y="158306"/>
                  </a:lnTo>
                  <a:lnTo>
                    <a:pt x="32534" y="157785"/>
                  </a:lnTo>
                  <a:lnTo>
                    <a:pt x="32109" y="157179"/>
                  </a:lnTo>
                  <a:lnTo>
                    <a:pt x="31612" y="157143"/>
                  </a:lnTo>
                  <a:lnTo>
                    <a:pt x="30961" y="156602"/>
                  </a:lnTo>
                  <a:lnTo>
                    <a:pt x="30414" y="155451"/>
                  </a:lnTo>
                  <a:lnTo>
                    <a:pt x="29505" y="151798"/>
                  </a:lnTo>
                  <a:lnTo>
                    <a:pt x="29554" y="149629"/>
                  </a:lnTo>
                  <a:lnTo>
                    <a:pt x="30167" y="147374"/>
                  </a:lnTo>
                  <a:lnTo>
                    <a:pt x="30846" y="145299"/>
                  </a:lnTo>
                  <a:lnTo>
                    <a:pt x="30276" y="144887"/>
                  </a:lnTo>
                  <a:lnTo>
                    <a:pt x="29820" y="144093"/>
                  </a:lnTo>
                  <a:lnTo>
                    <a:pt x="29690" y="142017"/>
                  </a:lnTo>
                  <a:lnTo>
                    <a:pt x="29869" y="140183"/>
                  </a:lnTo>
                  <a:lnTo>
                    <a:pt x="31089" y="138564"/>
                  </a:lnTo>
                  <a:lnTo>
                    <a:pt x="31449" y="136107"/>
                  </a:lnTo>
                  <a:lnTo>
                    <a:pt x="31602" y="133405"/>
                  </a:lnTo>
                  <a:lnTo>
                    <a:pt x="31399" y="132165"/>
                  </a:lnTo>
                  <a:lnTo>
                    <a:pt x="30188" y="132364"/>
                  </a:lnTo>
                  <a:lnTo>
                    <a:pt x="29600" y="132869"/>
                  </a:lnTo>
                  <a:lnTo>
                    <a:pt x="29071" y="133670"/>
                  </a:lnTo>
                  <a:lnTo>
                    <a:pt x="28530" y="133622"/>
                  </a:lnTo>
                  <a:lnTo>
                    <a:pt x="27035" y="130633"/>
                  </a:lnTo>
                  <a:lnTo>
                    <a:pt x="26182" y="128372"/>
                  </a:lnTo>
                  <a:lnTo>
                    <a:pt x="24652" y="123586"/>
                  </a:lnTo>
                  <a:lnTo>
                    <a:pt x="24434" y="120726"/>
                  </a:lnTo>
                  <a:lnTo>
                    <a:pt x="25659" y="114558"/>
                  </a:lnTo>
                  <a:lnTo>
                    <a:pt x="27550" y="110614"/>
                  </a:lnTo>
                  <a:lnTo>
                    <a:pt x="29777" y="109240"/>
                  </a:lnTo>
                  <a:lnTo>
                    <a:pt x="29347" y="108977"/>
                  </a:lnTo>
                  <a:lnTo>
                    <a:pt x="25953" y="108924"/>
                  </a:lnTo>
                  <a:lnTo>
                    <a:pt x="24834" y="109407"/>
                  </a:lnTo>
                  <a:lnTo>
                    <a:pt x="23797" y="111019"/>
                  </a:lnTo>
                  <a:lnTo>
                    <a:pt x="23211" y="111514"/>
                  </a:lnTo>
                  <a:lnTo>
                    <a:pt x="22596" y="111697"/>
                  </a:lnTo>
                  <a:lnTo>
                    <a:pt x="22035" y="112499"/>
                  </a:lnTo>
                  <a:lnTo>
                    <a:pt x="21487" y="113613"/>
                  </a:lnTo>
                  <a:lnTo>
                    <a:pt x="20917" y="114326"/>
                  </a:lnTo>
                  <a:lnTo>
                    <a:pt x="19784" y="114141"/>
                  </a:lnTo>
                  <a:lnTo>
                    <a:pt x="19234" y="114377"/>
                  </a:lnTo>
                  <a:lnTo>
                    <a:pt x="18839" y="113732"/>
                  </a:lnTo>
                  <a:lnTo>
                    <a:pt x="18509" y="112665"/>
                  </a:lnTo>
                  <a:lnTo>
                    <a:pt x="18076" y="112381"/>
                  </a:lnTo>
                  <a:lnTo>
                    <a:pt x="17593" y="112709"/>
                  </a:lnTo>
                  <a:lnTo>
                    <a:pt x="16571" y="114146"/>
                  </a:lnTo>
                  <a:lnTo>
                    <a:pt x="15537" y="114994"/>
                  </a:lnTo>
                  <a:lnTo>
                    <a:pt x="14287" y="114088"/>
                  </a:lnTo>
                  <a:lnTo>
                    <a:pt x="12647" y="112400"/>
                  </a:lnTo>
                  <a:lnTo>
                    <a:pt x="12324" y="113016"/>
                  </a:lnTo>
                  <a:lnTo>
                    <a:pt x="11961" y="114583"/>
                  </a:lnTo>
                  <a:lnTo>
                    <a:pt x="11752" y="117030"/>
                  </a:lnTo>
                  <a:lnTo>
                    <a:pt x="10588" y="114905"/>
                  </a:lnTo>
                  <a:lnTo>
                    <a:pt x="9596" y="112064"/>
                  </a:lnTo>
                  <a:lnTo>
                    <a:pt x="9263" y="110279"/>
                  </a:lnTo>
                  <a:lnTo>
                    <a:pt x="9238" y="108271"/>
                  </a:lnTo>
                  <a:lnTo>
                    <a:pt x="9777" y="107491"/>
                  </a:lnTo>
                  <a:lnTo>
                    <a:pt x="10361" y="108204"/>
                  </a:lnTo>
                  <a:lnTo>
                    <a:pt x="11233" y="103437"/>
                  </a:lnTo>
                  <a:lnTo>
                    <a:pt x="12967" y="97233"/>
                  </a:lnTo>
                  <a:lnTo>
                    <a:pt x="13579" y="95414"/>
                  </a:lnTo>
                  <a:lnTo>
                    <a:pt x="14006" y="93040"/>
                  </a:lnTo>
                  <a:lnTo>
                    <a:pt x="13933" y="91486"/>
                  </a:lnTo>
                  <a:lnTo>
                    <a:pt x="13550" y="90175"/>
                  </a:lnTo>
                  <a:lnTo>
                    <a:pt x="11938" y="87195"/>
                  </a:lnTo>
                  <a:lnTo>
                    <a:pt x="11959" y="84770"/>
                  </a:lnTo>
                  <a:lnTo>
                    <a:pt x="12132" y="82030"/>
                  </a:lnTo>
                  <a:lnTo>
                    <a:pt x="12570" y="80387"/>
                  </a:lnTo>
                  <a:lnTo>
                    <a:pt x="12755" y="80073"/>
                  </a:lnTo>
                  <a:lnTo>
                    <a:pt x="14897" y="80117"/>
                  </a:lnTo>
                  <a:lnTo>
                    <a:pt x="14062" y="79268"/>
                  </a:lnTo>
                  <a:lnTo>
                    <a:pt x="12397" y="76792"/>
                  </a:lnTo>
                  <a:lnTo>
                    <a:pt x="12427" y="75915"/>
                  </a:lnTo>
                  <a:lnTo>
                    <a:pt x="12818" y="73625"/>
                  </a:lnTo>
                  <a:lnTo>
                    <a:pt x="12637" y="73858"/>
                  </a:lnTo>
                  <a:lnTo>
                    <a:pt x="12280" y="74915"/>
                  </a:lnTo>
                  <a:lnTo>
                    <a:pt x="11599" y="77475"/>
                  </a:lnTo>
                  <a:lnTo>
                    <a:pt x="11183" y="78072"/>
                  </a:lnTo>
                  <a:lnTo>
                    <a:pt x="10006" y="78680"/>
                  </a:lnTo>
                  <a:lnTo>
                    <a:pt x="9793" y="79941"/>
                  </a:lnTo>
                  <a:lnTo>
                    <a:pt x="9604" y="80270"/>
                  </a:lnTo>
                  <a:lnTo>
                    <a:pt x="9016" y="80413"/>
                  </a:lnTo>
                  <a:lnTo>
                    <a:pt x="8835" y="81588"/>
                  </a:lnTo>
                  <a:lnTo>
                    <a:pt x="8704" y="81663"/>
                  </a:lnTo>
                  <a:lnTo>
                    <a:pt x="8537" y="80395"/>
                  </a:lnTo>
                  <a:lnTo>
                    <a:pt x="8521" y="78293"/>
                  </a:lnTo>
                  <a:lnTo>
                    <a:pt x="8755" y="76360"/>
                  </a:lnTo>
                  <a:lnTo>
                    <a:pt x="9202" y="74847"/>
                  </a:lnTo>
                  <a:lnTo>
                    <a:pt x="10928" y="71409"/>
                  </a:lnTo>
                  <a:lnTo>
                    <a:pt x="10088" y="72470"/>
                  </a:lnTo>
                  <a:lnTo>
                    <a:pt x="8184" y="75647"/>
                  </a:lnTo>
                  <a:lnTo>
                    <a:pt x="7212" y="77736"/>
                  </a:lnTo>
                  <a:lnTo>
                    <a:pt x="6953" y="78442"/>
                  </a:lnTo>
                  <a:lnTo>
                    <a:pt x="6871" y="79036"/>
                  </a:lnTo>
                  <a:lnTo>
                    <a:pt x="6877" y="79721"/>
                  </a:lnTo>
                  <a:lnTo>
                    <a:pt x="7313" y="83396"/>
                  </a:lnTo>
                  <a:lnTo>
                    <a:pt x="7189" y="85097"/>
                  </a:lnTo>
                  <a:lnTo>
                    <a:pt x="5549" y="96341"/>
                  </a:lnTo>
                  <a:lnTo>
                    <a:pt x="5238" y="97470"/>
                  </a:lnTo>
                  <a:lnTo>
                    <a:pt x="4953" y="98060"/>
                  </a:lnTo>
                  <a:lnTo>
                    <a:pt x="4683" y="98195"/>
                  </a:lnTo>
                  <a:lnTo>
                    <a:pt x="3874" y="97980"/>
                  </a:lnTo>
                  <a:lnTo>
                    <a:pt x="3513" y="97138"/>
                  </a:lnTo>
                  <a:lnTo>
                    <a:pt x="3516" y="96182"/>
                  </a:lnTo>
                  <a:lnTo>
                    <a:pt x="3668" y="94750"/>
                  </a:lnTo>
                  <a:lnTo>
                    <a:pt x="4348" y="89416"/>
                  </a:lnTo>
                  <a:lnTo>
                    <a:pt x="4643" y="87934"/>
                  </a:lnTo>
                  <a:lnTo>
                    <a:pt x="5082" y="86556"/>
                  </a:lnTo>
                  <a:lnTo>
                    <a:pt x="6048" y="84144"/>
                  </a:lnTo>
                  <a:lnTo>
                    <a:pt x="6025" y="83986"/>
                  </a:lnTo>
                  <a:lnTo>
                    <a:pt x="5381" y="84460"/>
                  </a:lnTo>
                  <a:lnTo>
                    <a:pt x="5107" y="84304"/>
                  </a:lnTo>
                  <a:lnTo>
                    <a:pt x="4911" y="83826"/>
                  </a:lnTo>
                  <a:lnTo>
                    <a:pt x="5038" y="76671"/>
                  </a:lnTo>
                  <a:lnTo>
                    <a:pt x="5560" y="74317"/>
                  </a:lnTo>
                  <a:lnTo>
                    <a:pt x="5755" y="70893"/>
                  </a:lnTo>
                  <a:lnTo>
                    <a:pt x="6208" y="67961"/>
                  </a:lnTo>
                  <a:lnTo>
                    <a:pt x="6732" y="65826"/>
                  </a:lnTo>
                  <a:lnTo>
                    <a:pt x="7130" y="63093"/>
                  </a:lnTo>
                  <a:lnTo>
                    <a:pt x="7731" y="61878"/>
                  </a:lnTo>
                  <a:lnTo>
                    <a:pt x="7892" y="60020"/>
                  </a:lnTo>
                  <a:lnTo>
                    <a:pt x="8566" y="58008"/>
                  </a:lnTo>
                  <a:lnTo>
                    <a:pt x="9087" y="55905"/>
                  </a:lnTo>
                  <a:lnTo>
                    <a:pt x="8807" y="56113"/>
                  </a:lnTo>
                  <a:lnTo>
                    <a:pt x="5474" y="61588"/>
                  </a:lnTo>
                  <a:lnTo>
                    <a:pt x="4626" y="62585"/>
                  </a:lnTo>
                  <a:lnTo>
                    <a:pt x="3469" y="62318"/>
                  </a:lnTo>
                  <a:lnTo>
                    <a:pt x="2584" y="61702"/>
                  </a:lnTo>
                  <a:lnTo>
                    <a:pt x="1893" y="60406"/>
                  </a:lnTo>
                  <a:lnTo>
                    <a:pt x="1584" y="57919"/>
                  </a:lnTo>
                  <a:lnTo>
                    <a:pt x="730" y="57852"/>
                  </a:lnTo>
                  <a:lnTo>
                    <a:pt x="0" y="57423"/>
                  </a:lnTo>
                  <a:lnTo>
                    <a:pt x="8" y="57088"/>
                  </a:lnTo>
                  <a:lnTo>
                    <a:pt x="951" y="55732"/>
                  </a:lnTo>
                  <a:lnTo>
                    <a:pt x="2461" y="55267"/>
                  </a:lnTo>
                  <a:lnTo>
                    <a:pt x="3875" y="53097"/>
                  </a:lnTo>
                  <a:lnTo>
                    <a:pt x="2617" y="51631"/>
                  </a:lnTo>
                  <a:lnTo>
                    <a:pt x="2723" y="51166"/>
                  </a:lnTo>
                  <a:lnTo>
                    <a:pt x="3820" y="49918"/>
                  </a:lnTo>
                  <a:lnTo>
                    <a:pt x="5214" y="45731"/>
                  </a:lnTo>
                  <a:lnTo>
                    <a:pt x="5496" y="41879"/>
                  </a:lnTo>
                  <a:lnTo>
                    <a:pt x="4830" y="40070"/>
                  </a:lnTo>
                  <a:lnTo>
                    <a:pt x="4589" y="38884"/>
                  </a:lnTo>
                  <a:lnTo>
                    <a:pt x="3256" y="37562"/>
                  </a:lnTo>
                  <a:lnTo>
                    <a:pt x="3034" y="35870"/>
                  </a:lnTo>
                  <a:lnTo>
                    <a:pt x="3189" y="34926"/>
                  </a:lnTo>
                  <a:lnTo>
                    <a:pt x="3623" y="34004"/>
                  </a:lnTo>
                  <a:lnTo>
                    <a:pt x="4278" y="33286"/>
                  </a:lnTo>
                  <a:lnTo>
                    <a:pt x="5305" y="32599"/>
                  </a:lnTo>
                  <a:lnTo>
                    <a:pt x="4373" y="31863"/>
                  </a:lnTo>
                  <a:lnTo>
                    <a:pt x="4025" y="30994"/>
                  </a:lnTo>
                  <a:lnTo>
                    <a:pt x="3761" y="29736"/>
                  </a:lnTo>
                  <a:lnTo>
                    <a:pt x="3737" y="29007"/>
                  </a:lnTo>
                  <a:lnTo>
                    <a:pt x="4220" y="25760"/>
                  </a:lnTo>
                  <a:lnTo>
                    <a:pt x="4501" y="24421"/>
                  </a:lnTo>
                  <a:lnTo>
                    <a:pt x="5050" y="22713"/>
                  </a:lnTo>
                  <a:lnTo>
                    <a:pt x="7543" y="22809"/>
                  </a:lnTo>
                  <a:lnTo>
                    <a:pt x="7830" y="22055"/>
                  </a:lnTo>
                  <a:lnTo>
                    <a:pt x="8112" y="22026"/>
                  </a:lnTo>
                  <a:lnTo>
                    <a:pt x="9387" y="22713"/>
                  </a:lnTo>
                  <a:lnTo>
                    <a:pt x="9198" y="21972"/>
                  </a:lnTo>
                  <a:lnTo>
                    <a:pt x="7113" y="17918"/>
                  </a:lnTo>
                  <a:lnTo>
                    <a:pt x="6926" y="17146"/>
                  </a:lnTo>
                  <a:lnTo>
                    <a:pt x="7521" y="14960"/>
                  </a:lnTo>
                  <a:lnTo>
                    <a:pt x="7564" y="13986"/>
                  </a:lnTo>
                  <a:lnTo>
                    <a:pt x="7476" y="12945"/>
                  </a:lnTo>
                  <a:lnTo>
                    <a:pt x="7646" y="12152"/>
                  </a:lnTo>
                  <a:lnTo>
                    <a:pt x="8307" y="11777"/>
                  </a:lnTo>
                  <a:lnTo>
                    <a:pt x="10322" y="11815"/>
                  </a:lnTo>
                  <a:lnTo>
                    <a:pt x="10819" y="11445"/>
                  </a:lnTo>
                  <a:lnTo>
                    <a:pt x="10592" y="10392"/>
                  </a:lnTo>
                  <a:lnTo>
                    <a:pt x="10123" y="9007"/>
                  </a:lnTo>
                  <a:lnTo>
                    <a:pt x="10032" y="7844"/>
                  </a:lnTo>
                  <a:lnTo>
                    <a:pt x="10142" y="6817"/>
                  </a:lnTo>
                  <a:lnTo>
                    <a:pt x="10168" y="4749"/>
                  </a:lnTo>
                  <a:lnTo>
                    <a:pt x="10259" y="3835"/>
                  </a:lnTo>
                  <a:lnTo>
                    <a:pt x="10737" y="2465"/>
                  </a:lnTo>
                  <a:lnTo>
                    <a:pt x="11133" y="2059"/>
                  </a:lnTo>
                  <a:lnTo>
                    <a:pt x="11623" y="1820"/>
                  </a:lnTo>
                  <a:lnTo>
                    <a:pt x="12729" y="2278"/>
                  </a:lnTo>
                  <a:lnTo>
                    <a:pt x="13150" y="2830"/>
                  </a:lnTo>
                  <a:lnTo>
                    <a:pt x="13634" y="4136"/>
                  </a:lnTo>
                  <a:lnTo>
                    <a:pt x="13992" y="4031"/>
                  </a:lnTo>
                  <a:lnTo>
                    <a:pt x="15369" y="2613"/>
                  </a:lnTo>
                  <a:lnTo>
                    <a:pt x="15783" y="2409"/>
                  </a:lnTo>
                  <a:lnTo>
                    <a:pt x="16347" y="4052"/>
                  </a:lnTo>
                  <a:lnTo>
                    <a:pt x="18699" y="2741"/>
                  </a:lnTo>
                  <a:lnTo>
                    <a:pt x="21863" y="2154"/>
                  </a:lnTo>
                  <a:lnTo>
                    <a:pt x="23763" y="1291"/>
                  </a:lnTo>
                  <a:lnTo>
                    <a:pt x="25765" y="978"/>
                  </a:lnTo>
                  <a:lnTo>
                    <a:pt x="27635" y="0"/>
                  </a:lnTo>
                  <a:lnTo>
                    <a:pt x="29616" y="448"/>
                  </a:lnTo>
                  <a:lnTo>
                    <a:pt x="29682" y="1018"/>
                  </a:lnTo>
                  <a:lnTo>
                    <a:pt x="29578" y="180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8"/>
            <p:cNvSpPr/>
            <p:nvPr/>
          </p:nvSpPr>
          <p:spPr>
            <a:xfrm>
              <a:off x="2793661" y="1895531"/>
              <a:ext cx="1336" cy="2868"/>
            </a:xfrm>
            <a:custGeom>
              <a:avLst/>
              <a:pathLst>
                <a:path w="1336" h="2868">
                  <a:moveTo>
                    <a:pt x="927" y="2868"/>
                  </a:moveTo>
                  <a:lnTo>
                    <a:pt x="577" y="2327"/>
                  </a:lnTo>
                  <a:lnTo>
                    <a:pt x="0" y="385"/>
                  </a:lnTo>
                  <a:lnTo>
                    <a:pt x="905" y="0"/>
                  </a:lnTo>
                  <a:lnTo>
                    <a:pt x="1336" y="239"/>
                  </a:lnTo>
                  <a:lnTo>
                    <a:pt x="1176" y="106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89"/>
            <p:cNvSpPr/>
            <p:nvPr/>
          </p:nvSpPr>
          <p:spPr>
            <a:xfrm>
              <a:off x="2790148" y="1893070"/>
              <a:ext cx="2329" cy="4078"/>
            </a:xfrm>
            <a:custGeom>
              <a:avLst/>
              <a:pathLst>
                <a:path w="2329" h="4078">
                  <a:moveTo>
                    <a:pt x="2267" y="3687"/>
                  </a:moveTo>
                  <a:lnTo>
                    <a:pt x="1718" y="4078"/>
                  </a:lnTo>
                  <a:lnTo>
                    <a:pt x="1173" y="4050"/>
                  </a:lnTo>
                  <a:lnTo>
                    <a:pt x="323" y="2341"/>
                  </a:lnTo>
                  <a:lnTo>
                    <a:pt x="0" y="1099"/>
                  </a:lnTo>
                  <a:lnTo>
                    <a:pt x="58" y="277"/>
                  </a:lnTo>
                  <a:lnTo>
                    <a:pt x="417" y="0"/>
                  </a:lnTo>
                  <a:lnTo>
                    <a:pt x="1239" y="405"/>
                  </a:lnTo>
                  <a:lnTo>
                    <a:pt x="1665" y="1826"/>
                  </a:lnTo>
                  <a:lnTo>
                    <a:pt x="1718" y="2751"/>
                  </a:lnTo>
                  <a:lnTo>
                    <a:pt x="1818" y="3115"/>
                  </a:lnTo>
                  <a:lnTo>
                    <a:pt x="2329" y="348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0"/>
            <p:cNvSpPr/>
            <p:nvPr/>
          </p:nvSpPr>
          <p:spPr>
            <a:xfrm>
              <a:off x="2790601" y="1886423"/>
              <a:ext cx="5684" cy="7488"/>
            </a:xfrm>
            <a:custGeom>
              <a:avLst/>
              <a:pathLst>
                <a:path w="5684" h="7488">
                  <a:moveTo>
                    <a:pt x="2848" y="3377"/>
                  </a:moveTo>
                  <a:lnTo>
                    <a:pt x="2720" y="4106"/>
                  </a:lnTo>
                  <a:lnTo>
                    <a:pt x="3451" y="4089"/>
                  </a:lnTo>
                  <a:lnTo>
                    <a:pt x="4510" y="4710"/>
                  </a:lnTo>
                  <a:lnTo>
                    <a:pt x="5150" y="4788"/>
                  </a:lnTo>
                  <a:lnTo>
                    <a:pt x="5684" y="5559"/>
                  </a:lnTo>
                  <a:lnTo>
                    <a:pt x="5390" y="7003"/>
                  </a:lnTo>
                  <a:lnTo>
                    <a:pt x="5071" y="7407"/>
                  </a:lnTo>
                  <a:lnTo>
                    <a:pt x="4710" y="7488"/>
                  </a:lnTo>
                  <a:lnTo>
                    <a:pt x="3450" y="6045"/>
                  </a:lnTo>
                  <a:lnTo>
                    <a:pt x="1798" y="6644"/>
                  </a:lnTo>
                  <a:lnTo>
                    <a:pt x="1470" y="6461"/>
                  </a:lnTo>
                  <a:lnTo>
                    <a:pt x="1253" y="6062"/>
                  </a:lnTo>
                  <a:lnTo>
                    <a:pt x="1164" y="5567"/>
                  </a:lnTo>
                  <a:lnTo>
                    <a:pt x="1162" y="4559"/>
                  </a:lnTo>
                  <a:lnTo>
                    <a:pt x="1072" y="4262"/>
                  </a:lnTo>
                  <a:lnTo>
                    <a:pt x="474" y="5215"/>
                  </a:lnTo>
                  <a:lnTo>
                    <a:pt x="212" y="5103"/>
                  </a:lnTo>
                  <a:lnTo>
                    <a:pt x="63" y="4646"/>
                  </a:lnTo>
                  <a:lnTo>
                    <a:pt x="0" y="3699"/>
                  </a:lnTo>
                  <a:lnTo>
                    <a:pt x="66" y="2333"/>
                  </a:lnTo>
                  <a:lnTo>
                    <a:pt x="416" y="388"/>
                  </a:lnTo>
                  <a:lnTo>
                    <a:pt x="1010" y="0"/>
                  </a:lnTo>
                  <a:lnTo>
                    <a:pt x="1895" y="225"/>
                  </a:lnTo>
                  <a:lnTo>
                    <a:pt x="2908" y="1327"/>
                  </a:lnTo>
                  <a:lnTo>
                    <a:pt x="3215" y="2006"/>
                  </a:lnTo>
                  <a:lnTo>
                    <a:pt x="3208" y="254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1"/>
            <p:cNvSpPr/>
            <p:nvPr/>
          </p:nvSpPr>
          <p:spPr>
            <a:xfrm>
              <a:off x="2797250" y="1881689"/>
              <a:ext cx="2452" cy="2185"/>
            </a:xfrm>
            <a:custGeom>
              <a:avLst/>
              <a:pathLst>
                <a:path w="2452" h="2185">
                  <a:moveTo>
                    <a:pt x="1088" y="2151"/>
                  </a:moveTo>
                  <a:lnTo>
                    <a:pt x="0" y="2185"/>
                  </a:lnTo>
                  <a:lnTo>
                    <a:pt x="561" y="438"/>
                  </a:lnTo>
                  <a:lnTo>
                    <a:pt x="1215" y="0"/>
                  </a:lnTo>
                  <a:lnTo>
                    <a:pt x="2452" y="194"/>
                  </a:lnTo>
                  <a:lnTo>
                    <a:pt x="2232" y="978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2"/>
            <p:cNvSpPr/>
            <p:nvPr/>
          </p:nvSpPr>
          <p:spPr>
            <a:xfrm>
              <a:off x="2793501" y="1880419"/>
              <a:ext cx="3192" cy="5472"/>
            </a:xfrm>
            <a:custGeom>
              <a:avLst/>
              <a:pathLst>
                <a:path w="3192" h="5472">
                  <a:moveTo>
                    <a:pt x="3101" y="4738"/>
                  </a:moveTo>
                  <a:lnTo>
                    <a:pt x="2276" y="5472"/>
                  </a:lnTo>
                  <a:lnTo>
                    <a:pt x="1924" y="4865"/>
                  </a:lnTo>
                  <a:lnTo>
                    <a:pt x="1832" y="2963"/>
                  </a:lnTo>
                  <a:lnTo>
                    <a:pt x="848" y="2149"/>
                  </a:lnTo>
                  <a:lnTo>
                    <a:pt x="370" y="1644"/>
                  </a:lnTo>
                  <a:lnTo>
                    <a:pt x="0" y="686"/>
                  </a:lnTo>
                  <a:lnTo>
                    <a:pt x="94" y="392"/>
                  </a:lnTo>
                  <a:lnTo>
                    <a:pt x="735" y="0"/>
                  </a:lnTo>
                  <a:lnTo>
                    <a:pt x="1830" y="1737"/>
                  </a:lnTo>
                  <a:lnTo>
                    <a:pt x="2278" y="3141"/>
                  </a:lnTo>
                  <a:lnTo>
                    <a:pt x="3089" y="3556"/>
                  </a:lnTo>
                  <a:lnTo>
                    <a:pt x="3192" y="377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3"/>
            <p:cNvSpPr/>
            <p:nvPr/>
          </p:nvSpPr>
          <p:spPr>
            <a:xfrm>
              <a:off x="2806848" y="1843115"/>
              <a:ext cx="5877" cy="21597"/>
            </a:xfrm>
            <a:custGeom>
              <a:avLst/>
              <a:pathLst>
                <a:path w="5877" h="21597">
                  <a:moveTo>
                    <a:pt x="3419" y="2129"/>
                  </a:moveTo>
                  <a:lnTo>
                    <a:pt x="3618" y="4211"/>
                  </a:lnTo>
                  <a:lnTo>
                    <a:pt x="4114" y="3671"/>
                  </a:lnTo>
                  <a:lnTo>
                    <a:pt x="4864" y="5668"/>
                  </a:lnTo>
                  <a:lnTo>
                    <a:pt x="5247" y="5671"/>
                  </a:lnTo>
                  <a:lnTo>
                    <a:pt x="5877" y="4878"/>
                  </a:lnTo>
                  <a:lnTo>
                    <a:pt x="5749" y="6736"/>
                  </a:lnTo>
                  <a:lnTo>
                    <a:pt x="5095" y="11895"/>
                  </a:lnTo>
                  <a:lnTo>
                    <a:pt x="4912" y="12771"/>
                  </a:lnTo>
                  <a:lnTo>
                    <a:pt x="4788" y="14340"/>
                  </a:lnTo>
                  <a:lnTo>
                    <a:pt x="4658" y="14646"/>
                  </a:lnTo>
                  <a:lnTo>
                    <a:pt x="4465" y="17817"/>
                  </a:lnTo>
                  <a:lnTo>
                    <a:pt x="4022" y="18861"/>
                  </a:lnTo>
                  <a:lnTo>
                    <a:pt x="3653" y="21353"/>
                  </a:lnTo>
                  <a:lnTo>
                    <a:pt x="3502" y="21597"/>
                  </a:lnTo>
                  <a:lnTo>
                    <a:pt x="2960" y="20638"/>
                  </a:lnTo>
                  <a:lnTo>
                    <a:pt x="3501" y="16834"/>
                  </a:lnTo>
                  <a:lnTo>
                    <a:pt x="3726" y="14624"/>
                  </a:lnTo>
                  <a:lnTo>
                    <a:pt x="3584" y="13477"/>
                  </a:lnTo>
                  <a:lnTo>
                    <a:pt x="3277" y="12445"/>
                  </a:lnTo>
                  <a:lnTo>
                    <a:pt x="2448" y="12412"/>
                  </a:lnTo>
                  <a:lnTo>
                    <a:pt x="1752" y="12888"/>
                  </a:lnTo>
                  <a:lnTo>
                    <a:pt x="1604" y="12279"/>
                  </a:lnTo>
                  <a:lnTo>
                    <a:pt x="1582" y="11458"/>
                  </a:lnTo>
                  <a:lnTo>
                    <a:pt x="1414" y="11186"/>
                  </a:lnTo>
                  <a:lnTo>
                    <a:pt x="487" y="11242"/>
                  </a:lnTo>
                  <a:lnTo>
                    <a:pt x="215" y="11015"/>
                  </a:lnTo>
                  <a:lnTo>
                    <a:pt x="35" y="10262"/>
                  </a:lnTo>
                  <a:lnTo>
                    <a:pt x="0" y="9663"/>
                  </a:lnTo>
                  <a:lnTo>
                    <a:pt x="837" y="9194"/>
                  </a:lnTo>
                  <a:lnTo>
                    <a:pt x="1627" y="9369"/>
                  </a:lnTo>
                  <a:lnTo>
                    <a:pt x="2779" y="8174"/>
                  </a:lnTo>
                  <a:lnTo>
                    <a:pt x="2059" y="4166"/>
                  </a:lnTo>
                  <a:lnTo>
                    <a:pt x="1105" y="3790"/>
                  </a:lnTo>
                  <a:lnTo>
                    <a:pt x="884" y="3402"/>
                  </a:lnTo>
                  <a:lnTo>
                    <a:pt x="1068" y="2722"/>
                  </a:lnTo>
                  <a:lnTo>
                    <a:pt x="1592" y="2356"/>
                  </a:lnTo>
                  <a:lnTo>
                    <a:pt x="2399" y="320"/>
                  </a:lnTo>
                  <a:lnTo>
                    <a:pt x="2882" y="0"/>
                  </a:lnTo>
                  <a:lnTo>
                    <a:pt x="3480" y="5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4"/>
            <p:cNvSpPr/>
            <p:nvPr/>
          </p:nvSpPr>
          <p:spPr>
            <a:xfrm>
              <a:off x="2811637" y="1839845"/>
              <a:ext cx="1671" cy="6439"/>
            </a:xfrm>
            <a:custGeom>
              <a:avLst/>
              <a:pathLst>
                <a:path w="1671" h="6439">
                  <a:moveTo>
                    <a:pt x="1182" y="6097"/>
                  </a:moveTo>
                  <a:lnTo>
                    <a:pt x="938" y="6439"/>
                  </a:lnTo>
                  <a:lnTo>
                    <a:pt x="0" y="3436"/>
                  </a:lnTo>
                  <a:lnTo>
                    <a:pt x="694" y="0"/>
                  </a:lnTo>
                  <a:lnTo>
                    <a:pt x="1537" y="109"/>
                  </a:lnTo>
                  <a:lnTo>
                    <a:pt x="1671" y="1010"/>
                  </a:lnTo>
                  <a:lnTo>
                    <a:pt x="1588" y="1838"/>
                  </a:lnTo>
                  <a:lnTo>
                    <a:pt x="1158" y="1911"/>
                  </a:lnTo>
                  <a:lnTo>
                    <a:pt x="1120" y="2165"/>
                  </a:lnTo>
                  <a:lnTo>
                    <a:pt x="1253" y="3761"/>
                  </a:lnTo>
                  <a:lnTo>
                    <a:pt x="1262" y="561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5"/>
            <p:cNvSpPr/>
            <p:nvPr/>
          </p:nvSpPr>
          <p:spPr>
            <a:xfrm>
              <a:off x="2813824" y="1836546"/>
              <a:ext cx="1574" cy="4371"/>
            </a:xfrm>
            <a:custGeom>
              <a:avLst/>
              <a:pathLst>
                <a:path w="1574" h="4371">
                  <a:moveTo>
                    <a:pt x="1574" y="588"/>
                  </a:moveTo>
                  <a:lnTo>
                    <a:pt x="1574" y="927"/>
                  </a:lnTo>
                  <a:lnTo>
                    <a:pt x="1075" y="3419"/>
                  </a:lnTo>
                  <a:lnTo>
                    <a:pt x="1082" y="4371"/>
                  </a:lnTo>
                  <a:lnTo>
                    <a:pt x="278" y="4281"/>
                  </a:lnTo>
                  <a:lnTo>
                    <a:pt x="152" y="3977"/>
                  </a:lnTo>
                  <a:lnTo>
                    <a:pt x="0" y="2548"/>
                  </a:lnTo>
                  <a:lnTo>
                    <a:pt x="101" y="1025"/>
                  </a:lnTo>
                  <a:lnTo>
                    <a:pt x="214" y="633"/>
                  </a:lnTo>
                  <a:lnTo>
                    <a:pt x="448" y="471"/>
                  </a:lnTo>
                  <a:lnTo>
                    <a:pt x="703" y="770"/>
                  </a:lnTo>
                  <a:lnTo>
                    <a:pt x="1102" y="0"/>
                  </a:lnTo>
                  <a:lnTo>
                    <a:pt x="1310" y="18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6"/>
            <p:cNvSpPr/>
            <p:nvPr/>
          </p:nvSpPr>
          <p:spPr>
            <a:xfrm>
              <a:off x="3207181" y="2346625"/>
              <a:ext cx="64356" cy="73859"/>
            </a:xfrm>
            <a:custGeom>
              <a:avLst/>
              <a:pathLst>
                <a:path w="64356" h="73859">
                  <a:moveTo>
                    <a:pt x="62023" y="49607"/>
                  </a:moveTo>
                  <a:lnTo>
                    <a:pt x="61788" y="50667"/>
                  </a:lnTo>
                  <a:lnTo>
                    <a:pt x="61238" y="52585"/>
                  </a:lnTo>
                  <a:lnTo>
                    <a:pt x="60798" y="53563"/>
                  </a:lnTo>
                  <a:lnTo>
                    <a:pt x="60311" y="53720"/>
                  </a:lnTo>
                  <a:lnTo>
                    <a:pt x="59830" y="54160"/>
                  </a:lnTo>
                  <a:lnTo>
                    <a:pt x="59661" y="55186"/>
                  </a:lnTo>
                  <a:lnTo>
                    <a:pt x="59641" y="56518"/>
                  </a:lnTo>
                  <a:lnTo>
                    <a:pt x="59722" y="57470"/>
                  </a:lnTo>
                  <a:lnTo>
                    <a:pt x="59846" y="57832"/>
                  </a:lnTo>
                  <a:lnTo>
                    <a:pt x="60338" y="58141"/>
                  </a:lnTo>
                  <a:lnTo>
                    <a:pt x="60827" y="60931"/>
                  </a:lnTo>
                  <a:lnTo>
                    <a:pt x="61591" y="62346"/>
                  </a:lnTo>
                  <a:lnTo>
                    <a:pt x="62781" y="63950"/>
                  </a:lnTo>
                  <a:lnTo>
                    <a:pt x="63840" y="65777"/>
                  </a:lnTo>
                  <a:lnTo>
                    <a:pt x="64356" y="67459"/>
                  </a:lnTo>
                  <a:lnTo>
                    <a:pt x="64258" y="68680"/>
                  </a:lnTo>
                  <a:lnTo>
                    <a:pt x="63912" y="71216"/>
                  </a:lnTo>
                  <a:lnTo>
                    <a:pt x="63027" y="73317"/>
                  </a:lnTo>
                  <a:lnTo>
                    <a:pt x="62292" y="73859"/>
                  </a:lnTo>
                  <a:lnTo>
                    <a:pt x="62033" y="73657"/>
                  </a:lnTo>
                  <a:lnTo>
                    <a:pt x="61550" y="72999"/>
                  </a:lnTo>
                  <a:lnTo>
                    <a:pt x="60582" y="71370"/>
                  </a:lnTo>
                  <a:lnTo>
                    <a:pt x="59531" y="70088"/>
                  </a:lnTo>
                  <a:lnTo>
                    <a:pt x="58722" y="70502"/>
                  </a:lnTo>
                  <a:lnTo>
                    <a:pt x="58190" y="70991"/>
                  </a:lnTo>
                  <a:lnTo>
                    <a:pt x="57140" y="70417"/>
                  </a:lnTo>
                  <a:lnTo>
                    <a:pt x="55898" y="69303"/>
                  </a:lnTo>
                  <a:lnTo>
                    <a:pt x="55251" y="68203"/>
                  </a:lnTo>
                  <a:lnTo>
                    <a:pt x="54965" y="67394"/>
                  </a:lnTo>
                  <a:lnTo>
                    <a:pt x="55156" y="65957"/>
                  </a:lnTo>
                  <a:lnTo>
                    <a:pt x="52336" y="63367"/>
                  </a:lnTo>
                  <a:lnTo>
                    <a:pt x="50977" y="62650"/>
                  </a:lnTo>
                  <a:lnTo>
                    <a:pt x="50364" y="63429"/>
                  </a:lnTo>
                  <a:lnTo>
                    <a:pt x="48289" y="67336"/>
                  </a:lnTo>
                  <a:lnTo>
                    <a:pt x="48044" y="67734"/>
                  </a:lnTo>
                  <a:lnTo>
                    <a:pt x="46462" y="68270"/>
                  </a:lnTo>
                  <a:lnTo>
                    <a:pt x="46459" y="68589"/>
                  </a:lnTo>
                  <a:lnTo>
                    <a:pt x="46820" y="69428"/>
                  </a:lnTo>
                  <a:lnTo>
                    <a:pt x="46752" y="69688"/>
                  </a:lnTo>
                  <a:lnTo>
                    <a:pt x="44093" y="69782"/>
                  </a:lnTo>
                  <a:lnTo>
                    <a:pt x="43210" y="70290"/>
                  </a:lnTo>
                  <a:lnTo>
                    <a:pt x="40848" y="69630"/>
                  </a:lnTo>
                  <a:lnTo>
                    <a:pt x="40071" y="69925"/>
                  </a:lnTo>
                  <a:lnTo>
                    <a:pt x="39405" y="70541"/>
                  </a:lnTo>
                  <a:lnTo>
                    <a:pt x="37789" y="71236"/>
                  </a:lnTo>
                  <a:lnTo>
                    <a:pt x="36674" y="72060"/>
                  </a:lnTo>
                  <a:lnTo>
                    <a:pt x="35250" y="72487"/>
                  </a:lnTo>
                  <a:lnTo>
                    <a:pt x="33779" y="72520"/>
                  </a:lnTo>
                  <a:lnTo>
                    <a:pt x="33274" y="72768"/>
                  </a:lnTo>
                  <a:lnTo>
                    <a:pt x="33294" y="72212"/>
                  </a:lnTo>
                  <a:lnTo>
                    <a:pt x="33215" y="71339"/>
                  </a:lnTo>
                  <a:lnTo>
                    <a:pt x="32917" y="70717"/>
                  </a:lnTo>
                  <a:lnTo>
                    <a:pt x="32500" y="70316"/>
                  </a:lnTo>
                  <a:lnTo>
                    <a:pt x="31734" y="70461"/>
                  </a:lnTo>
                  <a:lnTo>
                    <a:pt x="31024" y="70049"/>
                  </a:lnTo>
                  <a:lnTo>
                    <a:pt x="30518" y="68948"/>
                  </a:lnTo>
                  <a:lnTo>
                    <a:pt x="30405" y="68108"/>
                  </a:lnTo>
                  <a:lnTo>
                    <a:pt x="30696" y="67426"/>
                  </a:lnTo>
                  <a:lnTo>
                    <a:pt x="30482" y="66859"/>
                  </a:lnTo>
                  <a:lnTo>
                    <a:pt x="29598" y="65508"/>
                  </a:lnTo>
                  <a:lnTo>
                    <a:pt x="28152" y="62139"/>
                  </a:lnTo>
                  <a:lnTo>
                    <a:pt x="27335" y="61385"/>
                  </a:lnTo>
                  <a:lnTo>
                    <a:pt x="27010" y="59277"/>
                  </a:lnTo>
                  <a:lnTo>
                    <a:pt x="26685" y="58828"/>
                  </a:lnTo>
                  <a:lnTo>
                    <a:pt x="25996" y="58626"/>
                  </a:lnTo>
                  <a:lnTo>
                    <a:pt x="25269" y="58831"/>
                  </a:lnTo>
                  <a:lnTo>
                    <a:pt x="25111" y="59070"/>
                  </a:lnTo>
                  <a:lnTo>
                    <a:pt x="24890" y="59408"/>
                  </a:lnTo>
                  <a:lnTo>
                    <a:pt x="24318" y="62044"/>
                  </a:lnTo>
                  <a:lnTo>
                    <a:pt x="23919" y="62937"/>
                  </a:lnTo>
                  <a:lnTo>
                    <a:pt x="22938" y="62519"/>
                  </a:lnTo>
                  <a:lnTo>
                    <a:pt x="22127" y="61898"/>
                  </a:lnTo>
                  <a:lnTo>
                    <a:pt x="21465" y="61552"/>
                  </a:lnTo>
                  <a:lnTo>
                    <a:pt x="20183" y="61334"/>
                  </a:lnTo>
                  <a:lnTo>
                    <a:pt x="18722" y="61288"/>
                  </a:lnTo>
                  <a:lnTo>
                    <a:pt x="17739" y="63158"/>
                  </a:lnTo>
                  <a:lnTo>
                    <a:pt x="17314" y="62917"/>
                  </a:lnTo>
                  <a:lnTo>
                    <a:pt x="16568" y="61999"/>
                  </a:lnTo>
                  <a:lnTo>
                    <a:pt x="15364" y="61239"/>
                  </a:lnTo>
                  <a:lnTo>
                    <a:pt x="14725" y="60643"/>
                  </a:lnTo>
                  <a:lnTo>
                    <a:pt x="16568" y="55090"/>
                  </a:lnTo>
                  <a:lnTo>
                    <a:pt x="17116" y="51788"/>
                  </a:lnTo>
                  <a:lnTo>
                    <a:pt x="17135" y="49787"/>
                  </a:lnTo>
                  <a:lnTo>
                    <a:pt x="17157" y="47271"/>
                  </a:lnTo>
                  <a:lnTo>
                    <a:pt x="16198" y="42045"/>
                  </a:lnTo>
                  <a:lnTo>
                    <a:pt x="15376" y="34629"/>
                  </a:lnTo>
                  <a:lnTo>
                    <a:pt x="14520" y="26903"/>
                  </a:lnTo>
                  <a:lnTo>
                    <a:pt x="13854" y="24588"/>
                  </a:lnTo>
                  <a:lnTo>
                    <a:pt x="11059" y="21915"/>
                  </a:lnTo>
                  <a:lnTo>
                    <a:pt x="10414" y="18879"/>
                  </a:lnTo>
                  <a:lnTo>
                    <a:pt x="8251" y="14960"/>
                  </a:lnTo>
                  <a:lnTo>
                    <a:pt x="5246" y="13259"/>
                  </a:lnTo>
                  <a:lnTo>
                    <a:pt x="4650" y="12531"/>
                  </a:lnTo>
                  <a:lnTo>
                    <a:pt x="2041" y="7605"/>
                  </a:lnTo>
                  <a:lnTo>
                    <a:pt x="0" y="4431"/>
                  </a:lnTo>
                  <a:lnTo>
                    <a:pt x="436" y="2509"/>
                  </a:lnTo>
                  <a:lnTo>
                    <a:pt x="1021" y="492"/>
                  </a:lnTo>
                  <a:lnTo>
                    <a:pt x="1652" y="0"/>
                  </a:lnTo>
                  <a:lnTo>
                    <a:pt x="3499" y="799"/>
                  </a:lnTo>
                  <a:lnTo>
                    <a:pt x="5197" y="1707"/>
                  </a:lnTo>
                  <a:lnTo>
                    <a:pt x="6438" y="1060"/>
                  </a:lnTo>
                  <a:lnTo>
                    <a:pt x="7915" y="2654"/>
                  </a:lnTo>
                  <a:lnTo>
                    <a:pt x="9264" y="4483"/>
                  </a:lnTo>
                  <a:lnTo>
                    <a:pt x="10621" y="5771"/>
                  </a:lnTo>
                  <a:lnTo>
                    <a:pt x="13265" y="6984"/>
                  </a:lnTo>
                  <a:lnTo>
                    <a:pt x="14251" y="8671"/>
                  </a:lnTo>
                  <a:lnTo>
                    <a:pt x="15403" y="10358"/>
                  </a:lnTo>
                  <a:lnTo>
                    <a:pt x="19916" y="11218"/>
                  </a:lnTo>
                  <a:lnTo>
                    <a:pt x="20279" y="10952"/>
                  </a:lnTo>
                  <a:lnTo>
                    <a:pt x="20611" y="10710"/>
                  </a:lnTo>
                  <a:lnTo>
                    <a:pt x="22124" y="10096"/>
                  </a:lnTo>
                  <a:lnTo>
                    <a:pt x="23464" y="10211"/>
                  </a:lnTo>
                  <a:lnTo>
                    <a:pt x="24877" y="12252"/>
                  </a:lnTo>
                  <a:lnTo>
                    <a:pt x="25783" y="12135"/>
                  </a:lnTo>
                  <a:lnTo>
                    <a:pt x="26748" y="11825"/>
                  </a:lnTo>
                  <a:lnTo>
                    <a:pt x="27992" y="12917"/>
                  </a:lnTo>
                  <a:lnTo>
                    <a:pt x="28968" y="14132"/>
                  </a:lnTo>
                  <a:lnTo>
                    <a:pt x="29051" y="15369"/>
                  </a:lnTo>
                  <a:lnTo>
                    <a:pt x="29906" y="17159"/>
                  </a:lnTo>
                  <a:lnTo>
                    <a:pt x="32394" y="19889"/>
                  </a:lnTo>
                  <a:lnTo>
                    <a:pt x="34412" y="21431"/>
                  </a:lnTo>
                  <a:lnTo>
                    <a:pt x="35039" y="22518"/>
                  </a:lnTo>
                  <a:lnTo>
                    <a:pt x="36573" y="24311"/>
                  </a:lnTo>
                  <a:lnTo>
                    <a:pt x="36728" y="24880"/>
                  </a:lnTo>
                  <a:lnTo>
                    <a:pt x="36696" y="25613"/>
                  </a:lnTo>
                  <a:lnTo>
                    <a:pt x="36258" y="26956"/>
                  </a:lnTo>
                  <a:lnTo>
                    <a:pt x="36147" y="28153"/>
                  </a:lnTo>
                  <a:lnTo>
                    <a:pt x="36354" y="28837"/>
                  </a:lnTo>
                  <a:lnTo>
                    <a:pt x="36990" y="29497"/>
                  </a:lnTo>
                  <a:lnTo>
                    <a:pt x="38253" y="29644"/>
                  </a:lnTo>
                  <a:lnTo>
                    <a:pt x="38708" y="28785"/>
                  </a:lnTo>
                  <a:lnTo>
                    <a:pt x="39650" y="28172"/>
                  </a:lnTo>
                  <a:lnTo>
                    <a:pt x="40582" y="27071"/>
                  </a:lnTo>
                  <a:lnTo>
                    <a:pt x="41830" y="25597"/>
                  </a:lnTo>
                  <a:lnTo>
                    <a:pt x="43526" y="24264"/>
                  </a:lnTo>
                  <a:lnTo>
                    <a:pt x="44205" y="24268"/>
                  </a:lnTo>
                  <a:lnTo>
                    <a:pt x="44857" y="24675"/>
                  </a:lnTo>
                  <a:lnTo>
                    <a:pt x="45313" y="25416"/>
                  </a:lnTo>
                  <a:lnTo>
                    <a:pt x="46076" y="28159"/>
                  </a:lnTo>
                  <a:lnTo>
                    <a:pt x="46839" y="24317"/>
                  </a:lnTo>
                  <a:lnTo>
                    <a:pt x="47036" y="24034"/>
                  </a:lnTo>
                  <a:lnTo>
                    <a:pt x="47732" y="24806"/>
                  </a:lnTo>
                  <a:lnTo>
                    <a:pt x="48964" y="25874"/>
                  </a:lnTo>
                  <a:lnTo>
                    <a:pt x="49817" y="26439"/>
                  </a:lnTo>
                  <a:lnTo>
                    <a:pt x="50278" y="27230"/>
                  </a:lnTo>
                  <a:lnTo>
                    <a:pt x="51581" y="30730"/>
                  </a:lnTo>
                  <a:lnTo>
                    <a:pt x="53688" y="30554"/>
                  </a:lnTo>
                  <a:lnTo>
                    <a:pt x="54579" y="31088"/>
                  </a:lnTo>
                  <a:lnTo>
                    <a:pt x="55057" y="31667"/>
                  </a:lnTo>
                  <a:lnTo>
                    <a:pt x="55271" y="32348"/>
                  </a:lnTo>
                  <a:lnTo>
                    <a:pt x="54894" y="35825"/>
                  </a:lnTo>
                  <a:lnTo>
                    <a:pt x="54374" y="39449"/>
                  </a:lnTo>
                  <a:lnTo>
                    <a:pt x="54415" y="40325"/>
                  </a:lnTo>
                  <a:lnTo>
                    <a:pt x="55261" y="41690"/>
                  </a:lnTo>
                  <a:lnTo>
                    <a:pt x="56409" y="43136"/>
                  </a:lnTo>
                  <a:lnTo>
                    <a:pt x="57028" y="44296"/>
                  </a:lnTo>
                  <a:lnTo>
                    <a:pt x="57448" y="45339"/>
                  </a:lnTo>
                  <a:lnTo>
                    <a:pt x="58356" y="46127"/>
                  </a:lnTo>
                  <a:lnTo>
                    <a:pt x="59426" y="46620"/>
                  </a:lnTo>
                  <a:lnTo>
                    <a:pt x="59935" y="46684"/>
                  </a:lnTo>
                  <a:lnTo>
                    <a:pt x="60464" y="47557"/>
                  </a:lnTo>
                  <a:lnTo>
                    <a:pt x="61846" y="492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7"/>
            <p:cNvSpPr/>
            <p:nvPr/>
          </p:nvSpPr>
          <p:spPr>
            <a:xfrm>
              <a:off x="2797403" y="2171197"/>
              <a:ext cx="1286" cy="2301"/>
            </a:xfrm>
            <a:custGeom>
              <a:avLst/>
              <a:pathLst>
                <a:path w="1286" h="2301">
                  <a:moveTo>
                    <a:pt x="1286" y="356"/>
                  </a:moveTo>
                  <a:lnTo>
                    <a:pt x="949" y="2301"/>
                  </a:lnTo>
                  <a:lnTo>
                    <a:pt x="68" y="1644"/>
                  </a:lnTo>
                  <a:lnTo>
                    <a:pt x="0" y="1134"/>
                  </a:lnTo>
                  <a:lnTo>
                    <a:pt x="999" y="0"/>
                  </a:lnTo>
                  <a:lnTo>
                    <a:pt x="1204" y="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8"/>
            <p:cNvSpPr/>
            <p:nvPr/>
          </p:nvSpPr>
          <p:spPr>
            <a:xfrm>
              <a:off x="2791657" y="3304099"/>
              <a:ext cx="42599" cy="189245"/>
            </a:xfrm>
            <a:custGeom>
              <a:avLst/>
              <a:pathLst>
                <a:path w="42599" h="189245">
                  <a:moveTo>
                    <a:pt x="30526" y="1514"/>
                  </a:moveTo>
                  <a:lnTo>
                    <a:pt x="31140" y="3289"/>
                  </a:lnTo>
                  <a:lnTo>
                    <a:pt x="31185" y="3631"/>
                  </a:lnTo>
                  <a:lnTo>
                    <a:pt x="31276" y="4311"/>
                  </a:lnTo>
                  <a:lnTo>
                    <a:pt x="31185" y="5861"/>
                  </a:lnTo>
                  <a:lnTo>
                    <a:pt x="31052" y="8141"/>
                  </a:lnTo>
                  <a:lnTo>
                    <a:pt x="30603" y="10824"/>
                  </a:lnTo>
                  <a:lnTo>
                    <a:pt x="30318" y="13337"/>
                  </a:lnTo>
                  <a:lnTo>
                    <a:pt x="30355" y="14592"/>
                  </a:lnTo>
                  <a:lnTo>
                    <a:pt x="30630" y="15846"/>
                  </a:lnTo>
                  <a:lnTo>
                    <a:pt x="31185" y="17018"/>
                  </a:lnTo>
                  <a:lnTo>
                    <a:pt x="31565" y="17818"/>
                  </a:lnTo>
                  <a:lnTo>
                    <a:pt x="32043" y="19097"/>
                  </a:lnTo>
                  <a:lnTo>
                    <a:pt x="32610" y="21042"/>
                  </a:lnTo>
                  <a:lnTo>
                    <a:pt x="33262" y="22940"/>
                  </a:lnTo>
                  <a:lnTo>
                    <a:pt x="34375" y="25411"/>
                  </a:lnTo>
                  <a:lnTo>
                    <a:pt x="34847" y="25856"/>
                  </a:lnTo>
                  <a:lnTo>
                    <a:pt x="34825" y="26545"/>
                  </a:lnTo>
                  <a:lnTo>
                    <a:pt x="34672" y="27493"/>
                  </a:lnTo>
                  <a:lnTo>
                    <a:pt x="34568" y="36699"/>
                  </a:lnTo>
                  <a:lnTo>
                    <a:pt x="34483" y="39073"/>
                  </a:lnTo>
                  <a:lnTo>
                    <a:pt x="34402" y="40273"/>
                  </a:lnTo>
                  <a:lnTo>
                    <a:pt x="34299" y="43711"/>
                  </a:lnTo>
                  <a:lnTo>
                    <a:pt x="34182" y="44202"/>
                  </a:lnTo>
                  <a:lnTo>
                    <a:pt x="33970" y="44163"/>
                  </a:lnTo>
                  <a:lnTo>
                    <a:pt x="33776" y="44293"/>
                  </a:lnTo>
                  <a:lnTo>
                    <a:pt x="33729" y="44978"/>
                  </a:lnTo>
                  <a:lnTo>
                    <a:pt x="33807" y="45681"/>
                  </a:lnTo>
                  <a:lnTo>
                    <a:pt x="34479" y="46177"/>
                  </a:lnTo>
                  <a:lnTo>
                    <a:pt x="34332" y="46697"/>
                  </a:lnTo>
                  <a:lnTo>
                    <a:pt x="33834" y="47168"/>
                  </a:lnTo>
                  <a:lnTo>
                    <a:pt x="33604" y="48201"/>
                  </a:lnTo>
                  <a:lnTo>
                    <a:pt x="33703" y="49385"/>
                  </a:lnTo>
                  <a:lnTo>
                    <a:pt x="33429" y="50332"/>
                  </a:lnTo>
                  <a:lnTo>
                    <a:pt x="33507" y="50972"/>
                  </a:lnTo>
                  <a:lnTo>
                    <a:pt x="33684" y="51441"/>
                  </a:lnTo>
                  <a:lnTo>
                    <a:pt x="33967" y="51269"/>
                  </a:lnTo>
                  <a:lnTo>
                    <a:pt x="34752" y="49682"/>
                  </a:lnTo>
                  <a:lnTo>
                    <a:pt x="35081" y="49507"/>
                  </a:lnTo>
                  <a:lnTo>
                    <a:pt x="35488" y="49838"/>
                  </a:lnTo>
                  <a:lnTo>
                    <a:pt x="36239" y="52254"/>
                  </a:lnTo>
                  <a:lnTo>
                    <a:pt x="36271" y="53442"/>
                  </a:lnTo>
                  <a:lnTo>
                    <a:pt x="35965" y="57492"/>
                  </a:lnTo>
                  <a:lnTo>
                    <a:pt x="35666" y="60621"/>
                  </a:lnTo>
                  <a:lnTo>
                    <a:pt x="35611" y="64791"/>
                  </a:lnTo>
                  <a:lnTo>
                    <a:pt x="35927" y="67134"/>
                  </a:lnTo>
                  <a:lnTo>
                    <a:pt x="35884" y="68418"/>
                  </a:lnTo>
                  <a:lnTo>
                    <a:pt x="35541" y="69532"/>
                  </a:lnTo>
                  <a:lnTo>
                    <a:pt x="34767" y="71142"/>
                  </a:lnTo>
                  <a:lnTo>
                    <a:pt x="34825" y="72243"/>
                  </a:lnTo>
                  <a:lnTo>
                    <a:pt x="35178" y="74291"/>
                  </a:lnTo>
                  <a:lnTo>
                    <a:pt x="35832" y="76579"/>
                  </a:lnTo>
                  <a:lnTo>
                    <a:pt x="37109" y="79405"/>
                  </a:lnTo>
                  <a:lnTo>
                    <a:pt x="37783" y="83092"/>
                  </a:lnTo>
                  <a:lnTo>
                    <a:pt x="37800" y="84588"/>
                  </a:lnTo>
                  <a:lnTo>
                    <a:pt x="37406" y="86089"/>
                  </a:lnTo>
                  <a:lnTo>
                    <a:pt x="36946" y="87386"/>
                  </a:lnTo>
                  <a:lnTo>
                    <a:pt x="36796" y="89270"/>
                  </a:lnTo>
                  <a:lnTo>
                    <a:pt x="37003" y="101609"/>
                  </a:lnTo>
                  <a:lnTo>
                    <a:pt x="35992" y="106968"/>
                  </a:lnTo>
                  <a:lnTo>
                    <a:pt x="35982" y="108497"/>
                  </a:lnTo>
                  <a:lnTo>
                    <a:pt x="36084" y="110270"/>
                  </a:lnTo>
                  <a:lnTo>
                    <a:pt x="36351" y="111345"/>
                  </a:lnTo>
                  <a:lnTo>
                    <a:pt x="36867" y="111638"/>
                  </a:lnTo>
                  <a:lnTo>
                    <a:pt x="37288" y="112677"/>
                  </a:lnTo>
                  <a:lnTo>
                    <a:pt x="37141" y="116433"/>
                  </a:lnTo>
                  <a:lnTo>
                    <a:pt x="36917" y="120272"/>
                  </a:lnTo>
                  <a:lnTo>
                    <a:pt x="36881" y="122123"/>
                  </a:lnTo>
                  <a:lnTo>
                    <a:pt x="36756" y="123006"/>
                  </a:lnTo>
                  <a:lnTo>
                    <a:pt x="36358" y="123727"/>
                  </a:lnTo>
                  <a:lnTo>
                    <a:pt x="36214" y="124934"/>
                  </a:lnTo>
                  <a:lnTo>
                    <a:pt x="36313" y="126427"/>
                  </a:lnTo>
                  <a:lnTo>
                    <a:pt x="36238" y="127532"/>
                  </a:lnTo>
                  <a:lnTo>
                    <a:pt x="36454" y="128963"/>
                  </a:lnTo>
                  <a:lnTo>
                    <a:pt x="36912" y="130745"/>
                  </a:lnTo>
                  <a:lnTo>
                    <a:pt x="37653" y="135168"/>
                  </a:lnTo>
                  <a:lnTo>
                    <a:pt x="37936" y="135515"/>
                  </a:lnTo>
                  <a:lnTo>
                    <a:pt x="38063" y="136445"/>
                  </a:lnTo>
                  <a:lnTo>
                    <a:pt x="37984" y="137348"/>
                  </a:lnTo>
                  <a:lnTo>
                    <a:pt x="38270" y="139303"/>
                  </a:lnTo>
                  <a:lnTo>
                    <a:pt x="39092" y="141259"/>
                  </a:lnTo>
                  <a:lnTo>
                    <a:pt x="39955" y="142968"/>
                  </a:lnTo>
                  <a:lnTo>
                    <a:pt x="40654" y="143211"/>
                  </a:lnTo>
                  <a:lnTo>
                    <a:pt x="40820" y="144741"/>
                  </a:lnTo>
                  <a:lnTo>
                    <a:pt x="41279" y="146689"/>
                  </a:lnTo>
                  <a:lnTo>
                    <a:pt x="41611" y="147541"/>
                  </a:lnTo>
                  <a:lnTo>
                    <a:pt x="42141" y="148095"/>
                  </a:lnTo>
                  <a:lnTo>
                    <a:pt x="42578" y="148391"/>
                  </a:lnTo>
                  <a:lnTo>
                    <a:pt x="42599" y="150035"/>
                  </a:lnTo>
                  <a:lnTo>
                    <a:pt x="41814" y="151158"/>
                  </a:lnTo>
                  <a:lnTo>
                    <a:pt x="41282" y="152854"/>
                  </a:lnTo>
                  <a:lnTo>
                    <a:pt x="40876" y="155442"/>
                  </a:lnTo>
                  <a:lnTo>
                    <a:pt x="40315" y="158283"/>
                  </a:lnTo>
                  <a:lnTo>
                    <a:pt x="38384" y="159765"/>
                  </a:lnTo>
                  <a:lnTo>
                    <a:pt x="37644" y="159776"/>
                  </a:lnTo>
                  <a:lnTo>
                    <a:pt x="33682" y="159847"/>
                  </a:lnTo>
                  <a:lnTo>
                    <a:pt x="31185" y="163606"/>
                  </a:lnTo>
                  <a:lnTo>
                    <a:pt x="29969" y="165437"/>
                  </a:lnTo>
                  <a:lnTo>
                    <a:pt x="27833" y="167428"/>
                  </a:lnTo>
                  <a:lnTo>
                    <a:pt x="26518" y="170576"/>
                  </a:lnTo>
                  <a:lnTo>
                    <a:pt x="24750" y="172812"/>
                  </a:lnTo>
                  <a:lnTo>
                    <a:pt x="23516" y="175526"/>
                  </a:lnTo>
                  <a:lnTo>
                    <a:pt x="20953" y="176828"/>
                  </a:lnTo>
                  <a:lnTo>
                    <a:pt x="16749" y="181103"/>
                  </a:lnTo>
                  <a:lnTo>
                    <a:pt x="15433" y="182791"/>
                  </a:lnTo>
                  <a:lnTo>
                    <a:pt x="14103" y="185760"/>
                  </a:lnTo>
                  <a:lnTo>
                    <a:pt x="11940" y="189245"/>
                  </a:lnTo>
                  <a:lnTo>
                    <a:pt x="11091" y="189197"/>
                  </a:lnTo>
                  <a:lnTo>
                    <a:pt x="9397" y="185946"/>
                  </a:lnTo>
                  <a:lnTo>
                    <a:pt x="8123" y="184313"/>
                  </a:lnTo>
                  <a:lnTo>
                    <a:pt x="5007" y="181820"/>
                  </a:lnTo>
                  <a:lnTo>
                    <a:pt x="2681" y="180858"/>
                  </a:lnTo>
                  <a:lnTo>
                    <a:pt x="1557" y="179788"/>
                  </a:lnTo>
                  <a:lnTo>
                    <a:pt x="1248" y="179605"/>
                  </a:lnTo>
                  <a:lnTo>
                    <a:pt x="1511" y="178434"/>
                  </a:lnTo>
                  <a:lnTo>
                    <a:pt x="2160" y="178360"/>
                  </a:lnTo>
                  <a:lnTo>
                    <a:pt x="2841" y="178714"/>
                  </a:lnTo>
                  <a:lnTo>
                    <a:pt x="3356" y="177822"/>
                  </a:lnTo>
                  <a:lnTo>
                    <a:pt x="4116" y="177704"/>
                  </a:lnTo>
                  <a:lnTo>
                    <a:pt x="4313" y="176773"/>
                  </a:lnTo>
                  <a:lnTo>
                    <a:pt x="4376" y="174421"/>
                  </a:lnTo>
                  <a:lnTo>
                    <a:pt x="4367" y="172527"/>
                  </a:lnTo>
                  <a:lnTo>
                    <a:pt x="4633" y="171678"/>
                  </a:lnTo>
                  <a:lnTo>
                    <a:pt x="4700" y="169445"/>
                  </a:lnTo>
                  <a:lnTo>
                    <a:pt x="4328" y="164493"/>
                  </a:lnTo>
                  <a:lnTo>
                    <a:pt x="4063" y="163929"/>
                  </a:lnTo>
                  <a:lnTo>
                    <a:pt x="2707" y="163225"/>
                  </a:lnTo>
                  <a:lnTo>
                    <a:pt x="2606" y="162242"/>
                  </a:lnTo>
                  <a:lnTo>
                    <a:pt x="2361" y="161206"/>
                  </a:lnTo>
                  <a:lnTo>
                    <a:pt x="2101" y="158653"/>
                  </a:lnTo>
                  <a:lnTo>
                    <a:pt x="1804" y="154855"/>
                  </a:lnTo>
                  <a:lnTo>
                    <a:pt x="1329" y="150146"/>
                  </a:lnTo>
                  <a:lnTo>
                    <a:pt x="416" y="142386"/>
                  </a:lnTo>
                  <a:lnTo>
                    <a:pt x="191" y="139643"/>
                  </a:lnTo>
                  <a:lnTo>
                    <a:pt x="34" y="136849"/>
                  </a:lnTo>
                  <a:lnTo>
                    <a:pt x="0" y="133508"/>
                  </a:lnTo>
                  <a:lnTo>
                    <a:pt x="190" y="132265"/>
                  </a:lnTo>
                  <a:lnTo>
                    <a:pt x="161" y="130541"/>
                  </a:lnTo>
                  <a:lnTo>
                    <a:pt x="77" y="128824"/>
                  </a:lnTo>
                  <a:lnTo>
                    <a:pt x="721" y="124872"/>
                  </a:lnTo>
                  <a:lnTo>
                    <a:pt x="1982" y="120037"/>
                  </a:lnTo>
                  <a:lnTo>
                    <a:pt x="2247" y="118288"/>
                  </a:lnTo>
                  <a:lnTo>
                    <a:pt x="2481" y="117073"/>
                  </a:lnTo>
                  <a:lnTo>
                    <a:pt x="2514" y="115337"/>
                  </a:lnTo>
                  <a:lnTo>
                    <a:pt x="2738" y="109696"/>
                  </a:lnTo>
                  <a:lnTo>
                    <a:pt x="3341" y="102886"/>
                  </a:lnTo>
                  <a:lnTo>
                    <a:pt x="3720" y="100313"/>
                  </a:lnTo>
                  <a:lnTo>
                    <a:pt x="3977" y="98925"/>
                  </a:lnTo>
                  <a:lnTo>
                    <a:pt x="4285" y="96651"/>
                  </a:lnTo>
                  <a:lnTo>
                    <a:pt x="4366" y="95590"/>
                  </a:lnTo>
                  <a:lnTo>
                    <a:pt x="5528" y="92922"/>
                  </a:lnTo>
                  <a:lnTo>
                    <a:pt x="6061" y="92199"/>
                  </a:lnTo>
                  <a:lnTo>
                    <a:pt x="6180" y="91149"/>
                  </a:lnTo>
                  <a:lnTo>
                    <a:pt x="5998" y="90000"/>
                  </a:lnTo>
                  <a:lnTo>
                    <a:pt x="6077" y="89218"/>
                  </a:lnTo>
                  <a:lnTo>
                    <a:pt x="6355" y="88827"/>
                  </a:lnTo>
                  <a:lnTo>
                    <a:pt x="6783" y="88507"/>
                  </a:lnTo>
                  <a:lnTo>
                    <a:pt x="7095" y="87410"/>
                  </a:lnTo>
                  <a:lnTo>
                    <a:pt x="6604" y="79010"/>
                  </a:lnTo>
                  <a:lnTo>
                    <a:pt x="6209" y="70637"/>
                  </a:lnTo>
                  <a:lnTo>
                    <a:pt x="6186" y="69926"/>
                  </a:lnTo>
                  <a:lnTo>
                    <a:pt x="5950" y="68769"/>
                  </a:lnTo>
                  <a:lnTo>
                    <a:pt x="5717" y="65312"/>
                  </a:lnTo>
                  <a:lnTo>
                    <a:pt x="5326" y="63288"/>
                  </a:lnTo>
                  <a:lnTo>
                    <a:pt x="4777" y="62696"/>
                  </a:lnTo>
                  <a:lnTo>
                    <a:pt x="4780" y="60790"/>
                  </a:lnTo>
                  <a:lnTo>
                    <a:pt x="5332" y="57570"/>
                  </a:lnTo>
                  <a:lnTo>
                    <a:pt x="5476" y="55678"/>
                  </a:lnTo>
                  <a:lnTo>
                    <a:pt x="5211" y="55115"/>
                  </a:lnTo>
                  <a:lnTo>
                    <a:pt x="5173" y="53647"/>
                  </a:lnTo>
                  <a:lnTo>
                    <a:pt x="5362" y="51272"/>
                  </a:lnTo>
                  <a:lnTo>
                    <a:pt x="5268" y="49806"/>
                  </a:lnTo>
                  <a:lnTo>
                    <a:pt x="5169" y="48252"/>
                  </a:lnTo>
                  <a:lnTo>
                    <a:pt x="4594" y="44584"/>
                  </a:lnTo>
                  <a:lnTo>
                    <a:pt x="4454" y="41990"/>
                  </a:lnTo>
                  <a:lnTo>
                    <a:pt x="4750" y="40472"/>
                  </a:lnTo>
                  <a:lnTo>
                    <a:pt x="4741" y="37149"/>
                  </a:lnTo>
                  <a:lnTo>
                    <a:pt x="4428" y="32024"/>
                  </a:lnTo>
                  <a:lnTo>
                    <a:pt x="4378" y="28790"/>
                  </a:lnTo>
                  <a:lnTo>
                    <a:pt x="4589" y="27442"/>
                  </a:lnTo>
                  <a:lnTo>
                    <a:pt x="4487" y="26159"/>
                  </a:lnTo>
                  <a:lnTo>
                    <a:pt x="4072" y="24940"/>
                  </a:lnTo>
                  <a:lnTo>
                    <a:pt x="4042" y="23756"/>
                  </a:lnTo>
                  <a:lnTo>
                    <a:pt x="4396" y="22604"/>
                  </a:lnTo>
                  <a:lnTo>
                    <a:pt x="4352" y="21702"/>
                  </a:lnTo>
                  <a:lnTo>
                    <a:pt x="3909" y="21046"/>
                  </a:lnTo>
                  <a:lnTo>
                    <a:pt x="3513" y="19470"/>
                  </a:lnTo>
                  <a:lnTo>
                    <a:pt x="3162" y="16977"/>
                  </a:lnTo>
                  <a:lnTo>
                    <a:pt x="3235" y="12969"/>
                  </a:lnTo>
                  <a:lnTo>
                    <a:pt x="3896" y="5596"/>
                  </a:lnTo>
                  <a:lnTo>
                    <a:pt x="3979" y="4979"/>
                  </a:lnTo>
                  <a:lnTo>
                    <a:pt x="4727" y="5021"/>
                  </a:lnTo>
                  <a:lnTo>
                    <a:pt x="4732" y="5334"/>
                  </a:lnTo>
                  <a:lnTo>
                    <a:pt x="7063" y="5264"/>
                  </a:lnTo>
                  <a:lnTo>
                    <a:pt x="9728" y="5185"/>
                  </a:lnTo>
                  <a:lnTo>
                    <a:pt x="12913" y="5088"/>
                  </a:lnTo>
                  <a:lnTo>
                    <a:pt x="15807" y="5000"/>
                  </a:lnTo>
                  <a:lnTo>
                    <a:pt x="15933" y="4668"/>
                  </a:lnTo>
                  <a:lnTo>
                    <a:pt x="16411" y="4262"/>
                  </a:lnTo>
                  <a:lnTo>
                    <a:pt x="19335" y="5013"/>
                  </a:lnTo>
                  <a:lnTo>
                    <a:pt x="21163" y="4634"/>
                  </a:lnTo>
                  <a:lnTo>
                    <a:pt x="21939" y="4881"/>
                  </a:lnTo>
                  <a:lnTo>
                    <a:pt x="22505" y="5383"/>
                  </a:lnTo>
                  <a:lnTo>
                    <a:pt x="23768" y="5071"/>
                  </a:lnTo>
                  <a:lnTo>
                    <a:pt x="24442" y="5257"/>
                  </a:lnTo>
                  <a:lnTo>
                    <a:pt x="24950" y="7095"/>
                  </a:lnTo>
                  <a:lnTo>
                    <a:pt x="25156" y="7077"/>
                  </a:lnTo>
                  <a:lnTo>
                    <a:pt x="25440" y="6300"/>
                  </a:lnTo>
                  <a:lnTo>
                    <a:pt x="25944" y="5413"/>
                  </a:lnTo>
                  <a:lnTo>
                    <a:pt x="26458" y="4706"/>
                  </a:lnTo>
                  <a:lnTo>
                    <a:pt x="26825" y="3268"/>
                  </a:lnTo>
                  <a:lnTo>
                    <a:pt x="27048" y="2175"/>
                  </a:lnTo>
                  <a:lnTo>
                    <a:pt x="27382" y="2399"/>
                  </a:lnTo>
                  <a:lnTo>
                    <a:pt x="27861" y="2333"/>
                  </a:lnTo>
                  <a:lnTo>
                    <a:pt x="28180" y="1418"/>
                  </a:lnTo>
                  <a:lnTo>
                    <a:pt x="2830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599"/>
            <p:cNvSpPr/>
            <p:nvPr/>
          </p:nvSpPr>
          <p:spPr>
            <a:xfrm>
              <a:off x="2678145" y="3259568"/>
              <a:ext cx="70852" cy="161278"/>
            </a:xfrm>
            <a:custGeom>
              <a:avLst/>
              <a:pathLst>
                <a:path w="70852" h="161278">
                  <a:moveTo>
                    <a:pt x="35203" y="7964"/>
                  </a:moveTo>
                  <a:lnTo>
                    <a:pt x="34927" y="8753"/>
                  </a:lnTo>
                  <a:lnTo>
                    <a:pt x="34644" y="10480"/>
                  </a:lnTo>
                  <a:lnTo>
                    <a:pt x="34384" y="12610"/>
                  </a:lnTo>
                  <a:lnTo>
                    <a:pt x="34119" y="14044"/>
                  </a:lnTo>
                  <a:lnTo>
                    <a:pt x="34213" y="14980"/>
                  </a:lnTo>
                  <a:lnTo>
                    <a:pt x="34960" y="16840"/>
                  </a:lnTo>
                  <a:lnTo>
                    <a:pt x="36013" y="19457"/>
                  </a:lnTo>
                  <a:lnTo>
                    <a:pt x="36440" y="19794"/>
                  </a:lnTo>
                  <a:lnTo>
                    <a:pt x="36931" y="19179"/>
                  </a:lnTo>
                  <a:lnTo>
                    <a:pt x="37704" y="17106"/>
                  </a:lnTo>
                  <a:lnTo>
                    <a:pt x="38314" y="14866"/>
                  </a:lnTo>
                  <a:lnTo>
                    <a:pt x="38903" y="13781"/>
                  </a:lnTo>
                  <a:lnTo>
                    <a:pt x="39589" y="13851"/>
                  </a:lnTo>
                  <a:lnTo>
                    <a:pt x="40137" y="15426"/>
                  </a:lnTo>
                  <a:lnTo>
                    <a:pt x="40807" y="18901"/>
                  </a:lnTo>
                  <a:lnTo>
                    <a:pt x="41417" y="22063"/>
                  </a:lnTo>
                  <a:lnTo>
                    <a:pt x="41495" y="22382"/>
                  </a:lnTo>
                  <a:lnTo>
                    <a:pt x="41742" y="22906"/>
                  </a:lnTo>
                  <a:lnTo>
                    <a:pt x="42048" y="22886"/>
                  </a:lnTo>
                  <a:lnTo>
                    <a:pt x="42372" y="22114"/>
                  </a:lnTo>
                  <a:lnTo>
                    <a:pt x="42609" y="21651"/>
                  </a:lnTo>
                  <a:lnTo>
                    <a:pt x="42893" y="20200"/>
                  </a:lnTo>
                  <a:lnTo>
                    <a:pt x="44082" y="15816"/>
                  </a:lnTo>
                  <a:lnTo>
                    <a:pt x="44977" y="14608"/>
                  </a:lnTo>
                  <a:lnTo>
                    <a:pt x="45293" y="14291"/>
                  </a:lnTo>
                  <a:lnTo>
                    <a:pt x="45918" y="13630"/>
                  </a:lnTo>
                  <a:lnTo>
                    <a:pt x="46954" y="14670"/>
                  </a:lnTo>
                  <a:lnTo>
                    <a:pt x="48458" y="16472"/>
                  </a:lnTo>
                  <a:lnTo>
                    <a:pt x="50284" y="18658"/>
                  </a:lnTo>
                  <a:lnTo>
                    <a:pt x="50925" y="19029"/>
                  </a:lnTo>
                  <a:lnTo>
                    <a:pt x="51303" y="18658"/>
                  </a:lnTo>
                  <a:lnTo>
                    <a:pt x="51845" y="15684"/>
                  </a:lnTo>
                  <a:lnTo>
                    <a:pt x="52524" y="14522"/>
                  </a:lnTo>
                  <a:lnTo>
                    <a:pt x="53494" y="13157"/>
                  </a:lnTo>
                  <a:lnTo>
                    <a:pt x="54281" y="12454"/>
                  </a:lnTo>
                  <a:lnTo>
                    <a:pt x="54731" y="12366"/>
                  </a:lnTo>
                  <a:lnTo>
                    <a:pt x="54903" y="11558"/>
                  </a:lnTo>
                  <a:lnTo>
                    <a:pt x="54987" y="10347"/>
                  </a:lnTo>
                  <a:lnTo>
                    <a:pt x="54897" y="9098"/>
                  </a:lnTo>
                  <a:lnTo>
                    <a:pt x="54389" y="6846"/>
                  </a:lnTo>
                  <a:lnTo>
                    <a:pt x="54373" y="6183"/>
                  </a:lnTo>
                  <a:lnTo>
                    <a:pt x="54663" y="5751"/>
                  </a:lnTo>
                  <a:lnTo>
                    <a:pt x="55290" y="5426"/>
                  </a:lnTo>
                  <a:lnTo>
                    <a:pt x="56102" y="5645"/>
                  </a:lnTo>
                  <a:lnTo>
                    <a:pt x="57016" y="6618"/>
                  </a:lnTo>
                  <a:lnTo>
                    <a:pt x="57760" y="8024"/>
                  </a:lnTo>
                  <a:lnTo>
                    <a:pt x="58184" y="9692"/>
                  </a:lnTo>
                  <a:lnTo>
                    <a:pt x="58647" y="13248"/>
                  </a:lnTo>
                  <a:lnTo>
                    <a:pt x="59002" y="16706"/>
                  </a:lnTo>
                  <a:lnTo>
                    <a:pt x="59921" y="22203"/>
                  </a:lnTo>
                  <a:lnTo>
                    <a:pt x="59904" y="25613"/>
                  </a:lnTo>
                  <a:lnTo>
                    <a:pt x="59885" y="29569"/>
                  </a:lnTo>
                  <a:lnTo>
                    <a:pt x="60291" y="30307"/>
                  </a:lnTo>
                  <a:lnTo>
                    <a:pt x="60740" y="30625"/>
                  </a:lnTo>
                  <a:lnTo>
                    <a:pt x="60948" y="31208"/>
                  </a:lnTo>
                  <a:lnTo>
                    <a:pt x="61395" y="34245"/>
                  </a:lnTo>
                  <a:lnTo>
                    <a:pt x="61816" y="35128"/>
                  </a:lnTo>
                  <a:lnTo>
                    <a:pt x="62320" y="35336"/>
                  </a:lnTo>
                  <a:lnTo>
                    <a:pt x="63262" y="37282"/>
                  </a:lnTo>
                  <a:lnTo>
                    <a:pt x="63870" y="38048"/>
                  </a:lnTo>
                  <a:lnTo>
                    <a:pt x="63956" y="38631"/>
                  </a:lnTo>
                  <a:lnTo>
                    <a:pt x="63936" y="39433"/>
                  </a:lnTo>
                  <a:lnTo>
                    <a:pt x="63699" y="40458"/>
                  </a:lnTo>
                  <a:lnTo>
                    <a:pt x="63331" y="41168"/>
                  </a:lnTo>
                  <a:lnTo>
                    <a:pt x="62785" y="42491"/>
                  </a:lnTo>
                  <a:lnTo>
                    <a:pt x="62334" y="44232"/>
                  </a:lnTo>
                  <a:lnTo>
                    <a:pt x="61405" y="48403"/>
                  </a:lnTo>
                  <a:lnTo>
                    <a:pt x="61378" y="49182"/>
                  </a:lnTo>
                  <a:lnTo>
                    <a:pt x="61575" y="49744"/>
                  </a:lnTo>
                  <a:lnTo>
                    <a:pt x="61960" y="49848"/>
                  </a:lnTo>
                  <a:lnTo>
                    <a:pt x="62370" y="49561"/>
                  </a:lnTo>
                  <a:lnTo>
                    <a:pt x="63224" y="48033"/>
                  </a:lnTo>
                  <a:lnTo>
                    <a:pt x="63899" y="48578"/>
                  </a:lnTo>
                  <a:lnTo>
                    <a:pt x="64544" y="49739"/>
                  </a:lnTo>
                  <a:lnTo>
                    <a:pt x="64781" y="50947"/>
                  </a:lnTo>
                  <a:lnTo>
                    <a:pt x="64842" y="52533"/>
                  </a:lnTo>
                  <a:lnTo>
                    <a:pt x="64695" y="54576"/>
                  </a:lnTo>
                  <a:lnTo>
                    <a:pt x="64672" y="56864"/>
                  </a:lnTo>
                  <a:lnTo>
                    <a:pt x="64888" y="60763"/>
                  </a:lnTo>
                  <a:lnTo>
                    <a:pt x="65224" y="64651"/>
                  </a:lnTo>
                  <a:lnTo>
                    <a:pt x="65562" y="66069"/>
                  </a:lnTo>
                  <a:lnTo>
                    <a:pt x="67718" y="69500"/>
                  </a:lnTo>
                  <a:lnTo>
                    <a:pt x="67925" y="70784"/>
                  </a:lnTo>
                  <a:lnTo>
                    <a:pt x="68033" y="72229"/>
                  </a:lnTo>
                  <a:lnTo>
                    <a:pt x="67878" y="74210"/>
                  </a:lnTo>
                  <a:lnTo>
                    <a:pt x="67658" y="75309"/>
                  </a:lnTo>
                  <a:lnTo>
                    <a:pt x="67039" y="77029"/>
                  </a:lnTo>
                  <a:lnTo>
                    <a:pt x="66474" y="78359"/>
                  </a:lnTo>
                  <a:lnTo>
                    <a:pt x="66296" y="79804"/>
                  </a:lnTo>
                  <a:lnTo>
                    <a:pt x="66385" y="82506"/>
                  </a:lnTo>
                  <a:lnTo>
                    <a:pt x="66384" y="88621"/>
                  </a:lnTo>
                  <a:lnTo>
                    <a:pt x="66471" y="93913"/>
                  </a:lnTo>
                  <a:lnTo>
                    <a:pt x="66935" y="95835"/>
                  </a:lnTo>
                  <a:lnTo>
                    <a:pt x="67489" y="96810"/>
                  </a:lnTo>
                  <a:lnTo>
                    <a:pt x="68146" y="96627"/>
                  </a:lnTo>
                  <a:lnTo>
                    <a:pt x="68786" y="96272"/>
                  </a:lnTo>
                  <a:lnTo>
                    <a:pt x="68749" y="99439"/>
                  </a:lnTo>
                  <a:lnTo>
                    <a:pt x="68575" y="102990"/>
                  </a:lnTo>
                  <a:lnTo>
                    <a:pt x="69331" y="104081"/>
                  </a:lnTo>
                  <a:lnTo>
                    <a:pt x="69712" y="105161"/>
                  </a:lnTo>
                  <a:lnTo>
                    <a:pt x="69922" y="106171"/>
                  </a:lnTo>
                  <a:lnTo>
                    <a:pt x="68729" y="108055"/>
                  </a:lnTo>
                  <a:lnTo>
                    <a:pt x="68382" y="109158"/>
                  </a:lnTo>
                  <a:lnTo>
                    <a:pt x="68220" y="112123"/>
                  </a:lnTo>
                  <a:lnTo>
                    <a:pt x="68259" y="114860"/>
                  </a:lnTo>
                  <a:lnTo>
                    <a:pt x="69864" y="116816"/>
                  </a:lnTo>
                  <a:lnTo>
                    <a:pt x="70483" y="119109"/>
                  </a:lnTo>
                  <a:lnTo>
                    <a:pt x="70759" y="121488"/>
                  </a:lnTo>
                  <a:lnTo>
                    <a:pt x="70852" y="125984"/>
                  </a:lnTo>
                  <a:lnTo>
                    <a:pt x="70709" y="127011"/>
                  </a:lnTo>
                  <a:lnTo>
                    <a:pt x="70297" y="127021"/>
                  </a:lnTo>
                  <a:lnTo>
                    <a:pt x="69831" y="125641"/>
                  </a:lnTo>
                  <a:lnTo>
                    <a:pt x="69484" y="124290"/>
                  </a:lnTo>
                  <a:lnTo>
                    <a:pt x="69049" y="124294"/>
                  </a:lnTo>
                  <a:lnTo>
                    <a:pt x="68238" y="123993"/>
                  </a:lnTo>
                  <a:lnTo>
                    <a:pt x="67315" y="123474"/>
                  </a:lnTo>
                  <a:lnTo>
                    <a:pt x="66175" y="123611"/>
                  </a:lnTo>
                  <a:lnTo>
                    <a:pt x="65769" y="123830"/>
                  </a:lnTo>
                  <a:lnTo>
                    <a:pt x="65509" y="124645"/>
                  </a:lnTo>
                  <a:lnTo>
                    <a:pt x="65440" y="126056"/>
                  </a:lnTo>
                  <a:lnTo>
                    <a:pt x="65325" y="130613"/>
                  </a:lnTo>
                  <a:lnTo>
                    <a:pt x="65700" y="131618"/>
                  </a:lnTo>
                  <a:lnTo>
                    <a:pt x="66436" y="132748"/>
                  </a:lnTo>
                  <a:lnTo>
                    <a:pt x="66917" y="133230"/>
                  </a:lnTo>
                  <a:lnTo>
                    <a:pt x="67321" y="133094"/>
                  </a:lnTo>
                  <a:lnTo>
                    <a:pt x="67627" y="133827"/>
                  </a:lnTo>
                  <a:lnTo>
                    <a:pt x="67693" y="135789"/>
                  </a:lnTo>
                  <a:lnTo>
                    <a:pt x="67482" y="137231"/>
                  </a:lnTo>
                  <a:lnTo>
                    <a:pt x="67078" y="138570"/>
                  </a:lnTo>
                  <a:lnTo>
                    <a:pt x="66568" y="142018"/>
                  </a:lnTo>
                  <a:lnTo>
                    <a:pt x="66655" y="143309"/>
                  </a:lnTo>
                  <a:lnTo>
                    <a:pt x="66678" y="145179"/>
                  </a:lnTo>
                  <a:lnTo>
                    <a:pt x="65808" y="150218"/>
                  </a:lnTo>
                  <a:lnTo>
                    <a:pt x="65558" y="151208"/>
                  </a:lnTo>
                  <a:lnTo>
                    <a:pt x="64406" y="150208"/>
                  </a:lnTo>
                  <a:lnTo>
                    <a:pt x="63654" y="149874"/>
                  </a:lnTo>
                  <a:lnTo>
                    <a:pt x="63111" y="151156"/>
                  </a:lnTo>
                  <a:lnTo>
                    <a:pt x="62767" y="150356"/>
                  </a:lnTo>
                  <a:lnTo>
                    <a:pt x="62362" y="149188"/>
                  </a:lnTo>
                  <a:lnTo>
                    <a:pt x="62223" y="147652"/>
                  </a:lnTo>
                  <a:lnTo>
                    <a:pt x="61949" y="147331"/>
                  </a:lnTo>
                  <a:lnTo>
                    <a:pt x="61445" y="147318"/>
                  </a:lnTo>
                  <a:lnTo>
                    <a:pt x="60978" y="148189"/>
                  </a:lnTo>
                  <a:lnTo>
                    <a:pt x="60775" y="149773"/>
                  </a:lnTo>
                  <a:lnTo>
                    <a:pt x="60744" y="151597"/>
                  </a:lnTo>
                  <a:lnTo>
                    <a:pt x="60671" y="153011"/>
                  </a:lnTo>
                  <a:lnTo>
                    <a:pt x="60393" y="153865"/>
                  </a:lnTo>
                  <a:lnTo>
                    <a:pt x="59828" y="156077"/>
                  </a:lnTo>
                  <a:lnTo>
                    <a:pt x="59563" y="158120"/>
                  </a:lnTo>
                  <a:lnTo>
                    <a:pt x="59235" y="159896"/>
                  </a:lnTo>
                  <a:lnTo>
                    <a:pt x="58766" y="159794"/>
                  </a:lnTo>
                  <a:lnTo>
                    <a:pt x="58549" y="159544"/>
                  </a:lnTo>
                  <a:lnTo>
                    <a:pt x="58399" y="160009"/>
                  </a:lnTo>
                  <a:lnTo>
                    <a:pt x="57671" y="160996"/>
                  </a:lnTo>
                  <a:lnTo>
                    <a:pt x="57044" y="161278"/>
                  </a:lnTo>
                  <a:lnTo>
                    <a:pt x="56878" y="160254"/>
                  </a:lnTo>
                  <a:lnTo>
                    <a:pt x="56512" y="159432"/>
                  </a:lnTo>
                  <a:lnTo>
                    <a:pt x="56105" y="157810"/>
                  </a:lnTo>
                  <a:lnTo>
                    <a:pt x="55643" y="156497"/>
                  </a:lnTo>
                  <a:lnTo>
                    <a:pt x="54758" y="155582"/>
                  </a:lnTo>
                  <a:lnTo>
                    <a:pt x="54409" y="155989"/>
                  </a:lnTo>
                  <a:lnTo>
                    <a:pt x="53991" y="155885"/>
                  </a:lnTo>
                  <a:lnTo>
                    <a:pt x="53715" y="155370"/>
                  </a:lnTo>
                  <a:lnTo>
                    <a:pt x="53754" y="154582"/>
                  </a:lnTo>
                  <a:lnTo>
                    <a:pt x="54218" y="152590"/>
                  </a:lnTo>
                  <a:lnTo>
                    <a:pt x="54482" y="150760"/>
                  </a:lnTo>
                  <a:lnTo>
                    <a:pt x="54627" y="148760"/>
                  </a:lnTo>
                  <a:lnTo>
                    <a:pt x="54625" y="146862"/>
                  </a:lnTo>
                  <a:lnTo>
                    <a:pt x="54377" y="144178"/>
                  </a:lnTo>
                  <a:lnTo>
                    <a:pt x="53979" y="142048"/>
                  </a:lnTo>
                  <a:lnTo>
                    <a:pt x="53882" y="140813"/>
                  </a:lnTo>
                  <a:lnTo>
                    <a:pt x="53929" y="139057"/>
                  </a:lnTo>
                  <a:lnTo>
                    <a:pt x="53837" y="137423"/>
                  </a:lnTo>
                  <a:lnTo>
                    <a:pt x="53708" y="136570"/>
                  </a:lnTo>
                  <a:lnTo>
                    <a:pt x="53644" y="134948"/>
                  </a:lnTo>
                  <a:lnTo>
                    <a:pt x="53520" y="133471"/>
                  </a:lnTo>
                  <a:lnTo>
                    <a:pt x="53285" y="132901"/>
                  </a:lnTo>
                  <a:lnTo>
                    <a:pt x="53153" y="130426"/>
                  </a:lnTo>
                  <a:lnTo>
                    <a:pt x="53192" y="127883"/>
                  </a:lnTo>
                  <a:lnTo>
                    <a:pt x="52849" y="126922"/>
                  </a:lnTo>
                  <a:lnTo>
                    <a:pt x="52308" y="126221"/>
                  </a:lnTo>
                  <a:lnTo>
                    <a:pt x="51990" y="125225"/>
                  </a:lnTo>
                  <a:lnTo>
                    <a:pt x="51795" y="124117"/>
                  </a:lnTo>
                  <a:lnTo>
                    <a:pt x="51599" y="123795"/>
                  </a:lnTo>
                  <a:lnTo>
                    <a:pt x="51433" y="123862"/>
                  </a:lnTo>
                  <a:lnTo>
                    <a:pt x="51282" y="124550"/>
                  </a:lnTo>
                  <a:lnTo>
                    <a:pt x="51102" y="124696"/>
                  </a:lnTo>
                  <a:lnTo>
                    <a:pt x="50788" y="122314"/>
                  </a:lnTo>
                  <a:lnTo>
                    <a:pt x="50656" y="122221"/>
                  </a:lnTo>
                  <a:lnTo>
                    <a:pt x="50437" y="122768"/>
                  </a:lnTo>
                  <a:lnTo>
                    <a:pt x="47942" y="125407"/>
                  </a:lnTo>
                  <a:lnTo>
                    <a:pt x="47833" y="124381"/>
                  </a:lnTo>
                  <a:lnTo>
                    <a:pt x="47621" y="123162"/>
                  </a:lnTo>
                  <a:lnTo>
                    <a:pt x="47143" y="122752"/>
                  </a:lnTo>
                  <a:lnTo>
                    <a:pt x="46320" y="123665"/>
                  </a:lnTo>
                  <a:lnTo>
                    <a:pt x="45838" y="123774"/>
                  </a:lnTo>
                  <a:lnTo>
                    <a:pt x="45099" y="123468"/>
                  </a:lnTo>
                  <a:lnTo>
                    <a:pt x="44768" y="123898"/>
                  </a:lnTo>
                  <a:lnTo>
                    <a:pt x="43788" y="127410"/>
                  </a:lnTo>
                  <a:lnTo>
                    <a:pt x="43199" y="128782"/>
                  </a:lnTo>
                  <a:lnTo>
                    <a:pt x="42754" y="128669"/>
                  </a:lnTo>
                  <a:lnTo>
                    <a:pt x="42286" y="128350"/>
                  </a:lnTo>
                  <a:lnTo>
                    <a:pt x="41956" y="128604"/>
                  </a:lnTo>
                  <a:lnTo>
                    <a:pt x="41714" y="128203"/>
                  </a:lnTo>
                  <a:lnTo>
                    <a:pt x="41810" y="127347"/>
                  </a:lnTo>
                  <a:lnTo>
                    <a:pt x="42048" y="126273"/>
                  </a:lnTo>
                  <a:lnTo>
                    <a:pt x="42518" y="122449"/>
                  </a:lnTo>
                  <a:lnTo>
                    <a:pt x="43723" y="118598"/>
                  </a:lnTo>
                  <a:lnTo>
                    <a:pt x="43748" y="117793"/>
                  </a:lnTo>
                  <a:lnTo>
                    <a:pt x="43256" y="115541"/>
                  </a:lnTo>
                  <a:lnTo>
                    <a:pt x="42738" y="112473"/>
                  </a:lnTo>
                  <a:lnTo>
                    <a:pt x="42737" y="109187"/>
                  </a:lnTo>
                  <a:lnTo>
                    <a:pt x="42639" y="106812"/>
                  </a:lnTo>
                  <a:lnTo>
                    <a:pt x="41572" y="106147"/>
                  </a:lnTo>
                  <a:lnTo>
                    <a:pt x="41379" y="105746"/>
                  </a:lnTo>
                  <a:lnTo>
                    <a:pt x="41350" y="104945"/>
                  </a:lnTo>
                  <a:lnTo>
                    <a:pt x="41626" y="102814"/>
                  </a:lnTo>
                  <a:lnTo>
                    <a:pt x="41949" y="100844"/>
                  </a:lnTo>
                  <a:lnTo>
                    <a:pt x="41997" y="100010"/>
                  </a:lnTo>
                  <a:lnTo>
                    <a:pt x="41922" y="99274"/>
                  </a:lnTo>
                  <a:lnTo>
                    <a:pt x="41267" y="97174"/>
                  </a:lnTo>
                  <a:lnTo>
                    <a:pt x="40246" y="93300"/>
                  </a:lnTo>
                  <a:lnTo>
                    <a:pt x="39301" y="89010"/>
                  </a:lnTo>
                  <a:lnTo>
                    <a:pt x="38490" y="85325"/>
                  </a:lnTo>
                  <a:lnTo>
                    <a:pt x="37835" y="83646"/>
                  </a:lnTo>
                  <a:lnTo>
                    <a:pt x="37208" y="81218"/>
                  </a:lnTo>
                  <a:lnTo>
                    <a:pt x="36969" y="79669"/>
                  </a:lnTo>
                  <a:lnTo>
                    <a:pt x="36316" y="79114"/>
                  </a:lnTo>
                  <a:lnTo>
                    <a:pt x="34410" y="79146"/>
                  </a:lnTo>
                  <a:lnTo>
                    <a:pt x="32120" y="79183"/>
                  </a:lnTo>
                  <a:lnTo>
                    <a:pt x="30188" y="79218"/>
                  </a:lnTo>
                  <a:lnTo>
                    <a:pt x="30076" y="81294"/>
                  </a:lnTo>
                  <a:lnTo>
                    <a:pt x="27965" y="82694"/>
                  </a:lnTo>
                  <a:lnTo>
                    <a:pt x="26663" y="81086"/>
                  </a:lnTo>
                  <a:lnTo>
                    <a:pt x="25218" y="82021"/>
                  </a:lnTo>
                  <a:lnTo>
                    <a:pt x="24512" y="83085"/>
                  </a:lnTo>
                  <a:lnTo>
                    <a:pt x="24292" y="85299"/>
                  </a:lnTo>
                  <a:lnTo>
                    <a:pt x="23970" y="87729"/>
                  </a:lnTo>
                  <a:lnTo>
                    <a:pt x="23662" y="88729"/>
                  </a:lnTo>
                  <a:lnTo>
                    <a:pt x="23530" y="89820"/>
                  </a:lnTo>
                  <a:lnTo>
                    <a:pt x="23352" y="90812"/>
                  </a:lnTo>
                  <a:lnTo>
                    <a:pt x="23068" y="91956"/>
                  </a:lnTo>
                  <a:lnTo>
                    <a:pt x="22753" y="94253"/>
                  </a:lnTo>
                  <a:lnTo>
                    <a:pt x="22066" y="97521"/>
                  </a:lnTo>
                  <a:lnTo>
                    <a:pt x="21343" y="99629"/>
                  </a:lnTo>
                  <a:lnTo>
                    <a:pt x="20115" y="100779"/>
                  </a:lnTo>
                  <a:lnTo>
                    <a:pt x="19732" y="104219"/>
                  </a:lnTo>
                  <a:lnTo>
                    <a:pt x="19450" y="105500"/>
                  </a:lnTo>
                  <a:lnTo>
                    <a:pt x="18976" y="106503"/>
                  </a:lnTo>
                  <a:lnTo>
                    <a:pt x="18471" y="107155"/>
                  </a:lnTo>
                  <a:lnTo>
                    <a:pt x="18004" y="106761"/>
                  </a:lnTo>
                  <a:lnTo>
                    <a:pt x="17467" y="106489"/>
                  </a:lnTo>
                  <a:lnTo>
                    <a:pt x="16906" y="107106"/>
                  </a:lnTo>
                  <a:lnTo>
                    <a:pt x="16810" y="106245"/>
                  </a:lnTo>
                  <a:lnTo>
                    <a:pt x="17129" y="103521"/>
                  </a:lnTo>
                  <a:lnTo>
                    <a:pt x="16875" y="102104"/>
                  </a:lnTo>
                  <a:lnTo>
                    <a:pt x="15911" y="99273"/>
                  </a:lnTo>
                  <a:lnTo>
                    <a:pt x="15820" y="97904"/>
                  </a:lnTo>
                  <a:lnTo>
                    <a:pt x="15525" y="96141"/>
                  </a:lnTo>
                  <a:lnTo>
                    <a:pt x="14256" y="92503"/>
                  </a:lnTo>
                  <a:lnTo>
                    <a:pt x="13073" y="92728"/>
                  </a:lnTo>
                  <a:lnTo>
                    <a:pt x="13402" y="89675"/>
                  </a:lnTo>
                  <a:lnTo>
                    <a:pt x="13387" y="85620"/>
                  </a:lnTo>
                  <a:lnTo>
                    <a:pt x="12985" y="83406"/>
                  </a:lnTo>
                  <a:lnTo>
                    <a:pt x="13088" y="81145"/>
                  </a:lnTo>
                  <a:lnTo>
                    <a:pt x="12868" y="81288"/>
                  </a:lnTo>
                  <a:lnTo>
                    <a:pt x="12473" y="82845"/>
                  </a:lnTo>
                  <a:lnTo>
                    <a:pt x="11835" y="82344"/>
                  </a:lnTo>
                  <a:lnTo>
                    <a:pt x="10542" y="79936"/>
                  </a:lnTo>
                  <a:lnTo>
                    <a:pt x="9895" y="77597"/>
                  </a:lnTo>
                  <a:lnTo>
                    <a:pt x="9818" y="75609"/>
                  </a:lnTo>
                  <a:lnTo>
                    <a:pt x="9673" y="74837"/>
                  </a:lnTo>
                  <a:lnTo>
                    <a:pt x="9276" y="75251"/>
                  </a:lnTo>
                  <a:lnTo>
                    <a:pt x="8467" y="75211"/>
                  </a:lnTo>
                  <a:lnTo>
                    <a:pt x="6001" y="71673"/>
                  </a:lnTo>
                  <a:lnTo>
                    <a:pt x="4245" y="62764"/>
                  </a:lnTo>
                  <a:lnTo>
                    <a:pt x="4206" y="60755"/>
                  </a:lnTo>
                  <a:lnTo>
                    <a:pt x="4458" y="57295"/>
                  </a:lnTo>
                  <a:lnTo>
                    <a:pt x="4400" y="56356"/>
                  </a:lnTo>
                  <a:lnTo>
                    <a:pt x="3594" y="58653"/>
                  </a:lnTo>
                  <a:lnTo>
                    <a:pt x="3440" y="57115"/>
                  </a:lnTo>
                  <a:lnTo>
                    <a:pt x="2824" y="53538"/>
                  </a:lnTo>
                  <a:lnTo>
                    <a:pt x="2646" y="51482"/>
                  </a:lnTo>
                  <a:lnTo>
                    <a:pt x="2055" y="50569"/>
                  </a:lnTo>
                  <a:lnTo>
                    <a:pt x="1581" y="50406"/>
                  </a:lnTo>
                  <a:lnTo>
                    <a:pt x="1215" y="51090"/>
                  </a:lnTo>
                  <a:lnTo>
                    <a:pt x="732" y="55271"/>
                  </a:lnTo>
                  <a:lnTo>
                    <a:pt x="373" y="55244"/>
                  </a:lnTo>
                  <a:lnTo>
                    <a:pt x="0" y="54351"/>
                  </a:lnTo>
                  <a:lnTo>
                    <a:pt x="78" y="51231"/>
                  </a:lnTo>
                  <a:lnTo>
                    <a:pt x="501" y="49693"/>
                  </a:lnTo>
                  <a:lnTo>
                    <a:pt x="1026" y="47330"/>
                  </a:lnTo>
                  <a:lnTo>
                    <a:pt x="2614" y="37480"/>
                  </a:lnTo>
                  <a:lnTo>
                    <a:pt x="3181" y="35222"/>
                  </a:lnTo>
                  <a:lnTo>
                    <a:pt x="3540" y="34437"/>
                  </a:lnTo>
                  <a:lnTo>
                    <a:pt x="4291" y="34344"/>
                  </a:lnTo>
                  <a:lnTo>
                    <a:pt x="5756" y="33027"/>
                  </a:lnTo>
                  <a:lnTo>
                    <a:pt x="6954" y="30853"/>
                  </a:lnTo>
                  <a:lnTo>
                    <a:pt x="7552" y="29963"/>
                  </a:lnTo>
                  <a:lnTo>
                    <a:pt x="8930" y="30198"/>
                  </a:lnTo>
                  <a:lnTo>
                    <a:pt x="10555" y="29824"/>
                  </a:lnTo>
                  <a:lnTo>
                    <a:pt x="12675" y="27713"/>
                  </a:lnTo>
                  <a:lnTo>
                    <a:pt x="12715" y="24815"/>
                  </a:lnTo>
                  <a:lnTo>
                    <a:pt x="12695" y="21099"/>
                  </a:lnTo>
                  <a:lnTo>
                    <a:pt x="12624" y="19628"/>
                  </a:lnTo>
                  <a:lnTo>
                    <a:pt x="11872" y="18303"/>
                  </a:lnTo>
                  <a:lnTo>
                    <a:pt x="11433" y="17156"/>
                  </a:lnTo>
                  <a:lnTo>
                    <a:pt x="11056" y="15692"/>
                  </a:lnTo>
                  <a:lnTo>
                    <a:pt x="10597" y="14649"/>
                  </a:lnTo>
                  <a:lnTo>
                    <a:pt x="10612" y="13553"/>
                  </a:lnTo>
                  <a:lnTo>
                    <a:pt x="11187" y="12618"/>
                  </a:lnTo>
                  <a:lnTo>
                    <a:pt x="11553" y="12142"/>
                  </a:lnTo>
                  <a:lnTo>
                    <a:pt x="12415" y="12161"/>
                  </a:lnTo>
                  <a:lnTo>
                    <a:pt x="12701" y="11616"/>
                  </a:lnTo>
                  <a:lnTo>
                    <a:pt x="12914" y="10674"/>
                  </a:lnTo>
                  <a:lnTo>
                    <a:pt x="13159" y="8289"/>
                  </a:lnTo>
                  <a:lnTo>
                    <a:pt x="13244" y="5774"/>
                  </a:lnTo>
                  <a:lnTo>
                    <a:pt x="12676" y="2396"/>
                  </a:lnTo>
                  <a:lnTo>
                    <a:pt x="12708" y="0"/>
                  </a:lnTo>
                  <a:lnTo>
                    <a:pt x="15818" y="344"/>
                  </a:lnTo>
                  <a:lnTo>
                    <a:pt x="16138" y="600"/>
                  </a:lnTo>
                  <a:lnTo>
                    <a:pt x="17527" y="1014"/>
                  </a:lnTo>
                  <a:lnTo>
                    <a:pt x="18388" y="1009"/>
                  </a:lnTo>
                  <a:lnTo>
                    <a:pt x="18922" y="1193"/>
                  </a:lnTo>
                  <a:lnTo>
                    <a:pt x="19145" y="1740"/>
                  </a:lnTo>
                  <a:lnTo>
                    <a:pt x="19100" y="2744"/>
                  </a:lnTo>
                  <a:lnTo>
                    <a:pt x="18952" y="4067"/>
                  </a:lnTo>
                  <a:lnTo>
                    <a:pt x="19130" y="5435"/>
                  </a:lnTo>
                  <a:lnTo>
                    <a:pt x="19605" y="5800"/>
                  </a:lnTo>
                  <a:lnTo>
                    <a:pt x="19857" y="5386"/>
                  </a:lnTo>
                  <a:lnTo>
                    <a:pt x="20099" y="4715"/>
                  </a:lnTo>
                  <a:lnTo>
                    <a:pt x="20385" y="4185"/>
                  </a:lnTo>
                  <a:lnTo>
                    <a:pt x="20794" y="4547"/>
                  </a:lnTo>
                  <a:lnTo>
                    <a:pt x="21668" y="6560"/>
                  </a:lnTo>
                  <a:lnTo>
                    <a:pt x="22478" y="7114"/>
                  </a:lnTo>
                  <a:lnTo>
                    <a:pt x="23365" y="8206"/>
                  </a:lnTo>
                  <a:lnTo>
                    <a:pt x="24197" y="8809"/>
                  </a:lnTo>
                  <a:lnTo>
                    <a:pt x="24936" y="8733"/>
                  </a:lnTo>
                  <a:lnTo>
                    <a:pt x="25496" y="9864"/>
                  </a:lnTo>
                  <a:lnTo>
                    <a:pt x="26533" y="10220"/>
                  </a:lnTo>
                  <a:lnTo>
                    <a:pt x="27872" y="8785"/>
                  </a:lnTo>
                  <a:lnTo>
                    <a:pt x="28925" y="8151"/>
                  </a:lnTo>
                  <a:lnTo>
                    <a:pt x="30404" y="7996"/>
                  </a:lnTo>
                  <a:lnTo>
                    <a:pt x="31178" y="8469"/>
                  </a:lnTo>
                  <a:lnTo>
                    <a:pt x="33431" y="7316"/>
                  </a:lnTo>
                  <a:lnTo>
                    <a:pt x="34556" y="7574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0"/>
            <p:cNvSpPr/>
            <p:nvPr/>
          </p:nvSpPr>
          <p:spPr>
            <a:xfrm>
              <a:off x="2661094" y="3225935"/>
              <a:ext cx="28822" cy="22101"/>
            </a:xfrm>
            <a:custGeom>
              <a:avLst/>
              <a:pathLst>
                <a:path w="28822" h="22101">
                  <a:moveTo>
                    <a:pt x="590" y="22101"/>
                  </a:moveTo>
                  <a:lnTo>
                    <a:pt x="533" y="19609"/>
                  </a:lnTo>
                  <a:lnTo>
                    <a:pt x="0" y="13918"/>
                  </a:lnTo>
                  <a:lnTo>
                    <a:pt x="715" y="11427"/>
                  </a:lnTo>
                  <a:lnTo>
                    <a:pt x="1494" y="9961"/>
                  </a:lnTo>
                  <a:lnTo>
                    <a:pt x="2018" y="11134"/>
                  </a:lnTo>
                  <a:lnTo>
                    <a:pt x="2177" y="13452"/>
                  </a:lnTo>
                  <a:lnTo>
                    <a:pt x="2579" y="15037"/>
                  </a:lnTo>
                  <a:lnTo>
                    <a:pt x="3955" y="16026"/>
                  </a:lnTo>
                  <a:lnTo>
                    <a:pt x="5317" y="15315"/>
                  </a:lnTo>
                  <a:lnTo>
                    <a:pt x="6150" y="15643"/>
                  </a:lnTo>
                  <a:lnTo>
                    <a:pt x="6123" y="14358"/>
                  </a:lnTo>
                  <a:lnTo>
                    <a:pt x="6406" y="12649"/>
                  </a:lnTo>
                  <a:lnTo>
                    <a:pt x="8059" y="11916"/>
                  </a:lnTo>
                  <a:lnTo>
                    <a:pt x="9808" y="11427"/>
                  </a:lnTo>
                  <a:lnTo>
                    <a:pt x="11604" y="10401"/>
                  </a:lnTo>
                  <a:lnTo>
                    <a:pt x="13012" y="10444"/>
                  </a:lnTo>
                  <a:lnTo>
                    <a:pt x="13433" y="10157"/>
                  </a:lnTo>
                  <a:lnTo>
                    <a:pt x="13330" y="9718"/>
                  </a:lnTo>
                  <a:lnTo>
                    <a:pt x="12067" y="9226"/>
                  </a:lnTo>
                  <a:lnTo>
                    <a:pt x="9372" y="10405"/>
                  </a:lnTo>
                  <a:lnTo>
                    <a:pt x="6627" y="10751"/>
                  </a:lnTo>
                  <a:lnTo>
                    <a:pt x="4547" y="13851"/>
                  </a:lnTo>
                  <a:lnTo>
                    <a:pt x="3694" y="13561"/>
                  </a:lnTo>
                  <a:lnTo>
                    <a:pt x="2833" y="10464"/>
                  </a:lnTo>
                  <a:lnTo>
                    <a:pt x="2523" y="6642"/>
                  </a:lnTo>
                  <a:lnTo>
                    <a:pt x="4961" y="6359"/>
                  </a:lnTo>
                  <a:lnTo>
                    <a:pt x="7913" y="6481"/>
                  </a:lnTo>
                  <a:lnTo>
                    <a:pt x="11128" y="6613"/>
                  </a:lnTo>
                  <a:lnTo>
                    <a:pt x="12643" y="6674"/>
                  </a:lnTo>
                  <a:lnTo>
                    <a:pt x="13439" y="2514"/>
                  </a:lnTo>
                  <a:lnTo>
                    <a:pt x="14951" y="679"/>
                  </a:lnTo>
                  <a:lnTo>
                    <a:pt x="16501" y="0"/>
                  </a:lnTo>
                  <a:lnTo>
                    <a:pt x="17307" y="180"/>
                  </a:lnTo>
                  <a:lnTo>
                    <a:pt x="18160" y="794"/>
                  </a:lnTo>
                  <a:lnTo>
                    <a:pt x="19792" y="4226"/>
                  </a:lnTo>
                  <a:lnTo>
                    <a:pt x="20810" y="5008"/>
                  </a:lnTo>
                  <a:lnTo>
                    <a:pt x="21668" y="5790"/>
                  </a:lnTo>
                  <a:lnTo>
                    <a:pt x="22282" y="7457"/>
                  </a:lnTo>
                  <a:lnTo>
                    <a:pt x="23258" y="9112"/>
                  </a:lnTo>
                  <a:lnTo>
                    <a:pt x="24027" y="9560"/>
                  </a:lnTo>
                  <a:lnTo>
                    <a:pt x="24483" y="9306"/>
                  </a:lnTo>
                  <a:lnTo>
                    <a:pt x="25243" y="8668"/>
                  </a:lnTo>
                  <a:lnTo>
                    <a:pt x="25743" y="8154"/>
                  </a:lnTo>
                  <a:lnTo>
                    <a:pt x="27374" y="7938"/>
                  </a:lnTo>
                  <a:lnTo>
                    <a:pt x="28571" y="9855"/>
                  </a:lnTo>
                  <a:lnTo>
                    <a:pt x="28822" y="11946"/>
                  </a:lnTo>
                  <a:lnTo>
                    <a:pt x="28622" y="14089"/>
                  </a:lnTo>
                  <a:lnTo>
                    <a:pt x="27013" y="15239"/>
                  </a:lnTo>
                  <a:lnTo>
                    <a:pt x="24784" y="17028"/>
                  </a:lnTo>
                  <a:lnTo>
                    <a:pt x="22940" y="16051"/>
                  </a:lnTo>
                  <a:lnTo>
                    <a:pt x="20697" y="13604"/>
                  </a:lnTo>
                  <a:lnTo>
                    <a:pt x="19386" y="11848"/>
                  </a:lnTo>
                  <a:lnTo>
                    <a:pt x="18840" y="11147"/>
                  </a:lnTo>
                  <a:lnTo>
                    <a:pt x="18020" y="10031"/>
                  </a:lnTo>
                  <a:lnTo>
                    <a:pt x="17306" y="8828"/>
                  </a:lnTo>
                  <a:lnTo>
                    <a:pt x="16616" y="8050"/>
                  </a:lnTo>
                  <a:lnTo>
                    <a:pt x="16090" y="7553"/>
                  </a:lnTo>
                  <a:lnTo>
                    <a:pt x="15701" y="8180"/>
                  </a:lnTo>
                  <a:lnTo>
                    <a:pt x="15503" y="9664"/>
                  </a:lnTo>
                  <a:lnTo>
                    <a:pt x="15192" y="11317"/>
                  </a:lnTo>
                  <a:lnTo>
                    <a:pt x="14791" y="12295"/>
                  </a:lnTo>
                  <a:lnTo>
                    <a:pt x="12910" y="12875"/>
                  </a:lnTo>
                  <a:lnTo>
                    <a:pt x="11223" y="13483"/>
                  </a:lnTo>
                  <a:lnTo>
                    <a:pt x="10317" y="13998"/>
                  </a:lnTo>
                  <a:lnTo>
                    <a:pt x="9713" y="14389"/>
                  </a:lnTo>
                  <a:lnTo>
                    <a:pt x="9522" y="19374"/>
                  </a:lnTo>
                  <a:lnTo>
                    <a:pt x="7611" y="19317"/>
                  </a:lnTo>
                  <a:lnTo>
                    <a:pt x="5734" y="19260"/>
                  </a:lnTo>
                  <a:lnTo>
                    <a:pt x="3787" y="19348"/>
                  </a:lnTo>
                  <a:lnTo>
                    <a:pt x="1692" y="19442"/>
                  </a:lnTo>
                  <a:lnTo>
                    <a:pt x="1156" y="2045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1"/>
            <p:cNvSpPr/>
            <p:nvPr/>
          </p:nvSpPr>
          <p:spPr>
            <a:xfrm>
              <a:off x="2669370" y="3303334"/>
              <a:ext cx="654" cy="4078"/>
            </a:xfrm>
            <a:custGeom>
              <a:avLst/>
              <a:pathLst>
                <a:path w="654" h="4078">
                  <a:moveTo>
                    <a:pt x="654" y="3259"/>
                  </a:moveTo>
                  <a:lnTo>
                    <a:pt x="565" y="4078"/>
                  </a:lnTo>
                  <a:lnTo>
                    <a:pt x="0" y="3953"/>
                  </a:lnTo>
                  <a:lnTo>
                    <a:pt x="128" y="3122"/>
                  </a:lnTo>
                  <a:lnTo>
                    <a:pt x="4" y="2879"/>
                  </a:lnTo>
                  <a:lnTo>
                    <a:pt x="168" y="385"/>
                  </a:lnTo>
                  <a:lnTo>
                    <a:pt x="252" y="0"/>
                  </a:lnTo>
                  <a:lnTo>
                    <a:pt x="527" y="929"/>
                  </a:lnTo>
                  <a:lnTo>
                    <a:pt x="564" y="13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2"/>
            <p:cNvSpPr/>
            <p:nvPr/>
          </p:nvSpPr>
          <p:spPr>
            <a:xfrm>
              <a:off x="2666751" y="3303157"/>
              <a:ext cx="1765" cy="4556"/>
            </a:xfrm>
            <a:custGeom>
              <a:avLst/>
              <a:pathLst>
                <a:path w="1765" h="4556">
                  <a:moveTo>
                    <a:pt x="1172" y="4117"/>
                  </a:moveTo>
                  <a:lnTo>
                    <a:pt x="402" y="4556"/>
                  </a:lnTo>
                  <a:lnTo>
                    <a:pt x="52" y="3089"/>
                  </a:lnTo>
                  <a:lnTo>
                    <a:pt x="0" y="2522"/>
                  </a:lnTo>
                  <a:lnTo>
                    <a:pt x="401" y="2028"/>
                  </a:lnTo>
                  <a:lnTo>
                    <a:pt x="582" y="2008"/>
                  </a:lnTo>
                  <a:lnTo>
                    <a:pt x="888" y="943"/>
                  </a:lnTo>
                  <a:lnTo>
                    <a:pt x="1265" y="229"/>
                  </a:lnTo>
                  <a:lnTo>
                    <a:pt x="1432" y="0"/>
                  </a:lnTo>
                  <a:lnTo>
                    <a:pt x="1625" y="46"/>
                  </a:lnTo>
                  <a:lnTo>
                    <a:pt x="1765" y="2400"/>
                  </a:lnTo>
                  <a:lnTo>
                    <a:pt x="1578" y="33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3"/>
            <p:cNvSpPr/>
            <p:nvPr/>
          </p:nvSpPr>
          <p:spPr>
            <a:xfrm>
              <a:off x="2671141" y="3300114"/>
              <a:ext cx="1167" cy="3760"/>
            </a:xfrm>
            <a:custGeom>
              <a:avLst/>
              <a:pathLst>
                <a:path w="1167" h="3760">
                  <a:moveTo>
                    <a:pt x="525" y="2549"/>
                  </a:moveTo>
                  <a:lnTo>
                    <a:pt x="525" y="3760"/>
                  </a:lnTo>
                  <a:lnTo>
                    <a:pt x="118" y="3530"/>
                  </a:lnTo>
                  <a:lnTo>
                    <a:pt x="0" y="3168"/>
                  </a:lnTo>
                  <a:lnTo>
                    <a:pt x="241" y="976"/>
                  </a:lnTo>
                  <a:lnTo>
                    <a:pt x="598" y="0"/>
                  </a:lnTo>
                  <a:lnTo>
                    <a:pt x="1036" y="155"/>
                  </a:lnTo>
                  <a:lnTo>
                    <a:pt x="1167" y="451"/>
                  </a:lnTo>
                  <a:lnTo>
                    <a:pt x="1082" y="1297"/>
                  </a:lnTo>
                  <a:lnTo>
                    <a:pt x="890" y="19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4"/>
            <p:cNvSpPr/>
            <p:nvPr/>
          </p:nvSpPr>
          <p:spPr>
            <a:xfrm>
              <a:off x="2668801" y="3291352"/>
              <a:ext cx="1166" cy="4842"/>
            </a:xfrm>
            <a:custGeom>
              <a:avLst/>
              <a:pathLst>
                <a:path w="1166" h="4842">
                  <a:moveTo>
                    <a:pt x="1166" y="3914"/>
                  </a:moveTo>
                  <a:lnTo>
                    <a:pt x="715" y="4842"/>
                  </a:lnTo>
                  <a:lnTo>
                    <a:pt x="249" y="4406"/>
                  </a:lnTo>
                  <a:lnTo>
                    <a:pt x="0" y="3579"/>
                  </a:lnTo>
                  <a:lnTo>
                    <a:pt x="37" y="2097"/>
                  </a:lnTo>
                  <a:lnTo>
                    <a:pt x="563" y="0"/>
                  </a:lnTo>
                  <a:lnTo>
                    <a:pt x="1036" y="2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5"/>
            <p:cNvSpPr/>
            <p:nvPr/>
          </p:nvSpPr>
          <p:spPr>
            <a:xfrm>
              <a:off x="2672681" y="3290346"/>
              <a:ext cx="1318" cy="3503"/>
            </a:xfrm>
            <a:custGeom>
              <a:avLst/>
              <a:pathLst>
                <a:path w="1318" h="3503">
                  <a:moveTo>
                    <a:pt x="636" y="2816"/>
                  </a:moveTo>
                  <a:lnTo>
                    <a:pt x="546" y="3503"/>
                  </a:lnTo>
                  <a:lnTo>
                    <a:pt x="0" y="2920"/>
                  </a:lnTo>
                  <a:lnTo>
                    <a:pt x="798" y="434"/>
                  </a:lnTo>
                  <a:lnTo>
                    <a:pt x="1318" y="0"/>
                  </a:lnTo>
                  <a:lnTo>
                    <a:pt x="1299" y="1914"/>
                  </a:lnTo>
                  <a:lnTo>
                    <a:pt x="897" y="23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6"/>
            <p:cNvSpPr/>
            <p:nvPr/>
          </p:nvSpPr>
          <p:spPr>
            <a:xfrm>
              <a:off x="2667558" y="3282830"/>
              <a:ext cx="1596" cy="3751"/>
            </a:xfrm>
            <a:custGeom>
              <a:avLst/>
              <a:pathLst>
                <a:path w="1596" h="3751">
                  <a:moveTo>
                    <a:pt x="1596" y="137"/>
                  </a:moveTo>
                  <a:lnTo>
                    <a:pt x="1097" y="3751"/>
                  </a:lnTo>
                  <a:lnTo>
                    <a:pt x="480" y="3353"/>
                  </a:lnTo>
                  <a:lnTo>
                    <a:pt x="48" y="1201"/>
                  </a:lnTo>
                  <a:lnTo>
                    <a:pt x="0" y="291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7"/>
            <p:cNvSpPr/>
            <p:nvPr/>
          </p:nvSpPr>
          <p:spPr>
            <a:xfrm>
              <a:off x="2662181" y="3259390"/>
              <a:ext cx="29209" cy="51409"/>
            </a:xfrm>
            <a:custGeom>
              <a:avLst/>
              <a:pathLst>
                <a:path w="29209" h="51409">
                  <a:moveTo>
                    <a:pt x="16043" y="51409"/>
                  </a:moveTo>
                  <a:lnTo>
                    <a:pt x="15555" y="49314"/>
                  </a:lnTo>
                  <a:lnTo>
                    <a:pt x="15932" y="45446"/>
                  </a:lnTo>
                  <a:lnTo>
                    <a:pt x="15526" y="45502"/>
                  </a:lnTo>
                  <a:lnTo>
                    <a:pt x="14716" y="48628"/>
                  </a:lnTo>
                  <a:lnTo>
                    <a:pt x="14321" y="48727"/>
                  </a:lnTo>
                  <a:lnTo>
                    <a:pt x="14373" y="45023"/>
                  </a:lnTo>
                  <a:lnTo>
                    <a:pt x="13924" y="44886"/>
                  </a:lnTo>
                  <a:lnTo>
                    <a:pt x="13404" y="45148"/>
                  </a:lnTo>
                  <a:lnTo>
                    <a:pt x="12677" y="43221"/>
                  </a:lnTo>
                  <a:lnTo>
                    <a:pt x="12605" y="41774"/>
                  </a:lnTo>
                  <a:lnTo>
                    <a:pt x="12663" y="39757"/>
                  </a:lnTo>
                  <a:lnTo>
                    <a:pt x="13107" y="38468"/>
                  </a:lnTo>
                  <a:lnTo>
                    <a:pt x="13046" y="37928"/>
                  </a:lnTo>
                  <a:lnTo>
                    <a:pt x="12619" y="37777"/>
                  </a:lnTo>
                  <a:lnTo>
                    <a:pt x="12140" y="38123"/>
                  </a:lnTo>
                  <a:lnTo>
                    <a:pt x="11847" y="37516"/>
                  </a:lnTo>
                  <a:lnTo>
                    <a:pt x="12331" y="34899"/>
                  </a:lnTo>
                  <a:lnTo>
                    <a:pt x="14028" y="32700"/>
                  </a:lnTo>
                  <a:lnTo>
                    <a:pt x="14882" y="32473"/>
                  </a:lnTo>
                  <a:lnTo>
                    <a:pt x="15758" y="31975"/>
                  </a:lnTo>
                  <a:lnTo>
                    <a:pt x="15280" y="30091"/>
                  </a:lnTo>
                  <a:lnTo>
                    <a:pt x="14242" y="29347"/>
                  </a:lnTo>
                  <a:lnTo>
                    <a:pt x="13412" y="29866"/>
                  </a:lnTo>
                  <a:lnTo>
                    <a:pt x="12999" y="31234"/>
                  </a:lnTo>
                  <a:lnTo>
                    <a:pt x="12486" y="31460"/>
                  </a:lnTo>
                  <a:lnTo>
                    <a:pt x="11631" y="28253"/>
                  </a:lnTo>
                  <a:lnTo>
                    <a:pt x="11647" y="26640"/>
                  </a:lnTo>
                  <a:lnTo>
                    <a:pt x="11965" y="24735"/>
                  </a:lnTo>
                  <a:lnTo>
                    <a:pt x="12460" y="23880"/>
                  </a:lnTo>
                  <a:lnTo>
                    <a:pt x="14429" y="23904"/>
                  </a:lnTo>
                  <a:lnTo>
                    <a:pt x="15177" y="22829"/>
                  </a:lnTo>
                  <a:lnTo>
                    <a:pt x="15479" y="22633"/>
                  </a:lnTo>
                  <a:lnTo>
                    <a:pt x="15764" y="21656"/>
                  </a:lnTo>
                  <a:lnTo>
                    <a:pt x="15704" y="21007"/>
                  </a:lnTo>
                  <a:lnTo>
                    <a:pt x="15384" y="20970"/>
                  </a:lnTo>
                  <a:lnTo>
                    <a:pt x="14648" y="22239"/>
                  </a:lnTo>
                  <a:lnTo>
                    <a:pt x="12277" y="21759"/>
                  </a:lnTo>
                  <a:lnTo>
                    <a:pt x="11520" y="22526"/>
                  </a:lnTo>
                  <a:lnTo>
                    <a:pt x="10201" y="25458"/>
                  </a:lnTo>
                  <a:lnTo>
                    <a:pt x="8579" y="27080"/>
                  </a:lnTo>
                  <a:lnTo>
                    <a:pt x="7403" y="26396"/>
                  </a:lnTo>
                  <a:lnTo>
                    <a:pt x="7778" y="22464"/>
                  </a:lnTo>
                  <a:lnTo>
                    <a:pt x="7610" y="21929"/>
                  </a:lnTo>
                  <a:lnTo>
                    <a:pt x="7239" y="21284"/>
                  </a:lnTo>
                  <a:lnTo>
                    <a:pt x="5512" y="22535"/>
                  </a:lnTo>
                  <a:lnTo>
                    <a:pt x="4205" y="20737"/>
                  </a:lnTo>
                  <a:lnTo>
                    <a:pt x="3689" y="18566"/>
                  </a:lnTo>
                  <a:lnTo>
                    <a:pt x="3777" y="15843"/>
                  </a:lnTo>
                  <a:lnTo>
                    <a:pt x="4394" y="14002"/>
                  </a:lnTo>
                  <a:lnTo>
                    <a:pt x="4491" y="13084"/>
                  </a:lnTo>
                  <a:lnTo>
                    <a:pt x="3840" y="12910"/>
                  </a:lnTo>
                  <a:lnTo>
                    <a:pt x="2643" y="14058"/>
                  </a:lnTo>
                  <a:lnTo>
                    <a:pt x="0" y="9606"/>
                  </a:lnTo>
                  <a:lnTo>
                    <a:pt x="527" y="9324"/>
                  </a:lnTo>
                  <a:lnTo>
                    <a:pt x="1831" y="9789"/>
                  </a:lnTo>
                  <a:lnTo>
                    <a:pt x="2840" y="9226"/>
                  </a:lnTo>
                  <a:lnTo>
                    <a:pt x="3552" y="8286"/>
                  </a:lnTo>
                  <a:lnTo>
                    <a:pt x="4521" y="6991"/>
                  </a:lnTo>
                  <a:lnTo>
                    <a:pt x="5456" y="6574"/>
                  </a:lnTo>
                  <a:lnTo>
                    <a:pt x="8385" y="7152"/>
                  </a:lnTo>
                  <a:lnTo>
                    <a:pt x="10930" y="5601"/>
                  </a:lnTo>
                  <a:lnTo>
                    <a:pt x="12823" y="2687"/>
                  </a:lnTo>
                  <a:lnTo>
                    <a:pt x="14571" y="0"/>
                  </a:lnTo>
                  <a:lnTo>
                    <a:pt x="16835" y="28"/>
                  </a:lnTo>
                  <a:lnTo>
                    <a:pt x="19262" y="57"/>
                  </a:lnTo>
                  <a:lnTo>
                    <a:pt x="22713" y="103"/>
                  </a:lnTo>
                  <a:lnTo>
                    <a:pt x="25447" y="137"/>
                  </a:lnTo>
                  <a:lnTo>
                    <a:pt x="28673" y="177"/>
                  </a:lnTo>
                  <a:lnTo>
                    <a:pt x="28641" y="2574"/>
                  </a:lnTo>
                  <a:lnTo>
                    <a:pt x="29209" y="5951"/>
                  </a:lnTo>
                  <a:lnTo>
                    <a:pt x="29124" y="8466"/>
                  </a:lnTo>
                  <a:lnTo>
                    <a:pt x="28878" y="10851"/>
                  </a:lnTo>
                  <a:lnTo>
                    <a:pt x="28665" y="11793"/>
                  </a:lnTo>
                  <a:lnTo>
                    <a:pt x="28380" y="12339"/>
                  </a:lnTo>
                  <a:lnTo>
                    <a:pt x="27517" y="12320"/>
                  </a:lnTo>
                  <a:lnTo>
                    <a:pt x="27152" y="12796"/>
                  </a:lnTo>
                  <a:lnTo>
                    <a:pt x="26577" y="13731"/>
                  </a:lnTo>
                  <a:lnTo>
                    <a:pt x="26561" y="14826"/>
                  </a:lnTo>
                  <a:lnTo>
                    <a:pt x="27020" y="15869"/>
                  </a:lnTo>
                  <a:lnTo>
                    <a:pt x="27398" y="17334"/>
                  </a:lnTo>
                  <a:lnTo>
                    <a:pt x="27836" y="18481"/>
                  </a:lnTo>
                  <a:lnTo>
                    <a:pt x="28589" y="19805"/>
                  </a:lnTo>
                  <a:lnTo>
                    <a:pt x="28659" y="21277"/>
                  </a:lnTo>
                  <a:lnTo>
                    <a:pt x="28679" y="24992"/>
                  </a:lnTo>
                  <a:lnTo>
                    <a:pt x="28639" y="27891"/>
                  </a:lnTo>
                  <a:lnTo>
                    <a:pt x="26520" y="30002"/>
                  </a:lnTo>
                  <a:lnTo>
                    <a:pt x="24894" y="30375"/>
                  </a:lnTo>
                  <a:lnTo>
                    <a:pt x="23517" y="30140"/>
                  </a:lnTo>
                  <a:lnTo>
                    <a:pt x="22918" y="31030"/>
                  </a:lnTo>
                  <a:lnTo>
                    <a:pt x="21720" y="33205"/>
                  </a:lnTo>
                  <a:lnTo>
                    <a:pt x="20256" y="34522"/>
                  </a:lnTo>
                  <a:lnTo>
                    <a:pt x="19504" y="34614"/>
                  </a:lnTo>
                  <a:lnTo>
                    <a:pt x="19146" y="35399"/>
                  </a:lnTo>
                  <a:lnTo>
                    <a:pt x="18578" y="37657"/>
                  </a:lnTo>
                  <a:lnTo>
                    <a:pt x="16991" y="47507"/>
                  </a:lnTo>
                  <a:lnTo>
                    <a:pt x="16466" y="498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8"/>
            <p:cNvSpPr/>
            <p:nvPr/>
          </p:nvSpPr>
          <p:spPr>
            <a:xfrm>
              <a:off x="2913076" y="3565976"/>
              <a:ext cx="18741" cy="39723"/>
            </a:xfrm>
            <a:custGeom>
              <a:avLst/>
              <a:pathLst>
                <a:path w="18741" h="39723">
                  <a:moveTo>
                    <a:pt x="1969" y="37600"/>
                  </a:moveTo>
                  <a:lnTo>
                    <a:pt x="2052" y="36936"/>
                  </a:lnTo>
                  <a:lnTo>
                    <a:pt x="1191" y="35152"/>
                  </a:lnTo>
                  <a:lnTo>
                    <a:pt x="570" y="34979"/>
                  </a:lnTo>
                  <a:lnTo>
                    <a:pt x="0" y="34430"/>
                  </a:lnTo>
                  <a:lnTo>
                    <a:pt x="462" y="29787"/>
                  </a:lnTo>
                  <a:lnTo>
                    <a:pt x="1041" y="25682"/>
                  </a:lnTo>
                  <a:lnTo>
                    <a:pt x="1906" y="22581"/>
                  </a:lnTo>
                  <a:lnTo>
                    <a:pt x="2366" y="21834"/>
                  </a:lnTo>
                  <a:lnTo>
                    <a:pt x="2516" y="20296"/>
                  </a:lnTo>
                  <a:lnTo>
                    <a:pt x="3200" y="15240"/>
                  </a:lnTo>
                  <a:lnTo>
                    <a:pt x="4048" y="11138"/>
                  </a:lnTo>
                  <a:lnTo>
                    <a:pt x="3785" y="6980"/>
                  </a:lnTo>
                  <a:lnTo>
                    <a:pt x="3988" y="0"/>
                  </a:lnTo>
                  <a:lnTo>
                    <a:pt x="4232" y="196"/>
                  </a:lnTo>
                  <a:lnTo>
                    <a:pt x="4272" y="855"/>
                  </a:lnTo>
                  <a:lnTo>
                    <a:pt x="4335" y="1833"/>
                  </a:lnTo>
                  <a:lnTo>
                    <a:pt x="4654" y="2693"/>
                  </a:lnTo>
                  <a:lnTo>
                    <a:pt x="5709" y="4038"/>
                  </a:lnTo>
                  <a:lnTo>
                    <a:pt x="8855" y="4039"/>
                  </a:lnTo>
                  <a:lnTo>
                    <a:pt x="10731" y="4042"/>
                  </a:lnTo>
                  <a:lnTo>
                    <a:pt x="13507" y="4044"/>
                  </a:lnTo>
                  <a:lnTo>
                    <a:pt x="16445" y="4047"/>
                  </a:lnTo>
                  <a:lnTo>
                    <a:pt x="18677" y="4048"/>
                  </a:lnTo>
                  <a:lnTo>
                    <a:pt x="18690" y="10890"/>
                  </a:lnTo>
                  <a:lnTo>
                    <a:pt x="18700" y="16673"/>
                  </a:lnTo>
                  <a:lnTo>
                    <a:pt x="18711" y="22932"/>
                  </a:lnTo>
                  <a:lnTo>
                    <a:pt x="18724" y="29455"/>
                  </a:lnTo>
                  <a:lnTo>
                    <a:pt x="18734" y="34976"/>
                  </a:lnTo>
                  <a:lnTo>
                    <a:pt x="18741" y="38553"/>
                  </a:lnTo>
                  <a:lnTo>
                    <a:pt x="16773" y="38533"/>
                  </a:lnTo>
                  <a:lnTo>
                    <a:pt x="14160" y="38507"/>
                  </a:lnTo>
                  <a:lnTo>
                    <a:pt x="11548" y="38481"/>
                  </a:lnTo>
                  <a:lnTo>
                    <a:pt x="8935" y="38454"/>
                  </a:lnTo>
                  <a:lnTo>
                    <a:pt x="7623" y="38439"/>
                  </a:lnTo>
                  <a:lnTo>
                    <a:pt x="6177" y="38426"/>
                  </a:lnTo>
                  <a:lnTo>
                    <a:pt x="5709" y="38612"/>
                  </a:lnTo>
                  <a:lnTo>
                    <a:pt x="5390" y="39516"/>
                  </a:lnTo>
                  <a:lnTo>
                    <a:pt x="5006" y="39723"/>
                  </a:lnTo>
                  <a:lnTo>
                    <a:pt x="4560" y="38951"/>
                  </a:lnTo>
                  <a:lnTo>
                    <a:pt x="4018" y="38582"/>
                  </a:lnTo>
                  <a:lnTo>
                    <a:pt x="3871" y="37786"/>
                  </a:lnTo>
                  <a:lnTo>
                    <a:pt x="3601" y="36337"/>
                  </a:lnTo>
                  <a:lnTo>
                    <a:pt x="3063" y="36181"/>
                  </a:lnTo>
                  <a:lnTo>
                    <a:pt x="2793" y="36337"/>
                  </a:lnTo>
                  <a:lnTo>
                    <a:pt x="2405" y="3716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09"/>
            <p:cNvSpPr/>
            <p:nvPr/>
          </p:nvSpPr>
          <p:spPr>
            <a:xfrm>
              <a:off x="2903927" y="3523016"/>
              <a:ext cx="4964" cy="15992"/>
            </a:xfrm>
            <a:custGeom>
              <a:avLst/>
              <a:pathLst>
                <a:path w="4964" h="15992">
                  <a:moveTo>
                    <a:pt x="2898" y="0"/>
                  </a:moveTo>
                  <a:lnTo>
                    <a:pt x="3135" y="116"/>
                  </a:lnTo>
                  <a:lnTo>
                    <a:pt x="4574" y="2"/>
                  </a:lnTo>
                  <a:lnTo>
                    <a:pt x="4964" y="1565"/>
                  </a:lnTo>
                  <a:lnTo>
                    <a:pt x="4920" y="3863"/>
                  </a:lnTo>
                  <a:lnTo>
                    <a:pt x="3440" y="10575"/>
                  </a:lnTo>
                  <a:lnTo>
                    <a:pt x="3164" y="13405"/>
                  </a:lnTo>
                  <a:lnTo>
                    <a:pt x="2593" y="15798"/>
                  </a:lnTo>
                  <a:lnTo>
                    <a:pt x="2096" y="15992"/>
                  </a:lnTo>
                  <a:lnTo>
                    <a:pt x="390" y="14586"/>
                  </a:lnTo>
                  <a:lnTo>
                    <a:pt x="102" y="13734"/>
                  </a:lnTo>
                  <a:lnTo>
                    <a:pt x="0" y="12584"/>
                  </a:lnTo>
                  <a:lnTo>
                    <a:pt x="168" y="9910"/>
                  </a:lnTo>
                  <a:lnTo>
                    <a:pt x="291" y="9092"/>
                  </a:lnTo>
                  <a:lnTo>
                    <a:pt x="1110" y="8589"/>
                  </a:lnTo>
                  <a:lnTo>
                    <a:pt x="1374" y="8153"/>
                  </a:lnTo>
                  <a:lnTo>
                    <a:pt x="1811" y="5269"/>
                  </a:lnTo>
                  <a:lnTo>
                    <a:pt x="1955" y="2643"/>
                  </a:lnTo>
                  <a:lnTo>
                    <a:pt x="2322" y="6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0"/>
            <p:cNvSpPr/>
            <p:nvPr/>
          </p:nvSpPr>
          <p:spPr>
            <a:xfrm>
              <a:off x="3049221" y="2580483"/>
              <a:ext cx="26655" cy="21306"/>
            </a:xfrm>
            <a:custGeom>
              <a:avLst/>
              <a:pathLst>
                <a:path w="26655" h="21306">
                  <a:moveTo>
                    <a:pt x="2929" y="3547"/>
                  </a:moveTo>
                  <a:lnTo>
                    <a:pt x="3586" y="3762"/>
                  </a:lnTo>
                  <a:lnTo>
                    <a:pt x="4477" y="3725"/>
                  </a:lnTo>
                  <a:lnTo>
                    <a:pt x="4680" y="3549"/>
                  </a:lnTo>
                  <a:lnTo>
                    <a:pt x="5247" y="1822"/>
                  </a:lnTo>
                  <a:lnTo>
                    <a:pt x="5945" y="1781"/>
                  </a:lnTo>
                  <a:lnTo>
                    <a:pt x="6250" y="3488"/>
                  </a:lnTo>
                  <a:lnTo>
                    <a:pt x="5541" y="4275"/>
                  </a:lnTo>
                  <a:lnTo>
                    <a:pt x="5397" y="4719"/>
                  </a:lnTo>
                  <a:lnTo>
                    <a:pt x="5533" y="5078"/>
                  </a:lnTo>
                  <a:lnTo>
                    <a:pt x="6065" y="5791"/>
                  </a:lnTo>
                  <a:lnTo>
                    <a:pt x="6804" y="5523"/>
                  </a:lnTo>
                  <a:lnTo>
                    <a:pt x="6827" y="6866"/>
                  </a:lnTo>
                  <a:lnTo>
                    <a:pt x="6992" y="7964"/>
                  </a:lnTo>
                  <a:lnTo>
                    <a:pt x="7357" y="8619"/>
                  </a:lnTo>
                  <a:lnTo>
                    <a:pt x="7752" y="8747"/>
                  </a:lnTo>
                  <a:lnTo>
                    <a:pt x="8626" y="8554"/>
                  </a:lnTo>
                  <a:lnTo>
                    <a:pt x="9488" y="8118"/>
                  </a:lnTo>
                  <a:lnTo>
                    <a:pt x="10376" y="7257"/>
                  </a:lnTo>
                  <a:lnTo>
                    <a:pt x="11283" y="6817"/>
                  </a:lnTo>
                  <a:lnTo>
                    <a:pt x="13993" y="7258"/>
                  </a:lnTo>
                  <a:lnTo>
                    <a:pt x="14965" y="9118"/>
                  </a:lnTo>
                  <a:lnTo>
                    <a:pt x="16816" y="9342"/>
                  </a:lnTo>
                  <a:lnTo>
                    <a:pt x="18536" y="10321"/>
                  </a:lnTo>
                  <a:lnTo>
                    <a:pt x="19439" y="9675"/>
                  </a:lnTo>
                  <a:lnTo>
                    <a:pt x="20982" y="9069"/>
                  </a:lnTo>
                  <a:lnTo>
                    <a:pt x="21229" y="9726"/>
                  </a:lnTo>
                  <a:lnTo>
                    <a:pt x="21030" y="13931"/>
                  </a:lnTo>
                  <a:lnTo>
                    <a:pt x="21125" y="15152"/>
                  </a:lnTo>
                  <a:lnTo>
                    <a:pt x="21570" y="15739"/>
                  </a:lnTo>
                  <a:lnTo>
                    <a:pt x="22010" y="15452"/>
                  </a:lnTo>
                  <a:lnTo>
                    <a:pt x="22551" y="14074"/>
                  </a:lnTo>
                  <a:lnTo>
                    <a:pt x="23846" y="13008"/>
                  </a:lnTo>
                  <a:lnTo>
                    <a:pt x="25190" y="13014"/>
                  </a:lnTo>
                  <a:lnTo>
                    <a:pt x="26322" y="10216"/>
                  </a:lnTo>
                  <a:lnTo>
                    <a:pt x="26655" y="10057"/>
                  </a:lnTo>
                  <a:lnTo>
                    <a:pt x="26447" y="11432"/>
                  </a:lnTo>
                  <a:lnTo>
                    <a:pt x="26277" y="14664"/>
                  </a:lnTo>
                  <a:lnTo>
                    <a:pt x="26033" y="16557"/>
                  </a:lnTo>
                  <a:lnTo>
                    <a:pt x="25925" y="18049"/>
                  </a:lnTo>
                  <a:lnTo>
                    <a:pt x="25169" y="18820"/>
                  </a:lnTo>
                  <a:lnTo>
                    <a:pt x="24025" y="18951"/>
                  </a:lnTo>
                  <a:lnTo>
                    <a:pt x="21939" y="18625"/>
                  </a:lnTo>
                  <a:lnTo>
                    <a:pt x="19836" y="19153"/>
                  </a:lnTo>
                  <a:lnTo>
                    <a:pt x="15941" y="20573"/>
                  </a:lnTo>
                  <a:lnTo>
                    <a:pt x="12038" y="21306"/>
                  </a:lnTo>
                  <a:lnTo>
                    <a:pt x="11513" y="20828"/>
                  </a:lnTo>
                  <a:lnTo>
                    <a:pt x="11501" y="18945"/>
                  </a:lnTo>
                  <a:lnTo>
                    <a:pt x="11417" y="17647"/>
                  </a:lnTo>
                  <a:lnTo>
                    <a:pt x="11164" y="16738"/>
                  </a:lnTo>
                  <a:lnTo>
                    <a:pt x="9958" y="15962"/>
                  </a:lnTo>
                  <a:lnTo>
                    <a:pt x="8807" y="14631"/>
                  </a:lnTo>
                  <a:lnTo>
                    <a:pt x="4295" y="12812"/>
                  </a:lnTo>
                  <a:lnTo>
                    <a:pt x="3230" y="12098"/>
                  </a:lnTo>
                  <a:lnTo>
                    <a:pt x="1503" y="12470"/>
                  </a:lnTo>
                  <a:lnTo>
                    <a:pt x="870" y="12421"/>
                  </a:lnTo>
                  <a:lnTo>
                    <a:pt x="434" y="11769"/>
                  </a:lnTo>
                  <a:lnTo>
                    <a:pt x="135" y="10648"/>
                  </a:lnTo>
                  <a:lnTo>
                    <a:pt x="0" y="7090"/>
                  </a:lnTo>
                  <a:lnTo>
                    <a:pt x="214" y="3568"/>
                  </a:lnTo>
                  <a:lnTo>
                    <a:pt x="587" y="2637"/>
                  </a:lnTo>
                  <a:lnTo>
                    <a:pt x="759" y="3697"/>
                  </a:lnTo>
                  <a:lnTo>
                    <a:pt x="1202" y="4184"/>
                  </a:lnTo>
                  <a:lnTo>
                    <a:pt x="1613" y="3113"/>
                  </a:lnTo>
                  <a:lnTo>
                    <a:pt x="1610" y="1500"/>
                  </a:lnTo>
                  <a:lnTo>
                    <a:pt x="1820" y="0"/>
                  </a:lnTo>
                  <a:lnTo>
                    <a:pt x="2146" y="629"/>
                  </a:lnTo>
                  <a:lnTo>
                    <a:pt x="2363" y="293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1"/>
            <p:cNvSpPr/>
            <p:nvPr/>
          </p:nvSpPr>
          <p:spPr>
            <a:xfrm>
              <a:off x="3083091" y="2575610"/>
              <a:ext cx="1565" cy="12155"/>
            </a:xfrm>
            <a:custGeom>
              <a:avLst/>
              <a:pathLst>
                <a:path w="1565" h="12155">
                  <a:moveTo>
                    <a:pt x="1013" y="10495"/>
                  </a:moveTo>
                  <a:lnTo>
                    <a:pt x="645" y="12155"/>
                  </a:lnTo>
                  <a:lnTo>
                    <a:pt x="273" y="10756"/>
                  </a:lnTo>
                  <a:lnTo>
                    <a:pt x="433" y="9140"/>
                  </a:lnTo>
                  <a:lnTo>
                    <a:pt x="0" y="6580"/>
                  </a:lnTo>
                  <a:lnTo>
                    <a:pt x="820" y="2783"/>
                  </a:lnTo>
                  <a:lnTo>
                    <a:pt x="839" y="939"/>
                  </a:lnTo>
                  <a:lnTo>
                    <a:pt x="1465" y="0"/>
                  </a:lnTo>
                  <a:lnTo>
                    <a:pt x="1310" y="3132"/>
                  </a:lnTo>
                  <a:lnTo>
                    <a:pt x="831" y="5642"/>
                  </a:lnTo>
                  <a:lnTo>
                    <a:pt x="1328" y="7727"/>
                  </a:lnTo>
                  <a:lnTo>
                    <a:pt x="1565" y="1010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2"/>
            <p:cNvSpPr/>
            <p:nvPr/>
          </p:nvSpPr>
          <p:spPr>
            <a:xfrm>
              <a:off x="3043050" y="2558959"/>
              <a:ext cx="1840" cy="7019"/>
            </a:xfrm>
            <a:custGeom>
              <a:avLst/>
              <a:pathLst>
                <a:path w="1840" h="7019">
                  <a:moveTo>
                    <a:pt x="1424" y="5736"/>
                  </a:moveTo>
                  <a:lnTo>
                    <a:pt x="1312" y="7019"/>
                  </a:lnTo>
                  <a:lnTo>
                    <a:pt x="324" y="6137"/>
                  </a:lnTo>
                  <a:lnTo>
                    <a:pt x="49" y="4814"/>
                  </a:lnTo>
                  <a:lnTo>
                    <a:pt x="0" y="1880"/>
                  </a:lnTo>
                  <a:lnTo>
                    <a:pt x="259" y="448"/>
                  </a:lnTo>
                  <a:lnTo>
                    <a:pt x="430" y="0"/>
                  </a:lnTo>
                  <a:lnTo>
                    <a:pt x="886" y="1649"/>
                  </a:lnTo>
                  <a:lnTo>
                    <a:pt x="1840" y="405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3"/>
            <p:cNvSpPr/>
            <p:nvPr/>
          </p:nvSpPr>
          <p:spPr>
            <a:xfrm>
              <a:off x="3089290" y="2557491"/>
              <a:ext cx="4963" cy="15523"/>
            </a:xfrm>
            <a:custGeom>
              <a:avLst/>
              <a:pathLst>
                <a:path w="4963" h="15523">
                  <a:moveTo>
                    <a:pt x="1223" y="14902"/>
                  </a:moveTo>
                  <a:lnTo>
                    <a:pt x="529" y="15523"/>
                  </a:lnTo>
                  <a:lnTo>
                    <a:pt x="290" y="15442"/>
                  </a:lnTo>
                  <a:lnTo>
                    <a:pt x="0" y="14074"/>
                  </a:lnTo>
                  <a:lnTo>
                    <a:pt x="401" y="10769"/>
                  </a:lnTo>
                  <a:lnTo>
                    <a:pt x="30" y="8643"/>
                  </a:lnTo>
                  <a:lnTo>
                    <a:pt x="7" y="7743"/>
                  </a:lnTo>
                  <a:lnTo>
                    <a:pt x="566" y="6497"/>
                  </a:lnTo>
                  <a:lnTo>
                    <a:pt x="958" y="4630"/>
                  </a:lnTo>
                  <a:lnTo>
                    <a:pt x="1912" y="2610"/>
                  </a:lnTo>
                  <a:lnTo>
                    <a:pt x="4383" y="219"/>
                  </a:lnTo>
                  <a:lnTo>
                    <a:pt x="4963" y="0"/>
                  </a:lnTo>
                  <a:lnTo>
                    <a:pt x="4946" y="1872"/>
                  </a:lnTo>
                  <a:lnTo>
                    <a:pt x="4119" y="6612"/>
                  </a:lnTo>
                  <a:lnTo>
                    <a:pt x="3385" y="8981"/>
                  </a:lnTo>
                  <a:lnTo>
                    <a:pt x="3578" y="10883"/>
                  </a:lnTo>
                  <a:lnTo>
                    <a:pt x="2403" y="114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4"/>
            <p:cNvSpPr/>
            <p:nvPr/>
          </p:nvSpPr>
          <p:spPr>
            <a:xfrm>
              <a:off x="3066746" y="2556306"/>
              <a:ext cx="1075" cy="3948"/>
            </a:xfrm>
            <a:custGeom>
              <a:avLst/>
              <a:pathLst>
                <a:path w="1075" h="3948">
                  <a:moveTo>
                    <a:pt x="1075" y="2396"/>
                  </a:moveTo>
                  <a:lnTo>
                    <a:pt x="629" y="3948"/>
                  </a:lnTo>
                  <a:lnTo>
                    <a:pt x="0" y="3392"/>
                  </a:lnTo>
                  <a:lnTo>
                    <a:pt x="256" y="2800"/>
                  </a:lnTo>
                  <a:lnTo>
                    <a:pt x="407" y="2034"/>
                  </a:lnTo>
                  <a:lnTo>
                    <a:pt x="424" y="929"/>
                  </a:lnTo>
                  <a:lnTo>
                    <a:pt x="253" y="248"/>
                  </a:lnTo>
                  <a:lnTo>
                    <a:pt x="369" y="0"/>
                  </a:lnTo>
                  <a:lnTo>
                    <a:pt x="931" y="114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5"/>
            <p:cNvSpPr/>
            <p:nvPr/>
          </p:nvSpPr>
          <p:spPr>
            <a:xfrm>
              <a:off x="3075392" y="2551435"/>
              <a:ext cx="1834" cy="3758"/>
            </a:xfrm>
            <a:custGeom>
              <a:avLst/>
              <a:pathLst>
                <a:path w="1834" h="3758">
                  <a:moveTo>
                    <a:pt x="1834" y="1571"/>
                  </a:moveTo>
                  <a:lnTo>
                    <a:pt x="1074" y="2276"/>
                  </a:lnTo>
                  <a:lnTo>
                    <a:pt x="592" y="3758"/>
                  </a:lnTo>
                  <a:lnTo>
                    <a:pt x="1" y="2708"/>
                  </a:lnTo>
                  <a:lnTo>
                    <a:pt x="0" y="1275"/>
                  </a:lnTo>
                  <a:lnTo>
                    <a:pt x="645" y="1714"/>
                  </a:lnTo>
                  <a:lnTo>
                    <a:pt x="1099" y="907"/>
                  </a:lnTo>
                  <a:lnTo>
                    <a:pt x="963" y="0"/>
                  </a:lnTo>
                  <a:lnTo>
                    <a:pt x="1456" y="42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6"/>
            <p:cNvSpPr/>
            <p:nvPr/>
          </p:nvSpPr>
          <p:spPr>
            <a:xfrm>
              <a:off x="3089965" y="2551359"/>
              <a:ext cx="808" cy="3048"/>
            </a:xfrm>
            <a:custGeom>
              <a:avLst/>
              <a:pathLst>
                <a:path w="808" h="3048">
                  <a:moveTo>
                    <a:pt x="715" y="2578"/>
                  </a:moveTo>
                  <a:lnTo>
                    <a:pt x="505" y="3048"/>
                  </a:lnTo>
                  <a:lnTo>
                    <a:pt x="22" y="1698"/>
                  </a:lnTo>
                  <a:lnTo>
                    <a:pt x="0" y="994"/>
                  </a:lnTo>
                  <a:lnTo>
                    <a:pt x="491" y="186"/>
                  </a:lnTo>
                  <a:lnTo>
                    <a:pt x="737" y="0"/>
                  </a:lnTo>
                  <a:lnTo>
                    <a:pt x="808" y="551"/>
                  </a:lnTo>
                  <a:lnTo>
                    <a:pt x="800" y="172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7"/>
            <p:cNvSpPr/>
            <p:nvPr/>
          </p:nvSpPr>
          <p:spPr>
            <a:xfrm>
              <a:off x="3056704" y="2547736"/>
              <a:ext cx="2033" cy="3195"/>
            </a:xfrm>
            <a:custGeom>
              <a:avLst/>
              <a:pathLst>
                <a:path w="2033" h="3195">
                  <a:moveTo>
                    <a:pt x="2016" y="0"/>
                  </a:moveTo>
                  <a:lnTo>
                    <a:pt x="2033" y="1735"/>
                  </a:lnTo>
                  <a:lnTo>
                    <a:pt x="1967" y="2357"/>
                  </a:lnTo>
                  <a:lnTo>
                    <a:pt x="0" y="3195"/>
                  </a:lnTo>
                  <a:lnTo>
                    <a:pt x="182" y="1204"/>
                  </a:lnTo>
                  <a:lnTo>
                    <a:pt x="302" y="575"/>
                  </a:lnTo>
                  <a:lnTo>
                    <a:pt x="953" y="1502"/>
                  </a:lnTo>
                  <a:lnTo>
                    <a:pt x="1194" y="1028"/>
                  </a:lnTo>
                  <a:lnTo>
                    <a:pt x="1291" y="4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8"/>
            <p:cNvSpPr/>
            <p:nvPr/>
          </p:nvSpPr>
          <p:spPr>
            <a:xfrm>
              <a:off x="3065683" y="2546985"/>
              <a:ext cx="1412" cy="3865"/>
            </a:xfrm>
            <a:custGeom>
              <a:avLst/>
              <a:pathLst>
                <a:path w="1412" h="3865">
                  <a:moveTo>
                    <a:pt x="1170" y="3402"/>
                  </a:moveTo>
                  <a:lnTo>
                    <a:pt x="1003" y="3865"/>
                  </a:lnTo>
                  <a:lnTo>
                    <a:pt x="276" y="1998"/>
                  </a:lnTo>
                  <a:lnTo>
                    <a:pt x="0" y="907"/>
                  </a:lnTo>
                  <a:lnTo>
                    <a:pt x="345" y="0"/>
                  </a:lnTo>
                  <a:lnTo>
                    <a:pt x="1412" y="21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19"/>
            <p:cNvSpPr/>
            <p:nvPr/>
          </p:nvSpPr>
          <p:spPr>
            <a:xfrm>
              <a:off x="3081627" y="2543559"/>
              <a:ext cx="4170" cy="5295"/>
            </a:xfrm>
            <a:custGeom>
              <a:avLst/>
              <a:pathLst>
                <a:path w="4170" h="5295">
                  <a:moveTo>
                    <a:pt x="300" y="5260"/>
                  </a:moveTo>
                  <a:lnTo>
                    <a:pt x="0" y="5295"/>
                  </a:lnTo>
                  <a:lnTo>
                    <a:pt x="357" y="3868"/>
                  </a:lnTo>
                  <a:lnTo>
                    <a:pt x="1372" y="1913"/>
                  </a:lnTo>
                  <a:lnTo>
                    <a:pt x="2851" y="191"/>
                  </a:lnTo>
                  <a:lnTo>
                    <a:pt x="3338" y="0"/>
                  </a:lnTo>
                  <a:lnTo>
                    <a:pt x="4170" y="1070"/>
                  </a:lnTo>
                  <a:lnTo>
                    <a:pt x="2641" y="2836"/>
                  </a:lnTo>
                  <a:lnTo>
                    <a:pt x="2236" y="3768"/>
                  </a:lnTo>
                  <a:lnTo>
                    <a:pt x="1107" y="397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0"/>
            <p:cNvSpPr/>
            <p:nvPr/>
          </p:nvSpPr>
          <p:spPr>
            <a:xfrm>
              <a:off x="3070329" y="2542605"/>
              <a:ext cx="3088" cy="4585"/>
            </a:xfrm>
            <a:custGeom>
              <a:avLst/>
              <a:pathLst>
                <a:path w="3088" h="4585">
                  <a:moveTo>
                    <a:pt x="1117" y="4343"/>
                  </a:moveTo>
                  <a:lnTo>
                    <a:pt x="268" y="4585"/>
                  </a:lnTo>
                  <a:lnTo>
                    <a:pt x="0" y="4363"/>
                  </a:lnTo>
                  <a:lnTo>
                    <a:pt x="515" y="3852"/>
                  </a:lnTo>
                  <a:lnTo>
                    <a:pt x="876" y="3309"/>
                  </a:lnTo>
                  <a:lnTo>
                    <a:pt x="1050" y="2654"/>
                  </a:lnTo>
                  <a:lnTo>
                    <a:pt x="1911" y="1502"/>
                  </a:lnTo>
                  <a:lnTo>
                    <a:pt x="2475" y="0"/>
                  </a:lnTo>
                  <a:lnTo>
                    <a:pt x="3088" y="1024"/>
                  </a:lnTo>
                  <a:lnTo>
                    <a:pt x="2321" y="17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1"/>
            <p:cNvSpPr/>
            <p:nvPr/>
          </p:nvSpPr>
          <p:spPr>
            <a:xfrm>
              <a:off x="3060021" y="2540051"/>
              <a:ext cx="886" cy="3154"/>
            </a:xfrm>
            <a:custGeom>
              <a:avLst/>
              <a:pathLst>
                <a:path w="886" h="3154">
                  <a:moveTo>
                    <a:pt x="479" y="3025"/>
                  </a:moveTo>
                  <a:lnTo>
                    <a:pt x="304" y="3154"/>
                  </a:lnTo>
                  <a:lnTo>
                    <a:pt x="52" y="1907"/>
                  </a:lnTo>
                  <a:lnTo>
                    <a:pt x="0" y="745"/>
                  </a:lnTo>
                  <a:lnTo>
                    <a:pt x="100" y="65"/>
                  </a:lnTo>
                  <a:lnTo>
                    <a:pt x="433" y="0"/>
                  </a:lnTo>
                  <a:lnTo>
                    <a:pt x="886" y="220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2"/>
            <p:cNvSpPr/>
            <p:nvPr/>
          </p:nvSpPr>
          <p:spPr>
            <a:xfrm>
              <a:off x="3081341" y="2538177"/>
              <a:ext cx="1456" cy="4197"/>
            </a:xfrm>
            <a:custGeom>
              <a:avLst/>
              <a:pathLst>
                <a:path w="1456" h="4197">
                  <a:moveTo>
                    <a:pt x="1259" y="3788"/>
                  </a:moveTo>
                  <a:lnTo>
                    <a:pt x="300" y="4197"/>
                  </a:lnTo>
                  <a:lnTo>
                    <a:pt x="471" y="1851"/>
                  </a:lnTo>
                  <a:lnTo>
                    <a:pt x="0" y="0"/>
                  </a:lnTo>
                  <a:lnTo>
                    <a:pt x="749" y="1038"/>
                  </a:lnTo>
                  <a:lnTo>
                    <a:pt x="1224" y="2292"/>
                  </a:lnTo>
                  <a:lnTo>
                    <a:pt x="1456" y="2532"/>
                  </a:lnTo>
                  <a:lnTo>
                    <a:pt x="1402" y="328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3"/>
            <p:cNvSpPr/>
            <p:nvPr/>
          </p:nvSpPr>
          <p:spPr>
            <a:xfrm>
              <a:off x="3064198" y="2536366"/>
              <a:ext cx="1667" cy="4646"/>
            </a:xfrm>
            <a:custGeom>
              <a:avLst/>
              <a:pathLst>
                <a:path w="1667" h="4646">
                  <a:moveTo>
                    <a:pt x="1667" y="2367"/>
                  </a:moveTo>
                  <a:lnTo>
                    <a:pt x="903" y="4646"/>
                  </a:lnTo>
                  <a:lnTo>
                    <a:pt x="267" y="4399"/>
                  </a:lnTo>
                  <a:lnTo>
                    <a:pt x="0" y="3356"/>
                  </a:lnTo>
                  <a:lnTo>
                    <a:pt x="394" y="1214"/>
                  </a:lnTo>
                  <a:lnTo>
                    <a:pt x="1245" y="0"/>
                  </a:lnTo>
                  <a:lnTo>
                    <a:pt x="1632" y="315"/>
                  </a:lnTo>
                  <a:lnTo>
                    <a:pt x="1596" y="19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4"/>
            <p:cNvSpPr/>
            <p:nvPr/>
          </p:nvSpPr>
          <p:spPr>
            <a:xfrm>
              <a:off x="3066663" y="2534952"/>
              <a:ext cx="2172" cy="7880"/>
            </a:xfrm>
            <a:custGeom>
              <a:avLst/>
              <a:pathLst>
                <a:path w="2172" h="7880">
                  <a:moveTo>
                    <a:pt x="1768" y="6761"/>
                  </a:moveTo>
                  <a:lnTo>
                    <a:pt x="911" y="7880"/>
                  </a:lnTo>
                  <a:lnTo>
                    <a:pt x="326" y="6264"/>
                  </a:lnTo>
                  <a:lnTo>
                    <a:pt x="0" y="3722"/>
                  </a:lnTo>
                  <a:lnTo>
                    <a:pt x="1570" y="0"/>
                  </a:lnTo>
                  <a:lnTo>
                    <a:pt x="1946" y="333"/>
                  </a:lnTo>
                  <a:lnTo>
                    <a:pt x="2172" y="1295"/>
                  </a:lnTo>
                  <a:lnTo>
                    <a:pt x="2137" y="464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5"/>
            <p:cNvSpPr/>
            <p:nvPr/>
          </p:nvSpPr>
          <p:spPr>
            <a:xfrm>
              <a:off x="3057654" y="2534544"/>
              <a:ext cx="1068" cy="2959"/>
            </a:xfrm>
            <a:custGeom>
              <a:avLst/>
              <a:pathLst>
                <a:path w="1068" h="2959">
                  <a:moveTo>
                    <a:pt x="949" y="2514"/>
                  </a:moveTo>
                  <a:lnTo>
                    <a:pt x="593" y="2959"/>
                  </a:lnTo>
                  <a:lnTo>
                    <a:pt x="0" y="2311"/>
                  </a:lnTo>
                  <a:lnTo>
                    <a:pt x="157" y="689"/>
                  </a:lnTo>
                  <a:lnTo>
                    <a:pt x="567" y="0"/>
                  </a:lnTo>
                  <a:lnTo>
                    <a:pt x="1002" y="528"/>
                  </a:lnTo>
                  <a:lnTo>
                    <a:pt x="1068" y="12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6"/>
            <p:cNvSpPr/>
            <p:nvPr/>
          </p:nvSpPr>
          <p:spPr>
            <a:xfrm>
              <a:off x="3057125" y="2526714"/>
              <a:ext cx="1074" cy="4759"/>
            </a:xfrm>
            <a:custGeom>
              <a:avLst/>
              <a:pathLst>
                <a:path w="1074" h="4759">
                  <a:moveTo>
                    <a:pt x="634" y="3863"/>
                  </a:moveTo>
                  <a:lnTo>
                    <a:pt x="88" y="4759"/>
                  </a:lnTo>
                  <a:lnTo>
                    <a:pt x="269" y="2711"/>
                  </a:lnTo>
                  <a:lnTo>
                    <a:pt x="0" y="1642"/>
                  </a:lnTo>
                  <a:lnTo>
                    <a:pt x="241" y="733"/>
                  </a:lnTo>
                  <a:lnTo>
                    <a:pt x="591" y="0"/>
                  </a:lnTo>
                  <a:lnTo>
                    <a:pt x="757" y="757"/>
                  </a:lnTo>
                  <a:lnTo>
                    <a:pt x="1074" y="198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7"/>
            <p:cNvSpPr/>
            <p:nvPr/>
          </p:nvSpPr>
          <p:spPr>
            <a:xfrm>
              <a:off x="3062178" y="2525718"/>
              <a:ext cx="457" cy="3521"/>
            </a:xfrm>
            <a:custGeom>
              <a:avLst/>
              <a:pathLst>
                <a:path w="457" h="3521">
                  <a:moveTo>
                    <a:pt x="457" y="454"/>
                  </a:moveTo>
                  <a:lnTo>
                    <a:pt x="409" y="3521"/>
                  </a:lnTo>
                  <a:lnTo>
                    <a:pt x="155" y="3495"/>
                  </a:lnTo>
                  <a:lnTo>
                    <a:pt x="8" y="3022"/>
                  </a:lnTo>
                  <a:lnTo>
                    <a:pt x="0" y="184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8"/>
            <p:cNvSpPr/>
            <p:nvPr/>
          </p:nvSpPr>
          <p:spPr>
            <a:xfrm>
              <a:off x="3066137" y="2525710"/>
              <a:ext cx="1498" cy="2842"/>
            </a:xfrm>
            <a:custGeom>
              <a:avLst/>
              <a:pathLst>
                <a:path w="1498" h="2842">
                  <a:moveTo>
                    <a:pt x="919" y="2660"/>
                  </a:moveTo>
                  <a:lnTo>
                    <a:pt x="0" y="2842"/>
                  </a:lnTo>
                  <a:lnTo>
                    <a:pt x="53" y="587"/>
                  </a:lnTo>
                  <a:lnTo>
                    <a:pt x="394" y="0"/>
                  </a:lnTo>
                  <a:lnTo>
                    <a:pt x="1498" y="1125"/>
                  </a:lnTo>
                  <a:lnTo>
                    <a:pt x="1444" y="18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29"/>
            <p:cNvSpPr/>
            <p:nvPr/>
          </p:nvSpPr>
          <p:spPr>
            <a:xfrm>
              <a:off x="3072629" y="2520830"/>
              <a:ext cx="3546" cy="4394"/>
            </a:xfrm>
            <a:custGeom>
              <a:avLst/>
              <a:pathLst>
                <a:path w="3546" h="4394">
                  <a:moveTo>
                    <a:pt x="450" y="4282"/>
                  </a:moveTo>
                  <a:lnTo>
                    <a:pt x="0" y="4394"/>
                  </a:lnTo>
                  <a:lnTo>
                    <a:pt x="138" y="3213"/>
                  </a:lnTo>
                  <a:lnTo>
                    <a:pt x="998" y="1164"/>
                  </a:lnTo>
                  <a:lnTo>
                    <a:pt x="2202" y="1064"/>
                  </a:lnTo>
                  <a:lnTo>
                    <a:pt x="3299" y="37"/>
                  </a:lnTo>
                  <a:lnTo>
                    <a:pt x="3546" y="0"/>
                  </a:lnTo>
                  <a:lnTo>
                    <a:pt x="3023" y="1617"/>
                  </a:lnTo>
                  <a:lnTo>
                    <a:pt x="2138" y="31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0"/>
            <p:cNvSpPr/>
            <p:nvPr/>
          </p:nvSpPr>
          <p:spPr>
            <a:xfrm>
              <a:off x="3063150" y="2520642"/>
              <a:ext cx="2493" cy="4301"/>
            </a:xfrm>
            <a:custGeom>
              <a:avLst/>
              <a:pathLst>
                <a:path w="2493" h="4301">
                  <a:moveTo>
                    <a:pt x="2493" y="2395"/>
                  </a:moveTo>
                  <a:lnTo>
                    <a:pt x="2136" y="4301"/>
                  </a:lnTo>
                  <a:lnTo>
                    <a:pt x="1536" y="4006"/>
                  </a:lnTo>
                  <a:lnTo>
                    <a:pt x="533" y="1956"/>
                  </a:lnTo>
                  <a:lnTo>
                    <a:pt x="190" y="1025"/>
                  </a:lnTo>
                  <a:lnTo>
                    <a:pt x="0" y="111"/>
                  </a:lnTo>
                  <a:lnTo>
                    <a:pt x="412" y="0"/>
                  </a:lnTo>
                  <a:lnTo>
                    <a:pt x="916" y="965"/>
                  </a:lnTo>
                  <a:lnTo>
                    <a:pt x="2200" y="147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1"/>
            <p:cNvSpPr/>
            <p:nvPr/>
          </p:nvSpPr>
          <p:spPr>
            <a:xfrm>
              <a:off x="3056238" y="2520582"/>
              <a:ext cx="1185" cy="4563"/>
            </a:xfrm>
            <a:custGeom>
              <a:avLst/>
              <a:pathLst>
                <a:path w="1185" h="4563">
                  <a:moveTo>
                    <a:pt x="754" y="3127"/>
                  </a:moveTo>
                  <a:lnTo>
                    <a:pt x="110" y="4563"/>
                  </a:lnTo>
                  <a:lnTo>
                    <a:pt x="0" y="2410"/>
                  </a:lnTo>
                  <a:lnTo>
                    <a:pt x="413" y="147"/>
                  </a:lnTo>
                  <a:lnTo>
                    <a:pt x="977" y="0"/>
                  </a:lnTo>
                  <a:lnTo>
                    <a:pt x="1185" y="99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2"/>
            <p:cNvSpPr/>
            <p:nvPr/>
          </p:nvSpPr>
          <p:spPr>
            <a:xfrm>
              <a:off x="3078384" y="2516778"/>
              <a:ext cx="4557" cy="4925"/>
            </a:xfrm>
            <a:custGeom>
              <a:avLst/>
              <a:pathLst>
                <a:path w="4557" h="4925">
                  <a:moveTo>
                    <a:pt x="2339" y="0"/>
                  </a:moveTo>
                  <a:lnTo>
                    <a:pt x="3521" y="973"/>
                  </a:lnTo>
                  <a:lnTo>
                    <a:pt x="3850" y="869"/>
                  </a:lnTo>
                  <a:lnTo>
                    <a:pt x="4408" y="1223"/>
                  </a:lnTo>
                  <a:lnTo>
                    <a:pt x="4557" y="3018"/>
                  </a:lnTo>
                  <a:lnTo>
                    <a:pt x="3817" y="3278"/>
                  </a:lnTo>
                  <a:lnTo>
                    <a:pt x="2536" y="4925"/>
                  </a:lnTo>
                  <a:lnTo>
                    <a:pt x="1992" y="4563"/>
                  </a:lnTo>
                  <a:lnTo>
                    <a:pt x="1340" y="3130"/>
                  </a:lnTo>
                  <a:lnTo>
                    <a:pt x="306" y="2982"/>
                  </a:lnTo>
                  <a:lnTo>
                    <a:pt x="0" y="2591"/>
                  </a:lnTo>
                  <a:lnTo>
                    <a:pt x="553" y="903"/>
                  </a:lnTo>
                  <a:lnTo>
                    <a:pt x="1560" y="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3"/>
            <p:cNvSpPr/>
            <p:nvPr/>
          </p:nvSpPr>
          <p:spPr>
            <a:xfrm>
              <a:off x="3021072" y="2513288"/>
              <a:ext cx="3599" cy="7824"/>
            </a:xfrm>
            <a:custGeom>
              <a:avLst/>
              <a:pathLst>
                <a:path w="3599" h="7824">
                  <a:moveTo>
                    <a:pt x="2585" y="3669"/>
                  </a:moveTo>
                  <a:lnTo>
                    <a:pt x="3599" y="6546"/>
                  </a:lnTo>
                  <a:lnTo>
                    <a:pt x="2783" y="5833"/>
                  </a:lnTo>
                  <a:lnTo>
                    <a:pt x="1913" y="7824"/>
                  </a:lnTo>
                  <a:lnTo>
                    <a:pt x="810" y="5498"/>
                  </a:lnTo>
                  <a:lnTo>
                    <a:pt x="149" y="3143"/>
                  </a:lnTo>
                  <a:lnTo>
                    <a:pt x="0" y="2201"/>
                  </a:lnTo>
                  <a:lnTo>
                    <a:pt x="691" y="0"/>
                  </a:lnTo>
                  <a:lnTo>
                    <a:pt x="1337" y="2262"/>
                  </a:lnTo>
                  <a:lnTo>
                    <a:pt x="2118" y="262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4"/>
            <p:cNvSpPr/>
            <p:nvPr/>
          </p:nvSpPr>
          <p:spPr>
            <a:xfrm>
              <a:off x="3060302" y="2511498"/>
              <a:ext cx="2802" cy="8798"/>
            </a:xfrm>
            <a:custGeom>
              <a:avLst/>
              <a:pathLst>
                <a:path w="2802" h="8798">
                  <a:moveTo>
                    <a:pt x="2802" y="6811"/>
                  </a:moveTo>
                  <a:lnTo>
                    <a:pt x="2518" y="8798"/>
                  </a:lnTo>
                  <a:lnTo>
                    <a:pt x="1767" y="6489"/>
                  </a:lnTo>
                  <a:lnTo>
                    <a:pt x="945" y="4908"/>
                  </a:lnTo>
                  <a:lnTo>
                    <a:pt x="637" y="3529"/>
                  </a:lnTo>
                  <a:lnTo>
                    <a:pt x="136" y="2696"/>
                  </a:lnTo>
                  <a:lnTo>
                    <a:pt x="0" y="841"/>
                  </a:lnTo>
                  <a:lnTo>
                    <a:pt x="607" y="78"/>
                  </a:lnTo>
                  <a:lnTo>
                    <a:pt x="867" y="0"/>
                  </a:lnTo>
                  <a:lnTo>
                    <a:pt x="1489" y="2259"/>
                  </a:lnTo>
                  <a:lnTo>
                    <a:pt x="2462" y="2522"/>
                  </a:lnTo>
                  <a:lnTo>
                    <a:pt x="2386" y="3914"/>
                  </a:lnTo>
                  <a:lnTo>
                    <a:pt x="2694" y="57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5"/>
            <p:cNvSpPr/>
            <p:nvPr/>
          </p:nvSpPr>
          <p:spPr>
            <a:xfrm>
              <a:off x="3047988" y="2511469"/>
              <a:ext cx="1265" cy="2657"/>
            </a:xfrm>
            <a:custGeom>
              <a:avLst/>
              <a:pathLst>
                <a:path w="1265" h="2657">
                  <a:moveTo>
                    <a:pt x="1265" y="1927"/>
                  </a:moveTo>
                  <a:lnTo>
                    <a:pt x="885" y="2657"/>
                  </a:lnTo>
                  <a:lnTo>
                    <a:pt x="456" y="2621"/>
                  </a:lnTo>
                  <a:lnTo>
                    <a:pt x="153" y="2353"/>
                  </a:lnTo>
                  <a:lnTo>
                    <a:pt x="0" y="1768"/>
                  </a:lnTo>
                  <a:lnTo>
                    <a:pt x="189" y="1490"/>
                  </a:lnTo>
                  <a:lnTo>
                    <a:pt x="412" y="317"/>
                  </a:lnTo>
                  <a:lnTo>
                    <a:pt x="618" y="0"/>
                  </a:lnTo>
                  <a:lnTo>
                    <a:pt x="924" y="150"/>
                  </a:lnTo>
                  <a:lnTo>
                    <a:pt x="1110" y="61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6"/>
            <p:cNvSpPr/>
            <p:nvPr/>
          </p:nvSpPr>
          <p:spPr>
            <a:xfrm>
              <a:off x="3018502" y="2497172"/>
              <a:ext cx="4197" cy="11949"/>
            </a:xfrm>
            <a:custGeom>
              <a:avLst/>
              <a:pathLst>
                <a:path w="4197" h="11949">
                  <a:moveTo>
                    <a:pt x="2500" y="2706"/>
                  </a:moveTo>
                  <a:lnTo>
                    <a:pt x="2619" y="6119"/>
                  </a:lnTo>
                  <a:lnTo>
                    <a:pt x="3297" y="6759"/>
                  </a:lnTo>
                  <a:lnTo>
                    <a:pt x="4197" y="9835"/>
                  </a:lnTo>
                  <a:lnTo>
                    <a:pt x="4119" y="11409"/>
                  </a:lnTo>
                  <a:lnTo>
                    <a:pt x="3932" y="11949"/>
                  </a:lnTo>
                  <a:lnTo>
                    <a:pt x="2440" y="10496"/>
                  </a:lnTo>
                  <a:lnTo>
                    <a:pt x="2083" y="11148"/>
                  </a:lnTo>
                  <a:lnTo>
                    <a:pt x="1646" y="10883"/>
                  </a:lnTo>
                  <a:lnTo>
                    <a:pt x="1377" y="9183"/>
                  </a:lnTo>
                  <a:lnTo>
                    <a:pt x="1408" y="8586"/>
                  </a:lnTo>
                  <a:lnTo>
                    <a:pt x="1164" y="7568"/>
                  </a:lnTo>
                  <a:lnTo>
                    <a:pt x="960" y="7114"/>
                  </a:lnTo>
                  <a:lnTo>
                    <a:pt x="372" y="8466"/>
                  </a:lnTo>
                  <a:lnTo>
                    <a:pt x="2" y="8718"/>
                  </a:lnTo>
                  <a:lnTo>
                    <a:pt x="0" y="7482"/>
                  </a:lnTo>
                  <a:lnTo>
                    <a:pt x="542" y="4083"/>
                  </a:lnTo>
                  <a:lnTo>
                    <a:pt x="796" y="3508"/>
                  </a:lnTo>
                  <a:lnTo>
                    <a:pt x="1242" y="4631"/>
                  </a:lnTo>
                  <a:lnTo>
                    <a:pt x="1609" y="4214"/>
                  </a:lnTo>
                  <a:lnTo>
                    <a:pt x="1885" y="2376"/>
                  </a:lnTo>
                  <a:lnTo>
                    <a:pt x="1903" y="543"/>
                  </a:lnTo>
                  <a:lnTo>
                    <a:pt x="2027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7"/>
            <p:cNvSpPr/>
            <p:nvPr/>
          </p:nvSpPr>
          <p:spPr>
            <a:xfrm>
              <a:off x="3021111" y="2496905"/>
              <a:ext cx="1298" cy="4886"/>
            </a:xfrm>
            <a:custGeom>
              <a:avLst/>
              <a:pathLst>
                <a:path w="1298" h="4886">
                  <a:moveTo>
                    <a:pt x="1298" y="4566"/>
                  </a:moveTo>
                  <a:lnTo>
                    <a:pt x="823" y="4886"/>
                  </a:lnTo>
                  <a:lnTo>
                    <a:pt x="218" y="2058"/>
                  </a:lnTo>
                  <a:lnTo>
                    <a:pt x="0" y="108"/>
                  </a:lnTo>
                  <a:lnTo>
                    <a:pt x="250" y="0"/>
                  </a:lnTo>
                  <a:lnTo>
                    <a:pt x="491" y="226"/>
                  </a:lnTo>
                  <a:lnTo>
                    <a:pt x="746" y="962"/>
                  </a:lnTo>
                  <a:lnTo>
                    <a:pt x="744" y="1715"/>
                  </a:lnTo>
                  <a:lnTo>
                    <a:pt x="845" y="2522"/>
                  </a:lnTo>
                  <a:lnTo>
                    <a:pt x="1110" y="349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8"/>
            <p:cNvSpPr/>
            <p:nvPr/>
          </p:nvSpPr>
          <p:spPr>
            <a:xfrm>
              <a:off x="3071318" y="2493426"/>
              <a:ext cx="3021" cy="13007"/>
            </a:xfrm>
            <a:custGeom>
              <a:avLst/>
              <a:pathLst>
                <a:path w="3021" h="13007">
                  <a:moveTo>
                    <a:pt x="2383" y="11336"/>
                  </a:moveTo>
                  <a:lnTo>
                    <a:pt x="1465" y="13007"/>
                  </a:lnTo>
                  <a:lnTo>
                    <a:pt x="440" y="10590"/>
                  </a:lnTo>
                  <a:lnTo>
                    <a:pt x="271" y="9812"/>
                  </a:lnTo>
                  <a:lnTo>
                    <a:pt x="1024" y="8837"/>
                  </a:lnTo>
                  <a:lnTo>
                    <a:pt x="1396" y="7333"/>
                  </a:lnTo>
                  <a:lnTo>
                    <a:pt x="1094" y="5487"/>
                  </a:lnTo>
                  <a:lnTo>
                    <a:pt x="49" y="2757"/>
                  </a:lnTo>
                  <a:lnTo>
                    <a:pt x="0" y="818"/>
                  </a:lnTo>
                  <a:lnTo>
                    <a:pt x="1599" y="0"/>
                  </a:lnTo>
                  <a:lnTo>
                    <a:pt x="2541" y="1686"/>
                  </a:lnTo>
                  <a:lnTo>
                    <a:pt x="3021" y="1802"/>
                  </a:lnTo>
                  <a:lnTo>
                    <a:pt x="2837" y="3413"/>
                  </a:lnTo>
                  <a:lnTo>
                    <a:pt x="2917" y="3937"/>
                  </a:lnTo>
                  <a:lnTo>
                    <a:pt x="2989" y="8828"/>
                  </a:lnTo>
                  <a:lnTo>
                    <a:pt x="2544" y="9516"/>
                  </a:lnTo>
                  <a:lnTo>
                    <a:pt x="2471" y="108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39"/>
            <p:cNvSpPr/>
            <p:nvPr/>
          </p:nvSpPr>
          <p:spPr>
            <a:xfrm>
              <a:off x="3020448" y="2486260"/>
              <a:ext cx="1585" cy="7732"/>
            </a:xfrm>
            <a:custGeom>
              <a:avLst/>
              <a:pathLst>
                <a:path w="1585" h="7732">
                  <a:moveTo>
                    <a:pt x="1269" y="6960"/>
                  </a:moveTo>
                  <a:lnTo>
                    <a:pt x="895" y="7188"/>
                  </a:lnTo>
                  <a:lnTo>
                    <a:pt x="573" y="7032"/>
                  </a:lnTo>
                  <a:lnTo>
                    <a:pt x="281" y="7166"/>
                  </a:lnTo>
                  <a:lnTo>
                    <a:pt x="0" y="7732"/>
                  </a:lnTo>
                  <a:lnTo>
                    <a:pt x="30" y="5388"/>
                  </a:lnTo>
                  <a:lnTo>
                    <a:pt x="363" y="2484"/>
                  </a:lnTo>
                  <a:lnTo>
                    <a:pt x="768" y="787"/>
                  </a:lnTo>
                  <a:lnTo>
                    <a:pt x="1340" y="0"/>
                  </a:lnTo>
                  <a:lnTo>
                    <a:pt x="1585" y="1331"/>
                  </a:lnTo>
                  <a:lnTo>
                    <a:pt x="1539" y="60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0"/>
            <p:cNvSpPr/>
            <p:nvPr/>
          </p:nvSpPr>
          <p:spPr>
            <a:xfrm>
              <a:off x="3058003" y="2482240"/>
              <a:ext cx="2054" cy="5775"/>
            </a:xfrm>
            <a:custGeom>
              <a:avLst/>
              <a:pathLst>
                <a:path w="2054" h="5775">
                  <a:moveTo>
                    <a:pt x="2054" y="5054"/>
                  </a:moveTo>
                  <a:lnTo>
                    <a:pt x="1038" y="5775"/>
                  </a:lnTo>
                  <a:lnTo>
                    <a:pt x="768" y="5661"/>
                  </a:lnTo>
                  <a:lnTo>
                    <a:pt x="995" y="4752"/>
                  </a:lnTo>
                  <a:lnTo>
                    <a:pt x="1013" y="4370"/>
                  </a:lnTo>
                  <a:lnTo>
                    <a:pt x="0" y="2708"/>
                  </a:lnTo>
                  <a:lnTo>
                    <a:pt x="119" y="549"/>
                  </a:lnTo>
                  <a:lnTo>
                    <a:pt x="236" y="0"/>
                  </a:lnTo>
                  <a:lnTo>
                    <a:pt x="990" y="1123"/>
                  </a:lnTo>
                  <a:lnTo>
                    <a:pt x="1155" y="29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1"/>
            <p:cNvSpPr/>
            <p:nvPr/>
          </p:nvSpPr>
          <p:spPr>
            <a:xfrm>
              <a:off x="3042710" y="2480626"/>
              <a:ext cx="16516" cy="31469"/>
            </a:xfrm>
            <a:custGeom>
              <a:avLst/>
              <a:pathLst>
                <a:path w="16516" h="31469">
                  <a:moveTo>
                    <a:pt x="5240" y="2253"/>
                  </a:moveTo>
                  <a:lnTo>
                    <a:pt x="5784" y="5461"/>
                  </a:lnTo>
                  <a:lnTo>
                    <a:pt x="6293" y="6543"/>
                  </a:lnTo>
                  <a:lnTo>
                    <a:pt x="7363" y="7821"/>
                  </a:lnTo>
                  <a:lnTo>
                    <a:pt x="7865" y="7984"/>
                  </a:lnTo>
                  <a:lnTo>
                    <a:pt x="9689" y="10293"/>
                  </a:lnTo>
                  <a:lnTo>
                    <a:pt x="11812" y="10753"/>
                  </a:lnTo>
                  <a:lnTo>
                    <a:pt x="12086" y="11418"/>
                  </a:lnTo>
                  <a:lnTo>
                    <a:pt x="12347" y="13197"/>
                  </a:lnTo>
                  <a:lnTo>
                    <a:pt x="12780" y="14594"/>
                  </a:lnTo>
                  <a:lnTo>
                    <a:pt x="12889" y="15680"/>
                  </a:lnTo>
                  <a:lnTo>
                    <a:pt x="12662" y="16886"/>
                  </a:lnTo>
                  <a:lnTo>
                    <a:pt x="12976" y="20574"/>
                  </a:lnTo>
                  <a:lnTo>
                    <a:pt x="13511" y="24079"/>
                  </a:lnTo>
                  <a:lnTo>
                    <a:pt x="14318" y="25778"/>
                  </a:lnTo>
                  <a:lnTo>
                    <a:pt x="15320" y="26292"/>
                  </a:lnTo>
                  <a:lnTo>
                    <a:pt x="16275" y="26221"/>
                  </a:lnTo>
                  <a:lnTo>
                    <a:pt x="16516" y="26917"/>
                  </a:lnTo>
                  <a:lnTo>
                    <a:pt x="16422" y="29984"/>
                  </a:lnTo>
                  <a:lnTo>
                    <a:pt x="16018" y="31179"/>
                  </a:lnTo>
                  <a:lnTo>
                    <a:pt x="15689" y="31469"/>
                  </a:lnTo>
                  <a:lnTo>
                    <a:pt x="15404" y="31156"/>
                  </a:lnTo>
                  <a:lnTo>
                    <a:pt x="15146" y="30433"/>
                  </a:lnTo>
                  <a:lnTo>
                    <a:pt x="14864" y="30091"/>
                  </a:lnTo>
                  <a:lnTo>
                    <a:pt x="14316" y="30032"/>
                  </a:lnTo>
                  <a:lnTo>
                    <a:pt x="13915" y="28797"/>
                  </a:lnTo>
                  <a:lnTo>
                    <a:pt x="12898" y="27107"/>
                  </a:lnTo>
                  <a:lnTo>
                    <a:pt x="12711" y="26099"/>
                  </a:lnTo>
                  <a:lnTo>
                    <a:pt x="12678" y="24543"/>
                  </a:lnTo>
                  <a:lnTo>
                    <a:pt x="12246" y="23398"/>
                  </a:lnTo>
                  <a:lnTo>
                    <a:pt x="11849" y="21218"/>
                  </a:lnTo>
                  <a:lnTo>
                    <a:pt x="11471" y="20616"/>
                  </a:lnTo>
                  <a:lnTo>
                    <a:pt x="11263" y="19525"/>
                  </a:lnTo>
                  <a:lnTo>
                    <a:pt x="11246" y="19056"/>
                  </a:lnTo>
                  <a:lnTo>
                    <a:pt x="9766" y="18739"/>
                  </a:lnTo>
                  <a:lnTo>
                    <a:pt x="8541" y="18724"/>
                  </a:lnTo>
                  <a:lnTo>
                    <a:pt x="7503" y="17488"/>
                  </a:lnTo>
                  <a:lnTo>
                    <a:pt x="7182" y="14253"/>
                  </a:lnTo>
                  <a:lnTo>
                    <a:pt x="6566" y="13383"/>
                  </a:lnTo>
                  <a:lnTo>
                    <a:pt x="6104" y="12468"/>
                  </a:lnTo>
                  <a:lnTo>
                    <a:pt x="5719" y="11200"/>
                  </a:lnTo>
                  <a:lnTo>
                    <a:pt x="4746" y="8861"/>
                  </a:lnTo>
                  <a:lnTo>
                    <a:pt x="3670" y="6905"/>
                  </a:lnTo>
                  <a:lnTo>
                    <a:pt x="2630" y="5616"/>
                  </a:lnTo>
                  <a:lnTo>
                    <a:pt x="1526" y="4772"/>
                  </a:lnTo>
                  <a:lnTo>
                    <a:pt x="629" y="5769"/>
                  </a:lnTo>
                  <a:lnTo>
                    <a:pt x="106" y="5533"/>
                  </a:lnTo>
                  <a:lnTo>
                    <a:pt x="0" y="4858"/>
                  </a:lnTo>
                  <a:lnTo>
                    <a:pt x="1115" y="3516"/>
                  </a:lnTo>
                  <a:lnTo>
                    <a:pt x="2648" y="952"/>
                  </a:lnTo>
                  <a:lnTo>
                    <a:pt x="3729" y="105"/>
                  </a:lnTo>
                  <a:lnTo>
                    <a:pt x="425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2"/>
            <p:cNvSpPr/>
            <p:nvPr/>
          </p:nvSpPr>
          <p:spPr>
            <a:xfrm>
              <a:off x="3049667" y="2475493"/>
              <a:ext cx="1786" cy="3783"/>
            </a:xfrm>
            <a:custGeom>
              <a:avLst/>
              <a:pathLst>
                <a:path w="1786" h="3783">
                  <a:moveTo>
                    <a:pt x="1786" y="2783"/>
                  </a:moveTo>
                  <a:lnTo>
                    <a:pt x="1357" y="3783"/>
                  </a:lnTo>
                  <a:lnTo>
                    <a:pt x="693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3"/>
            <p:cNvSpPr/>
            <p:nvPr/>
          </p:nvSpPr>
          <p:spPr>
            <a:xfrm>
              <a:off x="3052044" y="2473746"/>
              <a:ext cx="1246" cy="3579"/>
            </a:xfrm>
            <a:custGeom>
              <a:avLst/>
              <a:pathLst>
                <a:path w="1246" h="3579">
                  <a:moveTo>
                    <a:pt x="449" y="3233"/>
                  </a:moveTo>
                  <a:lnTo>
                    <a:pt x="0" y="3579"/>
                  </a:lnTo>
                  <a:lnTo>
                    <a:pt x="450" y="1222"/>
                  </a:lnTo>
                  <a:lnTo>
                    <a:pt x="1246" y="0"/>
                  </a:lnTo>
                  <a:lnTo>
                    <a:pt x="947" y="198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4"/>
            <p:cNvSpPr/>
            <p:nvPr/>
          </p:nvSpPr>
          <p:spPr>
            <a:xfrm>
              <a:off x="3071299" y="2470340"/>
              <a:ext cx="7224" cy="12121"/>
            </a:xfrm>
            <a:custGeom>
              <a:avLst/>
              <a:pathLst>
                <a:path w="7224" h="12121">
                  <a:moveTo>
                    <a:pt x="5441" y="1582"/>
                  </a:moveTo>
                  <a:lnTo>
                    <a:pt x="5274" y="3335"/>
                  </a:lnTo>
                  <a:lnTo>
                    <a:pt x="6603" y="6241"/>
                  </a:lnTo>
                  <a:lnTo>
                    <a:pt x="7057" y="8081"/>
                  </a:lnTo>
                  <a:lnTo>
                    <a:pt x="7224" y="9874"/>
                  </a:lnTo>
                  <a:lnTo>
                    <a:pt x="7112" y="10388"/>
                  </a:lnTo>
                  <a:lnTo>
                    <a:pt x="6608" y="9415"/>
                  </a:lnTo>
                  <a:lnTo>
                    <a:pt x="6196" y="9107"/>
                  </a:lnTo>
                  <a:lnTo>
                    <a:pt x="6335" y="10388"/>
                  </a:lnTo>
                  <a:lnTo>
                    <a:pt x="6758" y="11490"/>
                  </a:lnTo>
                  <a:lnTo>
                    <a:pt x="6004" y="12121"/>
                  </a:lnTo>
                  <a:lnTo>
                    <a:pt x="5249" y="12087"/>
                  </a:lnTo>
                  <a:lnTo>
                    <a:pt x="3044" y="10552"/>
                  </a:lnTo>
                  <a:lnTo>
                    <a:pt x="2535" y="8922"/>
                  </a:lnTo>
                  <a:lnTo>
                    <a:pt x="3854" y="6468"/>
                  </a:lnTo>
                  <a:lnTo>
                    <a:pt x="4124" y="5479"/>
                  </a:lnTo>
                  <a:lnTo>
                    <a:pt x="3190" y="5576"/>
                  </a:lnTo>
                  <a:lnTo>
                    <a:pt x="2194" y="8492"/>
                  </a:lnTo>
                  <a:lnTo>
                    <a:pt x="597" y="7211"/>
                  </a:lnTo>
                  <a:lnTo>
                    <a:pt x="108" y="6038"/>
                  </a:lnTo>
                  <a:lnTo>
                    <a:pt x="0" y="5406"/>
                  </a:lnTo>
                  <a:lnTo>
                    <a:pt x="629" y="2820"/>
                  </a:lnTo>
                  <a:lnTo>
                    <a:pt x="1752" y="2907"/>
                  </a:lnTo>
                  <a:lnTo>
                    <a:pt x="2348" y="2325"/>
                  </a:lnTo>
                  <a:lnTo>
                    <a:pt x="3083" y="1507"/>
                  </a:lnTo>
                  <a:lnTo>
                    <a:pt x="3088" y="279"/>
                  </a:lnTo>
                  <a:lnTo>
                    <a:pt x="484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5"/>
            <p:cNvSpPr/>
            <p:nvPr/>
          </p:nvSpPr>
          <p:spPr>
            <a:xfrm>
              <a:off x="3011717" y="2457424"/>
              <a:ext cx="4356" cy="13105"/>
            </a:xfrm>
            <a:custGeom>
              <a:avLst/>
              <a:pathLst>
                <a:path w="4356" h="13105">
                  <a:moveTo>
                    <a:pt x="4147" y="11447"/>
                  </a:moveTo>
                  <a:lnTo>
                    <a:pt x="4356" y="13105"/>
                  </a:lnTo>
                  <a:lnTo>
                    <a:pt x="3158" y="12076"/>
                  </a:lnTo>
                  <a:lnTo>
                    <a:pt x="2283" y="10595"/>
                  </a:lnTo>
                  <a:lnTo>
                    <a:pt x="1561" y="6938"/>
                  </a:lnTo>
                  <a:lnTo>
                    <a:pt x="23" y="2775"/>
                  </a:lnTo>
                  <a:lnTo>
                    <a:pt x="0" y="1566"/>
                  </a:lnTo>
                  <a:lnTo>
                    <a:pt x="584" y="650"/>
                  </a:lnTo>
                  <a:lnTo>
                    <a:pt x="1846" y="0"/>
                  </a:lnTo>
                  <a:lnTo>
                    <a:pt x="2357" y="675"/>
                  </a:lnTo>
                  <a:lnTo>
                    <a:pt x="2687" y="1370"/>
                  </a:lnTo>
                  <a:lnTo>
                    <a:pt x="2791" y="2168"/>
                  </a:lnTo>
                  <a:lnTo>
                    <a:pt x="2073" y="3767"/>
                  </a:lnTo>
                  <a:lnTo>
                    <a:pt x="1924" y="4491"/>
                  </a:lnTo>
                  <a:lnTo>
                    <a:pt x="2476" y="5928"/>
                  </a:lnTo>
                  <a:lnTo>
                    <a:pt x="2467" y="6504"/>
                  </a:lnTo>
                  <a:lnTo>
                    <a:pt x="2700" y="9284"/>
                  </a:lnTo>
                  <a:lnTo>
                    <a:pt x="2968" y="10333"/>
                  </a:lnTo>
                  <a:lnTo>
                    <a:pt x="3665" y="1117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6"/>
            <p:cNvSpPr/>
            <p:nvPr/>
          </p:nvSpPr>
          <p:spPr>
            <a:xfrm>
              <a:off x="3063687" y="2451079"/>
              <a:ext cx="3814" cy="6758"/>
            </a:xfrm>
            <a:custGeom>
              <a:avLst/>
              <a:pathLst>
                <a:path w="3814" h="6758">
                  <a:moveTo>
                    <a:pt x="3704" y="1522"/>
                  </a:moveTo>
                  <a:lnTo>
                    <a:pt x="3341" y="2519"/>
                  </a:lnTo>
                  <a:lnTo>
                    <a:pt x="3073" y="4240"/>
                  </a:lnTo>
                  <a:lnTo>
                    <a:pt x="2929" y="6699"/>
                  </a:lnTo>
                  <a:lnTo>
                    <a:pt x="2368" y="6758"/>
                  </a:lnTo>
                  <a:lnTo>
                    <a:pt x="2028" y="6260"/>
                  </a:lnTo>
                  <a:lnTo>
                    <a:pt x="1917" y="5331"/>
                  </a:lnTo>
                  <a:lnTo>
                    <a:pt x="1894" y="4156"/>
                  </a:lnTo>
                  <a:lnTo>
                    <a:pt x="1648" y="4203"/>
                  </a:lnTo>
                  <a:lnTo>
                    <a:pt x="1450" y="5478"/>
                  </a:lnTo>
                  <a:lnTo>
                    <a:pt x="1276" y="6054"/>
                  </a:lnTo>
                  <a:lnTo>
                    <a:pt x="712" y="6175"/>
                  </a:lnTo>
                  <a:lnTo>
                    <a:pt x="94" y="5390"/>
                  </a:lnTo>
                  <a:lnTo>
                    <a:pt x="123" y="3692"/>
                  </a:lnTo>
                  <a:lnTo>
                    <a:pt x="0" y="1727"/>
                  </a:lnTo>
                  <a:lnTo>
                    <a:pt x="54" y="1038"/>
                  </a:lnTo>
                  <a:lnTo>
                    <a:pt x="1748" y="868"/>
                  </a:lnTo>
                  <a:lnTo>
                    <a:pt x="2243" y="2320"/>
                  </a:lnTo>
                  <a:lnTo>
                    <a:pt x="2842" y="1479"/>
                  </a:lnTo>
                  <a:lnTo>
                    <a:pt x="3088" y="570"/>
                  </a:lnTo>
                  <a:lnTo>
                    <a:pt x="3814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7"/>
            <p:cNvSpPr/>
            <p:nvPr/>
          </p:nvSpPr>
          <p:spPr>
            <a:xfrm>
              <a:off x="3067491" y="2436865"/>
              <a:ext cx="2285" cy="3410"/>
            </a:xfrm>
            <a:custGeom>
              <a:avLst/>
              <a:pathLst>
                <a:path w="2285" h="3410">
                  <a:moveTo>
                    <a:pt x="2285" y="2639"/>
                  </a:moveTo>
                  <a:lnTo>
                    <a:pt x="1197" y="3410"/>
                  </a:lnTo>
                  <a:lnTo>
                    <a:pt x="0" y="976"/>
                  </a:lnTo>
                  <a:lnTo>
                    <a:pt x="1158" y="0"/>
                  </a:lnTo>
                  <a:lnTo>
                    <a:pt x="1694" y="705"/>
                  </a:lnTo>
                  <a:lnTo>
                    <a:pt x="2078" y="15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8"/>
            <p:cNvSpPr/>
            <p:nvPr/>
          </p:nvSpPr>
          <p:spPr>
            <a:xfrm>
              <a:off x="3058527" y="2428678"/>
              <a:ext cx="2603" cy="6307"/>
            </a:xfrm>
            <a:custGeom>
              <a:avLst/>
              <a:pathLst>
                <a:path w="2603" h="6307">
                  <a:moveTo>
                    <a:pt x="2486" y="5251"/>
                  </a:moveTo>
                  <a:lnTo>
                    <a:pt x="1253" y="6307"/>
                  </a:lnTo>
                  <a:lnTo>
                    <a:pt x="0" y="4311"/>
                  </a:lnTo>
                  <a:lnTo>
                    <a:pt x="11" y="3123"/>
                  </a:lnTo>
                  <a:lnTo>
                    <a:pt x="673" y="714"/>
                  </a:lnTo>
                  <a:lnTo>
                    <a:pt x="1036" y="0"/>
                  </a:lnTo>
                  <a:lnTo>
                    <a:pt x="1957" y="196"/>
                  </a:lnTo>
                  <a:lnTo>
                    <a:pt x="2481" y="1851"/>
                  </a:lnTo>
                  <a:lnTo>
                    <a:pt x="2603" y="2631"/>
                  </a:lnTo>
                  <a:lnTo>
                    <a:pt x="2433" y="39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49"/>
            <p:cNvSpPr/>
            <p:nvPr/>
          </p:nvSpPr>
          <p:spPr>
            <a:xfrm>
              <a:off x="3015128" y="2400581"/>
              <a:ext cx="63677" cy="156517"/>
            </a:xfrm>
            <a:custGeom>
              <a:avLst/>
              <a:pathLst>
                <a:path w="63677" h="156517">
                  <a:moveTo>
                    <a:pt x="58044" y="30052"/>
                  </a:moveTo>
                  <a:lnTo>
                    <a:pt x="57773" y="28800"/>
                  </a:lnTo>
                  <a:lnTo>
                    <a:pt x="56282" y="26585"/>
                  </a:lnTo>
                  <a:lnTo>
                    <a:pt x="52831" y="25294"/>
                  </a:lnTo>
                  <a:lnTo>
                    <a:pt x="51183" y="23659"/>
                  </a:lnTo>
                  <a:lnTo>
                    <a:pt x="50460" y="23963"/>
                  </a:lnTo>
                  <a:lnTo>
                    <a:pt x="49060" y="22134"/>
                  </a:lnTo>
                  <a:lnTo>
                    <a:pt x="48101" y="22937"/>
                  </a:lnTo>
                  <a:lnTo>
                    <a:pt x="46065" y="26188"/>
                  </a:lnTo>
                  <a:lnTo>
                    <a:pt x="44967" y="25835"/>
                  </a:lnTo>
                  <a:lnTo>
                    <a:pt x="43792" y="23881"/>
                  </a:lnTo>
                  <a:lnTo>
                    <a:pt x="43028" y="23522"/>
                  </a:lnTo>
                  <a:lnTo>
                    <a:pt x="42132" y="24556"/>
                  </a:lnTo>
                  <a:lnTo>
                    <a:pt x="40695" y="28298"/>
                  </a:lnTo>
                  <a:lnTo>
                    <a:pt x="39233" y="30131"/>
                  </a:lnTo>
                  <a:lnTo>
                    <a:pt x="37924" y="29414"/>
                  </a:lnTo>
                  <a:lnTo>
                    <a:pt x="36162" y="29430"/>
                  </a:lnTo>
                  <a:lnTo>
                    <a:pt x="35974" y="31522"/>
                  </a:lnTo>
                  <a:lnTo>
                    <a:pt x="36315" y="32971"/>
                  </a:lnTo>
                  <a:lnTo>
                    <a:pt x="37278" y="35441"/>
                  </a:lnTo>
                  <a:lnTo>
                    <a:pt x="36826" y="37298"/>
                  </a:lnTo>
                  <a:lnTo>
                    <a:pt x="37161" y="39159"/>
                  </a:lnTo>
                  <a:lnTo>
                    <a:pt x="37789" y="39537"/>
                  </a:lnTo>
                  <a:lnTo>
                    <a:pt x="38736" y="39432"/>
                  </a:lnTo>
                  <a:lnTo>
                    <a:pt x="40488" y="41841"/>
                  </a:lnTo>
                  <a:lnTo>
                    <a:pt x="41254" y="44382"/>
                  </a:lnTo>
                  <a:lnTo>
                    <a:pt x="41743" y="47163"/>
                  </a:lnTo>
                  <a:lnTo>
                    <a:pt x="40676" y="45168"/>
                  </a:lnTo>
                  <a:lnTo>
                    <a:pt x="39968" y="43252"/>
                  </a:lnTo>
                  <a:lnTo>
                    <a:pt x="38981" y="42557"/>
                  </a:lnTo>
                  <a:lnTo>
                    <a:pt x="37607" y="40925"/>
                  </a:lnTo>
                  <a:lnTo>
                    <a:pt x="36745" y="40653"/>
                  </a:lnTo>
                  <a:lnTo>
                    <a:pt x="35826" y="41784"/>
                  </a:lnTo>
                  <a:lnTo>
                    <a:pt x="35755" y="43068"/>
                  </a:lnTo>
                  <a:lnTo>
                    <a:pt x="36745" y="45466"/>
                  </a:lnTo>
                  <a:lnTo>
                    <a:pt x="37650" y="46940"/>
                  </a:lnTo>
                  <a:lnTo>
                    <a:pt x="38129" y="48142"/>
                  </a:lnTo>
                  <a:lnTo>
                    <a:pt x="38449" y="50800"/>
                  </a:lnTo>
                  <a:lnTo>
                    <a:pt x="38267" y="51703"/>
                  </a:lnTo>
                  <a:lnTo>
                    <a:pt x="37933" y="52544"/>
                  </a:lnTo>
                  <a:lnTo>
                    <a:pt x="36859" y="50869"/>
                  </a:lnTo>
                  <a:lnTo>
                    <a:pt x="35217" y="44913"/>
                  </a:lnTo>
                  <a:lnTo>
                    <a:pt x="32926" y="43727"/>
                  </a:lnTo>
                  <a:lnTo>
                    <a:pt x="32543" y="44968"/>
                  </a:lnTo>
                  <a:lnTo>
                    <a:pt x="32993" y="48116"/>
                  </a:lnTo>
                  <a:lnTo>
                    <a:pt x="33319" y="49343"/>
                  </a:lnTo>
                  <a:lnTo>
                    <a:pt x="35309" y="52742"/>
                  </a:lnTo>
                  <a:lnTo>
                    <a:pt x="35149" y="53463"/>
                  </a:lnTo>
                  <a:lnTo>
                    <a:pt x="34859" y="53771"/>
                  </a:lnTo>
                  <a:lnTo>
                    <a:pt x="32632" y="51827"/>
                  </a:lnTo>
                  <a:lnTo>
                    <a:pt x="31984" y="48869"/>
                  </a:lnTo>
                  <a:lnTo>
                    <a:pt x="31828" y="45131"/>
                  </a:lnTo>
                  <a:lnTo>
                    <a:pt x="29772" y="42535"/>
                  </a:lnTo>
                  <a:lnTo>
                    <a:pt x="27833" y="39710"/>
                  </a:lnTo>
                  <a:lnTo>
                    <a:pt x="27399" y="37030"/>
                  </a:lnTo>
                  <a:lnTo>
                    <a:pt x="27798" y="36036"/>
                  </a:lnTo>
                  <a:lnTo>
                    <a:pt x="28081" y="34067"/>
                  </a:lnTo>
                  <a:lnTo>
                    <a:pt x="27015" y="34430"/>
                  </a:lnTo>
                  <a:lnTo>
                    <a:pt x="26347" y="35675"/>
                  </a:lnTo>
                  <a:lnTo>
                    <a:pt x="25266" y="36884"/>
                  </a:lnTo>
                  <a:lnTo>
                    <a:pt x="25222" y="38862"/>
                  </a:lnTo>
                  <a:lnTo>
                    <a:pt x="25393" y="40694"/>
                  </a:lnTo>
                  <a:lnTo>
                    <a:pt x="25035" y="43359"/>
                  </a:lnTo>
                  <a:lnTo>
                    <a:pt x="24688" y="48001"/>
                  </a:lnTo>
                  <a:lnTo>
                    <a:pt x="24908" y="50436"/>
                  </a:lnTo>
                  <a:lnTo>
                    <a:pt x="27249" y="57420"/>
                  </a:lnTo>
                  <a:lnTo>
                    <a:pt x="28050" y="62493"/>
                  </a:lnTo>
                  <a:lnTo>
                    <a:pt x="28625" y="64416"/>
                  </a:lnTo>
                  <a:lnTo>
                    <a:pt x="29822" y="66537"/>
                  </a:lnTo>
                  <a:lnTo>
                    <a:pt x="31072" y="70484"/>
                  </a:lnTo>
                  <a:lnTo>
                    <a:pt x="31602" y="72542"/>
                  </a:lnTo>
                  <a:lnTo>
                    <a:pt x="31979" y="75908"/>
                  </a:lnTo>
                  <a:lnTo>
                    <a:pt x="30928" y="77991"/>
                  </a:lnTo>
                  <a:lnTo>
                    <a:pt x="30315" y="78078"/>
                  </a:lnTo>
                  <a:lnTo>
                    <a:pt x="29976" y="77153"/>
                  </a:lnTo>
                  <a:lnTo>
                    <a:pt x="30451" y="74858"/>
                  </a:lnTo>
                  <a:lnTo>
                    <a:pt x="30383" y="73459"/>
                  </a:lnTo>
                  <a:lnTo>
                    <a:pt x="28760" y="71294"/>
                  </a:lnTo>
                  <a:lnTo>
                    <a:pt x="28073" y="72024"/>
                  </a:lnTo>
                  <a:lnTo>
                    <a:pt x="27280" y="73435"/>
                  </a:lnTo>
                  <a:lnTo>
                    <a:pt x="27733" y="76054"/>
                  </a:lnTo>
                  <a:lnTo>
                    <a:pt x="28242" y="77781"/>
                  </a:lnTo>
                  <a:lnTo>
                    <a:pt x="28497" y="80163"/>
                  </a:lnTo>
                  <a:lnTo>
                    <a:pt x="29470" y="79955"/>
                  </a:lnTo>
                  <a:lnTo>
                    <a:pt x="28160" y="82621"/>
                  </a:lnTo>
                  <a:lnTo>
                    <a:pt x="26931" y="83983"/>
                  </a:lnTo>
                  <a:lnTo>
                    <a:pt x="25722" y="84063"/>
                  </a:lnTo>
                  <a:lnTo>
                    <a:pt x="24952" y="84309"/>
                  </a:lnTo>
                  <a:lnTo>
                    <a:pt x="24686" y="84992"/>
                  </a:lnTo>
                  <a:lnTo>
                    <a:pt x="25312" y="85488"/>
                  </a:lnTo>
                  <a:lnTo>
                    <a:pt x="25824" y="85533"/>
                  </a:lnTo>
                  <a:lnTo>
                    <a:pt x="26656" y="86974"/>
                  </a:lnTo>
                  <a:lnTo>
                    <a:pt x="29024" y="88703"/>
                  </a:lnTo>
                  <a:lnTo>
                    <a:pt x="30152" y="90887"/>
                  </a:lnTo>
                  <a:lnTo>
                    <a:pt x="31260" y="91086"/>
                  </a:lnTo>
                  <a:lnTo>
                    <a:pt x="32375" y="95096"/>
                  </a:lnTo>
                  <a:lnTo>
                    <a:pt x="34305" y="96164"/>
                  </a:lnTo>
                  <a:lnTo>
                    <a:pt x="35404" y="100211"/>
                  </a:lnTo>
                  <a:lnTo>
                    <a:pt x="36866" y="101007"/>
                  </a:lnTo>
                  <a:lnTo>
                    <a:pt x="38125" y="102499"/>
                  </a:lnTo>
                  <a:lnTo>
                    <a:pt x="38494" y="103923"/>
                  </a:lnTo>
                  <a:lnTo>
                    <a:pt x="38678" y="106494"/>
                  </a:lnTo>
                  <a:lnTo>
                    <a:pt x="38759" y="111945"/>
                  </a:lnTo>
                  <a:lnTo>
                    <a:pt x="39032" y="116005"/>
                  </a:lnTo>
                  <a:lnTo>
                    <a:pt x="39041" y="117288"/>
                  </a:lnTo>
                  <a:lnTo>
                    <a:pt x="38974" y="119206"/>
                  </a:lnTo>
                  <a:lnTo>
                    <a:pt x="38632" y="120148"/>
                  </a:lnTo>
                  <a:lnTo>
                    <a:pt x="38169" y="120177"/>
                  </a:lnTo>
                  <a:lnTo>
                    <a:pt x="37263" y="117191"/>
                  </a:lnTo>
                  <a:lnTo>
                    <a:pt x="35873" y="114050"/>
                  </a:lnTo>
                  <a:lnTo>
                    <a:pt x="34409" y="110313"/>
                  </a:lnTo>
                  <a:lnTo>
                    <a:pt x="33993" y="109657"/>
                  </a:lnTo>
                  <a:lnTo>
                    <a:pt x="33652" y="109595"/>
                  </a:lnTo>
                  <a:lnTo>
                    <a:pt x="32868" y="110859"/>
                  </a:lnTo>
                  <a:lnTo>
                    <a:pt x="30690" y="111836"/>
                  </a:lnTo>
                  <a:lnTo>
                    <a:pt x="29669" y="113201"/>
                  </a:lnTo>
                  <a:lnTo>
                    <a:pt x="29285" y="113502"/>
                  </a:lnTo>
                  <a:lnTo>
                    <a:pt x="29178" y="114219"/>
                  </a:lnTo>
                  <a:lnTo>
                    <a:pt x="29656" y="114965"/>
                  </a:lnTo>
                  <a:lnTo>
                    <a:pt x="30243" y="116674"/>
                  </a:lnTo>
                  <a:lnTo>
                    <a:pt x="30243" y="119009"/>
                  </a:lnTo>
                  <a:lnTo>
                    <a:pt x="30728" y="121847"/>
                  </a:lnTo>
                  <a:lnTo>
                    <a:pt x="31354" y="122580"/>
                  </a:lnTo>
                  <a:lnTo>
                    <a:pt x="32170" y="122517"/>
                  </a:lnTo>
                  <a:lnTo>
                    <a:pt x="32637" y="123042"/>
                  </a:lnTo>
                  <a:lnTo>
                    <a:pt x="32758" y="124172"/>
                  </a:lnTo>
                  <a:lnTo>
                    <a:pt x="33232" y="125491"/>
                  </a:lnTo>
                  <a:lnTo>
                    <a:pt x="33545" y="126467"/>
                  </a:lnTo>
                  <a:lnTo>
                    <a:pt x="33532" y="127167"/>
                  </a:lnTo>
                  <a:lnTo>
                    <a:pt x="31256" y="129025"/>
                  </a:lnTo>
                  <a:lnTo>
                    <a:pt x="30780" y="129875"/>
                  </a:lnTo>
                  <a:lnTo>
                    <a:pt x="30381" y="130310"/>
                  </a:lnTo>
                  <a:lnTo>
                    <a:pt x="29790" y="129425"/>
                  </a:lnTo>
                  <a:lnTo>
                    <a:pt x="29756" y="127156"/>
                  </a:lnTo>
                  <a:lnTo>
                    <a:pt x="28974" y="125938"/>
                  </a:lnTo>
                  <a:lnTo>
                    <a:pt x="28257" y="124895"/>
                  </a:lnTo>
                  <a:lnTo>
                    <a:pt x="27397" y="124447"/>
                  </a:lnTo>
                  <a:lnTo>
                    <a:pt x="26665" y="122885"/>
                  </a:lnTo>
                  <a:lnTo>
                    <a:pt x="26188" y="124155"/>
                  </a:lnTo>
                  <a:lnTo>
                    <a:pt x="26569" y="128552"/>
                  </a:lnTo>
                  <a:lnTo>
                    <a:pt x="27397" y="131581"/>
                  </a:lnTo>
                  <a:lnTo>
                    <a:pt x="28780" y="139705"/>
                  </a:lnTo>
                  <a:lnTo>
                    <a:pt x="29408" y="144503"/>
                  </a:lnTo>
                  <a:lnTo>
                    <a:pt x="29535" y="146824"/>
                  </a:lnTo>
                  <a:lnTo>
                    <a:pt x="29223" y="150678"/>
                  </a:lnTo>
                  <a:lnTo>
                    <a:pt x="29902" y="153542"/>
                  </a:lnTo>
                  <a:lnTo>
                    <a:pt x="30368" y="156482"/>
                  </a:lnTo>
                  <a:lnTo>
                    <a:pt x="29855" y="156371"/>
                  </a:lnTo>
                  <a:lnTo>
                    <a:pt x="29410" y="155334"/>
                  </a:lnTo>
                  <a:lnTo>
                    <a:pt x="28664" y="154111"/>
                  </a:lnTo>
                  <a:lnTo>
                    <a:pt x="27216" y="149420"/>
                  </a:lnTo>
                  <a:lnTo>
                    <a:pt x="26712" y="146492"/>
                  </a:lnTo>
                  <a:lnTo>
                    <a:pt x="26109" y="146263"/>
                  </a:lnTo>
                  <a:lnTo>
                    <a:pt x="25064" y="146683"/>
                  </a:lnTo>
                  <a:lnTo>
                    <a:pt x="23916" y="152934"/>
                  </a:lnTo>
                  <a:lnTo>
                    <a:pt x="23920" y="156517"/>
                  </a:lnTo>
                  <a:lnTo>
                    <a:pt x="23327" y="155664"/>
                  </a:lnTo>
                  <a:lnTo>
                    <a:pt x="22818" y="154548"/>
                  </a:lnTo>
                  <a:lnTo>
                    <a:pt x="22880" y="150629"/>
                  </a:lnTo>
                  <a:lnTo>
                    <a:pt x="22829" y="148983"/>
                  </a:lnTo>
                  <a:lnTo>
                    <a:pt x="21437" y="143644"/>
                  </a:lnTo>
                  <a:lnTo>
                    <a:pt x="20798" y="143045"/>
                  </a:lnTo>
                  <a:lnTo>
                    <a:pt x="20501" y="141241"/>
                  </a:lnTo>
                  <a:lnTo>
                    <a:pt x="19988" y="139319"/>
                  </a:lnTo>
                  <a:lnTo>
                    <a:pt x="19327" y="139687"/>
                  </a:lnTo>
                  <a:lnTo>
                    <a:pt x="18787" y="140467"/>
                  </a:lnTo>
                  <a:lnTo>
                    <a:pt x="18638" y="143371"/>
                  </a:lnTo>
                  <a:lnTo>
                    <a:pt x="18583" y="145976"/>
                  </a:lnTo>
                  <a:lnTo>
                    <a:pt x="18180" y="147937"/>
                  </a:lnTo>
                  <a:lnTo>
                    <a:pt x="16697" y="144216"/>
                  </a:lnTo>
                  <a:lnTo>
                    <a:pt x="15205" y="137782"/>
                  </a:lnTo>
                  <a:lnTo>
                    <a:pt x="15165" y="134253"/>
                  </a:lnTo>
                  <a:lnTo>
                    <a:pt x="16258" y="131035"/>
                  </a:lnTo>
                  <a:lnTo>
                    <a:pt x="16128" y="128733"/>
                  </a:lnTo>
                  <a:lnTo>
                    <a:pt x="15093" y="124188"/>
                  </a:lnTo>
                  <a:lnTo>
                    <a:pt x="13602" y="121265"/>
                  </a:lnTo>
                  <a:lnTo>
                    <a:pt x="12767" y="120396"/>
                  </a:lnTo>
                  <a:lnTo>
                    <a:pt x="12374" y="117288"/>
                  </a:lnTo>
                  <a:lnTo>
                    <a:pt x="11574" y="115682"/>
                  </a:lnTo>
                  <a:lnTo>
                    <a:pt x="10928" y="114935"/>
                  </a:lnTo>
                  <a:lnTo>
                    <a:pt x="10800" y="113828"/>
                  </a:lnTo>
                  <a:lnTo>
                    <a:pt x="10995" y="113010"/>
                  </a:lnTo>
                  <a:lnTo>
                    <a:pt x="12563" y="109814"/>
                  </a:lnTo>
                  <a:lnTo>
                    <a:pt x="13482" y="104813"/>
                  </a:lnTo>
                  <a:lnTo>
                    <a:pt x="13938" y="104575"/>
                  </a:lnTo>
                  <a:lnTo>
                    <a:pt x="14876" y="105761"/>
                  </a:lnTo>
                  <a:lnTo>
                    <a:pt x="15931" y="105451"/>
                  </a:lnTo>
                  <a:lnTo>
                    <a:pt x="16796" y="102522"/>
                  </a:lnTo>
                  <a:lnTo>
                    <a:pt x="17529" y="100929"/>
                  </a:lnTo>
                  <a:lnTo>
                    <a:pt x="18766" y="101134"/>
                  </a:lnTo>
                  <a:lnTo>
                    <a:pt x="21558" y="105049"/>
                  </a:lnTo>
                  <a:lnTo>
                    <a:pt x="24558" y="107279"/>
                  </a:lnTo>
                  <a:lnTo>
                    <a:pt x="26055" y="109239"/>
                  </a:lnTo>
                  <a:lnTo>
                    <a:pt x="26902" y="111181"/>
                  </a:lnTo>
                  <a:lnTo>
                    <a:pt x="27351" y="111583"/>
                  </a:lnTo>
                  <a:lnTo>
                    <a:pt x="28062" y="111857"/>
                  </a:lnTo>
                  <a:lnTo>
                    <a:pt x="28030" y="110404"/>
                  </a:lnTo>
                  <a:lnTo>
                    <a:pt x="27801" y="109120"/>
                  </a:lnTo>
                  <a:lnTo>
                    <a:pt x="28394" y="108421"/>
                  </a:lnTo>
                  <a:lnTo>
                    <a:pt x="30002" y="108458"/>
                  </a:lnTo>
                  <a:lnTo>
                    <a:pt x="30295" y="107777"/>
                  </a:lnTo>
                  <a:lnTo>
                    <a:pt x="30592" y="106675"/>
                  </a:lnTo>
                  <a:lnTo>
                    <a:pt x="30260" y="105422"/>
                  </a:lnTo>
                  <a:lnTo>
                    <a:pt x="29728" y="104821"/>
                  </a:lnTo>
                  <a:lnTo>
                    <a:pt x="29159" y="104653"/>
                  </a:lnTo>
                  <a:lnTo>
                    <a:pt x="28784" y="104257"/>
                  </a:lnTo>
                  <a:lnTo>
                    <a:pt x="28180" y="104658"/>
                  </a:lnTo>
                  <a:lnTo>
                    <a:pt x="27236" y="103690"/>
                  </a:lnTo>
                  <a:lnTo>
                    <a:pt x="26749" y="102892"/>
                  </a:lnTo>
                  <a:lnTo>
                    <a:pt x="26462" y="102071"/>
                  </a:lnTo>
                  <a:lnTo>
                    <a:pt x="24823" y="100433"/>
                  </a:lnTo>
                  <a:lnTo>
                    <a:pt x="23268" y="97667"/>
                  </a:lnTo>
                  <a:lnTo>
                    <a:pt x="22918" y="99233"/>
                  </a:lnTo>
                  <a:lnTo>
                    <a:pt x="22290" y="100081"/>
                  </a:lnTo>
                  <a:lnTo>
                    <a:pt x="21396" y="100199"/>
                  </a:lnTo>
                  <a:lnTo>
                    <a:pt x="18881" y="98438"/>
                  </a:lnTo>
                  <a:lnTo>
                    <a:pt x="17337" y="99782"/>
                  </a:lnTo>
                  <a:lnTo>
                    <a:pt x="16495" y="100134"/>
                  </a:lnTo>
                  <a:lnTo>
                    <a:pt x="15851" y="100165"/>
                  </a:lnTo>
                  <a:lnTo>
                    <a:pt x="15058" y="100768"/>
                  </a:lnTo>
                  <a:lnTo>
                    <a:pt x="14144" y="101128"/>
                  </a:lnTo>
                  <a:lnTo>
                    <a:pt x="13352" y="98575"/>
                  </a:lnTo>
                  <a:lnTo>
                    <a:pt x="13018" y="96595"/>
                  </a:lnTo>
                  <a:lnTo>
                    <a:pt x="12784" y="96226"/>
                  </a:lnTo>
                  <a:lnTo>
                    <a:pt x="12771" y="98086"/>
                  </a:lnTo>
                  <a:lnTo>
                    <a:pt x="12517" y="99576"/>
                  </a:lnTo>
                  <a:lnTo>
                    <a:pt x="11357" y="100414"/>
                  </a:lnTo>
                  <a:lnTo>
                    <a:pt x="10689" y="99258"/>
                  </a:lnTo>
                  <a:lnTo>
                    <a:pt x="10176" y="95754"/>
                  </a:lnTo>
                  <a:lnTo>
                    <a:pt x="9526" y="91300"/>
                  </a:lnTo>
                  <a:lnTo>
                    <a:pt x="8382" y="87703"/>
                  </a:lnTo>
                  <a:lnTo>
                    <a:pt x="7456" y="86764"/>
                  </a:lnTo>
                  <a:lnTo>
                    <a:pt x="7376" y="84787"/>
                  </a:lnTo>
                  <a:lnTo>
                    <a:pt x="7460" y="83207"/>
                  </a:lnTo>
                  <a:lnTo>
                    <a:pt x="8574" y="82816"/>
                  </a:lnTo>
                  <a:lnTo>
                    <a:pt x="10314" y="84470"/>
                  </a:lnTo>
                  <a:lnTo>
                    <a:pt x="10674" y="84141"/>
                  </a:lnTo>
                  <a:lnTo>
                    <a:pt x="11066" y="83379"/>
                  </a:lnTo>
                  <a:lnTo>
                    <a:pt x="10990" y="81691"/>
                  </a:lnTo>
                  <a:lnTo>
                    <a:pt x="10739" y="80190"/>
                  </a:lnTo>
                  <a:lnTo>
                    <a:pt x="10260" y="80122"/>
                  </a:lnTo>
                  <a:lnTo>
                    <a:pt x="9929" y="80300"/>
                  </a:lnTo>
                  <a:lnTo>
                    <a:pt x="8858" y="79990"/>
                  </a:lnTo>
                  <a:lnTo>
                    <a:pt x="7483" y="80824"/>
                  </a:lnTo>
                  <a:lnTo>
                    <a:pt x="6845" y="80037"/>
                  </a:lnTo>
                  <a:lnTo>
                    <a:pt x="6633" y="79082"/>
                  </a:lnTo>
                  <a:lnTo>
                    <a:pt x="5483" y="76712"/>
                  </a:lnTo>
                  <a:lnTo>
                    <a:pt x="4489" y="73533"/>
                  </a:lnTo>
                  <a:lnTo>
                    <a:pt x="2879" y="71411"/>
                  </a:lnTo>
                  <a:lnTo>
                    <a:pt x="1827" y="64948"/>
                  </a:lnTo>
                  <a:lnTo>
                    <a:pt x="943" y="62127"/>
                  </a:lnTo>
                  <a:lnTo>
                    <a:pt x="0" y="60113"/>
                  </a:lnTo>
                  <a:lnTo>
                    <a:pt x="204" y="60076"/>
                  </a:lnTo>
                  <a:lnTo>
                    <a:pt x="562" y="60418"/>
                  </a:lnTo>
                  <a:lnTo>
                    <a:pt x="1247" y="61526"/>
                  </a:lnTo>
                  <a:lnTo>
                    <a:pt x="1976" y="61765"/>
                  </a:lnTo>
                  <a:lnTo>
                    <a:pt x="2374" y="61031"/>
                  </a:lnTo>
                  <a:lnTo>
                    <a:pt x="2603" y="60357"/>
                  </a:lnTo>
                  <a:lnTo>
                    <a:pt x="2752" y="59252"/>
                  </a:lnTo>
                  <a:lnTo>
                    <a:pt x="2812" y="57962"/>
                  </a:lnTo>
                  <a:lnTo>
                    <a:pt x="2931" y="57535"/>
                  </a:lnTo>
                  <a:lnTo>
                    <a:pt x="3487" y="57681"/>
                  </a:lnTo>
                  <a:lnTo>
                    <a:pt x="3664" y="57359"/>
                  </a:lnTo>
                  <a:lnTo>
                    <a:pt x="3656" y="56202"/>
                  </a:lnTo>
                  <a:lnTo>
                    <a:pt x="3297" y="54759"/>
                  </a:lnTo>
                  <a:lnTo>
                    <a:pt x="2980" y="52981"/>
                  </a:lnTo>
                  <a:lnTo>
                    <a:pt x="2978" y="52134"/>
                  </a:lnTo>
                  <a:lnTo>
                    <a:pt x="3241" y="51791"/>
                  </a:lnTo>
                  <a:lnTo>
                    <a:pt x="3676" y="51019"/>
                  </a:lnTo>
                  <a:lnTo>
                    <a:pt x="3910" y="50066"/>
                  </a:lnTo>
                  <a:lnTo>
                    <a:pt x="4372" y="49589"/>
                  </a:lnTo>
                  <a:lnTo>
                    <a:pt x="5054" y="49503"/>
                  </a:lnTo>
                  <a:lnTo>
                    <a:pt x="5816" y="49084"/>
                  </a:lnTo>
                  <a:lnTo>
                    <a:pt x="6308" y="48059"/>
                  </a:lnTo>
                  <a:lnTo>
                    <a:pt x="6380" y="47043"/>
                  </a:lnTo>
                  <a:lnTo>
                    <a:pt x="6688" y="44247"/>
                  </a:lnTo>
                  <a:lnTo>
                    <a:pt x="6889" y="42879"/>
                  </a:lnTo>
                  <a:lnTo>
                    <a:pt x="7213" y="41631"/>
                  </a:lnTo>
                  <a:lnTo>
                    <a:pt x="7390" y="39947"/>
                  </a:lnTo>
                  <a:lnTo>
                    <a:pt x="7736" y="38364"/>
                  </a:lnTo>
                  <a:lnTo>
                    <a:pt x="8463" y="37701"/>
                  </a:lnTo>
                  <a:lnTo>
                    <a:pt x="9122" y="36918"/>
                  </a:lnTo>
                  <a:lnTo>
                    <a:pt x="9620" y="34880"/>
                  </a:lnTo>
                  <a:lnTo>
                    <a:pt x="9898" y="33134"/>
                  </a:lnTo>
                  <a:lnTo>
                    <a:pt x="9899" y="32065"/>
                  </a:lnTo>
                  <a:lnTo>
                    <a:pt x="9485" y="30318"/>
                  </a:lnTo>
                  <a:lnTo>
                    <a:pt x="9176" y="28618"/>
                  </a:lnTo>
                  <a:lnTo>
                    <a:pt x="9257" y="26413"/>
                  </a:lnTo>
                  <a:lnTo>
                    <a:pt x="10562" y="26229"/>
                  </a:lnTo>
                  <a:lnTo>
                    <a:pt x="11020" y="26022"/>
                  </a:lnTo>
                  <a:lnTo>
                    <a:pt x="12713" y="25904"/>
                  </a:lnTo>
                  <a:lnTo>
                    <a:pt x="13486" y="24721"/>
                  </a:lnTo>
                  <a:lnTo>
                    <a:pt x="14020" y="24826"/>
                  </a:lnTo>
                  <a:lnTo>
                    <a:pt x="15136" y="25851"/>
                  </a:lnTo>
                  <a:lnTo>
                    <a:pt x="15634" y="25041"/>
                  </a:lnTo>
                  <a:lnTo>
                    <a:pt x="17095" y="23442"/>
                  </a:lnTo>
                  <a:lnTo>
                    <a:pt x="18537" y="18804"/>
                  </a:lnTo>
                  <a:lnTo>
                    <a:pt x="19151" y="18108"/>
                  </a:lnTo>
                  <a:lnTo>
                    <a:pt x="20550" y="17825"/>
                  </a:lnTo>
                  <a:lnTo>
                    <a:pt x="20988" y="17290"/>
                  </a:lnTo>
                  <a:lnTo>
                    <a:pt x="21500" y="17393"/>
                  </a:lnTo>
                  <a:lnTo>
                    <a:pt x="23068" y="18332"/>
                  </a:lnTo>
                  <a:lnTo>
                    <a:pt x="23959" y="18476"/>
                  </a:lnTo>
                  <a:lnTo>
                    <a:pt x="25018" y="17836"/>
                  </a:lnTo>
                  <a:lnTo>
                    <a:pt x="26183" y="16703"/>
                  </a:lnTo>
                  <a:lnTo>
                    <a:pt x="26474" y="12737"/>
                  </a:lnTo>
                  <a:lnTo>
                    <a:pt x="26751" y="12168"/>
                  </a:lnTo>
                  <a:lnTo>
                    <a:pt x="27475" y="12010"/>
                  </a:lnTo>
                  <a:lnTo>
                    <a:pt x="28021" y="12041"/>
                  </a:lnTo>
                  <a:lnTo>
                    <a:pt x="29074" y="12356"/>
                  </a:lnTo>
                  <a:lnTo>
                    <a:pt x="30328" y="12461"/>
                  </a:lnTo>
                  <a:lnTo>
                    <a:pt x="31134" y="10603"/>
                  </a:lnTo>
                  <a:lnTo>
                    <a:pt x="32405" y="10464"/>
                  </a:lnTo>
                  <a:lnTo>
                    <a:pt x="32995" y="10196"/>
                  </a:lnTo>
                  <a:lnTo>
                    <a:pt x="33980" y="10571"/>
                  </a:lnTo>
                  <a:lnTo>
                    <a:pt x="34934" y="10549"/>
                  </a:lnTo>
                  <a:lnTo>
                    <a:pt x="36157" y="9775"/>
                  </a:lnTo>
                  <a:lnTo>
                    <a:pt x="37297" y="8505"/>
                  </a:lnTo>
                  <a:lnTo>
                    <a:pt x="38188" y="8613"/>
                  </a:lnTo>
                  <a:lnTo>
                    <a:pt x="38551" y="8384"/>
                  </a:lnTo>
                  <a:lnTo>
                    <a:pt x="38758" y="8117"/>
                  </a:lnTo>
                  <a:lnTo>
                    <a:pt x="38981" y="6398"/>
                  </a:lnTo>
                  <a:lnTo>
                    <a:pt x="40657" y="6293"/>
                  </a:lnTo>
                  <a:lnTo>
                    <a:pt x="41225" y="6463"/>
                  </a:lnTo>
                  <a:lnTo>
                    <a:pt x="42160" y="6508"/>
                  </a:lnTo>
                  <a:lnTo>
                    <a:pt x="43132" y="5572"/>
                  </a:lnTo>
                  <a:lnTo>
                    <a:pt x="43424" y="5651"/>
                  </a:lnTo>
                  <a:lnTo>
                    <a:pt x="43915" y="8167"/>
                  </a:lnTo>
                  <a:lnTo>
                    <a:pt x="44172" y="8896"/>
                  </a:lnTo>
                  <a:lnTo>
                    <a:pt x="44701" y="9568"/>
                  </a:lnTo>
                  <a:lnTo>
                    <a:pt x="45880" y="11456"/>
                  </a:lnTo>
                  <a:lnTo>
                    <a:pt x="46093" y="10959"/>
                  </a:lnTo>
                  <a:lnTo>
                    <a:pt x="46584" y="10329"/>
                  </a:lnTo>
                  <a:lnTo>
                    <a:pt x="47994" y="11193"/>
                  </a:lnTo>
                  <a:lnTo>
                    <a:pt x="49338" y="12647"/>
                  </a:lnTo>
                  <a:lnTo>
                    <a:pt x="50470" y="14781"/>
                  </a:lnTo>
                  <a:lnTo>
                    <a:pt x="51727" y="14167"/>
                  </a:lnTo>
                  <a:lnTo>
                    <a:pt x="53123" y="13119"/>
                  </a:lnTo>
                  <a:lnTo>
                    <a:pt x="54030" y="12815"/>
                  </a:lnTo>
                  <a:lnTo>
                    <a:pt x="55015" y="12669"/>
                  </a:lnTo>
                  <a:lnTo>
                    <a:pt x="55602" y="12214"/>
                  </a:lnTo>
                  <a:lnTo>
                    <a:pt x="56932" y="12761"/>
                  </a:lnTo>
                  <a:lnTo>
                    <a:pt x="58308" y="11616"/>
                  </a:lnTo>
                  <a:lnTo>
                    <a:pt x="58971" y="10580"/>
                  </a:lnTo>
                  <a:lnTo>
                    <a:pt x="59161" y="9128"/>
                  </a:lnTo>
                  <a:lnTo>
                    <a:pt x="59049" y="6567"/>
                  </a:lnTo>
                  <a:lnTo>
                    <a:pt x="58739" y="4006"/>
                  </a:lnTo>
                  <a:lnTo>
                    <a:pt x="58409" y="3061"/>
                  </a:lnTo>
                  <a:lnTo>
                    <a:pt x="58304" y="2084"/>
                  </a:lnTo>
                  <a:lnTo>
                    <a:pt x="58492" y="1171"/>
                  </a:lnTo>
                  <a:lnTo>
                    <a:pt x="58702" y="535"/>
                  </a:lnTo>
                  <a:lnTo>
                    <a:pt x="59598" y="0"/>
                  </a:lnTo>
                  <a:lnTo>
                    <a:pt x="60754" y="805"/>
                  </a:lnTo>
                  <a:lnTo>
                    <a:pt x="61616" y="1402"/>
                  </a:lnTo>
                  <a:lnTo>
                    <a:pt x="62116" y="2376"/>
                  </a:lnTo>
                  <a:lnTo>
                    <a:pt x="62428" y="3266"/>
                  </a:lnTo>
                  <a:lnTo>
                    <a:pt x="62904" y="4035"/>
                  </a:lnTo>
                  <a:lnTo>
                    <a:pt x="63258" y="4211"/>
                  </a:lnTo>
                  <a:lnTo>
                    <a:pt x="63531" y="6844"/>
                  </a:lnTo>
                  <a:lnTo>
                    <a:pt x="63677" y="10106"/>
                  </a:lnTo>
                  <a:lnTo>
                    <a:pt x="63460" y="11513"/>
                  </a:lnTo>
                  <a:lnTo>
                    <a:pt x="62826" y="11839"/>
                  </a:lnTo>
                  <a:lnTo>
                    <a:pt x="60848" y="14923"/>
                  </a:lnTo>
                  <a:lnTo>
                    <a:pt x="60800" y="17745"/>
                  </a:lnTo>
                  <a:lnTo>
                    <a:pt x="60827" y="19111"/>
                  </a:lnTo>
                  <a:lnTo>
                    <a:pt x="60867" y="20078"/>
                  </a:lnTo>
                  <a:lnTo>
                    <a:pt x="61074" y="20892"/>
                  </a:lnTo>
                  <a:lnTo>
                    <a:pt x="61074" y="22065"/>
                  </a:lnTo>
                  <a:lnTo>
                    <a:pt x="60852" y="23323"/>
                  </a:lnTo>
                  <a:lnTo>
                    <a:pt x="59988" y="25429"/>
                  </a:lnTo>
                  <a:lnTo>
                    <a:pt x="59389" y="27104"/>
                  </a:lnTo>
                  <a:lnTo>
                    <a:pt x="58719" y="29375"/>
                  </a:lnTo>
                  <a:lnTo>
                    <a:pt x="58340" y="296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0"/>
            <p:cNvSpPr/>
            <p:nvPr/>
          </p:nvSpPr>
          <p:spPr>
            <a:xfrm>
              <a:off x="2228889" y="3272478"/>
              <a:ext cx="1683" cy="6753"/>
            </a:xfrm>
            <a:custGeom>
              <a:avLst/>
              <a:pathLst>
                <a:path w="1683" h="6753">
                  <a:moveTo>
                    <a:pt x="640" y="6629"/>
                  </a:moveTo>
                  <a:lnTo>
                    <a:pt x="0" y="6753"/>
                  </a:lnTo>
                  <a:lnTo>
                    <a:pt x="253" y="5660"/>
                  </a:lnTo>
                  <a:lnTo>
                    <a:pt x="310" y="3798"/>
                  </a:lnTo>
                  <a:lnTo>
                    <a:pt x="645" y="1532"/>
                  </a:lnTo>
                  <a:lnTo>
                    <a:pt x="1170" y="0"/>
                  </a:lnTo>
                  <a:lnTo>
                    <a:pt x="1683" y="405"/>
                  </a:lnTo>
                  <a:lnTo>
                    <a:pt x="1490" y="54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1"/>
            <p:cNvSpPr/>
            <p:nvPr/>
          </p:nvSpPr>
          <p:spPr>
            <a:xfrm>
              <a:off x="2373019" y="1833248"/>
              <a:ext cx="5621" cy="8368"/>
            </a:xfrm>
            <a:custGeom>
              <a:avLst/>
              <a:pathLst>
                <a:path w="5621" h="8368">
                  <a:moveTo>
                    <a:pt x="5030" y="4790"/>
                  </a:moveTo>
                  <a:lnTo>
                    <a:pt x="3926" y="8368"/>
                  </a:lnTo>
                  <a:lnTo>
                    <a:pt x="2823" y="7589"/>
                  </a:lnTo>
                  <a:lnTo>
                    <a:pt x="2277" y="5990"/>
                  </a:lnTo>
                  <a:lnTo>
                    <a:pt x="1189" y="5247"/>
                  </a:lnTo>
                  <a:lnTo>
                    <a:pt x="18" y="5469"/>
                  </a:lnTo>
                  <a:lnTo>
                    <a:pt x="0" y="4836"/>
                  </a:lnTo>
                  <a:lnTo>
                    <a:pt x="3807" y="1025"/>
                  </a:lnTo>
                  <a:lnTo>
                    <a:pt x="5621" y="0"/>
                  </a:lnTo>
                  <a:lnTo>
                    <a:pt x="5493" y="1605"/>
                  </a:lnTo>
                  <a:lnTo>
                    <a:pt x="5148" y="30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2"/>
            <p:cNvSpPr/>
            <p:nvPr/>
          </p:nvSpPr>
          <p:spPr>
            <a:xfrm>
              <a:off x="2464845" y="1692040"/>
              <a:ext cx="2743" cy="5641"/>
            </a:xfrm>
            <a:custGeom>
              <a:avLst/>
              <a:pathLst>
                <a:path w="2743" h="5641">
                  <a:moveTo>
                    <a:pt x="1991" y="5622"/>
                  </a:moveTo>
                  <a:lnTo>
                    <a:pt x="496" y="5641"/>
                  </a:lnTo>
                  <a:lnTo>
                    <a:pt x="0" y="3321"/>
                  </a:lnTo>
                  <a:lnTo>
                    <a:pt x="149" y="792"/>
                  </a:lnTo>
                  <a:lnTo>
                    <a:pt x="1835" y="0"/>
                  </a:lnTo>
                  <a:lnTo>
                    <a:pt x="2743" y="1741"/>
                  </a:lnTo>
                  <a:lnTo>
                    <a:pt x="2417" y="43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3"/>
            <p:cNvSpPr/>
            <p:nvPr/>
          </p:nvSpPr>
          <p:spPr>
            <a:xfrm>
              <a:off x="2329178" y="1567877"/>
              <a:ext cx="6453" cy="12027"/>
            </a:xfrm>
            <a:custGeom>
              <a:avLst/>
              <a:pathLst>
                <a:path w="6453" h="12027">
                  <a:moveTo>
                    <a:pt x="3236" y="10982"/>
                  </a:moveTo>
                  <a:lnTo>
                    <a:pt x="1729" y="12027"/>
                  </a:lnTo>
                  <a:lnTo>
                    <a:pt x="1425" y="11795"/>
                  </a:lnTo>
                  <a:lnTo>
                    <a:pt x="1118" y="11001"/>
                  </a:lnTo>
                  <a:lnTo>
                    <a:pt x="340" y="7390"/>
                  </a:lnTo>
                  <a:lnTo>
                    <a:pt x="109" y="5677"/>
                  </a:lnTo>
                  <a:lnTo>
                    <a:pt x="301" y="3549"/>
                  </a:lnTo>
                  <a:lnTo>
                    <a:pt x="0" y="2050"/>
                  </a:lnTo>
                  <a:lnTo>
                    <a:pt x="1359" y="302"/>
                  </a:lnTo>
                  <a:lnTo>
                    <a:pt x="2458" y="0"/>
                  </a:lnTo>
                  <a:lnTo>
                    <a:pt x="3942" y="457"/>
                  </a:lnTo>
                  <a:lnTo>
                    <a:pt x="6453" y="2235"/>
                  </a:lnTo>
                  <a:lnTo>
                    <a:pt x="6271" y="2810"/>
                  </a:lnTo>
                  <a:lnTo>
                    <a:pt x="5728" y="3738"/>
                  </a:lnTo>
                  <a:lnTo>
                    <a:pt x="4216" y="4948"/>
                  </a:lnTo>
                  <a:lnTo>
                    <a:pt x="3682" y="7680"/>
                  </a:lnTo>
                  <a:lnTo>
                    <a:pt x="3580" y="9052"/>
                  </a:lnTo>
                  <a:lnTo>
                    <a:pt x="3652" y="100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4"/>
            <p:cNvSpPr/>
            <p:nvPr/>
          </p:nvSpPr>
          <p:spPr>
            <a:xfrm>
              <a:off x="2294868" y="1556261"/>
              <a:ext cx="29023" cy="31340"/>
            </a:xfrm>
            <a:custGeom>
              <a:avLst/>
              <a:pathLst>
                <a:path w="29023" h="31340">
                  <a:moveTo>
                    <a:pt x="21034" y="11008"/>
                  </a:moveTo>
                  <a:lnTo>
                    <a:pt x="24235" y="13410"/>
                  </a:lnTo>
                  <a:lnTo>
                    <a:pt x="27628" y="15071"/>
                  </a:lnTo>
                  <a:lnTo>
                    <a:pt x="27959" y="15830"/>
                  </a:lnTo>
                  <a:lnTo>
                    <a:pt x="28223" y="16979"/>
                  </a:lnTo>
                  <a:lnTo>
                    <a:pt x="28284" y="17577"/>
                  </a:lnTo>
                  <a:lnTo>
                    <a:pt x="28206" y="18133"/>
                  </a:lnTo>
                  <a:lnTo>
                    <a:pt x="27991" y="18645"/>
                  </a:lnTo>
                  <a:lnTo>
                    <a:pt x="28239" y="19304"/>
                  </a:lnTo>
                  <a:lnTo>
                    <a:pt x="28950" y="20111"/>
                  </a:lnTo>
                  <a:lnTo>
                    <a:pt x="29023" y="21053"/>
                  </a:lnTo>
                  <a:lnTo>
                    <a:pt x="28174" y="22672"/>
                  </a:lnTo>
                  <a:lnTo>
                    <a:pt x="26981" y="24471"/>
                  </a:lnTo>
                  <a:lnTo>
                    <a:pt x="20656" y="28171"/>
                  </a:lnTo>
                  <a:lnTo>
                    <a:pt x="18419" y="28800"/>
                  </a:lnTo>
                  <a:lnTo>
                    <a:pt x="12889" y="31340"/>
                  </a:lnTo>
                  <a:lnTo>
                    <a:pt x="11197" y="31237"/>
                  </a:lnTo>
                  <a:lnTo>
                    <a:pt x="10824" y="31117"/>
                  </a:lnTo>
                  <a:lnTo>
                    <a:pt x="9777" y="30000"/>
                  </a:lnTo>
                  <a:lnTo>
                    <a:pt x="8344" y="28961"/>
                  </a:lnTo>
                  <a:lnTo>
                    <a:pt x="7672" y="28156"/>
                  </a:lnTo>
                  <a:lnTo>
                    <a:pt x="7079" y="27001"/>
                  </a:lnTo>
                  <a:lnTo>
                    <a:pt x="7315" y="26283"/>
                  </a:lnTo>
                  <a:lnTo>
                    <a:pt x="8380" y="26002"/>
                  </a:lnTo>
                  <a:lnTo>
                    <a:pt x="9897" y="26021"/>
                  </a:lnTo>
                  <a:lnTo>
                    <a:pt x="12121" y="25180"/>
                  </a:lnTo>
                  <a:lnTo>
                    <a:pt x="11506" y="24424"/>
                  </a:lnTo>
                  <a:lnTo>
                    <a:pt x="10921" y="23963"/>
                  </a:lnTo>
                  <a:lnTo>
                    <a:pt x="10518" y="22958"/>
                  </a:lnTo>
                  <a:lnTo>
                    <a:pt x="9591" y="23154"/>
                  </a:lnTo>
                  <a:lnTo>
                    <a:pt x="8896" y="22578"/>
                  </a:lnTo>
                  <a:lnTo>
                    <a:pt x="7555" y="22216"/>
                  </a:lnTo>
                  <a:lnTo>
                    <a:pt x="4058" y="21868"/>
                  </a:lnTo>
                  <a:lnTo>
                    <a:pt x="1778" y="20883"/>
                  </a:lnTo>
                  <a:lnTo>
                    <a:pt x="1105" y="20293"/>
                  </a:lnTo>
                  <a:lnTo>
                    <a:pt x="513" y="19273"/>
                  </a:lnTo>
                  <a:lnTo>
                    <a:pt x="0" y="17837"/>
                  </a:lnTo>
                  <a:lnTo>
                    <a:pt x="748" y="12274"/>
                  </a:lnTo>
                  <a:lnTo>
                    <a:pt x="1261" y="10857"/>
                  </a:lnTo>
                  <a:lnTo>
                    <a:pt x="2447" y="10389"/>
                  </a:lnTo>
                  <a:lnTo>
                    <a:pt x="5345" y="11626"/>
                  </a:lnTo>
                  <a:lnTo>
                    <a:pt x="5734" y="11092"/>
                  </a:lnTo>
                  <a:lnTo>
                    <a:pt x="2563" y="9045"/>
                  </a:lnTo>
                  <a:lnTo>
                    <a:pt x="1398" y="7823"/>
                  </a:lnTo>
                  <a:lnTo>
                    <a:pt x="1055" y="6860"/>
                  </a:lnTo>
                  <a:lnTo>
                    <a:pt x="849" y="5446"/>
                  </a:lnTo>
                  <a:lnTo>
                    <a:pt x="852" y="4615"/>
                  </a:lnTo>
                  <a:lnTo>
                    <a:pt x="995" y="3778"/>
                  </a:lnTo>
                  <a:lnTo>
                    <a:pt x="1277" y="2940"/>
                  </a:lnTo>
                  <a:lnTo>
                    <a:pt x="2049" y="1806"/>
                  </a:lnTo>
                  <a:lnTo>
                    <a:pt x="5263" y="0"/>
                  </a:lnTo>
                  <a:lnTo>
                    <a:pt x="8766" y="615"/>
                  </a:lnTo>
                  <a:lnTo>
                    <a:pt x="14843" y="2836"/>
                  </a:lnTo>
                  <a:lnTo>
                    <a:pt x="15597" y="3306"/>
                  </a:lnTo>
                  <a:lnTo>
                    <a:pt x="17460" y="52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5"/>
            <p:cNvSpPr/>
            <p:nvPr/>
          </p:nvSpPr>
          <p:spPr>
            <a:xfrm>
              <a:off x="2321509" y="1536783"/>
              <a:ext cx="5202" cy="3661"/>
            </a:xfrm>
            <a:custGeom>
              <a:avLst/>
              <a:pathLst>
                <a:path w="5202" h="3661">
                  <a:moveTo>
                    <a:pt x="4546" y="3582"/>
                  </a:moveTo>
                  <a:lnTo>
                    <a:pt x="3262" y="3661"/>
                  </a:lnTo>
                  <a:lnTo>
                    <a:pt x="275" y="3126"/>
                  </a:lnTo>
                  <a:lnTo>
                    <a:pt x="37" y="2783"/>
                  </a:lnTo>
                  <a:lnTo>
                    <a:pt x="0" y="2129"/>
                  </a:lnTo>
                  <a:lnTo>
                    <a:pt x="397" y="249"/>
                  </a:lnTo>
                  <a:lnTo>
                    <a:pt x="1713" y="0"/>
                  </a:lnTo>
                  <a:lnTo>
                    <a:pt x="3279" y="1028"/>
                  </a:lnTo>
                  <a:lnTo>
                    <a:pt x="4967" y="2491"/>
                  </a:lnTo>
                  <a:lnTo>
                    <a:pt x="5202" y="317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6"/>
            <p:cNvSpPr/>
            <p:nvPr/>
          </p:nvSpPr>
          <p:spPr>
            <a:xfrm>
              <a:off x="2553306" y="1534798"/>
              <a:ext cx="25865" cy="17423"/>
            </a:xfrm>
            <a:custGeom>
              <a:avLst/>
              <a:pathLst>
                <a:path w="25865" h="17423">
                  <a:moveTo>
                    <a:pt x="25038" y="3614"/>
                  </a:moveTo>
                  <a:lnTo>
                    <a:pt x="25376" y="5354"/>
                  </a:lnTo>
                  <a:lnTo>
                    <a:pt x="25410" y="6175"/>
                  </a:lnTo>
                  <a:lnTo>
                    <a:pt x="25336" y="6866"/>
                  </a:lnTo>
                  <a:lnTo>
                    <a:pt x="25149" y="7359"/>
                  </a:lnTo>
                  <a:lnTo>
                    <a:pt x="24697" y="7800"/>
                  </a:lnTo>
                  <a:lnTo>
                    <a:pt x="25540" y="8955"/>
                  </a:lnTo>
                  <a:lnTo>
                    <a:pt x="25814" y="9731"/>
                  </a:lnTo>
                  <a:lnTo>
                    <a:pt x="25865" y="10352"/>
                  </a:lnTo>
                  <a:lnTo>
                    <a:pt x="25327" y="11552"/>
                  </a:lnTo>
                  <a:lnTo>
                    <a:pt x="21498" y="13141"/>
                  </a:lnTo>
                  <a:lnTo>
                    <a:pt x="20433" y="13906"/>
                  </a:lnTo>
                  <a:lnTo>
                    <a:pt x="19103" y="15794"/>
                  </a:lnTo>
                  <a:lnTo>
                    <a:pt x="17486" y="17422"/>
                  </a:lnTo>
                  <a:lnTo>
                    <a:pt x="16948" y="17413"/>
                  </a:lnTo>
                  <a:lnTo>
                    <a:pt x="16320" y="15727"/>
                  </a:lnTo>
                  <a:lnTo>
                    <a:pt x="13768" y="14487"/>
                  </a:lnTo>
                  <a:lnTo>
                    <a:pt x="8960" y="15133"/>
                  </a:lnTo>
                  <a:lnTo>
                    <a:pt x="3333" y="16695"/>
                  </a:lnTo>
                  <a:lnTo>
                    <a:pt x="1334" y="17423"/>
                  </a:lnTo>
                  <a:lnTo>
                    <a:pt x="324" y="17035"/>
                  </a:lnTo>
                  <a:lnTo>
                    <a:pt x="15" y="16454"/>
                  </a:lnTo>
                  <a:lnTo>
                    <a:pt x="0" y="15640"/>
                  </a:lnTo>
                  <a:lnTo>
                    <a:pt x="666" y="13262"/>
                  </a:lnTo>
                  <a:lnTo>
                    <a:pt x="935" y="12658"/>
                  </a:lnTo>
                  <a:lnTo>
                    <a:pt x="2225" y="11867"/>
                  </a:lnTo>
                  <a:lnTo>
                    <a:pt x="3101" y="9776"/>
                  </a:lnTo>
                  <a:lnTo>
                    <a:pt x="2815" y="7502"/>
                  </a:lnTo>
                  <a:lnTo>
                    <a:pt x="3152" y="4330"/>
                  </a:lnTo>
                  <a:lnTo>
                    <a:pt x="4033" y="3837"/>
                  </a:lnTo>
                  <a:lnTo>
                    <a:pt x="6242" y="4964"/>
                  </a:lnTo>
                  <a:lnTo>
                    <a:pt x="7671" y="5202"/>
                  </a:lnTo>
                  <a:lnTo>
                    <a:pt x="10202" y="5347"/>
                  </a:lnTo>
                  <a:lnTo>
                    <a:pt x="13603" y="4964"/>
                  </a:lnTo>
                  <a:lnTo>
                    <a:pt x="16337" y="3676"/>
                  </a:lnTo>
                  <a:lnTo>
                    <a:pt x="21322" y="0"/>
                  </a:lnTo>
                  <a:lnTo>
                    <a:pt x="22207" y="47"/>
                  </a:lnTo>
                  <a:lnTo>
                    <a:pt x="22841" y="1350"/>
                  </a:lnTo>
                  <a:lnTo>
                    <a:pt x="23308" y="1989"/>
                  </a:lnTo>
                  <a:lnTo>
                    <a:pt x="24789" y="298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7"/>
            <p:cNvSpPr/>
            <p:nvPr/>
          </p:nvSpPr>
          <p:spPr>
            <a:xfrm>
              <a:off x="2304110" y="1527310"/>
              <a:ext cx="5053" cy="7765"/>
            </a:xfrm>
            <a:custGeom>
              <a:avLst/>
              <a:pathLst>
                <a:path w="5053" h="7765">
                  <a:moveTo>
                    <a:pt x="4062" y="7572"/>
                  </a:moveTo>
                  <a:lnTo>
                    <a:pt x="3162" y="7765"/>
                  </a:lnTo>
                  <a:lnTo>
                    <a:pt x="579" y="6261"/>
                  </a:lnTo>
                  <a:lnTo>
                    <a:pt x="160" y="5696"/>
                  </a:lnTo>
                  <a:lnTo>
                    <a:pt x="0" y="5003"/>
                  </a:lnTo>
                  <a:lnTo>
                    <a:pt x="99" y="4182"/>
                  </a:lnTo>
                  <a:lnTo>
                    <a:pt x="922" y="2654"/>
                  </a:lnTo>
                  <a:lnTo>
                    <a:pt x="2469" y="415"/>
                  </a:lnTo>
                  <a:lnTo>
                    <a:pt x="3589" y="0"/>
                  </a:lnTo>
                  <a:lnTo>
                    <a:pt x="4282" y="1402"/>
                  </a:lnTo>
                  <a:lnTo>
                    <a:pt x="4964" y="3286"/>
                  </a:lnTo>
                  <a:lnTo>
                    <a:pt x="5053" y="4244"/>
                  </a:lnTo>
                  <a:lnTo>
                    <a:pt x="5007" y="5373"/>
                  </a:lnTo>
                  <a:lnTo>
                    <a:pt x="4829" y="6328"/>
                  </a:lnTo>
                  <a:lnTo>
                    <a:pt x="4518" y="71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8"/>
            <p:cNvSpPr/>
            <p:nvPr/>
          </p:nvSpPr>
          <p:spPr>
            <a:xfrm>
              <a:off x="2282412" y="1481669"/>
              <a:ext cx="11516" cy="8193"/>
            </a:xfrm>
            <a:custGeom>
              <a:avLst/>
              <a:pathLst>
                <a:path w="11516" h="8193">
                  <a:moveTo>
                    <a:pt x="11516" y="1493"/>
                  </a:moveTo>
                  <a:lnTo>
                    <a:pt x="10157" y="3497"/>
                  </a:lnTo>
                  <a:lnTo>
                    <a:pt x="9048" y="4648"/>
                  </a:lnTo>
                  <a:lnTo>
                    <a:pt x="6644" y="8073"/>
                  </a:lnTo>
                  <a:lnTo>
                    <a:pt x="6231" y="8193"/>
                  </a:lnTo>
                  <a:lnTo>
                    <a:pt x="5582" y="7747"/>
                  </a:lnTo>
                  <a:lnTo>
                    <a:pt x="5078" y="6847"/>
                  </a:lnTo>
                  <a:lnTo>
                    <a:pt x="4170" y="6631"/>
                  </a:lnTo>
                  <a:lnTo>
                    <a:pt x="3853" y="6062"/>
                  </a:lnTo>
                  <a:lnTo>
                    <a:pt x="3726" y="5599"/>
                  </a:lnTo>
                  <a:lnTo>
                    <a:pt x="3323" y="5305"/>
                  </a:lnTo>
                  <a:lnTo>
                    <a:pt x="2683" y="5120"/>
                  </a:lnTo>
                  <a:lnTo>
                    <a:pt x="1654" y="5472"/>
                  </a:lnTo>
                  <a:lnTo>
                    <a:pt x="710" y="5117"/>
                  </a:lnTo>
                  <a:lnTo>
                    <a:pt x="0" y="3618"/>
                  </a:lnTo>
                  <a:lnTo>
                    <a:pt x="1314" y="2613"/>
                  </a:lnTo>
                  <a:lnTo>
                    <a:pt x="2126" y="1754"/>
                  </a:lnTo>
                  <a:lnTo>
                    <a:pt x="5271" y="1416"/>
                  </a:lnTo>
                  <a:lnTo>
                    <a:pt x="6158" y="1810"/>
                  </a:lnTo>
                  <a:lnTo>
                    <a:pt x="6715" y="1800"/>
                  </a:lnTo>
                  <a:lnTo>
                    <a:pt x="7564" y="1567"/>
                  </a:lnTo>
                  <a:lnTo>
                    <a:pt x="9422" y="497"/>
                  </a:lnTo>
                  <a:lnTo>
                    <a:pt x="9700" y="0"/>
                  </a:lnTo>
                  <a:lnTo>
                    <a:pt x="11361" y="6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59"/>
            <p:cNvSpPr/>
            <p:nvPr/>
          </p:nvSpPr>
          <p:spPr>
            <a:xfrm>
              <a:off x="2641228" y="1405855"/>
              <a:ext cx="14413" cy="12249"/>
            </a:xfrm>
            <a:custGeom>
              <a:avLst/>
              <a:pathLst>
                <a:path w="14413" h="12249">
                  <a:moveTo>
                    <a:pt x="8563" y="0"/>
                  </a:moveTo>
                  <a:lnTo>
                    <a:pt x="9326" y="3126"/>
                  </a:lnTo>
                  <a:lnTo>
                    <a:pt x="9665" y="5994"/>
                  </a:lnTo>
                  <a:lnTo>
                    <a:pt x="10852" y="7817"/>
                  </a:lnTo>
                  <a:lnTo>
                    <a:pt x="13396" y="7559"/>
                  </a:lnTo>
                  <a:lnTo>
                    <a:pt x="14413" y="10945"/>
                  </a:lnTo>
                  <a:lnTo>
                    <a:pt x="12548" y="12249"/>
                  </a:lnTo>
                  <a:lnTo>
                    <a:pt x="5172" y="11727"/>
                  </a:lnTo>
                  <a:lnTo>
                    <a:pt x="2119" y="11987"/>
                  </a:lnTo>
                  <a:lnTo>
                    <a:pt x="0" y="9903"/>
                  </a:lnTo>
                  <a:lnTo>
                    <a:pt x="84" y="6254"/>
                  </a:lnTo>
                  <a:lnTo>
                    <a:pt x="338" y="2605"/>
                  </a:lnTo>
                  <a:lnTo>
                    <a:pt x="2458" y="522"/>
                  </a:lnTo>
                  <a:lnTo>
                    <a:pt x="4239" y="2344"/>
                  </a:lnTo>
                  <a:lnTo>
                    <a:pt x="6358" y="104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0"/>
            <p:cNvSpPr/>
            <p:nvPr/>
          </p:nvSpPr>
          <p:spPr>
            <a:xfrm>
              <a:off x="2639362" y="1367546"/>
              <a:ext cx="4833" cy="20328"/>
            </a:xfrm>
            <a:custGeom>
              <a:avLst/>
              <a:pathLst>
                <a:path w="4833" h="20328">
                  <a:moveTo>
                    <a:pt x="4833" y="19545"/>
                  </a:moveTo>
                  <a:lnTo>
                    <a:pt x="3730" y="20328"/>
                  </a:lnTo>
                  <a:lnTo>
                    <a:pt x="0" y="8080"/>
                  </a:lnTo>
                  <a:lnTo>
                    <a:pt x="0" y="3650"/>
                  </a:lnTo>
                  <a:lnTo>
                    <a:pt x="254" y="261"/>
                  </a:lnTo>
                  <a:lnTo>
                    <a:pt x="1950" y="0"/>
                  </a:lnTo>
                  <a:lnTo>
                    <a:pt x="3391" y="1825"/>
                  </a:lnTo>
                  <a:lnTo>
                    <a:pt x="4069" y="886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1"/>
            <p:cNvSpPr/>
            <p:nvPr/>
          </p:nvSpPr>
          <p:spPr>
            <a:xfrm>
              <a:off x="2125900" y="1344992"/>
              <a:ext cx="10204" cy="4450"/>
            </a:xfrm>
            <a:custGeom>
              <a:avLst/>
              <a:pathLst>
                <a:path w="10204" h="4450">
                  <a:moveTo>
                    <a:pt x="7956" y="4189"/>
                  </a:moveTo>
                  <a:lnTo>
                    <a:pt x="4531" y="4450"/>
                  </a:lnTo>
                  <a:lnTo>
                    <a:pt x="1158" y="3299"/>
                  </a:lnTo>
                  <a:lnTo>
                    <a:pt x="0" y="2409"/>
                  </a:lnTo>
                  <a:lnTo>
                    <a:pt x="51" y="1047"/>
                  </a:lnTo>
                  <a:lnTo>
                    <a:pt x="562" y="577"/>
                  </a:lnTo>
                  <a:lnTo>
                    <a:pt x="2385" y="105"/>
                  </a:lnTo>
                  <a:lnTo>
                    <a:pt x="3901" y="0"/>
                  </a:lnTo>
                  <a:lnTo>
                    <a:pt x="4923" y="210"/>
                  </a:lnTo>
                  <a:lnTo>
                    <a:pt x="7325" y="1047"/>
                  </a:lnTo>
                  <a:lnTo>
                    <a:pt x="9063" y="1885"/>
                  </a:lnTo>
                  <a:lnTo>
                    <a:pt x="10204" y="2148"/>
                  </a:lnTo>
                  <a:lnTo>
                    <a:pt x="9881" y="33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2"/>
            <p:cNvSpPr/>
            <p:nvPr/>
          </p:nvSpPr>
          <p:spPr>
            <a:xfrm>
              <a:off x="2647681" y="1332950"/>
              <a:ext cx="5563" cy="6863"/>
            </a:xfrm>
            <a:custGeom>
              <a:avLst/>
              <a:pathLst>
                <a:path w="5563" h="6863">
                  <a:moveTo>
                    <a:pt x="2560" y="6863"/>
                  </a:moveTo>
                  <a:lnTo>
                    <a:pt x="692" y="6863"/>
                  </a:lnTo>
                  <a:lnTo>
                    <a:pt x="0" y="6094"/>
                  </a:lnTo>
                  <a:lnTo>
                    <a:pt x="442" y="4735"/>
                  </a:lnTo>
                  <a:lnTo>
                    <a:pt x="3040" y="354"/>
                  </a:lnTo>
                  <a:lnTo>
                    <a:pt x="3907" y="0"/>
                  </a:lnTo>
                  <a:lnTo>
                    <a:pt x="5177" y="472"/>
                  </a:lnTo>
                  <a:lnTo>
                    <a:pt x="5563" y="2722"/>
                  </a:lnTo>
                  <a:lnTo>
                    <a:pt x="4715" y="49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3"/>
            <p:cNvSpPr/>
            <p:nvPr/>
          </p:nvSpPr>
          <p:spPr>
            <a:xfrm>
              <a:off x="2637157" y="1316207"/>
              <a:ext cx="4155" cy="14854"/>
            </a:xfrm>
            <a:custGeom>
              <a:avLst/>
              <a:pathLst>
                <a:path w="4155" h="14854">
                  <a:moveTo>
                    <a:pt x="3052" y="13812"/>
                  </a:moveTo>
                  <a:lnTo>
                    <a:pt x="1780" y="14854"/>
                  </a:lnTo>
                  <a:lnTo>
                    <a:pt x="933" y="11727"/>
                  </a:lnTo>
                  <a:lnTo>
                    <a:pt x="169" y="7557"/>
                  </a:lnTo>
                  <a:lnTo>
                    <a:pt x="0" y="2866"/>
                  </a:lnTo>
                  <a:lnTo>
                    <a:pt x="1950" y="520"/>
                  </a:lnTo>
                  <a:lnTo>
                    <a:pt x="2968" y="0"/>
                  </a:lnTo>
                  <a:lnTo>
                    <a:pt x="3646" y="520"/>
                  </a:lnTo>
                  <a:lnTo>
                    <a:pt x="3476" y="2607"/>
                  </a:lnTo>
                  <a:lnTo>
                    <a:pt x="3476" y="6775"/>
                  </a:lnTo>
                  <a:lnTo>
                    <a:pt x="4155" y="964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4"/>
            <p:cNvSpPr/>
            <p:nvPr/>
          </p:nvSpPr>
          <p:spPr>
            <a:xfrm>
              <a:off x="2638853" y="1268516"/>
              <a:ext cx="16703" cy="10163"/>
            </a:xfrm>
            <a:custGeom>
              <a:avLst/>
              <a:pathLst>
                <a:path w="16703" h="10163">
                  <a:moveTo>
                    <a:pt x="14668" y="6775"/>
                  </a:moveTo>
                  <a:lnTo>
                    <a:pt x="10598" y="10163"/>
                  </a:lnTo>
                  <a:lnTo>
                    <a:pt x="4578" y="9903"/>
                  </a:lnTo>
                  <a:lnTo>
                    <a:pt x="1017" y="8339"/>
                  </a:lnTo>
                  <a:lnTo>
                    <a:pt x="0" y="5993"/>
                  </a:lnTo>
                  <a:lnTo>
                    <a:pt x="1356" y="3389"/>
                  </a:lnTo>
                  <a:lnTo>
                    <a:pt x="5680" y="1302"/>
                  </a:lnTo>
                  <a:lnTo>
                    <a:pt x="11107" y="0"/>
                  </a:lnTo>
                  <a:lnTo>
                    <a:pt x="16024" y="782"/>
                  </a:lnTo>
                  <a:lnTo>
                    <a:pt x="16703" y="33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5"/>
            <p:cNvSpPr/>
            <p:nvPr/>
          </p:nvSpPr>
          <p:spPr>
            <a:xfrm>
              <a:off x="2634313" y="1207408"/>
              <a:ext cx="9092" cy="9127"/>
            </a:xfrm>
            <a:custGeom>
              <a:avLst/>
              <a:pathLst>
                <a:path w="9092" h="9127">
                  <a:moveTo>
                    <a:pt x="9092" y="8176"/>
                  </a:moveTo>
                  <a:lnTo>
                    <a:pt x="8103" y="9127"/>
                  </a:lnTo>
                  <a:lnTo>
                    <a:pt x="5567" y="8746"/>
                  </a:lnTo>
                  <a:lnTo>
                    <a:pt x="2319" y="6084"/>
                  </a:lnTo>
                  <a:lnTo>
                    <a:pt x="154" y="3898"/>
                  </a:lnTo>
                  <a:lnTo>
                    <a:pt x="0" y="1331"/>
                  </a:lnTo>
                  <a:lnTo>
                    <a:pt x="1113" y="192"/>
                  </a:lnTo>
                  <a:lnTo>
                    <a:pt x="2845" y="0"/>
                  </a:lnTo>
                  <a:lnTo>
                    <a:pt x="5226" y="2187"/>
                  </a:lnTo>
                  <a:lnTo>
                    <a:pt x="7670" y="513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6"/>
            <p:cNvSpPr/>
            <p:nvPr/>
          </p:nvSpPr>
          <p:spPr>
            <a:xfrm>
              <a:off x="2367624" y="1190596"/>
              <a:ext cx="25008" cy="18501"/>
            </a:xfrm>
            <a:custGeom>
              <a:avLst/>
              <a:pathLst>
                <a:path w="25008" h="18501">
                  <a:moveTo>
                    <a:pt x="23906" y="17980"/>
                  </a:moveTo>
                  <a:lnTo>
                    <a:pt x="21955" y="18501"/>
                  </a:lnTo>
                  <a:lnTo>
                    <a:pt x="17885" y="15374"/>
                  </a:lnTo>
                  <a:lnTo>
                    <a:pt x="11442" y="12246"/>
                  </a:lnTo>
                  <a:lnTo>
                    <a:pt x="5761" y="10163"/>
                  </a:lnTo>
                  <a:lnTo>
                    <a:pt x="420" y="4690"/>
                  </a:lnTo>
                  <a:lnTo>
                    <a:pt x="0" y="2745"/>
                  </a:lnTo>
                  <a:lnTo>
                    <a:pt x="759" y="1040"/>
                  </a:lnTo>
                  <a:lnTo>
                    <a:pt x="5422" y="780"/>
                  </a:lnTo>
                  <a:lnTo>
                    <a:pt x="9152" y="0"/>
                  </a:lnTo>
                  <a:lnTo>
                    <a:pt x="18649" y="3386"/>
                  </a:lnTo>
                  <a:lnTo>
                    <a:pt x="23397" y="6253"/>
                  </a:lnTo>
                  <a:lnTo>
                    <a:pt x="25008" y="8599"/>
                  </a:lnTo>
                  <a:lnTo>
                    <a:pt x="24753" y="132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7"/>
            <p:cNvSpPr/>
            <p:nvPr/>
          </p:nvSpPr>
          <p:spPr>
            <a:xfrm>
              <a:off x="2122794" y="1163781"/>
              <a:ext cx="590207" cy="702798"/>
            </a:xfrm>
            <a:custGeom>
              <a:avLst/>
              <a:pathLst>
                <a:path w="590207" h="702798">
                  <a:moveTo>
                    <a:pt x="412091" y="1027"/>
                  </a:moveTo>
                  <a:lnTo>
                    <a:pt x="421329" y="2802"/>
                  </a:lnTo>
                  <a:lnTo>
                    <a:pt x="426214" y="4866"/>
                  </a:lnTo>
                  <a:lnTo>
                    <a:pt x="427241" y="4798"/>
                  </a:lnTo>
                  <a:lnTo>
                    <a:pt x="433861" y="5590"/>
                  </a:lnTo>
                  <a:lnTo>
                    <a:pt x="440148" y="6580"/>
                  </a:lnTo>
                  <a:lnTo>
                    <a:pt x="450598" y="9159"/>
                  </a:lnTo>
                  <a:lnTo>
                    <a:pt x="452063" y="10005"/>
                  </a:lnTo>
                  <a:lnTo>
                    <a:pt x="450934" y="10699"/>
                  </a:lnTo>
                  <a:lnTo>
                    <a:pt x="448336" y="11176"/>
                  </a:lnTo>
                  <a:lnTo>
                    <a:pt x="434981" y="12025"/>
                  </a:lnTo>
                  <a:lnTo>
                    <a:pt x="410754" y="13066"/>
                  </a:lnTo>
                  <a:lnTo>
                    <a:pt x="396891" y="15090"/>
                  </a:lnTo>
                  <a:lnTo>
                    <a:pt x="392481" y="15195"/>
                  </a:lnTo>
                  <a:lnTo>
                    <a:pt x="392096" y="18207"/>
                  </a:lnTo>
                  <a:lnTo>
                    <a:pt x="393980" y="18371"/>
                  </a:lnTo>
                  <a:lnTo>
                    <a:pt x="397068" y="17964"/>
                  </a:lnTo>
                  <a:lnTo>
                    <a:pt x="407927" y="14949"/>
                  </a:lnTo>
                  <a:lnTo>
                    <a:pt x="411988" y="14452"/>
                  </a:lnTo>
                  <a:lnTo>
                    <a:pt x="419569" y="14703"/>
                  </a:lnTo>
                  <a:lnTo>
                    <a:pt x="429409" y="15834"/>
                  </a:lnTo>
                  <a:lnTo>
                    <a:pt x="433379" y="15436"/>
                  </a:lnTo>
                  <a:lnTo>
                    <a:pt x="440459" y="15732"/>
                  </a:lnTo>
                  <a:lnTo>
                    <a:pt x="448739" y="14868"/>
                  </a:lnTo>
                  <a:lnTo>
                    <a:pt x="458520" y="13001"/>
                  </a:lnTo>
                  <a:lnTo>
                    <a:pt x="461195" y="17169"/>
                  </a:lnTo>
                  <a:lnTo>
                    <a:pt x="464799" y="21340"/>
                  </a:lnTo>
                  <a:lnTo>
                    <a:pt x="467651" y="20879"/>
                  </a:lnTo>
                  <a:lnTo>
                    <a:pt x="470094" y="21112"/>
                  </a:lnTo>
                  <a:lnTo>
                    <a:pt x="470920" y="22482"/>
                  </a:lnTo>
                  <a:lnTo>
                    <a:pt x="472256" y="23062"/>
                  </a:lnTo>
                  <a:lnTo>
                    <a:pt x="475022" y="22750"/>
                  </a:lnTo>
                  <a:lnTo>
                    <a:pt x="483501" y="23947"/>
                  </a:lnTo>
                  <a:lnTo>
                    <a:pt x="489320" y="26097"/>
                  </a:lnTo>
                  <a:lnTo>
                    <a:pt x="491510" y="27099"/>
                  </a:lnTo>
                  <a:lnTo>
                    <a:pt x="492561" y="28527"/>
                  </a:lnTo>
                  <a:lnTo>
                    <a:pt x="493156" y="29673"/>
                  </a:lnTo>
                  <a:lnTo>
                    <a:pt x="492241" y="31082"/>
                  </a:lnTo>
                  <a:lnTo>
                    <a:pt x="488606" y="33591"/>
                  </a:lnTo>
                  <a:lnTo>
                    <a:pt x="484004" y="35898"/>
                  </a:lnTo>
                  <a:lnTo>
                    <a:pt x="477799" y="37672"/>
                  </a:lnTo>
                  <a:lnTo>
                    <a:pt x="470645" y="38784"/>
                  </a:lnTo>
                  <a:lnTo>
                    <a:pt x="415682" y="42504"/>
                  </a:lnTo>
                  <a:lnTo>
                    <a:pt x="413823" y="43388"/>
                  </a:lnTo>
                  <a:lnTo>
                    <a:pt x="412721" y="45646"/>
                  </a:lnTo>
                  <a:lnTo>
                    <a:pt x="413455" y="48582"/>
                  </a:lnTo>
                  <a:lnTo>
                    <a:pt x="416023" y="49041"/>
                  </a:lnTo>
                  <a:lnTo>
                    <a:pt x="422026" y="47388"/>
                  </a:lnTo>
                  <a:lnTo>
                    <a:pt x="432408" y="45822"/>
                  </a:lnTo>
                  <a:lnTo>
                    <a:pt x="440037" y="45897"/>
                  </a:lnTo>
                  <a:lnTo>
                    <a:pt x="458276" y="47233"/>
                  </a:lnTo>
                  <a:lnTo>
                    <a:pt x="463656" y="50729"/>
                  </a:lnTo>
                  <a:lnTo>
                    <a:pt x="466503" y="56102"/>
                  </a:lnTo>
                  <a:lnTo>
                    <a:pt x="472814" y="54895"/>
                  </a:lnTo>
                  <a:lnTo>
                    <a:pt x="474164" y="53973"/>
                  </a:lnTo>
                  <a:lnTo>
                    <a:pt x="475156" y="52373"/>
                  </a:lnTo>
                  <a:lnTo>
                    <a:pt x="475948" y="50656"/>
                  </a:lnTo>
                  <a:lnTo>
                    <a:pt x="476542" y="48825"/>
                  </a:lnTo>
                  <a:lnTo>
                    <a:pt x="477205" y="47578"/>
                  </a:lnTo>
                  <a:lnTo>
                    <a:pt x="477937" y="46917"/>
                  </a:lnTo>
                  <a:lnTo>
                    <a:pt x="479510" y="46365"/>
                  </a:lnTo>
                  <a:lnTo>
                    <a:pt x="483131" y="45699"/>
                  </a:lnTo>
                  <a:lnTo>
                    <a:pt x="492628" y="45052"/>
                  </a:lnTo>
                  <a:lnTo>
                    <a:pt x="494912" y="45237"/>
                  </a:lnTo>
                  <a:lnTo>
                    <a:pt x="496552" y="47744"/>
                  </a:lnTo>
                  <a:lnTo>
                    <a:pt x="496908" y="49210"/>
                  </a:lnTo>
                  <a:lnTo>
                    <a:pt x="497027" y="51119"/>
                  </a:lnTo>
                  <a:lnTo>
                    <a:pt x="496974" y="53473"/>
                  </a:lnTo>
                  <a:lnTo>
                    <a:pt x="496752" y="56274"/>
                  </a:lnTo>
                  <a:lnTo>
                    <a:pt x="495945" y="59046"/>
                  </a:lnTo>
                  <a:lnTo>
                    <a:pt x="493317" y="63888"/>
                  </a:lnTo>
                  <a:lnTo>
                    <a:pt x="491204" y="66525"/>
                  </a:lnTo>
                  <a:lnTo>
                    <a:pt x="488925" y="68425"/>
                  </a:lnTo>
                  <a:lnTo>
                    <a:pt x="484555" y="72764"/>
                  </a:lnTo>
                  <a:lnTo>
                    <a:pt x="483041" y="73923"/>
                  </a:lnTo>
                  <a:lnTo>
                    <a:pt x="478237" y="78981"/>
                  </a:lnTo>
                  <a:lnTo>
                    <a:pt x="477046" y="81326"/>
                  </a:lnTo>
                  <a:lnTo>
                    <a:pt x="476976" y="83043"/>
                  </a:lnTo>
                  <a:lnTo>
                    <a:pt x="477802" y="83370"/>
                  </a:lnTo>
                  <a:lnTo>
                    <a:pt x="479195" y="81756"/>
                  </a:lnTo>
                  <a:lnTo>
                    <a:pt x="479713" y="80603"/>
                  </a:lnTo>
                  <a:lnTo>
                    <a:pt x="480610" y="79397"/>
                  </a:lnTo>
                  <a:lnTo>
                    <a:pt x="487688" y="76218"/>
                  </a:lnTo>
                  <a:lnTo>
                    <a:pt x="489207" y="75332"/>
                  </a:lnTo>
                  <a:lnTo>
                    <a:pt x="493837" y="71551"/>
                  </a:lnTo>
                  <a:lnTo>
                    <a:pt x="496792" y="70132"/>
                  </a:lnTo>
                  <a:lnTo>
                    <a:pt x="499221" y="68649"/>
                  </a:lnTo>
                  <a:lnTo>
                    <a:pt x="500508" y="67596"/>
                  </a:lnTo>
                  <a:lnTo>
                    <a:pt x="507624" y="60139"/>
                  </a:lnTo>
                  <a:lnTo>
                    <a:pt x="511333" y="57907"/>
                  </a:lnTo>
                  <a:lnTo>
                    <a:pt x="515228" y="57903"/>
                  </a:lnTo>
                  <a:lnTo>
                    <a:pt x="515918" y="61680"/>
                  </a:lnTo>
                  <a:lnTo>
                    <a:pt x="520586" y="62265"/>
                  </a:lnTo>
                  <a:lnTo>
                    <a:pt x="522613" y="62102"/>
                  </a:lnTo>
                  <a:lnTo>
                    <a:pt x="525869" y="63020"/>
                  </a:lnTo>
                  <a:lnTo>
                    <a:pt x="527296" y="63780"/>
                  </a:lnTo>
                  <a:lnTo>
                    <a:pt x="529726" y="64163"/>
                  </a:lnTo>
                  <a:lnTo>
                    <a:pt x="532231" y="65064"/>
                  </a:lnTo>
                  <a:lnTo>
                    <a:pt x="534441" y="64097"/>
                  </a:lnTo>
                  <a:lnTo>
                    <a:pt x="535087" y="63491"/>
                  </a:lnTo>
                  <a:lnTo>
                    <a:pt x="537221" y="60744"/>
                  </a:lnTo>
                  <a:lnTo>
                    <a:pt x="540104" y="58311"/>
                  </a:lnTo>
                  <a:lnTo>
                    <a:pt x="542778" y="55273"/>
                  </a:lnTo>
                  <a:lnTo>
                    <a:pt x="543665" y="54537"/>
                  </a:lnTo>
                  <a:lnTo>
                    <a:pt x="545069" y="53867"/>
                  </a:lnTo>
                  <a:lnTo>
                    <a:pt x="546528" y="53605"/>
                  </a:lnTo>
                  <a:lnTo>
                    <a:pt x="550503" y="52184"/>
                  </a:lnTo>
                  <a:lnTo>
                    <a:pt x="551511" y="52084"/>
                  </a:lnTo>
                  <a:lnTo>
                    <a:pt x="553656" y="52533"/>
                  </a:lnTo>
                  <a:lnTo>
                    <a:pt x="563130" y="52766"/>
                  </a:lnTo>
                  <a:lnTo>
                    <a:pt x="568298" y="53499"/>
                  </a:lnTo>
                  <a:lnTo>
                    <a:pt x="575493" y="55534"/>
                  </a:lnTo>
                  <a:lnTo>
                    <a:pt x="580508" y="56648"/>
                  </a:lnTo>
                  <a:lnTo>
                    <a:pt x="582830" y="57635"/>
                  </a:lnTo>
                  <a:lnTo>
                    <a:pt x="586212" y="59750"/>
                  </a:lnTo>
                  <a:lnTo>
                    <a:pt x="588938" y="61963"/>
                  </a:lnTo>
                  <a:lnTo>
                    <a:pt x="590207" y="62614"/>
                  </a:lnTo>
                  <a:lnTo>
                    <a:pt x="590158" y="63316"/>
                  </a:lnTo>
                  <a:lnTo>
                    <a:pt x="589214" y="64286"/>
                  </a:lnTo>
                  <a:lnTo>
                    <a:pt x="582460" y="67678"/>
                  </a:lnTo>
                  <a:lnTo>
                    <a:pt x="580250" y="69945"/>
                  </a:lnTo>
                  <a:lnTo>
                    <a:pt x="573857" y="74221"/>
                  </a:lnTo>
                  <a:lnTo>
                    <a:pt x="570733" y="75690"/>
                  </a:lnTo>
                  <a:lnTo>
                    <a:pt x="567338" y="76266"/>
                  </a:lnTo>
                  <a:lnTo>
                    <a:pt x="563559" y="76404"/>
                  </a:lnTo>
                  <a:lnTo>
                    <a:pt x="561108" y="77019"/>
                  </a:lnTo>
                  <a:lnTo>
                    <a:pt x="560745" y="77605"/>
                  </a:lnTo>
                  <a:lnTo>
                    <a:pt x="562491" y="79379"/>
                  </a:lnTo>
                  <a:lnTo>
                    <a:pt x="563259" y="80643"/>
                  </a:lnTo>
                  <a:lnTo>
                    <a:pt x="563148" y="81767"/>
                  </a:lnTo>
                  <a:lnTo>
                    <a:pt x="561311" y="83432"/>
                  </a:lnTo>
                  <a:lnTo>
                    <a:pt x="560616" y="83810"/>
                  </a:lnTo>
                  <a:lnTo>
                    <a:pt x="553976" y="85047"/>
                  </a:lnTo>
                  <a:lnTo>
                    <a:pt x="550626" y="87146"/>
                  </a:lnTo>
                  <a:lnTo>
                    <a:pt x="546253" y="87403"/>
                  </a:lnTo>
                  <a:lnTo>
                    <a:pt x="543163" y="87163"/>
                  </a:lnTo>
                  <a:lnTo>
                    <a:pt x="538917" y="89421"/>
                  </a:lnTo>
                  <a:lnTo>
                    <a:pt x="540579" y="91258"/>
                  </a:lnTo>
                  <a:lnTo>
                    <a:pt x="542101" y="92056"/>
                  </a:lnTo>
                  <a:lnTo>
                    <a:pt x="546833" y="93728"/>
                  </a:lnTo>
                  <a:lnTo>
                    <a:pt x="546877" y="94689"/>
                  </a:lnTo>
                  <a:lnTo>
                    <a:pt x="544617" y="96631"/>
                  </a:lnTo>
                  <a:lnTo>
                    <a:pt x="541531" y="98920"/>
                  </a:lnTo>
                  <a:lnTo>
                    <a:pt x="537881" y="100507"/>
                  </a:lnTo>
                  <a:lnTo>
                    <a:pt x="536509" y="100745"/>
                  </a:lnTo>
                  <a:lnTo>
                    <a:pt x="534778" y="100347"/>
                  </a:lnTo>
                  <a:lnTo>
                    <a:pt x="533182" y="100432"/>
                  </a:lnTo>
                  <a:lnTo>
                    <a:pt x="529667" y="101163"/>
                  </a:lnTo>
                  <a:lnTo>
                    <a:pt x="526320" y="101280"/>
                  </a:lnTo>
                  <a:lnTo>
                    <a:pt x="520344" y="100245"/>
                  </a:lnTo>
                  <a:lnTo>
                    <a:pt x="517110" y="99048"/>
                  </a:lnTo>
                  <a:lnTo>
                    <a:pt x="515408" y="98634"/>
                  </a:lnTo>
                  <a:lnTo>
                    <a:pt x="513262" y="98749"/>
                  </a:lnTo>
                  <a:lnTo>
                    <a:pt x="512437" y="99231"/>
                  </a:lnTo>
                  <a:lnTo>
                    <a:pt x="509055" y="102088"/>
                  </a:lnTo>
                  <a:lnTo>
                    <a:pt x="507395" y="104039"/>
                  </a:lnTo>
                  <a:lnTo>
                    <a:pt x="506331" y="106033"/>
                  </a:lnTo>
                  <a:lnTo>
                    <a:pt x="505877" y="108207"/>
                  </a:lnTo>
                  <a:lnTo>
                    <a:pt x="506031" y="110562"/>
                  </a:lnTo>
                  <a:lnTo>
                    <a:pt x="506444" y="112175"/>
                  </a:lnTo>
                  <a:lnTo>
                    <a:pt x="507113" y="113049"/>
                  </a:lnTo>
                  <a:lnTo>
                    <a:pt x="507915" y="113579"/>
                  </a:lnTo>
                  <a:lnTo>
                    <a:pt x="509320" y="113856"/>
                  </a:lnTo>
                  <a:lnTo>
                    <a:pt x="512410" y="113593"/>
                  </a:lnTo>
                  <a:lnTo>
                    <a:pt x="513625" y="113742"/>
                  </a:lnTo>
                  <a:lnTo>
                    <a:pt x="513995" y="114219"/>
                  </a:lnTo>
                  <a:lnTo>
                    <a:pt x="514662" y="115727"/>
                  </a:lnTo>
                  <a:lnTo>
                    <a:pt x="514543" y="117150"/>
                  </a:lnTo>
                  <a:lnTo>
                    <a:pt x="513983" y="119150"/>
                  </a:lnTo>
                  <a:lnTo>
                    <a:pt x="513550" y="121482"/>
                  </a:lnTo>
                  <a:lnTo>
                    <a:pt x="513243" y="124149"/>
                  </a:lnTo>
                  <a:lnTo>
                    <a:pt x="513408" y="125606"/>
                  </a:lnTo>
                  <a:lnTo>
                    <a:pt x="514658" y="125925"/>
                  </a:lnTo>
                  <a:lnTo>
                    <a:pt x="515245" y="125820"/>
                  </a:lnTo>
                  <a:lnTo>
                    <a:pt x="515925" y="126298"/>
                  </a:lnTo>
                  <a:lnTo>
                    <a:pt x="516698" y="127361"/>
                  </a:lnTo>
                  <a:lnTo>
                    <a:pt x="517280" y="128483"/>
                  </a:lnTo>
                  <a:lnTo>
                    <a:pt x="517669" y="129667"/>
                  </a:lnTo>
                  <a:lnTo>
                    <a:pt x="517465" y="130643"/>
                  </a:lnTo>
                  <a:lnTo>
                    <a:pt x="516668" y="131412"/>
                  </a:lnTo>
                  <a:lnTo>
                    <a:pt x="514868" y="132279"/>
                  </a:lnTo>
                  <a:lnTo>
                    <a:pt x="510437" y="133992"/>
                  </a:lnTo>
                  <a:lnTo>
                    <a:pt x="509988" y="134514"/>
                  </a:lnTo>
                  <a:lnTo>
                    <a:pt x="509639" y="135556"/>
                  </a:lnTo>
                  <a:lnTo>
                    <a:pt x="509394" y="137121"/>
                  </a:lnTo>
                  <a:lnTo>
                    <a:pt x="508859" y="138545"/>
                  </a:lnTo>
                  <a:lnTo>
                    <a:pt x="508035" y="139825"/>
                  </a:lnTo>
                  <a:lnTo>
                    <a:pt x="507289" y="140588"/>
                  </a:lnTo>
                  <a:lnTo>
                    <a:pt x="505853" y="140927"/>
                  </a:lnTo>
                  <a:lnTo>
                    <a:pt x="503971" y="140972"/>
                  </a:lnTo>
                  <a:lnTo>
                    <a:pt x="501857" y="141708"/>
                  </a:lnTo>
                  <a:lnTo>
                    <a:pt x="496875" y="146000"/>
                  </a:lnTo>
                  <a:lnTo>
                    <a:pt x="496801" y="146476"/>
                  </a:lnTo>
                  <a:lnTo>
                    <a:pt x="498666" y="147854"/>
                  </a:lnTo>
                  <a:lnTo>
                    <a:pt x="498587" y="149062"/>
                  </a:lnTo>
                  <a:lnTo>
                    <a:pt x="496289" y="154239"/>
                  </a:lnTo>
                  <a:lnTo>
                    <a:pt x="495660" y="156804"/>
                  </a:lnTo>
                  <a:lnTo>
                    <a:pt x="495162" y="160322"/>
                  </a:lnTo>
                  <a:lnTo>
                    <a:pt x="494342" y="163288"/>
                  </a:lnTo>
                  <a:lnTo>
                    <a:pt x="493201" y="165704"/>
                  </a:lnTo>
                  <a:lnTo>
                    <a:pt x="492079" y="168493"/>
                  </a:lnTo>
                  <a:lnTo>
                    <a:pt x="490974" y="171649"/>
                  </a:lnTo>
                  <a:lnTo>
                    <a:pt x="491147" y="174075"/>
                  </a:lnTo>
                  <a:lnTo>
                    <a:pt x="492596" y="175764"/>
                  </a:lnTo>
                  <a:lnTo>
                    <a:pt x="494511" y="174399"/>
                  </a:lnTo>
                  <a:lnTo>
                    <a:pt x="496893" y="169977"/>
                  </a:lnTo>
                  <a:lnTo>
                    <a:pt x="499482" y="168067"/>
                  </a:lnTo>
                  <a:lnTo>
                    <a:pt x="502277" y="168667"/>
                  </a:lnTo>
                  <a:lnTo>
                    <a:pt x="504712" y="169542"/>
                  </a:lnTo>
                  <a:lnTo>
                    <a:pt x="507822" y="171272"/>
                  </a:lnTo>
                  <a:lnTo>
                    <a:pt x="510425" y="172349"/>
                  </a:lnTo>
                  <a:lnTo>
                    <a:pt x="512674" y="173769"/>
                  </a:lnTo>
                  <a:lnTo>
                    <a:pt x="513601" y="174967"/>
                  </a:lnTo>
                  <a:lnTo>
                    <a:pt x="514534" y="176653"/>
                  </a:lnTo>
                  <a:lnTo>
                    <a:pt x="514542" y="177718"/>
                  </a:lnTo>
                  <a:lnTo>
                    <a:pt x="512894" y="178292"/>
                  </a:lnTo>
                  <a:lnTo>
                    <a:pt x="512350" y="178110"/>
                  </a:lnTo>
                  <a:lnTo>
                    <a:pt x="508225" y="175321"/>
                  </a:lnTo>
                  <a:lnTo>
                    <a:pt x="506217" y="174627"/>
                  </a:lnTo>
                  <a:lnTo>
                    <a:pt x="503552" y="175461"/>
                  </a:lnTo>
                  <a:lnTo>
                    <a:pt x="501230" y="176721"/>
                  </a:lnTo>
                  <a:lnTo>
                    <a:pt x="503316" y="181794"/>
                  </a:lnTo>
                  <a:lnTo>
                    <a:pt x="505545" y="184126"/>
                  </a:lnTo>
                  <a:lnTo>
                    <a:pt x="509614" y="185190"/>
                  </a:lnTo>
                  <a:lnTo>
                    <a:pt x="511740" y="186311"/>
                  </a:lnTo>
                  <a:lnTo>
                    <a:pt x="513289" y="187743"/>
                  </a:lnTo>
                  <a:lnTo>
                    <a:pt x="514502" y="188441"/>
                  </a:lnTo>
                  <a:lnTo>
                    <a:pt x="516129" y="188134"/>
                  </a:lnTo>
                  <a:lnTo>
                    <a:pt x="518317" y="186724"/>
                  </a:lnTo>
                  <a:lnTo>
                    <a:pt x="521370" y="186648"/>
                  </a:lnTo>
                  <a:lnTo>
                    <a:pt x="522747" y="187347"/>
                  </a:lnTo>
                  <a:lnTo>
                    <a:pt x="523743" y="188650"/>
                  </a:lnTo>
                  <a:lnTo>
                    <a:pt x="524191" y="191086"/>
                  </a:lnTo>
                  <a:lnTo>
                    <a:pt x="524092" y="194654"/>
                  </a:lnTo>
                  <a:lnTo>
                    <a:pt x="523760" y="197340"/>
                  </a:lnTo>
                  <a:lnTo>
                    <a:pt x="523195" y="199147"/>
                  </a:lnTo>
                  <a:lnTo>
                    <a:pt x="522096" y="201566"/>
                  </a:lnTo>
                  <a:lnTo>
                    <a:pt x="521179" y="202006"/>
                  </a:lnTo>
                  <a:lnTo>
                    <a:pt x="519885" y="201875"/>
                  </a:lnTo>
                  <a:lnTo>
                    <a:pt x="518683" y="201379"/>
                  </a:lnTo>
                  <a:lnTo>
                    <a:pt x="517571" y="200515"/>
                  </a:lnTo>
                  <a:lnTo>
                    <a:pt x="515885" y="199841"/>
                  </a:lnTo>
                  <a:lnTo>
                    <a:pt x="512497" y="199116"/>
                  </a:lnTo>
                  <a:lnTo>
                    <a:pt x="509073" y="197541"/>
                  </a:lnTo>
                  <a:lnTo>
                    <a:pt x="507156" y="197151"/>
                  </a:lnTo>
                  <a:lnTo>
                    <a:pt x="503096" y="197352"/>
                  </a:lnTo>
                  <a:lnTo>
                    <a:pt x="498718" y="198350"/>
                  </a:lnTo>
                  <a:lnTo>
                    <a:pt x="498547" y="199660"/>
                  </a:lnTo>
                  <a:lnTo>
                    <a:pt x="492252" y="204234"/>
                  </a:lnTo>
                  <a:lnTo>
                    <a:pt x="490960" y="204172"/>
                  </a:lnTo>
                  <a:lnTo>
                    <a:pt x="489213" y="202601"/>
                  </a:lnTo>
                  <a:lnTo>
                    <a:pt x="486767" y="201096"/>
                  </a:lnTo>
                  <a:lnTo>
                    <a:pt x="485333" y="201108"/>
                  </a:lnTo>
                  <a:lnTo>
                    <a:pt x="483216" y="203012"/>
                  </a:lnTo>
                  <a:lnTo>
                    <a:pt x="482690" y="203750"/>
                  </a:lnTo>
                  <a:lnTo>
                    <a:pt x="482715" y="204445"/>
                  </a:lnTo>
                  <a:lnTo>
                    <a:pt x="484275" y="206091"/>
                  </a:lnTo>
                  <a:lnTo>
                    <a:pt x="484908" y="206470"/>
                  </a:lnTo>
                  <a:lnTo>
                    <a:pt x="485713" y="206788"/>
                  </a:lnTo>
                  <a:lnTo>
                    <a:pt x="488512" y="207183"/>
                  </a:lnTo>
                  <a:lnTo>
                    <a:pt x="489727" y="207615"/>
                  </a:lnTo>
                  <a:lnTo>
                    <a:pt x="490873" y="212725"/>
                  </a:lnTo>
                  <a:lnTo>
                    <a:pt x="492690" y="215882"/>
                  </a:lnTo>
                  <a:lnTo>
                    <a:pt x="493467" y="216527"/>
                  </a:lnTo>
                  <a:lnTo>
                    <a:pt x="494154" y="216759"/>
                  </a:lnTo>
                  <a:lnTo>
                    <a:pt x="496378" y="216643"/>
                  </a:lnTo>
                  <a:lnTo>
                    <a:pt x="499244" y="215578"/>
                  </a:lnTo>
                  <a:lnTo>
                    <a:pt x="500244" y="216430"/>
                  </a:lnTo>
                  <a:lnTo>
                    <a:pt x="502354" y="217474"/>
                  </a:lnTo>
                  <a:lnTo>
                    <a:pt x="503589" y="217733"/>
                  </a:lnTo>
                  <a:lnTo>
                    <a:pt x="505090" y="217691"/>
                  </a:lnTo>
                  <a:lnTo>
                    <a:pt x="506779" y="218087"/>
                  </a:lnTo>
                  <a:lnTo>
                    <a:pt x="509093" y="220995"/>
                  </a:lnTo>
                  <a:lnTo>
                    <a:pt x="508181" y="224659"/>
                  </a:lnTo>
                  <a:lnTo>
                    <a:pt x="509631" y="227594"/>
                  </a:lnTo>
                  <a:lnTo>
                    <a:pt x="511947" y="230619"/>
                  </a:lnTo>
                  <a:lnTo>
                    <a:pt x="512495" y="231726"/>
                  </a:lnTo>
                  <a:lnTo>
                    <a:pt x="512719" y="233733"/>
                  </a:lnTo>
                  <a:lnTo>
                    <a:pt x="512771" y="235057"/>
                  </a:lnTo>
                  <a:lnTo>
                    <a:pt x="512945" y="236266"/>
                  </a:lnTo>
                  <a:lnTo>
                    <a:pt x="513241" y="237359"/>
                  </a:lnTo>
                  <a:lnTo>
                    <a:pt x="513548" y="239500"/>
                  </a:lnTo>
                  <a:lnTo>
                    <a:pt x="513865" y="242691"/>
                  </a:lnTo>
                  <a:lnTo>
                    <a:pt x="513781" y="245298"/>
                  </a:lnTo>
                  <a:lnTo>
                    <a:pt x="513293" y="247318"/>
                  </a:lnTo>
                  <a:lnTo>
                    <a:pt x="512328" y="248784"/>
                  </a:lnTo>
                  <a:lnTo>
                    <a:pt x="510887" y="249696"/>
                  </a:lnTo>
                  <a:lnTo>
                    <a:pt x="509712" y="249457"/>
                  </a:lnTo>
                  <a:lnTo>
                    <a:pt x="508802" y="248066"/>
                  </a:lnTo>
                  <a:lnTo>
                    <a:pt x="507519" y="246584"/>
                  </a:lnTo>
                  <a:lnTo>
                    <a:pt x="505865" y="245010"/>
                  </a:lnTo>
                  <a:lnTo>
                    <a:pt x="503113" y="244824"/>
                  </a:lnTo>
                  <a:lnTo>
                    <a:pt x="499066" y="249472"/>
                  </a:lnTo>
                  <a:lnTo>
                    <a:pt x="497259" y="249705"/>
                  </a:lnTo>
                  <a:lnTo>
                    <a:pt x="495791" y="250168"/>
                  </a:lnTo>
                  <a:lnTo>
                    <a:pt x="494225" y="252195"/>
                  </a:lnTo>
                  <a:lnTo>
                    <a:pt x="491919" y="253417"/>
                  </a:lnTo>
                  <a:lnTo>
                    <a:pt x="489883" y="252932"/>
                  </a:lnTo>
                  <a:lnTo>
                    <a:pt x="486309" y="250572"/>
                  </a:lnTo>
                  <a:lnTo>
                    <a:pt x="487608" y="252149"/>
                  </a:lnTo>
                  <a:lnTo>
                    <a:pt x="489467" y="253994"/>
                  </a:lnTo>
                  <a:lnTo>
                    <a:pt x="490625" y="254952"/>
                  </a:lnTo>
                  <a:lnTo>
                    <a:pt x="491478" y="255160"/>
                  </a:lnTo>
                  <a:lnTo>
                    <a:pt x="492415" y="254938"/>
                  </a:lnTo>
                  <a:lnTo>
                    <a:pt x="493765" y="254182"/>
                  </a:lnTo>
                  <a:lnTo>
                    <a:pt x="496810" y="252084"/>
                  </a:lnTo>
                  <a:lnTo>
                    <a:pt x="497616" y="251764"/>
                  </a:lnTo>
                  <a:lnTo>
                    <a:pt x="498298" y="251912"/>
                  </a:lnTo>
                  <a:lnTo>
                    <a:pt x="498855" y="252531"/>
                  </a:lnTo>
                  <a:lnTo>
                    <a:pt x="499497" y="254329"/>
                  </a:lnTo>
                  <a:lnTo>
                    <a:pt x="500221" y="257309"/>
                  </a:lnTo>
                  <a:lnTo>
                    <a:pt x="500129" y="259843"/>
                  </a:lnTo>
                  <a:lnTo>
                    <a:pt x="499219" y="261934"/>
                  </a:lnTo>
                  <a:lnTo>
                    <a:pt x="498440" y="263274"/>
                  </a:lnTo>
                  <a:lnTo>
                    <a:pt x="497793" y="263865"/>
                  </a:lnTo>
                  <a:lnTo>
                    <a:pt x="497791" y="264329"/>
                  </a:lnTo>
                  <a:lnTo>
                    <a:pt x="499492" y="264868"/>
                  </a:lnTo>
                  <a:lnTo>
                    <a:pt x="501900" y="262140"/>
                  </a:lnTo>
                  <a:lnTo>
                    <a:pt x="502663" y="258751"/>
                  </a:lnTo>
                  <a:lnTo>
                    <a:pt x="503765" y="254843"/>
                  </a:lnTo>
                  <a:lnTo>
                    <a:pt x="505715" y="253541"/>
                  </a:lnTo>
                  <a:lnTo>
                    <a:pt x="507920" y="254843"/>
                  </a:lnTo>
                  <a:lnTo>
                    <a:pt x="509700" y="258492"/>
                  </a:lnTo>
                  <a:lnTo>
                    <a:pt x="512218" y="265203"/>
                  </a:lnTo>
                  <a:lnTo>
                    <a:pt x="513280" y="265902"/>
                  </a:lnTo>
                  <a:lnTo>
                    <a:pt x="514629" y="267514"/>
                  </a:lnTo>
                  <a:lnTo>
                    <a:pt x="515224" y="269490"/>
                  </a:lnTo>
                  <a:lnTo>
                    <a:pt x="515065" y="271833"/>
                  </a:lnTo>
                  <a:lnTo>
                    <a:pt x="514778" y="273534"/>
                  </a:lnTo>
                  <a:lnTo>
                    <a:pt x="514361" y="274594"/>
                  </a:lnTo>
                  <a:lnTo>
                    <a:pt x="513840" y="275266"/>
                  </a:lnTo>
                  <a:lnTo>
                    <a:pt x="512901" y="275696"/>
                  </a:lnTo>
                  <a:lnTo>
                    <a:pt x="511176" y="276036"/>
                  </a:lnTo>
                  <a:lnTo>
                    <a:pt x="507318" y="275318"/>
                  </a:lnTo>
                  <a:lnTo>
                    <a:pt x="505309" y="275302"/>
                  </a:lnTo>
                  <a:lnTo>
                    <a:pt x="505558" y="277612"/>
                  </a:lnTo>
                  <a:lnTo>
                    <a:pt x="501496" y="279600"/>
                  </a:lnTo>
                  <a:lnTo>
                    <a:pt x="496917" y="280382"/>
                  </a:lnTo>
                  <a:lnTo>
                    <a:pt x="492580" y="278828"/>
                  </a:lnTo>
                  <a:lnTo>
                    <a:pt x="488981" y="276440"/>
                  </a:lnTo>
                  <a:lnTo>
                    <a:pt x="490162" y="273102"/>
                  </a:lnTo>
                  <a:lnTo>
                    <a:pt x="490836" y="269394"/>
                  </a:lnTo>
                  <a:lnTo>
                    <a:pt x="489096" y="266942"/>
                  </a:lnTo>
                  <a:lnTo>
                    <a:pt x="488715" y="266890"/>
                  </a:lnTo>
                  <a:lnTo>
                    <a:pt x="489315" y="270681"/>
                  </a:lnTo>
                  <a:lnTo>
                    <a:pt x="488810" y="272133"/>
                  </a:lnTo>
                  <a:lnTo>
                    <a:pt x="486844" y="273902"/>
                  </a:lnTo>
                  <a:lnTo>
                    <a:pt x="485456" y="274719"/>
                  </a:lnTo>
                  <a:lnTo>
                    <a:pt x="485333" y="275197"/>
                  </a:lnTo>
                  <a:lnTo>
                    <a:pt x="486014" y="275609"/>
                  </a:lnTo>
                  <a:lnTo>
                    <a:pt x="486458" y="276404"/>
                  </a:lnTo>
                  <a:lnTo>
                    <a:pt x="486667" y="277580"/>
                  </a:lnTo>
                  <a:lnTo>
                    <a:pt x="486432" y="278768"/>
                  </a:lnTo>
                  <a:lnTo>
                    <a:pt x="485754" y="279965"/>
                  </a:lnTo>
                  <a:lnTo>
                    <a:pt x="485385" y="280971"/>
                  </a:lnTo>
                  <a:lnTo>
                    <a:pt x="485324" y="281784"/>
                  </a:lnTo>
                  <a:lnTo>
                    <a:pt x="485946" y="282776"/>
                  </a:lnTo>
                  <a:lnTo>
                    <a:pt x="487251" y="283940"/>
                  </a:lnTo>
                  <a:lnTo>
                    <a:pt x="488666" y="284516"/>
                  </a:lnTo>
                  <a:lnTo>
                    <a:pt x="495293" y="284768"/>
                  </a:lnTo>
                  <a:lnTo>
                    <a:pt x="497948" y="285394"/>
                  </a:lnTo>
                  <a:lnTo>
                    <a:pt x="504244" y="288143"/>
                  </a:lnTo>
                  <a:lnTo>
                    <a:pt x="504525" y="288987"/>
                  </a:lnTo>
                  <a:lnTo>
                    <a:pt x="503459" y="293912"/>
                  </a:lnTo>
                  <a:lnTo>
                    <a:pt x="502875" y="298644"/>
                  </a:lnTo>
                  <a:lnTo>
                    <a:pt x="501654" y="299510"/>
                  </a:lnTo>
                  <a:lnTo>
                    <a:pt x="495028" y="299714"/>
                  </a:lnTo>
                  <a:lnTo>
                    <a:pt x="492893" y="300452"/>
                  </a:lnTo>
                  <a:lnTo>
                    <a:pt x="489770" y="302626"/>
                  </a:lnTo>
                  <a:lnTo>
                    <a:pt x="486768" y="305233"/>
                  </a:lnTo>
                  <a:lnTo>
                    <a:pt x="485213" y="305252"/>
                  </a:lnTo>
                  <a:lnTo>
                    <a:pt x="479054" y="302977"/>
                  </a:lnTo>
                  <a:lnTo>
                    <a:pt x="476692" y="301456"/>
                  </a:lnTo>
                  <a:lnTo>
                    <a:pt x="471622" y="297159"/>
                  </a:lnTo>
                  <a:lnTo>
                    <a:pt x="467804" y="290619"/>
                  </a:lnTo>
                  <a:lnTo>
                    <a:pt x="466053" y="293339"/>
                  </a:lnTo>
                  <a:lnTo>
                    <a:pt x="464982" y="294636"/>
                  </a:lnTo>
                  <a:lnTo>
                    <a:pt x="463876" y="295308"/>
                  </a:lnTo>
                  <a:lnTo>
                    <a:pt x="462809" y="295413"/>
                  </a:lnTo>
                  <a:lnTo>
                    <a:pt x="461781" y="294949"/>
                  </a:lnTo>
                  <a:lnTo>
                    <a:pt x="460615" y="293919"/>
                  </a:lnTo>
                  <a:lnTo>
                    <a:pt x="458660" y="291528"/>
                  </a:lnTo>
                  <a:lnTo>
                    <a:pt x="456328" y="289166"/>
                  </a:lnTo>
                  <a:lnTo>
                    <a:pt x="454695" y="288044"/>
                  </a:lnTo>
                  <a:lnTo>
                    <a:pt x="454633" y="288362"/>
                  </a:lnTo>
                  <a:lnTo>
                    <a:pt x="455597" y="289752"/>
                  </a:lnTo>
                  <a:lnTo>
                    <a:pt x="457010" y="291354"/>
                  </a:lnTo>
                  <a:lnTo>
                    <a:pt x="460582" y="296064"/>
                  </a:lnTo>
                  <a:lnTo>
                    <a:pt x="461838" y="297254"/>
                  </a:lnTo>
                  <a:lnTo>
                    <a:pt x="461713" y="298100"/>
                  </a:lnTo>
                  <a:lnTo>
                    <a:pt x="459458" y="298853"/>
                  </a:lnTo>
                  <a:lnTo>
                    <a:pt x="456719" y="300472"/>
                  </a:lnTo>
                  <a:lnTo>
                    <a:pt x="455379" y="301664"/>
                  </a:lnTo>
                  <a:lnTo>
                    <a:pt x="453309" y="304555"/>
                  </a:lnTo>
                  <a:lnTo>
                    <a:pt x="452591" y="305004"/>
                  </a:lnTo>
                  <a:lnTo>
                    <a:pt x="449494" y="305731"/>
                  </a:lnTo>
                  <a:lnTo>
                    <a:pt x="448472" y="305554"/>
                  </a:lnTo>
                  <a:lnTo>
                    <a:pt x="446183" y="303961"/>
                  </a:lnTo>
                  <a:lnTo>
                    <a:pt x="442734" y="302919"/>
                  </a:lnTo>
                  <a:lnTo>
                    <a:pt x="440703" y="301993"/>
                  </a:lnTo>
                  <a:lnTo>
                    <a:pt x="437879" y="300316"/>
                  </a:lnTo>
                  <a:lnTo>
                    <a:pt x="438851" y="302152"/>
                  </a:lnTo>
                  <a:lnTo>
                    <a:pt x="444290" y="304949"/>
                  </a:lnTo>
                  <a:lnTo>
                    <a:pt x="444884" y="305851"/>
                  </a:lnTo>
                  <a:lnTo>
                    <a:pt x="443771" y="307530"/>
                  </a:lnTo>
                  <a:lnTo>
                    <a:pt x="443088" y="308144"/>
                  </a:lnTo>
                  <a:lnTo>
                    <a:pt x="441793" y="308273"/>
                  </a:lnTo>
                  <a:lnTo>
                    <a:pt x="439884" y="307921"/>
                  </a:lnTo>
                  <a:lnTo>
                    <a:pt x="437933" y="307993"/>
                  </a:lnTo>
                  <a:lnTo>
                    <a:pt x="435938" y="308486"/>
                  </a:lnTo>
                  <a:lnTo>
                    <a:pt x="435080" y="309116"/>
                  </a:lnTo>
                  <a:lnTo>
                    <a:pt x="435359" y="309882"/>
                  </a:lnTo>
                  <a:lnTo>
                    <a:pt x="435834" y="310580"/>
                  </a:lnTo>
                  <a:lnTo>
                    <a:pt x="436506" y="311210"/>
                  </a:lnTo>
                  <a:lnTo>
                    <a:pt x="437133" y="311204"/>
                  </a:lnTo>
                  <a:lnTo>
                    <a:pt x="438654" y="309295"/>
                  </a:lnTo>
                  <a:lnTo>
                    <a:pt x="439806" y="309159"/>
                  </a:lnTo>
                  <a:lnTo>
                    <a:pt x="442852" y="309630"/>
                  </a:lnTo>
                  <a:lnTo>
                    <a:pt x="445931" y="308141"/>
                  </a:lnTo>
                  <a:lnTo>
                    <a:pt x="448151" y="307499"/>
                  </a:lnTo>
                  <a:lnTo>
                    <a:pt x="449816" y="307334"/>
                  </a:lnTo>
                  <a:lnTo>
                    <a:pt x="455870" y="305059"/>
                  </a:lnTo>
                  <a:lnTo>
                    <a:pt x="457127" y="302512"/>
                  </a:lnTo>
                  <a:lnTo>
                    <a:pt x="459158" y="301492"/>
                  </a:lnTo>
                  <a:lnTo>
                    <a:pt x="463675" y="300710"/>
                  </a:lnTo>
                  <a:lnTo>
                    <a:pt x="468045" y="301111"/>
                  </a:lnTo>
                  <a:lnTo>
                    <a:pt x="470291" y="301439"/>
                  </a:lnTo>
                  <a:lnTo>
                    <a:pt x="472112" y="303847"/>
                  </a:lnTo>
                  <a:lnTo>
                    <a:pt x="474552" y="305552"/>
                  </a:lnTo>
                  <a:lnTo>
                    <a:pt x="476587" y="307497"/>
                  </a:lnTo>
                  <a:lnTo>
                    <a:pt x="478972" y="308138"/>
                  </a:lnTo>
                  <a:lnTo>
                    <a:pt x="480354" y="310726"/>
                  </a:lnTo>
                  <a:lnTo>
                    <a:pt x="484219" y="313619"/>
                  </a:lnTo>
                  <a:lnTo>
                    <a:pt x="486680" y="314241"/>
                  </a:lnTo>
                  <a:lnTo>
                    <a:pt x="488198" y="315617"/>
                  </a:lnTo>
                  <a:lnTo>
                    <a:pt x="488322" y="321458"/>
                  </a:lnTo>
                  <a:lnTo>
                    <a:pt x="488483" y="323980"/>
                  </a:lnTo>
                  <a:lnTo>
                    <a:pt x="487828" y="330960"/>
                  </a:lnTo>
                  <a:lnTo>
                    <a:pt x="485853" y="332569"/>
                  </a:lnTo>
                  <a:lnTo>
                    <a:pt x="486247" y="336248"/>
                  </a:lnTo>
                  <a:lnTo>
                    <a:pt x="485729" y="339225"/>
                  </a:lnTo>
                  <a:lnTo>
                    <a:pt x="483765" y="338095"/>
                  </a:lnTo>
                  <a:lnTo>
                    <a:pt x="481752" y="336140"/>
                  </a:lnTo>
                  <a:lnTo>
                    <a:pt x="476934" y="333107"/>
                  </a:lnTo>
                  <a:lnTo>
                    <a:pt x="472451" y="331157"/>
                  </a:lnTo>
                  <a:lnTo>
                    <a:pt x="470709" y="329388"/>
                  </a:lnTo>
                  <a:lnTo>
                    <a:pt x="468656" y="328020"/>
                  </a:lnTo>
                  <a:lnTo>
                    <a:pt x="465873" y="322448"/>
                  </a:lnTo>
                  <a:lnTo>
                    <a:pt x="464059" y="315521"/>
                  </a:lnTo>
                  <a:lnTo>
                    <a:pt x="463264" y="312096"/>
                  </a:lnTo>
                  <a:lnTo>
                    <a:pt x="461739" y="311904"/>
                  </a:lnTo>
                  <a:lnTo>
                    <a:pt x="459779" y="312821"/>
                  </a:lnTo>
                  <a:lnTo>
                    <a:pt x="458067" y="313791"/>
                  </a:lnTo>
                  <a:lnTo>
                    <a:pt x="457247" y="315450"/>
                  </a:lnTo>
                  <a:lnTo>
                    <a:pt x="451431" y="317732"/>
                  </a:lnTo>
                  <a:lnTo>
                    <a:pt x="449319" y="319295"/>
                  </a:lnTo>
                  <a:lnTo>
                    <a:pt x="448115" y="319249"/>
                  </a:lnTo>
                  <a:lnTo>
                    <a:pt x="443771" y="321605"/>
                  </a:lnTo>
                  <a:lnTo>
                    <a:pt x="445511" y="322733"/>
                  </a:lnTo>
                  <a:lnTo>
                    <a:pt x="446323" y="322876"/>
                  </a:lnTo>
                  <a:lnTo>
                    <a:pt x="448079" y="322238"/>
                  </a:lnTo>
                  <a:lnTo>
                    <a:pt x="449133" y="321425"/>
                  </a:lnTo>
                  <a:lnTo>
                    <a:pt x="453092" y="319196"/>
                  </a:lnTo>
                  <a:lnTo>
                    <a:pt x="456270" y="318815"/>
                  </a:lnTo>
                  <a:lnTo>
                    <a:pt x="457423" y="317854"/>
                  </a:lnTo>
                  <a:lnTo>
                    <a:pt x="459852" y="316481"/>
                  </a:lnTo>
                  <a:lnTo>
                    <a:pt x="461501" y="316118"/>
                  </a:lnTo>
                  <a:lnTo>
                    <a:pt x="461731" y="316466"/>
                  </a:lnTo>
                  <a:lnTo>
                    <a:pt x="461908" y="317089"/>
                  </a:lnTo>
                  <a:lnTo>
                    <a:pt x="463071" y="325544"/>
                  </a:lnTo>
                  <a:lnTo>
                    <a:pt x="462584" y="327795"/>
                  </a:lnTo>
                  <a:lnTo>
                    <a:pt x="461274" y="328770"/>
                  </a:lnTo>
                  <a:lnTo>
                    <a:pt x="458476" y="330370"/>
                  </a:lnTo>
                  <a:lnTo>
                    <a:pt x="457748" y="331145"/>
                  </a:lnTo>
                  <a:lnTo>
                    <a:pt x="458573" y="332504"/>
                  </a:lnTo>
                  <a:lnTo>
                    <a:pt x="461204" y="331223"/>
                  </a:lnTo>
                  <a:lnTo>
                    <a:pt x="462909" y="329833"/>
                  </a:lnTo>
                  <a:lnTo>
                    <a:pt x="463818" y="330340"/>
                  </a:lnTo>
                  <a:lnTo>
                    <a:pt x="465309" y="332467"/>
                  </a:lnTo>
                  <a:lnTo>
                    <a:pt x="466991" y="333558"/>
                  </a:lnTo>
                  <a:lnTo>
                    <a:pt x="471265" y="336825"/>
                  </a:lnTo>
                  <a:lnTo>
                    <a:pt x="473290" y="338626"/>
                  </a:lnTo>
                  <a:lnTo>
                    <a:pt x="476137" y="340363"/>
                  </a:lnTo>
                  <a:lnTo>
                    <a:pt x="479359" y="342774"/>
                  </a:lnTo>
                  <a:lnTo>
                    <a:pt x="480198" y="343624"/>
                  </a:lnTo>
                  <a:lnTo>
                    <a:pt x="483143" y="344876"/>
                  </a:lnTo>
                  <a:lnTo>
                    <a:pt x="483771" y="345303"/>
                  </a:lnTo>
                  <a:lnTo>
                    <a:pt x="484988" y="349558"/>
                  </a:lnTo>
                  <a:lnTo>
                    <a:pt x="486005" y="350032"/>
                  </a:lnTo>
                  <a:lnTo>
                    <a:pt x="488935" y="350302"/>
                  </a:lnTo>
                  <a:lnTo>
                    <a:pt x="488419" y="351952"/>
                  </a:lnTo>
                  <a:lnTo>
                    <a:pt x="485557" y="355624"/>
                  </a:lnTo>
                  <a:lnTo>
                    <a:pt x="484077" y="356796"/>
                  </a:lnTo>
                  <a:lnTo>
                    <a:pt x="483710" y="357518"/>
                  </a:lnTo>
                  <a:lnTo>
                    <a:pt x="483850" y="358811"/>
                  </a:lnTo>
                  <a:lnTo>
                    <a:pt x="483936" y="360975"/>
                  </a:lnTo>
                  <a:lnTo>
                    <a:pt x="484533" y="364958"/>
                  </a:lnTo>
                  <a:lnTo>
                    <a:pt x="485204" y="361270"/>
                  </a:lnTo>
                  <a:lnTo>
                    <a:pt x="485673" y="359531"/>
                  </a:lnTo>
                  <a:lnTo>
                    <a:pt x="486300" y="359010"/>
                  </a:lnTo>
                  <a:lnTo>
                    <a:pt x="486917" y="358934"/>
                  </a:lnTo>
                  <a:lnTo>
                    <a:pt x="488918" y="357289"/>
                  </a:lnTo>
                  <a:lnTo>
                    <a:pt x="490929" y="358172"/>
                  </a:lnTo>
                  <a:lnTo>
                    <a:pt x="491451" y="362334"/>
                  </a:lnTo>
                  <a:lnTo>
                    <a:pt x="491709" y="366220"/>
                  </a:lnTo>
                  <a:lnTo>
                    <a:pt x="491531" y="369576"/>
                  </a:lnTo>
                  <a:lnTo>
                    <a:pt x="491753" y="374792"/>
                  </a:lnTo>
                  <a:lnTo>
                    <a:pt x="491677" y="376552"/>
                  </a:lnTo>
                  <a:lnTo>
                    <a:pt x="492151" y="378079"/>
                  </a:lnTo>
                  <a:lnTo>
                    <a:pt x="492644" y="384407"/>
                  </a:lnTo>
                  <a:lnTo>
                    <a:pt x="493136" y="386306"/>
                  </a:lnTo>
                  <a:lnTo>
                    <a:pt x="492147" y="388009"/>
                  </a:lnTo>
                  <a:lnTo>
                    <a:pt x="489091" y="388751"/>
                  </a:lnTo>
                  <a:lnTo>
                    <a:pt x="487881" y="387911"/>
                  </a:lnTo>
                  <a:lnTo>
                    <a:pt x="484855" y="388191"/>
                  </a:lnTo>
                  <a:lnTo>
                    <a:pt x="484851" y="386692"/>
                  </a:lnTo>
                  <a:lnTo>
                    <a:pt x="484703" y="384974"/>
                  </a:lnTo>
                  <a:lnTo>
                    <a:pt x="484691" y="383773"/>
                  </a:lnTo>
                  <a:lnTo>
                    <a:pt x="484489" y="382687"/>
                  </a:lnTo>
                  <a:lnTo>
                    <a:pt x="484346" y="376443"/>
                  </a:lnTo>
                  <a:lnTo>
                    <a:pt x="483490" y="377985"/>
                  </a:lnTo>
                  <a:lnTo>
                    <a:pt x="483439" y="379250"/>
                  </a:lnTo>
                  <a:lnTo>
                    <a:pt x="483212" y="380537"/>
                  </a:lnTo>
                  <a:lnTo>
                    <a:pt x="482686" y="387278"/>
                  </a:lnTo>
                  <a:lnTo>
                    <a:pt x="481908" y="388933"/>
                  </a:lnTo>
                  <a:lnTo>
                    <a:pt x="479486" y="388535"/>
                  </a:lnTo>
                  <a:lnTo>
                    <a:pt x="477101" y="388780"/>
                  </a:lnTo>
                  <a:lnTo>
                    <a:pt x="475782" y="388529"/>
                  </a:lnTo>
                  <a:lnTo>
                    <a:pt x="471322" y="385450"/>
                  </a:lnTo>
                  <a:lnTo>
                    <a:pt x="469595" y="382664"/>
                  </a:lnTo>
                  <a:lnTo>
                    <a:pt x="468067" y="378480"/>
                  </a:lnTo>
                  <a:lnTo>
                    <a:pt x="467123" y="374570"/>
                  </a:lnTo>
                  <a:lnTo>
                    <a:pt x="466766" y="370937"/>
                  </a:lnTo>
                  <a:lnTo>
                    <a:pt x="465696" y="367980"/>
                  </a:lnTo>
                  <a:lnTo>
                    <a:pt x="463915" y="365701"/>
                  </a:lnTo>
                  <a:lnTo>
                    <a:pt x="461812" y="363852"/>
                  </a:lnTo>
                  <a:lnTo>
                    <a:pt x="459385" y="362438"/>
                  </a:lnTo>
                  <a:lnTo>
                    <a:pt x="457255" y="360613"/>
                  </a:lnTo>
                  <a:lnTo>
                    <a:pt x="455421" y="358381"/>
                  </a:lnTo>
                  <a:lnTo>
                    <a:pt x="453401" y="356644"/>
                  </a:lnTo>
                  <a:lnTo>
                    <a:pt x="451197" y="355406"/>
                  </a:lnTo>
                  <a:lnTo>
                    <a:pt x="448060" y="354874"/>
                  </a:lnTo>
                  <a:lnTo>
                    <a:pt x="443474" y="355069"/>
                  </a:lnTo>
                  <a:lnTo>
                    <a:pt x="440377" y="353673"/>
                  </a:lnTo>
                  <a:lnTo>
                    <a:pt x="439641" y="353792"/>
                  </a:lnTo>
                  <a:lnTo>
                    <a:pt x="438919" y="354512"/>
                  </a:lnTo>
                  <a:lnTo>
                    <a:pt x="439450" y="356566"/>
                  </a:lnTo>
                  <a:lnTo>
                    <a:pt x="443006" y="357508"/>
                  </a:lnTo>
                  <a:lnTo>
                    <a:pt x="445747" y="357723"/>
                  </a:lnTo>
                  <a:lnTo>
                    <a:pt x="449381" y="357589"/>
                  </a:lnTo>
                  <a:lnTo>
                    <a:pt x="451605" y="358117"/>
                  </a:lnTo>
                  <a:lnTo>
                    <a:pt x="452421" y="359306"/>
                  </a:lnTo>
                  <a:lnTo>
                    <a:pt x="452983" y="361423"/>
                  </a:lnTo>
                  <a:lnTo>
                    <a:pt x="453289" y="364466"/>
                  </a:lnTo>
                  <a:lnTo>
                    <a:pt x="452571" y="366881"/>
                  </a:lnTo>
                  <a:lnTo>
                    <a:pt x="449957" y="369563"/>
                  </a:lnTo>
                  <a:lnTo>
                    <a:pt x="448578" y="370820"/>
                  </a:lnTo>
                  <a:lnTo>
                    <a:pt x="444556" y="373231"/>
                  </a:lnTo>
                  <a:lnTo>
                    <a:pt x="443191" y="373769"/>
                  </a:lnTo>
                  <a:lnTo>
                    <a:pt x="439832" y="373933"/>
                  </a:lnTo>
                  <a:lnTo>
                    <a:pt x="437252" y="373701"/>
                  </a:lnTo>
                  <a:lnTo>
                    <a:pt x="433858" y="372499"/>
                  </a:lnTo>
                  <a:lnTo>
                    <a:pt x="431933" y="372255"/>
                  </a:lnTo>
                  <a:lnTo>
                    <a:pt x="427951" y="372094"/>
                  </a:lnTo>
                  <a:lnTo>
                    <a:pt x="427035" y="372515"/>
                  </a:lnTo>
                  <a:lnTo>
                    <a:pt x="428063" y="373804"/>
                  </a:lnTo>
                  <a:lnTo>
                    <a:pt x="429752" y="374534"/>
                  </a:lnTo>
                  <a:lnTo>
                    <a:pt x="430941" y="375402"/>
                  </a:lnTo>
                  <a:lnTo>
                    <a:pt x="431065" y="377048"/>
                  </a:lnTo>
                  <a:lnTo>
                    <a:pt x="430636" y="379493"/>
                  </a:lnTo>
                  <a:lnTo>
                    <a:pt x="430194" y="381200"/>
                  </a:lnTo>
                  <a:lnTo>
                    <a:pt x="429465" y="382481"/>
                  </a:lnTo>
                  <a:lnTo>
                    <a:pt x="426852" y="384907"/>
                  </a:lnTo>
                  <a:lnTo>
                    <a:pt x="425769" y="385675"/>
                  </a:lnTo>
                  <a:lnTo>
                    <a:pt x="420898" y="388217"/>
                  </a:lnTo>
                  <a:lnTo>
                    <a:pt x="420559" y="388707"/>
                  </a:lnTo>
                  <a:lnTo>
                    <a:pt x="421699" y="388640"/>
                  </a:lnTo>
                  <a:lnTo>
                    <a:pt x="424779" y="387737"/>
                  </a:lnTo>
                  <a:lnTo>
                    <a:pt x="425665" y="387763"/>
                  </a:lnTo>
                  <a:lnTo>
                    <a:pt x="430721" y="389969"/>
                  </a:lnTo>
                  <a:lnTo>
                    <a:pt x="434748" y="389838"/>
                  </a:lnTo>
                  <a:lnTo>
                    <a:pt x="442909" y="387803"/>
                  </a:lnTo>
                  <a:lnTo>
                    <a:pt x="443580" y="387842"/>
                  </a:lnTo>
                  <a:lnTo>
                    <a:pt x="444115" y="388163"/>
                  </a:lnTo>
                  <a:lnTo>
                    <a:pt x="444657" y="388926"/>
                  </a:lnTo>
                  <a:lnTo>
                    <a:pt x="445205" y="390135"/>
                  </a:lnTo>
                  <a:lnTo>
                    <a:pt x="444548" y="391304"/>
                  </a:lnTo>
                  <a:lnTo>
                    <a:pt x="442684" y="392432"/>
                  </a:lnTo>
                  <a:lnTo>
                    <a:pt x="439782" y="393546"/>
                  </a:lnTo>
                  <a:lnTo>
                    <a:pt x="438525" y="394299"/>
                  </a:lnTo>
                  <a:lnTo>
                    <a:pt x="437325" y="395439"/>
                  </a:lnTo>
                  <a:lnTo>
                    <a:pt x="435087" y="398177"/>
                  </a:lnTo>
                  <a:lnTo>
                    <a:pt x="434433" y="401021"/>
                  </a:lnTo>
                  <a:lnTo>
                    <a:pt x="436786" y="402103"/>
                  </a:lnTo>
                  <a:lnTo>
                    <a:pt x="437843" y="400734"/>
                  </a:lnTo>
                  <a:lnTo>
                    <a:pt x="439090" y="397694"/>
                  </a:lnTo>
                  <a:lnTo>
                    <a:pt x="440212" y="395909"/>
                  </a:lnTo>
                  <a:lnTo>
                    <a:pt x="442862" y="394699"/>
                  </a:lnTo>
                  <a:lnTo>
                    <a:pt x="446097" y="395315"/>
                  </a:lnTo>
                  <a:lnTo>
                    <a:pt x="448596" y="394598"/>
                  </a:lnTo>
                  <a:lnTo>
                    <a:pt x="453699" y="391602"/>
                  </a:lnTo>
                  <a:lnTo>
                    <a:pt x="454612" y="391419"/>
                  </a:lnTo>
                  <a:lnTo>
                    <a:pt x="462121" y="393136"/>
                  </a:lnTo>
                  <a:lnTo>
                    <a:pt x="468926" y="396501"/>
                  </a:lnTo>
                  <a:lnTo>
                    <a:pt x="472518" y="397739"/>
                  </a:lnTo>
                  <a:lnTo>
                    <a:pt x="477268" y="398469"/>
                  </a:lnTo>
                  <a:lnTo>
                    <a:pt x="485813" y="398137"/>
                  </a:lnTo>
                  <a:lnTo>
                    <a:pt x="486561" y="398666"/>
                  </a:lnTo>
                  <a:lnTo>
                    <a:pt x="486284" y="399858"/>
                  </a:lnTo>
                  <a:lnTo>
                    <a:pt x="485788" y="400868"/>
                  </a:lnTo>
                  <a:lnTo>
                    <a:pt x="484364" y="402276"/>
                  </a:lnTo>
                  <a:lnTo>
                    <a:pt x="482636" y="403207"/>
                  </a:lnTo>
                  <a:lnTo>
                    <a:pt x="481566" y="403470"/>
                  </a:lnTo>
                  <a:lnTo>
                    <a:pt x="480656" y="404135"/>
                  </a:lnTo>
                  <a:lnTo>
                    <a:pt x="478610" y="404785"/>
                  </a:lnTo>
                  <a:lnTo>
                    <a:pt x="478086" y="405313"/>
                  </a:lnTo>
                  <a:lnTo>
                    <a:pt x="478794" y="407622"/>
                  </a:lnTo>
                  <a:lnTo>
                    <a:pt x="478457" y="407980"/>
                  </a:lnTo>
                  <a:lnTo>
                    <a:pt x="476656" y="408017"/>
                  </a:lnTo>
                  <a:lnTo>
                    <a:pt x="473622" y="409522"/>
                  </a:lnTo>
                  <a:lnTo>
                    <a:pt x="471131" y="409414"/>
                  </a:lnTo>
                  <a:lnTo>
                    <a:pt x="470611" y="409635"/>
                  </a:lnTo>
                  <a:lnTo>
                    <a:pt x="471084" y="410193"/>
                  </a:lnTo>
                  <a:lnTo>
                    <a:pt x="471586" y="411271"/>
                  </a:lnTo>
                  <a:lnTo>
                    <a:pt x="472118" y="412869"/>
                  </a:lnTo>
                  <a:lnTo>
                    <a:pt x="471825" y="414011"/>
                  </a:lnTo>
                  <a:lnTo>
                    <a:pt x="470709" y="414692"/>
                  </a:lnTo>
                  <a:lnTo>
                    <a:pt x="469862" y="414914"/>
                  </a:lnTo>
                  <a:lnTo>
                    <a:pt x="466941" y="413959"/>
                  </a:lnTo>
                  <a:lnTo>
                    <a:pt x="466468" y="414102"/>
                  </a:lnTo>
                  <a:lnTo>
                    <a:pt x="466895" y="414787"/>
                  </a:lnTo>
                  <a:lnTo>
                    <a:pt x="467137" y="415833"/>
                  </a:lnTo>
                  <a:lnTo>
                    <a:pt x="467196" y="417241"/>
                  </a:lnTo>
                  <a:lnTo>
                    <a:pt x="466479" y="418423"/>
                  </a:lnTo>
                  <a:lnTo>
                    <a:pt x="464984" y="419375"/>
                  </a:lnTo>
                  <a:lnTo>
                    <a:pt x="462200" y="421995"/>
                  </a:lnTo>
                  <a:lnTo>
                    <a:pt x="460989" y="422744"/>
                  </a:lnTo>
                  <a:lnTo>
                    <a:pt x="458432" y="423363"/>
                  </a:lnTo>
                  <a:lnTo>
                    <a:pt x="457894" y="423705"/>
                  </a:lnTo>
                  <a:lnTo>
                    <a:pt x="458933" y="425716"/>
                  </a:lnTo>
                  <a:lnTo>
                    <a:pt x="458818" y="426523"/>
                  </a:lnTo>
                  <a:lnTo>
                    <a:pt x="457089" y="428697"/>
                  </a:lnTo>
                  <a:lnTo>
                    <a:pt x="454476" y="430053"/>
                  </a:lnTo>
                  <a:lnTo>
                    <a:pt x="454119" y="430785"/>
                  </a:lnTo>
                  <a:lnTo>
                    <a:pt x="453877" y="432750"/>
                  </a:lnTo>
                  <a:lnTo>
                    <a:pt x="453687" y="433532"/>
                  </a:lnTo>
                  <a:lnTo>
                    <a:pt x="452996" y="434658"/>
                  </a:lnTo>
                  <a:lnTo>
                    <a:pt x="450517" y="436803"/>
                  </a:lnTo>
                  <a:lnTo>
                    <a:pt x="448760" y="437871"/>
                  </a:lnTo>
                  <a:lnTo>
                    <a:pt x="447889" y="438745"/>
                  </a:lnTo>
                  <a:lnTo>
                    <a:pt x="446811" y="440205"/>
                  </a:lnTo>
                  <a:lnTo>
                    <a:pt x="445450" y="440980"/>
                  </a:lnTo>
                  <a:lnTo>
                    <a:pt x="443808" y="441071"/>
                  </a:lnTo>
                  <a:lnTo>
                    <a:pt x="442254" y="441618"/>
                  </a:lnTo>
                  <a:lnTo>
                    <a:pt x="439699" y="443170"/>
                  </a:lnTo>
                  <a:lnTo>
                    <a:pt x="437919" y="443687"/>
                  </a:lnTo>
                  <a:lnTo>
                    <a:pt x="432296" y="446370"/>
                  </a:lnTo>
                  <a:lnTo>
                    <a:pt x="429650" y="446799"/>
                  </a:lnTo>
                  <a:lnTo>
                    <a:pt x="427361" y="447758"/>
                  </a:lnTo>
                  <a:lnTo>
                    <a:pt x="422652" y="450321"/>
                  </a:lnTo>
                  <a:lnTo>
                    <a:pt x="420409" y="451145"/>
                  </a:lnTo>
                  <a:lnTo>
                    <a:pt x="418853" y="452125"/>
                  </a:lnTo>
                  <a:lnTo>
                    <a:pt x="417154" y="452404"/>
                  </a:lnTo>
                  <a:lnTo>
                    <a:pt x="414392" y="451768"/>
                  </a:lnTo>
                  <a:lnTo>
                    <a:pt x="412902" y="451746"/>
                  </a:lnTo>
                  <a:lnTo>
                    <a:pt x="411986" y="452132"/>
                  </a:lnTo>
                  <a:lnTo>
                    <a:pt x="411147" y="452918"/>
                  </a:lnTo>
                  <a:lnTo>
                    <a:pt x="409759" y="455074"/>
                  </a:lnTo>
                  <a:lnTo>
                    <a:pt x="408580" y="455241"/>
                  </a:lnTo>
                  <a:lnTo>
                    <a:pt x="404716" y="453531"/>
                  </a:lnTo>
                  <a:lnTo>
                    <a:pt x="404794" y="454306"/>
                  </a:lnTo>
                  <a:lnTo>
                    <a:pt x="405815" y="456156"/>
                  </a:lnTo>
                  <a:lnTo>
                    <a:pt x="405767" y="457469"/>
                  </a:lnTo>
                  <a:lnTo>
                    <a:pt x="403469" y="458801"/>
                  </a:lnTo>
                  <a:lnTo>
                    <a:pt x="402231" y="459141"/>
                  </a:lnTo>
                  <a:lnTo>
                    <a:pt x="400405" y="458594"/>
                  </a:lnTo>
                  <a:lnTo>
                    <a:pt x="397992" y="457157"/>
                  </a:lnTo>
                  <a:lnTo>
                    <a:pt x="394891" y="454157"/>
                  </a:lnTo>
                  <a:lnTo>
                    <a:pt x="391091" y="449579"/>
                  </a:lnTo>
                  <a:lnTo>
                    <a:pt x="389263" y="448031"/>
                  </a:lnTo>
                  <a:lnTo>
                    <a:pt x="389395" y="449500"/>
                  </a:lnTo>
                  <a:lnTo>
                    <a:pt x="389819" y="450936"/>
                  </a:lnTo>
                  <a:lnTo>
                    <a:pt x="390534" y="452335"/>
                  </a:lnTo>
                  <a:lnTo>
                    <a:pt x="390679" y="453351"/>
                  </a:lnTo>
                  <a:lnTo>
                    <a:pt x="390255" y="453980"/>
                  </a:lnTo>
                  <a:lnTo>
                    <a:pt x="389696" y="454297"/>
                  </a:lnTo>
                  <a:lnTo>
                    <a:pt x="389002" y="454302"/>
                  </a:lnTo>
                  <a:lnTo>
                    <a:pt x="388884" y="454658"/>
                  </a:lnTo>
                  <a:lnTo>
                    <a:pt x="390018" y="456843"/>
                  </a:lnTo>
                  <a:lnTo>
                    <a:pt x="390911" y="459086"/>
                  </a:lnTo>
                  <a:lnTo>
                    <a:pt x="390829" y="461216"/>
                  </a:lnTo>
                  <a:lnTo>
                    <a:pt x="389769" y="463233"/>
                  </a:lnTo>
                  <a:lnTo>
                    <a:pt x="388858" y="464417"/>
                  </a:lnTo>
                  <a:lnTo>
                    <a:pt x="388097" y="464766"/>
                  </a:lnTo>
                  <a:lnTo>
                    <a:pt x="383585" y="469798"/>
                  </a:lnTo>
                  <a:lnTo>
                    <a:pt x="382329" y="470431"/>
                  </a:lnTo>
                  <a:lnTo>
                    <a:pt x="381757" y="471053"/>
                  </a:lnTo>
                  <a:lnTo>
                    <a:pt x="381288" y="471983"/>
                  </a:lnTo>
                  <a:lnTo>
                    <a:pt x="379975" y="476149"/>
                  </a:lnTo>
                  <a:lnTo>
                    <a:pt x="379443" y="477420"/>
                  </a:lnTo>
                  <a:lnTo>
                    <a:pt x="378389" y="479075"/>
                  </a:lnTo>
                  <a:lnTo>
                    <a:pt x="377948" y="479362"/>
                  </a:lnTo>
                  <a:lnTo>
                    <a:pt x="377821" y="480036"/>
                  </a:lnTo>
                  <a:lnTo>
                    <a:pt x="378012" y="481101"/>
                  </a:lnTo>
                  <a:lnTo>
                    <a:pt x="377721" y="482874"/>
                  </a:lnTo>
                  <a:lnTo>
                    <a:pt x="376950" y="485354"/>
                  </a:lnTo>
                  <a:lnTo>
                    <a:pt x="374324" y="492207"/>
                  </a:lnTo>
                  <a:lnTo>
                    <a:pt x="372206" y="498601"/>
                  </a:lnTo>
                  <a:lnTo>
                    <a:pt x="371278" y="500694"/>
                  </a:lnTo>
                  <a:lnTo>
                    <a:pt x="370598" y="501582"/>
                  </a:lnTo>
                  <a:lnTo>
                    <a:pt x="370168" y="501264"/>
                  </a:lnTo>
                  <a:lnTo>
                    <a:pt x="369118" y="501430"/>
                  </a:lnTo>
                  <a:lnTo>
                    <a:pt x="368609" y="502554"/>
                  </a:lnTo>
                  <a:lnTo>
                    <a:pt x="368147" y="504587"/>
                  </a:lnTo>
                  <a:lnTo>
                    <a:pt x="367643" y="506137"/>
                  </a:lnTo>
                  <a:lnTo>
                    <a:pt x="367100" y="507204"/>
                  </a:lnTo>
                  <a:lnTo>
                    <a:pt x="362852" y="511802"/>
                  </a:lnTo>
                  <a:lnTo>
                    <a:pt x="361757" y="512655"/>
                  </a:lnTo>
                  <a:lnTo>
                    <a:pt x="360773" y="512116"/>
                  </a:lnTo>
                  <a:lnTo>
                    <a:pt x="359612" y="512323"/>
                  </a:lnTo>
                  <a:lnTo>
                    <a:pt x="357205" y="509894"/>
                  </a:lnTo>
                  <a:lnTo>
                    <a:pt x="356788" y="509000"/>
                  </a:lnTo>
                  <a:lnTo>
                    <a:pt x="355232" y="507008"/>
                  </a:lnTo>
                  <a:lnTo>
                    <a:pt x="355284" y="508047"/>
                  </a:lnTo>
                  <a:lnTo>
                    <a:pt x="355545" y="508620"/>
                  </a:lnTo>
                  <a:lnTo>
                    <a:pt x="355762" y="509461"/>
                  </a:lnTo>
                  <a:lnTo>
                    <a:pt x="356307" y="510491"/>
                  </a:lnTo>
                  <a:lnTo>
                    <a:pt x="357512" y="515916"/>
                  </a:lnTo>
                  <a:lnTo>
                    <a:pt x="356559" y="517030"/>
                  </a:lnTo>
                  <a:lnTo>
                    <a:pt x="355707" y="518301"/>
                  </a:lnTo>
                  <a:lnTo>
                    <a:pt x="353531" y="520447"/>
                  </a:lnTo>
                  <a:lnTo>
                    <a:pt x="351180" y="524045"/>
                  </a:lnTo>
                  <a:lnTo>
                    <a:pt x="350311" y="525051"/>
                  </a:lnTo>
                  <a:lnTo>
                    <a:pt x="350118" y="522117"/>
                  </a:lnTo>
                  <a:lnTo>
                    <a:pt x="350217" y="521241"/>
                  </a:lnTo>
                  <a:lnTo>
                    <a:pt x="348887" y="519823"/>
                  </a:lnTo>
                  <a:lnTo>
                    <a:pt x="348931" y="520845"/>
                  </a:lnTo>
                  <a:lnTo>
                    <a:pt x="348793" y="521799"/>
                  </a:lnTo>
                  <a:lnTo>
                    <a:pt x="347830" y="525597"/>
                  </a:lnTo>
                  <a:lnTo>
                    <a:pt x="347561" y="526254"/>
                  </a:lnTo>
                  <a:lnTo>
                    <a:pt x="347087" y="526107"/>
                  </a:lnTo>
                  <a:lnTo>
                    <a:pt x="346052" y="526808"/>
                  </a:lnTo>
                  <a:lnTo>
                    <a:pt x="344992" y="526476"/>
                  </a:lnTo>
                  <a:lnTo>
                    <a:pt x="344094" y="524746"/>
                  </a:lnTo>
                  <a:lnTo>
                    <a:pt x="343739" y="523850"/>
                  </a:lnTo>
                  <a:lnTo>
                    <a:pt x="342101" y="526313"/>
                  </a:lnTo>
                  <a:lnTo>
                    <a:pt x="341304" y="526250"/>
                  </a:lnTo>
                  <a:lnTo>
                    <a:pt x="341172" y="528320"/>
                  </a:lnTo>
                  <a:lnTo>
                    <a:pt x="340400" y="530206"/>
                  </a:lnTo>
                  <a:lnTo>
                    <a:pt x="339381" y="531022"/>
                  </a:lnTo>
                  <a:lnTo>
                    <a:pt x="337961" y="530959"/>
                  </a:lnTo>
                  <a:lnTo>
                    <a:pt x="337092" y="532076"/>
                  </a:lnTo>
                  <a:lnTo>
                    <a:pt x="335163" y="530878"/>
                  </a:lnTo>
                  <a:lnTo>
                    <a:pt x="334717" y="528632"/>
                  </a:lnTo>
                  <a:lnTo>
                    <a:pt x="336245" y="525553"/>
                  </a:lnTo>
                  <a:lnTo>
                    <a:pt x="336677" y="524283"/>
                  </a:lnTo>
                  <a:lnTo>
                    <a:pt x="336397" y="522720"/>
                  </a:lnTo>
                  <a:lnTo>
                    <a:pt x="336768" y="520702"/>
                  </a:lnTo>
                  <a:lnTo>
                    <a:pt x="339685" y="514300"/>
                  </a:lnTo>
                  <a:lnTo>
                    <a:pt x="341663" y="511056"/>
                  </a:lnTo>
                  <a:lnTo>
                    <a:pt x="341548" y="510480"/>
                  </a:lnTo>
                  <a:lnTo>
                    <a:pt x="338863" y="509773"/>
                  </a:lnTo>
                  <a:lnTo>
                    <a:pt x="336518" y="508660"/>
                  </a:lnTo>
                  <a:lnTo>
                    <a:pt x="334232" y="508278"/>
                  </a:lnTo>
                  <a:lnTo>
                    <a:pt x="333223" y="508657"/>
                  </a:lnTo>
                  <a:lnTo>
                    <a:pt x="334833" y="510517"/>
                  </a:lnTo>
                  <a:lnTo>
                    <a:pt x="337110" y="512323"/>
                  </a:lnTo>
                  <a:lnTo>
                    <a:pt x="335989" y="514049"/>
                  </a:lnTo>
                  <a:lnTo>
                    <a:pt x="335023" y="515881"/>
                  </a:lnTo>
                  <a:lnTo>
                    <a:pt x="334023" y="520862"/>
                  </a:lnTo>
                  <a:lnTo>
                    <a:pt x="333383" y="522902"/>
                  </a:lnTo>
                  <a:lnTo>
                    <a:pt x="330901" y="520558"/>
                  </a:lnTo>
                  <a:lnTo>
                    <a:pt x="329726" y="519766"/>
                  </a:lnTo>
                  <a:lnTo>
                    <a:pt x="330473" y="522366"/>
                  </a:lnTo>
                  <a:lnTo>
                    <a:pt x="332649" y="524828"/>
                  </a:lnTo>
                  <a:lnTo>
                    <a:pt x="332788" y="525639"/>
                  </a:lnTo>
                  <a:lnTo>
                    <a:pt x="332774" y="528569"/>
                  </a:lnTo>
                  <a:lnTo>
                    <a:pt x="328608" y="531151"/>
                  </a:lnTo>
                  <a:lnTo>
                    <a:pt x="324260" y="531542"/>
                  </a:lnTo>
                  <a:lnTo>
                    <a:pt x="321141" y="532276"/>
                  </a:lnTo>
                  <a:lnTo>
                    <a:pt x="315877" y="533165"/>
                  </a:lnTo>
                  <a:lnTo>
                    <a:pt x="313833" y="533166"/>
                  </a:lnTo>
                  <a:lnTo>
                    <a:pt x="313660" y="534161"/>
                  </a:lnTo>
                  <a:lnTo>
                    <a:pt x="318809" y="538700"/>
                  </a:lnTo>
                  <a:lnTo>
                    <a:pt x="319559" y="539531"/>
                  </a:lnTo>
                  <a:lnTo>
                    <a:pt x="318842" y="541095"/>
                  </a:lnTo>
                  <a:lnTo>
                    <a:pt x="317778" y="542067"/>
                  </a:lnTo>
                  <a:lnTo>
                    <a:pt x="316105" y="545416"/>
                  </a:lnTo>
                  <a:lnTo>
                    <a:pt x="315232" y="546570"/>
                  </a:lnTo>
                  <a:lnTo>
                    <a:pt x="313068" y="548156"/>
                  </a:lnTo>
                  <a:lnTo>
                    <a:pt x="309084" y="546387"/>
                  </a:lnTo>
                  <a:lnTo>
                    <a:pt x="307036" y="547178"/>
                  </a:lnTo>
                  <a:lnTo>
                    <a:pt x="305076" y="546621"/>
                  </a:lnTo>
                  <a:lnTo>
                    <a:pt x="305035" y="548556"/>
                  </a:lnTo>
                  <a:lnTo>
                    <a:pt x="305621" y="549968"/>
                  </a:lnTo>
                  <a:lnTo>
                    <a:pt x="306215" y="553476"/>
                  </a:lnTo>
                  <a:lnTo>
                    <a:pt x="307529" y="553203"/>
                  </a:lnTo>
                  <a:lnTo>
                    <a:pt x="309200" y="552102"/>
                  </a:lnTo>
                  <a:lnTo>
                    <a:pt x="310492" y="554757"/>
                  </a:lnTo>
                  <a:lnTo>
                    <a:pt x="311341" y="559257"/>
                  </a:lnTo>
                  <a:lnTo>
                    <a:pt x="312825" y="561540"/>
                  </a:lnTo>
                  <a:lnTo>
                    <a:pt x="313484" y="563303"/>
                  </a:lnTo>
                  <a:lnTo>
                    <a:pt x="313750" y="564968"/>
                  </a:lnTo>
                  <a:lnTo>
                    <a:pt x="312824" y="566626"/>
                  </a:lnTo>
                  <a:lnTo>
                    <a:pt x="310910" y="568972"/>
                  </a:lnTo>
                  <a:lnTo>
                    <a:pt x="308786" y="569406"/>
                  </a:lnTo>
                  <a:lnTo>
                    <a:pt x="308902" y="571261"/>
                  </a:lnTo>
                  <a:lnTo>
                    <a:pt x="307986" y="572596"/>
                  </a:lnTo>
                  <a:lnTo>
                    <a:pt x="306036" y="572205"/>
                  </a:lnTo>
                  <a:lnTo>
                    <a:pt x="305125" y="571274"/>
                  </a:lnTo>
                  <a:lnTo>
                    <a:pt x="304179" y="570833"/>
                  </a:lnTo>
                  <a:lnTo>
                    <a:pt x="300302" y="570334"/>
                  </a:lnTo>
                  <a:lnTo>
                    <a:pt x="304205" y="573908"/>
                  </a:lnTo>
                  <a:lnTo>
                    <a:pt x="305594" y="575573"/>
                  </a:lnTo>
                  <a:lnTo>
                    <a:pt x="306212" y="574586"/>
                  </a:lnTo>
                  <a:lnTo>
                    <a:pt x="307564" y="574346"/>
                  </a:lnTo>
                  <a:lnTo>
                    <a:pt x="309562" y="575257"/>
                  </a:lnTo>
                  <a:lnTo>
                    <a:pt x="309230" y="581285"/>
                  </a:lnTo>
                  <a:lnTo>
                    <a:pt x="310106" y="586171"/>
                  </a:lnTo>
                  <a:lnTo>
                    <a:pt x="310210" y="587268"/>
                  </a:lnTo>
                  <a:lnTo>
                    <a:pt x="308084" y="590196"/>
                  </a:lnTo>
                  <a:lnTo>
                    <a:pt x="308049" y="592930"/>
                  </a:lnTo>
                  <a:lnTo>
                    <a:pt x="306783" y="593691"/>
                  </a:lnTo>
                  <a:lnTo>
                    <a:pt x="305419" y="593515"/>
                  </a:lnTo>
                  <a:lnTo>
                    <a:pt x="305348" y="596517"/>
                  </a:lnTo>
                  <a:lnTo>
                    <a:pt x="304424" y="598388"/>
                  </a:lnTo>
                  <a:lnTo>
                    <a:pt x="304588" y="599559"/>
                  </a:lnTo>
                  <a:lnTo>
                    <a:pt x="304852" y="600608"/>
                  </a:lnTo>
                  <a:lnTo>
                    <a:pt x="304009" y="602516"/>
                  </a:lnTo>
                  <a:lnTo>
                    <a:pt x="303247" y="604837"/>
                  </a:lnTo>
                  <a:lnTo>
                    <a:pt x="302159" y="606870"/>
                  </a:lnTo>
                  <a:lnTo>
                    <a:pt x="301582" y="606661"/>
                  </a:lnTo>
                  <a:lnTo>
                    <a:pt x="299851" y="606792"/>
                  </a:lnTo>
                  <a:lnTo>
                    <a:pt x="297769" y="606622"/>
                  </a:lnTo>
                  <a:lnTo>
                    <a:pt x="296084" y="603982"/>
                  </a:lnTo>
                  <a:lnTo>
                    <a:pt x="295386" y="603103"/>
                  </a:lnTo>
                  <a:lnTo>
                    <a:pt x="294596" y="602529"/>
                  </a:lnTo>
                  <a:lnTo>
                    <a:pt x="294900" y="604227"/>
                  </a:lnTo>
                  <a:lnTo>
                    <a:pt x="295371" y="605249"/>
                  </a:lnTo>
                  <a:lnTo>
                    <a:pt x="296925" y="607154"/>
                  </a:lnTo>
                  <a:lnTo>
                    <a:pt x="299788" y="609512"/>
                  </a:lnTo>
                  <a:lnTo>
                    <a:pt x="299700" y="611184"/>
                  </a:lnTo>
                  <a:lnTo>
                    <a:pt x="298935" y="611911"/>
                  </a:lnTo>
                  <a:lnTo>
                    <a:pt x="297149" y="616466"/>
                  </a:lnTo>
                  <a:lnTo>
                    <a:pt x="296515" y="616565"/>
                  </a:lnTo>
                  <a:lnTo>
                    <a:pt x="295714" y="617741"/>
                  </a:lnTo>
                  <a:lnTo>
                    <a:pt x="293240" y="617347"/>
                  </a:lnTo>
                  <a:lnTo>
                    <a:pt x="292201" y="616879"/>
                  </a:lnTo>
                  <a:lnTo>
                    <a:pt x="289149" y="617178"/>
                  </a:lnTo>
                  <a:lnTo>
                    <a:pt x="288111" y="616775"/>
                  </a:lnTo>
                  <a:lnTo>
                    <a:pt x="287221" y="616966"/>
                  </a:lnTo>
                  <a:lnTo>
                    <a:pt x="288052" y="618251"/>
                  </a:lnTo>
                  <a:lnTo>
                    <a:pt x="289798" y="619410"/>
                  </a:lnTo>
                  <a:lnTo>
                    <a:pt x="291783" y="620571"/>
                  </a:lnTo>
                  <a:lnTo>
                    <a:pt x="294803" y="621450"/>
                  </a:lnTo>
                  <a:lnTo>
                    <a:pt x="294694" y="623112"/>
                  </a:lnTo>
                  <a:lnTo>
                    <a:pt x="293936" y="624476"/>
                  </a:lnTo>
                  <a:lnTo>
                    <a:pt x="294371" y="626513"/>
                  </a:lnTo>
                  <a:lnTo>
                    <a:pt x="294033" y="627973"/>
                  </a:lnTo>
                  <a:lnTo>
                    <a:pt x="293889" y="629706"/>
                  </a:lnTo>
                  <a:lnTo>
                    <a:pt x="293183" y="633734"/>
                  </a:lnTo>
                  <a:lnTo>
                    <a:pt x="294004" y="636499"/>
                  </a:lnTo>
                  <a:lnTo>
                    <a:pt x="294899" y="637848"/>
                  </a:lnTo>
                  <a:lnTo>
                    <a:pt x="294795" y="639624"/>
                  </a:lnTo>
                  <a:lnTo>
                    <a:pt x="295215" y="642466"/>
                  </a:lnTo>
                  <a:lnTo>
                    <a:pt x="293874" y="645003"/>
                  </a:lnTo>
                  <a:lnTo>
                    <a:pt x="292761" y="644907"/>
                  </a:lnTo>
                  <a:lnTo>
                    <a:pt x="291175" y="645477"/>
                  </a:lnTo>
                  <a:lnTo>
                    <a:pt x="290647" y="646596"/>
                  </a:lnTo>
                  <a:lnTo>
                    <a:pt x="293163" y="647652"/>
                  </a:lnTo>
                  <a:lnTo>
                    <a:pt x="292935" y="649552"/>
                  </a:lnTo>
                  <a:lnTo>
                    <a:pt x="292248" y="651928"/>
                  </a:lnTo>
                  <a:lnTo>
                    <a:pt x="291527" y="657076"/>
                  </a:lnTo>
                  <a:lnTo>
                    <a:pt x="290064" y="665902"/>
                  </a:lnTo>
                  <a:lnTo>
                    <a:pt x="289381" y="674667"/>
                  </a:lnTo>
                  <a:lnTo>
                    <a:pt x="286237" y="681871"/>
                  </a:lnTo>
                  <a:lnTo>
                    <a:pt x="285123" y="682070"/>
                  </a:lnTo>
                  <a:lnTo>
                    <a:pt x="284843" y="682356"/>
                  </a:lnTo>
                  <a:lnTo>
                    <a:pt x="283312" y="681987"/>
                  </a:lnTo>
                  <a:lnTo>
                    <a:pt x="280908" y="680324"/>
                  </a:lnTo>
                  <a:lnTo>
                    <a:pt x="279047" y="679776"/>
                  </a:lnTo>
                  <a:lnTo>
                    <a:pt x="277790" y="679753"/>
                  </a:lnTo>
                  <a:lnTo>
                    <a:pt x="277628" y="680580"/>
                  </a:lnTo>
                  <a:lnTo>
                    <a:pt x="278670" y="681922"/>
                  </a:lnTo>
                  <a:lnTo>
                    <a:pt x="280263" y="682483"/>
                  </a:lnTo>
                  <a:lnTo>
                    <a:pt x="281536" y="683369"/>
                  </a:lnTo>
                  <a:lnTo>
                    <a:pt x="283818" y="684197"/>
                  </a:lnTo>
                  <a:lnTo>
                    <a:pt x="284613" y="685801"/>
                  </a:lnTo>
                  <a:lnTo>
                    <a:pt x="285156" y="687510"/>
                  </a:lnTo>
                  <a:lnTo>
                    <a:pt x="285076" y="688450"/>
                  </a:lnTo>
                  <a:lnTo>
                    <a:pt x="285071" y="689561"/>
                  </a:lnTo>
                  <a:lnTo>
                    <a:pt x="285479" y="695536"/>
                  </a:lnTo>
                  <a:lnTo>
                    <a:pt x="284403" y="697602"/>
                  </a:lnTo>
                  <a:lnTo>
                    <a:pt x="283583" y="699469"/>
                  </a:lnTo>
                  <a:lnTo>
                    <a:pt x="280730" y="699210"/>
                  </a:lnTo>
                  <a:lnTo>
                    <a:pt x="280234" y="698559"/>
                  </a:lnTo>
                  <a:lnTo>
                    <a:pt x="277479" y="696592"/>
                  </a:lnTo>
                  <a:lnTo>
                    <a:pt x="277649" y="697516"/>
                  </a:lnTo>
                  <a:lnTo>
                    <a:pt x="279641" y="700189"/>
                  </a:lnTo>
                  <a:lnTo>
                    <a:pt x="280336" y="701522"/>
                  </a:lnTo>
                  <a:lnTo>
                    <a:pt x="279871" y="701798"/>
                  </a:lnTo>
                  <a:lnTo>
                    <a:pt x="279067" y="701898"/>
                  </a:lnTo>
                  <a:lnTo>
                    <a:pt x="277945" y="702798"/>
                  </a:lnTo>
                  <a:lnTo>
                    <a:pt x="275922" y="702312"/>
                  </a:lnTo>
                  <a:lnTo>
                    <a:pt x="276033" y="700958"/>
                  </a:lnTo>
                  <a:lnTo>
                    <a:pt x="276417" y="699567"/>
                  </a:lnTo>
                  <a:lnTo>
                    <a:pt x="275492" y="699804"/>
                  </a:lnTo>
                  <a:lnTo>
                    <a:pt x="274461" y="700510"/>
                  </a:lnTo>
                  <a:lnTo>
                    <a:pt x="273862" y="700250"/>
                  </a:lnTo>
                  <a:lnTo>
                    <a:pt x="273359" y="700328"/>
                  </a:lnTo>
                  <a:lnTo>
                    <a:pt x="273077" y="699632"/>
                  </a:lnTo>
                  <a:lnTo>
                    <a:pt x="272687" y="696916"/>
                  </a:lnTo>
                  <a:lnTo>
                    <a:pt x="273154" y="695549"/>
                  </a:lnTo>
                  <a:lnTo>
                    <a:pt x="274823" y="692019"/>
                  </a:lnTo>
                  <a:lnTo>
                    <a:pt x="275354" y="690124"/>
                  </a:lnTo>
                  <a:lnTo>
                    <a:pt x="274890" y="689263"/>
                  </a:lnTo>
                  <a:lnTo>
                    <a:pt x="273698" y="691294"/>
                  </a:lnTo>
                  <a:lnTo>
                    <a:pt x="272467" y="694523"/>
                  </a:lnTo>
                  <a:lnTo>
                    <a:pt x="271921" y="696474"/>
                  </a:lnTo>
                  <a:lnTo>
                    <a:pt x="271151" y="696853"/>
                  </a:lnTo>
                  <a:lnTo>
                    <a:pt x="269238" y="695871"/>
                  </a:lnTo>
                  <a:lnTo>
                    <a:pt x="263787" y="691349"/>
                  </a:lnTo>
                  <a:lnTo>
                    <a:pt x="263950" y="688600"/>
                  </a:lnTo>
                  <a:lnTo>
                    <a:pt x="263898" y="686325"/>
                  </a:lnTo>
                  <a:lnTo>
                    <a:pt x="265486" y="686037"/>
                  </a:lnTo>
                  <a:lnTo>
                    <a:pt x="266642" y="685047"/>
                  </a:lnTo>
                  <a:lnTo>
                    <a:pt x="267676" y="683835"/>
                  </a:lnTo>
                  <a:lnTo>
                    <a:pt x="268841" y="681627"/>
                  </a:lnTo>
                  <a:lnTo>
                    <a:pt x="269909" y="677983"/>
                  </a:lnTo>
                  <a:lnTo>
                    <a:pt x="269772" y="677707"/>
                  </a:lnTo>
                  <a:lnTo>
                    <a:pt x="266638" y="682359"/>
                  </a:lnTo>
                  <a:lnTo>
                    <a:pt x="264710" y="683914"/>
                  </a:lnTo>
                  <a:lnTo>
                    <a:pt x="263775" y="684198"/>
                  </a:lnTo>
                  <a:lnTo>
                    <a:pt x="263310" y="683509"/>
                  </a:lnTo>
                  <a:lnTo>
                    <a:pt x="261758" y="682014"/>
                  </a:lnTo>
                  <a:lnTo>
                    <a:pt x="260750" y="681334"/>
                  </a:lnTo>
                  <a:lnTo>
                    <a:pt x="258451" y="680223"/>
                  </a:lnTo>
                  <a:lnTo>
                    <a:pt x="258045" y="679625"/>
                  </a:lnTo>
                  <a:lnTo>
                    <a:pt x="257371" y="679151"/>
                  </a:lnTo>
                  <a:lnTo>
                    <a:pt x="256455" y="674400"/>
                  </a:lnTo>
                  <a:lnTo>
                    <a:pt x="257640" y="668630"/>
                  </a:lnTo>
                  <a:lnTo>
                    <a:pt x="258456" y="666957"/>
                  </a:lnTo>
                  <a:lnTo>
                    <a:pt x="258974" y="665015"/>
                  </a:lnTo>
                  <a:lnTo>
                    <a:pt x="259267" y="662444"/>
                  </a:lnTo>
                  <a:lnTo>
                    <a:pt x="259067" y="661346"/>
                  </a:lnTo>
                  <a:lnTo>
                    <a:pt x="258374" y="661722"/>
                  </a:lnTo>
                  <a:lnTo>
                    <a:pt x="258053" y="662602"/>
                  </a:lnTo>
                  <a:lnTo>
                    <a:pt x="258104" y="663979"/>
                  </a:lnTo>
                  <a:lnTo>
                    <a:pt x="257707" y="664935"/>
                  </a:lnTo>
                  <a:lnTo>
                    <a:pt x="254967" y="667136"/>
                  </a:lnTo>
                  <a:lnTo>
                    <a:pt x="252220" y="668917"/>
                  </a:lnTo>
                  <a:lnTo>
                    <a:pt x="250919" y="670605"/>
                  </a:lnTo>
                  <a:lnTo>
                    <a:pt x="250074" y="671924"/>
                  </a:lnTo>
                  <a:lnTo>
                    <a:pt x="249413" y="673221"/>
                  </a:lnTo>
                  <a:lnTo>
                    <a:pt x="248401" y="673105"/>
                  </a:lnTo>
                  <a:lnTo>
                    <a:pt x="247006" y="673372"/>
                  </a:lnTo>
                  <a:lnTo>
                    <a:pt x="246048" y="674213"/>
                  </a:lnTo>
                  <a:lnTo>
                    <a:pt x="244651" y="673696"/>
                  </a:lnTo>
                  <a:lnTo>
                    <a:pt x="243739" y="672447"/>
                  </a:lnTo>
                  <a:lnTo>
                    <a:pt x="242639" y="672304"/>
                  </a:lnTo>
                  <a:lnTo>
                    <a:pt x="241404" y="672906"/>
                  </a:lnTo>
                  <a:lnTo>
                    <a:pt x="240551" y="672853"/>
                  </a:lnTo>
                  <a:lnTo>
                    <a:pt x="240622" y="673702"/>
                  </a:lnTo>
                  <a:lnTo>
                    <a:pt x="241188" y="675790"/>
                  </a:lnTo>
                  <a:lnTo>
                    <a:pt x="240246" y="675930"/>
                  </a:lnTo>
                  <a:lnTo>
                    <a:pt x="238458" y="676012"/>
                  </a:lnTo>
                  <a:lnTo>
                    <a:pt x="237559" y="675407"/>
                  </a:lnTo>
                  <a:lnTo>
                    <a:pt x="236854" y="674615"/>
                  </a:lnTo>
                  <a:lnTo>
                    <a:pt x="236266" y="673504"/>
                  </a:lnTo>
                  <a:lnTo>
                    <a:pt x="236620" y="672054"/>
                  </a:lnTo>
                  <a:lnTo>
                    <a:pt x="239496" y="669399"/>
                  </a:lnTo>
                  <a:lnTo>
                    <a:pt x="240800" y="667863"/>
                  </a:lnTo>
                  <a:lnTo>
                    <a:pt x="239950" y="667333"/>
                  </a:lnTo>
                  <a:lnTo>
                    <a:pt x="237187" y="667812"/>
                  </a:lnTo>
                  <a:lnTo>
                    <a:pt x="236728" y="667414"/>
                  </a:lnTo>
                  <a:lnTo>
                    <a:pt x="234877" y="667656"/>
                  </a:lnTo>
                  <a:lnTo>
                    <a:pt x="234957" y="663705"/>
                  </a:lnTo>
                  <a:lnTo>
                    <a:pt x="234507" y="662723"/>
                  </a:lnTo>
                  <a:lnTo>
                    <a:pt x="234476" y="662259"/>
                  </a:lnTo>
                  <a:lnTo>
                    <a:pt x="233835" y="661156"/>
                  </a:lnTo>
                  <a:lnTo>
                    <a:pt x="233229" y="660882"/>
                  </a:lnTo>
                  <a:lnTo>
                    <a:pt x="232851" y="660486"/>
                  </a:lnTo>
                  <a:lnTo>
                    <a:pt x="229728" y="659598"/>
                  </a:lnTo>
                  <a:lnTo>
                    <a:pt x="229320" y="657395"/>
                  </a:lnTo>
                  <a:lnTo>
                    <a:pt x="229101" y="655128"/>
                  </a:lnTo>
                  <a:lnTo>
                    <a:pt x="228505" y="652316"/>
                  </a:lnTo>
                  <a:lnTo>
                    <a:pt x="227010" y="651583"/>
                  </a:lnTo>
                  <a:lnTo>
                    <a:pt x="226200" y="650364"/>
                  </a:lnTo>
                  <a:lnTo>
                    <a:pt x="226842" y="649118"/>
                  </a:lnTo>
                  <a:lnTo>
                    <a:pt x="227122" y="647536"/>
                  </a:lnTo>
                  <a:lnTo>
                    <a:pt x="226429" y="646815"/>
                  </a:lnTo>
                  <a:lnTo>
                    <a:pt x="225986" y="645700"/>
                  </a:lnTo>
                  <a:lnTo>
                    <a:pt x="226051" y="644975"/>
                  </a:lnTo>
                  <a:lnTo>
                    <a:pt x="225490" y="643019"/>
                  </a:lnTo>
                  <a:lnTo>
                    <a:pt x="225323" y="641492"/>
                  </a:lnTo>
                  <a:lnTo>
                    <a:pt x="225965" y="640061"/>
                  </a:lnTo>
                  <a:lnTo>
                    <a:pt x="227731" y="638442"/>
                  </a:lnTo>
                  <a:lnTo>
                    <a:pt x="228300" y="637790"/>
                  </a:lnTo>
                  <a:lnTo>
                    <a:pt x="228597" y="637085"/>
                  </a:lnTo>
                  <a:lnTo>
                    <a:pt x="230625" y="635893"/>
                  </a:lnTo>
                  <a:lnTo>
                    <a:pt x="228900" y="635050"/>
                  </a:lnTo>
                  <a:lnTo>
                    <a:pt x="227820" y="634920"/>
                  </a:lnTo>
                  <a:lnTo>
                    <a:pt x="227034" y="635313"/>
                  </a:lnTo>
                  <a:lnTo>
                    <a:pt x="226307" y="636895"/>
                  </a:lnTo>
                  <a:lnTo>
                    <a:pt x="225628" y="637946"/>
                  </a:lnTo>
                  <a:lnTo>
                    <a:pt x="222982" y="638289"/>
                  </a:lnTo>
                  <a:lnTo>
                    <a:pt x="222593" y="637747"/>
                  </a:lnTo>
                  <a:lnTo>
                    <a:pt x="222409" y="635512"/>
                  </a:lnTo>
                  <a:lnTo>
                    <a:pt x="222559" y="633789"/>
                  </a:lnTo>
                  <a:lnTo>
                    <a:pt x="223658" y="631371"/>
                  </a:lnTo>
                  <a:lnTo>
                    <a:pt x="222391" y="630170"/>
                  </a:lnTo>
                  <a:lnTo>
                    <a:pt x="221229" y="629781"/>
                  </a:lnTo>
                  <a:lnTo>
                    <a:pt x="219909" y="628660"/>
                  </a:lnTo>
                  <a:lnTo>
                    <a:pt x="218690" y="627477"/>
                  </a:lnTo>
                  <a:lnTo>
                    <a:pt x="217643" y="626099"/>
                  </a:lnTo>
                  <a:lnTo>
                    <a:pt x="216623" y="624471"/>
                  </a:lnTo>
                  <a:lnTo>
                    <a:pt x="216296" y="624265"/>
                  </a:lnTo>
                  <a:lnTo>
                    <a:pt x="216664" y="622564"/>
                  </a:lnTo>
                  <a:lnTo>
                    <a:pt x="216872" y="621166"/>
                  </a:lnTo>
                  <a:lnTo>
                    <a:pt x="216904" y="618160"/>
                  </a:lnTo>
                  <a:lnTo>
                    <a:pt x="216493" y="616914"/>
                  </a:lnTo>
                  <a:lnTo>
                    <a:pt x="217406" y="614348"/>
                  </a:lnTo>
                  <a:lnTo>
                    <a:pt x="218634" y="611542"/>
                  </a:lnTo>
                  <a:lnTo>
                    <a:pt x="221354" y="607380"/>
                  </a:lnTo>
                  <a:lnTo>
                    <a:pt x="218478" y="609385"/>
                  </a:lnTo>
                  <a:lnTo>
                    <a:pt x="216112" y="613758"/>
                  </a:lnTo>
                  <a:lnTo>
                    <a:pt x="215615" y="613957"/>
                  </a:lnTo>
                  <a:lnTo>
                    <a:pt x="215440" y="613165"/>
                  </a:lnTo>
                  <a:lnTo>
                    <a:pt x="214543" y="610326"/>
                  </a:lnTo>
                  <a:lnTo>
                    <a:pt x="213866" y="609551"/>
                  </a:lnTo>
                  <a:lnTo>
                    <a:pt x="213563" y="608697"/>
                  </a:lnTo>
                  <a:lnTo>
                    <a:pt x="212217" y="607183"/>
                  </a:lnTo>
                  <a:lnTo>
                    <a:pt x="211633" y="606016"/>
                  </a:lnTo>
                  <a:lnTo>
                    <a:pt x="210804" y="603765"/>
                  </a:lnTo>
                  <a:lnTo>
                    <a:pt x="209625" y="601088"/>
                  </a:lnTo>
                  <a:lnTo>
                    <a:pt x="207948" y="595802"/>
                  </a:lnTo>
                  <a:lnTo>
                    <a:pt x="205244" y="589720"/>
                  </a:lnTo>
                  <a:lnTo>
                    <a:pt x="204577" y="586300"/>
                  </a:lnTo>
                  <a:lnTo>
                    <a:pt x="205415" y="581963"/>
                  </a:lnTo>
                  <a:lnTo>
                    <a:pt x="204488" y="578969"/>
                  </a:lnTo>
                  <a:lnTo>
                    <a:pt x="207059" y="577584"/>
                  </a:lnTo>
                  <a:lnTo>
                    <a:pt x="210736" y="576030"/>
                  </a:lnTo>
                  <a:lnTo>
                    <a:pt x="212641" y="574738"/>
                  </a:lnTo>
                  <a:lnTo>
                    <a:pt x="213741" y="574352"/>
                  </a:lnTo>
                  <a:lnTo>
                    <a:pt x="216078" y="574115"/>
                  </a:lnTo>
                  <a:lnTo>
                    <a:pt x="216859" y="572818"/>
                  </a:lnTo>
                  <a:lnTo>
                    <a:pt x="215558" y="573146"/>
                  </a:lnTo>
                  <a:lnTo>
                    <a:pt x="214687" y="572977"/>
                  </a:lnTo>
                  <a:lnTo>
                    <a:pt x="214632" y="572372"/>
                  </a:lnTo>
                  <a:lnTo>
                    <a:pt x="214955" y="571294"/>
                  </a:lnTo>
                  <a:lnTo>
                    <a:pt x="215163" y="569905"/>
                  </a:lnTo>
                  <a:lnTo>
                    <a:pt x="214718" y="570156"/>
                  </a:lnTo>
                  <a:lnTo>
                    <a:pt x="212433" y="572550"/>
                  </a:lnTo>
                  <a:lnTo>
                    <a:pt x="209056" y="574450"/>
                  </a:lnTo>
                  <a:lnTo>
                    <a:pt x="206418" y="575512"/>
                  </a:lnTo>
                  <a:lnTo>
                    <a:pt x="205991" y="575456"/>
                  </a:lnTo>
                  <a:lnTo>
                    <a:pt x="205068" y="576098"/>
                  </a:lnTo>
                  <a:lnTo>
                    <a:pt x="204538" y="576282"/>
                  </a:lnTo>
                  <a:lnTo>
                    <a:pt x="204128" y="576100"/>
                  </a:lnTo>
                  <a:lnTo>
                    <a:pt x="203194" y="574281"/>
                  </a:lnTo>
                  <a:lnTo>
                    <a:pt x="202946" y="573089"/>
                  </a:lnTo>
                  <a:lnTo>
                    <a:pt x="204619" y="569865"/>
                  </a:lnTo>
                  <a:lnTo>
                    <a:pt x="205869" y="565463"/>
                  </a:lnTo>
                  <a:lnTo>
                    <a:pt x="207525" y="562584"/>
                  </a:lnTo>
                  <a:lnTo>
                    <a:pt x="208694" y="562224"/>
                  </a:lnTo>
                  <a:lnTo>
                    <a:pt x="210650" y="562378"/>
                  </a:lnTo>
                  <a:lnTo>
                    <a:pt x="211338" y="562632"/>
                  </a:lnTo>
                  <a:lnTo>
                    <a:pt x="211119" y="560923"/>
                  </a:lnTo>
                  <a:lnTo>
                    <a:pt x="211201" y="560099"/>
                  </a:lnTo>
                  <a:lnTo>
                    <a:pt x="212786" y="559110"/>
                  </a:lnTo>
                  <a:lnTo>
                    <a:pt x="214634" y="558667"/>
                  </a:lnTo>
                  <a:lnTo>
                    <a:pt x="215951" y="558980"/>
                  </a:lnTo>
                  <a:lnTo>
                    <a:pt x="216779" y="560984"/>
                  </a:lnTo>
                  <a:lnTo>
                    <a:pt x="217844" y="564683"/>
                  </a:lnTo>
                  <a:lnTo>
                    <a:pt x="219278" y="565933"/>
                  </a:lnTo>
                  <a:lnTo>
                    <a:pt x="219216" y="564155"/>
                  </a:lnTo>
                  <a:lnTo>
                    <a:pt x="218471" y="561866"/>
                  </a:lnTo>
                  <a:lnTo>
                    <a:pt x="218195" y="558354"/>
                  </a:lnTo>
                  <a:lnTo>
                    <a:pt x="217251" y="556874"/>
                  </a:lnTo>
                  <a:lnTo>
                    <a:pt x="216492" y="556143"/>
                  </a:lnTo>
                  <a:lnTo>
                    <a:pt x="214395" y="556500"/>
                  </a:lnTo>
                  <a:lnTo>
                    <a:pt x="213134" y="553934"/>
                  </a:lnTo>
                  <a:lnTo>
                    <a:pt x="212848" y="552992"/>
                  </a:lnTo>
                  <a:lnTo>
                    <a:pt x="212815" y="551741"/>
                  </a:lnTo>
                  <a:lnTo>
                    <a:pt x="211557" y="548068"/>
                  </a:lnTo>
                  <a:lnTo>
                    <a:pt x="211152" y="546233"/>
                  </a:lnTo>
                  <a:lnTo>
                    <a:pt x="210484" y="543787"/>
                  </a:lnTo>
                  <a:lnTo>
                    <a:pt x="210129" y="543657"/>
                  </a:lnTo>
                  <a:lnTo>
                    <a:pt x="210581" y="546735"/>
                  </a:lnTo>
                  <a:lnTo>
                    <a:pt x="211171" y="548900"/>
                  </a:lnTo>
                  <a:lnTo>
                    <a:pt x="212012" y="553662"/>
                  </a:lnTo>
                  <a:lnTo>
                    <a:pt x="212428" y="555581"/>
                  </a:lnTo>
                  <a:lnTo>
                    <a:pt x="211864" y="557102"/>
                  </a:lnTo>
                  <a:lnTo>
                    <a:pt x="210798" y="558606"/>
                  </a:lnTo>
                  <a:lnTo>
                    <a:pt x="209856" y="559504"/>
                  </a:lnTo>
                  <a:lnTo>
                    <a:pt x="207630" y="560579"/>
                  </a:lnTo>
                  <a:lnTo>
                    <a:pt x="208109" y="558236"/>
                  </a:lnTo>
                  <a:lnTo>
                    <a:pt x="208415" y="555931"/>
                  </a:lnTo>
                  <a:lnTo>
                    <a:pt x="207296" y="556748"/>
                  </a:lnTo>
                  <a:lnTo>
                    <a:pt x="206255" y="558419"/>
                  </a:lnTo>
                  <a:lnTo>
                    <a:pt x="205897" y="560737"/>
                  </a:lnTo>
                  <a:lnTo>
                    <a:pt x="205228" y="562844"/>
                  </a:lnTo>
                  <a:lnTo>
                    <a:pt x="203245" y="568008"/>
                  </a:lnTo>
                  <a:lnTo>
                    <a:pt x="202463" y="570877"/>
                  </a:lnTo>
                  <a:lnTo>
                    <a:pt x="201724" y="572294"/>
                  </a:lnTo>
                  <a:lnTo>
                    <a:pt x="200881" y="572685"/>
                  </a:lnTo>
                  <a:lnTo>
                    <a:pt x="200150" y="571561"/>
                  </a:lnTo>
                  <a:lnTo>
                    <a:pt x="199530" y="568923"/>
                  </a:lnTo>
                  <a:lnTo>
                    <a:pt x="199239" y="566859"/>
                  </a:lnTo>
                  <a:lnTo>
                    <a:pt x="199205" y="561506"/>
                  </a:lnTo>
                  <a:lnTo>
                    <a:pt x="199283" y="559010"/>
                  </a:lnTo>
                  <a:lnTo>
                    <a:pt x="198945" y="555646"/>
                  </a:lnTo>
                  <a:lnTo>
                    <a:pt x="197874" y="547811"/>
                  </a:lnTo>
                  <a:lnTo>
                    <a:pt x="197647" y="545022"/>
                  </a:lnTo>
                  <a:lnTo>
                    <a:pt x="195834" y="543539"/>
                  </a:lnTo>
                  <a:lnTo>
                    <a:pt x="195808" y="543060"/>
                  </a:lnTo>
                  <a:lnTo>
                    <a:pt x="195333" y="541473"/>
                  </a:lnTo>
                  <a:lnTo>
                    <a:pt x="194968" y="539884"/>
                  </a:lnTo>
                  <a:lnTo>
                    <a:pt x="195271" y="539303"/>
                  </a:lnTo>
                  <a:lnTo>
                    <a:pt x="195701" y="538883"/>
                  </a:lnTo>
                  <a:lnTo>
                    <a:pt x="198411" y="536541"/>
                  </a:lnTo>
                  <a:lnTo>
                    <a:pt x="200419" y="533918"/>
                  </a:lnTo>
                  <a:lnTo>
                    <a:pt x="202819" y="529805"/>
                  </a:lnTo>
                  <a:lnTo>
                    <a:pt x="203799" y="528526"/>
                  </a:lnTo>
                  <a:lnTo>
                    <a:pt x="207320" y="527542"/>
                  </a:lnTo>
                  <a:lnTo>
                    <a:pt x="208882" y="527408"/>
                  </a:lnTo>
                  <a:lnTo>
                    <a:pt x="208868" y="526677"/>
                  </a:lnTo>
                  <a:lnTo>
                    <a:pt x="208344" y="526385"/>
                  </a:lnTo>
                  <a:lnTo>
                    <a:pt x="205965" y="526577"/>
                  </a:lnTo>
                  <a:lnTo>
                    <a:pt x="202796" y="528222"/>
                  </a:lnTo>
                  <a:lnTo>
                    <a:pt x="202254" y="528815"/>
                  </a:lnTo>
                  <a:lnTo>
                    <a:pt x="200867" y="531375"/>
                  </a:lnTo>
                  <a:lnTo>
                    <a:pt x="199798" y="532773"/>
                  </a:lnTo>
                  <a:lnTo>
                    <a:pt x="196790" y="535968"/>
                  </a:lnTo>
                  <a:lnTo>
                    <a:pt x="194838" y="535967"/>
                  </a:lnTo>
                  <a:lnTo>
                    <a:pt x="192822" y="532142"/>
                  </a:lnTo>
                  <a:lnTo>
                    <a:pt x="190573" y="532875"/>
                  </a:lnTo>
                  <a:lnTo>
                    <a:pt x="189054" y="532622"/>
                  </a:lnTo>
                  <a:lnTo>
                    <a:pt x="188611" y="532047"/>
                  </a:lnTo>
                  <a:lnTo>
                    <a:pt x="188277" y="526822"/>
                  </a:lnTo>
                  <a:lnTo>
                    <a:pt x="189501" y="520726"/>
                  </a:lnTo>
                  <a:lnTo>
                    <a:pt x="188180" y="520670"/>
                  </a:lnTo>
                  <a:lnTo>
                    <a:pt x="187907" y="520423"/>
                  </a:lnTo>
                  <a:lnTo>
                    <a:pt x="187210" y="519035"/>
                  </a:lnTo>
                  <a:lnTo>
                    <a:pt x="186755" y="518623"/>
                  </a:lnTo>
                  <a:lnTo>
                    <a:pt x="187092" y="517886"/>
                  </a:lnTo>
                  <a:lnTo>
                    <a:pt x="190352" y="515001"/>
                  </a:lnTo>
                  <a:lnTo>
                    <a:pt x="195226" y="509342"/>
                  </a:lnTo>
                  <a:lnTo>
                    <a:pt x="197324" y="507119"/>
                  </a:lnTo>
                  <a:lnTo>
                    <a:pt x="198619" y="506160"/>
                  </a:lnTo>
                  <a:lnTo>
                    <a:pt x="199598" y="505060"/>
                  </a:lnTo>
                  <a:lnTo>
                    <a:pt x="200789" y="502680"/>
                  </a:lnTo>
                  <a:lnTo>
                    <a:pt x="201183" y="501638"/>
                  </a:lnTo>
                  <a:lnTo>
                    <a:pt x="201848" y="500798"/>
                  </a:lnTo>
                  <a:lnTo>
                    <a:pt x="203249" y="499852"/>
                  </a:lnTo>
                  <a:lnTo>
                    <a:pt x="204780" y="498420"/>
                  </a:lnTo>
                  <a:lnTo>
                    <a:pt x="207265" y="495194"/>
                  </a:lnTo>
                  <a:lnTo>
                    <a:pt x="207588" y="494003"/>
                  </a:lnTo>
                  <a:lnTo>
                    <a:pt x="207049" y="493724"/>
                  </a:lnTo>
                  <a:lnTo>
                    <a:pt x="205887" y="494823"/>
                  </a:lnTo>
                  <a:lnTo>
                    <a:pt x="203524" y="497771"/>
                  </a:lnTo>
                  <a:lnTo>
                    <a:pt x="201839" y="499430"/>
                  </a:lnTo>
                  <a:lnTo>
                    <a:pt x="196088" y="506852"/>
                  </a:lnTo>
                  <a:lnTo>
                    <a:pt x="193640" y="509555"/>
                  </a:lnTo>
                  <a:lnTo>
                    <a:pt x="192308" y="511279"/>
                  </a:lnTo>
                  <a:lnTo>
                    <a:pt x="191274" y="512927"/>
                  </a:lnTo>
                  <a:lnTo>
                    <a:pt x="190180" y="514100"/>
                  </a:lnTo>
                  <a:lnTo>
                    <a:pt x="189024" y="514799"/>
                  </a:lnTo>
                  <a:lnTo>
                    <a:pt x="186556" y="515325"/>
                  </a:lnTo>
                  <a:lnTo>
                    <a:pt x="185344" y="515933"/>
                  </a:lnTo>
                  <a:lnTo>
                    <a:pt x="184614" y="515486"/>
                  </a:lnTo>
                  <a:lnTo>
                    <a:pt x="184293" y="511968"/>
                  </a:lnTo>
                  <a:lnTo>
                    <a:pt x="184538" y="509885"/>
                  </a:lnTo>
                  <a:lnTo>
                    <a:pt x="184422" y="507828"/>
                  </a:lnTo>
                  <a:lnTo>
                    <a:pt x="185037" y="504884"/>
                  </a:lnTo>
                  <a:lnTo>
                    <a:pt x="185951" y="502799"/>
                  </a:lnTo>
                  <a:lnTo>
                    <a:pt x="186334" y="501667"/>
                  </a:lnTo>
                  <a:lnTo>
                    <a:pt x="186498" y="500888"/>
                  </a:lnTo>
                  <a:lnTo>
                    <a:pt x="188383" y="498733"/>
                  </a:lnTo>
                  <a:lnTo>
                    <a:pt x="189422" y="497777"/>
                  </a:lnTo>
                  <a:lnTo>
                    <a:pt x="190156" y="495620"/>
                  </a:lnTo>
                  <a:lnTo>
                    <a:pt x="194339" y="494854"/>
                  </a:lnTo>
                  <a:lnTo>
                    <a:pt x="195417" y="494930"/>
                  </a:lnTo>
                  <a:lnTo>
                    <a:pt x="195990" y="494642"/>
                  </a:lnTo>
                  <a:lnTo>
                    <a:pt x="196418" y="494014"/>
                  </a:lnTo>
                  <a:lnTo>
                    <a:pt x="196006" y="493529"/>
                  </a:lnTo>
                  <a:lnTo>
                    <a:pt x="194753" y="493189"/>
                  </a:lnTo>
                  <a:lnTo>
                    <a:pt x="191421" y="493254"/>
                  </a:lnTo>
                  <a:lnTo>
                    <a:pt x="188342" y="492884"/>
                  </a:lnTo>
                  <a:lnTo>
                    <a:pt x="186937" y="492513"/>
                  </a:lnTo>
                  <a:lnTo>
                    <a:pt x="186259" y="492728"/>
                  </a:lnTo>
                  <a:lnTo>
                    <a:pt x="185140" y="492099"/>
                  </a:lnTo>
                  <a:lnTo>
                    <a:pt x="183918" y="490902"/>
                  </a:lnTo>
                  <a:lnTo>
                    <a:pt x="182021" y="486497"/>
                  </a:lnTo>
                  <a:lnTo>
                    <a:pt x="182780" y="480842"/>
                  </a:lnTo>
                  <a:lnTo>
                    <a:pt x="182846" y="478146"/>
                  </a:lnTo>
                  <a:lnTo>
                    <a:pt x="185256" y="475781"/>
                  </a:lnTo>
                  <a:lnTo>
                    <a:pt x="186545" y="474998"/>
                  </a:lnTo>
                  <a:lnTo>
                    <a:pt x="188374" y="473217"/>
                  </a:lnTo>
                  <a:lnTo>
                    <a:pt x="190817" y="470194"/>
                  </a:lnTo>
                  <a:lnTo>
                    <a:pt x="193730" y="468349"/>
                  </a:lnTo>
                  <a:lnTo>
                    <a:pt x="195215" y="468007"/>
                  </a:lnTo>
                  <a:lnTo>
                    <a:pt x="196450" y="468271"/>
                  </a:lnTo>
                  <a:lnTo>
                    <a:pt x="201012" y="470890"/>
                  </a:lnTo>
                  <a:lnTo>
                    <a:pt x="203358" y="471402"/>
                  </a:lnTo>
                  <a:lnTo>
                    <a:pt x="205419" y="470771"/>
                  </a:lnTo>
                  <a:lnTo>
                    <a:pt x="208007" y="471694"/>
                  </a:lnTo>
                  <a:lnTo>
                    <a:pt x="212584" y="475465"/>
                  </a:lnTo>
                  <a:lnTo>
                    <a:pt x="213467" y="474902"/>
                  </a:lnTo>
                  <a:lnTo>
                    <a:pt x="213211" y="473989"/>
                  </a:lnTo>
                  <a:lnTo>
                    <a:pt x="208107" y="470007"/>
                  </a:lnTo>
                  <a:lnTo>
                    <a:pt x="208136" y="468818"/>
                  </a:lnTo>
                  <a:lnTo>
                    <a:pt x="209443" y="468506"/>
                  </a:lnTo>
                  <a:lnTo>
                    <a:pt x="210837" y="467349"/>
                  </a:lnTo>
                  <a:lnTo>
                    <a:pt x="210051" y="466667"/>
                  </a:lnTo>
                  <a:lnTo>
                    <a:pt x="206661" y="467260"/>
                  </a:lnTo>
                  <a:lnTo>
                    <a:pt x="205682" y="468208"/>
                  </a:lnTo>
                  <a:lnTo>
                    <a:pt x="202394" y="468700"/>
                  </a:lnTo>
                  <a:lnTo>
                    <a:pt x="200677" y="467891"/>
                  </a:lnTo>
                  <a:lnTo>
                    <a:pt x="199136" y="467492"/>
                  </a:lnTo>
                  <a:lnTo>
                    <a:pt x="196822" y="465772"/>
                  </a:lnTo>
                  <a:lnTo>
                    <a:pt x="194887" y="466333"/>
                  </a:lnTo>
                  <a:lnTo>
                    <a:pt x="193665" y="467012"/>
                  </a:lnTo>
                  <a:lnTo>
                    <a:pt x="191501" y="467654"/>
                  </a:lnTo>
                  <a:lnTo>
                    <a:pt x="190720" y="468111"/>
                  </a:lnTo>
                  <a:lnTo>
                    <a:pt x="186498" y="473524"/>
                  </a:lnTo>
                  <a:lnTo>
                    <a:pt x="184721" y="474650"/>
                  </a:lnTo>
                  <a:lnTo>
                    <a:pt x="183456" y="474279"/>
                  </a:lnTo>
                  <a:lnTo>
                    <a:pt x="184344" y="470756"/>
                  </a:lnTo>
                  <a:lnTo>
                    <a:pt x="184600" y="469365"/>
                  </a:lnTo>
                  <a:lnTo>
                    <a:pt x="184598" y="467850"/>
                  </a:lnTo>
                  <a:lnTo>
                    <a:pt x="184967" y="465775"/>
                  </a:lnTo>
                  <a:lnTo>
                    <a:pt x="187131" y="461824"/>
                  </a:lnTo>
                  <a:lnTo>
                    <a:pt x="188492" y="457497"/>
                  </a:lnTo>
                  <a:lnTo>
                    <a:pt x="189067" y="454814"/>
                  </a:lnTo>
                  <a:lnTo>
                    <a:pt x="190130" y="454514"/>
                  </a:lnTo>
                  <a:lnTo>
                    <a:pt x="191583" y="454909"/>
                  </a:lnTo>
                  <a:lnTo>
                    <a:pt x="195945" y="456649"/>
                  </a:lnTo>
                  <a:lnTo>
                    <a:pt x="199575" y="458722"/>
                  </a:lnTo>
                  <a:lnTo>
                    <a:pt x="202253" y="459277"/>
                  </a:lnTo>
                  <a:lnTo>
                    <a:pt x="204013" y="459334"/>
                  </a:lnTo>
                  <a:lnTo>
                    <a:pt x="204768" y="458673"/>
                  </a:lnTo>
                  <a:lnTo>
                    <a:pt x="205363" y="457523"/>
                  </a:lnTo>
                  <a:lnTo>
                    <a:pt x="205592" y="456727"/>
                  </a:lnTo>
                  <a:lnTo>
                    <a:pt x="205764" y="455097"/>
                  </a:lnTo>
                  <a:lnTo>
                    <a:pt x="205966" y="454518"/>
                  </a:lnTo>
                  <a:lnTo>
                    <a:pt x="206554" y="453807"/>
                  </a:lnTo>
                  <a:lnTo>
                    <a:pt x="207758" y="451334"/>
                  </a:lnTo>
                  <a:lnTo>
                    <a:pt x="208125" y="449571"/>
                  </a:lnTo>
                  <a:lnTo>
                    <a:pt x="207731" y="448545"/>
                  </a:lnTo>
                  <a:lnTo>
                    <a:pt x="206930" y="448650"/>
                  </a:lnTo>
                  <a:lnTo>
                    <a:pt x="205366" y="449325"/>
                  </a:lnTo>
                  <a:lnTo>
                    <a:pt x="205156" y="449607"/>
                  </a:lnTo>
                  <a:lnTo>
                    <a:pt x="205184" y="450156"/>
                  </a:lnTo>
                  <a:lnTo>
                    <a:pt x="203671" y="452885"/>
                  </a:lnTo>
                  <a:lnTo>
                    <a:pt x="202022" y="453512"/>
                  </a:lnTo>
                  <a:lnTo>
                    <a:pt x="198229" y="454429"/>
                  </a:lnTo>
                  <a:lnTo>
                    <a:pt x="196499" y="454493"/>
                  </a:lnTo>
                  <a:lnTo>
                    <a:pt x="193423" y="453225"/>
                  </a:lnTo>
                  <a:lnTo>
                    <a:pt x="192958" y="452728"/>
                  </a:lnTo>
                  <a:lnTo>
                    <a:pt x="192639" y="451797"/>
                  </a:lnTo>
                  <a:lnTo>
                    <a:pt x="188865" y="452008"/>
                  </a:lnTo>
                  <a:lnTo>
                    <a:pt x="187737" y="452288"/>
                  </a:lnTo>
                  <a:lnTo>
                    <a:pt x="186840" y="452166"/>
                  </a:lnTo>
                  <a:lnTo>
                    <a:pt x="187280" y="450547"/>
                  </a:lnTo>
                  <a:lnTo>
                    <a:pt x="188473" y="448749"/>
                  </a:lnTo>
                  <a:lnTo>
                    <a:pt x="190145" y="442902"/>
                  </a:lnTo>
                  <a:lnTo>
                    <a:pt x="191544" y="441406"/>
                  </a:lnTo>
                  <a:lnTo>
                    <a:pt x="194325" y="440010"/>
                  </a:lnTo>
                  <a:lnTo>
                    <a:pt x="197227" y="440235"/>
                  </a:lnTo>
                  <a:lnTo>
                    <a:pt x="202246" y="444754"/>
                  </a:lnTo>
                  <a:lnTo>
                    <a:pt x="203760" y="445150"/>
                  </a:lnTo>
                  <a:lnTo>
                    <a:pt x="205149" y="444785"/>
                  </a:lnTo>
                  <a:lnTo>
                    <a:pt x="208470" y="443270"/>
                  </a:lnTo>
                  <a:lnTo>
                    <a:pt x="209079" y="442657"/>
                  </a:lnTo>
                  <a:lnTo>
                    <a:pt x="210273" y="440781"/>
                  </a:lnTo>
                  <a:lnTo>
                    <a:pt x="211668" y="437572"/>
                  </a:lnTo>
                  <a:lnTo>
                    <a:pt x="211600" y="436812"/>
                  </a:lnTo>
                  <a:lnTo>
                    <a:pt x="209461" y="438605"/>
                  </a:lnTo>
                  <a:lnTo>
                    <a:pt x="208320" y="439089"/>
                  </a:lnTo>
                  <a:lnTo>
                    <a:pt x="207353" y="439089"/>
                  </a:lnTo>
                  <a:lnTo>
                    <a:pt x="208251" y="433223"/>
                  </a:lnTo>
                  <a:lnTo>
                    <a:pt x="208600" y="428729"/>
                  </a:lnTo>
                  <a:lnTo>
                    <a:pt x="208935" y="427614"/>
                  </a:lnTo>
                  <a:lnTo>
                    <a:pt x="211748" y="427951"/>
                  </a:lnTo>
                  <a:lnTo>
                    <a:pt x="215590" y="427344"/>
                  </a:lnTo>
                  <a:lnTo>
                    <a:pt x="216506" y="426363"/>
                  </a:lnTo>
                  <a:lnTo>
                    <a:pt x="216492" y="425927"/>
                  </a:lnTo>
                  <a:lnTo>
                    <a:pt x="214949" y="425331"/>
                  </a:lnTo>
                  <a:lnTo>
                    <a:pt x="214206" y="424080"/>
                  </a:lnTo>
                  <a:lnTo>
                    <a:pt x="212914" y="424476"/>
                  </a:lnTo>
                  <a:lnTo>
                    <a:pt x="211183" y="425309"/>
                  </a:lnTo>
                  <a:lnTo>
                    <a:pt x="209011" y="425214"/>
                  </a:lnTo>
                  <a:lnTo>
                    <a:pt x="209195" y="423284"/>
                  </a:lnTo>
                  <a:lnTo>
                    <a:pt x="210787" y="419236"/>
                  </a:lnTo>
                  <a:lnTo>
                    <a:pt x="210951" y="417391"/>
                  </a:lnTo>
                  <a:lnTo>
                    <a:pt x="211572" y="413703"/>
                  </a:lnTo>
                  <a:lnTo>
                    <a:pt x="211634" y="411812"/>
                  </a:lnTo>
                  <a:lnTo>
                    <a:pt x="212440" y="409971"/>
                  </a:lnTo>
                  <a:lnTo>
                    <a:pt x="214951" y="408659"/>
                  </a:lnTo>
                  <a:lnTo>
                    <a:pt x="216005" y="407876"/>
                  </a:lnTo>
                  <a:lnTo>
                    <a:pt x="216063" y="407019"/>
                  </a:lnTo>
                  <a:lnTo>
                    <a:pt x="214558" y="403752"/>
                  </a:lnTo>
                  <a:lnTo>
                    <a:pt x="214940" y="402851"/>
                  </a:lnTo>
                  <a:lnTo>
                    <a:pt x="216120" y="402028"/>
                  </a:lnTo>
                  <a:lnTo>
                    <a:pt x="216560" y="401428"/>
                  </a:lnTo>
                  <a:lnTo>
                    <a:pt x="216260" y="401053"/>
                  </a:lnTo>
                  <a:lnTo>
                    <a:pt x="215172" y="400692"/>
                  </a:lnTo>
                  <a:lnTo>
                    <a:pt x="213502" y="401413"/>
                  </a:lnTo>
                  <a:lnTo>
                    <a:pt x="211651" y="401760"/>
                  </a:lnTo>
                  <a:lnTo>
                    <a:pt x="210014" y="400676"/>
                  </a:lnTo>
                  <a:lnTo>
                    <a:pt x="208735" y="400158"/>
                  </a:lnTo>
                  <a:lnTo>
                    <a:pt x="207925" y="400321"/>
                  </a:lnTo>
                  <a:lnTo>
                    <a:pt x="205724" y="402174"/>
                  </a:lnTo>
                  <a:lnTo>
                    <a:pt x="204953" y="402234"/>
                  </a:lnTo>
                  <a:lnTo>
                    <a:pt x="204001" y="401721"/>
                  </a:lnTo>
                  <a:lnTo>
                    <a:pt x="197689" y="400113"/>
                  </a:lnTo>
                  <a:lnTo>
                    <a:pt x="196907" y="399546"/>
                  </a:lnTo>
                  <a:lnTo>
                    <a:pt x="194646" y="396769"/>
                  </a:lnTo>
                  <a:lnTo>
                    <a:pt x="192783" y="394937"/>
                  </a:lnTo>
                  <a:lnTo>
                    <a:pt x="190302" y="392934"/>
                  </a:lnTo>
                  <a:lnTo>
                    <a:pt x="187087" y="391415"/>
                  </a:lnTo>
                  <a:lnTo>
                    <a:pt x="183136" y="390374"/>
                  </a:lnTo>
                  <a:lnTo>
                    <a:pt x="180771" y="389395"/>
                  </a:lnTo>
                  <a:lnTo>
                    <a:pt x="179606" y="388014"/>
                  </a:lnTo>
                  <a:lnTo>
                    <a:pt x="177610" y="384977"/>
                  </a:lnTo>
                  <a:lnTo>
                    <a:pt x="176092" y="382445"/>
                  </a:lnTo>
                  <a:lnTo>
                    <a:pt x="175808" y="381192"/>
                  </a:lnTo>
                  <a:lnTo>
                    <a:pt x="176699" y="379645"/>
                  </a:lnTo>
                  <a:lnTo>
                    <a:pt x="177607" y="378535"/>
                  </a:lnTo>
                  <a:lnTo>
                    <a:pt x="179316" y="377621"/>
                  </a:lnTo>
                  <a:lnTo>
                    <a:pt x="182264" y="377923"/>
                  </a:lnTo>
                  <a:lnTo>
                    <a:pt x="183848" y="378331"/>
                  </a:lnTo>
                  <a:lnTo>
                    <a:pt x="185591" y="379203"/>
                  </a:lnTo>
                  <a:lnTo>
                    <a:pt x="186909" y="379367"/>
                  </a:lnTo>
                  <a:lnTo>
                    <a:pt x="189646" y="379120"/>
                  </a:lnTo>
                  <a:lnTo>
                    <a:pt x="192428" y="379676"/>
                  </a:lnTo>
                  <a:lnTo>
                    <a:pt x="194077" y="380286"/>
                  </a:lnTo>
                  <a:lnTo>
                    <a:pt x="196242" y="381562"/>
                  </a:lnTo>
                  <a:lnTo>
                    <a:pt x="202216" y="386985"/>
                  </a:lnTo>
                  <a:lnTo>
                    <a:pt x="204709" y="388870"/>
                  </a:lnTo>
                  <a:lnTo>
                    <a:pt x="205793" y="389096"/>
                  </a:lnTo>
                  <a:lnTo>
                    <a:pt x="210262" y="391110"/>
                  </a:lnTo>
                  <a:lnTo>
                    <a:pt x="210978" y="391073"/>
                  </a:lnTo>
                  <a:lnTo>
                    <a:pt x="212807" y="390128"/>
                  </a:lnTo>
                  <a:lnTo>
                    <a:pt x="212988" y="389516"/>
                  </a:lnTo>
                  <a:lnTo>
                    <a:pt x="212370" y="388913"/>
                  </a:lnTo>
                  <a:lnTo>
                    <a:pt x="210398" y="388444"/>
                  </a:lnTo>
                  <a:lnTo>
                    <a:pt x="208085" y="386221"/>
                  </a:lnTo>
                  <a:lnTo>
                    <a:pt x="206647" y="384457"/>
                  </a:lnTo>
                  <a:lnTo>
                    <a:pt x="206484" y="381539"/>
                  </a:lnTo>
                  <a:lnTo>
                    <a:pt x="206671" y="379904"/>
                  </a:lnTo>
                  <a:lnTo>
                    <a:pt x="207032" y="379161"/>
                  </a:lnTo>
                  <a:lnTo>
                    <a:pt x="207284" y="376659"/>
                  </a:lnTo>
                  <a:lnTo>
                    <a:pt x="205943" y="375172"/>
                  </a:lnTo>
                  <a:lnTo>
                    <a:pt x="205006" y="374702"/>
                  </a:lnTo>
                  <a:lnTo>
                    <a:pt x="202515" y="372535"/>
                  </a:lnTo>
                  <a:lnTo>
                    <a:pt x="202307" y="371997"/>
                  </a:lnTo>
                  <a:lnTo>
                    <a:pt x="203501" y="371743"/>
                  </a:lnTo>
                  <a:lnTo>
                    <a:pt x="204671" y="371892"/>
                  </a:lnTo>
                  <a:lnTo>
                    <a:pt x="207183" y="372990"/>
                  </a:lnTo>
                  <a:lnTo>
                    <a:pt x="208501" y="373141"/>
                  </a:lnTo>
                  <a:lnTo>
                    <a:pt x="209459" y="372711"/>
                  </a:lnTo>
                  <a:lnTo>
                    <a:pt x="209569" y="372267"/>
                  </a:lnTo>
                  <a:lnTo>
                    <a:pt x="208042" y="371022"/>
                  </a:lnTo>
                  <a:lnTo>
                    <a:pt x="206130" y="368788"/>
                  </a:lnTo>
                  <a:lnTo>
                    <a:pt x="202138" y="368461"/>
                  </a:lnTo>
                  <a:lnTo>
                    <a:pt x="199547" y="368712"/>
                  </a:lnTo>
                  <a:lnTo>
                    <a:pt x="197892" y="367946"/>
                  </a:lnTo>
                  <a:lnTo>
                    <a:pt x="196130" y="366701"/>
                  </a:lnTo>
                  <a:lnTo>
                    <a:pt x="194998" y="366383"/>
                  </a:lnTo>
                  <a:lnTo>
                    <a:pt x="192687" y="367164"/>
                  </a:lnTo>
                  <a:lnTo>
                    <a:pt x="191517" y="367262"/>
                  </a:lnTo>
                  <a:lnTo>
                    <a:pt x="190451" y="366988"/>
                  </a:lnTo>
                  <a:lnTo>
                    <a:pt x="189399" y="363060"/>
                  </a:lnTo>
                  <a:lnTo>
                    <a:pt x="189679" y="361883"/>
                  </a:lnTo>
                  <a:lnTo>
                    <a:pt x="190504" y="361374"/>
                  </a:lnTo>
                  <a:lnTo>
                    <a:pt x="191127" y="360107"/>
                  </a:lnTo>
                  <a:lnTo>
                    <a:pt x="191564" y="358782"/>
                  </a:lnTo>
                  <a:lnTo>
                    <a:pt x="192933" y="357487"/>
                  </a:lnTo>
                  <a:lnTo>
                    <a:pt x="200452" y="354602"/>
                  </a:lnTo>
                  <a:lnTo>
                    <a:pt x="202349" y="352457"/>
                  </a:lnTo>
                  <a:lnTo>
                    <a:pt x="202266" y="352127"/>
                  </a:lnTo>
                  <a:lnTo>
                    <a:pt x="200986" y="352525"/>
                  </a:lnTo>
                  <a:lnTo>
                    <a:pt x="199350" y="353491"/>
                  </a:lnTo>
                  <a:lnTo>
                    <a:pt x="198255" y="353691"/>
                  </a:lnTo>
                  <a:lnTo>
                    <a:pt x="193828" y="352441"/>
                  </a:lnTo>
                  <a:lnTo>
                    <a:pt x="193138" y="352725"/>
                  </a:lnTo>
                  <a:lnTo>
                    <a:pt x="191345" y="354520"/>
                  </a:lnTo>
                  <a:lnTo>
                    <a:pt x="188913" y="356469"/>
                  </a:lnTo>
                  <a:lnTo>
                    <a:pt x="187793" y="356351"/>
                  </a:lnTo>
                  <a:lnTo>
                    <a:pt x="186293" y="355197"/>
                  </a:lnTo>
                  <a:lnTo>
                    <a:pt x="186055" y="354376"/>
                  </a:lnTo>
                  <a:lnTo>
                    <a:pt x="185947" y="353389"/>
                  </a:lnTo>
                  <a:lnTo>
                    <a:pt x="187594" y="352039"/>
                  </a:lnTo>
                  <a:lnTo>
                    <a:pt x="188123" y="351321"/>
                  </a:lnTo>
                  <a:lnTo>
                    <a:pt x="189189" y="349400"/>
                  </a:lnTo>
                  <a:lnTo>
                    <a:pt x="189134" y="348447"/>
                  </a:lnTo>
                  <a:lnTo>
                    <a:pt x="187316" y="348970"/>
                  </a:lnTo>
                  <a:lnTo>
                    <a:pt x="187079" y="348087"/>
                  </a:lnTo>
                  <a:lnTo>
                    <a:pt x="187108" y="346572"/>
                  </a:lnTo>
                  <a:lnTo>
                    <a:pt x="186932" y="344656"/>
                  </a:lnTo>
                  <a:lnTo>
                    <a:pt x="186485" y="342764"/>
                  </a:lnTo>
                  <a:lnTo>
                    <a:pt x="184992" y="339860"/>
                  </a:lnTo>
                  <a:lnTo>
                    <a:pt x="184373" y="339112"/>
                  </a:lnTo>
                  <a:lnTo>
                    <a:pt x="183863" y="338039"/>
                  </a:lnTo>
                  <a:lnTo>
                    <a:pt x="182738" y="334111"/>
                  </a:lnTo>
                  <a:lnTo>
                    <a:pt x="183064" y="333129"/>
                  </a:lnTo>
                  <a:lnTo>
                    <a:pt x="184063" y="332384"/>
                  </a:lnTo>
                  <a:lnTo>
                    <a:pt x="184254" y="332041"/>
                  </a:lnTo>
                  <a:lnTo>
                    <a:pt x="181866" y="332658"/>
                  </a:lnTo>
                  <a:lnTo>
                    <a:pt x="181605" y="333337"/>
                  </a:lnTo>
                  <a:lnTo>
                    <a:pt x="182055" y="334336"/>
                  </a:lnTo>
                  <a:lnTo>
                    <a:pt x="182377" y="335670"/>
                  </a:lnTo>
                  <a:lnTo>
                    <a:pt x="182568" y="337336"/>
                  </a:lnTo>
                  <a:lnTo>
                    <a:pt x="182901" y="338795"/>
                  </a:lnTo>
                  <a:lnTo>
                    <a:pt x="183766" y="340392"/>
                  </a:lnTo>
                  <a:lnTo>
                    <a:pt x="184458" y="341235"/>
                  </a:lnTo>
                  <a:lnTo>
                    <a:pt x="185586" y="343458"/>
                  </a:lnTo>
                  <a:lnTo>
                    <a:pt x="186077" y="345902"/>
                  </a:lnTo>
                  <a:lnTo>
                    <a:pt x="185932" y="347191"/>
                  </a:lnTo>
                  <a:lnTo>
                    <a:pt x="185057" y="348502"/>
                  </a:lnTo>
                  <a:lnTo>
                    <a:pt x="183646" y="349918"/>
                  </a:lnTo>
                  <a:lnTo>
                    <a:pt x="183219" y="351089"/>
                  </a:lnTo>
                  <a:lnTo>
                    <a:pt x="183028" y="352256"/>
                  </a:lnTo>
                  <a:lnTo>
                    <a:pt x="181928" y="353336"/>
                  </a:lnTo>
                  <a:lnTo>
                    <a:pt x="181253" y="352932"/>
                  </a:lnTo>
                  <a:lnTo>
                    <a:pt x="180719" y="352867"/>
                  </a:lnTo>
                  <a:lnTo>
                    <a:pt x="181350" y="354793"/>
                  </a:lnTo>
                  <a:lnTo>
                    <a:pt x="181756" y="356765"/>
                  </a:lnTo>
                  <a:lnTo>
                    <a:pt x="181266" y="358743"/>
                  </a:lnTo>
                  <a:lnTo>
                    <a:pt x="179959" y="359939"/>
                  </a:lnTo>
                  <a:lnTo>
                    <a:pt x="179250" y="359976"/>
                  </a:lnTo>
                  <a:lnTo>
                    <a:pt x="177856" y="360945"/>
                  </a:lnTo>
                  <a:lnTo>
                    <a:pt x="174286" y="361454"/>
                  </a:lnTo>
                  <a:lnTo>
                    <a:pt x="173043" y="361216"/>
                  </a:lnTo>
                  <a:lnTo>
                    <a:pt x="170764" y="360232"/>
                  </a:lnTo>
                  <a:lnTo>
                    <a:pt x="168062" y="359696"/>
                  </a:lnTo>
                  <a:lnTo>
                    <a:pt x="166991" y="358365"/>
                  </a:lnTo>
                  <a:lnTo>
                    <a:pt x="165586" y="355950"/>
                  </a:lnTo>
                  <a:lnTo>
                    <a:pt x="164876" y="353786"/>
                  </a:lnTo>
                  <a:lnTo>
                    <a:pt x="164862" y="351873"/>
                  </a:lnTo>
                  <a:lnTo>
                    <a:pt x="165242" y="350480"/>
                  </a:lnTo>
                  <a:lnTo>
                    <a:pt x="166016" y="349605"/>
                  </a:lnTo>
                  <a:lnTo>
                    <a:pt x="166947" y="344008"/>
                  </a:lnTo>
                  <a:lnTo>
                    <a:pt x="168263" y="339486"/>
                  </a:lnTo>
                  <a:lnTo>
                    <a:pt x="171576" y="334826"/>
                  </a:lnTo>
                  <a:lnTo>
                    <a:pt x="172521" y="333140"/>
                  </a:lnTo>
                  <a:lnTo>
                    <a:pt x="172833" y="332234"/>
                  </a:lnTo>
                  <a:lnTo>
                    <a:pt x="172829" y="331546"/>
                  </a:lnTo>
                  <a:lnTo>
                    <a:pt x="172293" y="331109"/>
                  </a:lnTo>
                  <a:lnTo>
                    <a:pt x="168219" y="336860"/>
                  </a:lnTo>
                  <a:lnTo>
                    <a:pt x="165707" y="337472"/>
                  </a:lnTo>
                  <a:lnTo>
                    <a:pt x="164957" y="336179"/>
                  </a:lnTo>
                  <a:lnTo>
                    <a:pt x="165184" y="333879"/>
                  </a:lnTo>
                  <a:lnTo>
                    <a:pt x="165631" y="333345"/>
                  </a:lnTo>
                  <a:lnTo>
                    <a:pt x="167663" y="333563"/>
                  </a:lnTo>
                  <a:lnTo>
                    <a:pt x="168454" y="332285"/>
                  </a:lnTo>
                  <a:lnTo>
                    <a:pt x="167182" y="330350"/>
                  </a:lnTo>
                  <a:lnTo>
                    <a:pt x="165829" y="329844"/>
                  </a:lnTo>
                  <a:lnTo>
                    <a:pt x="165512" y="329357"/>
                  </a:lnTo>
                  <a:lnTo>
                    <a:pt x="166905" y="327886"/>
                  </a:lnTo>
                  <a:lnTo>
                    <a:pt x="170125" y="327994"/>
                  </a:lnTo>
                  <a:lnTo>
                    <a:pt x="170852" y="326965"/>
                  </a:lnTo>
                  <a:lnTo>
                    <a:pt x="172018" y="325856"/>
                  </a:lnTo>
                  <a:lnTo>
                    <a:pt x="173312" y="323798"/>
                  </a:lnTo>
                  <a:lnTo>
                    <a:pt x="173796" y="322067"/>
                  </a:lnTo>
                  <a:lnTo>
                    <a:pt x="173905" y="320581"/>
                  </a:lnTo>
                  <a:lnTo>
                    <a:pt x="173626" y="319382"/>
                  </a:lnTo>
                  <a:lnTo>
                    <a:pt x="173596" y="318180"/>
                  </a:lnTo>
                  <a:lnTo>
                    <a:pt x="173816" y="316975"/>
                  </a:lnTo>
                  <a:lnTo>
                    <a:pt x="173478" y="315643"/>
                  </a:lnTo>
                  <a:lnTo>
                    <a:pt x="172583" y="314188"/>
                  </a:lnTo>
                  <a:lnTo>
                    <a:pt x="170594" y="312761"/>
                  </a:lnTo>
                  <a:lnTo>
                    <a:pt x="170008" y="314371"/>
                  </a:lnTo>
                  <a:lnTo>
                    <a:pt x="169389" y="315033"/>
                  </a:lnTo>
                  <a:lnTo>
                    <a:pt x="168519" y="315182"/>
                  </a:lnTo>
                  <a:lnTo>
                    <a:pt x="167716" y="314503"/>
                  </a:lnTo>
                  <a:lnTo>
                    <a:pt x="166879" y="314260"/>
                  </a:lnTo>
                  <a:lnTo>
                    <a:pt x="166056" y="313654"/>
                  </a:lnTo>
                  <a:lnTo>
                    <a:pt x="165202" y="313462"/>
                  </a:lnTo>
                  <a:lnTo>
                    <a:pt x="164869" y="312974"/>
                  </a:lnTo>
                  <a:lnTo>
                    <a:pt x="164655" y="311609"/>
                  </a:lnTo>
                  <a:lnTo>
                    <a:pt x="164636" y="309873"/>
                  </a:lnTo>
                  <a:lnTo>
                    <a:pt x="165602" y="309063"/>
                  </a:lnTo>
                  <a:lnTo>
                    <a:pt x="166948" y="308424"/>
                  </a:lnTo>
                  <a:lnTo>
                    <a:pt x="167848" y="307212"/>
                  </a:lnTo>
                  <a:lnTo>
                    <a:pt x="168440" y="305457"/>
                  </a:lnTo>
                  <a:lnTo>
                    <a:pt x="168525" y="303542"/>
                  </a:lnTo>
                  <a:lnTo>
                    <a:pt x="168104" y="301466"/>
                  </a:lnTo>
                  <a:lnTo>
                    <a:pt x="167012" y="299600"/>
                  </a:lnTo>
                  <a:lnTo>
                    <a:pt x="164988" y="301416"/>
                  </a:lnTo>
                  <a:lnTo>
                    <a:pt x="164193" y="301862"/>
                  </a:lnTo>
                  <a:lnTo>
                    <a:pt x="164010" y="300563"/>
                  </a:lnTo>
                  <a:lnTo>
                    <a:pt x="163730" y="299600"/>
                  </a:lnTo>
                  <a:lnTo>
                    <a:pt x="162879" y="298296"/>
                  </a:lnTo>
                  <a:lnTo>
                    <a:pt x="161760" y="297346"/>
                  </a:lnTo>
                  <a:lnTo>
                    <a:pt x="160683" y="296715"/>
                  </a:lnTo>
                  <a:lnTo>
                    <a:pt x="160633" y="295751"/>
                  </a:lnTo>
                  <a:lnTo>
                    <a:pt x="160889" y="294666"/>
                  </a:lnTo>
                  <a:lnTo>
                    <a:pt x="161365" y="293401"/>
                  </a:lnTo>
                  <a:lnTo>
                    <a:pt x="161987" y="290763"/>
                  </a:lnTo>
                  <a:lnTo>
                    <a:pt x="162670" y="290998"/>
                  </a:lnTo>
                  <a:lnTo>
                    <a:pt x="163237" y="290759"/>
                  </a:lnTo>
                  <a:lnTo>
                    <a:pt x="162909" y="288580"/>
                  </a:lnTo>
                  <a:lnTo>
                    <a:pt x="162361" y="286749"/>
                  </a:lnTo>
                  <a:lnTo>
                    <a:pt x="161716" y="285709"/>
                  </a:lnTo>
                  <a:lnTo>
                    <a:pt x="161693" y="285256"/>
                  </a:lnTo>
                  <a:lnTo>
                    <a:pt x="161544" y="284726"/>
                  </a:lnTo>
                  <a:lnTo>
                    <a:pt x="161046" y="283444"/>
                  </a:lnTo>
                  <a:lnTo>
                    <a:pt x="160489" y="282505"/>
                  </a:lnTo>
                  <a:lnTo>
                    <a:pt x="159516" y="279844"/>
                  </a:lnTo>
                  <a:lnTo>
                    <a:pt x="158813" y="278830"/>
                  </a:lnTo>
                  <a:lnTo>
                    <a:pt x="157912" y="278304"/>
                  </a:lnTo>
                  <a:lnTo>
                    <a:pt x="156942" y="278275"/>
                  </a:lnTo>
                  <a:lnTo>
                    <a:pt x="155384" y="278974"/>
                  </a:lnTo>
                  <a:lnTo>
                    <a:pt x="152509" y="279782"/>
                  </a:lnTo>
                  <a:lnTo>
                    <a:pt x="150232" y="280166"/>
                  </a:lnTo>
                  <a:lnTo>
                    <a:pt x="149853" y="279957"/>
                  </a:lnTo>
                  <a:lnTo>
                    <a:pt x="150991" y="278946"/>
                  </a:lnTo>
                  <a:lnTo>
                    <a:pt x="152670" y="277895"/>
                  </a:lnTo>
                  <a:lnTo>
                    <a:pt x="154892" y="277182"/>
                  </a:lnTo>
                  <a:lnTo>
                    <a:pt x="155540" y="275433"/>
                  </a:lnTo>
                  <a:lnTo>
                    <a:pt x="155300" y="273920"/>
                  </a:lnTo>
                  <a:lnTo>
                    <a:pt x="155393" y="272486"/>
                  </a:lnTo>
                  <a:lnTo>
                    <a:pt x="154783" y="270975"/>
                  </a:lnTo>
                  <a:lnTo>
                    <a:pt x="155376" y="270138"/>
                  </a:lnTo>
                  <a:lnTo>
                    <a:pt x="157399" y="269295"/>
                  </a:lnTo>
                  <a:lnTo>
                    <a:pt x="158315" y="269166"/>
                  </a:lnTo>
                  <a:lnTo>
                    <a:pt x="159227" y="268092"/>
                  </a:lnTo>
                  <a:lnTo>
                    <a:pt x="156664" y="265507"/>
                  </a:lnTo>
                  <a:lnTo>
                    <a:pt x="153979" y="263811"/>
                  </a:lnTo>
                  <a:lnTo>
                    <a:pt x="153308" y="263123"/>
                  </a:lnTo>
                  <a:lnTo>
                    <a:pt x="152717" y="261989"/>
                  </a:lnTo>
                  <a:lnTo>
                    <a:pt x="152208" y="260411"/>
                  </a:lnTo>
                  <a:lnTo>
                    <a:pt x="151380" y="258831"/>
                  </a:lnTo>
                  <a:lnTo>
                    <a:pt x="150234" y="257249"/>
                  </a:lnTo>
                  <a:lnTo>
                    <a:pt x="148562" y="255721"/>
                  </a:lnTo>
                  <a:lnTo>
                    <a:pt x="144252" y="252928"/>
                  </a:lnTo>
                  <a:lnTo>
                    <a:pt x="142772" y="251002"/>
                  </a:lnTo>
                  <a:lnTo>
                    <a:pt x="141409" y="248054"/>
                  </a:lnTo>
                  <a:lnTo>
                    <a:pt x="140728" y="246797"/>
                  </a:lnTo>
                  <a:lnTo>
                    <a:pt x="140020" y="245867"/>
                  </a:lnTo>
                  <a:lnTo>
                    <a:pt x="137019" y="243687"/>
                  </a:lnTo>
                  <a:lnTo>
                    <a:pt x="136654" y="242725"/>
                  </a:lnTo>
                  <a:lnTo>
                    <a:pt x="139752" y="240161"/>
                  </a:lnTo>
                  <a:lnTo>
                    <a:pt x="140055" y="239138"/>
                  </a:lnTo>
                  <a:lnTo>
                    <a:pt x="138790" y="236026"/>
                  </a:lnTo>
                  <a:lnTo>
                    <a:pt x="137493" y="233749"/>
                  </a:lnTo>
                  <a:lnTo>
                    <a:pt x="136081" y="232941"/>
                  </a:lnTo>
                  <a:lnTo>
                    <a:pt x="133982" y="232525"/>
                  </a:lnTo>
                  <a:lnTo>
                    <a:pt x="132057" y="231514"/>
                  </a:lnTo>
                  <a:lnTo>
                    <a:pt x="130307" y="229912"/>
                  </a:lnTo>
                  <a:lnTo>
                    <a:pt x="128561" y="228739"/>
                  </a:lnTo>
                  <a:lnTo>
                    <a:pt x="125945" y="227625"/>
                  </a:lnTo>
                  <a:lnTo>
                    <a:pt x="121567" y="224758"/>
                  </a:lnTo>
                  <a:lnTo>
                    <a:pt x="114820" y="221689"/>
                  </a:lnTo>
                  <a:lnTo>
                    <a:pt x="111805" y="219896"/>
                  </a:lnTo>
                  <a:lnTo>
                    <a:pt x="110011" y="219242"/>
                  </a:lnTo>
                  <a:lnTo>
                    <a:pt x="107646" y="219075"/>
                  </a:lnTo>
                  <a:lnTo>
                    <a:pt x="103071" y="217400"/>
                  </a:lnTo>
                  <a:lnTo>
                    <a:pt x="99231" y="216865"/>
                  </a:lnTo>
                  <a:lnTo>
                    <a:pt x="96859" y="217110"/>
                  </a:lnTo>
                  <a:lnTo>
                    <a:pt x="96085" y="216833"/>
                  </a:lnTo>
                  <a:lnTo>
                    <a:pt x="94331" y="215132"/>
                  </a:lnTo>
                  <a:lnTo>
                    <a:pt x="91587" y="214158"/>
                  </a:lnTo>
                  <a:lnTo>
                    <a:pt x="90168" y="214530"/>
                  </a:lnTo>
                  <a:lnTo>
                    <a:pt x="88408" y="216350"/>
                  </a:lnTo>
                  <a:lnTo>
                    <a:pt x="86282" y="218144"/>
                  </a:lnTo>
                  <a:lnTo>
                    <a:pt x="85155" y="218387"/>
                  </a:lnTo>
                  <a:lnTo>
                    <a:pt x="83474" y="216745"/>
                  </a:lnTo>
                  <a:lnTo>
                    <a:pt x="82628" y="215598"/>
                  </a:lnTo>
                  <a:lnTo>
                    <a:pt x="81819" y="215208"/>
                  </a:lnTo>
                  <a:lnTo>
                    <a:pt x="81050" y="215578"/>
                  </a:lnTo>
                  <a:lnTo>
                    <a:pt x="79549" y="217082"/>
                  </a:lnTo>
                  <a:lnTo>
                    <a:pt x="78120" y="218171"/>
                  </a:lnTo>
                  <a:lnTo>
                    <a:pt x="76006" y="219463"/>
                  </a:lnTo>
                  <a:lnTo>
                    <a:pt x="74317" y="220084"/>
                  </a:lnTo>
                  <a:lnTo>
                    <a:pt x="72148" y="220235"/>
                  </a:lnTo>
                  <a:lnTo>
                    <a:pt x="71603" y="220702"/>
                  </a:lnTo>
                  <a:lnTo>
                    <a:pt x="70768" y="220724"/>
                  </a:lnTo>
                  <a:lnTo>
                    <a:pt x="69644" y="220299"/>
                  </a:lnTo>
                  <a:lnTo>
                    <a:pt x="68591" y="219457"/>
                  </a:lnTo>
                  <a:lnTo>
                    <a:pt x="67609" y="218198"/>
                  </a:lnTo>
                  <a:lnTo>
                    <a:pt x="66741" y="217518"/>
                  </a:lnTo>
                  <a:lnTo>
                    <a:pt x="65988" y="217419"/>
                  </a:lnTo>
                  <a:lnTo>
                    <a:pt x="64258" y="218071"/>
                  </a:lnTo>
                  <a:lnTo>
                    <a:pt x="62068" y="219987"/>
                  </a:lnTo>
                  <a:lnTo>
                    <a:pt x="61068" y="220449"/>
                  </a:lnTo>
                  <a:lnTo>
                    <a:pt x="60228" y="220248"/>
                  </a:lnTo>
                  <a:lnTo>
                    <a:pt x="59201" y="219651"/>
                  </a:lnTo>
                  <a:lnTo>
                    <a:pt x="57144" y="218123"/>
                  </a:lnTo>
                  <a:lnTo>
                    <a:pt x="56004" y="218269"/>
                  </a:lnTo>
                  <a:lnTo>
                    <a:pt x="55176" y="218804"/>
                  </a:lnTo>
                  <a:lnTo>
                    <a:pt x="55406" y="220074"/>
                  </a:lnTo>
                  <a:lnTo>
                    <a:pt x="57337" y="223083"/>
                  </a:lnTo>
                  <a:lnTo>
                    <a:pt x="59059" y="225229"/>
                  </a:lnTo>
                  <a:lnTo>
                    <a:pt x="57604" y="225483"/>
                  </a:lnTo>
                  <a:lnTo>
                    <a:pt x="44889" y="222580"/>
                  </a:lnTo>
                  <a:lnTo>
                    <a:pt x="43269" y="221878"/>
                  </a:lnTo>
                  <a:lnTo>
                    <a:pt x="40929" y="220123"/>
                  </a:lnTo>
                  <a:lnTo>
                    <a:pt x="38983" y="219046"/>
                  </a:lnTo>
                  <a:lnTo>
                    <a:pt x="35671" y="216262"/>
                  </a:lnTo>
                  <a:lnTo>
                    <a:pt x="33120" y="214754"/>
                  </a:lnTo>
                  <a:lnTo>
                    <a:pt x="32274" y="213577"/>
                  </a:lnTo>
                  <a:lnTo>
                    <a:pt x="32051" y="212766"/>
                  </a:lnTo>
                  <a:lnTo>
                    <a:pt x="32863" y="211669"/>
                  </a:lnTo>
                  <a:lnTo>
                    <a:pt x="38003" y="207973"/>
                  </a:lnTo>
                  <a:lnTo>
                    <a:pt x="39967" y="207227"/>
                  </a:lnTo>
                  <a:lnTo>
                    <a:pt x="43959" y="206336"/>
                  </a:lnTo>
                  <a:lnTo>
                    <a:pt x="44904" y="205778"/>
                  </a:lnTo>
                  <a:lnTo>
                    <a:pt x="45220" y="205335"/>
                  </a:lnTo>
                  <a:lnTo>
                    <a:pt x="44171" y="204536"/>
                  </a:lnTo>
                  <a:lnTo>
                    <a:pt x="38941" y="204821"/>
                  </a:lnTo>
                  <a:lnTo>
                    <a:pt x="34282" y="204286"/>
                  </a:lnTo>
                  <a:lnTo>
                    <a:pt x="30227" y="202816"/>
                  </a:lnTo>
                  <a:lnTo>
                    <a:pt x="29522" y="202328"/>
                  </a:lnTo>
                  <a:lnTo>
                    <a:pt x="28835" y="201431"/>
                  </a:lnTo>
                  <a:lnTo>
                    <a:pt x="28167" y="200122"/>
                  </a:lnTo>
                  <a:lnTo>
                    <a:pt x="28320" y="198657"/>
                  </a:lnTo>
                  <a:lnTo>
                    <a:pt x="29293" y="197037"/>
                  </a:lnTo>
                  <a:lnTo>
                    <a:pt x="29863" y="195926"/>
                  </a:lnTo>
                  <a:lnTo>
                    <a:pt x="30031" y="195323"/>
                  </a:lnTo>
                  <a:lnTo>
                    <a:pt x="24934" y="199308"/>
                  </a:lnTo>
                  <a:lnTo>
                    <a:pt x="22849" y="200704"/>
                  </a:lnTo>
                  <a:lnTo>
                    <a:pt x="21197" y="200276"/>
                  </a:lnTo>
                  <a:lnTo>
                    <a:pt x="20038" y="199616"/>
                  </a:lnTo>
                  <a:lnTo>
                    <a:pt x="19470" y="198880"/>
                  </a:lnTo>
                  <a:lnTo>
                    <a:pt x="19491" y="198070"/>
                  </a:lnTo>
                  <a:lnTo>
                    <a:pt x="19677" y="197479"/>
                  </a:lnTo>
                  <a:lnTo>
                    <a:pt x="20029" y="197110"/>
                  </a:lnTo>
                  <a:lnTo>
                    <a:pt x="17333" y="195459"/>
                  </a:lnTo>
                  <a:lnTo>
                    <a:pt x="16118" y="194165"/>
                  </a:lnTo>
                  <a:lnTo>
                    <a:pt x="15989" y="192829"/>
                  </a:lnTo>
                  <a:lnTo>
                    <a:pt x="16945" y="191451"/>
                  </a:lnTo>
                  <a:lnTo>
                    <a:pt x="17881" y="190451"/>
                  </a:lnTo>
                  <a:lnTo>
                    <a:pt x="18796" y="189828"/>
                  </a:lnTo>
                  <a:lnTo>
                    <a:pt x="21288" y="189284"/>
                  </a:lnTo>
                  <a:lnTo>
                    <a:pt x="30393" y="188245"/>
                  </a:lnTo>
                  <a:lnTo>
                    <a:pt x="36914" y="189240"/>
                  </a:lnTo>
                  <a:lnTo>
                    <a:pt x="39133" y="185942"/>
                  </a:lnTo>
                  <a:lnTo>
                    <a:pt x="40631" y="184890"/>
                  </a:lnTo>
                  <a:lnTo>
                    <a:pt x="45016" y="183795"/>
                  </a:lnTo>
                  <a:lnTo>
                    <a:pt x="51762" y="183645"/>
                  </a:lnTo>
                  <a:lnTo>
                    <a:pt x="56529" y="184250"/>
                  </a:lnTo>
                  <a:lnTo>
                    <a:pt x="58761" y="185023"/>
                  </a:lnTo>
                  <a:lnTo>
                    <a:pt x="61802" y="186730"/>
                  </a:lnTo>
                  <a:lnTo>
                    <a:pt x="61977" y="186215"/>
                  </a:lnTo>
                  <a:lnTo>
                    <a:pt x="61242" y="184675"/>
                  </a:lnTo>
                  <a:lnTo>
                    <a:pt x="61190" y="183397"/>
                  </a:lnTo>
                  <a:lnTo>
                    <a:pt x="62419" y="181177"/>
                  </a:lnTo>
                  <a:lnTo>
                    <a:pt x="62985" y="179783"/>
                  </a:lnTo>
                  <a:lnTo>
                    <a:pt x="62600" y="178331"/>
                  </a:lnTo>
                  <a:lnTo>
                    <a:pt x="61265" y="176819"/>
                  </a:lnTo>
                  <a:lnTo>
                    <a:pt x="58901" y="174883"/>
                  </a:lnTo>
                  <a:lnTo>
                    <a:pt x="57629" y="174723"/>
                  </a:lnTo>
                  <a:lnTo>
                    <a:pt x="56215" y="175189"/>
                  </a:lnTo>
                  <a:lnTo>
                    <a:pt x="54516" y="176262"/>
                  </a:lnTo>
                  <a:lnTo>
                    <a:pt x="50985" y="178969"/>
                  </a:lnTo>
                  <a:lnTo>
                    <a:pt x="49318" y="179534"/>
                  </a:lnTo>
                  <a:lnTo>
                    <a:pt x="46537" y="179679"/>
                  </a:lnTo>
                  <a:lnTo>
                    <a:pt x="44999" y="179337"/>
                  </a:lnTo>
                  <a:lnTo>
                    <a:pt x="43513" y="178931"/>
                  </a:lnTo>
                  <a:lnTo>
                    <a:pt x="41190" y="177496"/>
                  </a:lnTo>
                  <a:lnTo>
                    <a:pt x="40344" y="177227"/>
                  </a:lnTo>
                  <a:lnTo>
                    <a:pt x="39318" y="177856"/>
                  </a:lnTo>
                  <a:lnTo>
                    <a:pt x="38112" y="179385"/>
                  </a:lnTo>
                  <a:lnTo>
                    <a:pt x="36950" y="180455"/>
                  </a:lnTo>
                  <a:lnTo>
                    <a:pt x="35831" y="181067"/>
                  </a:lnTo>
                  <a:lnTo>
                    <a:pt x="34786" y="181332"/>
                  </a:lnTo>
                  <a:lnTo>
                    <a:pt x="33327" y="181208"/>
                  </a:lnTo>
                  <a:lnTo>
                    <a:pt x="27315" y="178829"/>
                  </a:lnTo>
                  <a:lnTo>
                    <a:pt x="25955" y="177770"/>
                  </a:lnTo>
                  <a:lnTo>
                    <a:pt x="25877" y="176166"/>
                  </a:lnTo>
                  <a:lnTo>
                    <a:pt x="24031" y="174611"/>
                  </a:lnTo>
                  <a:lnTo>
                    <a:pt x="21944" y="174340"/>
                  </a:lnTo>
                  <a:lnTo>
                    <a:pt x="21689" y="173819"/>
                  </a:lnTo>
                  <a:lnTo>
                    <a:pt x="24336" y="171424"/>
                  </a:lnTo>
                  <a:lnTo>
                    <a:pt x="26308" y="170445"/>
                  </a:lnTo>
                  <a:lnTo>
                    <a:pt x="25991" y="170150"/>
                  </a:lnTo>
                  <a:lnTo>
                    <a:pt x="23127" y="170099"/>
                  </a:lnTo>
                  <a:lnTo>
                    <a:pt x="21193" y="171372"/>
                  </a:lnTo>
                  <a:lnTo>
                    <a:pt x="20086" y="171587"/>
                  </a:lnTo>
                  <a:lnTo>
                    <a:pt x="17539" y="171622"/>
                  </a:lnTo>
                  <a:lnTo>
                    <a:pt x="14866" y="170984"/>
                  </a:lnTo>
                  <a:lnTo>
                    <a:pt x="13730" y="170426"/>
                  </a:lnTo>
                  <a:lnTo>
                    <a:pt x="12552" y="169145"/>
                  </a:lnTo>
                  <a:lnTo>
                    <a:pt x="11230" y="168423"/>
                  </a:lnTo>
                  <a:lnTo>
                    <a:pt x="7240" y="167330"/>
                  </a:lnTo>
                  <a:lnTo>
                    <a:pt x="6340" y="166735"/>
                  </a:lnTo>
                  <a:lnTo>
                    <a:pt x="5487" y="165746"/>
                  </a:lnTo>
                  <a:lnTo>
                    <a:pt x="2227" y="162945"/>
                  </a:lnTo>
                  <a:lnTo>
                    <a:pt x="255" y="160886"/>
                  </a:lnTo>
                  <a:lnTo>
                    <a:pt x="0" y="159720"/>
                  </a:lnTo>
                  <a:lnTo>
                    <a:pt x="2276" y="157215"/>
                  </a:lnTo>
                  <a:lnTo>
                    <a:pt x="2375" y="156635"/>
                  </a:lnTo>
                  <a:lnTo>
                    <a:pt x="1399" y="155555"/>
                  </a:lnTo>
                  <a:lnTo>
                    <a:pt x="992" y="154757"/>
                  </a:lnTo>
                  <a:lnTo>
                    <a:pt x="1329" y="153656"/>
                  </a:lnTo>
                  <a:lnTo>
                    <a:pt x="3322" y="151219"/>
                  </a:lnTo>
                  <a:lnTo>
                    <a:pt x="4061" y="150560"/>
                  </a:lnTo>
                  <a:lnTo>
                    <a:pt x="7636" y="149128"/>
                  </a:lnTo>
                  <a:lnTo>
                    <a:pt x="11216" y="147049"/>
                  </a:lnTo>
                  <a:lnTo>
                    <a:pt x="12521" y="146582"/>
                  </a:lnTo>
                  <a:lnTo>
                    <a:pt x="13683" y="146474"/>
                  </a:lnTo>
                  <a:lnTo>
                    <a:pt x="18384" y="146596"/>
                  </a:lnTo>
                  <a:lnTo>
                    <a:pt x="19842" y="146084"/>
                  </a:lnTo>
                  <a:lnTo>
                    <a:pt x="21079" y="145070"/>
                  </a:lnTo>
                  <a:lnTo>
                    <a:pt x="23109" y="144042"/>
                  </a:lnTo>
                  <a:lnTo>
                    <a:pt x="27346" y="142483"/>
                  </a:lnTo>
                  <a:lnTo>
                    <a:pt x="36768" y="140127"/>
                  </a:lnTo>
                  <a:lnTo>
                    <a:pt x="37382" y="139850"/>
                  </a:lnTo>
                  <a:lnTo>
                    <a:pt x="37436" y="139402"/>
                  </a:lnTo>
                  <a:lnTo>
                    <a:pt x="36590" y="138187"/>
                  </a:lnTo>
                  <a:lnTo>
                    <a:pt x="36412" y="137602"/>
                  </a:lnTo>
                  <a:lnTo>
                    <a:pt x="38341" y="136512"/>
                  </a:lnTo>
                  <a:lnTo>
                    <a:pt x="42694" y="134795"/>
                  </a:lnTo>
                  <a:lnTo>
                    <a:pt x="45670" y="133969"/>
                  </a:lnTo>
                  <a:lnTo>
                    <a:pt x="47584" y="133908"/>
                  </a:lnTo>
                  <a:lnTo>
                    <a:pt x="49128" y="133539"/>
                  </a:lnTo>
                  <a:lnTo>
                    <a:pt x="51296" y="132459"/>
                  </a:lnTo>
                  <a:lnTo>
                    <a:pt x="52524" y="132269"/>
                  </a:lnTo>
                  <a:lnTo>
                    <a:pt x="59934" y="131845"/>
                  </a:lnTo>
                  <a:lnTo>
                    <a:pt x="63212" y="132432"/>
                  </a:lnTo>
                  <a:lnTo>
                    <a:pt x="64822" y="132421"/>
                  </a:lnTo>
                  <a:lnTo>
                    <a:pt x="65855" y="132002"/>
                  </a:lnTo>
                  <a:lnTo>
                    <a:pt x="67223" y="130780"/>
                  </a:lnTo>
                  <a:lnTo>
                    <a:pt x="69778" y="127744"/>
                  </a:lnTo>
                  <a:lnTo>
                    <a:pt x="71123" y="125860"/>
                  </a:lnTo>
                  <a:lnTo>
                    <a:pt x="72393" y="122991"/>
                  </a:lnTo>
                  <a:lnTo>
                    <a:pt x="74036" y="118509"/>
                  </a:lnTo>
                  <a:lnTo>
                    <a:pt x="75263" y="114137"/>
                  </a:lnTo>
                  <a:lnTo>
                    <a:pt x="76077" y="109874"/>
                  </a:lnTo>
                  <a:lnTo>
                    <a:pt x="76708" y="107275"/>
                  </a:lnTo>
                  <a:lnTo>
                    <a:pt x="77157" y="106346"/>
                  </a:lnTo>
                  <a:lnTo>
                    <a:pt x="78694" y="105166"/>
                  </a:lnTo>
                  <a:lnTo>
                    <a:pt x="80296" y="104246"/>
                  </a:lnTo>
                  <a:lnTo>
                    <a:pt x="83051" y="103431"/>
                  </a:lnTo>
                  <a:lnTo>
                    <a:pt x="82800" y="103052"/>
                  </a:lnTo>
                  <a:lnTo>
                    <a:pt x="81632" y="102417"/>
                  </a:lnTo>
                  <a:lnTo>
                    <a:pt x="80544" y="102173"/>
                  </a:lnTo>
                  <a:lnTo>
                    <a:pt x="79538" y="102319"/>
                  </a:lnTo>
                  <a:lnTo>
                    <a:pt x="77705" y="103278"/>
                  </a:lnTo>
                  <a:lnTo>
                    <a:pt x="75331" y="103927"/>
                  </a:lnTo>
                  <a:lnTo>
                    <a:pt x="73024" y="103825"/>
                  </a:lnTo>
                  <a:lnTo>
                    <a:pt x="71363" y="104068"/>
                  </a:lnTo>
                  <a:lnTo>
                    <a:pt x="69839" y="104946"/>
                  </a:lnTo>
                  <a:lnTo>
                    <a:pt x="67368" y="105653"/>
                  </a:lnTo>
                  <a:lnTo>
                    <a:pt x="65720" y="105493"/>
                  </a:lnTo>
                  <a:lnTo>
                    <a:pt x="62744" y="104229"/>
                  </a:lnTo>
                  <a:lnTo>
                    <a:pt x="61242" y="103992"/>
                  </a:lnTo>
                  <a:lnTo>
                    <a:pt x="57436" y="104112"/>
                  </a:lnTo>
                  <a:lnTo>
                    <a:pt x="56322" y="103645"/>
                  </a:lnTo>
                  <a:lnTo>
                    <a:pt x="55350" y="102726"/>
                  </a:lnTo>
                  <a:lnTo>
                    <a:pt x="54574" y="101446"/>
                  </a:lnTo>
                  <a:lnTo>
                    <a:pt x="53996" y="99800"/>
                  </a:lnTo>
                  <a:lnTo>
                    <a:pt x="54075" y="98089"/>
                  </a:lnTo>
                  <a:lnTo>
                    <a:pt x="55446" y="95002"/>
                  </a:lnTo>
                  <a:lnTo>
                    <a:pt x="55972" y="94161"/>
                  </a:lnTo>
                  <a:lnTo>
                    <a:pt x="59681" y="90716"/>
                  </a:lnTo>
                  <a:lnTo>
                    <a:pt x="61967" y="89103"/>
                  </a:lnTo>
                  <a:lnTo>
                    <a:pt x="64242" y="87896"/>
                  </a:lnTo>
                  <a:lnTo>
                    <a:pt x="65899" y="87188"/>
                  </a:lnTo>
                  <a:lnTo>
                    <a:pt x="67459" y="86870"/>
                  </a:lnTo>
                  <a:lnTo>
                    <a:pt x="68957" y="86122"/>
                  </a:lnTo>
                  <a:lnTo>
                    <a:pt x="71716" y="83715"/>
                  </a:lnTo>
                  <a:lnTo>
                    <a:pt x="74562" y="81652"/>
                  </a:lnTo>
                  <a:lnTo>
                    <a:pt x="78104" y="77820"/>
                  </a:lnTo>
                  <a:lnTo>
                    <a:pt x="79817" y="76815"/>
                  </a:lnTo>
                  <a:lnTo>
                    <a:pt x="85816" y="75148"/>
                  </a:lnTo>
                  <a:lnTo>
                    <a:pt x="87446" y="75122"/>
                  </a:lnTo>
                  <a:lnTo>
                    <a:pt x="88830" y="75537"/>
                  </a:lnTo>
                  <a:lnTo>
                    <a:pt x="90141" y="76406"/>
                  </a:lnTo>
                  <a:lnTo>
                    <a:pt x="93824" y="80196"/>
                  </a:lnTo>
                  <a:lnTo>
                    <a:pt x="94112" y="80079"/>
                  </a:lnTo>
                  <a:lnTo>
                    <a:pt x="93469" y="78645"/>
                  </a:lnTo>
                  <a:lnTo>
                    <a:pt x="92126" y="74353"/>
                  </a:lnTo>
                  <a:lnTo>
                    <a:pt x="92344" y="72586"/>
                  </a:lnTo>
                  <a:lnTo>
                    <a:pt x="94452" y="70699"/>
                  </a:lnTo>
                  <a:lnTo>
                    <a:pt x="95316" y="70363"/>
                  </a:lnTo>
                  <a:lnTo>
                    <a:pt x="97541" y="70489"/>
                  </a:lnTo>
                  <a:lnTo>
                    <a:pt x="101127" y="71071"/>
                  </a:lnTo>
                  <a:lnTo>
                    <a:pt x="103526" y="71711"/>
                  </a:lnTo>
                  <a:lnTo>
                    <a:pt x="105343" y="72750"/>
                  </a:lnTo>
                  <a:lnTo>
                    <a:pt x="107504" y="73396"/>
                  </a:lnTo>
                  <a:lnTo>
                    <a:pt x="108624" y="73364"/>
                  </a:lnTo>
                  <a:lnTo>
                    <a:pt x="109423" y="72868"/>
                  </a:lnTo>
                  <a:lnTo>
                    <a:pt x="110567" y="71246"/>
                  </a:lnTo>
                  <a:lnTo>
                    <a:pt x="112056" y="68498"/>
                  </a:lnTo>
                  <a:lnTo>
                    <a:pt x="112653" y="65111"/>
                  </a:lnTo>
                  <a:lnTo>
                    <a:pt x="112357" y="61086"/>
                  </a:lnTo>
                  <a:lnTo>
                    <a:pt x="111923" y="58144"/>
                  </a:lnTo>
                  <a:lnTo>
                    <a:pt x="111349" y="56291"/>
                  </a:lnTo>
                  <a:lnTo>
                    <a:pt x="111664" y="54746"/>
                  </a:lnTo>
                  <a:lnTo>
                    <a:pt x="113470" y="52893"/>
                  </a:lnTo>
                  <a:lnTo>
                    <a:pt x="115125" y="51540"/>
                  </a:lnTo>
                  <a:lnTo>
                    <a:pt x="119071" y="49625"/>
                  </a:lnTo>
                  <a:lnTo>
                    <a:pt x="122272" y="49118"/>
                  </a:lnTo>
                  <a:lnTo>
                    <a:pt x="124171" y="49246"/>
                  </a:lnTo>
                  <a:lnTo>
                    <a:pt x="126667" y="50144"/>
                  </a:lnTo>
                  <a:lnTo>
                    <a:pt x="130131" y="50693"/>
                  </a:lnTo>
                  <a:lnTo>
                    <a:pt x="133257" y="52432"/>
                  </a:lnTo>
                  <a:lnTo>
                    <a:pt x="138324" y="56425"/>
                  </a:lnTo>
                  <a:lnTo>
                    <a:pt x="141687" y="58430"/>
                  </a:lnTo>
                  <a:lnTo>
                    <a:pt x="144471" y="59330"/>
                  </a:lnTo>
                  <a:lnTo>
                    <a:pt x="147215" y="60862"/>
                  </a:lnTo>
                  <a:lnTo>
                    <a:pt x="151273" y="64111"/>
                  </a:lnTo>
                  <a:lnTo>
                    <a:pt x="153395" y="65507"/>
                  </a:lnTo>
                  <a:lnTo>
                    <a:pt x="154658" y="66012"/>
                  </a:lnTo>
                  <a:lnTo>
                    <a:pt x="155769" y="66092"/>
                  </a:lnTo>
                  <a:lnTo>
                    <a:pt x="155356" y="65165"/>
                  </a:lnTo>
                  <a:lnTo>
                    <a:pt x="153418" y="63224"/>
                  </a:lnTo>
                  <a:lnTo>
                    <a:pt x="150450" y="61090"/>
                  </a:lnTo>
                  <a:lnTo>
                    <a:pt x="143868" y="57253"/>
                  </a:lnTo>
                  <a:lnTo>
                    <a:pt x="140244" y="54545"/>
                  </a:lnTo>
                  <a:lnTo>
                    <a:pt x="136993" y="51456"/>
                  </a:lnTo>
                  <a:lnTo>
                    <a:pt x="134604" y="49618"/>
                  </a:lnTo>
                  <a:lnTo>
                    <a:pt x="130265" y="47796"/>
                  </a:lnTo>
                  <a:lnTo>
                    <a:pt x="130325" y="47070"/>
                  </a:lnTo>
                  <a:lnTo>
                    <a:pt x="135559" y="44516"/>
                  </a:lnTo>
                  <a:lnTo>
                    <a:pt x="145177" y="42293"/>
                  </a:lnTo>
                  <a:lnTo>
                    <a:pt x="156017" y="40555"/>
                  </a:lnTo>
                  <a:lnTo>
                    <a:pt x="159645" y="40732"/>
                  </a:lnTo>
                  <a:lnTo>
                    <a:pt x="166022" y="40005"/>
                  </a:lnTo>
                  <a:lnTo>
                    <a:pt x="166622" y="38908"/>
                  </a:lnTo>
                  <a:lnTo>
                    <a:pt x="167993" y="38415"/>
                  </a:lnTo>
                  <a:lnTo>
                    <a:pt x="173932" y="36884"/>
                  </a:lnTo>
                  <a:lnTo>
                    <a:pt x="175633" y="36906"/>
                  </a:lnTo>
                  <a:lnTo>
                    <a:pt x="178247" y="37631"/>
                  </a:lnTo>
                  <a:lnTo>
                    <a:pt x="181032" y="39015"/>
                  </a:lnTo>
                  <a:lnTo>
                    <a:pt x="182321" y="40267"/>
                  </a:lnTo>
                  <a:lnTo>
                    <a:pt x="184070" y="42419"/>
                  </a:lnTo>
                  <a:lnTo>
                    <a:pt x="184928" y="45447"/>
                  </a:lnTo>
                  <a:lnTo>
                    <a:pt x="184799" y="55007"/>
                  </a:lnTo>
                  <a:lnTo>
                    <a:pt x="184844" y="56815"/>
                  </a:lnTo>
                  <a:lnTo>
                    <a:pt x="185182" y="57512"/>
                  </a:lnTo>
                  <a:lnTo>
                    <a:pt x="186389" y="56475"/>
                  </a:lnTo>
                  <a:lnTo>
                    <a:pt x="187832" y="54547"/>
                  </a:lnTo>
                  <a:lnTo>
                    <a:pt x="189130" y="53183"/>
                  </a:lnTo>
                  <a:lnTo>
                    <a:pt x="190128" y="51078"/>
                  </a:lnTo>
                  <a:lnTo>
                    <a:pt x="190827" y="48237"/>
                  </a:lnTo>
                  <a:lnTo>
                    <a:pt x="191240" y="46132"/>
                  </a:lnTo>
                  <a:lnTo>
                    <a:pt x="189544" y="43752"/>
                  </a:lnTo>
                  <a:lnTo>
                    <a:pt x="189459" y="39843"/>
                  </a:lnTo>
                  <a:lnTo>
                    <a:pt x="190307" y="37760"/>
                  </a:lnTo>
                  <a:lnTo>
                    <a:pt x="192681" y="37760"/>
                  </a:lnTo>
                  <a:lnTo>
                    <a:pt x="202502" y="44955"/>
                  </a:lnTo>
                  <a:lnTo>
                    <a:pt x="206369" y="46509"/>
                  </a:lnTo>
                  <a:lnTo>
                    <a:pt x="210766" y="50363"/>
                  </a:lnTo>
                  <a:lnTo>
                    <a:pt x="215903" y="49953"/>
                  </a:lnTo>
                  <a:lnTo>
                    <a:pt x="220643" y="50428"/>
                  </a:lnTo>
                  <a:lnTo>
                    <a:pt x="222741" y="50286"/>
                  </a:lnTo>
                  <a:lnTo>
                    <a:pt x="223777" y="49687"/>
                  </a:lnTo>
                  <a:lnTo>
                    <a:pt x="222304" y="48090"/>
                  </a:lnTo>
                  <a:lnTo>
                    <a:pt x="215569" y="43700"/>
                  </a:lnTo>
                  <a:lnTo>
                    <a:pt x="212509" y="40253"/>
                  </a:lnTo>
                  <a:lnTo>
                    <a:pt x="210371" y="35955"/>
                  </a:lnTo>
                  <a:lnTo>
                    <a:pt x="209848" y="33669"/>
                  </a:lnTo>
                  <a:lnTo>
                    <a:pt x="211486" y="33258"/>
                  </a:lnTo>
                  <a:lnTo>
                    <a:pt x="219008" y="33307"/>
                  </a:lnTo>
                  <a:lnTo>
                    <a:pt x="230313" y="35287"/>
                  </a:lnTo>
                  <a:lnTo>
                    <a:pt x="244770" y="42136"/>
                  </a:lnTo>
                  <a:lnTo>
                    <a:pt x="251885" y="44401"/>
                  </a:lnTo>
                  <a:lnTo>
                    <a:pt x="264635" y="52325"/>
                  </a:lnTo>
                  <a:lnTo>
                    <a:pt x="268481" y="53522"/>
                  </a:lnTo>
                  <a:lnTo>
                    <a:pt x="270034" y="53772"/>
                  </a:lnTo>
                  <a:lnTo>
                    <a:pt x="271205" y="52794"/>
                  </a:lnTo>
                  <a:lnTo>
                    <a:pt x="271928" y="51731"/>
                  </a:lnTo>
                  <a:lnTo>
                    <a:pt x="271981" y="50315"/>
                  </a:lnTo>
                  <a:lnTo>
                    <a:pt x="271365" y="48546"/>
                  </a:lnTo>
                  <a:lnTo>
                    <a:pt x="271012" y="46502"/>
                  </a:lnTo>
                  <a:lnTo>
                    <a:pt x="270922" y="44180"/>
                  </a:lnTo>
                  <a:lnTo>
                    <a:pt x="271787" y="39582"/>
                  </a:lnTo>
                  <a:lnTo>
                    <a:pt x="273844" y="38083"/>
                  </a:lnTo>
                  <a:lnTo>
                    <a:pt x="274750" y="36388"/>
                  </a:lnTo>
                  <a:lnTo>
                    <a:pt x="273907" y="33327"/>
                  </a:lnTo>
                  <a:lnTo>
                    <a:pt x="271497" y="31232"/>
                  </a:lnTo>
                  <a:lnTo>
                    <a:pt x="262122" y="25836"/>
                  </a:lnTo>
                  <a:lnTo>
                    <a:pt x="262083" y="25193"/>
                  </a:lnTo>
                  <a:lnTo>
                    <a:pt x="263976" y="24486"/>
                  </a:lnTo>
                  <a:lnTo>
                    <a:pt x="266785" y="24072"/>
                  </a:lnTo>
                  <a:lnTo>
                    <a:pt x="290018" y="25357"/>
                  </a:lnTo>
                  <a:lnTo>
                    <a:pt x="294035" y="25829"/>
                  </a:lnTo>
                  <a:lnTo>
                    <a:pt x="295749" y="26292"/>
                  </a:lnTo>
                  <a:lnTo>
                    <a:pt x="296499" y="26903"/>
                  </a:lnTo>
                  <a:lnTo>
                    <a:pt x="297462" y="27164"/>
                  </a:lnTo>
                  <a:lnTo>
                    <a:pt x="302453" y="26435"/>
                  </a:lnTo>
                  <a:lnTo>
                    <a:pt x="302334" y="25105"/>
                  </a:lnTo>
                  <a:lnTo>
                    <a:pt x="301711" y="24259"/>
                  </a:lnTo>
                  <a:lnTo>
                    <a:pt x="274747" y="21949"/>
                  </a:lnTo>
                  <a:lnTo>
                    <a:pt x="269722" y="21159"/>
                  </a:lnTo>
                  <a:lnTo>
                    <a:pt x="267165" y="21098"/>
                  </a:lnTo>
                  <a:lnTo>
                    <a:pt x="264520" y="21704"/>
                  </a:lnTo>
                  <a:lnTo>
                    <a:pt x="259037" y="22006"/>
                  </a:lnTo>
                  <a:lnTo>
                    <a:pt x="256504" y="21889"/>
                  </a:lnTo>
                  <a:lnTo>
                    <a:pt x="253222" y="19139"/>
                  </a:lnTo>
                  <a:lnTo>
                    <a:pt x="256194" y="15830"/>
                  </a:lnTo>
                  <a:lnTo>
                    <a:pt x="258695" y="15905"/>
                  </a:lnTo>
                  <a:lnTo>
                    <a:pt x="263447" y="17195"/>
                  </a:lnTo>
                  <a:lnTo>
                    <a:pt x="266262" y="15393"/>
                  </a:lnTo>
                  <a:lnTo>
                    <a:pt x="270731" y="13904"/>
                  </a:lnTo>
                  <a:lnTo>
                    <a:pt x="275150" y="13379"/>
                  </a:lnTo>
                  <a:lnTo>
                    <a:pt x="284790" y="10179"/>
                  </a:lnTo>
                  <a:lnTo>
                    <a:pt x="286571" y="9899"/>
                  </a:lnTo>
                  <a:lnTo>
                    <a:pt x="288818" y="10070"/>
                  </a:lnTo>
                  <a:lnTo>
                    <a:pt x="293779" y="10863"/>
                  </a:lnTo>
                  <a:lnTo>
                    <a:pt x="295749" y="11655"/>
                  </a:lnTo>
                  <a:lnTo>
                    <a:pt x="298007" y="13351"/>
                  </a:lnTo>
                  <a:lnTo>
                    <a:pt x="299317" y="13875"/>
                  </a:lnTo>
                  <a:lnTo>
                    <a:pt x="300870" y="13972"/>
                  </a:lnTo>
                  <a:lnTo>
                    <a:pt x="303002" y="14739"/>
                  </a:lnTo>
                  <a:lnTo>
                    <a:pt x="306086" y="12255"/>
                  </a:lnTo>
                  <a:lnTo>
                    <a:pt x="308873" y="9585"/>
                  </a:lnTo>
                  <a:lnTo>
                    <a:pt x="312071" y="7902"/>
                  </a:lnTo>
                  <a:lnTo>
                    <a:pt x="316594" y="8884"/>
                  </a:lnTo>
                  <a:lnTo>
                    <a:pt x="319458" y="10166"/>
                  </a:lnTo>
                  <a:lnTo>
                    <a:pt x="322077" y="11692"/>
                  </a:lnTo>
                  <a:lnTo>
                    <a:pt x="325777" y="12536"/>
                  </a:lnTo>
                  <a:lnTo>
                    <a:pt x="332053" y="17751"/>
                  </a:lnTo>
                  <a:lnTo>
                    <a:pt x="333227" y="17758"/>
                  </a:lnTo>
                  <a:lnTo>
                    <a:pt x="333781" y="17316"/>
                  </a:lnTo>
                  <a:lnTo>
                    <a:pt x="334373" y="16350"/>
                  </a:lnTo>
                  <a:lnTo>
                    <a:pt x="334586" y="14915"/>
                  </a:lnTo>
                  <a:lnTo>
                    <a:pt x="335356" y="12968"/>
                  </a:lnTo>
                  <a:lnTo>
                    <a:pt x="334798" y="12248"/>
                  </a:lnTo>
                  <a:lnTo>
                    <a:pt x="329542" y="10089"/>
                  </a:lnTo>
                  <a:lnTo>
                    <a:pt x="328548" y="9258"/>
                  </a:lnTo>
                  <a:lnTo>
                    <a:pt x="327540" y="7890"/>
                  </a:lnTo>
                  <a:lnTo>
                    <a:pt x="327523" y="6759"/>
                  </a:lnTo>
                  <a:lnTo>
                    <a:pt x="328497" y="5868"/>
                  </a:lnTo>
                  <a:lnTo>
                    <a:pt x="329523" y="5461"/>
                  </a:lnTo>
                  <a:lnTo>
                    <a:pt x="332922" y="5830"/>
                  </a:lnTo>
                  <a:lnTo>
                    <a:pt x="334045" y="5540"/>
                  </a:lnTo>
                  <a:lnTo>
                    <a:pt x="335105" y="4785"/>
                  </a:lnTo>
                  <a:lnTo>
                    <a:pt x="336382" y="3370"/>
                  </a:lnTo>
                  <a:lnTo>
                    <a:pt x="337389" y="3009"/>
                  </a:lnTo>
                  <a:lnTo>
                    <a:pt x="339661" y="2969"/>
                  </a:lnTo>
                  <a:lnTo>
                    <a:pt x="343160" y="3876"/>
                  </a:lnTo>
                  <a:lnTo>
                    <a:pt x="346222" y="3953"/>
                  </a:lnTo>
                  <a:lnTo>
                    <a:pt x="347327" y="3536"/>
                  </a:lnTo>
                  <a:lnTo>
                    <a:pt x="347495" y="2650"/>
                  </a:lnTo>
                  <a:lnTo>
                    <a:pt x="347761" y="2087"/>
                  </a:lnTo>
                  <a:lnTo>
                    <a:pt x="348125" y="1851"/>
                  </a:lnTo>
                  <a:lnTo>
                    <a:pt x="359226" y="1802"/>
                  </a:lnTo>
                  <a:lnTo>
                    <a:pt x="361978" y="1591"/>
                  </a:lnTo>
                  <a:lnTo>
                    <a:pt x="364131" y="920"/>
                  </a:lnTo>
                  <a:lnTo>
                    <a:pt x="366764" y="841"/>
                  </a:lnTo>
                  <a:lnTo>
                    <a:pt x="369066" y="1242"/>
                  </a:lnTo>
                  <a:lnTo>
                    <a:pt x="371915" y="2096"/>
                  </a:lnTo>
                  <a:lnTo>
                    <a:pt x="374747" y="2057"/>
                  </a:lnTo>
                  <a:lnTo>
                    <a:pt x="378968" y="660"/>
                  </a:lnTo>
                  <a:lnTo>
                    <a:pt x="382947" y="0"/>
                  </a:lnTo>
                  <a:lnTo>
                    <a:pt x="404880" y="18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8"/>
            <p:cNvSpPr/>
            <p:nvPr/>
          </p:nvSpPr>
          <p:spPr>
            <a:xfrm>
              <a:off x="1936124" y="3107612"/>
              <a:ext cx="38520" cy="120556"/>
            </a:xfrm>
            <a:custGeom>
              <a:avLst/>
              <a:pathLst>
                <a:path w="38520" h="120556">
                  <a:moveTo>
                    <a:pt x="29549" y="46"/>
                  </a:moveTo>
                  <a:lnTo>
                    <a:pt x="29456" y="7214"/>
                  </a:lnTo>
                  <a:lnTo>
                    <a:pt x="29350" y="15518"/>
                  </a:lnTo>
                  <a:lnTo>
                    <a:pt x="29271" y="21622"/>
                  </a:lnTo>
                  <a:lnTo>
                    <a:pt x="29166" y="29768"/>
                  </a:lnTo>
                  <a:lnTo>
                    <a:pt x="29059" y="38096"/>
                  </a:lnTo>
                  <a:lnTo>
                    <a:pt x="28913" y="49452"/>
                  </a:lnTo>
                  <a:lnTo>
                    <a:pt x="28818" y="56792"/>
                  </a:lnTo>
                  <a:lnTo>
                    <a:pt x="28863" y="56962"/>
                  </a:lnTo>
                  <a:lnTo>
                    <a:pt x="30009" y="56607"/>
                  </a:lnTo>
                  <a:lnTo>
                    <a:pt x="31705" y="56928"/>
                  </a:lnTo>
                  <a:lnTo>
                    <a:pt x="32120" y="56904"/>
                  </a:lnTo>
                  <a:lnTo>
                    <a:pt x="32639" y="57544"/>
                  </a:lnTo>
                  <a:lnTo>
                    <a:pt x="33040" y="57736"/>
                  </a:lnTo>
                  <a:lnTo>
                    <a:pt x="33902" y="59389"/>
                  </a:lnTo>
                  <a:lnTo>
                    <a:pt x="34914" y="60641"/>
                  </a:lnTo>
                  <a:lnTo>
                    <a:pt x="35560" y="58116"/>
                  </a:lnTo>
                  <a:lnTo>
                    <a:pt x="35220" y="56596"/>
                  </a:lnTo>
                  <a:lnTo>
                    <a:pt x="34966" y="55820"/>
                  </a:lnTo>
                  <a:lnTo>
                    <a:pt x="35005" y="55141"/>
                  </a:lnTo>
                  <a:lnTo>
                    <a:pt x="38520" y="61680"/>
                  </a:lnTo>
                  <a:lnTo>
                    <a:pt x="38105" y="62689"/>
                  </a:lnTo>
                  <a:lnTo>
                    <a:pt x="37210" y="65019"/>
                  </a:lnTo>
                  <a:lnTo>
                    <a:pt x="35588" y="69003"/>
                  </a:lnTo>
                  <a:lnTo>
                    <a:pt x="34135" y="72569"/>
                  </a:lnTo>
                  <a:lnTo>
                    <a:pt x="32736" y="75804"/>
                  </a:lnTo>
                  <a:lnTo>
                    <a:pt x="31476" y="78717"/>
                  </a:lnTo>
                  <a:lnTo>
                    <a:pt x="31328" y="79006"/>
                  </a:lnTo>
                  <a:lnTo>
                    <a:pt x="29730" y="81085"/>
                  </a:lnTo>
                  <a:lnTo>
                    <a:pt x="29464" y="82043"/>
                  </a:lnTo>
                  <a:lnTo>
                    <a:pt x="29120" y="86159"/>
                  </a:lnTo>
                  <a:lnTo>
                    <a:pt x="28963" y="87179"/>
                  </a:lnTo>
                  <a:lnTo>
                    <a:pt x="29253" y="89465"/>
                  </a:lnTo>
                  <a:lnTo>
                    <a:pt x="29542" y="92995"/>
                  </a:lnTo>
                  <a:lnTo>
                    <a:pt x="29450" y="94838"/>
                  </a:lnTo>
                  <a:lnTo>
                    <a:pt x="28345" y="97110"/>
                  </a:lnTo>
                  <a:lnTo>
                    <a:pt x="27838" y="99156"/>
                  </a:lnTo>
                  <a:lnTo>
                    <a:pt x="27615" y="100478"/>
                  </a:lnTo>
                  <a:lnTo>
                    <a:pt x="27417" y="100134"/>
                  </a:lnTo>
                  <a:lnTo>
                    <a:pt x="27075" y="100032"/>
                  </a:lnTo>
                  <a:lnTo>
                    <a:pt x="26286" y="100544"/>
                  </a:lnTo>
                  <a:lnTo>
                    <a:pt x="25905" y="100658"/>
                  </a:lnTo>
                  <a:lnTo>
                    <a:pt x="25586" y="101244"/>
                  </a:lnTo>
                  <a:lnTo>
                    <a:pt x="25555" y="102515"/>
                  </a:lnTo>
                  <a:lnTo>
                    <a:pt x="25765" y="104578"/>
                  </a:lnTo>
                  <a:lnTo>
                    <a:pt x="25841" y="105642"/>
                  </a:lnTo>
                  <a:lnTo>
                    <a:pt x="25619" y="106132"/>
                  </a:lnTo>
                  <a:lnTo>
                    <a:pt x="24648" y="107372"/>
                  </a:lnTo>
                  <a:lnTo>
                    <a:pt x="24265" y="108595"/>
                  </a:lnTo>
                  <a:lnTo>
                    <a:pt x="23897" y="110495"/>
                  </a:lnTo>
                  <a:lnTo>
                    <a:pt x="23471" y="111290"/>
                  </a:lnTo>
                  <a:lnTo>
                    <a:pt x="23026" y="111143"/>
                  </a:lnTo>
                  <a:lnTo>
                    <a:pt x="22711" y="111423"/>
                  </a:lnTo>
                  <a:lnTo>
                    <a:pt x="22039" y="112849"/>
                  </a:lnTo>
                  <a:lnTo>
                    <a:pt x="21025" y="115606"/>
                  </a:lnTo>
                  <a:lnTo>
                    <a:pt x="20481" y="117653"/>
                  </a:lnTo>
                  <a:lnTo>
                    <a:pt x="20469" y="119183"/>
                  </a:lnTo>
                  <a:lnTo>
                    <a:pt x="20572" y="120556"/>
                  </a:lnTo>
                  <a:lnTo>
                    <a:pt x="16882" y="115698"/>
                  </a:lnTo>
                  <a:lnTo>
                    <a:pt x="15653" y="114869"/>
                  </a:lnTo>
                  <a:lnTo>
                    <a:pt x="10470" y="114970"/>
                  </a:lnTo>
                  <a:lnTo>
                    <a:pt x="8246" y="113061"/>
                  </a:lnTo>
                  <a:lnTo>
                    <a:pt x="5712" y="109374"/>
                  </a:lnTo>
                  <a:lnTo>
                    <a:pt x="3999" y="106027"/>
                  </a:lnTo>
                  <a:lnTo>
                    <a:pt x="0" y="96654"/>
                  </a:lnTo>
                  <a:lnTo>
                    <a:pt x="251" y="95898"/>
                  </a:lnTo>
                  <a:lnTo>
                    <a:pt x="462" y="94152"/>
                  </a:lnTo>
                  <a:lnTo>
                    <a:pt x="723" y="92352"/>
                  </a:lnTo>
                  <a:lnTo>
                    <a:pt x="564" y="90274"/>
                  </a:lnTo>
                  <a:lnTo>
                    <a:pt x="468" y="88589"/>
                  </a:lnTo>
                  <a:lnTo>
                    <a:pt x="764" y="86138"/>
                  </a:lnTo>
                  <a:lnTo>
                    <a:pt x="736" y="84298"/>
                  </a:lnTo>
                  <a:lnTo>
                    <a:pt x="873" y="83164"/>
                  </a:lnTo>
                  <a:lnTo>
                    <a:pt x="1311" y="82431"/>
                  </a:lnTo>
                  <a:lnTo>
                    <a:pt x="1541" y="81029"/>
                  </a:lnTo>
                  <a:lnTo>
                    <a:pt x="296" y="76198"/>
                  </a:lnTo>
                  <a:lnTo>
                    <a:pt x="297" y="75096"/>
                  </a:lnTo>
                  <a:lnTo>
                    <a:pt x="461" y="73739"/>
                  </a:lnTo>
                  <a:lnTo>
                    <a:pt x="1471" y="68578"/>
                  </a:lnTo>
                  <a:lnTo>
                    <a:pt x="2671" y="62442"/>
                  </a:lnTo>
                  <a:lnTo>
                    <a:pt x="3996" y="55671"/>
                  </a:lnTo>
                  <a:lnTo>
                    <a:pt x="4793" y="51599"/>
                  </a:lnTo>
                  <a:lnTo>
                    <a:pt x="7702" y="51591"/>
                  </a:lnTo>
                  <a:lnTo>
                    <a:pt x="9626" y="51585"/>
                  </a:lnTo>
                  <a:lnTo>
                    <a:pt x="12070" y="51580"/>
                  </a:lnTo>
                  <a:lnTo>
                    <a:pt x="14727" y="51573"/>
                  </a:lnTo>
                  <a:lnTo>
                    <a:pt x="16469" y="51569"/>
                  </a:lnTo>
                  <a:lnTo>
                    <a:pt x="17189" y="51524"/>
                  </a:lnTo>
                  <a:lnTo>
                    <a:pt x="17067" y="48875"/>
                  </a:lnTo>
                  <a:lnTo>
                    <a:pt x="17160" y="45949"/>
                  </a:lnTo>
                  <a:lnTo>
                    <a:pt x="17479" y="43291"/>
                  </a:lnTo>
                  <a:lnTo>
                    <a:pt x="17479" y="42118"/>
                  </a:lnTo>
                  <a:lnTo>
                    <a:pt x="16959" y="40684"/>
                  </a:lnTo>
                  <a:lnTo>
                    <a:pt x="15952" y="39849"/>
                  </a:lnTo>
                  <a:lnTo>
                    <a:pt x="15392" y="38581"/>
                  </a:lnTo>
                  <a:lnTo>
                    <a:pt x="15389" y="36973"/>
                  </a:lnTo>
                  <a:lnTo>
                    <a:pt x="15143" y="35030"/>
                  </a:lnTo>
                  <a:lnTo>
                    <a:pt x="14655" y="32749"/>
                  </a:lnTo>
                  <a:lnTo>
                    <a:pt x="13643" y="30414"/>
                  </a:lnTo>
                  <a:lnTo>
                    <a:pt x="12106" y="28029"/>
                  </a:lnTo>
                  <a:lnTo>
                    <a:pt x="10798" y="24828"/>
                  </a:lnTo>
                  <a:lnTo>
                    <a:pt x="9719" y="20806"/>
                  </a:lnTo>
                  <a:lnTo>
                    <a:pt x="8805" y="18219"/>
                  </a:lnTo>
                  <a:lnTo>
                    <a:pt x="8102" y="17137"/>
                  </a:lnTo>
                  <a:lnTo>
                    <a:pt x="7936" y="16563"/>
                  </a:lnTo>
                  <a:lnTo>
                    <a:pt x="9994" y="16615"/>
                  </a:lnTo>
                  <a:lnTo>
                    <a:pt x="11941" y="16664"/>
                  </a:lnTo>
                  <a:lnTo>
                    <a:pt x="11955" y="10902"/>
                  </a:lnTo>
                  <a:lnTo>
                    <a:pt x="11966" y="5781"/>
                  </a:lnTo>
                  <a:lnTo>
                    <a:pt x="11978" y="0"/>
                  </a:lnTo>
                  <a:lnTo>
                    <a:pt x="15508" y="8"/>
                  </a:lnTo>
                  <a:lnTo>
                    <a:pt x="19723" y="20"/>
                  </a:lnTo>
                  <a:lnTo>
                    <a:pt x="24095" y="31"/>
                  </a:lnTo>
                  <a:lnTo>
                    <a:pt x="27529" y="4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69"/>
            <p:cNvSpPr/>
            <p:nvPr/>
          </p:nvSpPr>
          <p:spPr>
            <a:xfrm>
              <a:off x="4213453" y="3231542"/>
              <a:ext cx="2802" cy="10780"/>
            </a:xfrm>
            <a:custGeom>
              <a:avLst/>
              <a:pathLst>
                <a:path w="2802" h="10780">
                  <a:moveTo>
                    <a:pt x="889" y="10728"/>
                  </a:moveTo>
                  <a:lnTo>
                    <a:pt x="482" y="10780"/>
                  </a:lnTo>
                  <a:lnTo>
                    <a:pt x="129" y="9789"/>
                  </a:lnTo>
                  <a:lnTo>
                    <a:pt x="6" y="9127"/>
                  </a:lnTo>
                  <a:lnTo>
                    <a:pt x="0" y="5722"/>
                  </a:lnTo>
                  <a:lnTo>
                    <a:pt x="1355" y="2822"/>
                  </a:lnTo>
                  <a:lnTo>
                    <a:pt x="1801" y="0"/>
                  </a:lnTo>
                  <a:lnTo>
                    <a:pt x="2173" y="227"/>
                  </a:lnTo>
                  <a:lnTo>
                    <a:pt x="2502" y="689"/>
                  </a:lnTo>
                  <a:lnTo>
                    <a:pt x="2802" y="1538"/>
                  </a:lnTo>
                  <a:lnTo>
                    <a:pt x="1255" y="624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0"/>
            <p:cNvSpPr/>
            <p:nvPr/>
          </p:nvSpPr>
          <p:spPr>
            <a:xfrm>
              <a:off x="2232652" y="3381446"/>
              <a:ext cx="47183" cy="217129"/>
            </a:xfrm>
            <a:custGeom>
              <a:avLst/>
              <a:pathLst>
                <a:path w="47183" h="217129">
                  <a:moveTo>
                    <a:pt x="40339" y="88673"/>
                  </a:moveTo>
                  <a:lnTo>
                    <a:pt x="39828" y="90540"/>
                  </a:lnTo>
                  <a:lnTo>
                    <a:pt x="39736" y="91724"/>
                  </a:lnTo>
                  <a:lnTo>
                    <a:pt x="39405" y="93828"/>
                  </a:lnTo>
                  <a:lnTo>
                    <a:pt x="39149" y="94969"/>
                  </a:lnTo>
                  <a:lnTo>
                    <a:pt x="39523" y="97586"/>
                  </a:lnTo>
                  <a:lnTo>
                    <a:pt x="39949" y="97702"/>
                  </a:lnTo>
                  <a:lnTo>
                    <a:pt x="40111" y="98037"/>
                  </a:lnTo>
                  <a:lnTo>
                    <a:pt x="40218" y="98549"/>
                  </a:lnTo>
                  <a:lnTo>
                    <a:pt x="40194" y="99104"/>
                  </a:lnTo>
                  <a:lnTo>
                    <a:pt x="40030" y="99603"/>
                  </a:lnTo>
                  <a:lnTo>
                    <a:pt x="39623" y="100238"/>
                  </a:lnTo>
                  <a:lnTo>
                    <a:pt x="39235" y="101750"/>
                  </a:lnTo>
                  <a:lnTo>
                    <a:pt x="39272" y="103414"/>
                  </a:lnTo>
                  <a:lnTo>
                    <a:pt x="39029" y="104283"/>
                  </a:lnTo>
                  <a:lnTo>
                    <a:pt x="38249" y="104743"/>
                  </a:lnTo>
                  <a:lnTo>
                    <a:pt x="36723" y="104746"/>
                  </a:lnTo>
                  <a:lnTo>
                    <a:pt x="35974" y="104858"/>
                  </a:lnTo>
                  <a:lnTo>
                    <a:pt x="35375" y="105142"/>
                  </a:lnTo>
                  <a:lnTo>
                    <a:pt x="34982" y="106223"/>
                  </a:lnTo>
                  <a:lnTo>
                    <a:pt x="34481" y="106975"/>
                  </a:lnTo>
                  <a:lnTo>
                    <a:pt x="34089" y="107152"/>
                  </a:lnTo>
                  <a:lnTo>
                    <a:pt x="33741" y="108406"/>
                  </a:lnTo>
                  <a:lnTo>
                    <a:pt x="33395" y="110185"/>
                  </a:lnTo>
                  <a:lnTo>
                    <a:pt x="33512" y="111400"/>
                  </a:lnTo>
                  <a:lnTo>
                    <a:pt x="33868" y="113025"/>
                  </a:lnTo>
                  <a:lnTo>
                    <a:pt x="34078" y="114684"/>
                  </a:lnTo>
                  <a:lnTo>
                    <a:pt x="33802" y="117375"/>
                  </a:lnTo>
                  <a:lnTo>
                    <a:pt x="33499" y="119452"/>
                  </a:lnTo>
                  <a:lnTo>
                    <a:pt x="33322" y="121038"/>
                  </a:lnTo>
                  <a:lnTo>
                    <a:pt x="33081" y="124087"/>
                  </a:lnTo>
                  <a:lnTo>
                    <a:pt x="32494" y="127440"/>
                  </a:lnTo>
                  <a:lnTo>
                    <a:pt x="32074" y="129347"/>
                  </a:lnTo>
                  <a:lnTo>
                    <a:pt x="32076" y="131423"/>
                  </a:lnTo>
                  <a:lnTo>
                    <a:pt x="32288" y="134370"/>
                  </a:lnTo>
                  <a:lnTo>
                    <a:pt x="33485" y="138662"/>
                  </a:lnTo>
                  <a:lnTo>
                    <a:pt x="33881" y="140714"/>
                  </a:lnTo>
                  <a:lnTo>
                    <a:pt x="34206" y="144002"/>
                  </a:lnTo>
                  <a:lnTo>
                    <a:pt x="35286" y="146593"/>
                  </a:lnTo>
                  <a:lnTo>
                    <a:pt x="35968" y="148688"/>
                  </a:lnTo>
                  <a:lnTo>
                    <a:pt x="35904" y="151456"/>
                  </a:lnTo>
                  <a:lnTo>
                    <a:pt x="35994" y="152318"/>
                  </a:lnTo>
                  <a:lnTo>
                    <a:pt x="36417" y="153015"/>
                  </a:lnTo>
                  <a:lnTo>
                    <a:pt x="36928" y="153551"/>
                  </a:lnTo>
                  <a:lnTo>
                    <a:pt x="37495" y="153507"/>
                  </a:lnTo>
                  <a:lnTo>
                    <a:pt x="38002" y="153272"/>
                  </a:lnTo>
                  <a:lnTo>
                    <a:pt x="38120" y="152883"/>
                  </a:lnTo>
                  <a:lnTo>
                    <a:pt x="39292" y="152834"/>
                  </a:lnTo>
                  <a:lnTo>
                    <a:pt x="39424" y="153528"/>
                  </a:lnTo>
                  <a:lnTo>
                    <a:pt x="39492" y="157510"/>
                  </a:lnTo>
                  <a:lnTo>
                    <a:pt x="39539" y="159121"/>
                  </a:lnTo>
                  <a:lnTo>
                    <a:pt x="39818" y="159772"/>
                  </a:lnTo>
                  <a:lnTo>
                    <a:pt x="39984" y="160759"/>
                  </a:lnTo>
                  <a:lnTo>
                    <a:pt x="39995" y="161655"/>
                  </a:lnTo>
                  <a:lnTo>
                    <a:pt x="40048" y="163886"/>
                  </a:lnTo>
                  <a:lnTo>
                    <a:pt x="40222" y="165059"/>
                  </a:lnTo>
                  <a:lnTo>
                    <a:pt x="40194" y="167439"/>
                  </a:lnTo>
                  <a:lnTo>
                    <a:pt x="40314" y="168312"/>
                  </a:lnTo>
                  <a:lnTo>
                    <a:pt x="40638" y="168904"/>
                  </a:lnTo>
                  <a:lnTo>
                    <a:pt x="41047" y="170609"/>
                  </a:lnTo>
                  <a:lnTo>
                    <a:pt x="41201" y="170824"/>
                  </a:lnTo>
                  <a:lnTo>
                    <a:pt x="41280" y="171427"/>
                  </a:lnTo>
                  <a:lnTo>
                    <a:pt x="41630" y="173856"/>
                  </a:lnTo>
                  <a:lnTo>
                    <a:pt x="41933" y="174688"/>
                  </a:lnTo>
                  <a:lnTo>
                    <a:pt x="41986" y="175531"/>
                  </a:lnTo>
                  <a:lnTo>
                    <a:pt x="42239" y="177800"/>
                  </a:lnTo>
                  <a:lnTo>
                    <a:pt x="42410" y="178360"/>
                  </a:lnTo>
                  <a:lnTo>
                    <a:pt x="42738" y="180026"/>
                  </a:lnTo>
                  <a:lnTo>
                    <a:pt x="42870" y="181843"/>
                  </a:lnTo>
                  <a:lnTo>
                    <a:pt x="43303" y="183893"/>
                  </a:lnTo>
                  <a:lnTo>
                    <a:pt x="43744" y="185336"/>
                  </a:lnTo>
                  <a:lnTo>
                    <a:pt x="43944" y="186828"/>
                  </a:lnTo>
                  <a:lnTo>
                    <a:pt x="44508" y="190131"/>
                  </a:lnTo>
                  <a:lnTo>
                    <a:pt x="45054" y="192448"/>
                  </a:lnTo>
                  <a:lnTo>
                    <a:pt x="45795" y="193052"/>
                  </a:lnTo>
                  <a:lnTo>
                    <a:pt x="46415" y="193375"/>
                  </a:lnTo>
                  <a:lnTo>
                    <a:pt x="46803" y="194270"/>
                  </a:lnTo>
                  <a:lnTo>
                    <a:pt x="47183" y="195235"/>
                  </a:lnTo>
                  <a:lnTo>
                    <a:pt x="46773" y="195675"/>
                  </a:lnTo>
                  <a:lnTo>
                    <a:pt x="46407" y="196267"/>
                  </a:lnTo>
                  <a:lnTo>
                    <a:pt x="45899" y="195811"/>
                  </a:lnTo>
                  <a:lnTo>
                    <a:pt x="45193" y="196058"/>
                  </a:lnTo>
                  <a:lnTo>
                    <a:pt x="44458" y="196711"/>
                  </a:lnTo>
                  <a:lnTo>
                    <a:pt x="43781" y="197034"/>
                  </a:lnTo>
                  <a:lnTo>
                    <a:pt x="42504" y="195996"/>
                  </a:lnTo>
                  <a:lnTo>
                    <a:pt x="42115" y="195853"/>
                  </a:lnTo>
                  <a:lnTo>
                    <a:pt x="41850" y="195403"/>
                  </a:lnTo>
                  <a:lnTo>
                    <a:pt x="41320" y="193354"/>
                  </a:lnTo>
                  <a:lnTo>
                    <a:pt x="41068" y="193113"/>
                  </a:lnTo>
                  <a:lnTo>
                    <a:pt x="40389" y="194069"/>
                  </a:lnTo>
                  <a:lnTo>
                    <a:pt x="39562" y="194730"/>
                  </a:lnTo>
                  <a:lnTo>
                    <a:pt x="39159" y="194605"/>
                  </a:lnTo>
                  <a:lnTo>
                    <a:pt x="38685" y="195294"/>
                  </a:lnTo>
                  <a:lnTo>
                    <a:pt x="38244" y="196216"/>
                  </a:lnTo>
                  <a:lnTo>
                    <a:pt x="37400" y="200209"/>
                  </a:lnTo>
                  <a:lnTo>
                    <a:pt x="36965" y="201620"/>
                  </a:lnTo>
                  <a:lnTo>
                    <a:pt x="36497" y="202269"/>
                  </a:lnTo>
                  <a:lnTo>
                    <a:pt x="35561" y="202249"/>
                  </a:lnTo>
                  <a:lnTo>
                    <a:pt x="34562" y="202390"/>
                  </a:lnTo>
                  <a:lnTo>
                    <a:pt x="33814" y="203357"/>
                  </a:lnTo>
                  <a:lnTo>
                    <a:pt x="33114" y="203850"/>
                  </a:lnTo>
                  <a:lnTo>
                    <a:pt x="32763" y="203914"/>
                  </a:lnTo>
                  <a:lnTo>
                    <a:pt x="32645" y="206104"/>
                  </a:lnTo>
                  <a:lnTo>
                    <a:pt x="32485" y="207120"/>
                  </a:lnTo>
                  <a:lnTo>
                    <a:pt x="32264" y="207701"/>
                  </a:lnTo>
                  <a:lnTo>
                    <a:pt x="31720" y="207876"/>
                  </a:lnTo>
                  <a:lnTo>
                    <a:pt x="31230" y="207798"/>
                  </a:lnTo>
                  <a:lnTo>
                    <a:pt x="30934" y="206886"/>
                  </a:lnTo>
                  <a:lnTo>
                    <a:pt x="30382" y="206430"/>
                  </a:lnTo>
                  <a:lnTo>
                    <a:pt x="29895" y="206104"/>
                  </a:lnTo>
                  <a:lnTo>
                    <a:pt x="29577" y="205583"/>
                  </a:lnTo>
                  <a:lnTo>
                    <a:pt x="29323" y="205713"/>
                  </a:lnTo>
                  <a:lnTo>
                    <a:pt x="29111" y="206625"/>
                  </a:lnTo>
                  <a:lnTo>
                    <a:pt x="28941" y="207407"/>
                  </a:lnTo>
                  <a:lnTo>
                    <a:pt x="28793" y="208840"/>
                  </a:lnTo>
                  <a:lnTo>
                    <a:pt x="28051" y="209297"/>
                  </a:lnTo>
                  <a:lnTo>
                    <a:pt x="27733" y="210112"/>
                  </a:lnTo>
                  <a:lnTo>
                    <a:pt x="27917" y="212799"/>
                  </a:lnTo>
                  <a:lnTo>
                    <a:pt x="27832" y="213848"/>
                  </a:lnTo>
                  <a:lnTo>
                    <a:pt x="27677" y="214663"/>
                  </a:lnTo>
                  <a:lnTo>
                    <a:pt x="26781" y="214826"/>
                  </a:lnTo>
                  <a:lnTo>
                    <a:pt x="26016" y="214770"/>
                  </a:lnTo>
                  <a:lnTo>
                    <a:pt x="25577" y="215761"/>
                  </a:lnTo>
                  <a:lnTo>
                    <a:pt x="25030" y="216914"/>
                  </a:lnTo>
                  <a:lnTo>
                    <a:pt x="24697" y="217129"/>
                  </a:lnTo>
                  <a:lnTo>
                    <a:pt x="24306" y="217058"/>
                  </a:lnTo>
                  <a:lnTo>
                    <a:pt x="23786" y="215721"/>
                  </a:lnTo>
                  <a:lnTo>
                    <a:pt x="23287" y="214074"/>
                  </a:lnTo>
                  <a:lnTo>
                    <a:pt x="22019" y="212920"/>
                  </a:lnTo>
                  <a:lnTo>
                    <a:pt x="20761" y="211963"/>
                  </a:lnTo>
                  <a:lnTo>
                    <a:pt x="19937" y="209346"/>
                  </a:lnTo>
                  <a:lnTo>
                    <a:pt x="19742" y="208058"/>
                  </a:lnTo>
                  <a:lnTo>
                    <a:pt x="19353" y="207492"/>
                  </a:lnTo>
                  <a:lnTo>
                    <a:pt x="18375" y="204387"/>
                  </a:lnTo>
                  <a:lnTo>
                    <a:pt x="17834" y="202390"/>
                  </a:lnTo>
                  <a:lnTo>
                    <a:pt x="17248" y="201858"/>
                  </a:lnTo>
                  <a:lnTo>
                    <a:pt x="16576" y="201022"/>
                  </a:lnTo>
                  <a:lnTo>
                    <a:pt x="16603" y="199577"/>
                  </a:lnTo>
                  <a:lnTo>
                    <a:pt x="16557" y="198184"/>
                  </a:lnTo>
                  <a:lnTo>
                    <a:pt x="16269" y="197619"/>
                  </a:lnTo>
                  <a:lnTo>
                    <a:pt x="15863" y="197244"/>
                  </a:lnTo>
                  <a:lnTo>
                    <a:pt x="15714" y="196462"/>
                  </a:lnTo>
                  <a:lnTo>
                    <a:pt x="15757" y="194637"/>
                  </a:lnTo>
                  <a:lnTo>
                    <a:pt x="15836" y="189931"/>
                  </a:lnTo>
                  <a:lnTo>
                    <a:pt x="15724" y="185426"/>
                  </a:lnTo>
                  <a:lnTo>
                    <a:pt x="14821" y="183862"/>
                  </a:lnTo>
                  <a:lnTo>
                    <a:pt x="14431" y="182801"/>
                  </a:lnTo>
                  <a:lnTo>
                    <a:pt x="13747" y="176140"/>
                  </a:lnTo>
                  <a:lnTo>
                    <a:pt x="13425" y="173137"/>
                  </a:lnTo>
                  <a:lnTo>
                    <a:pt x="13410" y="170908"/>
                  </a:lnTo>
                  <a:lnTo>
                    <a:pt x="13637" y="164258"/>
                  </a:lnTo>
                  <a:lnTo>
                    <a:pt x="13893" y="161381"/>
                  </a:lnTo>
                  <a:lnTo>
                    <a:pt x="14591" y="155611"/>
                  </a:lnTo>
                  <a:lnTo>
                    <a:pt x="14994" y="153657"/>
                  </a:lnTo>
                  <a:lnTo>
                    <a:pt x="15016" y="152199"/>
                  </a:lnTo>
                  <a:lnTo>
                    <a:pt x="14975" y="150320"/>
                  </a:lnTo>
                  <a:lnTo>
                    <a:pt x="14770" y="146616"/>
                  </a:lnTo>
                  <a:lnTo>
                    <a:pt x="15950" y="144281"/>
                  </a:lnTo>
                  <a:lnTo>
                    <a:pt x="16456" y="143298"/>
                  </a:lnTo>
                  <a:lnTo>
                    <a:pt x="16541" y="141734"/>
                  </a:lnTo>
                  <a:lnTo>
                    <a:pt x="17173" y="139756"/>
                  </a:lnTo>
                  <a:lnTo>
                    <a:pt x="17452" y="137871"/>
                  </a:lnTo>
                  <a:lnTo>
                    <a:pt x="17686" y="136391"/>
                  </a:lnTo>
                  <a:lnTo>
                    <a:pt x="17622" y="135609"/>
                  </a:lnTo>
                  <a:lnTo>
                    <a:pt x="17346" y="135155"/>
                  </a:lnTo>
                  <a:lnTo>
                    <a:pt x="17021" y="133744"/>
                  </a:lnTo>
                  <a:lnTo>
                    <a:pt x="16339" y="129688"/>
                  </a:lnTo>
                  <a:lnTo>
                    <a:pt x="16092" y="128867"/>
                  </a:lnTo>
                  <a:lnTo>
                    <a:pt x="15884" y="127727"/>
                  </a:lnTo>
                  <a:lnTo>
                    <a:pt x="15990" y="125928"/>
                  </a:lnTo>
                  <a:lnTo>
                    <a:pt x="16257" y="123981"/>
                  </a:lnTo>
                  <a:lnTo>
                    <a:pt x="16223" y="123166"/>
                  </a:lnTo>
                  <a:lnTo>
                    <a:pt x="15814" y="122116"/>
                  </a:lnTo>
                  <a:lnTo>
                    <a:pt x="14972" y="120364"/>
                  </a:lnTo>
                  <a:lnTo>
                    <a:pt x="14273" y="120234"/>
                  </a:lnTo>
                  <a:lnTo>
                    <a:pt x="13732" y="119602"/>
                  </a:lnTo>
                  <a:lnTo>
                    <a:pt x="12938" y="119517"/>
                  </a:lnTo>
                  <a:lnTo>
                    <a:pt x="12302" y="119323"/>
                  </a:lnTo>
                  <a:lnTo>
                    <a:pt x="11941" y="118670"/>
                  </a:lnTo>
                  <a:lnTo>
                    <a:pt x="12016" y="117595"/>
                  </a:lnTo>
                  <a:lnTo>
                    <a:pt x="12173" y="116767"/>
                  </a:lnTo>
                  <a:lnTo>
                    <a:pt x="12708" y="114729"/>
                  </a:lnTo>
                  <a:lnTo>
                    <a:pt x="13065" y="112546"/>
                  </a:lnTo>
                  <a:lnTo>
                    <a:pt x="13113" y="110413"/>
                  </a:lnTo>
                  <a:lnTo>
                    <a:pt x="13222" y="107611"/>
                  </a:lnTo>
                  <a:lnTo>
                    <a:pt x="13376" y="105179"/>
                  </a:lnTo>
                  <a:lnTo>
                    <a:pt x="13460" y="102430"/>
                  </a:lnTo>
                  <a:lnTo>
                    <a:pt x="12620" y="100624"/>
                  </a:lnTo>
                  <a:lnTo>
                    <a:pt x="12352" y="99139"/>
                  </a:lnTo>
                  <a:lnTo>
                    <a:pt x="12005" y="97822"/>
                  </a:lnTo>
                  <a:lnTo>
                    <a:pt x="11623" y="97822"/>
                  </a:lnTo>
                  <a:lnTo>
                    <a:pt x="11047" y="97256"/>
                  </a:lnTo>
                  <a:lnTo>
                    <a:pt x="10148" y="98989"/>
                  </a:lnTo>
                  <a:lnTo>
                    <a:pt x="9440" y="98668"/>
                  </a:lnTo>
                  <a:lnTo>
                    <a:pt x="8953" y="99321"/>
                  </a:lnTo>
                  <a:lnTo>
                    <a:pt x="7829" y="99191"/>
                  </a:lnTo>
                  <a:lnTo>
                    <a:pt x="7108" y="98344"/>
                  </a:lnTo>
                  <a:lnTo>
                    <a:pt x="6236" y="98908"/>
                  </a:lnTo>
                  <a:lnTo>
                    <a:pt x="4199" y="91954"/>
                  </a:lnTo>
                  <a:lnTo>
                    <a:pt x="2149" y="84956"/>
                  </a:lnTo>
                  <a:lnTo>
                    <a:pt x="134" y="78078"/>
                  </a:lnTo>
                  <a:lnTo>
                    <a:pt x="0" y="77139"/>
                  </a:lnTo>
                  <a:lnTo>
                    <a:pt x="843" y="73866"/>
                  </a:lnTo>
                  <a:lnTo>
                    <a:pt x="1594" y="71512"/>
                  </a:lnTo>
                  <a:lnTo>
                    <a:pt x="2224" y="70176"/>
                  </a:lnTo>
                  <a:lnTo>
                    <a:pt x="2519" y="68997"/>
                  </a:lnTo>
                  <a:lnTo>
                    <a:pt x="2293" y="63950"/>
                  </a:lnTo>
                  <a:lnTo>
                    <a:pt x="2305" y="62135"/>
                  </a:lnTo>
                  <a:lnTo>
                    <a:pt x="2011" y="60160"/>
                  </a:lnTo>
                  <a:lnTo>
                    <a:pt x="1799" y="57943"/>
                  </a:lnTo>
                  <a:lnTo>
                    <a:pt x="2053" y="56095"/>
                  </a:lnTo>
                  <a:lnTo>
                    <a:pt x="2357" y="54807"/>
                  </a:lnTo>
                  <a:lnTo>
                    <a:pt x="2749" y="54309"/>
                  </a:lnTo>
                  <a:lnTo>
                    <a:pt x="3689" y="53859"/>
                  </a:lnTo>
                  <a:lnTo>
                    <a:pt x="4353" y="53677"/>
                  </a:lnTo>
                  <a:lnTo>
                    <a:pt x="4588" y="52937"/>
                  </a:lnTo>
                  <a:lnTo>
                    <a:pt x="4974" y="52077"/>
                  </a:lnTo>
                  <a:lnTo>
                    <a:pt x="5479" y="52031"/>
                  </a:lnTo>
                  <a:lnTo>
                    <a:pt x="6469" y="52627"/>
                  </a:lnTo>
                  <a:lnTo>
                    <a:pt x="6919" y="51514"/>
                  </a:lnTo>
                  <a:lnTo>
                    <a:pt x="7736" y="50003"/>
                  </a:lnTo>
                  <a:lnTo>
                    <a:pt x="9573" y="47395"/>
                  </a:lnTo>
                  <a:lnTo>
                    <a:pt x="9985" y="45695"/>
                  </a:lnTo>
                  <a:lnTo>
                    <a:pt x="10274" y="43061"/>
                  </a:lnTo>
                  <a:lnTo>
                    <a:pt x="10241" y="41821"/>
                  </a:lnTo>
                  <a:lnTo>
                    <a:pt x="10053" y="41348"/>
                  </a:lnTo>
                  <a:lnTo>
                    <a:pt x="9598" y="40918"/>
                  </a:lnTo>
                  <a:lnTo>
                    <a:pt x="8901" y="40859"/>
                  </a:lnTo>
                  <a:lnTo>
                    <a:pt x="8341" y="41534"/>
                  </a:lnTo>
                  <a:lnTo>
                    <a:pt x="7764" y="41165"/>
                  </a:lnTo>
                  <a:lnTo>
                    <a:pt x="7282" y="39543"/>
                  </a:lnTo>
                  <a:lnTo>
                    <a:pt x="7254" y="38198"/>
                  </a:lnTo>
                  <a:lnTo>
                    <a:pt x="7539" y="36300"/>
                  </a:lnTo>
                  <a:lnTo>
                    <a:pt x="7374" y="35044"/>
                  </a:lnTo>
                  <a:lnTo>
                    <a:pt x="6456" y="31045"/>
                  </a:lnTo>
                  <a:lnTo>
                    <a:pt x="6461" y="29944"/>
                  </a:lnTo>
                  <a:lnTo>
                    <a:pt x="7127" y="28150"/>
                  </a:lnTo>
                  <a:lnTo>
                    <a:pt x="7505" y="26623"/>
                  </a:lnTo>
                  <a:lnTo>
                    <a:pt x="8022" y="22968"/>
                  </a:lnTo>
                  <a:lnTo>
                    <a:pt x="8433" y="21752"/>
                  </a:lnTo>
                  <a:lnTo>
                    <a:pt x="9711" y="21324"/>
                  </a:lnTo>
                  <a:lnTo>
                    <a:pt x="10037" y="20545"/>
                  </a:lnTo>
                  <a:lnTo>
                    <a:pt x="10689" y="18612"/>
                  </a:lnTo>
                  <a:lnTo>
                    <a:pt x="11657" y="16407"/>
                  </a:lnTo>
                  <a:lnTo>
                    <a:pt x="13059" y="14648"/>
                  </a:lnTo>
                  <a:lnTo>
                    <a:pt x="13460" y="11444"/>
                  </a:lnTo>
                  <a:lnTo>
                    <a:pt x="13708" y="10570"/>
                  </a:lnTo>
                  <a:lnTo>
                    <a:pt x="14821" y="8883"/>
                  </a:lnTo>
                  <a:lnTo>
                    <a:pt x="15015" y="7983"/>
                  </a:lnTo>
                  <a:lnTo>
                    <a:pt x="14989" y="7191"/>
                  </a:lnTo>
                  <a:lnTo>
                    <a:pt x="13202" y="0"/>
                  </a:lnTo>
                  <a:lnTo>
                    <a:pt x="13557" y="493"/>
                  </a:lnTo>
                  <a:lnTo>
                    <a:pt x="14942" y="5185"/>
                  </a:lnTo>
                  <a:lnTo>
                    <a:pt x="15709" y="6199"/>
                  </a:lnTo>
                  <a:lnTo>
                    <a:pt x="15870" y="6222"/>
                  </a:lnTo>
                  <a:lnTo>
                    <a:pt x="15877" y="5003"/>
                  </a:lnTo>
                  <a:lnTo>
                    <a:pt x="16580" y="5517"/>
                  </a:lnTo>
                  <a:lnTo>
                    <a:pt x="18399" y="8726"/>
                  </a:lnTo>
                  <a:lnTo>
                    <a:pt x="21059" y="14027"/>
                  </a:lnTo>
                  <a:lnTo>
                    <a:pt x="24796" y="24044"/>
                  </a:lnTo>
                  <a:lnTo>
                    <a:pt x="25858" y="27855"/>
                  </a:lnTo>
                  <a:lnTo>
                    <a:pt x="26574" y="29650"/>
                  </a:lnTo>
                  <a:lnTo>
                    <a:pt x="27684" y="34018"/>
                  </a:lnTo>
                  <a:lnTo>
                    <a:pt x="28009" y="36154"/>
                  </a:lnTo>
                  <a:lnTo>
                    <a:pt x="27978" y="44653"/>
                  </a:lnTo>
                  <a:lnTo>
                    <a:pt x="26994" y="50400"/>
                  </a:lnTo>
                  <a:lnTo>
                    <a:pt x="26753" y="54724"/>
                  </a:lnTo>
                  <a:lnTo>
                    <a:pt x="26700" y="60480"/>
                  </a:lnTo>
                  <a:lnTo>
                    <a:pt x="26128" y="63782"/>
                  </a:lnTo>
                  <a:lnTo>
                    <a:pt x="26887" y="61988"/>
                  </a:lnTo>
                  <a:lnTo>
                    <a:pt x="27123" y="56795"/>
                  </a:lnTo>
                  <a:lnTo>
                    <a:pt x="27769" y="53641"/>
                  </a:lnTo>
                  <a:lnTo>
                    <a:pt x="28608" y="50178"/>
                  </a:lnTo>
                  <a:lnTo>
                    <a:pt x="29729" y="49347"/>
                  </a:lnTo>
                  <a:lnTo>
                    <a:pt x="30936" y="50822"/>
                  </a:lnTo>
                  <a:lnTo>
                    <a:pt x="31908" y="51081"/>
                  </a:lnTo>
                  <a:lnTo>
                    <a:pt x="32765" y="52107"/>
                  </a:lnTo>
                  <a:lnTo>
                    <a:pt x="34589" y="57643"/>
                  </a:lnTo>
                  <a:lnTo>
                    <a:pt x="36370" y="62021"/>
                  </a:lnTo>
                  <a:lnTo>
                    <a:pt x="37019" y="65533"/>
                  </a:lnTo>
                  <a:lnTo>
                    <a:pt x="38908" y="67289"/>
                  </a:lnTo>
                  <a:lnTo>
                    <a:pt x="40024" y="70057"/>
                  </a:lnTo>
                  <a:lnTo>
                    <a:pt x="40383" y="72454"/>
                  </a:lnTo>
                  <a:lnTo>
                    <a:pt x="40604" y="78727"/>
                  </a:lnTo>
                  <a:lnTo>
                    <a:pt x="40238" y="8819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1"/>
            <p:cNvSpPr/>
            <p:nvPr/>
          </p:nvSpPr>
          <p:spPr>
            <a:xfrm>
              <a:off x="3920093" y="2975226"/>
              <a:ext cx="1080" cy="2998"/>
            </a:xfrm>
            <a:custGeom>
              <a:avLst/>
              <a:pathLst>
                <a:path w="1080" h="2998">
                  <a:moveTo>
                    <a:pt x="937" y="2543"/>
                  </a:moveTo>
                  <a:lnTo>
                    <a:pt x="699" y="2998"/>
                  </a:lnTo>
                  <a:lnTo>
                    <a:pt x="41" y="835"/>
                  </a:lnTo>
                  <a:lnTo>
                    <a:pt x="0" y="129"/>
                  </a:lnTo>
                  <a:lnTo>
                    <a:pt x="508" y="0"/>
                  </a:lnTo>
                  <a:lnTo>
                    <a:pt x="1080" y="976"/>
                  </a:lnTo>
                  <a:lnTo>
                    <a:pt x="1048" y="186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2"/>
            <p:cNvSpPr/>
            <p:nvPr/>
          </p:nvSpPr>
          <p:spPr>
            <a:xfrm>
              <a:off x="3917251" y="2974139"/>
              <a:ext cx="1971" cy="3633"/>
            </a:xfrm>
            <a:custGeom>
              <a:avLst/>
              <a:pathLst>
                <a:path w="1971" h="3633">
                  <a:moveTo>
                    <a:pt x="1527" y="3631"/>
                  </a:moveTo>
                  <a:lnTo>
                    <a:pt x="369" y="3633"/>
                  </a:lnTo>
                  <a:lnTo>
                    <a:pt x="122" y="3337"/>
                  </a:lnTo>
                  <a:lnTo>
                    <a:pt x="0" y="2709"/>
                  </a:lnTo>
                  <a:lnTo>
                    <a:pt x="410" y="1569"/>
                  </a:lnTo>
                  <a:lnTo>
                    <a:pt x="1971" y="0"/>
                  </a:lnTo>
                  <a:lnTo>
                    <a:pt x="1581" y="165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3"/>
            <p:cNvSpPr/>
            <p:nvPr/>
          </p:nvSpPr>
          <p:spPr>
            <a:xfrm>
              <a:off x="3917805" y="2967296"/>
              <a:ext cx="4218" cy="7961"/>
            </a:xfrm>
            <a:custGeom>
              <a:avLst/>
              <a:pathLst>
                <a:path w="4218" h="7961">
                  <a:moveTo>
                    <a:pt x="1170" y="1493"/>
                  </a:moveTo>
                  <a:lnTo>
                    <a:pt x="1479" y="650"/>
                  </a:lnTo>
                  <a:lnTo>
                    <a:pt x="1935" y="405"/>
                  </a:lnTo>
                  <a:lnTo>
                    <a:pt x="2176" y="0"/>
                  </a:lnTo>
                  <a:lnTo>
                    <a:pt x="2804" y="0"/>
                  </a:lnTo>
                  <a:lnTo>
                    <a:pt x="3189" y="326"/>
                  </a:lnTo>
                  <a:lnTo>
                    <a:pt x="3587" y="833"/>
                  </a:lnTo>
                  <a:lnTo>
                    <a:pt x="3793" y="1936"/>
                  </a:lnTo>
                  <a:lnTo>
                    <a:pt x="3730" y="3172"/>
                  </a:lnTo>
                  <a:lnTo>
                    <a:pt x="4121" y="3770"/>
                  </a:lnTo>
                  <a:lnTo>
                    <a:pt x="4218" y="4986"/>
                  </a:lnTo>
                  <a:lnTo>
                    <a:pt x="3788" y="5650"/>
                  </a:lnTo>
                  <a:lnTo>
                    <a:pt x="3762" y="7082"/>
                  </a:lnTo>
                  <a:lnTo>
                    <a:pt x="3571" y="7961"/>
                  </a:lnTo>
                  <a:lnTo>
                    <a:pt x="2332" y="6398"/>
                  </a:lnTo>
                  <a:lnTo>
                    <a:pt x="1310" y="5588"/>
                  </a:lnTo>
                  <a:lnTo>
                    <a:pt x="392" y="5909"/>
                  </a:lnTo>
                  <a:lnTo>
                    <a:pt x="58" y="4990"/>
                  </a:lnTo>
                  <a:lnTo>
                    <a:pt x="0" y="4042"/>
                  </a:lnTo>
                  <a:lnTo>
                    <a:pt x="1059" y="23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4"/>
            <p:cNvSpPr/>
            <p:nvPr/>
          </p:nvSpPr>
          <p:spPr>
            <a:xfrm>
              <a:off x="3527055" y="5199174"/>
              <a:ext cx="5639" cy="6449"/>
            </a:xfrm>
            <a:custGeom>
              <a:avLst/>
              <a:pathLst>
                <a:path w="5639" h="6449">
                  <a:moveTo>
                    <a:pt x="4386" y="5046"/>
                  </a:moveTo>
                  <a:lnTo>
                    <a:pt x="3238" y="6449"/>
                  </a:lnTo>
                  <a:lnTo>
                    <a:pt x="2057" y="6437"/>
                  </a:lnTo>
                  <a:lnTo>
                    <a:pt x="1558" y="5332"/>
                  </a:lnTo>
                  <a:lnTo>
                    <a:pt x="818" y="1878"/>
                  </a:lnTo>
                  <a:lnTo>
                    <a:pt x="329" y="1630"/>
                  </a:lnTo>
                  <a:lnTo>
                    <a:pt x="26" y="681"/>
                  </a:lnTo>
                  <a:lnTo>
                    <a:pt x="0" y="279"/>
                  </a:lnTo>
                  <a:lnTo>
                    <a:pt x="520" y="0"/>
                  </a:lnTo>
                  <a:lnTo>
                    <a:pt x="1316" y="992"/>
                  </a:lnTo>
                  <a:lnTo>
                    <a:pt x="3216" y="1797"/>
                  </a:lnTo>
                  <a:lnTo>
                    <a:pt x="4615" y="3690"/>
                  </a:lnTo>
                  <a:lnTo>
                    <a:pt x="5639" y="4328"/>
                  </a:lnTo>
                  <a:lnTo>
                    <a:pt x="5229" y="48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5"/>
            <p:cNvSpPr/>
            <p:nvPr/>
          </p:nvSpPr>
          <p:spPr>
            <a:xfrm>
              <a:off x="1963740" y="3160571"/>
              <a:ext cx="59653" cy="89974"/>
            </a:xfrm>
            <a:custGeom>
              <a:avLst/>
              <a:pathLst>
                <a:path w="59653" h="89974">
                  <a:moveTo>
                    <a:pt x="59653" y="30468"/>
                  </a:moveTo>
                  <a:lnTo>
                    <a:pt x="57177" y="30025"/>
                  </a:lnTo>
                  <a:lnTo>
                    <a:pt x="56009" y="30942"/>
                  </a:lnTo>
                  <a:lnTo>
                    <a:pt x="55498" y="32994"/>
                  </a:lnTo>
                  <a:lnTo>
                    <a:pt x="55058" y="33915"/>
                  </a:lnTo>
                  <a:lnTo>
                    <a:pt x="54691" y="33704"/>
                  </a:lnTo>
                  <a:lnTo>
                    <a:pt x="53948" y="34510"/>
                  </a:lnTo>
                  <a:lnTo>
                    <a:pt x="52830" y="36336"/>
                  </a:lnTo>
                  <a:lnTo>
                    <a:pt x="51820" y="37027"/>
                  </a:lnTo>
                  <a:lnTo>
                    <a:pt x="50921" y="36584"/>
                  </a:lnTo>
                  <a:lnTo>
                    <a:pt x="50660" y="37032"/>
                  </a:lnTo>
                  <a:lnTo>
                    <a:pt x="50590" y="37631"/>
                  </a:lnTo>
                  <a:lnTo>
                    <a:pt x="50454" y="38211"/>
                  </a:lnTo>
                  <a:lnTo>
                    <a:pt x="50104" y="38524"/>
                  </a:lnTo>
                  <a:lnTo>
                    <a:pt x="49704" y="38358"/>
                  </a:lnTo>
                  <a:lnTo>
                    <a:pt x="49254" y="37713"/>
                  </a:lnTo>
                  <a:lnTo>
                    <a:pt x="49016" y="37989"/>
                  </a:lnTo>
                  <a:lnTo>
                    <a:pt x="48990" y="39182"/>
                  </a:lnTo>
                  <a:lnTo>
                    <a:pt x="48747" y="39501"/>
                  </a:lnTo>
                  <a:lnTo>
                    <a:pt x="48287" y="38940"/>
                  </a:lnTo>
                  <a:lnTo>
                    <a:pt x="47769" y="39371"/>
                  </a:lnTo>
                  <a:lnTo>
                    <a:pt x="47193" y="40791"/>
                  </a:lnTo>
                  <a:lnTo>
                    <a:pt x="46385" y="41095"/>
                  </a:lnTo>
                  <a:lnTo>
                    <a:pt x="45344" y="40277"/>
                  </a:lnTo>
                  <a:lnTo>
                    <a:pt x="44538" y="38732"/>
                  </a:lnTo>
                  <a:lnTo>
                    <a:pt x="43967" y="36457"/>
                  </a:lnTo>
                  <a:lnTo>
                    <a:pt x="43282" y="35884"/>
                  </a:lnTo>
                  <a:lnTo>
                    <a:pt x="42083" y="37578"/>
                  </a:lnTo>
                  <a:lnTo>
                    <a:pt x="41581" y="39555"/>
                  </a:lnTo>
                  <a:lnTo>
                    <a:pt x="41472" y="40761"/>
                  </a:lnTo>
                  <a:lnTo>
                    <a:pt x="41589" y="41856"/>
                  </a:lnTo>
                  <a:lnTo>
                    <a:pt x="41369" y="42586"/>
                  </a:lnTo>
                  <a:lnTo>
                    <a:pt x="40812" y="42951"/>
                  </a:lnTo>
                  <a:lnTo>
                    <a:pt x="40389" y="44294"/>
                  </a:lnTo>
                  <a:lnTo>
                    <a:pt x="40099" y="46614"/>
                  </a:lnTo>
                  <a:lnTo>
                    <a:pt x="40041" y="48406"/>
                  </a:lnTo>
                  <a:lnTo>
                    <a:pt x="40214" y="49667"/>
                  </a:lnTo>
                  <a:lnTo>
                    <a:pt x="39937" y="50598"/>
                  </a:lnTo>
                  <a:lnTo>
                    <a:pt x="39208" y="51194"/>
                  </a:lnTo>
                  <a:lnTo>
                    <a:pt x="38347" y="53196"/>
                  </a:lnTo>
                  <a:lnTo>
                    <a:pt x="37354" y="56600"/>
                  </a:lnTo>
                  <a:lnTo>
                    <a:pt x="36366" y="58978"/>
                  </a:lnTo>
                  <a:lnTo>
                    <a:pt x="35384" y="60327"/>
                  </a:lnTo>
                  <a:lnTo>
                    <a:pt x="34911" y="61826"/>
                  </a:lnTo>
                  <a:lnTo>
                    <a:pt x="34944" y="63474"/>
                  </a:lnTo>
                  <a:lnTo>
                    <a:pt x="34884" y="63987"/>
                  </a:lnTo>
                  <a:lnTo>
                    <a:pt x="34697" y="64184"/>
                  </a:lnTo>
                  <a:lnTo>
                    <a:pt x="34377" y="64409"/>
                  </a:lnTo>
                  <a:lnTo>
                    <a:pt x="32482" y="60826"/>
                  </a:lnTo>
                  <a:lnTo>
                    <a:pt x="31938" y="58330"/>
                  </a:lnTo>
                  <a:lnTo>
                    <a:pt x="31468" y="58712"/>
                  </a:lnTo>
                  <a:lnTo>
                    <a:pt x="30873" y="59972"/>
                  </a:lnTo>
                  <a:lnTo>
                    <a:pt x="30036" y="62783"/>
                  </a:lnTo>
                  <a:lnTo>
                    <a:pt x="29137" y="66606"/>
                  </a:lnTo>
                  <a:lnTo>
                    <a:pt x="28702" y="67032"/>
                  </a:lnTo>
                  <a:lnTo>
                    <a:pt x="26460" y="66465"/>
                  </a:lnTo>
                  <a:lnTo>
                    <a:pt x="25273" y="66801"/>
                  </a:lnTo>
                  <a:lnTo>
                    <a:pt x="25030" y="67313"/>
                  </a:lnTo>
                  <a:lnTo>
                    <a:pt x="24918" y="68714"/>
                  </a:lnTo>
                  <a:lnTo>
                    <a:pt x="24986" y="70590"/>
                  </a:lnTo>
                  <a:lnTo>
                    <a:pt x="25312" y="77328"/>
                  </a:lnTo>
                  <a:lnTo>
                    <a:pt x="25494" y="80101"/>
                  </a:lnTo>
                  <a:lnTo>
                    <a:pt x="25315" y="80958"/>
                  </a:lnTo>
                  <a:lnTo>
                    <a:pt x="24711" y="81093"/>
                  </a:lnTo>
                  <a:lnTo>
                    <a:pt x="23928" y="81486"/>
                  </a:lnTo>
                  <a:lnTo>
                    <a:pt x="23499" y="82754"/>
                  </a:lnTo>
                  <a:lnTo>
                    <a:pt x="23397" y="84060"/>
                  </a:lnTo>
                  <a:lnTo>
                    <a:pt x="23355" y="85888"/>
                  </a:lnTo>
                  <a:lnTo>
                    <a:pt x="23108" y="87774"/>
                  </a:lnTo>
                  <a:lnTo>
                    <a:pt x="22623" y="89130"/>
                  </a:lnTo>
                  <a:lnTo>
                    <a:pt x="22144" y="89613"/>
                  </a:lnTo>
                  <a:lnTo>
                    <a:pt x="19470" y="89974"/>
                  </a:lnTo>
                  <a:lnTo>
                    <a:pt x="19516" y="86858"/>
                  </a:lnTo>
                  <a:lnTo>
                    <a:pt x="18744" y="85595"/>
                  </a:lnTo>
                  <a:lnTo>
                    <a:pt x="18305" y="82995"/>
                  </a:lnTo>
                  <a:lnTo>
                    <a:pt x="17921" y="81238"/>
                  </a:lnTo>
                  <a:lnTo>
                    <a:pt x="18049" y="80183"/>
                  </a:lnTo>
                  <a:lnTo>
                    <a:pt x="18011" y="78932"/>
                  </a:lnTo>
                  <a:lnTo>
                    <a:pt x="16923" y="77967"/>
                  </a:lnTo>
                  <a:lnTo>
                    <a:pt x="15903" y="78721"/>
                  </a:lnTo>
                  <a:lnTo>
                    <a:pt x="15316" y="78231"/>
                  </a:lnTo>
                  <a:lnTo>
                    <a:pt x="14885" y="77566"/>
                  </a:lnTo>
                  <a:lnTo>
                    <a:pt x="15627" y="76023"/>
                  </a:lnTo>
                  <a:lnTo>
                    <a:pt x="15679" y="75086"/>
                  </a:lnTo>
                  <a:lnTo>
                    <a:pt x="15441" y="74409"/>
                  </a:lnTo>
                  <a:lnTo>
                    <a:pt x="15196" y="73954"/>
                  </a:lnTo>
                  <a:lnTo>
                    <a:pt x="15270" y="72213"/>
                  </a:lnTo>
                  <a:lnTo>
                    <a:pt x="15420" y="70155"/>
                  </a:lnTo>
                  <a:lnTo>
                    <a:pt x="15836" y="65346"/>
                  </a:lnTo>
                  <a:lnTo>
                    <a:pt x="15681" y="64508"/>
                  </a:lnTo>
                  <a:lnTo>
                    <a:pt x="15000" y="63062"/>
                  </a:lnTo>
                  <a:lnTo>
                    <a:pt x="14137" y="62915"/>
                  </a:lnTo>
                  <a:lnTo>
                    <a:pt x="13185" y="63368"/>
                  </a:lnTo>
                  <a:lnTo>
                    <a:pt x="12727" y="62630"/>
                  </a:lnTo>
                  <a:lnTo>
                    <a:pt x="12325" y="60976"/>
                  </a:lnTo>
                  <a:lnTo>
                    <a:pt x="11647" y="60185"/>
                  </a:lnTo>
                  <a:lnTo>
                    <a:pt x="10444" y="61506"/>
                  </a:lnTo>
                  <a:lnTo>
                    <a:pt x="9172" y="63494"/>
                  </a:lnTo>
                  <a:lnTo>
                    <a:pt x="8781" y="64215"/>
                  </a:lnTo>
                  <a:lnTo>
                    <a:pt x="8459" y="64119"/>
                  </a:lnTo>
                  <a:lnTo>
                    <a:pt x="8315" y="62633"/>
                  </a:lnTo>
                  <a:lnTo>
                    <a:pt x="8250" y="60869"/>
                  </a:lnTo>
                  <a:lnTo>
                    <a:pt x="8172" y="60434"/>
                  </a:lnTo>
                  <a:lnTo>
                    <a:pt x="7493" y="59807"/>
                  </a:lnTo>
                  <a:lnTo>
                    <a:pt x="6700" y="59353"/>
                  </a:lnTo>
                  <a:lnTo>
                    <a:pt x="6296" y="58864"/>
                  </a:lnTo>
                  <a:lnTo>
                    <a:pt x="5914" y="57676"/>
                  </a:lnTo>
                  <a:lnTo>
                    <a:pt x="4966" y="56125"/>
                  </a:lnTo>
                  <a:lnTo>
                    <a:pt x="4751" y="54975"/>
                  </a:lnTo>
                  <a:lnTo>
                    <a:pt x="3484" y="52344"/>
                  </a:lnTo>
                  <a:lnTo>
                    <a:pt x="3227" y="51037"/>
                  </a:lnTo>
                  <a:lnTo>
                    <a:pt x="2936" y="50086"/>
                  </a:lnTo>
                  <a:lnTo>
                    <a:pt x="2327" y="48872"/>
                  </a:lnTo>
                  <a:lnTo>
                    <a:pt x="1850" y="49165"/>
                  </a:lnTo>
                  <a:lnTo>
                    <a:pt x="243" y="47656"/>
                  </a:lnTo>
                  <a:lnTo>
                    <a:pt x="0" y="47519"/>
                  </a:lnTo>
                  <a:lnTo>
                    <a:pt x="222" y="46197"/>
                  </a:lnTo>
                  <a:lnTo>
                    <a:pt x="729" y="44151"/>
                  </a:lnTo>
                  <a:lnTo>
                    <a:pt x="1834" y="41879"/>
                  </a:lnTo>
                  <a:lnTo>
                    <a:pt x="1926" y="40036"/>
                  </a:lnTo>
                  <a:lnTo>
                    <a:pt x="1637" y="36506"/>
                  </a:lnTo>
                  <a:lnTo>
                    <a:pt x="1348" y="34220"/>
                  </a:lnTo>
                  <a:lnTo>
                    <a:pt x="1504" y="33200"/>
                  </a:lnTo>
                  <a:lnTo>
                    <a:pt x="1848" y="29084"/>
                  </a:lnTo>
                  <a:lnTo>
                    <a:pt x="2115" y="28126"/>
                  </a:lnTo>
                  <a:lnTo>
                    <a:pt x="3712" y="26047"/>
                  </a:lnTo>
                  <a:lnTo>
                    <a:pt x="3860" y="25758"/>
                  </a:lnTo>
                  <a:lnTo>
                    <a:pt x="5120" y="22845"/>
                  </a:lnTo>
                  <a:lnTo>
                    <a:pt x="6519" y="19610"/>
                  </a:lnTo>
                  <a:lnTo>
                    <a:pt x="7972" y="16044"/>
                  </a:lnTo>
                  <a:lnTo>
                    <a:pt x="9594" y="12060"/>
                  </a:lnTo>
                  <a:lnTo>
                    <a:pt x="10490" y="9730"/>
                  </a:lnTo>
                  <a:lnTo>
                    <a:pt x="10904" y="8721"/>
                  </a:lnTo>
                  <a:lnTo>
                    <a:pt x="11839" y="9548"/>
                  </a:lnTo>
                  <a:lnTo>
                    <a:pt x="12574" y="7662"/>
                  </a:lnTo>
                  <a:lnTo>
                    <a:pt x="12999" y="7032"/>
                  </a:lnTo>
                  <a:lnTo>
                    <a:pt x="13993" y="4774"/>
                  </a:lnTo>
                  <a:lnTo>
                    <a:pt x="14301" y="4279"/>
                  </a:lnTo>
                  <a:lnTo>
                    <a:pt x="15965" y="3354"/>
                  </a:lnTo>
                  <a:lnTo>
                    <a:pt x="16770" y="3377"/>
                  </a:lnTo>
                  <a:lnTo>
                    <a:pt x="17473" y="5667"/>
                  </a:lnTo>
                  <a:lnTo>
                    <a:pt x="18032" y="6914"/>
                  </a:lnTo>
                  <a:lnTo>
                    <a:pt x="19084" y="5841"/>
                  </a:lnTo>
                  <a:lnTo>
                    <a:pt x="19964" y="5606"/>
                  </a:lnTo>
                  <a:lnTo>
                    <a:pt x="23605" y="7736"/>
                  </a:lnTo>
                  <a:lnTo>
                    <a:pt x="25049" y="6794"/>
                  </a:lnTo>
                  <a:lnTo>
                    <a:pt x="27704" y="6592"/>
                  </a:lnTo>
                  <a:lnTo>
                    <a:pt x="28898" y="7120"/>
                  </a:lnTo>
                  <a:lnTo>
                    <a:pt x="30584" y="4107"/>
                  </a:lnTo>
                  <a:lnTo>
                    <a:pt x="31667" y="3501"/>
                  </a:lnTo>
                  <a:lnTo>
                    <a:pt x="32939" y="2090"/>
                  </a:lnTo>
                  <a:lnTo>
                    <a:pt x="32769" y="647"/>
                  </a:lnTo>
                  <a:lnTo>
                    <a:pt x="32464" y="0"/>
                  </a:lnTo>
                  <a:lnTo>
                    <a:pt x="34403" y="630"/>
                  </a:lnTo>
                  <a:lnTo>
                    <a:pt x="37290" y="3683"/>
                  </a:lnTo>
                  <a:lnTo>
                    <a:pt x="40367" y="3132"/>
                  </a:lnTo>
                  <a:lnTo>
                    <a:pt x="41476" y="1483"/>
                  </a:lnTo>
                  <a:lnTo>
                    <a:pt x="42193" y="1012"/>
                  </a:lnTo>
                  <a:lnTo>
                    <a:pt x="45342" y="4153"/>
                  </a:lnTo>
                  <a:lnTo>
                    <a:pt x="46173" y="6564"/>
                  </a:lnTo>
                  <a:lnTo>
                    <a:pt x="46821" y="6802"/>
                  </a:lnTo>
                  <a:lnTo>
                    <a:pt x="47323" y="6251"/>
                  </a:lnTo>
                  <a:lnTo>
                    <a:pt x="47459" y="5752"/>
                  </a:lnTo>
                  <a:lnTo>
                    <a:pt x="46839" y="5227"/>
                  </a:lnTo>
                  <a:lnTo>
                    <a:pt x="46558" y="4474"/>
                  </a:lnTo>
                  <a:lnTo>
                    <a:pt x="49040" y="5955"/>
                  </a:lnTo>
                  <a:lnTo>
                    <a:pt x="53712" y="17354"/>
                  </a:lnTo>
                  <a:lnTo>
                    <a:pt x="53810" y="18282"/>
                  </a:lnTo>
                  <a:lnTo>
                    <a:pt x="51815" y="14908"/>
                  </a:lnTo>
                  <a:lnTo>
                    <a:pt x="50758" y="15166"/>
                  </a:lnTo>
                  <a:lnTo>
                    <a:pt x="50483" y="15712"/>
                  </a:lnTo>
                  <a:lnTo>
                    <a:pt x="50543" y="17553"/>
                  </a:lnTo>
                  <a:lnTo>
                    <a:pt x="50640" y="18416"/>
                  </a:lnTo>
                  <a:lnTo>
                    <a:pt x="51093" y="18514"/>
                  </a:lnTo>
                  <a:lnTo>
                    <a:pt x="51427" y="18017"/>
                  </a:lnTo>
                  <a:lnTo>
                    <a:pt x="52251" y="18619"/>
                  </a:lnTo>
                  <a:lnTo>
                    <a:pt x="52797" y="19840"/>
                  </a:lnTo>
                  <a:lnTo>
                    <a:pt x="53460" y="21715"/>
                  </a:lnTo>
                  <a:lnTo>
                    <a:pt x="53857" y="23751"/>
                  </a:lnTo>
                  <a:lnTo>
                    <a:pt x="54285" y="23784"/>
                  </a:lnTo>
                  <a:lnTo>
                    <a:pt x="54705" y="22558"/>
                  </a:lnTo>
                  <a:lnTo>
                    <a:pt x="55499" y="22409"/>
                  </a:lnTo>
                  <a:lnTo>
                    <a:pt x="56015" y="23780"/>
                  </a:lnTo>
                  <a:lnTo>
                    <a:pt x="56380" y="23699"/>
                  </a:lnTo>
                  <a:lnTo>
                    <a:pt x="55870" y="21576"/>
                  </a:lnTo>
                  <a:lnTo>
                    <a:pt x="54667" y="19465"/>
                  </a:lnTo>
                  <a:lnTo>
                    <a:pt x="54953" y="19377"/>
                  </a:lnTo>
                  <a:lnTo>
                    <a:pt x="57618" y="23171"/>
                  </a:lnTo>
                  <a:lnTo>
                    <a:pt x="58371" y="27931"/>
                  </a:lnTo>
                  <a:lnTo>
                    <a:pt x="58999" y="2901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6"/>
            <p:cNvSpPr/>
            <p:nvPr/>
          </p:nvSpPr>
          <p:spPr>
            <a:xfrm>
              <a:off x="1990007" y="3148307"/>
              <a:ext cx="3604" cy="4106"/>
            </a:xfrm>
            <a:custGeom>
              <a:avLst/>
              <a:pathLst>
                <a:path w="3604" h="4106">
                  <a:moveTo>
                    <a:pt x="2023" y="1797"/>
                  </a:moveTo>
                  <a:lnTo>
                    <a:pt x="482" y="4106"/>
                  </a:lnTo>
                  <a:lnTo>
                    <a:pt x="0" y="4061"/>
                  </a:lnTo>
                  <a:lnTo>
                    <a:pt x="706" y="2278"/>
                  </a:lnTo>
                  <a:lnTo>
                    <a:pt x="1847" y="748"/>
                  </a:lnTo>
                  <a:lnTo>
                    <a:pt x="2812" y="0"/>
                  </a:lnTo>
                  <a:lnTo>
                    <a:pt x="3604" y="32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7"/>
            <p:cNvSpPr/>
            <p:nvPr/>
          </p:nvSpPr>
          <p:spPr>
            <a:xfrm>
              <a:off x="1996442" y="3146098"/>
              <a:ext cx="1222" cy="3260"/>
            </a:xfrm>
            <a:custGeom>
              <a:avLst/>
              <a:pathLst>
                <a:path w="1222" h="3260">
                  <a:moveTo>
                    <a:pt x="865" y="1549"/>
                  </a:moveTo>
                  <a:lnTo>
                    <a:pt x="132" y="3260"/>
                  </a:lnTo>
                  <a:lnTo>
                    <a:pt x="0" y="2490"/>
                  </a:lnTo>
                  <a:lnTo>
                    <a:pt x="353" y="906"/>
                  </a:lnTo>
                  <a:lnTo>
                    <a:pt x="795" y="0"/>
                  </a:lnTo>
                  <a:lnTo>
                    <a:pt x="1222" y="90"/>
                  </a:lnTo>
                  <a:lnTo>
                    <a:pt x="1120" y="77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8"/>
            <p:cNvSpPr/>
            <p:nvPr/>
          </p:nvSpPr>
          <p:spPr>
            <a:xfrm>
              <a:off x="2989583" y="2369359"/>
              <a:ext cx="3846" cy="2956"/>
            </a:xfrm>
            <a:custGeom>
              <a:avLst/>
              <a:pathLst>
                <a:path w="3846" h="2956">
                  <a:moveTo>
                    <a:pt x="2534" y="926"/>
                  </a:moveTo>
                  <a:lnTo>
                    <a:pt x="3846" y="2956"/>
                  </a:lnTo>
                  <a:lnTo>
                    <a:pt x="0" y="295"/>
                  </a:lnTo>
                  <a:lnTo>
                    <a:pt x="436" y="51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79"/>
            <p:cNvSpPr/>
            <p:nvPr/>
          </p:nvSpPr>
          <p:spPr>
            <a:xfrm>
              <a:off x="2982917" y="2363562"/>
              <a:ext cx="5168" cy="2986"/>
            </a:xfrm>
            <a:custGeom>
              <a:avLst/>
              <a:pathLst>
                <a:path w="5168" h="2986">
                  <a:moveTo>
                    <a:pt x="0" y="0"/>
                  </a:moveTo>
                  <a:lnTo>
                    <a:pt x="1777" y="825"/>
                  </a:lnTo>
                  <a:lnTo>
                    <a:pt x="3080" y="445"/>
                  </a:lnTo>
                  <a:lnTo>
                    <a:pt x="4258" y="952"/>
                  </a:lnTo>
                  <a:lnTo>
                    <a:pt x="4990" y="1890"/>
                  </a:lnTo>
                  <a:lnTo>
                    <a:pt x="5168" y="2350"/>
                  </a:lnTo>
                  <a:lnTo>
                    <a:pt x="4217" y="2413"/>
                  </a:lnTo>
                  <a:lnTo>
                    <a:pt x="3142" y="2032"/>
                  </a:lnTo>
                  <a:lnTo>
                    <a:pt x="1922" y="2986"/>
                  </a:lnTo>
                  <a:lnTo>
                    <a:pt x="847" y="2477"/>
                  </a:lnTo>
                  <a:lnTo>
                    <a:pt x="439" y="1858"/>
                  </a:lnTo>
                  <a:lnTo>
                    <a:pt x="150" y="10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0"/>
            <p:cNvSpPr/>
            <p:nvPr/>
          </p:nvSpPr>
          <p:spPr>
            <a:xfrm>
              <a:off x="2986711" y="2362696"/>
              <a:ext cx="14151" cy="17521"/>
            </a:xfrm>
            <a:custGeom>
              <a:avLst/>
              <a:pathLst>
                <a:path w="14151" h="17521">
                  <a:moveTo>
                    <a:pt x="5981" y="3804"/>
                  </a:moveTo>
                  <a:lnTo>
                    <a:pt x="6679" y="3262"/>
                  </a:lnTo>
                  <a:lnTo>
                    <a:pt x="7273" y="3653"/>
                  </a:lnTo>
                  <a:lnTo>
                    <a:pt x="7651" y="5342"/>
                  </a:lnTo>
                  <a:lnTo>
                    <a:pt x="8396" y="6455"/>
                  </a:lnTo>
                  <a:lnTo>
                    <a:pt x="9605" y="8410"/>
                  </a:lnTo>
                  <a:lnTo>
                    <a:pt x="10368" y="9907"/>
                  </a:lnTo>
                  <a:lnTo>
                    <a:pt x="12099" y="12601"/>
                  </a:lnTo>
                  <a:lnTo>
                    <a:pt x="12509" y="12978"/>
                  </a:lnTo>
                  <a:lnTo>
                    <a:pt x="13371" y="13774"/>
                  </a:lnTo>
                  <a:lnTo>
                    <a:pt x="13388" y="14861"/>
                  </a:lnTo>
                  <a:lnTo>
                    <a:pt x="13759" y="16097"/>
                  </a:lnTo>
                  <a:lnTo>
                    <a:pt x="14151" y="17521"/>
                  </a:lnTo>
                  <a:lnTo>
                    <a:pt x="12378" y="14715"/>
                  </a:lnTo>
                  <a:lnTo>
                    <a:pt x="10721" y="11578"/>
                  </a:lnTo>
                  <a:lnTo>
                    <a:pt x="7483" y="6750"/>
                  </a:lnTo>
                  <a:lnTo>
                    <a:pt x="5187" y="5576"/>
                  </a:lnTo>
                  <a:lnTo>
                    <a:pt x="2045" y="1696"/>
                  </a:lnTo>
                  <a:lnTo>
                    <a:pt x="0" y="324"/>
                  </a:lnTo>
                  <a:lnTo>
                    <a:pt x="779" y="8"/>
                  </a:lnTo>
                  <a:lnTo>
                    <a:pt x="1676" y="0"/>
                  </a:lnTo>
                  <a:lnTo>
                    <a:pt x="6520" y="517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1"/>
            <p:cNvSpPr/>
            <p:nvPr/>
          </p:nvSpPr>
          <p:spPr>
            <a:xfrm>
              <a:off x="2980280" y="2356687"/>
              <a:ext cx="7859" cy="3363"/>
            </a:xfrm>
            <a:custGeom>
              <a:avLst/>
              <a:pathLst>
                <a:path w="7859" h="3363">
                  <a:moveTo>
                    <a:pt x="7859" y="3057"/>
                  </a:moveTo>
                  <a:lnTo>
                    <a:pt x="7187" y="3363"/>
                  </a:lnTo>
                  <a:lnTo>
                    <a:pt x="2910" y="3135"/>
                  </a:lnTo>
                  <a:lnTo>
                    <a:pt x="1666" y="2522"/>
                  </a:lnTo>
                  <a:lnTo>
                    <a:pt x="282" y="942"/>
                  </a:lnTo>
                  <a:lnTo>
                    <a:pt x="0" y="457"/>
                  </a:lnTo>
                  <a:lnTo>
                    <a:pt x="1393" y="0"/>
                  </a:lnTo>
                  <a:lnTo>
                    <a:pt x="2686" y="457"/>
                  </a:lnTo>
                  <a:lnTo>
                    <a:pt x="3084" y="1604"/>
                  </a:lnTo>
                  <a:lnTo>
                    <a:pt x="6582" y="252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2"/>
            <p:cNvSpPr/>
            <p:nvPr/>
          </p:nvSpPr>
          <p:spPr>
            <a:xfrm>
              <a:off x="2980729" y="2352024"/>
              <a:ext cx="4500" cy="3516"/>
            </a:xfrm>
            <a:custGeom>
              <a:avLst/>
              <a:pathLst>
                <a:path w="4500" h="3516">
                  <a:moveTo>
                    <a:pt x="3481" y="3439"/>
                  </a:moveTo>
                  <a:lnTo>
                    <a:pt x="1964" y="3516"/>
                  </a:lnTo>
                  <a:lnTo>
                    <a:pt x="645" y="2980"/>
                  </a:lnTo>
                  <a:lnTo>
                    <a:pt x="0" y="2063"/>
                  </a:lnTo>
                  <a:lnTo>
                    <a:pt x="47" y="1289"/>
                  </a:lnTo>
                  <a:lnTo>
                    <a:pt x="247" y="0"/>
                  </a:lnTo>
                  <a:lnTo>
                    <a:pt x="1715" y="152"/>
                  </a:lnTo>
                  <a:lnTo>
                    <a:pt x="3953" y="1070"/>
                  </a:lnTo>
                  <a:lnTo>
                    <a:pt x="4500" y="2139"/>
                  </a:lnTo>
                  <a:lnTo>
                    <a:pt x="4330" y="263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3"/>
            <p:cNvSpPr/>
            <p:nvPr/>
          </p:nvSpPr>
          <p:spPr>
            <a:xfrm>
              <a:off x="2969643" y="2333595"/>
              <a:ext cx="1607" cy="3286"/>
            </a:xfrm>
            <a:custGeom>
              <a:avLst/>
              <a:pathLst>
                <a:path w="1607" h="3286">
                  <a:moveTo>
                    <a:pt x="974" y="1090"/>
                  </a:moveTo>
                  <a:lnTo>
                    <a:pt x="1607" y="3286"/>
                  </a:lnTo>
                  <a:lnTo>
                    <a:pt x="1001" y="2835"/>
                  </a:lnTo>
                  <a:lnTo>
                    <a:pt x="370" y="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4"/>
            <p:cNvSpPr/>
            <p:nvPr/>
          </p:nvSpPr>
          <p:spPr>
            <a:xfrm>
              <a:off x="2967680" y="2329253"/>
              <a:ext cx="1738" cy="3859"/>
            </a:xfrm>
            <a:custGeom>
              <a:avLst/>
              <a:pathLst>
                <a:path w="1738" h="3859">
                  <a:moveTo>
                    <a:pt x="1588" y="2817"/>
                  </a:moveTo>
                  <a:lnTo>
                    <a:pt x="1738" y="3859"/>
                  </a:lnTo>
                  <a:lnTo>
                    <a:pt x="538" y="1901"/>
                  </a:lnTo>
                  <a:lnTo>
                    <a:pt x="84" y="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5"/>
            <p:cNvSpPr/>
            <p:nvPr/>
          </p:nvSpPr>
          <p:spPr>
            <a:xfrm>
              <a:off x="2965750" y="2328949"/>
              <a:ext cx="3249" cy="7984"/>
            </a:xfrm>
            <a:custGeom>
              <a:avLst/>
              <a:pathLst>
                <a:path w="3249" h="7984">
                  <a:moveTo>
                    <a:pt x="3112" y="7257"/>
                  </a:moveTo>
                  <a:lnTo>
                    <a:pt x="3249" y="7690"/>
                  </a:lnTo>
                  <a:lnTo>
                    <a:pt x="3236" y="7984"/>
                  </a:lnTo>
                  <a:lnTo>
                    <a:pt x="2737" y="7569"/>
                  </a:lnTo>
                  <a:lnTo>
                    <a:pt x="2603" y="7703"/>
                  </a:lnTo>
                  <a:lnTo>
                    <a:pt x="252" y="1253"/>
                  </a:lnTo>
                  <a:lnTo>
                    <a:pt x="0" y="0"/>
                  </a:lnTo>
                  <a:lnTo>
                    <a:pt x="841" y="150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6"/>
            <p:cNvSpPr/>
            <p:nvPr/>
          </p:nvSpPr>
          <p:spPr>
            <a:xfrm>
              <a:off x="2964566" y="2313306"/>
              <a:ext cx="4788" cy="11470"/>
            </a:xfrm>
            <a:custGeom>
              <a:avLst/>
              <a:pathLst>
                <a:path w="4788" h="11470">
                  <a:moveTo>
                    <a:pt x="4293" y="10685"/>
                  </a:moveTo>
                  <a:lnTo>
                    <a:pt x="4044" y="11470"/>
                  </a:lnTo>
                  <a:lnTo>
                    <a:pt x="3422" y="10023"/>
                  </a:lnTo>
                  <a:lnTo>
                    <a:pt x="2852" y="8993"/>
                  </a:lnTo>
                  <a:lnTo>
                    <a:pt x="2443" y="7772"/>
                  </a:lnTo>
                  <a:lnTo>
                    <a:pt x="1642" y="6250"/>
                  </a:lnTo>
                  <a:lnTo>
                    <a:pt x="1372" y="4510"/>
                  </a:lnTo>
                  <a:lnTo>
                    <a:pt x="178" y="963"/>
                  </a:lnTo>
                  <a:lnTo>
                    <a:pt x="0" y="0"/>
                  </a:lnTo>
                  <a:lnTo>
                    <a:pt x="595" y="1438"/>
                  </a:lnTo>
                  <a:lnTo>
                    <a:pt x="1090" y="2337"/>
                  </a:lnTo>
                  <a:lnTo>
                    <a:pt x="1501" y="2556"/>
                  </a:lnTo>
                  <a:lnTo>
                    <a:pt x="2543" y="4820"/>
                  </a:lnTo>
                  <a:lnTo>
                    <a:pt x="3567" y="7730"/>
                  </a:lnTo>
                  <a:lnTo>
                    <a:pt x="4788" y="10258"/>
                  </a:lnTo>
                  <a:lnTo>
                    <a:pt x="4534" y="1033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7"/>
            <p:cNvSpPr/>
            <p:nvPr/>
          </p:nvSpPr>
          <p:spPr>
            <a:xfrm>
              <a:off x="2963782" y="2308850"/>
              <a:ext cx="1887" cy="3938"/>
            </a:xfrm>
            <a:custGeom>
              <a:avLst/>
              <a:pathLst>
                <a:path w="1887" h="3938">
                  <a:moveTo>
                    <a:pt x="1644" y="2635"/>
                  </a:moveTo>
                  <a:lnTo>
                    <a:pt x="1887" y="3938"/>
                  </a:lnTo>
                  <a:lnTo>
                    <a:pt x="982" y="2763"/>
                  </a:lnTo>
                  <a:lnTo>
                    <a:pt x="171" y="2312"/>
                  </a:lnTo>
                  <a:lnTo>
                    <a:pt x="0" y="1428"/>
                  </a:lnTo>
                  <a:lnTo>
                    <a:pt x="116" y="702"/>
                  </a:lnTo>
                  <a:lnTo>
                    <a:pt x="290" y="0"/>
                  </a:lnTo>
                  <a:lnTo>
                    <a:pt x="902" y="98"/>
                  </a:lnTo>
                  <a:lnTo>
                    <a:pt x="994" y="79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8"/>
            <p:cNvSpPr/>
            <p:nvPr/>
          </p:nvSpPr>
          <p:spPr>
            <a:xfrm>
              <a:off x="2960182" y="2299415"/>
              <a:ext cx="1944" cy="16139"/>
            </a:xfrm>
            <a:custGeom>
              <a:avLst/>
              <a:pathLst>
                <a:path w="1944" h="16139">
                  <a:moveTo>
                    <a:pt x="1944" y="14992"/>
                  </a:moveTo>
                  <a:lnTo>
                    <a:pt x="1870" y="16139"/>
                  </a:lnTo>
                  <a:lnTo>
                    <a:pt x="1285" y="14689"/>
                  </a:lnTo>
                  <a:lnTo>
                    <a:pt x="990" y="12089"/>
                  </a:lnTo>
                  <a:lnTo>
                    <a:pt x="255" y="7890"/>
                  </a:lnTo>
                  <a:lnTo>
                    <a:pt x="160" y="6707"/>
                  </a:lnTo>
                  <a:lnTo>
                    <a:pt x="541" y="5540"/>
                  </a:lnTo>
                  <a:lnTo>
                    <a:pt x="521" y="4357"/>
                  </a:lnTo>
                  <a:lnTo>
                    <a:pt x="0" y="673"/>
                  </a:lnTo>
                  <a:lnTo>
                    <a:pt x="436" y="72"/>
                  </a:lnTo>
                  <a:lnTo>
                    <a:pt x="695" y="0"/>
                  </a:lnTo>
                  <a:lnTo>
                    <a:pt x="800" y="2555"/>
                  </a:lnTo>
                  <a:lnTo>
                    <a:pt x="1037" y="4024"/>
                  </a:lnTo>
                  <a:lnTo>
                    <a:pt x="1745" y="5827"/>
                  </a:lnTo>
                  <a:lnTo>
                    <a:pt x="1602" y="8812"/>
                  </a:lnTo>
                  <a:lnTo>
                    <a:pt x="1747" y="13063"/>
                  </a:lnTo>
                  <a:lnTo>
                    <a:pt x="1890" y="1400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89"/>
            <p:cNvSpPr/>
            <p:nvPr/>
          </p:nvSpPr>
          <p:spPr>
            <a:xfrm>
              <a:off x="2961644" y="2297722"/>
              <a:ext cx="3579" cy="7952"/>
            </a:xfrm>
            <a:custGeom>
              <a:avLst/>
              <a:pathLst>
                <a:path w="3579" h="7952">
                  <a:moveTo>
                    <a:pt x="3579" y="7319"/>
                  </a:moveTo>
                  <a:lnTo>
                    <a:pt x="2394" y="7952"/>
                  </a:lnTo>
                  <a:lnTo>
                    <a:pt x="1830" y="6820"/>
                  </a:lnTo>
                  <a:lnTo>
                    <a:pt x="1683" y="5889"/>
                  </a:lnTo>
                  <a:lnTo>
                    <a:pt x="709" y="5595"/>
                  </a:lnTo>
                  <a:lnTo>
                    <a:pt x="120" y="4300"/>
                  </a:lnTo>
                  <a:lnTo>
                    <a:pt x="0" y="3726"/>
                  </a:lnTo>
                  <a:lnTo>
                    <a:pt x="833" y="2302"/>
                  </a:lnTo>
                  <a:lnTo>
                    <a:pt x="1280" y="0"/>
                  </a:lnTo>
                  <a:lnTo>
                    <a:pt x="1846" y="1380"/>
                  </a:lnTo>
                  <a:lnTo>
                    <a:pt x="2531" y="3980"/>
                  </a:lnTo>
                  <a:lnTo>
                    <a:pt x="2896" y="470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0"/>
            <p:cNvSpPr/>
            <p:nvPr/>
          </p:nvSpPr>
          <p:spPr>
            <a:xfrm>
              <a:off x="2952792" y="2259016"/>
              <a:ext cx="56564" cy="106265"/>
            </a:xfrm>
            <a:custGeom>
              <a:avLst/>
              <a:pathLst>
                <a:path w="56564" h="106265">
                  <a:moveTo>
                    <a:pt x="51800" y="17814"/>
                  </a:moveTo>
                  <a:lnTo>
                    <a:pt x="51758" y="18527"/>
                  </a:lnTo>
                  <a:lnTo>
                    <a:pt x="51686" y="19770"/>
                  </a:lnTo>
                  <a:lnTo>
                    <a:pt x="51162" y="20651"/>
                  </a:lnTo>
                  <a:lnTo>
                    <a:pt x="51695" y="22679"/>
                  </a:lnTo>
                  <a:lnTo>
                    <a:pt x="52202" y="25967"/>
                  </a:lnTo>
                  <a:lnTo>
                    <a:pt x="51920" y="27592"/>
                  </a:lnTo>
                  <a:lnTo>
                    <a:pt x="52264" y="28857"/>
                  </a:lnTo>
                  <a:lnTo>
                    <a:pt x="53239" y="29766"/>
                  </a:lnTo>
                  <a:lnTo>
                    <a:pt x="53327" y="30128"/>
                  </a:lnTo>
                  <a:lnTo>
                    <a:pt x="53030" y="30507"/>
                  </a:lnTo>
                  <a:lnTo>
                    <a:pt x="52783" y="31581"/>
                  </a:lnTo>
                  <a:lnTo>
                    <a:pt x="52754" y="33541"/>
                  </a:lnTo>
                  <a:lnTo>
                    <a:pt x="53604" y="35391"/>
                  </a:lnTo>
                  <a:lnTo>
                    <a:pt x="55333" y="37132"/>
                  </a:lnTo>
                  <a:lnTo>
                    <a:pt x="55885" y="37425"/>
                  </a:lnTo>
                  <a:lnTo>
                    <a:pt x="56096" y="38094"/>
                  </a:lnTo>
                  <a:lnTo>
                    <a:pt x="56385" y="38531"/>
                  </a:lnTo>
                  <a:lnTo>
                    <a:pt x="56555" y="39067"/>
                  </a:lnTo>
                  <a:lnTo>
                    <a:pt x="56564" y="39759"/>
                  </a:lnTo>
                  <a:lnTo>
                    <a:pt x="56440" y="40234"/>
                  </a:lnTo>
                  <a:lnTo>
                    <a:pt x="55623" y="40403"/>
                  </a:lnTo>
                  <a:lnTo>
                    <a:pt x="54689" y="40388"/>
                  </a:lnTo>
                  <a:lnTo>
                    <a:pt x="54026" y="39547"/>
                  </a:lnTo>
                  <a:lnTo>
                    <a:pt x="53967" y="40161"/>
                  </a:lnTo>
                  <a:lnTo>
                    <a:pt x="53956" y="40863"/>
                  </a:lnTo>
                  <a:lnTo>
                    <a:pt x="53314" y="41292"/>
                  </a:lnTo>
                  <a:lnTo>
                    <a:pt x="53671" y="46121"/>
                  </a:lnTo>
                  <a:lnTo>
                    <a:pt x="53529" y="47510"/>
                  </a:lnTo>
                  <a:lnTo>
                    <a:pt x="53292" y="47976"/>
                  </a:lnTo>
                  <a:lnTo>
                    <a:pt x="53071" y="47783"/>
                  </a:lnTo>
                  <a:lnTo>
                    <a:pt x="52801" y="47728"/>
                  </a:lnTo>
                  <a:lnTo>
                    <a:pt x="52666" y="48183"/>
                  </a:lnTo>
                  <a:lnTo>
                    <a:pt x="52778" y="49211"/>
                  </a:lnTo>
                  <a:lnTo>
                    <a:pt x="52145" y="49330"/>
                  </a:lnTo>
                  <a:lnTo>
                    <a:pt x="51137" y="48796"/>
                  </a:lnTo>
                  <a:lnTo>
                    <a:pt x="50675" y="47861"/>
                  </a:lnTo>
                  <a:lnTo>
                    <a:pt x="50596" y="46906"/>
                  </a:lnTo>
                  <a:lnTo>
                    <a:pt x="50589" y="46018"/>
                  </a:lnTo>
                  <a:lnTo>
                    <a:pt x="50268" y="44563"/>
                  </a:lnTo>
                  <a:lnTo>
                    <a:pt x="49466" y="43058"/>
                  </a:lnTo>
                  <a:lnTo>
                    <a:pt x="47790" y="42810"/>
                  </a:lnTo>
                  <a:lnTo>
                    <a:pt x="47171" y="42332"/>
                  </a:lnTo>
                  <a:lnTo>
                    <a:pt x="46534" y="41784"/>
                  </a:lnTo>
                  <a:lnTo>
                    <a:pt x="45835" y="41378"/>
                  </a:lnTo>
                  <a:lnTo>
                    <a:pt x="45191" y="41419"/>
                  </a:lnTo>
                  <a:lnTo>
                    <a:pt x="44415" y="41818"/>
                  </a:lnTo>
                  <a:lnTo>
                    <a:pt x="43060" y="41156"/>
                  </a:lnTo>
                  <a:lnTo>
                    <a:pt x="42602" y="42040"/>
                  </a:lnTo>
                  <a:lnTo>
                    <a:pt x="41888" y="43063"/>
                  </a:lnTo>
                  <a:lnTo>
                    <a:pt x="41296" y="43037"/>
                  </a:lnTo>
                  <a:lnTo>
                    <a:pt x="40117" y="40665"/>
                  </a:lnTo>
                  <a:lnTo>
                    <a:pt x="39765" y="40515"/>
                  </a:lnTo>
                  <a:lnTo>
                    <a:pt x="38734" y="41725"/>
                  </a:lnTo>
                  <a:lnTo>
                    <a:pt x="38314" y="41789"/>
                  </a:lnTo>
                  <a:lnTo>
                    <a:pt x="37992" y="41407"/>
                  </a:lnTo>
                  <a:lnTo>
                    <a:pt x="36598" y="40501"/>
                  </a:lnTo>
                  <a:lnTo>
                    <a:pt x="35969" y="40306"/>
                  </a:lnTo>
                  <a:lnTo>
                    <a:pt x="35507" y="40735"/>
                  </a:lnTo>
                  <a:lnTo>
                    <a:pt x="34688" y="40270"/>
                  </a:lnTo>
                  <a:lnTo>
                    <a:pt x="32700" y="37174"/>
                  </a:lnTo>
                  <a:lnTo>
                    <a:pt x="31471" y="39528"/>
                  </a:lnTo>
                  <a:lnTo>
                    <a:pt x="28970" y="38943"/>
                  </a:lnTo>
                  <a:lnTo>
                    <a:pt x="28228" y="40559"/>
                  </a:lnTo>
                  <a:lnTo>
                    <a:pt x="27378" y="43622"/>
                  </a:lnTo>
                  <a:lnTo>
                    <a:pt x="26689" y="45085"/>
                  </a:lnTo>
                  <a:lnTo>
                    <a:pt x="26090" y="44560"/>
                  </a:lnTo>
                  <a:lnTo>
                    <a:pt x="25381" y="43212"/>
                  </a:lnTo>
                  <a:lnTo>
                    <a:pt x="24141" y="39743"/>
                  </a:lnTo>
                  <a:lnTo>
                    <a:pt x="23514" y="39117"/>
                  </a:lnTo>
                  <a:lnTo>
                    <a:pt x="22794" y="38972"/>
                  </a:lnTo>
                  <a:lnTo>
                    <a:pt x="22165" y="39354"/>
                  </a:lnTo>
                  <a:lnTo>
                    <a:pt x="21831" y="40058"/>
                  </a:lnTo>
                  <a:lnTo>
                    <a:pt x="21576" y="45124"/>
                  </a:lnTo>
                  <a:lnTo>
                    <a:pt x="21350" y="49589"/>
                  </a:lnTo>
                  <a:lnTo>
                    <a:pt x="21336" y="52266"/>
                  </a:lnTo>
                  <a:lnTo>
                    <a:pt x="22716" y="54745"/>
                  </a:lnTo>
                  <a:lnTo>
                    <a:pt x="24340" y="59010"/>
                  </a:lnTo>
                  <a:lnTo>
                    <a:pt x="24863" y="59500"/>
                  </a:lnTo>
                  <a:lnTo>
                    <a:pt x="25121" y="60897"/>
                  </a:lnTo>
                  <a:lnTo>
                    <a:pt x="25501" y="64494"/>
                  </a:lnTo>
                  <a:lnTo>
                    <a:pt x="25928" y="68538"/>
                  </a:lnTo>
                  <a:lnTo>
                    <a:pt x="26753" y="71216"/>
                  </a:lnTo>
                  <a:lnTo>
                    <a:pt x="27498" y="73133"/>
                  </a:lnTo>
                  <a:lnTo>
                    <a:pt x="28407" y="74819"/>
                  </a:lnTo>
                  <a:lnTo>
                    <a:pt x="29546" y="77460"/>
                  </a:lnTo>
                  <a:lnTo>
                    <a:pt x="30480" y="80361"/>
                  </a:lnTo>
                  <a:lnTo>
                    <a:pt x="30728" y="81431"/>
                  </a:lnTo>
                  <a:lnTo>
                    <a:pt x="32539" y="85266"/>
                  </a:lnTo>
                  <a:lnTo>
                    <a:pt x="34295" y="89180"/>
                  </a:lnTo>
                  <a:lnTo>
                    <a:pt x="35867" y="90550"/>
                  </a:lnTo>
                  <a:lnTo>
                    <a:pt x="36115" y="91273"/>
                  </a:lnTo>
                  <a:lnTo>
                    <a:pt x="36129" y="94284"/>
                  </a:lnTo>
                  <a:lnTo>
                    <a:pt x="36300" y="95413"/>
                  </a:lnTo>
                  <a:lnTo>
                    <a:pt x="37349" y="98566"/>
                  </a:lnTo>
                  <a:lnTo>
                    <a:pt x="39489" y="103180"/>
                  </a:lnTo>
                  <a:lnTo>
                    <a:pt x="39736" y="104249"/>
                  </a:lnTo>
                  <a:lnTo>
                    <a:pt x="39806" y="105033"/>
                  </a:lnTo>
                  <a:lnTo>
                    <a:pt x="39668" y="105633"/>
                  </a:lnTo>
                  <a:lnTo>
                    <a:pt x="39108" y="106265"/>
                  </a:lnTo>
                  <a:lnTo>
                    <a:pt x="38648" y="105559"/>
                  </a:lnTo>
                  <a:lnTo>
                    <a:pt x="36653" y="101049"/>
                  </a:lnTo>
                  <a:lnTo>
                    <a:pt x="34726" y="98205"/>
                  </a:lnTo>
                  <a:lnTo>
                    <a:pt x="32551" y="92848"/>
                  </a:lnTo>
                  <a:lnTo>
                    <a:pt x="29639" y="90732"/>
                  </a:lnTo>
                  <a:lnTo>
                    <a:pt x="27656" y="88388"/>
                  </a:lnTo>
                  <a:lnTo>
                    <a:pt x="26454" y="88746"/>
                  </a:lnTo>
                  <a:lnTo>
                    <a:pt x="25128" y="89483"/>
                  </a:lnTo>
                  <a:lnTo>
                    <a:pt x="24311" y="89506"/>
                  </a:lnTo>
                  <a:lnTo>
                    <a:pt x="23729" y="89085"/>
                  </a:lnTo>
                  <a:lnTo>
                    <a:pt x="23316" y="87632"/>
                  </a:lnTo>
                  <a:lnTo>
                    <a:pt x="23379" y="86508"/>
                  </a:lnTo>
                  <a:lnTo>
                    <a:pt x="23306" y="85041"/>
                  </a:lnTo>
                  <a:lnTo>
                    <a:pt x="22144" y="82698"/>
                  </a:lnTo>
                  <a:lnTo>
                    <a:pt x="20558" y="80472"/>
                  </a:lnTo>
                  <a:lnTo>
                    <a:pt x="19056" y="77590"/>
                  </a:lnTo>
                  <a:lnTo>
                    <a:pt x="16041" y="69809"/>
                  </a:lnTo>
                  <a:lnTo>
                    <a:pt x="15437" y="67307"/>
                  </a:lnTo>
                  <a:lnTo>
                    <a:pt x="16030" y="66831"/>
                  </a:lnTo>
                  <a:lnTo>
                    <a:pt x="16479" y="66874"/>
                  </a:lnTo>
                  <a:lnTo>
                    <a:pt x="16988" y="66361"/>
                  </a:lnTo>
                  <a:lnTo>
                    <a:pt x="17809" y="66348"/>
                  </a:lnTo>
                  <a:lnTo>
                    <a:pt x="18783" y="66859"/>
                  </a:lnTo>
                  <a:lnTo>
                    <a:pt x="17921" y="65195"/>
                  </a:lnTo>
                  <a:lnTo>
                    <a:pt x="16849" y="63563"/>
                  </a:lnTo>
                  <a:lnTo>
                    <a:pt x="14075" y="57079"/>
                  </a:lnTo>
                  <a:lnTo>
                    <a:pt x="13247" y="54016"/>
                  </a:lnTo>
                  <a:lnTo>
                    <a:pt x="13152" y="50716"/>
                  </a:lnTo>
                  <a:lnTo>
                    <a:pt x="13356" y="46192"/>
                  </a:lnTo>
                  <a:lnTo>
                    <a:pt x="12857" y="42952"/>
                  </a:lnTo>
                  <a:lnTo>
                    <a:pt x="10717" y="38760"/>
                  </a:lnTo>
                  <a:lnTo>
                    <a:pt x="9933" y="36549"/>
                  </a:lnTo>
                  <a:lnTo>
                    <a:pt x="8353" y="35236"/>
                  </a:lnTo>
                  <a:lnTo>
                    <a:pt x="7647" y="35365"/>
                  </a:lnTo>
                  <a:lnTo>
                    <a:pt x="7223" y="36998"/>
                  </a:lnTo>
                  <a:lnTo>
                    <a:pt x="6913" y="40628"/>
                  </a:lnTo>
                  <a:lnTo>
                    <a:pt x="5512" y="45417"/>
                  </a:lnTo>
                  <a:lnTo>
                    <a:pt x="5045" y="47497"/>
                  </a:lnTo>
                  <a:lnTo>
                    <a:pt x="4313" y="50203"/>
                  </a:lnTo>
                  <a:lnTo>
                    <a:pt x="3678" y="50389"/>
                  </a:lnTo>
                  <a:lnTo>
                    <a:pt x="3302" y="50151"/>
                  </a:lnTo>
                  <a:lnTo>
                    <a:pt x="2165" y="45597"/>
                  </a:lnTo>
                  <a:lnTo>
                    <a:pt x="1077" y="42149"/>
                  </a:lnTo>
                  <a:lnTo>
                    <a:pt x="925" y="40517"/>
                  </a:lnTo>
                  <a:lnTo>
                    <a:pt x="828" y="38508"/>
                  </a:lnTo>
                  <a:lnTo>
                    <a:pt x="0" y="31110"/>
                  </a:lnTo>
                  <a:lnTo>
                    <a:pt x="583" y="30072"/>
                  </a:lnTo>
                  <a:lnTo>
                    <a:pt x="942" y="31258"/>
                  </a:lnTo>
                  <a:lnTo>
                    <a:pt x="3475" y="32688"/>
                  </a:lnTo>
                  <a:lnTo>
                    <a:pt x="4022" y="32055"/>
                  </a:lnTo>
                  <a:lnTo>
                    <a:pt x="4354" y="31085"/>
                  </a:lnTo>
                  <a:lnTo>
                    <a:pt x="4356" y="30472"/>
                  </a:lnTo>
                  <a:lnTo>
                    <a:pt x="4572" y="30293"/>
                  </a:lnTo>
                  <a:lnTo>
                    <a:pt x="5464" y="31227"/>
                  </a:lnTo>
                  <a:lnTo>
                    <a:pt x="6191" y="31010"/>
                  </a:lnTo>
                  <a:lnTo>
                    <a:pt x="7362" y="30967"/>
                  </a:lnTo>
                  <a:lnTo>
                    <a:pt x="8197" y="31120"/>
                  </a:lnTo>
                  <a:lnTo>
                    <a:pt x="8749" y="30401"/>
                  </a:lnTo>
                  <a:lnTo>
                    <a:pt x="9498" y="27758"/>
                  </a:lnTo>
                  <a:lnTo>
                    <a:pt x="9775" y="26279"/>
                  </a:lnTo>
                  <a:lnTo>
                    <a:pt x="10110" y="25926"/>
                  </a:lnTo>
                  <a:lnTo>
                    <a:pt x="10330" y="26102"/>
                  </a:lnTo>
                  <a:lnTo>
                    <a:pt x="10492" y="27318"/>
                  </a:lnTo>
                  <a:lnTo>
                    <a:pt x="10885" y="28459"/>
                  </a:lnTo>
                  <a:lnTo>
                    <a:pt x="11694" y="30320"/>
                  </a:lnTo>
                  <a:lnTo>
                    <a:pt x="12265" y="31215"/>
                  </a:lnTo>
                  <a:lnTo>
                    <a:pt x="12785" y="31537"/>
                  </a:lnTo>
                  <a:lnTo>
                    <a:pt x="13293" y="30788"/>
                  </a:lnTo>
                  <a:lnTo>
                    <a:pt x="13818" y="30574"/>
                  </a:lnTo>
                  <a:lnTo>
                    <a:pt x="15317" y="32026"/>
                  </a:lnTo>
                  <a:lnTo>
                    <a:pt x="16582" y="32303"/>
                  </a:lnTo>
                  <a:lnTo>
                    <a:pt x="17518" y="31545"/>
                  </a:lnTo>
                  <a:lnTo>
                    <a:pt x="17395" y="30504"/>
                  </a:lnTo>
                  <a:lnTo>
                    <a:pt x="17054" y="29344"/>
                  </a:lnTo>
                  <a:lnTo>
                    <a:pt x="16981" y="28217"/>
                  </a:lnTo>
                  <a:lnTo>
                    <a:pt x="17044" y="27243"/>
                  </a:lnTo>
                  <a:lnTo>
                    <a:pt x="17686" y="26272"/>
                  </a:lnTo>
                  <a:lnTo>
                    <a:pt x="17655" y="25846"/>
                  </a:lnTo>
                  <a:lnTo>
                    <a:pt x="16879" y="24138"/>
                  </a:lnTo>
                  <a:lnTo>
                    <a:pt x="16918" y="23698"/>
                  </a:lnTo>
                  <a:lnTo>
                    <a:pt x="18620" y="21777"/>
                  </a:lnTo>
                  <a:lnTo>
                    <a:pt x="20261" y="20701"/>
                  </a:lnTo>
                  <a:lnTo>
                    <a:pt x="20524" y="19870"/>
                  </a:lnTo>
                  <a:lnTo>
                    <a:pt x="20677" y="18621"/>
                  </a:lnTo>
                  <a:lnTo>
                    <a:pt x="20750" y="16279"/>
                  </a:lnTo>
                  <a:lnTo>
                    <a:pt x="20659" y="14364"/>
                  </a:lnTo>
                  <a:lnTo>
                    <a:pt x="19993" y="12569"/>
                  </a:lnTo>
                  <a:lnTo>
                    <a:pt x="19952" y="11660"/>
                  </a:lnTo>
                  <a:lnTo>
                    <a:pt x="20109" y="10717"/>
                  </a:lnTo>
                  <a:lnTo>
                    <a:pt x="20368" y="9865"/>
                  </a:lnTo>
                  <a:lnTo>
                    <a:pt x="21025" y="9496"/>
                  </a:lnTo>
                  <a:lnTo>
                    <a:pt x="21795" y="8883"/>
                  </a:lnTo>
                  <a:lnTo>
                    <a:pt x="22403" y="8177"/>
                  </a:lnTo>
                  <a:lnTo>
                    <a:pt x="23227" y="7593"/>
                  </a:lnTo>
                  <a:lnTo>
                    <a:pt x="23875" y="6774"/>
                  </a:lnTo>
                  <a:lnTo>
                    <a:pt x="24508" y="4824"/>
                  </a:lnTo>
                  <a:lnTo>
                    <a:pt x="24892" y="4503"/>
                  </a:lnTo>
                  <a:lnTo>
                    <a:pt x="26055" y="4780"/>
                  </a:lnTo>
                  <a:lnTo>
                    <a:pt x="26304" y="4299"/>
                  </a:lnTo>
                  <a:lnTo>
                    <a:pt x="26144" y="1500"/>
                  </a:lnTo>
                  <a:lnTo>
                    <a:pt x="26353" y="789"/>
                  </a:lnTo>
                  <a:lnTo>
                    <a:pt x="26764" y="390"/>
                  </a:lnTo>
                  <a:lnTo>
                    <a:pt x="26956" y="0"/>
                  </a:lnTo>
                  <a:lnTo>
                    <a:pt x="27980" y="301"/>
                  </a:lnTo>
                  <a:lnTo>
                    <a:pt x="28831" y="1025"/>
                  </a:lnTo>
                  <a:lnTo>
                    <a:pt x="29347" y="1465"/>
                  </a:lnTo>
                  <a:lnTo>
                    <a:pt x="31060" y="3493"/>
                  </a:lnTo>
                  <a:lnTo>
                    <a:pt x="32247" y="5771"/>
                  </a:lnTo>
                  <a:lnTo>
                    <a:pt x="32905" y="8301"/>
                  </a:lnTo>
                  <a:lnTo>
                    <a:pt x="33797" y="10262"/>
                  </a:lnTo>
                  <a:lnTo>
                    <a:pt x="34920" y="11650"/>
                  </a:lnTo>
                  <a:lnTo>
                    <a:pt x="35810" y="13533"/>
                  </a:lnTo>
                  <a:lnTo>
                    <a:pt x="36469" y="15911"/>
                  </a:lnTo>
                  <a:lnTo>
                    <a:pt x="37389" y="17243"/>
                  </a:lnTo>
                  <a:lnTo>
                    <a:pt x="38570" y="17531"/>
                  </a:lnTo>
                  <a:lnTo>
                    <a:pt x="39318" y="18345"/>
                  </a:lnTo>
                  <a:lnTo>
                    <a:pt x="39631" y="19687"/>
                  </a:lnTo>
                  <a:lnTo>
                    <a:pt x="40274" y="20902"/>
                  </a:lnTo>
                  <a:lnTo>
                    <a:pt x="41242" y="21990"/>
                  </a:lnTo>
                  <a:lnTo>
                    <a:pt x="42748" y="22585"/>
                  </a:lnTo>
                  <a:lnTo>
                    <a:pt x="45633" y="22727"/>
                  </a:lnTo>
                  <a:lnTo>
                    <a:pt x="45890" y="22757"/>
                  </a:lnTo>
                  <a:lnTo>
                    <a:pt x="46540" y="23095"/>
                  </a:lnTo>
                  <a:lnTo>
                    <a:pt x="47300" y="22672"/>
                  </a:lnTo>
                  <a:lnTo>
                    <a:pt x="48226" y="21821"/>
                  </a:lnTo>
                  <a:lnTo>
                    <a:pt x="48524" y="21314"/>
                  </a:lnTo>
                  <a:lnTo>
                    <a:pt x="49499" y="18531"/>
                  </a:lnTo>
                  <a:lnTo>
                    <a:pt x="50035" y="18771"/>
                  </a:lnTo>
                  <a:lnTo>
                    <a:pt x="51104" y="1843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1"/>
            <p:cNvSpPr/>
            <p:nvPr/>
          </p:nvSpPr>
          <p:spPr>
            <a:xfrm>
              <a:off x="2118302" y="3073605"/>
              <a:ext cx="4620" cy="7687"/>
            </a:xfrm>
            <a:custGeom>
              <a:avLst/>
              <a:pathLst>
                <a:path w="4620" h="7687">
                  <a:moveTo>
                    <a:pt x="4620" y="5602"/>
                  </a:moveTo>
                  <a:lnTo>
                    <a:pt x="4451" y="7687"/>
                  </a:lnTo>
                  <a:lnTo>
                    <a:pt x="1992" y="5211"/>
                  </a:lnTo>
                  <a:lnTo>
                    <a:pt x="0" y="2084"/>
                  </a:lnTo>
                  <a:lnTo>
                    <a:pt x="85" y="390"/>
                  </a:lnTo>
                  <a:lnTo>
                    <a:pt x="1102" y="0"/>
                  </a:lnTo>
                  <a:lnTo>
                    <a:pt x="2077" y="1041"/>
                  </a:lnTo>
                  <a:lnTo>
                    <a:pt x="3518" y="312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2"/>
            <p:cNvSpPr/>
            <p:nvPr/>
          </p:nvSpPr>
          <p:spPr>
            <a:xfrm>
              <a:off x="2106835" y="3045214"/>
              <a:ext cx="27233" cy="55815"/>
            </a:xfrm>
            <a:custGeom>
              <a:avLst/>
              <a:pathLst>
                <a:path w="27233" h="55815">
                  <a:moveTo>
                    <a:pt x="25946" y="6202"/>
                  </a:moveTo>
                  <a:lnTo>
                    <a:pt x="26155" y="7088"/>
                  </a:lnTo>
                  <a:lnTo>
                    <a:pt x="26597" y="13046"/>
                  </a:lnTo>
                  <a:lnTo>
                    <a:pt x="26641" y="14954"/>
                  </a:lnTo>
                  <a:lnTo>
                    <a:pt x="26196" y="17836"/>
                  </a:lnTo>
                  <a:lnTo>
                    <a:pt x="26261" y="18977"/>
                  </a:lnTo>
                  <a:lnTo>
                    <a:pt x="27215" y="21633"/>
                  </a:lnTo>
                  <a:lnTo>
                    <a:pt x="27233" y="22591"/>
                  </a:lnTo>
                  <a:lnTo>
                    <a:pt x="27121" y="23559"/>
                  </a:lnTo>
                  <a:lnTo>
                    <a:pt x="26303" y="26079"/>
                  </a:lnTo>
                  <a:lnTo>
                    <a:pt x="25678" y="27807"/>
                  </a:lnTo>
                  <a:lnTo>
                    <a:pt x="25877" y="29787"/>
                  </a:lnTo>
                  <a:lnTo>
                    <a:pt x="26384" y="31667"/>
                  </a:lnTo>
                  <a:lnTo>
                    <a:pt x="26447" y="33238"/>
                  </a:lnTo>
                  <a:lnTo>
                    <a:pt x="26292" y="35316"/>
                  </a:lnTo>
                  <a:lnTo>
                    <a:pt x="25513" y="37898"/>
                  </a:lnTo>
                  <a:lnTo>
                    <a:pt x="25107" y="38824"/>
                  </a:lnTo>
                  <a:lnTo>
                    <a:pt x="23950" y="38937"/>
                  </a:lnTo>
                  <a:lnTo>
                    <a:pt x="23820" y="39305"/>
                  </a:lnTo>
                  <a:lnTo>
                    <a:pt x="24397" y="41826"/>
                  </a:lnTo>
                  <a:lnTo>
                    <a:pt x="25049" y="44674"/>
                  </a:lnTo>
                  <a:lnTo>
                    <a:pt x="26112" y="46887"/>
                  </a:lnTo>
                  <a:lnTo>
                    <a:pt x="26349" y="48970"/>
                  </a:lnTo>
                  <a:lnTo>
                    <a:pt x="26094" y="50946"/>
                  </a:lnTo>
                  <a:lnTo>
                    <a:pt x="26051" y="55815"/>
                  </a:lnTo>
                  <a:lnTo>
                    <a:pt x="25237" y="53452"/>
                  </a:lnTo>
                  <a:lnTo>
                    <a:pt x="24342" y="51474"/>
                  </a:lnTo>
                  <a:lnTo>
                    <a:pt x="23804" y="50708"/>
                  </a:lnTo>
                  <a:lnTo>
                    <a:pt x="23248" y="50218"/>
                  </a:lnTo>
                  <a:lnTo>
                    <a:pt x="18982" y="50474"/>
                  </a:lnTo>
                  <a:lnTo>
                    <a:pt x="18505" y="50814"/>
                  </a:lnTo>
                  <a:lnTo>
                    <a:pt x="18133" y="51449"/>
                  </a:lnTo>
                  <a:lnTo>
                    <a:pt x="17735" y="51765"/>
                  </a:lnTo>
                  <a:lnTo>
                    <a:pt x="16562" y="52358"/>
                  </a:lnTo>
                  <a:lnTo>
                    <a:pt x="15395" y="52488"/>
                  </a:lnTo>
                  <a:lnTo>
                    <a:pt x="12671" y="50897"/>
                  </a:lnTo>
                  <a:lnTo>
                    <a:pt x="11592" y="50071"/>
                  </a:lnTo>
                  <a:lnTo>
                    <a:pt x="10507" y="49550"/>
                  </a:lnTo>
                  <a:lnTo>
                    <a:pt x="9260" y="49722"/>
                  </a:lnTo>
                  <a:lnTo>
                    <a:pt x="8018" y="50204"/>
                  </a:lnTo>
                  <a:lnTo>
                    <a:pt x="7025" y="51351"/>
                  </a:lnTo>
                  <a:lnTo>
                    <a:pt x="6281" y="53374"/>
                  </a:lnTo>
                  <a:lnTo>
                    <a:pt x="6142" y="55252"/>
                  </a:lnTo>
                  <a:lnTo>
                    <a:pt x="5702" y="55734"/>
                  </a:lnTo>
                  <a:lnTo>
                    <a:pt x="4697" y="52742"/>
                  </a:lnTo>
                  <a:lnTo>
                    <a:pt x="3775" y="50615"/>
                  </a:lnTo>
                  <a:lnTo>
                    <a:pt x="2725" y="49018"/>
                  </a:lnTo>
                  <a:lnTo>
                    <a:pt x="567" y="46743"/>
                  </a:lnTo>
                  <a:lnTo>
                    <a:pt x="174" y="45358"/>
                  </a:lnTo>
                  <a:lnTo>
                    <a:pt x="0" y="43675"/>
                  </a:lnTo>
                  <a:lnTo>
                    <a:pt x="871" y="38513"/>
                  </a:lnTo>
                  <a:lnTo>
                    <a:pt x="1861" y="37568"/>
                  </a:lnTo>
                  <a:lnTo>
                    <a:pt x="2407" y="37390"/>
                  </a:lnTo>
                  <a:lnTo>
                    <a:pt x="3631" y="38028"/>
                  </a:lnTo>
                  <a:lnTo>
                    <a:pt x="4827" y="39201"/>
                  </a:lnTo>
                  <a:lnTo>
                    <a:pt x="5918" y="39969"/>
                  </a:lnTo>
                  <a:lnTo>
                    <a:pt x="7605" y="40267"/>
                  </a:lnTo>
                  <a:lnTo>
                    <a:pt x="8522" y="41537"/>
                  </a:lnTo>
                  <a:lnTo>
                    <a:pt x="15005" y="43506"/>
                  </a:lnTo>
                  <a:lnTo>
                    <a:pt x="16235" y="44124"/>
                  </a:lnTo>
                  <a:lnTo>
                    <a:pt x="16715" y="43908"/>
                  </a:lnTo>
                  <a:lnTo>
                    <a:pt x="17132" y="43137"/>
                  </a:lnTo>
                  <a:lnTo>
                    <a:pt x="17481" y="41745"/>
                  </a:lnTo>
                  <a:lnTo>
                    <a:pt x="17882" y="40697"/>
                  </a:lnTo>
                  <a:lnTo>
                    <a:pt x="19804" y="40464"/>
                  </a:lnTo>
                  <a:lnTo>
                    <a:pt x="20208" y="39997"/>
                  </a:lnTo>
                  <a:lnTo>
                    <a:pt x="20490" y="38542"/>
                  </a:lnTo>
                  <a:lnTo>
                    <a:pt x="20481" y="37028"/>
                  </a:lnTo>
                  <a:lnTo>
                    <a:pt x="19351" y="35001"/>
                  </a:lnTo>
                  <a:lnTo>
                    <a:pt x="17583" y="30551"/>
                  </a:lnTo>
                  <a:lnTo>
                    <a:pt x="16026" y="25308"/>
                  </a:lnTo>
                  <a:lnTo>
                    <a:pt x="16698" y="23542"/>
                  </a:lnTo>
                  <a:lnTo>
                    <a:pt x="16440" y="20313"/>
                  </a:lnTo>
                  <a:lnTo>
                    <a:pt x="16692" y="17322"/>
                  </a:lnTo>
                  <a:lnTo>
                    <a:pt x="17063" y="14390"/>
                  </a:lnTo>
                  <a:lnTo>
                    <a:pt x="15523" y="11878"/>
                  </a:lnTo>
                  <a:lnTo>
                    <a:pt x="13703" y="9376"/>
                  </a:lnTo>
                  <a:lnTo>
                    <a:pt x="11176" y="8592"/>
                  </a:lnTo>
                  <a:lnTo>
                    <a:pt x="10399" y="7960"/>
                  </a:lnTo>
                  <a:lnTo>
                    <a:pt x="9995" y="6085"/>
                  </a:lnTo>
                  <a:lnTo>
                    <a:pt x="10359" y="3565"/>
                  </a:lnTo>
                  <a:lnTo>
                    <a:pt x="11178" y="2171"/>
                  </a:lnTo>
                  <a:lnTo>
                    <a:pt x="12116" y="1311"/>
                  </a:lnTo>
                  <a:lnTo>
                    <a:pt x="13077" y="717"/>
                  </a:lnTo>
                  <a:lnTo>
                    <a:pt x="15397" y="0"/>
                  </a:lnTo>
                  <a:lnTo>
                    <a:pt x="17699" y="803"/>
                  </a:lnTo>
                  <a:lnTo>
                    <a:pt x="19690" y="3392"/>
                  </a:lnTo>
                  <a:lnTo>
                    <a:pt x="21710" y="5420"/>
                  </a:lnTo>
                  <a:lnTo>
                    <a:pt x="24263" y="6098"/>
                  </a:lnTo>
                  <a:lnTo>
                    <a:pt x="25412" y="683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3"/>
            <p:cNvSpPr/>
            <p:nvPr/>
          </p:nvSpPr>
          <p:spPr>
            <a:xfrm>
              <a:off x="2121426" y="3040322"/>
              <a:ext cx="3238" cy="3185"/>
            </a:xfrm>
            <a:custGeom>
              <a:avLst/>
              <a:pathLst>
                <a:path w="3238" h="3185">
                  <a:moveTo>
                    <a:pt x="2848" y="1659"/>
                  </a:moveTo>
                  <a:lnTo>
                    <a:pt x="3238" y="2348"/>
                  </a:lnTo>
                  <a:lnTo>
                    <a:pt x="3090" y="3185"/>
                  </a:lnTo>
                  <a:lnTo>
                    <a:pt x="2120" y="2666"/>
                  </a:lnTo>
                  <a:lnTo>
                    <a:pt x="1116" y="1719"/>
                  </a:lnTo>
                  <a:lnTo>
                    <a:pt x="787" y="1956"/>
                  </a:lnTo>
                  <a:lnTo>
                    <a:pt x="586" y="1838"/>
                  </a:lnTo>
                  <a:lnTo>
                    <a:pt x="0" y="927"/>
                  </a:lnTo>
                  <a:lnTo>
                    <a:pt x="515" y="230"/>
                  </a:lnTo>
                  <a:lnTo>
                    <a:pt x="1046" y="0"/>
                  </a:lnTo>
                  <a:lnTo>
                    <a:pt x="1627" y="5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4"/>
            <p:cNvSpPr/>
            <p:nvPr/>
          </p:nvSpPr>
          <p:spPr>
            <a:xfrm>
              <a:off x="2977556" y="2199361"/>
              <a:ext cx="65215" cy="82750"/>
            </a:xfrm>
            <a:custGeom>
              <a:avLst/>
              <a:pathLst>
                <a:path w="65215" h="82750">
                  <a:moveTo>
                    <a:pt x="58054" y="4377"/>
                  </a:moveTo>
                  <a:lnTo>
                    <a:pt x="59009" y="4175"/>
                  </a:lnTo>
                  <a:lnTo>
                    <a:pt x="59226" y="4316"/>
                  </a:lnTo>
                  <a:lnTo>
                    <a:pt x="59403" y="5775"/>
                  </a:lnTo>
                  <a:lnTo>
                    <a:pt x="59624" y="6683"/>
                  </a:lnTo>
                  <a:lnTo>
                    <a:pt x="59831" y="7885"/>
                  </a:lnTo>
                  <a:lnTo>
                    <a:pt x="60153" y="8788"/>
                  </a:lnTo>
                  <a:lnTo>
                    <a:pt x="60861" y="9164"/>
                  </a:lnTo>
                  <a:lnTo>
                    <a:pt x="61787" y="10285"/>
                  </a:lnTo>
                  <a:lnTo>
                    <a:pt x="62386" y="12393"/>
                  </a:lnTo>
                  <a:lnTo>
                    <a:pt x="63354" y="13292"/>
                  </a:lnTo>
                  <a:lnTo>
                    <a:pt x="63531" y="13191"/>
                  </a:lnTo>
                  <a:lnTo>
                    <a:pt x="64181" y="13115"/>
                  </a:lnTo>
                  <a:lnTo>
                    <a:pt x="64307" y="13540"/>
                  </a:lnTo>
                  <a:lnTo>
                    <a:pt x="64826" y="14572"/>
                  </a:lnTo>
                  <a:lnTo>
                    <a:pt x="65028" y="15481"/>
                  </a:lnTo>
                  <a:lnTo>
                    <a:pt x="64925" y="16440"/>
                  </a:lnTo>
                  <a:lnTo>
                    <a:pt x="65017" y="17527"/>
                  </a:lnTo>
                  <a:lnTo>
                    <a:pt x="65215" y="17912"/>
                  </a:lnTo>
                  <a:lnTo>
                    <a:pt x="64975" y="18642"/>
                  </a:lnTo>
                  <a:lnTo>
                    <a:pt x="63293" y="22293"/>
                  </a:lnTo>
                  <a:lnTo>
                    <a:pt x="62636" y="23259"/>
                  </a:lnTo>
                  <a:lnTo>
                    <a:pt x="62198" y="23458"/>
                  </a:lnTo>
                  <a:lnTo>
                    <a:pt x="61511" y="23075"/>
                  </a:lnTo>
                  <a:lnTo>
                    <a:pt x="60800" y="23368"/>
                  </a:lnTo>
                  <a:lnTo>
                    <a:pt x="60166" y="24148"/>
                  </a:lnTo>
                  <a:lnTo>
                    <a:pt x="59581" y="24396"/>
                  </a:lnTo>
                  <a:lnTo>
                    <a:pt x="59139" y="25325"/>
                  </a:lnTo>
                  <a:lnTo>
                    <a:pt x="58566" y="27315"/>
                  </a:lnTo>
                  <a:lnTo>
                    <a:pt x="57863" y="29000"/>
                  </a:lnTo>
                  <a:lnTo>
                    <a:pt x="57152" y="30046"/>
                  </a:lnTo>
                  <a:lnTo>
                    <a:pt x="56784" y="30980"/>
                  </a:lnTo>
                  <a:lnTo>
                    <a:pt x="56742" y="34210"/>
                  </a:lnTo>
                  <a:lnTo>
                    <a:pt x="56347" y="35139"/>
                  </a:lnTo>
                  <a:lnTo>
                    <a:pt x="55818" y="36076"/>
                  </a:lnTo>
                  <a:lnTo>
                    <a:pt x="55531" y="36903"/>
                  </a:lnTo>
                  <a:lnTo>
                    <a:pt x="54724" y="41821"/>
                  </a:lnTo>
                  <a:lnTo>
                    <a:pt x="54112" y="43397"/>
                  </a:lnTo>
                  <a:lnTo>
                    <a:pt x="53532" y="44606"/>
                  </a:lnTo>
                  <a:lnTo>
                    <a:pt x="53436" y="45710"/>
                  </a:lnTo>
                  <a:lnTo>
                    <a:pt x="53447" y="46974"/>
                  </a:lnTo>
                  <a:lnTo>
                    <a:pt x="52789" y="49497"/>
                  </a:lnTo>
                  <a:lnTo>
                    <a:pt x="51926" y="52116"/>
                  </a:lnTo>
                  <a:lnTo>
                    <a:pt x="51759" y="53191"/>
                  </a:lnTo>
                  <a:lnTo>
                    <a:pt x="51952" y="54641"/>
                  </a:lnTo>
                  <a:lnTo>
                    <a:pt x="51125" y="56309"/>
                  </a:lnTo>
                  <a:lnTo>
                    <a:pt x="50647" y="57109"/>
                  </a:lnTo>
                  <a:lnTo>
                    <a:pt x="50252" y="57492"/>
                  </a:lnTo>
                  <a:lnTo>
                    <a:pt x="50005" y="58536"/>
                  </a:lnTo>
                  <a:lnTo>
                    <a:pt x="49598" y="61080"/>
                  </a:lnTo>
                  <a:lnTo>
                    <a:pt x="49704" y="62221"/>
                  </a:lnTo>
                  <a:lnTo>
                    <a:pt x="49716" y="63269"/>
                  </a:lnTo>
                  <a:lnTo>
                    <a:pt x="49017" y="63882"/>
                  </a:lnTo>
                  <a:lnTo>
                    <a:pt x="48811" y="65030"/>
                  </a:lnTo>
                  <a:lnTo>
                    <a:pt x="48634" y="66459"/>
                  </a:lnTo>
                  <a:lnTo>
                    <a:pt x="48343" y="67107"/>
                  </a:lnTo>
                  <a:lnTo>
                    <a:pt x="47556" y="68294"/>
                  </a:lnTo>
                  <a:lnTo>
                    <a:pt x="45606" y="67778"/>
                  </a:lnTo>
                  <a:lnTo>
                    <a:pt x="44868" y="68176"/>
                  </a:lnTo>
                  <a:lnTo>
                    <a:pt x="44649" y="69026"/>
                  </a:lnTo>
                  <a:lnTo>
                    <a:pt x="44604" y="69707"/>
                  </a:lnTo>
                  <a:lnTo>
                    <a:pt x="44360" y="70346"/>
                  </a:lnTo>
                  <a:lnTo>
                    <a:pt x="43914" y="71148"/>
                  </a:lnTo>
                  <a:lnTo>
                    <a:pt x="43459" y="71507"/>
                  </a:lnTo>
                  <a:lnTo>
                    <a:pt x="42444" y="70519"/>
                  </a:lnTo>
                  <a:lnTo>
                    <a:pt x="40260" y="71522"/>
                  </a:lnTo>
                  <a:lnTo>
                    <a:pt x="39884" y="72243"/>
                  </a:lnTo>
                  <a:lnTo>
                    <a:pt x="39580" y="71728"/>
                  </a:lnTo>
                  <a:lnTo>
                    <a:pt x="39111" y="71259"/>
                  </a:lnTo>
                  <a:lnTo>
                    <a:pt x="36926" y="70681"/>
                  </a:lnTo>
                  <a:lnTo>
                    <a:pt x="36064" y="71141"/>
                  </a:lnTo>
                  <a:lnTo>
                    <a:pt x="34911" y="70963"/>
                  </a:lnTo>
                  <a:lnTo>
                    <a:pt x="33844" y="70453"/>
                  </a:lnTo>
                  <a:lnTo>
                    <a:pt x="33048" y="70867"/>
                  </a:lnTo>
                  <a:lnTo>
                    <a:pt x="32344" y="72871"/>
                  </a:lnTo>
                  <a:lnTo>
                    <a:pt x="31996" y="73547"/>
                  </a:lnTo>
                  <a:lnTo>
                    <a:pt x="31723" y="73980"/>
                  </a:lnTo>
                  <a:lnTo>
                    <a:pt x="31121" y="74609"/>
                  </a:lnTo>
                  <a:lnTo>
                    <a:pt x="30620" y="75367"/>
                  </a:lnTo>
                  <a:lnTo>
                    <a:pt x="29949" y="75912"/>
                  </a:lnTo>
                  <a:lnTo>
                    <a:pt x="29352" y="75836"/>
                  </a:lnTo>
                  <a:lnTo>
                    <a:pt x="28785" y="74974"/>
                  </a:lnTo>
                  <a:lnTo>
                    <a:pt x="28582" y="75171"/>
                  </a:lnTo>
                  <a:lnTo>
                    <a:pt x="28404" y="75964"/>
                  </a:lnTo>
                  <a:lnTo>
                    <a:pt x="28097" y="76642"/>
                  </a:lnTo>
                  <a:lnTo>
                    <a:pt x="27252" y="77479"/>
                  </a:lnTo>
                  <a:lnTo>
                    <a:pt x="26987" y="77469"/>
                  </a:lnTo>
                  <a:lnTo>
                    <a:pt x="26340" y="78087"/>
                  </a:lnTo>
                  <a:lnTo>
                    <a:pt x="25271" y="78426"/>
                  </a:lnTo>
                  <a:lnTo>
                    <a:pt x="24735" y="78186"/>
                  </a:lnTo>
                  <a:lnTo>
                    <a:pt x="23760" y="80969"/>
                  </a:lnTo>
                  <a:lnTo>
                    <a:pt x="23462" y="81476"/>
                  </a:lnTo>
                  <a:lnTo>
                    <a:pt x="22536" y="82327"/>
                  </a:lnTo>
                  <a:lnTo>
                    <a:pt x="21777" y="82750"/>
                  </a:lnTo>
                  <a:lnTo>
                    <a:pt x="21126" y="82412"/>
                  </a:lnTo>
                  <a:lnTo>
                    <a:pt x="20870" y="82382"/>
                  </a:lnTo>
                  <a:lnTo>
                    <a:pt x="17985" y="82240"/>
                  </a:lnTo>
                  <a:lnTo>
                    <a:pt x="16478" y="81645"/>
                  </a:lnTo>
                  <a:lnTo>
                    <a:pt x="15510" y="80557"/>
                  </a:lnTo>
                  <a:lnTo>
                    <a:pt x="14868" y="79342"/>
                  </a:lnTo>
                  <a:lnTo>
                    <a:pt x="14554" y="78000"/>
                  </a:lnTo>
                  <a:lnTo>
                    <a:pt x="13806" y="77186"/>
                  </a:lnTo>
                  <a:lnTo>
                    <a:pt x="12625" y="76898"/>
                  </a:lnTo>
                  <a:lnTo>
                    <a:pt x="11705" y="75566"/>
                  </a:lnTo>
                  <a:lnTo>
                    <a:pt x="11047" y="73188"/>
                  </a:lnTo>
                  <a:lnTo>
                    <a:pt x="10157" y="71305"/>
                  </a:lnTo>
                  <a:lnTo>
                    <a:pt x="9033" y="69917"/>
                  </a:lnTo>
                  <a:lnTo>
                    <a:pt x="8141" y="67957"/>
                  </a:lnTo>
                  <a:lnTo>
                    <a:pt x="7483" y="65426"/>
                  </a:lnTo>
                  <a:lnTo>
                    <a:pt x="6296" y="63148"/>
                  </a:lnTo>
                  <a:lnTo>
                    <a:pt x="4584" y="61120"/>
                  </a:lnTo>
                  <a:lnTo>
                    <a:pt x="4067" y="60680"/>
                  </a:lnTo>
                  <a:lnTo>
                    <a:pt x="3966" y="60025"/>
                  </a:lnTo>
                  <a:lnTo>
                    <a:pt x="3128" y="57509"/>
                  </a:lnTo>
                  <a:lnTo>
                    <a:pt x="2770" y="56580"/>
                  </a:lnTo>
                  <a:lnTo>
                    <a:pt x="2802" y="55335"/>
                  </a:lnTo>
                  <a:lnTo>
                    <a:pt x="2635" y="54626"/>
                  </a:lnTo>
                  <a:lnTo>
                    <a:pt x="2330" y="54128"/>
                  </a:lnTo>
                  <a:lnTo>
                    <a:pt x="2166" y="52329"/>
                  </a:lnTo>
                  <a:lnTo>
                    <a:pt x="2071" y="50986"/>
                  </a:lnTo>
                  <a:lnTo>
                    <a:pt x="1831" y="50120"/>
                  </a:lnTo>
                  <a:lnTo>
                    <a:pt x="0" y="49943"/>
                  </a:lnTo>
                  <a:lnTo>
                    <a:pt x="1533" y="46733"/>
                  </a:lnTo>
                  <a:lnTo>
                    <a:pt x="2295" y="45838"/>
                  </a:lnTo>
                  <a:lnTo>
                    <a:pt x="3180" y="45992"/>
                  </a:lnTo>
                  <a:lnTo>
                    <a:pt x="3464" y="45702"/>
                  </a:lnTo>
                  <a:lnTo>
                    <a:pt x="3539" y="45239"/>
                  </a:lnTo>
                  <a:lnTo>
                    <a:pt x="3690" y="44193"/>
                  </a:lnTo>
                  <a:lnTo>
                    <a:pt x="3765" y="43206"/>
                  </a:lnTo>
                  <a:lnTo>
                    <a:pt x="3841" y="42279"/>
                  </a:lnTo>
                  <a:lnTo>
                    <a:pt x="3746" y="41755"/>
                  </a:lnTo>
                  <a:lnTo>
                    <a:pt x="3319" y="41592"/>
                  </a:lnTo>
                  <a:lnTo>
                    <a:pt x="3113" y="39301"/>
                  </a:lnTo>
                  <a:lnTo>
                    <a:pt x="3332" y="38435"/>
                  </a:lnTo>
                  <a:lnTo>
                    <a:pt x="3552" y="37832"/>
                  </a:lnTo>
                  <a:lnTo>
                    <a:pt x="3281" y="35046"/>
                  </a:lnTo>
                  <a:lnTo>
                    <a:pt x="3362" y="34098"/>
                  </a:lnTo>
                  <a:lnTo>
                    <a:pt x="4053" y="33949"/>
                  </a:lnTo>
                  <a:lnTo>
                    <a:pt x="4627" y="33355"/>
                  </a:lnTo>
                  <a:lnTo>
                    <a:pt x="5095" y="32678"/>
                  </a:lnTo>
                  <a:lnTo>
                    <a:pt x="5225" y="31820"/>
                  </a:lnTo>
                  <a:lnTo>
                    <a:pt x="5609" y="30064"/>
                  </a:lnTo>
                  <a:lnTo>
                    <a:pt x="5255" y="27911"/>
                  </a:lnTo>
                  <a:lnTo>
                    <a:pt x="3259" y="26510"/>
                  </a:lnTo>
                  <a:lnTo>
                    <a:pt x="3155" y="25973"/>
                  </a:lnTo>
                  <a:lnTo>
                    <a:pt x="3620" y="25364"/>
                  </a:lnTo>
                  <a:lnTo>
                    <a:pt x="4114" y="24496"/>
                  </a:lnTo>
                  <a:lnTo>
                    <a:pt x="4402" y="23819"/>
                  </a:lnTo>
                  <a:lnTo>
                    <a:pt x="4786" y="23725"/>
                  </a:lnTo>
                  <a:lnTo>
                    <a:pt x="5329" y="24066"/>
                  </a:lnTo>
                  <a:lnTo>
                    <a:pt x="6292" y="25624"/>
                  </a:lnTo>
                  <a:lnTo>
                    <a:pt x="6661" y="25849"/>
                  </a:lnTo>
                  <a:lnTo>
                    <a:pt x="7017" y="25396"/>
                  </a:lnTo>
                  <a:lnTo>
                    <a:pt x="7398" y="25299"/>
                  </a:lnTo>
                  <a:lnTo>
                    <a:pt x="8463" y="25357"/>
                  </a:lnTo>
                  <a:lnTo>
                    <a:pt x="9359" y="24995"/>
                  </a:lnTo>
                  <a:lnTo>
                    <a:pt x="9157" y="23334"/>
                  </a:lnTo>
                  <a:lnTo>
                    <a:pt x="9160" y="22129"/>
                  </a:lnTo>
                  <a:lnTo>
                    <a:pt x="9008" y="21167"/>
                  </a:lnTo>
                  <a:lnTo>
                    <a:pt x="9102" y="20108"/>
                  </a:lnTo>
                  <a:lnTo>
                    <a:pt x="9466" y="19283"/>
                  </a:lnTo>
                  <a:lnTo>
                    <a:pt x="9575" y="17429"/>
                  </a:lnTo>
                  <a:lnTo>
                    <a:pt x="10135" y="16178"/>
                  </a:lnTo>
                  <a:lnTo>
                    <a:pt x="10397" y="15998"/>
                  </a:lnTo>
                  <a:lnTo>
                    <a:pt x="11384" y="16226"/>
                  </a:lnTo>
                  <a:lnTo>
                    <a:pt x="11618" y="16550"/>
                  </a:lnTo>
                  <a:lnTo>
                    <a:pt x="11769" y="16622"/>
                  </a:lnTo>
                  <a:lnTo>
                    <a:pt x="13339" y="19675"/>
                  </a:lnTo>
                  <a:lnTo>
                    <a:pt x="14826" y="21971"/>
                  </a:lnTo>
                  <a:lnTo>
                    <a:pt x="16043" y="23145"/>
                  </a:lnTo>
                  <a:lnTo>
                    <a:pt x="17832" y="23242"/>
                  </a:lnTo>
                  <a:lnTo>
                    <a:pt x="19732" y="23344"/>
                  </a:lnTo>
                  <a:lnTo>
                    <a:pt x="22911" y="22943"/>
                  </a:lnTo>
                  <a:lnTo>
                    <a:pt x="25295" y="22643"/>
                  </a:lnTo>
                  <a:lnTo>
                    <a:pt x="25452" y="22072"/>
                  </a:lnTo>
                  <a:lnTo>
                    <a:pt x="25812" y="20701"/>
                  </a:lnTo>
                  <a:lnTo>
                    <a:pt x="25526" y="19525"/>
                  </a:lnTo>
                  <a:lnTo>
                    <a:pt x="25543" y="18143"/>
                  </a:lnTo>
                  <a:lnTo>
                    <a:pt x="25945" y="16345"/>
                  </a:lnTo>
                  <a:lnTo>
                    <a:pt x="27121" y="14852"/>
                  </a:lnTo>
                  <a:lnTo>
                    <a:pt x="30495" y="14195"/>
                  </a:lnTo>
                  <a:lnTo>
                    <a:pt x="32435" y="13083"/>
                  </a:lnTo>
                  <a:lnTo>
                    <a:pt x="32728" y="11564"/>
                  </a:lnTo>
                  <a:lnTo>
                    <a:pt x="33370" y="10065"/>
                  </a:lnTo>
                  <a:lnTo>
                    <a:pt x="33958" y="9762"/>
                  </a:lnTo>
                  <a:lnTo>
                    <a:pt x="34764" y="10450"/>
                  </a:lnTo>
                  <a:lnTo>
                    <a:pt x="35733" y="11773"/>
                  </a:lnTo>
                  <a:lnTo>
                    <a:pt x="36585" y="12473"/>
                  </a:lnTo>
                  <a:lnTo>
                    <a:pt x="37083" y="12021"/>
                  </a:lnTo>
                  <a:lnTo>
                    <a:pt x="38796" y="9793"/>
                  </a:lnTo>
                  <a:lnTo>
                    <a:pt x="40768" y="7620"/>
                  </a:lnTo>
                  <a:lnTo>
                    <a:pt x="42126" y="1724"/>
                  </a:lnTo>
                  <a:lnTo>
                    <a:pt x="42271" y="784"/>
                  </a:lnTo>
                  <a:lnTo>
                    <a:pt x="43743" y="111"/>
                  </a:lnTo>
                  <a:lnTo>
                    <a:pt x="45891" y="230"/>
                  </a:lnTo>
                  <a:lnTo>
                    <a:pt x="46992" y="998"/>
                  </a:lnTo>
                  <a:lnTo>
                    <a:pt x="47820" y="1405"/>
                  </a:lnTo>
                  <a:lnTo>
                    <a:pt x="49061" y="1266"/>
                  </a:lnTo>
                  <a:lnTo>
                    <a:pt x="50850" y="0"/>
                  </a:lnTo>
                  <a:lnTo>
                    <a:pt x="51512" y="36"/>
                  </a:lnTo>
                  <a:lnTo>
                    <a:pt x="52025" y="933"/>
                  </a:lnTo>
                  <a:lnTo>
                    <a:pt x="52587" y="1706"/>
                  </a:lnTo>
                  <a:lnTo>
                    <a:pt x="52967" y="2653"/>
                  </a:lnTo>
                  <a:lnTo>
                    <a:pt x="53254" y="3987"/>
                  </a:lnTo>
                  <a:lnTo>
                    <a:pt x="53409" y="4491"/>
                  </a:lnTo>
                  <a:lnTo>
                    <a:pt x="53659" y="5173"/>
                  </a:lnTo>
                  <a:lnTo>
                    <a:pt x="54109" y="6113"/>
                  </a:lnTo>
                  <a:lnTo>
                    <a:pt x="54547" y="6364"/>
                  </a:lnTo>
                  <a:lnTo>
                    <a:pt x="57857" y="47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5"/>
            <p:cNvSpPr/>
            <p:nvPr/>
          </p:nvSpPr>
          <p:spPr>
            <a:xfrm>
              <a:off x="4003578" y="3943593"/>
              <a:ext cx="5765" cy="12846"/>
            </a:xfrm>
            <a:custGeom>
              <a:avLst/>
              <a:pathLst>
                <a:path w="5765" h="12846">
                  <a:moveTo>
                    <a:pt x="1254" y="12835"/>
                  </a:moveTo>
                  <a:lnTo>
                    <a:pt x="359" y="12846"/>
                  </a:lnTo>
                  <a:lnTo>
                    <a:pt x="74" y="12535"/>
                  </a:lnTo>
                  <a:lnTo>
                    <a:pt x="0" y="9932"/>
                  </a:lnTo>
                  <a:lnTo>
                    <a:pt x="261" y="8478"/>
                  </a:lnTo>
                  <a:lnTo>
                    <a:pt x="2335" y="6605"/>
                  </a:lnTo>
                  <a:lnTo>
                    <a:pt x="3147" y="4876"/>
                  </a:lnTo>
                  <a:lnTo>
                    <a:pt x="4297" y="1278"/>
                  </a:lnTo>
                  <a:lnTo>
                    <a:pt x="5010" y="334"/>
                  </a:lnTo>
                  <a:lnTo>
                    <a:pt x="5312" y="0"/>
                  </a:lnTo>
                  <a:lnTo>
                    <a:pt x="5428" y="2738"/>
                  </a:lnTo>
                  <a:lnTo>
                    <a:pt x="5714" y="4366"/>
                  </a:lnTo>
                  <a:lnTo>
                    <a:pt x="5765" y="5211"/>
                  </a:lnTo>
                  <a:lnTo>
                    <a:pt x="4732" y="6605"/>
                  </a:lnTo>
                  <a:lnTo>
                    <a:pt x="3810" y="9788"/>
                  </a:lnTo>
                  <a:lnTo>
                    <a:pt x="1796" y="118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6"/>
            <p:cNvSpPr/>
            <p:nvPr/>
          </p:nvSpPr>
          <p:spPr>
            <a:xfrm>
              <a:off x="3992871" y="3942355"/>
              <a:ext cx="2823" cy="4997"/>
            </a:xfrm>
            <a:custGeom>
              <a:avLst/>
              <a:pathLst>
                <a:path w="2823" h="4997">
                  <a:moveTo>
                    <a:pt x="1714" y="4648"/>
                  </a:moveTo>
                  <a:lnTo>
                    <a:pt x="1234" y="4997"/>
                  </a:lnTo>
                  <a:lnTo>
                    <a:pt x="206" y="4140"/>
                  </a:lnTo>
                  <a:lnTo>
                    <a:pt x="0" y="3624"/>
                  </a:lnTo>
                  <a:lnTo>
                    <a:pt x="880" y="2198"/>
                  </a:lnTo>
                  <a:lnTo>
                    <a:pt x="1560" y="173"/>
                  </a:lnTo>
                  <a:lnTo>
                    <a:pt x="2353" y="0"/>
                  </a:lnTo>
                  <a:lnTo>
                    <a:pt x="2823" y="412"/>
                  </a:lnTo>
                  <a:lnTo>
                    <a:pt x="2659" y="281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7"/>
            <p:cNvSpPr/>
            <p:nvPr/>
          </p:nvSpPr>
          <p:spPr>
            <a:xfrm>
              <a:off x="4008453" y="3933696"/>
              <a:ext cx="1645" cy="5837"/>
            </a:xfrm>
            <a:custGeom>
              <a:avLst/>
              <a:pathLst>
                <a:path w="1645" h="5837">
                  <a:moveTo>
                    <a:pt x="871" y="4807"/>
                  </a:moveTo>
                  <a:lnTo>
                    <a:pt x="3" y="5837"/>
                  </a:lnTo>
                  <a:lnTo>
                    <a:pt x="0" y="3670"/>
                  </a:lnTo>
                  <a:lnTo>
                    <a:pt x="670" y="929"/>
                  </a:lnTo>
                  <a:lnTo>
                    <a:pt x="1280" y="0"/>
                  </a:lnTo>
                  <a:lnTo>
                    <a:pt x="1618" y="1093"/>
                  </a:lnTo>
                  <a:lnTo>
                    <a:pt x="1645" y="1595"/>
                  </a:lnTo>
                  <a:lnTo>
                    <a:pt x="764" y="257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8"/>
            <p:cNvSpPr/>
            <p:nvPr/>
          </p:nvSpPr>
          <p:spPr>
            <a:xfrm>
              <a:off x="3966473" y="3908919"/>
              <a:ext cx="18014" cy="29329"/>
            </a:xfrm>
            <a:custGeom>
              <a:avLst/>
              <a:pathLst>
                <a:path w="18014" h="29329">
                  <a:moveTo>
                    <a:pt x="10130" y="2164"/>
                  </a:moveTo>
                  <a:lnTo>
                    <a:pt x="10563" y="3494"/>
                  </a:lnTo>
                  <a:lnTo>
                    <a:pt x="12135" y="6054"/>
                  </a:lnTo>
                  <a:lnTo>
                    <a:pt x="12394" y="7133"/>
                  </a:lnTo>
                  <a:lnTo>
                    <a:pt x="12493" y="8913"/>
                  </a:lnTo>
                  <a:lnTo>
                    <a:pt x="12808" y="10235"/>
                  </a:lnTo>
                  <a:lnTo>
                    <a:pt x="13516" y="10437"/>
                  </a:lnTo>
                  <a:lnTo>
                    <a:pt x="14274" y="10169"/>
                  </a:lnTo>
                  <a:lnTo>
                    <a:pt x="14852" y="11008"/>
                  </a:lnTo>
                  <a:lnTo>
                    <a:pt x="15350" y="12339"/>
                  </a:lnTo>
                  <a:lnTo>
                    <a:pt x="16091" y="14921"/>
                  </a:lnTo>
                  <a:lnTo>
                    <a:pt x="16743" y="17778"/>
                  </a:lnTo>
                  <a:lnTo>
                    <a:pt x="17551" y="19371"/>
                  </a:lnTo>
                  <a:lnTo>
                    <a:pt x="18014" y="21749"/>
                  </a:lnTo>
                  <a:lnTo>
                    <a:pt x="17741" y="23847"/>
                  </a:lnTo>
                  <a:lnTo>
                    <a:pt x="16720" y="26747"/>
                  </a:lnTo>
                  <a:lnTo>
                    <a:pt x="16166" y="27376"/>
                  </a:lnTo>
                  <a:lnTo>
                    <a:pt x="15410" y="27604"/>
                  </a:lnTo>
                  <a:lnTo>
                    <a:pt x="14231" y="29329"/>
                  </a:lnTo>
                  <a:lnTo>
                    <a:pt x="13802" y="28426"/>
                  </a:lnTo>
                  <a:lnTo>
                    <a:pt x="12465" y="27800"/>
                  </a:lnTo>
                  <a:lnTo>
                    <a:pt x="11402" y="26553"/>
                  </a:lnTo>
                  <a:lnTo>
                    <a:pt x="10509" y="24271"/>
                  </a:lnTo>
                  <a:lnTo>
                    <a:pt x="9994" y="21815"/>
                  </a:lnTo>
                  <a:lnTo>
                    <a:pt x="9343" y="19651"/>
                  </a:lnTo>
                  <a:lnTo>
                    <a:pt x="8210" y="18202"/>
                  </a:lnTo>
                  <a:lnTo>
                    <a:pt x="6174" y="13949"/>
                  </a:lnTo>
                  <a:lnTo>
                    <a:pt x="4917" y="13565"/>
                  </a:lnTo>
                  <a:lnTo>
                    <a:pt x="4400" y="13877"/>
                  </a:lnTo>
                  <a:lnTo>
                    <a:pt x="3882" y="13897"/>
                  </a:lnTo>
                  <a:lnTo>
                    <a:pt x="1217" y="11981"/>
                  </a:lnTo>
                  <a:lnTo>
                    <a:pt x="803" y="10861"/>
                  </a:lnTo>
                  <a:lnTo>
                    <a:pt x="476" y="9427"/>
                  </a:lnTo>
                  <a:lnTo>
                    <a:pt x="178" y="8019"/>
                  </a:lnTo>
                  <a:lnTo>
                    <a:pt x="0" y="6437"/>
                  </a:lnTo>
                  <a:lnTo>
                    <a:pt x="339" y="5041"/>
                  </a:lnTo>
                  <a:lnTo>
                    <a:pt x="698" y="4100"/>
                  </a:lnTo>
                  <a:lnTo>
                    <a:pt x="2180" y="2452"/>
                  </a:lnTo>
                  <a:lnTo>
                    <a:pt x="3240" y="1942"/>
                  </a:lnTo>
                  <a:lnTo>
                    <a:pt x="4471" y="2019"/>
                  </a:lnTo>
                  <a:lnTo>
                    <a:pt x="6306" y="1506"/>
                  </a:lnTo>
                  <a:lnTo>
                    <a:pt x="8040" y="2334"/>
                  </a:lnTo>
                  <a:lnTo>
                    <a:pt x="8575" y="1716"/>
                  </a:lnTo>
                  <a:lnTo>
                    <a:pt x="9453" y="0"/>
                  </a:lnTo>
                  <a:lnTo>
                    <a:pt x="9758" y="5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699"/>
            <p:cNvSpPr/>
            <p:nvPr/>
          </p:nvSpPr>
          <p:spPr>
            <a:xfrm>
              <a:off x="4010988" y="3898312"/>
              <a:ext cx="14998" cy="41507"/>
            </a:xfrm>
            <a:custGeom>
              <a:avLst/>
              <a:pathLst>
                <a:path w="14998" h="41507">
                  <a:moveTo>
                    <a:pt x="14217" y="16826"/>
                  </a:moveTo>
                  <a:lnTo>
                    <a:pt x="13542" y="18404"/>
                  </a:lnTo>
                  <a:lnTo>
                    <a:pt x="13207" y="21368"/>
                  </a:lnTo>
                  <a:lnTo>
                    <a:pt x="12041" y="24149"/>
                  </a:lnTo>
                  <a:lnTo>
                    <a:pt x="10759" y="28712"/>
                  </a:lnTo>
                  <a:lnTo>
                    <a:pt x="9734" y="31040"/>
                  </a:lnTo>
                  <a:lnTo>
                    <a:pt x="8834" y="33793"/>
                  </a:lnTo>
                  <a:lnTo>
                    <a:pt x="8058" y="35640"/>
                  </a:lnTo>
                  <a:lnTo>
                    <a:pt x="7090" y="36266"/>
                  </a:lnTo>
                  <a:lnTo>
                    <a:pt x="5640" y="36665"/>
                  </a:lnTo>
                  <a:lnTo>
                    <a:pt x="3670" y="39960"/>
                  </a:lnTo>
                  <a:lnTo>
                    <a:pt x="2579" y="41400"/>
                  </a:lnTo>
                  <a:lnTo>
                    <a:pt x="1519" y="41507"/>
                  </a:lnTo>
                  <a:lnTo>
                    <a:pt x="527" y="40436"/>
                  </a:lnTo>
                  <a:lnTo>
                    <a:pt x="149" y="39230"/>
                  </a:lnTo>
                  <a:lnTo>
                    <a:pt x="238" y="37602"/>
                  </a:lnTo>
                  <a:lnTo>
                    <a:pt x="567" y="36206"/>
                  </a:lnTo>
                  <a:lnTo>
                    <a:pt x="969" y="35054"/>
                  </a:lnTo>
                  <a:lnTo>
                    <a:pt x="1222" y="33571"/>
                  </a:lnTo>
                  <a:lnTo>
                    <a:pt x="97" y="31695"/>
                  </a:lnTo>
                  <a:lnTo>
                    <a:pt x="0" y="30267"/>
                  </a:lnTo>
                  <a:lnTo>
                    <a:pt x="446" y="26464"/>
                  </a:lnTo>
                  <a:lnTo>
                    <a:pt x="736" y="22539"/>
                  </a:lnTo>
                  <a:lnTo>
                    <a:pt x="1154" y="19867"/>
                  </a:lnTo>
                  <a:lnTo>
                    <a:pt x="2763" y="15089"/>
                  </a:lnTo>
                  <a:lnTo>
                    <a:pt x="3729" y="12719"/>
                  </a:lnTo>
                  <a:lnTo>
                    <a:pt x="4298" y="11793"/>
                  </a:lnTo>
                  <a:lnTo>
                    <a:pt x="4452" y="12792"/>
                  </a:lnTo>
                  <a:lnTo>
                    <a:pt x="4815" y="14004"/>
                  </a:lnTo>
                  <a:lnTo>
                    <a:pt x="5059" y="14203"/>
                  </a:lnTo>
                  <a:lnTo>
                    <a:pt x="5242" y="13929"/>
                  </a:lnTo>
                  <a:lnTo>
                    <a:pt x="6662" y="14344"/>
                  </a:lnTo>
                  <a:lnTo>
                    <a:pt x="7018" y="13926"/>
                  </a:lnTo>
                  <a:lnTo>
                    <a:pt x="7560" y="12038"/>
                  </a:lnTo>
                  <a:lnTo>
                    <a:pt x="7919" y="10988"/>
                  </a:lnTo>
                  <a:lnTo>
                    <a:pt x="8162" y="8749"/>
                  </a:lnTo>
                  <a:lnTo>
                    <a:pt x="8221" y="7323"/>
                  </a:lnTo>
                  <a:lnTo>
                    <a:pt x="9481" y="6290"/>
                  </a:lnTo>
                  <a:lnTo>
                    <a:pt x="10158" y="5147"/>
                  </a:lnTo>
                  <a:lnTo>
                    <a:pt x="10757" y="3526"/>
                  </a:lnTo>
                  <a:lnTo>
                    <a:pt x="12502" y="767"/>
                  </a:lnTo>
                  <a:lnTo>
                    <a:pt x="12815" y="0"/>
                  </a:lnTo>
                  <a:lnTo>
                    <a:pt x="12745" y="2631"/>
                  </a:lnTo>
                  <a:lnTo>
                    <a:pt x="12954" y="3278"/>
                  </a:lnTo>
                  <a:lnTo>
                    <a:pt x="13305" y="3598"/>
                  </a:lnTo>
                  <a:lnTo>
                    <a:pt x="14527" y="1817"/>
                  </a:lnTo>
                  <a:lnTo>
                    <a:pt x="14758" y="2155"/>
                  </a:lnTo>
                  <a:lnTo>
                    <a:pt x="14995" y="2957"/>
                  </a:lnTo>
                  <a:lnTo>
                    <a:pt x="14998" y="5332"/>
                  </a:lnTo>
                  <a:lnTo>
                    <a:pt x="14528" y="7309"/>
                  </a:lnTo>
                  <a:lnTo>
                    <a:pt x="13346" y="7459"/>
                  </a:lnTo>
                  <a:lnTo>
                    <a:pt x="13179" y="8016"/>
                  </a:lnTo>
                  <a:lnTo>
                    <a:pt x="13164" y="9225"/>
                  </a:lnTo>
                  <a:lnTo>
                    <a:pt x="13257" y="10394"/>
                  </a:lnTo>
                  <a:lnTo>
                    <a:pt x="13533" y="11331"/>
                  </a:lnTo>
                  <a:lnTo>
                    <a:pt x="13885" y="129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0"/>
            <p:cNvSpPr/>
            <p:nvPr/>
          </p:nvSpPr>
          <p:spPr>
            <a:xfrm>
              <a:off x="3933033" y="3890258"/>
              <a:ext cx="1276" cy="3967"/>
            </a:xfrm>
            <a:custGeom>
              <a:avLst/>
              <a:pathLst>
                <a:path w="1276" h="3967">
                  <a:moveTo>
                    <a:pt x="1244" y="2952"/>
                  </a:moveTo>
                  <a:lnTo>
                    <a:pt x="975" y="3967"/>
                  </a:lnTo>
                  <a:lnTo>
                    <a:pt x="196" y="2155"/>
                  </a:lnTo>
                  <a:lnTo>
                    <a:pt x="0" y="1344"/>
                  </a:lnTo>
                  <a:lnTo>
                    <a:pt x="578" y="161"/>
                  </a:lnTo>
                  <a:lnTo>
                    <a:pt x="778" y="0"/>
                  </a:lnTo>
                  <a:lnTo>
                    <a:pt x="1276" y="127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1"/>
            <p:cNvSpPr/>
            <p:nvPr/>
          </p:nvSpPr>
          <p:spPr>
            <a:xfrm>
              <a:off x="4004245" y="3883459"/>
              <a:ext cx="2550" cy="4850"/>
            </a:xfrm>
            <a:custGeom>
              <a:avLst/>
              <a:pathLst>
                <a:path w="2550" h="4850">
                  <a:moveTo>
                    <a:pt x="860" y="3113"/>
                  </a:moveTo>
                  <a:lnTo>
                    <a:pt x="554" y="4850"/>
                  </a:lnTo>
                  <a:lnTo>
                    <a:pt x="0" y="4357"/>
                  </a:lnTo>
                  <a:lnTo>
                    <a:pt x="151" y="2683"/>
                  </a:lnTo>
                  <a:lnTo>
                    <a:pt x="432" y="1691"/>
                  </a:lnTo>
                  <a:lnTo>
                    <a:pt x="1180" y="251"/>
                  </a:lnTo>
                  <a:lnTo>
                    <a:pt x="1938" y="0"/>
                  </a:lnTo>
                  <a:lnTo>
                    <a:pt x="2404" y="505"/>
                  </a:lnTo>
                  <a:lnTo>
                    <a:pt x="2550" y="1061"/>
                  </a:lnTo>
                  <a:lnTo>
                    <a:pt x="1367" y="162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2"/>
            <p:cNvSpPr/>
            <p:nvPr/>
          </p:nvSpPr>
          <p:spPr>
            <a:xfrm>
              <a:off x="3970511" y="3883145"/>
              <a:ext cx="1714" cy="9493"/>
            </a:xfrm>
            <a:custGeom>
              <a:avLst/>
              <a:pathLst>
                <a:path w="1714" h="9493">
                  <a:moveTo>
                    <a:pt x="818" y="9213"/>
                  </a:moveTo>
                  <a:lnTo>
                    <a:pt x="442" y="9493"/>
                  </a:lnTo>
                  <a:lnTo>
                    <a:pt x="63" y="9066"/>
                  </a:lnTo>
                  <a:lnTo>
                    <a:pt x="218" y="6437"/>
                  </a:lnTo>
                  <a:lnTo>
                    <a:pt x="0" y="4648"/>
                  </a:lnTo>
                  <a:lnTo>
                    <a:pt x="394" y="3246"/>
                  </a:lnTo>
                  <a:lnTo>
                    <a:pt x="492" y="761"/>
                  </a:lnTo>
                  <a:lnTo>
                    <a:pt x="649" y="0"/>
                  </a:lnTo>
                  <a:lnTo>
                    <a:pt x="880" y="781"/>
                  </a:lnTo>
                  <a:lnTo>
                    <a:pt x="988" y="1292"/>
                  </a:lnTo>
                  <a:lnTo>
                    <a:pt x="1184" y="1532"/>
                  </a:lnTo>
                  <a:lnTo>
                    <a:pt x="1615" y="1578"/>
                  </a:lnTo>
                  <a:lnTo>
                    <a:pt x="1714" y="2649"/>
                  </a:lnTo>
                  <a:lnTo>
                    <a:pt x="1697" y="3670"/>
                  </a:lnTo>
                  <a:lnTo>
                    <a:pt x="1513" y="4732"/>
                  </a:lnTo>
                  <a:lnTo>
                    <a:pt x="998" y="5880"/>
                  </a:lnTo>
                  <a:lnTo>
                    <a:pt x="626" y="716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3"/>
            <p:cNvSpPr/>
            <p:nvPr/>
          </p:nvSpPr>
          <p:spPr>
            <a:xfrm>
              <a:off x="4005564" y="3877420"/>
              <a:ext cx="2990" cy="4821"/>
            </a:xfrm>
            <a:custGeom>
              <a:avLst/>
              <a:pathLst>
                <a:path w="2990" h="4821">
                  <a:moveTo>
                    <a:pt x="2811" y="3526"/>
                  </a:moveTo>
                  <a:lnTo>
                    <a:pt x="2617" y="4821"/>
                  </a:lnTo>
                  <a:lnTo>
                    <a:pt x="0" y="4729"/>
                  </a:lnTo>
                  <a:lnTo>
                    <a:pt x="73" y="3024"/>
                  </a:lnTo>
                  <a:lnTo>
                    <a:pt x="800" y="1162"/>
                  </a:lnTo>
                  <a:lnTo>
                    <a:pt x="1043" y="542"/>
                  </a:lnTo>
                  <a:lnTo>
                    <a:pt x="1846" y="0"/>
                  </a:lnTo>
                  <a:lnTo>
                    <a:pt x="2990" y="9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4"/>
            <p:cNvSpPr/>
            <p:nvPr/>
          </p:nvSpPr>
          <p:spPr>
            <a:xfrm>
              <a:off x="3936656" y="3876496"/>
              <a:ext cx="8428" cy="21417"/>
            </a:xfrm>
            <a:custGeom>
              <a:avLst/>
              <a:pathLst>
                <a:path w="8428" h="21417">
                  <a:moveTo>
                    <a:pt x="7532" y="12105"/>
                  </a:moveTo>
                  <a:lnTo>
                    <a:pt x="6315" y="18225"/>
                  </a:lnTo>
                  <a:lnTo>
                    <a:pt x="6749" y="19212"/>
                  </a:lnTo>
                  <a:lnTo>
                    <a:pt x="7010" y="20150"/>
                  </a:lnTo>
                  <a:lnTo>
                    <a:pt x="4998" y="21417"/>
                  </a:lnTo>
                  <a:lnTo>
                    <a:pt x="4158" y="20742"/>
                  </a:lnTo>
                  <a:lnTo>
                    <a:pt x="3672" y="20918"/>
                  </a:lnTo>
                  <a:lnTo>
                    <a:pt x="1628" y="19766"/>
                  </a:lnTo>
                  <a:lnTo>
                    <a:pt x="166" y="18361"/>
                  </a:lnTo>
                  <a:lnTo>
                    <a:pt x="0" y="17247"/>
                  </a:lnTo>
                  <a:lnTo>
                    <a:pt x="115" y="15914"/>
                  </a:lnTo>
                  <a:lnTo>
                    <a:pt x="549" y="16364"/>
                  </a:lnTo>
                  <a:lnTo>
                    <a:pt x="1675" y="16578"/>
                  </a:lnTo>
                  <a:lnTo>
                    <a:pt x="2106" y="15977"/>
                  </a:lnTo>
                  <a:lnTo>
                    <a:pt x="2118" y="12030"/>
                  </a:lnTo>
                  <a:lnTo>
                    <a:pt x="1959" y="6890"/>
                  </a:lnTo>
                  <a:lnTo>
                    <a:pt x="3484" y="2689"/>
                  </a:lnTo>
                  <a:lnTo>
                    <a:pt x="4297" y="998"/>
                  </a:lnTo>
                  <a:lnTo>
                    <a:pt x="5232" y="0"/>
                  </a:lnTo>
                  <a:lnTo>
                    <a:pt x="7591" y="2320"/>
                  </a:lnTo>
                  <a:lnTo>
                    <a:pt x="7980" y="2951"/>
                  </a:lnTo>
                  <a:lnTo>
                    <a:pt x="8283" y="3895"/>
                  </a:lnTo>
                  <a:lnTo>
                    <a:pt x="8428" y="53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5"/>
            <p:cNvSpPr/>
            <p:nvPr/>
          </p:nvSpPr>
          <p:spPr>
            <a:xfrm>
              <a:off x="4014242" y="3876424"/>
              <a:ext cx="3622" cy="10339"/>
            </a:xfrm>
            <a:custGeom>
              <a:avLst/>
              <a:pathLst>
                <a:path w="3622" h="10339">
                  <a:moveTo>
                    <a:pt x="3450" y="3774"/>
                  </a:moveTo>
                  <a:lnTo>
                    <a:pt x="2865" y="5601"/>
                  </a:lnTo>
                  <a:lnTo>
                    <a:pt x="2467" y="8775"/>
                  </a:lnTo>
                  <a:lnTo>
                    <a:pt x="2104" y="9741"/>
                  </a:lnTo>
                  <a:lnTo>
                    <a:pt x="1326" y="10339"/>
                  </a:lnTo>
                  <a:lnTo>
                    <a:pt x="860" y="7153"/>
                  </a:lnTo>
                  <a:lnTo>
                    <a:pt x="0" y="7303"/>
                  </a:lnTo>
                  <a:lnTo>
                    <a:pt x="420" y="4501"/>
                  </a:lnTo>
                  <a:lnTo>
                    <a:pt x="827" y="3454"/>
                  </a:lnTo>
                  <a:lnTo>
                    <a:pt x="1355" y="3428"/>
                  </a:lnTo>
                  <a:lnTo>
                    <a:pt x="1615" y="4562"/>
                  </a:lnTo>
                  <a:lnTo>
                    <a:pt x="1757" y="4801"/>
                  </a:lnTo>
                  <a:lnTo>
                    <a:pt x="2997" y="49"/>
                  </a:lnTo>
                  <a:lnTo>
                    <a:pt x="3248" y="0"/>
                  </a:lnTo>
                  <a:lnTo>
                    <a:pt x="3454" y="204"/>
                  </a:lnTo>
                  <a:lnTo>
                    <a:pt x="3622" y="7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6"/>
            <p:cNvSpPr/>
            <p:nvPr/>
          </p:nvSpPr>
          <p:spPr>
            <a:xfrm>
              <a:off x="4007535" y="3876089"/>
              <a:ext cx="6678" cy="11707"/>
            </a:xfrm>
            <a:custGeom>
              <a:avLst/>
              <a:pathLst>
                <a:path w="6678" h="11707">
                  <a:moveTo>
                    <a:pt x="6678" y="2423"/>
                  </a:moveTo>
                  <a:lnTo>
                    <a:pt x="5324" y="3226"/>
                  </a:lnTo>
                  <a:lnTo>
                    <a:pt x="4497" y="6914"/>
                  </a:lnTo>
                  <a:lnTo>
                    <a:pt x="3836" y="6856"/>
                  </a:lnTo>
                  <a:lnTo>
                    <a:pt x="3475" y="8495"/>
                  </a:lnTo>
                  <a:lnTo>
                    <a:pt x="3389" y="9196"/>
                  </a:lnTo>
                  <a:lnTo>
                    <a:pt x="3439" y="9851"/>
                  </a:lnTo>
                  <a:lnTo>
                    <a:pt x="3365" y="10474"/>
                  </a:lnTo>
                  <a:lnTo>
                    <a:pt x="3104" y="11121"/>
                  </a:lnTo>
                  <a:lnTo>
                    <a:pt x="2486" y="10102"/>
                  </a:lnTo>
                  <a:lnTo>
                    <a:pt x="1958" y="11395"/>
                  </a:lnTo>
                  <a:lnTo>
                    <a:pt x="1736" y="11707"/>
                  </a:lnTo>
                  <a:lnTo>
                    <a:pt x="960" y="10200"/>
                  </a:lnTo>
                  <a:lnTo>
                    <a:pt x="223" y="10287"/>
                  </a:lnTo>
                  <a:lnTo>
                    <a:pt x="0" y="10053"/>
                  </a:lnTo>
                  <a:lnTo>
                    <a:pt x="912" y="7346"/>
                  </a:lnTo>
                  <a:lnTo>
                    <a:pt x="2158" y="4824"/>
                  </a:lnTo>
                  <a:lnTo>
                    <a:pt x="2363" y="3895"/>
                  </a:lnTo>
                  <a:lnTo>
                    <a:pt x="1875" y="3633"/>
                  </a:lnTo>
                  <a:lnTo>
                    <a:pt x="1584" y="3255"/>
                  </a:lnTo>
                  <a:lnTo>
                    <a:pt x="1549" y="2660"/>
                  </a:lnTo>
                  <a:lnTo>
                    <a:pt x="2337" y="2265"/>
                  </a:lnTo>
                  <a:lnTo>
                    <a:pt x="2883" y="2210"/>
                  </a:lnTo>
                  <a:lnTo>
                    <a:pt x="3298" y="2986"/>
                  </a:lnTo>
                  <a:lnTo>
                    <a:pt x="3561" y="2980"/>
                  </a:lnTo>
                  <a:lnTo>
                    <a:pt x="5248" y="0"/>
                  </a:lnTo>
                  <a:lnTo>
                    <a:pt x="5916" y="678"/>
                  </a:lnTo>
                  <a:lnTo>
                    <a:pt x="6402" y="144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7"/>
            <p:cNvSpPr/>
            <p:nvPr/>
          </p:nvSpPr>
          <p:spPr>
            <a:xfrm>
              <a:off x="4154945" y="3875587"/>
              <a:ext cx="3213" cy="6746"/>
            </a:xfrm>
            <a:custGeom>
              <a:avLst/>
              <a:pathLst>
                <a:path w="3213" h="6746">
                  <a:moveTo>
                    <a:pt x="3189" y="6359"/>
                  </a:moveTo>
                  <a:lnTo>
                    <a:pt x="2712" y="6746"/>
                  </a:lnTo>
                  <a:lnTo>
                    <a:pt x="296" y="5852"/>
                  </a:lnTo>
                  <a:lnTo>
                    <a:pt x="36" y="4634"/>
                  </a:lnTo>
                  <a:lnTo>
                    <a:pt x="0" y="4008"/>
                  </a:lnTo>
                  <a:lnTo>
                    <a:pt x="553" y="2807"/>
                  </a:lnTo>
                  <a:lnTo>
                    <a:pt x="1089" y="761"/>
                  </a:lnTo>
                  <a:lnTo>
                    <a:pt x="1916" y="0"/>
                  </a:lnTo>
                  <a:lnTo>
                    <a:pt x="2238" y="5"/>
                  </a:lnTo>
                  <a:lnTo>
                    <a:pt x="3213" y="48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8"/>
            <p:cNvSpPr/>
            <p:nvPr/>
          </p:nvSpPr>
          <p:spPr>
            <a:xfrm>
              <a:off x="3952276" y="3874843"/>
              <a:ext cx="1798" cy="6492"/>
            </a:xfrm>
            <a:custGeom>
              <a:avLst/>
              <a:pathLst>
                <a:path w="1798" h="6492">
                  <a:moveTo>
                    <a:pt x="713" y="6472"/>
                  </a:moveTo>
                  <a:lnTo>
                    <a:pt x="494" y="6492"/>
                  </a:lnTo>
                  <a:lnTo>
                    <a:pt x="79" y="5924"/>
                  </a:lnTo>
                  <a:lnTo>
                    <a:pt x="229" y="4692"/>
                  </a:lnTo>
                  <a:lnTo>
                    <a:pt x="0" y="2689"/>
                  </a:lnTo>
                  <a:lnTo>
                    <a:pt x="80" y="1038"/>
                  </a:lnTo>
                  <a:lnTo>
                    <a:pt x="615" y="109"/>
                  </a:lnTo>
                  <a:lnTo>
                    <a:pt x="1758" y="0"/>
                  </a:lnTo>
                  <a:lnTo>
                    <a:pt x="1798" y="121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09"/>
            <p:cNvSpPr/>
            <p:nvPr/>
          </p:nvSpPr>
          <p:spPr>
            <a:xfrm>
              <a:off x="3967070" y="3874574"/>
              <a:ext cx="1095" cy="2980"/>
            </a:xfrm>
            <a:custGeom>
              <a:avLst/>
              <a:pathLst>
                <a:path w="1095" h="2980">
                  <a:moveTo>
                    <a:pt x="508" y="2946"/>
                  </a:moveTo>
                  <a:lnTo>
                    <a:pt x="87" y="2980"/>
                  </a:lnTo>
                  <a:lnTo>
                    <a:pt x="0" y="1794"/>
                  </a:lnTo>
                  <a:lnTo>
                    <a:pt x="151" y="551"/>
                  </a:lnTo>
                  <a:lnTo>
                    <a:pt x="555" y="31"/>
                  </a:lnTo>
                  <a:lnTo>
                    <a:pt x="738" y="0"/>
                  </a:lnTo>
                  <a:lnTo>
                    <a:pt x="1032" y="1122"/>
                  </a:lnTo>
                  <a:lnTo>
                    <a:pt x="1095" y="1711"/>
                  </a:lnTo>
                  <a:lnTo>
                    <a:pt x="825" y="249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0"/>
            <p:cNvSpPr/>
            <p:nvPr/>
          </p:nvSpPr>
          <p:spPr>
            <a:xfrm>
              <a:off x="4018355" y="3874465"/>
              <a:ext cx="7461" cy="9135"/>
            </a:xfrm>
            <a:custGeom>
              <a:avLst/>
              <a:pathLst>
                <a:path w="7461" h="9135">
                  <a:moveTo>
                    <a:pt x="2115" y="158"/>
                  </a:moveTo>
                  <a:lnTo>
                    <a:pt x="2346" y="1959"/>
                  </a:lnTo>
                  <a:lnTo>
                    <a:pt x="3088" y="963"/>
                  </a:lnTo>
                  <a:lnTo>
                    <a:pt x="3813" y="712"/>
                  </a:lnTo>
                  <a:lnTo>
                    <a:pt x="5465" y="903"/>
                  </a:lnTo>
                  <a:lnTo>
                    <a:pt x="6678" y="1304"/>
                  </a:lnTo>
                  <a:lnTo>
                    <a:pt x="7393" y="2048"/>
                  </a:lnTo>
                  <a:lnTo>
                    <a:pt x="7461" y="5644"/>
                  </a:lnTo>
                  <a:lnTo>
                    <a:pt x="7125" y="6423"/>
                  </a:lnTo>
                  <a:lnTo>
                    <a:pt x="852" y="9135"/>
                  </a:lnTo>
                  <a:lnTo>
                    <a:pt x="241" y="8264"/>
                  </a:lnTo>
                  <a:lnTo>
                    <a:pt x="0" y="7401"/>
                  </a:lnTo>
                  <a:lnTo>
                    <a:pt x="676" y="4738"/>
                  </a:lnTo>
                  <a:lnTo>
                    <a:pt x="365" y="3474"/>
                  </a:lnTo>
                  <a:lnTo>
                    <a:pt x="722" y="1411"/>
                  </a:lnTo>
                  <a:lnTo>
                    <a:pt x="147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1"/>
            <p:cNvSpPr/>
            <p:nvPr/>
          </p:nvSpPr>
          <p:spPr>
            <a:xfrm>
              <a:off x="4051337" y="3873383"/>
              <a:ext cx="3201" cy="4625"/>
            </a:xfrm>
            <a:custGeom>
              <a:avLst/>
              <a:pathLst>
                <a:path w="3201" h="4625">
                  <a:moveTo>
                    <a:pt x="357" y="0"/>
                  </a:moveTo>
                  <a:lnTo>
                    <a:pt x="2040" y="1188"/>
                  </a:lnTo>
                  <a:lnTo>
                    <a:pt x="3005" y="1064"/>
                  </a:lnTo>
                  <a:lnTo>
                    <a:pt x="3201" y="2123"/>
                  </a:lnTo>
                  <a:lnTo>
                    <a:pt x="2281" y="4625"/>
                  </a:lnTo>
                  <a:lnTo>
                    <a:pt x="333" y="2700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2"/>
            <p:cNvSpPr/>
            <p:nvPr/>
          </p:nvSpPr>
          <p:spPr>
            <a:xfrm>
              <a:off x="3974627" y="3873218"/>
              <a:ext cx="30753" cy="24885"/>
            </a:xfrm>
            <a:custGeom>
              <a:avLst/>
              <a:pathLst>
                <a:path w="30753" h="24885">
                  <a:moveTo>
                    <a:pt x="28609" y="15319"/>
                  </a:moveTo>
                  <a:lnTo>
                    <a:pt x="27249" y="16370"/>
                  </a:lnTo>
                  <a:lnTo>
                    <a:pt x="26406" y="17365"/>
                  </a:lnTo>
                  <a:lnTo>
                    <a:pt x="25602" y="18681"/>
                  </a:lnTo>
                  <a:lnTo>
                    <a:pt x="25094" y="18952"/>
                  </a:lnTo>
                  <a:lnTo>
                    <a:pt x="24173" y="19059"/>
                  </a:lnTo>
                  <a:lnTo>
                    <a:pt x="22868" y="18823"/>
                  </a:lnTo>
                  <a:lnTo>
                    <a:pt x="21987" y="19250"/>
                  </a:lnTo>
                  <a:lnTo>
                    <a:pt x="19531" y="22666"/>
                  </a:lnTo>
                  <a:lnTo>
                    <a:pt x="18566" y="22963"/>
                  </a:lnTo>
                  <a:lnTo>
                    <a:pt x="17730" y="23800"/>
                  </a:lnTo>
                  <a:lnTo>
                    <a:pt x="17441" y="22473"/>
                  </a:lnTo>
                  <a:lnTo>
                    <a:pt x="17088" y="21492"/>
                  </a:lnTo>
                  <a:lnTo>
                    <a:pt x="16271" y="21244"/>
                  </a:lnTo>
                  <a:lnTo>
                    <a:pt x="15454" y="21322"/>
                  </a:lnTo>
                  <a:lnTo>
                    <a:pt x="14625" y="24337"/>
                  </a:lnTo>
                  <a:lnTo>
                    <a:pt x="13303" y="23705"/>
                  </a:lnTo>
                  <a:lnTo>
                    <a:pt x="12790" y="23971"/>
                  </a:lnTo>
                  <a:lnTo>
                    <a:pt x="12296" y="24605"/>
                  </a:lnTo>
                  <a:lnTo>
                    <a:pt x="11807" y="24885"/>
                  </a:lnTo>
                  <a:lnTo>
                    <a:pt x="11294" y="24675"/>
                  </a:lnTo>
                  <a:lnTo>
                    <a:pt x="9362" y="22326"/>
                  </a:lnTo>
                  <a:lnTo>
                    <a:pt x="7147" y="20938"/>
                  </a:lnTo>
                  <a:lnTo>
                    <a:pt x="4926" y="21483"/>
                  </a:lnTo>
                  <a:lnTo>
                    <a:pt x="3017" y="20202"/>
                  </a:lnTo>
                  <a:lnTo>
                    <a:pt x="1971" y="21183"/>
                  </a:lnTo>
                  <a:lnTo>
                    <a:pt x="983" y="22585"/>
                  </a:lnTo>
                  <a:lnTo>
                    <a:pt x="692" y="21108"/>
                  </a:lnTo>
                  <a:lnTo>
                    <a:pt x="330" y="19807"/>
                  </a:lnTo>
                  <a:lnTo>
                    <a:pt x="8" y="17859"/>
                  </a:lnTo>
                  <a:lnTo>
                    <a:pt x="0" y="15651"/>
                  </a:lnTo>
                  <a:lnTo>
                    <a:pt x="107" y="14102"/>
                  </a:lnTo>
                  <a:lnTo>
                    <a:pt x="390" y="12693"/>
                  </a:lnTo>
                  <a:lnTo>
                    <a:pt x="567" y="11225"/>
                  </a:lnTo>
                  <a:lnTo>
                    <a:pt x="651" y="9649"/>
                  </a:lnTo>
                  <a:lnTo>
                    <a:pt x="1069" y="10396"/>
                  </a:lnTo>
                  <a:lnTo>
                    <a:pt x="1506" y="10114"/>
                  </a:lnTo>
                  <a:lnTo>
                    <a:pt x="2808" y="8400"/>
                  </a:lnTo>
                  <a:lnTo>
                    <a:pt x="4077" y="5808"/>
                  </a:lnTo>
                  <a:lnTo>
                    <a:pt x="5259" y="4862"/>
                  </a:lnTo>
                  <a:lnTo>
                    <a:pt x="5939" y="4599"/>
                  </a:lnTo>
                  <a:lnTo>
                    <a:pt x="6522" y="5107"/>
                  </a:lnTo>
                  <a:lnTo>
                    <a:pt x="7115" y="4922"/>
                  </a:lnTo>
                  <a:lnTo>
                    <a:pt x="7721" y="4348"/>
                  </a:lnTo>
                  <a:lnTo>
                    <a:pt x="8676" y="6339"/>
                  </a:lnTo>
                  <a:lnTo>
                    <a:pt x="9078" y="6743"/>
                  </a:lnTo>
                  <a:lnTo>
                    <a:pt x="10374" y="6896"/>
                  </a:lnTo>
                  <a:lnTo>
                    <a:pt x="11552" y="8045"/>
                  </a:lnTo>
                  <a:lnTo>
                    <a:pt x="12604" y="9759"/>
                  </a:lnTo>
                  <a:lnTo>
                    <a:pt x="14128" y="11366"/>
                  </a:lnTo>
                  <a:lnTo>
                    <a:pt x="15044" y="13522"/>
                  </a:lnTo>
                  <a:lnTo>
                    <a:pt x="15742" y="14318"/>
                  </a:lnTo>
                  <a:lnTo>
                    <a:pt x="16260" y="14534"/>
                  </a:lnTo>
                  <a:lnTo>
                    <a:pt x="16736" y="14243"/>
                  </a:lnTo>
                  <a:lnTo>
                    <a:pt x="17336" y="12792"/>
                  </a:lnTo>
                  <a:lnTo>
                    <a:pt x="18038" y="12191"/>
                  </a:lnTo>
                  <a:lnTo>
                    <a:pt x="18650" y="12214"/>
                  </a:lnTo>
                  <a:lnTo>
                    <a:pt x="19764" y="11839"/>
                  </a:lnTo>
                  <a:lnTo>
                    <a:pt x="20233" y="11490"/>
                  </a:lnTo>
                  <a:lnTo>
                    <a:pt x="20760" y="10694"/>
                  </a:lnTo>
                  <a:lnTo>
                    <a:pt x="21275" y="11187"/>
                  </a:lnTo>
                  <a:lnTo>
                    <a:pt x="21727" y="11920"/>
                  </a:lnTo>
                  <a:lnTo>
                    <a:pt x="23611" y="15709"/>
                  </a:lnTo>
                  <a:lnTo>
                    <a:pt x="24189" y="15810"/>
                  </a:lnTo>
                  <a:lnTo>
                    <a:pt x="25249" y="14996"/>
                  </a:lnTo>
                  <a:lnTo>
                    <a:pt x="25568" y="13980"/>
                  </a:lnTo>
                  <a:lnTo>
                    <a:pt x="25731" y="12419"/>
                  </a:lnTo>
                  <a:lnTo>
                    <a:pt x="26021" y="11121"/>
                  </a:lnTo>
                  <a:lnTo>
                    <a:pt x="26426" y="9995"/>
                  </a:lnTo>
                  <a:lnTo>
                    <a:pt x="26884" y="9135"/>
                  </a:lnTo>
                  <a:lnTo>
                    <a:pt x="28292" y="7678"/>
                  </a:lnTo>
                  <a:lnTo>
                    <a:pt x="29258" y="6238"/>
                  </a:lnTo>
                  <a:lnTo>
                    <a:pt x="29918" y="3800"/>
                  </a:lnTo>
                  <a:lnTo>
                    <a:pt x="28375" y="2738"/>
                  </a:lnTo>
                  <a:lnTo>
                    <a:pt x="28700" y="983"/>
                  </a:lnTo>
                  <a:lnTo>
                    <a:pt x="29212" y="0"/>
                  </a:lnTo>
                  <a:lnTo>
                    <a:pt x="29897" y="363"/>
                  </a:lnTo>
                  <a:lnTo>
                    <a:pt x="30487" y="1734"/>
                  </a:lnTo>
                  <a:lnTo>
                    <a:pt x="30753" y="6968"/>
                  </a:lnTo>
                  <a:lnTo>
                    <a:pt x="30267" y="7707"/>
                  </a:lnTo>
                  <a:lnTo>
                    <a:pt x="29961" y="8501"/>
                  </a:lnTo>
                  <a:lnTo>
                    <a:pt x="29755" y="9545"/>
                  </a:lnTo>
                  <a:lnTo>
                    <a:pt x="28880" y="11461"/>
                  </a:lnTo>
                  <a:lnTo>
                    <a:pt x="29222" y="13856"/>
                  </a:lnTo>
                  <a:lnTo>
                    <a:pt x="28965" y="1484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3"/>
            <p:cNvSpPr/>
            <p:nvPr/>
          </p:nvSpPr>
          <p:spPr>
            <a:xfrm>
              <a:off x="4080072" y="3873160"/>
              <a:ext cx="3856" cy="7641"/>
            </a:xfrm>
            <a:custGeom>
              <a:avLst/>
              <a:pathLst>
                <a:path w="3856" h="7641">
                  <a:moveTo>
                    <a:pt x="836" y="6720"/>
                  </a:moveTo>
                  <a:lnTo>
                    <a:pt x="0" y="7641"/>
                  </a:lnTo>
                  <a:lnTo>
                    <a:pt x="559" y="5303"/>
                  </a:lnTo>
                  <a:lnTo>
                    <a:pt x="2354" y="0"/>
                  </a:lnTo>
                  <a:lnTo>
                    <a:pt x="3001" y="981"/>
                  </a:lnTo>
                  <a:lnTo>
                    <a:pt x="3856" y="1165"/>
                  </a:lnTo>
                  <a:lnTo>
                    <a:pt x="2581" y="3566"/>
                  </a:lnTo>
                  <a:lnTo>
                    <a:pt x="1277" y="45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4"/>
            <p:cNvSpPr/>
            <p:nvPr/>
          </p:nvSpPr>
          <p:spPr>
            <a:xfrm>
              <a:off x="3945411" y="3873094"/>
              <a:ext cx="22704" cy="29843"/>
            </a:xfrm>
            <a:custGeom>
              <a:avLst/>
              <a:pathLst>
                <a:path w="22704" h="29843">
                  <a:moveTo>
                    <a:pt x="14174" y="6758"/>
                  </a:moveTo>
                  <a:lnTo>
                    <a:pt x="14655" y="7924"/>
                  </a:lnTo>
                  <a:lnTo>
                    <a:pt x="15092" y="7814"/>
                  </a:lnTo>
                  <a:lnTo>
                    <a:pt x="16008" y="6033"/>
                  </a:lnTo>
                  <a:lnTo>
                    <a:pt x="16560" y="5390"/>
                  </a:lnTo>
                  <a:lnTo>
                    <a:pt x="17152" y="5358"/>
                  </a:lnTo>
                  <a:lnTo>
                    <a:pt x="17727" y="5661"/>
                  </a:lnTo>
                  <a:lnTo>
                    <a:pt x="18291" y="6925"/>
                  </a:lnTo>
                  <a:lnTo>
                    <a:pt x="18495" y="8994"/>
                  </a:lnTo>
                  <a:lnTo>
                    <a:pt x="18707" y="9629"/>
                  </a:lnTo>
                  <a:lnTo>
                    <a:pt x="19038" y="7153"/>
                  </a:lnTo>
                  <a:lnTo>
                    <a:pt x="19479" y="6406"/>
                  </a:lnTo>
                  <a:lnTo>
                    <a:pt x="19974" y="6028"/>
                  </a:lnTo>
                  <a:lnTo>
                    <a:pt x="20748" y="6163"/>
                  </a:lnTo>
                  <a:lnTo>
                    <a:pt x="21340" y="7346"/>
                  </a:lnTo>
                  <a:lnTo>
                    <a:pt x="21879" y="10864"/>
                  </a:lnTo>
                  <a:lnTo>
                    <a:pt x="21862" y="13943"/>
                  </a:lnTo>
                  <a:lnTo>
                    <a:pt x="22058" y="15091"/>
                  </a:lnTo>
                  <a:lnTo>
                    <a:pt x="22429" y="15931"/>
                  </a:lnTo>
                  <a:lnTo>
                    <a:pt x="22704" y="17111"/>
                  </a:lnTo>
                  <a:lnTo>
                    <a:pt x="22459" y="18346"/>
                  </a:lnTo>
                  <a:lnTo>
                    <a:pt x="22216" y="18952"/>
                  </a:lnTo>
                  <a:lnTo>
                    <a:pt x="21518" y="19518"/>
                  </a:lnTo>
                  <a:lnTo>
                    <a:pt x="21183" y="19270"/>
                  </a:lnTo>
                  <a:lnTo>
                    <a:pt x="20874" y="18439"/>
                  </a:lnTo>
                  <a:lnTo>
                    <a:pt x="20528" y="18133"/>
                  </a:lnTo>
                  <a:lnTo>
                    <a:pt x="19738" y="18410"/>
                  </a:lnTo>
                  <a:lnTo>
                    <a:pt x="19015" y="19100"/>
                  </a:lnTo>
                  <a:lnTo>
                    <a:pt x="19114" y="20228"/>
                  </a:lnTo>
                  <a:lnTo>
                    <a:pt x="19708" y="20736"/>
                  </a:lnTo>
                  <a:lnTo>
                    <a:pt x="19888" y="21270"/>
                  </a:lnTo>
                  <a:lnTo>
                    <a:pt x="19848" y="21994"/>
                  </a:lnTo>
                  <a:lnTo>
                    <a:pt x="19614" y="22138"/>
                  </a:lnTo>
                  <a:lnTo>
                    <a:pt x="18842" y="21163"/>
                  </a:lnTo>
                  <a:lnTo>
                    <a:pt x="18320" y="21359"/>
                  </a:lnTo>
                  <a:lnTo>
                    <a:pt x="16445" y="22675"/>
                  </a:lnTo>
                  <a:lnTo>
                    <a:pt x="15948" y="22646"/>
                  </a:lnTo>
                  <a:lnTo>
                    <a:pt x="15669" y="21402"/>
                  </a:lnTo>
                  <a:lnTo>
                    <a:pt x="15688" y="18162"/>
                  </a:lnTo>
                  <a:lnTo>
                    <a:pt x="15487" y="17302"/>
                  </a:lnTo>
                  <a:lnTo>
                    <a:pt x="14093" y="21238"/>
                  </a:lnTo>
                  <a:lnTo>
                    <a:pt x="13670" y="22205"/>
                  </a:lnTo>
                  <a:lnTo>
                    <a:pt x="13108" y="22661"/>
                  </a:lnTo>
                  <a:lnTo>
                    <a:pt x="12524" y="22502"/>
                  </a:lnTo>
                  <a:lnTo>
                    <a:pt x="10510" y="24891"/>
                  </a:lnTo>
                  <a:lnTo>
                    <a:pt x="9877" y="24556"/>
                  </a:lnTo>
                  <a:lnTo>
                    <a:pt x="9264" y="24551"/>
                  </a:lnTo>
                  <a:lnTo>
                    <a:pt x="7113" y="27139"/>
                  </a:lnTo>
                  <a:lnTo>
                    <a:pt x="5959" y="27860"/>
                  </a:lnTo>
                  <a:lnTo>
                    <a:pt x="5368" y="27912"/>
                  </a:lnTo>
                  <a:lnTo>
                    <a:pt x="4778" y="27690"/>
                  </a:lnTo>
                  <a:lnTo>
                    <a:pt x="4251" y="27924"/>
                  </a:lnTo>
                  <a:lnTo>
                    <a:pt x="3780" y="28963"/>
                  </a:lnTo>
                  <a:lnTo>
                    <a:pt x="2820" y="29843"/>
                  </a:lnTo>
                  <a:lnTo>
                    <a:pt x="1828" y="29173"/>
                  </a:lnTo>
                  <a:lnTo>
                    <a:pt x="991" y="28282"/>
                  </a:lnTo>
                  <a:lnTo>
                    <a:pt x="197" y="27104"/>
                  </a:lnTo>
                  <a:lnTo>
                    <a:pt x="0" y="25601"/>
                  </a:lnTo>
                  <a:lnTo>
                    <a:pt x="39" y="23795"/>
                  </a:lnTo>
                  <a:lnTo>
                    <a:pt x="374" y="21330"/>
                  </a:lnTo>
                  <a:lnTo>
                    <a:pt x="145" y="17008"/>
                  </a:lnTo>
                  <a:lnTo>
                    <a:pt x="320" y="15037"/>
                  </a:lnTo>
                  <a:lnTo>
                    <a:pt x="644" y="13100"/>
                  </a:lnTo>
                  <a:lnTo>
                    <a:pt x="1136" y="12388"/>
                  </a:lnTo>
                  <a:lnTo>
                    <a:pt x="1779" y="12243"/>
                  </a:lnTo>
                  <a:lnTo>
                    <a:pt x="2842" y="10500"/>
                  </a:lnTo>
                  <a:lnTo>
                    <a:pt x="3815" y="8218"/>
                  </a:lnTo>
                  <a:lnTo>
                    <a:pt x="4380" y="8434"/>
                  </a:lnTo>
                  <a:lnTo>
                    <a:pt x="5659" y="10030"/>
                  </a:lnTo>
                  <a:lnTo>
                    <a:pt x="6408" y="10221"/>
                  </a:lnTo>
                  <a:lnTo>
                    <a:pt x="7682" y="9967"/>
                  </a:lnTo>
                  <a:lnTo>
                    <a:pt x="8208" y="10948"/>
                  </a:lnTo>
                  <a:lnTo>
                    <a:pt x="8415" y="13193"/>
                  </a:lnTo>
                  <a:lnTo>
                    <a:pt x="8699" y="14012"/>
                  </a:lnTo>
                  <a:lnTo>
                    <a:pt x="9076" y="14584"/>
                  </a:lnTo>
                  <a:lnTo>
                    <a:pt x="9979" y="18381"/>
                  </a:lnTo>
                  <a:lnTo>
                    <a:pt x="10817" y="18182"/>
                  </a:lnTo>
                  <a:lnTo>
                    <a:pt x="11551" y="18880"/>
                  </a:lnTo>
                  <a:lnTo>
                    <a:pt x="12845" y="16583"/>
                  </a:lnTo>
                  <a:lnTo>
                    <a:pt x="13824" y="16638"/>
                  </a:lnTo>
                  <a:lnTo>
                    <a:pt x="14102" y="14858"/>
                  </a:lnTo>
                  <a:lnTo>
                    <a:pt x="13517" y="12956"/>
                  </a:lnTo>
                  <a:lnTo>
                    <a:pt x="12810" y="11409"/>
                  </a:lnTo>
                  <a:lnTo>
                    <a:pt x="12431" y="11086"/>
                  </a:lnTo>
                  <a:lnTo>
                    <a:pt x="12016" y="11179"/>
                  </a:lnTo>
                  <a:lnTo>
                    <a:pt x="11643" y="10927"/>
                  </a:lnTo>
                  <a:lnTo>
                    <a:pt x="10064" y="7476"/>
                  </a:lnTo>
                  <a:lnTo>
                    <a:pt x="9598" y="5612"/>
                  </a:lnTo>
                  <a:lnTo>
                    <a:pt x="9329" y="3413"/>
                  </a:lnTo>
                  <a:lnTo>
                    <a:pt x="9491" y="1786"/>
                  </a:lnTo>
                  <a:lnTo>
                    <a:pt x="10577" y="349"/>
                  </a:lnTo>
                  <a:lnTo>
                    <a:pt x="11084" y="0"/>
                  </a:lnTo>
                  <a:lnTo>
                    <a:pt x="12973" y="981"/>
                  </a:lnTo>
                  <a:lnTo>
                    <a:pt x="13292" y="1800"/>
                  </a:lnTo>
                  <a:lnTo>
                    <a:pt x="13794" y="526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5"/>
            <p:cNvSpPr/>
            <p:nvPr/>
          </p:nvSpPr>
          <p:spPr>
            <a:xfrm>
              <a:off x="3923296" y="3872404"/>
              <a:ext cx="11889" cy="23145"/>
            </a:xfrm>
            <a:custGeom>
              <a:avLst/>
              <a:pathLst>
                <a:path w="11889" h="23145">
                  <a:moveTo>
                    <a:pt x="9423" y="2643"/>
                  </a:moveTo>
                  <a:lnTo>
                    <a:pt x="10400" y="4213"/>
                  </a:lnTo>
                  <a:lnTo>
                    <a:pt x="11760" y="8801"/>
                  </a:lnTo>
                  <a:lnTo>
                    <a:pt x="11889" y="10088"/>
                  </a:lnTo>
                  <a:lnTo>
                    <a:pt x="11477" y="11303"/>
                  </a:lnTo>
                  <a:lnTo>
                    <a:pt x="10501" y="13250"/>
                  </a:lnTo>
                  <a:lnTo>
                    <a:pt x="8327" y="16251"/>
                  </a:lnTo>
                  <a:lnTo>
                    <a:pt x="7954" y="17668"/>
                  </a:lnTo>
                  <a:lnTo>
                    <a:pt x="7494" y="20441"/>
                  </a:lnTo>
                  <a:lnTo>
                    <a:pt x="7388" y="21625"/>
                  </a:lnTo>
                  <a:lnTo>
                    <a:pt x="7235" y="22274"/>
                  </a:lnTo>
                  <a:lnTo>
                    <a:pt x="6985" y="22744"/>
                  </a:lnTo>
                  <a:lnTo>
                    <a:pt x="6511" y="23145"/>
                  </a:lnTo>
                  <a:lnTo>
                    <a:pt x="5998" y="22565"/>
                  </a:lnTo>
                  <a:lnTo>
                    <a:pt x="6462" y="20779"/>
                  </a:lnTo>
                  <a:lnTo>
                    <a:pt x="6479" y="18649"/>
                  </a:lnTo>
                  <a:lnTo>
                    <a:pt x="6134" y="16658"/>
                  </a:lnTo>
                  <a:lnTo>
                    <a:pt x="5648" y="14990"/>
                  </a:lnTo>
                  <a:lnTo>
                    <a:pt x="4657" y="12725"/>
                  </a:lnTo>
                  <a:lnTo>
                    <a:pt x="3600" y="10720"/>
                  </a:lnTo>
                  <a:lnTo>
                    <a:pt x="2535" y="9698"/>
                  </a:lnTo>
                  <a:lnTo>
                    <a:pt x="1399" y="9236"/>
                  </a:lnTo>
                  <a:lnTo>
                    <a:pt x="993" y="8264"/>
                  </a:lnTo>
                  <a:lnTo>
                    <a:pt x="328" y="5765"/>
                  </a:lnTo>
                  <a:lnTo>
                    <a:pt x="108" y="4403"/>
                  </a:lnTo>
                  <a:lnTo>
                    <a:pt x="0" y="2972"/>
                  </a:lnTo>
                  <a:lnTo>
                    <a:pt x="74" y="1587"/>
                  </a:lnTo>
                  <a:lnTo>
                    <a:pt x="353" y="1503"/>
                  </a:lnTo>
                  <a:lnTo>
                    <a:pt x="1465" y="1832"/>
                  </a:lnTo>
                  <a:lnTo>
                    <a:pt x="3513" y="3454"/>
                  </a:lnTo>
                  <a:lnTo>
                    <a:pt x="4527" y="3586"/>
                  </a:lnTo>
                  <a:lnTo>
                    <a:pt x="5100" y="3211"/>
                  </a:lnTo>
                  <a:lnTo>
                    <a:pt x="6599" y="0"/>
                  </a:lnTo>
                  <a:lnTo>
                    <a:pt x="6954" y="51"/>
                  </a:lnTo>
                  <a:lnTo>
                    <a:pt x="8389" y="14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6"/>
            <p:cNvSpPr/>
            <p:nvPr/>
          </p:nvSpPr>
          <p:spPr>
            <a:xfrm>
              <a:off x="4068696" y="3864400"/>
              <a:ext cx="2419" cy="7436"/>
            </a:xfrm>
            <a:custGeom>
              <a:avLst/>
              <a:pathLst>
                <a:path w="2419" h="7436">
                  <a:moveTo>
                    <a:pt x="2374" y="4720"/>
                  </a:moveTo>
                  <a:lnTo>
                    <a:pt x="1806" y="7436"/>
                  </a:lnTo>
                  <a:lnTo>
                    <a:pt x="1168" y="7266"/>
                  </a:lnTo>
                  <a:lnTo>
                    <a:pt x="0" y="3621"/>
                  </a:lnTo>
                  <a:lnTo>
                    <a:pt x="65" y="1079"/>
                  </a:lnTo>
                  <a:lnTo>
                    <a:pt x="164" y="253"/>
                  </a:lnTo>
                  <a:lnTo>
                    <a:pt x="611" y="0"/>
                  </a:lnTo>
                  <a:lnTo>
                    <a:pt x="2125" y="735"/>
                  </a:lnTo>
                  <a:lnTo>
                    <a:pt x="2419" y="279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7"/>
            <p:cNvSpPr/>
            <p:nvPr/>
          </p:nvSpPr>
          <p:spPr>
            <a:xfrm>
              <a:off x="4032225" y="3857809"/>
              <a:ext cx="9769" cy="12197"/>
            </a:xfrm>
            <a:custGeom>
              <a:avLst/>
              <a:pathLst>
                <a:path w="9769" h="12197">
                  <a:moveTo>
                    <a:pt x="9639" y="2839"/>
                  </a:moveTo>
                  <a:lnTo>
                    <a:pt x="9769" y="4276"/>
                  </a:lnTo>
                  <a:lnTo>
                    <a:pt x="9752" y="4908"/>
                  </a:lnTo>
                  <a:lnTo>
                    <a:pt x="8600" y="5370"/>
                  </a:lnTo>
                  <a:lnTo>
                    <a:pt x="7489" y="6968"/>
                  </a:lnTo>
                  <a:lnTo>
                    <a:pt x="6921" y="8809"/>
                  </a:lnTo>
                  <a:lnTo>
                    <a:pt x="6477" y="11187"/>
                  </a:lnTo>
                  <a:lnTo>
                    <a:pt x="4947" y="10220"/>
                  </a:lnTo>
                  <a:lnTo>
                    <a:pt x="3584" y="10062"/>
                  </a:lnTo>
                  <a:lnTo>
                    <a:pt x="2981" y="9225"/>
                  </a:lnTo>
                  <a:lnTo>
                    <a:pt x="2324" y="9280"/>
                  </a:lnTo>
                  <a:lnTo>
                    <a:pt x="1473" y="10021"/>
                  </a:lnTo>
                  <a:lnTo>
                    <a:pt x="268" y="12041"/>
                  </a:lnTo>
                  <a:lnTo>
                    <a:pt x="0" y="12197"/>
                  </a:lnTo>
                  <a:lnTo>
                    <a:pt x="97" y="9127"/>
                  </a:lnTo>
                  <a:lnTo>
                    <a:pt x="431" y="7237"/>
                  </a:lnTo>
                  <a:lnTo>
                    <a:pt x="1702" y="2706"/>
                  </a:lnTo>
                  <a:lnTo>
                    <a:pt x="2760" y="3710"/>
                  </a:lnTo>
                  <a:lnTo>
                    <a:pt x="3993" y="3987"/>
                  </a:lnTo>
                  <a:lnTo>
                    <a:pt x="5394" y="3102"/>
                  </a:lnTo>
                  <a:lnTo>
                    <a:pt x="6389" y="1064"/>
                  </a:lnTo>
                  <a:lnTo>
                    <a:pt x="7799" y="0"/>
                  </a:lnTo>
                  <a:lnTo>
                    <a:pt x="8922" y="26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8"/>
            <p:cNvSpPr/>
            <p:nvPr/>
          </p:nvSpPr>
          <p:spPr>
            <a:xfrm>
              <a:off x="4047194" y="3856066"/>
              <a:ext cx="1152" cy="3950"/>
            </a:xfrm>
            <a:custGeom>
              <a:avLst/>
              <a:pathLst>
                <a:path w="1152" h="3950">
                  <a:moveTo>
                    <a:pt x="616" y="3257"/>
                  </a:moveTo>
                  <a:lnTo>
                    <a:pt x="0" y="3950"/>
                  </a:lnTo>
                  <a:lnTo>
                    <a:pt x="189" y="1763"/>
                  </a:lnTo>
                  <a:lnTo>
                    <a:pt x="148" y="0"/>
                  </a:lnTo>
                  <a:lnTo>
                    <a:pt x="1152" y="539"/>
                  </a:lnTo>
                  <a:lnTo>
                    <a:pt x="1141" y="1942"/>
                  </a:lnTo>
                  <a:lnTo>
                    <a:pt x="1044" y="24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19"/>
            <p:cNvSpPr/>
            <p:nvPr/>
          </p:nvSpPr>
          <p:spPr>
            <a:xfrm>
              <a:off x="4146167" y="3852130"/>
              <a:ext cx="12869" cy="30498"/>
            </a:xfrm>
            <a:custGeom>
              <a:avLst/>
              <a:pathLst>
                <a:path w="12869" h="30498">
                  <a:moveTo>
                    <a:pt x="8507" y="26418"/>
                  </a:moveTo>
                  <a:lnTo>
                    <a:pt x="6209" y="30305"/>
                  </a:lnTo>
                  <a:lnTo>
                    <a:pt x="3195" y="29618"/>
                  </a:lnTo>
                  <a:lnTo>
                    <a:pt x="2129" y="29551"/>
                  </a:lnTo>
                  <a:lnTo>
                    <a:pt x="358" y="30498"/>
                  </a:lnTo>
                  <a:lnTo>
                    <a:pt x="0" y="29742"/>
                  </a:lnTo>
                  <a:lnTo>
                    <a:pt x="334" y="26080"/>
                  </a:lnTo>
                  <a:lnTo>
                    <a:pt x="1750" y="16329"/>
                  </a:lnTo>
                  <a:lnTo>
                    <a:pt x="3433" y="7742"/>
                  </a:lnTo>
                  <a:lnTo>
                    <a:pt x="4147" y="5514"/>
                  </a:lnTo>
                  <a:lnTo>
                    <a:pt x="5142" y="3419"/>
                  </a:lnTo>
                  <a:lnTo>
                    <a:pt x="6202" y="1740"/>
                  </a:lnTo>
                  <a:lnTo>
                    <a:pt x="8589" y="0"/>
                  </a:lnTo>
                  <a:lnTo>
                    <a:pt x="10761" y="320"/>
                  </a:lnTo>
                  <a:lnTo>
                    <a:pt x="11070" y="1035"/>
                  </a:lnTo>
                  <a:lnTo>
                    <a:pt x="12007" y="3901"/>
                  </a:lnTo>
                  <a:lnTo>
                    <a:pt x="12615" y="6157"/>
                  </a:lnTo>
                  <a:lnTo>
                    <a:pt x="12869" y="9352"/>
                  </a:lnTo>
                  <a:lnTo>
                    <a:pt x="11945" y="14849"/>
                  </a:lnTo>
                  <a:lnTo>
                    <a:pt x="10916" y="20078"/>
                  </a:lnTo>
                  <a:lnTo>
                    <a:pt x="9241" y="2419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0"/>
            <p:cNvSpPr/>
            <p:nvPr/>
          </p:nvSpPr>
          <p:spPr>
            <a:xfrm>
              <a:off x="4083067" y="3844246"/>
              <a:ext cx="6242" cy="26536"/>
            </a:xfrm>
            <a:custGeom>
              <a:avLst/>
              <a:pathLst>
                <a:path w="6242" h="26536">
                  <a:moveTo>
                    <a:pt x="2295" y="26201"/>
                  </a:moveTo>
                  <a:lnTo>
                    <a:pt x="2137" y="26536"/>
                  </a:lnTo>
                  <a:lnTo>
                    <a:pt x="943" y="26152"/>
                  </a:lnTo>
                  <a:lnTo>
                    <a:pt x="259" y="26138"/>
                  </a:lnTo>
                  <a:lnTo>
                    <a:pt x="351" y="23907"/>
                  </a:lnTo>
                  <a:lnTo>
                    <a:pt x="0" y="22228"/>
                  </a:lnTo>
                  <a:lnTo>
                    <a:pt x="480" y="19766"/>
                  </a:lnTo>
                  <a:lnTo>
                    <a:pt x="489" y="16904"/>
                  </a:lnTo>
                  <a:lnTo>
                    <a:pt x="992" y="16520"/>
                  </a:lnTo>
                  <a:lnTo>
                    <a:pt x="1062" y="14889"/>
                  </a:lnTo>
                  <a:lnTo>
                    <a:pt x="1665" y="10570"/>
                  </a:lnTo>
                  <a:lnTo>
                    <a:pt x="2019" y="9612"/>
                  </a:lnTo>
                  <a:lnTo>
                    <a:pt x="2522" y="9236"/>
                  </a:lnTo>
                  <a:lnTo>
                    <a:pt x="3116" y="6717"/>
                  </a:lnTo>
                  <a:lnTo>
                    <a:pt x="3454" y="5984"/>
                  </a:lnTo>
                  <a:lnTo>
                    <a:pt x="3805" y="4074"/>
                  </a:lnTo>
                  <a:lnTo>
                    <a:pt x="4311" y="3185"/>
                  </a:lnTo>
                  <a:lnTo>
                    <a:pt x="4268" y="1546"/>
                  </a:lnTo>
                  <a:lnTo>
                    <a:pt x="4556" y="678"/>
                  </a:lnTo>
                  <a:lnTo>
                    <a:pt x="5351" y="0"/>
                  </a:lnTo>
                  <a:lnTo>
                    <a:pt x="5902" y="810"/>
                  </a:lnTo>
                  <a:lnTo>
                    <a:pt x="6242" y="2490"/>
                  </a:lnTo>
                  <a:lnTo>
                    <a:pt x="5355" y="4553"/>
                  </a:lnTo>
                  <a:lnTo>
                    <a:pt x="5809" y="9635"/>
                  </a:lnTo>
                  <a:lnTo>
                    <a:pt x="5168" y="15169"/>
                  </a:lnTo>
                  <a:lnTo>
                    <a:pt x="4743" y="16826"/>
                  </a:lnTo>
                  <a:lnTo>
                    <a:pt x="3957" y="18257"/>
                  </a:lnTo>
                  <a:lnTo>
                    <a:pt x="3717" y="19616"/>
                  </a:lnTo>
                  <a:lnTo>
                    <a:pt x="2790" y="22349"/>
                  </a:lnTo>
                  <a:lnTo>
                    <a:pt x="2508" y="24680"/>
                  </a:lnTo>
                  <a:lnTo>
                    <a:pt x="2467" y="2566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1"/>
            <p:cNvSpPr/>
            <p:nvPr/>
          </p:nvSpPr>
          <p:spPr>
            <a:xfrm>
              <a:off x="4089450" y="3844001"/>
              <a:ext cx="2223" cy="4339"/>
            </a:xfrm>
            <a:custGeom>
              <a:avLst/>
              <a:pathLst>
                <a:path w="2223" h="4339">
                  <a:moveTo>
                    <a:pt x="2223" y="2882"/>
                  </a:moveTo>
                  <a:lnTo>
                    <a:pt x="2102" y="4339"/>
                  </a:lnTo>
                  <a:lnTo>
                    <a:pt x="1692" y="3560"/>
                  </a:lnTo>
                  <a:lnTo>
                    <a:pt x="1285" y="1861"/>
                  </a:lnTo>
                  <a:lnTo>
                    <a:pt x="692" y="1615"/>
                  </a:lnTo>
                  <a:lnTo>
                    <a:pt x="257" y="1165"/>
                  </a:lnTo>
                  <a:lnTo>
                    <a:pt x="0" y="363"/>
                  </a:lnTo>
                  <a:lnTo>
                    <a:pt x="1648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2"/>
            <p:cNvSpPr/>
            <p:nvPr/>
          </p:nvSpPr>
          <p:spPr>
            <a:xfrm>
              <a:off x="3921673" y="3843083"/>
              <a:ext cx="1093" cy="2946"/>
            </a:xfrm>
            <a:custGeom>
              <a:avLst/>
              <a:pathLst>
                <a:path w="1093" h="2946">
                  <a:moveTo>
                    <a:pt x="1093" y="1774"/>
                  </a:moveTo>
                  <a:lnTo>
                    <a:pt x="950" y="2946"/>
                  </a:lnTo>
                  <a:lnTo>
                    <a:pt x="461" y="2654"/>
                  </a:lnTo>
                  <a:lnTo>
                    <a:pt x="0" y="712"/>
                  </a:lnTo>
                  <a:lnTo>
                    <a:pt x="224" y="204"/>
                  </a:lnTo>
                  <a:lnTo>
                    <a:pt x="481" y="0"/>
                  </a:lnTo>
                  <a:lnTo>
                    <a:pt x="814" y="21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3"/>
            <p:cNvSpPr/>
            <p:nvPr/>
          </p:nvSpPr>
          <p:spPr>
            <a:xfrm>
              <a:off x="4058485" y="3842945"/>
              <a:ext cx="1379" cy="4132"/>
            </a:xfrm>
            <a:custGeom>
              <a:avLst/>
              <a:pathLst>
                <a:path w="1379" h="4132">
                  <a:moveTo>
                    <a:pt x="1349" y="3384"/>
                  </a:moveTo>
                  <a:lnTo>
                    <a:pt x="915" y="4132"/>
                  </a:lnTo>
                  <a:lnTo>
                    <a:pt x="196" y="2588"/>
                  </a:lnTo>
                  <a:lnTo>
                    <a:pt x="0" y="1944"/>
                  </a:lnTo>
                  <a:lnTo>
                    <a:pt x="457" y="427"/>
                  </a:lnTo>
                  <a:lnTo>
                    <a:pt x="941" y="0"/>
                  </a:lnTo>
                  <a:lnTo>
                    <a:pt x="1235" y="660"/>
                  </a:lnTo>
                  <a:lnTo>
                    <a:pt x="1379" y="1318"/>
                  </a:lnTo>
                  <a:lnTo>
                    <a:pt x="1318" y="204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4"/>
            <p:cNvSpPr/>
            <p:nvPr/>
          </p:nvSpPr>
          <p:spPr>
            <a:xfrm>
              <a:off x="3982572" y="3841453"/>
              <a:ext cx="1426" cy="3145"/>
            </a:xfrm>
            <a:custGeom>
              <a:avLst/>
              <a:pathLst>
                <a:path w="1426" h="3145">
                  <a:moveTo>
                    <a:pt x="1355" y="2975"/>
                  </a:moveTo>
                  <a:lnTo>
                    <a:pt x="374" y="3145"/>
                  </a:lnTo>
                  <a:lnTo>
                    <a:pt x="71" y="2882"/>
                  </a:lnTo>
                  <a:lnTo>
                    <a:pt x="0" y="0"/>
                  </a:lnTo>
                  <a:lnTo>
                    <a:pt x="1077" y="1237"/>
                  </a:lnTo>
                  <a:lnTo>
                    <a:pt x="1426" y="132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5"/>
            <p:cNvSpPr/>
            <p:nvPr/>
          </p:nvSpPr>
          <p:spPr>
            <a:xfrm>
              <a:off x="3906551" y="3837162"/>
              <a:ext cx="13047" cy="10373"/>
            </a:xfrm>
            <a:custGeom>
              <a:avLst/>
              <a:pathLst>
                <a:path w="13047" h="10373">
                  <a:moveTo>
                    <a:pt x="10754" y="6864"/>
                  </a:moveTo>
                  <a:lnTo>
                    <a:pt x="10572" y="7294"/>
                  </a:lnTo>
                  <a:lnTo>
                    <a:pt x="8940" y="7052"/>
                  </a:lnTo>
                  <a:lnTo>
                    <a:pt x="7888" y="9464"/>
                  </a:lnTo>
                  <a:lnTo>
                    <a:pt x="7160" y="10206"/>
                  </a:lnTo>
                  <a:lnTo>
                    <a:pt x="4543" y="10203"/>
                  </a:lnTo>
                  <a:lnTo>
                    <a:pt x="4231" y="9877"/>
                  </a:lnTo>
                  <a:lnTo>
                    <a:pt x="3999" y="9886"/>
                  </a:lnTo>
                  <a:lnTo>
                    <a:pt x="3855" y="10373"/>
                  </a:lnTo>
                  <a:lnTo>
                    <a:pt x="3024" y="10010"/>
                  </a:lnTo>
                  <a:lnTo>
                    <a:pt x="364" y="7877"/>
                  </a:lnTo>
                  <a:lnTo>
                    <a:pt x="0" y="5901"/>
                  </a:lnTo>
                  <a:lnTo>
                    <a:pt x="412" y="3788"/>
                  </a:lnTo>
                  <a:lnTo>
                    <a:pt x="1366" y="793"/>
                  </a:lnTo>
                  <a:lnTo>
                    <a:pt x="3283" y="204"/>
                  </a:lnTo>
                  <a:lnTo>
                    <a:pt x="12005" y="0"/>
                  </a:lnTo>
                  <a:lnTo>
                    <a:pt x="12956" y="2573"/>
                  </a:lnTo>
                  <a:lnTo>
                    <a:pt x="13047" y="3436"/>
                  </a:lnTo>
                  <a:lnTo>
                    <a:pt x="11146" y="51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6"/>
            <p:cNvSpPr/>
            <p:nvPr/>
          </p:nvSpPr>
          <p:spPr>
            <a:xfrm>
              <a:off x="3930532" y="3836140"/>
              <a:ext cx="3131" cy="4412"/>
            </a:xfrm>
            <a:custGeom>
              <a:avLst/>
              <a:pathLst>
                <a:path w="3131" h="4412">
                  <a:moveTo>
                    <a:pt x="1506" y="3910"/>
                  </a:moveTo>
                  <a:lnTo>
                    <a:pt x="725" y="4412"/>
                  </a:lnTo>
                  <a:lnTo>
                    <a:pt x="0" y="3370"/>
                  </a:lnTo>
                  <a:lnTo>
                    <a:pt x="17" y="1970"/>
                  </a:lnTo>
                  <a:lnTo>
                    <a:pt x="194" y="672"/>
                  </a:lnTo>
                  <a:lnTo>
                    <a:pt x="1282" y="0"/>
                  </a:lnTo>
                  <a:lnTo>
                    <a:pt x="1866" y="37"/>
                  </a:lnTo>
                  <a:lnTo>
                    <a:pt x="2488" y="937"/>
                  </a:lnTo>
                  <a:lnTo>
                    <a:pt x="2921" y="1872"/>
                  </a:lnTo>
                  <a:lnTo>
                    <a:pt x="3131" y="2960"/>
                  </a:lnTo>
                  <a:lnTo>
                    <a:pt x="1959" y="301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7"/>
            <p:cNvSpPr/>
            <p:nvPr/>
          </p:nvSpPr>
          <p:spPr>
            <a:xfrm>
              <a:off x="4117122" y="3829783"/>
              <a:ext cx="1025" cy="4195"/>
            </a:xfrm>
            <a:custGeom>
              <a:avLst/>
              <a:pathLst>
                <a:path w="1025" h="4195">
                  <a:moveTo>
                    <a:pt x="435" y="3736"/>
                  </a:moveTo>
                  <a:lnTo>
                    <a:pt x="272" y="4195"/>
                  </a:lnTo>
                  <a:lnTo>
                    <a:pt x="22" y="3237"/>
                  </a:lnTo>
                  <a:lnTo>
                    <a:pt x="0" y="2643"/>
                  </a:lnTo>
                  <a:lnTo>
                    <a:pt x="330" y="1015"/>
                  </a:lnTo>
                  <a:lnTo>
                    <a:pt x="659" y="69"/>
                  </a:lnTo>
                  <a:lnTo>
                    <a:pt x="1025" y="0"/>
                  </a:lnTo>
                  <a:lnTo>
                    <a:pt x="932" y="133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8"/>
            <p:cNvSpPr/>
            <p:nvPr/>
          </p:nvSpPr>
          <p:spPr>
            <a:xfrm>
              <a:off x="3833444" y="3826846"/>
              <a:ext cx="1500" cy="4094"/>
            </a:xfrm>
            <a:custGeom>
              <a:avLst/>
              <a:pathLst>
                <a:path w="1500" h="4094">
                  <a:moveTo>
                    <a:pt x="1263" y="3442"/>
                  </a:moveTo>
                  <a:lnTo>
                    <a:pt x="663" y="4094"/>
                  </a:lnTo>
                  <a:lnTo>
                    <a:pt x="205" y="3520"/>
                  </a:lnTo>
                  <a:lnTo>
                    <a:pt x="0" y="2689"/>
                  </a:lnTo>
                  <a:lnTo>
                    <a:pt x="681" y="640"/>
                  </a:lnTo>
                  <a:lnTo>
                    <a:pt x="1002" y="152"/>
                  </a:lnTo>
                  <a:lnTo>
                    <a:pt x="1337" y="0"/>
                  </a:lnTo>
                  <a:lnTo>
                    <a:pt x="1500" y="11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29"/>
            <p:cNvSpPr/>
            <p:nvPr/>
          </p:nvSpPr>
          <p:spPr>
            <a:xfrm>
              <a:off x="4117166" y="3824840"/>
              <a:ext cx="911" cy="3038"/>
            </a:xfrm>
            <a:custGeom>
              <a:avLst/>
              <a:pathLst>
                <a:path w="911" h="3038">
                  <a:moveTo>
                    <a:pt x="792" y="2758"/>
                  </a:moveTo>
                  <a:lnTo>
                    <a:pt x="260" y="3038"/>
                  </a:lnTo>
                  <a:lnTo>
                    <a:pt x="0" y="626"/>
                  </a:lnTo>
                  <a:lnTo>
                    <a:pt x="436" y="0"/>
                  </a:lnTo>
                  <a:lnTo>
                    <a:pt x="911" y="147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0"/>
            <p:cNvSpPr/>
            <p:nvPr/>
          </p:nvSpPr>
          <p:spPr>
            <a:xfrm>
              <a:off x="4118718" y="3820924"/>
              <a:ext cx="872" cy="3511"/>
            </a:xfrm>
            <a:custGeom>
              <a:avLst/>
              <a:pathLst>
                <a:path w="872" h="3511">
                  <a:moveTo>
                    <a:pt x="234" y="3269"/>
                  </a:moveTo>
                  <a:lnTo>
                    <a:pt x="0" y="3511"/>
                  </a:lnTo>
                  <a:lnTo>
                    <a:pt x="1" y="2054"/>
                  </a:lnTo>
                  <a:lnTo>
                    <a:pt x="267" y="770"/>
                  </a:lnTo>
                  <a:lnTo>
                    <a:pt x="545" y="31"/>
                  </a:lnTo>
                  <a:lnTo>
                    <a:pt x="87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1"/>
            <p:cNvSpPr/>
            <p:nvPr/>
          </p:nvSpPr>
          <p:spPr>
            <a:xfrm>
              <a:off x="4111643" y="3816573"/>
              <a:ext cx="4591" cy="21645"/>
            </a:xfrm>
            <a:custGeom>
              <a:avLst/>
              <a:pathLst>
                <a:path w="4591" h="21645">
                  <a:moveTo>
                    <a:pt x="4591" y="7860"/>
                  </a:moveTo>
                  <a:lnTo>
                    <a:pt x="4434" y="9941"/>
                  </a:lnTo>
                  <a:lnTo>
                    <a:pt x="4279" y="12266"/>
                  </a:lnTo>
                  <a:lnTo>
                    <a:pt x="3396" y="14875"/>
                  </a:lnTo>
                  <a:lnTo>
                    <a:pt x="2853" y="18869"/>
                  </a:lnTo>
                  <a:lnTo>
                    <a:pt x="2533" y="19870"/>
                  </a:lnTo>
                  <a:lnTo>
                    <a:pt x="1353" y="21645"/>
                  </a:lnTo>
                  <a:lnTo>
                    <a:pt x="304" y="19429"/>
                  </a:lnTo>
                  <a:lnTo>
                    <a:pt x="0" y="17524"/>
                  </a:lnTo>
                  <a:lnTo>
                    <a:pt x="460" y="8726"/>
                  </a:lnTo>
                  <a:lnTo>
                    <a:pt x="913" y="9017"/>
                  </a:lnTo>
                  <a:lnTo>
                    <a:pt x="1207" y="8954"/>
                  </a:lnTo>
                  <a:lnTo>
                    <a:pt x="1302" y="8377"/>
                  </a:lnTo>
                  <a:lnTo>
                    <a:pt x="629" y="7393"/>
                  </a:lnTo>
                  <a:lnTo>
                    <a:pt x="500" y="2337"/>
                  </a:lnTo>
                  <a:lnTo>
                    <a:pt x="533" y="429"/>
                  </a:lnTo>
                  <a:lnTo>
                    <a:pt x="1046" y="0"/>
                  </a:lnTo>
                  <a:lnTo>
                    <a:pt x="1682" y="1480"/>
                  </a:lnTo>
                  <a:lnTo>
                    <a:pt x="2486" y="4132"/>
                  </a:lnTo>
                  <a:lnTo>
                    <a:pt x="3421" y="621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2"/>
            <p:cNvSpPr/>
            <p:nvPr/>
          </p:nvSpPr>
          <p:spPr>
            <a:xfrm>
              <a:off x="3834615" y="3808533"/>
              <a:ext cx="89946" cy="84670"/>
            </a:xfrm>
            <a:custGeom>
              <a:avLst/>
              <a:pathLst>
                <a:path w="89946" h="84670">
                  <a:moveTo>
                    <a:pt x="20484" y="3055"/>
                  </a:moveTo>
                  <a:lnTo>
                    <a:pt x="21453" y="6429"/>
                  </a:lnTo>
                  <a:lnTo>
                    <a:pt x="22302" y="8229"/>
                  </a:lnTo>
                  <a:lnTo>
                    <a:pt x="23300" y="9208"/>
                  </a:lnTo>
                  <a:lnTo>
                    <a:pt x="24350" y="9300"/>
                  </a:lnTo>
                  <a:lnTo>
                    <a:pt x="25386" y="9724"/>
                  </a:lnTo>
                  <a:lnTo>
                    <a:pt x="26587" y="11014"/>
                  </a:lnTo>
                  <a:lnTo>
                    <a:pt x="27826" y="11597"/>
                  </a:lnTo>
                  <a:lnTo>
                    <a:pt x="28401" y="11372"/>
                  </a:lnTo>
                  <a:lnTo>
                    <a:pt x="28949" y="10708"/>
                  </a:lnTo>
                  <a:lnTo>
                    <a:pt x="29339" y="10662"/>
                  </a:lnTo>
                  <a:lnTo>
                    <a:pt x="29677" y="11282"/>
                  </a:lnTo>
                  <a:lnTo>
                    <a:pt x="30532" y="14142"/>
                  </a:lnTo>
                  <a:lnTo>
                    <a:pt x="31463" y="16754"/>
                  </a:lnTo>
                  <a:lnTo>
                    <a:pt x="31675" y="18084"/>
                  </a:lnTo>
                  <a:lnTo>
                    <a:pt x="32306" y="24377"/>
                  </a:lnTo>
                  <a:lnTo>
                    <a:pt x="33019" y="26190"/>
                  </a:lnTo>
                  <a:lnTo>
                    <a:pt x="33998" y="26715"/>
                  </a:lnTo>
                  <a:lnTo>
                    <a:pt x="35149" y="26718"/>
                  </a:lnTo>
                  <a:lnTo>
                    <a:pt x="36293" y="26980"/>
                  </a:lnTo>
                  <a:lnTo>
                    <a:pt x="38945" y="28449"/>
                  </a:lnTo>
                  <a:lnTo>
                    <a:pt x="39998" y="28247"/>
                  </a:lnTo>
                  <a:lnTo>
                    <a:pt x="40929" y="26770"/>
                  </a:lnTo>
                  <a:lnTo>
                    <a:pt x="41759" y="27728"/>
                  </a:lnTo>
                  <a:lnTo>
                    <a:pt x="44009" y="29497"/>
                  </a:lnTo>
                  <a:lnTo>
                    <a:pt x="45117" y="29892"/>
                  </a:lnTo>
                  <a:lnTo>
                    <a:pt x="46375" y="29387"/>
                  </a:lnTo>
                  <a:lnTo>
                    <a:pt x="47638" y="29280"/>
                  </a:lnTo>
                  <a:lnTo>
                    <a:pt x="48239" y="29791"/>
                  </a:lnTo>
                  <a:lnTo>
                    <a:pt x="48817" y="30559"/>
                  </a:lnTo>
                  <a:lnTo>
                    <a:pt x="49314" y="30836"/>
                  </a:lnTo>
                  <a:lnTo>
                    <a:pt x="49828" y="30821"/>
                  </a:lnTo>
                  <a:lnTo>
                    <a:pt x="50738" y="29344"/>
                  </a:lnTo>
                  <a:lnTo>
                    <a:pt x="51341" y="26637"/>
                  </a:lnTo>
                  <a:lnTo>
                    <a:pt x="51828" y="23223"/>
                  </a:lnTo>
                  <a:lnTo>
                    <a:pt x="52210" y="19668"/>
                  </a:lnTo>
                  <a:lnTo>
                    <a:pt x="52467" y="18139"/>
                  </a:lnTo>
                  <a:lnTo>
                    <a:pt x="52815" y="16788"/>
                  </a:lnTo>
                  <a:lnTo>
                    <a:pt x="53269" y="15911"/>
                  </a:lnTo>
                  <a:lnTo>
                    <a:pt x="53755" y="15366"/>
                  </a:lnTo>
                  <a:lnTo>
                    <a:pt x="55077" y="15703"/>
                  </a:lnTo>
                  <a:lnTo>
                    <a:pt x="55350" y="16563"/>
                  </a:lnTo>
                  <a:lnTo>
                    <a:pt x="56828" y="22600"/>
                  </a:lnTo>
                  <a:lnTo>
                    <a:pt x="57089" y="23122"/>
                  </a:lnTo>
                  <a:lnTo>
                    <a:pt x="58633" y="23500"/>
                  </a:lnTo>
                  <a:lnTo>
                    <a:pt x="59060" y="23304"/>
                  </a:lnTo>
                  <a:lnTo>
                    <a:pt x="60001" y="22092"/>
                  </a:lnTo>
                  <a:lnTo>
                    <a:pt x="60538" y="21985"/>
                  </a:lnTo>
                  <a:lnTo>
                    <a:pt x="61531" y="23477"/>
                  </a:lnTo>
                  <a:lnTo>
                    <a:pt x="61959" y="24747"/>
                  </a:lnTo>
                  <a:lnTo>
                    <a:pt x="62435" y="25685"/>
                  </a:lnTo>
                  <a:lnTo>
                    <a:pt x="64860" y="26646"/>
                  </a:lnTo>
                  <a:lnTo>
                    <a:pt x="65797" y="29228"/>
                  </a:lnTo>
                  <a:lnTo>
                    <a:pt x="66272" y="29575"/>
                  </a:lnTo>
                  <a:lnTo>
                    <a:pt x="67960" y="29260"/>
                  </a:lnTo>
                  <a:lnTo>
                    <a:pt x="69126" y="29514"/>
                  </a:lnTo>
                  <a:lnTo>
                    <a:pt x="70142" y="30206"/>
                  </a:lnTo>
                  <a:lnTo>
                    <a:pt x="70600" y="33874"/>
                  </a:lnTo>
                  <a:lnTo>
                    <a:pt x="70975" y="37640"/>
                  </a:lnTo>
                  <a:lnTo>
                    <a:pt x="71194" y="38918"/>
                  </a:lnTo>
                  <a:lnTo>
                    <a:pt x="72186" y="40211"/>
                  </a:lnTo>
                  <a:lnTo>
                    <a:pt x="72594" y="41377"/>
                  </a:lnTo>
                  <a:lnTo>
                    <a:pt x="72484" y="45134"/>
                  </a:lnTo>
                  <a:lnTo>
                    <a:pt x="72596" y="48703"/>
                  </a:lnTo>
                  <a:lnTo>
                    <a:pt x="74702" y="51814"/>
                  </a:lnTo>
                  <a:lnTo>
                    <a:pt x="76960" y="53600"/>
                  </a:lnTo>
                  <a:lnTo>
                    <a:pt x="79355" y="53768"/>
                  </a:lnTo>
                  <a:lnTo>
                    <a:pt x="81757" y="53153"/>
                  </a:lnTo>
                  <a:lnTo>
                    <a:pt x="82995" y="52391"/>
                  </a:lnTo>
                  <a:lnTo>
                    <a:pt x="84543" y="51058"/>
                  </a:lnTo>
                  <a:lnTo>
                    <a:pt x="84865" y="51084"/>
                  </a:lnTo>
                  <a:lnTo>
                    <a:pt x="87864" y="55164"/>
                  </a:lnTo>
                  <a:lnTo>
                    <a:pt x="88119" y="55796"/>
                  </a:lnTo>
                  <a:lnTo>
                    <a:pt x="88456" y="58844"/>
                  </a:lnTo>
                  <a:lnTo>
                    <a:pt x="88446" y="62064"/>
                  </a:lnTo>
                  <a:lnTo>
                    <a:pt x="87886" y="69708"/>
                  </a:lnTo>
                  <a:lnTo>
                    <a:pt x="87851" y="71806"/>
                  </a:lnTo>
                  <a:lnTo>
                    <a:pt x="87904" y="73901"/>
                  </a:lnTo>
                  <a:lnTo>
                    <a:pt x="88500" y="78455"/>
                  </a:lnTo>
                  <a:lnTo>
                    <a:pt x="88816" y="79770"/>
                  </a:lnTo>
                  <a:lnTo>
                    <a:pt x="89905" y="82163"/>
                  </a:lnTo>
                  <a:lnTo>
                    <a:pt x="89946" y="83418"/>
                  </a:lnTo>
                  <a:lnTo>
                    <a:pt x="89797" y="84670"/>
                  </a:lnTo>
                  <a:lnTo>
                    <a:pt x="88599" y="83810"/>
                  </a:lnTo>
                  <a:lnTo>
                    <a:pt x="87869" y="82771"/>
                  </a:lnTo>
                  <a:lnTo>
                    <a:pt x="87446" y="81057"/>
                  </a:lnTo>
                  <a:lnTo>
                    <a:pt x="86847" y="80091"/>
                  </a:lnTo>
                  <a:lnTo>
                    <a:pt x="85720" y="80440"/>
                  </a:lnTo>
                  <a:lnTo>
                    <a:pt x="83611" y="78723"/>
                  </a:lnTo>
                  <a:lnTo>
                    <a:pt x="81229" y="76054"/>
                  </a:lnTo>
                  <a:lnTo>
                    <a:pt x="77006" y="70401"/>
                  </a:lnTo>
                  <a:lnTo>
                    <a:pt x="75856" y="70447"/>
                  </a:lnTo>
                  <a:lnTo>
                    <a:pt x="74753" y="71168"/>
                  </a:lnTo>
                  <a:lnTo>
                    <a:pt x="73588" y="72608"/>
                  </a:lnTo>
                  <a:lnTo>
                    <a:pt x="72376" y="73633"/>
                  </a:lnTo>
                  <a:lnTo>
                    <a:pt x="71483" y="74019"/>
                  </a:lnTo>
                  <a:lnTo>
                    <a:pt x="70591" y="73736"/>
                  </a:lnTo>
                  <a:lnTo>
                    <a:pt x="68337" y="72377"/>
                  </a:lnTo>
                  <a:lnTo>
                    <a:pt x="66064" y="71500"/>
                  </a:lnTo>
                  <a:lnTo>
                    <a:pt x="60246" y="70943"/>
                  </a:lnTo>
                  <a:lnTo>
                    <a:pt x="58599" y="69662"/>
                  </a:lnTo>
                  <a:lnTo>
                    <a:pt x="55876" y="69007"/>
                  </a:lnTo>
                  <a:lnTo>
                    <a:pt x="53711" y="67896"/>
                  </a:lnTo>
                  <a:lnTo>
                    <a:pt x="51568" y="66343"/>
                  </a:lnTo>
                  <a:lnTo>
                    <a:pt x="46102" y="58694"/>
                  </a:lnTo>
                  <a:lnTo>
                    <a:pt x="44313" y="56858"/>
                  </a:lnTo>
                  <a:lnTo>
                    <a:pt x="38824" y="53208"/>
                  </a:lnTo>
                  <a:lnTo>
                    <a:pt x="37977" y="52914"/>
                  </a:lnTo>
                  <a:lnTo>
                    <a:pt x="35989" y="53185"/>
                  </a:lnTo>
                  <a:lnTo>
                    <a:pt x="34734" y="52114"/>
                  </a:lnTo>
                  <a:lnTo>
                    <a:pt x="33629" y="52091"/>
                  </a:lnTo>
                  <a:lnTo>
                    <a:pt x="31988" y="53277"/>
                  </a:lnTo>
                  <a:lnTo>
                    <a:pt x="31482" y="54128"/>
                  </a:lnTo>
                  <a:lnTo>
                    <a:pt x="30846" y="55929"/>
                  </a:lnTo>
                  <a:lnTo>
                    <a:pt x="29729" y="55843"/>
                  </a:lnTo>
                  <a:lnTo>
                    <a:pt x="28623" y="55496"/>
                  </a:lnTo>
                  <a:lnTo>
                    <a:pt x="25709" y="53776"/>
                  </a:lnTo>
                  <a:lnTo>
                    <a:pt x="24622" y="52720"/>
                  </a:lnTo>
                  <a:lnTo>
                    <a:pt x="23578" y="51159"/>
                  </a:lnTo>
                  <a:lnTo>
                    <a:pt x="22637" y="49125"/>
                  </a:lnTo>
                  <a:lnTo>
                    <a:pt x="22147" y="48392"/>
                  </a:lnTo>
                  <a:lnTo>
                    <a:pt x="19629" y="46317"/>
                  </a:lnTo>
                  <a:lnTo>
                    <a:pt x="17574" y="45601"/>
                  </a:lnTo>
                  <a:lnTo>
                    <a:pt x="13346" y="44658"/>
                  </a:lnTo>
                  <a:lnTo>
                    <a:pt x="12422" y="44029"/>
                  </a:lnTo>
                  <a:lnTo>
                    <a:pt x="11652" y="43273"/>
                  </a:lnTo>
                  <a:lnTo>
                    <a:pt x="11230" y="41590"/>
                  </a:lnTo>
                  <a:lnTo>
                    <a:pt x="11283" y="39452"/>
                  </a:lnTo>
                  <a:lnTo>
                    <a:pt x="11587" y="37602"/>
                  </a:lnTo>
                  <a:lnTo>
                    <a:pt x="12001" y="35744"/>
                  </a:lnTo>
                  <a:lnTo>
                    <a:pt x="12272" y="33966"/>
                  </a:lnTo>
                  <a:lnTo>
                    <a:pt x="9181" y="30247"/>
                  </a:lnTo>
                  <a:lnTo>
                    <a:pt x="6740" y="28212"/>
                  </a:lnTo>
                  <a:lnTo>
                    <a:pt x="5687" y="27823"/>
                  </a:lnTo>
                  <a:lnTo>
                    <a:pt x="4630" y="27832"/>
                  </a:lnTo>
                  <a:lnTo>
                    <a:pt x="3439" y="28253"/>
                  </a:lnTo>
                  <a:lnTo>
                    <a:pt x="2261" y="28057"/>
                  </a:lnTo>
                  <a:lnTo>
                    <a:pt x="1707" y="27451"/>
                  </a:lnTo>
                  <a:lnTo>
                    <a:pt x="1141" y="27243"/>
                  </a:lnTo>
                  <a:lnTo>
                    <a:pt x="574" y="27682"/>
                  </a:lnTo>
                  <a:lnTo>
                    <a:pt x="118" y="27511"/>
                  </a:lnTo>
                  <a:lnTo>
                    <a:pt x="0" y="25820"/>
                  </a:lnTo>
                  <a:lnTo>
                    <a:pt x="291" y="24383"/>
                  </a:lnTo>
                  <a:lnTo>
                    <a:pt x="889" y="22750"/>
                  </a:lnTo>
                  <a:lnTo>
                    <a:pt x="1228" y="22461"/>
                  </a:lnTo>
                  <a:lnTo>
                    <a:pt x="1382" y="25015"/>
                  </a:lnTo>
                  <a:lnTo>
                    <a:pt x="1552" y="25523"/>
                  </a:lnTo>
                  <a:lnTo>
                    <a:pt x="2082" y="26083"/>
                  </a:lnTo>
                  <a:lnTo>
                    <a:pt x="2312" y="25924"/>
                  </a:lnTo>
                  <a:lnTo>
                    <a:pt x="3246" y="22658"/>
                  </a:lnTo>
                  <a:lnTo>
                    <a:pt x="3507" y="21053"/>
                  </a:lnTo>
                  <a:lnTo>
                    <a:pt x="3959" y="16705"/>
                  </a:lnTo>
                  <a:lnTo>
                    <a:pt x="4450" y="17544"/>
                  </a:lnTo>
                  <a:lnTo>
                    <a:pt x="4943" y="17025"/>
                  </a:lnTo>
                  <a:lnTo>
                    <a:pt x="5227" y="16332"/>
                  </a:lnTo>
                  <a:lnTo>
                    <a:pt x="6009" y="6270"/>
                  </a:lnTo>
                  <a:lnTo>
                    <a:pt x="6661" y="3332"/>
                  </a:lnTo>
                  <a:lnTo>
                    <a:pt x="7552" y="888"/>
                  </a:lnTo>
                  <a:lnTo>
                    <a:pt x="7997" y="294"/>
                  </a:lnTo>
                  <a:lnTo>
                    <a:pt x="8870" y="1789"/>
                  </a:lnTo>
                  <a:lnTo>
                    <a:pt x="10637" y="2360"/>
                  </a:lnTo>
                  <a:lnTo>
                    <a:pt x="11689" y="3350"/>
                  </a:lnTo>
                  <a:lnTo>
                    <a:pt x="12743" y="3477"/>
                  </a:lnTo>
                  <a:lnTo>
                    <a:pt x="13773" y="3964"/>
                  </a:lnTo>
                  <a:lnTo>
                    <a:pt x="15209" y="5733"/>
                  </a:lnTo>
                  <a:lnTo>
                    <a:pt x="15716" y="5549"/>
                  </a:lnTo>
                  <a:lnTo>
                    <a:pt x="16232" y="5000"/>
                  </a:lnTo>
                  <a:lnTo>
                    <a:pt x="17001" y="3081"/>
                  </a:lnTo>
                  <a:lnTo>
                    <a:pt x="17334" y="0"/>
                  </a:lnTo>
                  <a:lnTo>
                    <a:pt x="18448" y="1564"/>
                  </a:lnTo>
                  <a:lnTo>
                    <a:pt x="20079" y="21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3"/>
            <p:cNvSpPr/>
            <p:nvPr/>
          </p:nvSpPr>
          <p:spPr>
            <a:xfrm>
              <a:off x="4014670" y="3807824"/>
              <a:ext cx="759" cy="4178"/>
            </a:xfrm>
            <a:custGeom>
              <a:avLst/>
              <a:pathLst>
                <a:path w="759" h="4178">
                  <a:moveTo>
                    <a:pt x="759" y="2764"/>
                  </a:moveTo>
                  <a:lnTo>
                    <a:pt x="671" y="4178"/>
                  </a:lnTo>
                  <a:lnTo>
                    <a:pt x="321" y="2556"/>
                  </a:lnTo>
                  <a:lnTo>
                    <a:pt x="0" y="1748"/>
                  </a:lnTo>
                  <a:lnTo>
                    <a:pt x="33" y="0"/>
                  </a:lnTo>
                  <a:lnTo>
                    <a:pt x="487" y="6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4"/>
            <p:cNvSpPr/>
            <p:nvPr/>
          </p:nvSpPr>
          <p:spPr>
            <a:xfrm>
              <a:off x="3980670" y="3804724"/>
              <a:ext cx="1092" cy="20375"/>
            </a:xfrm>
            <a:custGeom>
              <a:avLst/>
              <a:pathLst>
                <a:path w="1092" h="20375">
                  <a:moveTo>
                    <a:pt x="891" y="15458"/>
                  </a:moveTo>
                  <a:lnTo>
                    <a:pt x="497" y="20375"/>
                  </a:lnTo>
                  <a:lnTo>
                    <a:pt x="311" y="18641"/>
                  </a:lnTo>
                  <a:lnTo>
                    <a:pt x="242" y="14145"/>
                  </a:lnTo>
                  <a:lnTo>
                    <a:pt x="0" y="11963"/>
                  </a:lnTo>
                  <a:lnTo>
                    <a:pt x="153" y="9444"/>
                  </a:lnTo>
                  <a:lnTo>
                    <a:pt x="105" y="2983"/>
                  </a:lnTo>
                  <a:lnTo>
                    <a:pt x="401" y="0"/>
                  </a:lnTo>
                  <a:lnTo>
                    <a:pt x="948" y="3797"/>
                  </a:lnTo>
                  <a:lnTo>
                    <a:pt x="1092" y="573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5"/>
            <p:cNvSpPr/>
            <p:nvPr/>
          </p:nvSpPr>
          <p:spPr>
            <a:xfrm>
              <a:off x="3905207" y="3803273"/>
              <a:ext cx="1358" cy="3555"/>
            </a:xfrm>
            <a:custGeom>
              <a:avLst/>
              <a:pathLst>
                <a:path w="1358" h="3555">
                  <a:moveTo>
                    <a:pt x="1282" y="2507"/>
                  </a:moveTo>
                  <a:lnTo>
                    <a:pt x="1075" y="3555"/>
                  </a:lnTo>
                  <a:lnTo>
                    <a:pt x="154" y="3471"/>
                  </a:lnTo>
                  <a:lnTo>
                    <a:pt x="0" y="2288"/>
                  </a:lnTo>
                  <a:lnTo>
                    <a:pt x="600" y="138"/>
                  </a:lnTo>
                  <a:lnTo>
                    <a:pt x="999" y="0"/>
                  </a:lnTo>
                  <a:lnTo>
                    <a:pt x="1358" y="7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6"/>
            <p:cNvSpPr/>
            <p:nvPr/>
          </p:nvSpPr>
          <p:spPr>
            <a:xfrm>
              <a:off x="4097905" y="3799752"/>
              <a:ext cx="1701" cy="10047"/>
            </a:xfrm>
            <a:custGeom>
              <a:avLst/>
              <a:pathLst>
                <a:path w="1701" h="10047">
                  <a:moveTo>
                    <a:pt x="1701" y="7202"/>
                  </a:moveTo>
                  <a:lnTo>
                    <a:pt x="1116" y="10047"/>
                  </a:lnTo>
                  <a:lnTo>
                    <a:pt x="718" y="9043"/>
                  </a:lnTo>
                  <a:lnTo>
                    <a:pt x="493" y="9029"/>
                  </a:lnTo>
                  <a:lnTo>
                    <a:pt x="356" y="7358"/>
                  </a:lnTo>
                  <a:lnTo>
                    <a:pt x="491" y="3895"/>
                  </a:lnTo>
                  <a:lnTo>
                    <a:pt x="0" y="0"/>
                  </a:lnTo>
                  <a:lnTo>
                    <a:pt x="650" y="57"/>
                  </a:lnTo>
                  <a:lnTo>
                    <a:pt x="829" y="1220"/>
                  </a:lnTo>
                  <a:lnTo>
                    <a:pt x="1034" y="1615"/>
                  </a:lnTo>
                  <a:lnTo>
                    <a:pt x="1674" y="537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7"/>
            <p:cNvSpPr/>
            <p:nvPr/>
          </p:nvSpPr>
          <p:spPr>
            <a:xfrm>
              <a:off x="4112546" y="3794443"/>
              <a:ext cx="5816" cy="27716"/>
            </a:xfrm>
            <a:custGeom>
              <a:avLst/>
              <a:pathLst>
                <a:path w="5816" h="27716">
                  <a:moveTo>
                    <a:pt x="5708" y="8264"/>
                  </a:moveTo>
                  <a:lnTo>
                    <a:pt x="5633" y="9404"/>
                  </a:lnTo>
                  <a:lnTo>
                    <a:pt x="5626" y="11507"/>
                  </a:lnTo>
                  <a:lnTo>
                    <a:pt x="5786" y="13455"/>
                  </a:lnTo>
                  <a:lnTo>
                    <a:pt x="5374" y="15435"/>
                  </a:lnTo>
                  <a:lnTo>
                    <a:pt x="5758" y="18401"/>
                  </a:lnTo>
                  <a:lnTo>
                    <a:pt x="5816" y="19876"/>
                  </a:lnTo>
                  <a:lnTo>
                    <a:pt x="5794" y="21962"/>
                  </a:lnTo>
                  <a:lnTo>
                    <a:pt x="5684" y="22900"/>
                  </a:lnTo>
                  <a:lnTo>
                    <a:pt x="5393" y="25641"/>
                  </a:lnTo>
                  <a:lnTo>
                    <a:pt x="5102" y="26617"/>
                  </a:lnTo>
                  <a:lnTo>
                    <a:pt x="4883" y="26888"/>
                  </a:lnTo>
                  <a:lnTo>
                    <a:pt x="4657" y="27716"/>
                  </a:lnTo>
                  <a:lnTo>
                    <a:pt x="2768" y="26816"/>
                  </a:lnTo>
                  <a:lnTo>
                    <a:pt x="1951" y="24914"/>
                  </a:lnTo>
                  <a:lnTo>
                    <a:pt x="1224" y="22854"/>
                  </a:lnTo>
                  <a:lnTo>
                    <a:pt x="1070" y="21994"/>
                  </a:lnTo>
                  <a:lnTo>
                    <a:pt x="214" y="19590"/>
                  </a:lnTo>
                  <a:lnTo>
                    <a:pt x="17" y="18779"/>
                  </a:lnTo>
                  <a:lnTo>
                    <a:pt x="0" y="17498"/>
                  </a:lnTo>
                  <a:lnTo>
                    <a:pt x="691" y="17172"/>
                  </a:lnTo>
                  <a:lnTo>
                    <a:pt x="1430" y="17210"/>
                  </a:lnTo>
                  <a:lnTo>
                    <a:pt x="1398" y="16055"/>
                  </a:lnTo>
                  <a:lnTo>
                    <a:pt x="1826" y="11986"/>
                  </a:lnTo>
                  <a:lnTo>
                    <a:pt x="702" y="9369"/>
                  </a:lnTo>
                  <a:lnTo>
                    <a:pt x="502" y="8270"/>
                  </a:lnTo>
                  <a:lnTo>
                    <a:pt x="905" y="7522"/>
                  </a:lnTo>
                  <a:lnTo>
                    <a:pt x="1809" y="8437"/>
                  </a:lnTo>
                  <a:lnTo>
                    <a:pt x="2915" y="3846"/>
                  </a:lnTo>
                  <a:lnTo>
                    <a:pt x="3241" y="2888"/>
                  </a:lnTo>
                  <a:lnTo>
                    <a:pt x="3396" y="328"/>
                  </a:lnTo>
                  <a:lnTo>
                    <a:pt x="4015" y="0"/>
                  </a:lnTo>
                  <a:lnTo>
                    <a:pt x="4454" y="331"/>
                  </a:lnTo>
                  <a:lnTo>
                    <a:pt x="4739" y="1921"/>
                  </a:lnTo>
                  <a:lnTo>
                    <a:pt x="4851" y="3306"/>
                  </a:lnTo>
                  <a:lnTo>
                    <a:pt x="4733" y="4550"/>
                  </a:lnTo>
                  <a:lnTo>
                    <a:pt x="5265" y="519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8"/>
            <p:cNvSpPr/>
            <p:nvPr/>
          </p:nvSpPr>
          <p:spPr>
            <a:xfrm>
              <a:off x="4099970" y="3790994"/>
              <a:ext cx="3151" cy="20014"/>
            </a:xfrm>
            <a:custGeom>
              <a:avLst/>
              <a:pathLst>
                <a:path w="3151" h="20014">
                  <a:moveTo>
                    <a:pt x="781" y="17475"/>
                  </a:moveTo>
                  <a:lnTo>
                    <a:pt x="0" y="20014"/>
                  </a:lnTo>
                  <a:lnTo>
                    <a:pt x="736" y="14024"/>
                  </a:lnTo>
                  <a:lnTo>
                    <a:pt x="891" y="10991"/>
                  </a:lnTo>
                  <a:lnTo>
                    <a:pt x="1574" y="9182"/>
                  </a:lnTo>
                  <a:lnTo>
                    <a:pt x="2592" y="0"/>
                  </a:lnTo>
                  <a:lnTo>
                    <a:pt x="2821" y="213"/>
                  </a:lnTo>
                  <a:lnTo>
                    <a:pt x="3151" y="1108"/>
                  </a:lnTo>
                  <a:lnTo>
                    <a:pt x="2640" y="7840"/>
                  </a:lnTo>
                  <a:lnTo>
                    <a:pt x="1212" y="1256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39"/>
            <p:cNvSpPr/>
            <p:nvPr/>
          </p:nvSpPr>
          <p:spPr>
            <a:xfrm>
              <a:off x="3804501" y="3790273"/>
              <a:ext cx="2833" cy="5829"/>
            </a:xfrm>
            <a:custGeom>
              <a:avLst/>
              <a:pathLst>
                <a:path w="2833" h="5829">
                  <a:moveTo>
                    <a:pt x="2465" y="5687"/>
                  </a:moveTo>
                  <a:lnTo>
                    <a:pt x="1684" y="5829"/>
                  </a:lnTo>
                  <a:lnTo>
                    <a:pt x="238" y="2195"/>
                  </a:lnTo>
                  <a:lnTo>
                    <a:pt x="0" y="1073"/>
                  </a:lnTo>
                  <a:lnTo>
                    <a:pt x="411" y="0"/>
                  </a:lnTo>
                  <a:lnTo>
                    <a:pt x="843" y="77"/>
                  </a:lnTo>
                  <a:lnTo>
                    <a:pt x="2509" y="2369"/>
                  </a:lnTo>
                  <a:lnTo>
                    <a:pt x="2833" y="350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0"/>
            <p:cNvSpPr/>
            <p:nvPr/>
          </p:nvSpPr>
          <p:spPr>
            <a:xfrm>
              <a:off x="4010524" y="3789197"/>
              <a:ext cx="825" cy="3641"/>
            </a:xfrm>
            <a:custGeom>
              <a:avLst/>
              <a:pathLst>
                <a:path w="825" h="3641">
                  <a:moveTo>
                    <a:pt x="825" y="643"/>
                  </a:moveTo>
                  <a:lnTo>
                    <a:pt x="786" y="3641"/>
                  </a:lnTo>
                  <a:lnTo>
                    <a:pt x="400" y="3474"/>
                  </a:lnTo>
                  <a:lnTo>
                    <a:pt x="88" y="2423"/>
                  </a:lnTo>
                  <a:lnTo>
                    <a:pt x="0" y="1434"/>
                  </a:lnTo>
                  <a:lnTo>
                    <a:pt x="17" y="629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1"/>
            <p:cNvSpPr/>
            <p:nvPr/>
          </p:nvSpPr>
          <p:spPr>
            <a:xfrm>
              <a:off x="3993869" y="3783951"/>
              <a:ext cx="2435" cy="11597"/>
            </a:xfrm>
            <a:custGeom>
              <a:avLst/>
              <a:pathLst>
                <a:path w="2435" h="11597">
                  <a:moveTo>
                    <a:pt x="2254" y="10806"/>
                  </a:moveTo>
                  <a:lnTo>
                    <a:pt x="1644" y="11597"/>
                  </a:lnTo>
                  <a:lnTo>
                    <a:pt x="489" y="8215"/>
                  </a:lnTo>
                  <a:lnTo>
                    <a:pt x="0" y="5433"/>
                  </a:lnTo>
                  <a:lnTo>
                    <a:pt x="117" y="3860"/>
                  </a:lnTo>
                  <a:lnTo>
                    <a:pt x="462" y="2481"/>
                  </a:lnTo>
                  <a:lnTo>
                    <a:pt x="627" y="2138"/>
                  </a:lnTo>
                  <a:lnTo>
                    <a:pt x="555" y="701"/>
                  </a:lnTo>
                  <a:lnTo>
                    <a:pt x="1011" y="0"/>
                  </a:lnTo>
                  <a:lnTo>
                    <a:pt x="1511" y="98"/>
                  </a:lnTo>
                  <a:lnTo>
                    <a:pt x="1839" y="2025"/>
                  </a:lnTo>
                  <a:lnTo>
                    <a:pt x="2235" y="2556"/>
                  </a:lnTo>
                  <a:lnTo>
                    <a:pt x="2435" y="440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2"/>
            <p:cNvSpPr/>
            <p:nvPr/>
          </p:nvSpPr>
          <p:spPr>
            <a:xfrm>
              <a:off x="3998431" y="3770547"/>
              <a:ext cx="4583" cy="22828"/>
            </a:xfrm>
            <a:custGeom>
              <a:avLst/>
              <a:pathLst>
                <a:path w="4583" h="22828">
                  <a:moveTo>
                    <a:pt x="3480" y="19229"/>
                  </a:moveTo>
                  <a:lnTo>
                    <a:pt x="3232" y="21192"/>
                  </a:lnTo>
                  <a:lnTo>
                    <a:pt x="2699" y="22718"/>
                  </a:lnTo>
                  <a:lnTo>
                    <a:pt x="2274" y="22828"/>
                  </a:lnTo>
                  <a:lnTo>
                    <a:pt x="1831" y="22516"/>
                  </a:lnTo>
                  <a:lnTo>
                    <a:pt x="1046" y="21180"/>
                  </a:lnTo>
                  <a:lnTo>
                    <a:pt x="847" y="22588"/>
                  </a:lnTo>
                  <a:lnTo>
                    <a:pt x="230" y="22525"/>
                  </a:lnTo>
                  <a:lnTo>
                    <a:pt x="0" y="20710"/>
                  </a:lnTo>
                  <a:lnTo>
                    <a:pt x="441" y="15337"/>
                  </a:lnTo>
                  <a:lnTo>
                    <a:pt x="1088" y="13331"/>
                  </a:lnTo>
                  <a:lnTo>
                    <a:pt x="1028" y="11225"/>
                  </a:lnTo>
                  <a:lnTo>
                    <a:pt x="493" y="6735"/>
                  </a:lnTo>
                  <a:lnTo>
                    <a:pt x="825" y="4389"/>
                  </a:lnTo>
                  <a:lnTo>
                    <a:pt x="2319" y="2614"/>
                  </a:lnTo>
                  <a:lnTo>
                    <a:pt x="3623" y="450"/>
                  </a:lnTo>
                  <a:lnTo>
                    <a:pt x="4026" y="0"/>
                  </a:lnTo>
                  <a:lnTo>
                    <a:pt x="4390" y="1665"/>
                  </a:lnTo>
                  <a:lnTo>
                    <a:pt x="4583" y="9314"/>
                  </a:lnTo>
                  <a:lnTo>
                    <a:pt x="3181" y="1536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3"/>
            <p:cNvSpPr/>
            <p:nvPr/>
          </p:nvSpPr>
          <p:spPr>
            <a:xfrm>
              <a:off x="4001333" y="3763699"/>
              <a:ext cx="5942" cy="37952"/>
            </a:xfrm>
            <a:custGeom>
              <a:avLst/>
              <a:pathLst>
                <a:path w="5942" h="37952">
                  <a:moveTo>
                    <a:pt x="5718" y="4853"/>
                  </a:moveTo>
                  <a:lnTo>
                    <a:pt x="5942" y="11207"/>
                  </a:lnTo>
                  <a:lnTo>
                    <a:pt x="5871" y="12875"/>
                  </a:lnTo>
                  <a:lnTo>
                    <a:pt x="5330" y="10431"/>
                  </a:lnTo>
                  <a:lnTo>
                    <a:pt x="5136" y="9943"/>
                  </a:lnTo>
                  <a:lnTo>
                    <a:pt x="4988" y="10431"/>
                  </a:lnTo>
                  <a:lnTo>
                    <a:pt x="4796" y="10700"/>
                  </a:lnTo>
                  <a:lnTo>
                    <a:pt x="4520" y="10676"/>
                  </a:lnTo>
                  <a:lnTo>
                    <a:pt x="4162" y="13144"/>
                  </a:lnTo>
                  <a:lnTo>
                    <a:pt x="4130" y="15464"/>
                  </a:lnTo>
                  <a:lnTo>
                    <a:pt x="3860" y="17025"/>
                  </a:lnTo>
                  <a:lnTo>
                    <a:pt x="3717" y="22207"/>
                  </a:lnTo>
                  <a:lnTo>
                    <a:pt x="3808" y="23604"/>
                  </a:lnTo>
                  <a:lnTo>
                    <a:pt x="4226" y="22914"/>
                  </a:lnTo>
                  <a:lnTo>
                    <a:pt x="4484" y="22738"/>
                  </a:lnTo>
                  <a:lnTo>
                    <a:pt x="5431" y="24735"/>
                  </a:lnTo>
                  <a:lnTo>
                    <a:pt x="5931" y="26193"/>
                  </a:lnTo>
                  <a:lnTo>
                    <a:pt x="5790" y="27956"/>
                  </a:lnTo>
                  <a:lnTo>
                    <a:pt x="5150" y="29733"/>
                  </a:lnTo>
                  <a:lnTo>
                    <a:pt x="4406" y="30507"/>
                  </a:lnTo>
                  <a:lnTo>
                    <a:pt x="3853" y="29745"/>
                  </a:lnTo>
                  <a:lnTo>
                    <a:pt x="3689" y="30105"/>
                  </a:lnTo>
                  <a:lnTo>
                    <a:pt x="3361" y="31020"/>
                  </a:lnTo>
                  <a:lnTo>
                    <a:pt x="3113" y="32224"/>
                  </a:lnTo>
                  <a:lnTo>
                    <a:pt x="3184" y="33461"/>
                  </a:lnTo>
                  <a:lnTo>
                    <a:pt x="2549" y="36968"/>
                  </a:lnTo>
                  <a:lnTo>
                    <a:pt x="2183" y="37952"/>
                  </a:lnTo>
                  <a:lnTo>
                    <a:pt x="1424" y="36878"/>
                  </a:lnTo>
                  <a:lnTo>
                    <a:pt x="955" y="37802"/>
                  </a:lnTo>
                  <a:lnTo>
                    <a:pt x="577" y="37718"/>
                  </a:lnTo>
                  <a:lnTo>
                    <a:pt x="0" y="34209"/>
                  </a:lnTo>
                  <a:lnTo>
                    <a:pt x="14" y="32561"/>
                  </a:lnTo>
                  <a:lnTo>
                    <a:pt x="550" y="30711"/>
                  </a:lnTo>
                  <a:lnTo>
                    <a:pt x="553" y="29378"/>
                  </a:lnTo>
                  <a:lnTo>
                    <a:pt x="818" y="27892"/>
                  </a:lnTo>
                  <a:lnTo>
                    <a:pt x="1408" y="25855"/>
                  </a:lnTo>
                  <a:lnTo>
                    <a:pt x="1745" y="24326"/>
                  </a:lnTo>
                  <a:lnTo>
                    <a:pt x="1755" y="23353"/>
                  </a:lnTo>
                  <a:lnTo>
                    <a:pt x="2006" y="19665"/>
                  </a:lnTo>
                  <a:lnTo>
                    <a:pt x="2104" y="18119"/>
                  </a:lnTo>
                  <a:lnTo>
                    <a:pt x="2273" y="16474"/>
                  </a:lnTo>
                  <a:lnTo>
                    <a:pt x="2542" y="13129"/>
                  </a:lnTo>
                  <a:lnTo>
                    <a:pt x="2579" y="6839"/>
                  </a:lnTo>
                  <a:lnTo>
                    <a:pt x="3479" y="1647"/>
                  </a:lnTo>
                  <a:lnTo>
                    <a:pt x="4358" y="230"/>
                  </a:lnTo>
                  <a:lnTo>
                    <a:pt x="4707" y="0"/>
                  </a:lnTo>
                  <a:lnTo>
                    <a:pt x="4652" y="137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4"/>
            <p:cNvSpPr/>
            <p:nvPr/>
          </p:nvSpPr>
          <p:spPr>
            <a:xfrm>
              <a:off x="4104545" y="3755547"/>
              <a:ext cx="2893" cy="5563"/>
            </a:xfrm>
            <a:custGeom>
              <a:avLst/>
              <a:pathLst>
                <a:path w="2893" h="5563">
                  <a:moveTo>
                    <a:pt x="2402" y="3985"/>
                  </a:moveTo>
                  <a:lnTo>
                    <a:pt x="2893" y="5563"/>
                  </a:lnTo>
                  <a:lnTo>
                    <a:pt x="1750" y="4325"/>
                  </a:lnTo>
                  <a:lnTo>
                    <a:pt x="116" y="1731"/>
                  </a:lnTo>
                  <a:lnTo>
                    <a:pt x="0" y="0"/>
                  </a:lnTo>
                  <a:lnTo>
                    <a:pt x="1379" y="262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5"/>
            <p:cNvSpPr/>
            <p:nvPr/>
          </p:nvSpPr>
          <p:spPr>
            <a:xfrm>
              <a:off x="4005026" y="3751703"/>
              <a:ext cx="2671" cy="7456"/>
            </a:xfrm>
            <a:custGeom>
              <a:avLst/>
              <a:pathLst>
                <a:path w="2671" h="7456">
                  <a:moveTo>
                    <a:pt x="2627" y="3901"/>
                  </a:moveTo>
                  <a:lnTo>
                    <a:pt x="1686" y="7456"/>
                  </a:lnTo>
                  <a:lnTo>
                    <a:pt x="1029" y="7274"/>
                  </a:lnTo>
                  <a:lnTo>
                    <a:pt x="246" y="4937"/>
                  </a:lnTo>
                  <a:lnTo>
                    <a:pt x="17" y="2374"/>
                  </a:lnTo>
                  <a:lnTo>
                    <a:pt x="0" y="1448"/>
                  </a:lnTo>
                  <a:lnTo>
                    <a:pt x="536" y="0"/>
                  </a:lnTo>
                  <a:lnTo>
                    <a:pt x="2334" y="490"/>
                  </a:lnTo>
                  <a:lnTo>
                    <a:pt x="2671" y="177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6"/>
            <p:cNvSpPr/>
            <p:nvPr/>
          </p:nvSpPr>
          <p:spPr>
            <a:xfrm>
              <a:off x="4057156" y="3737927"/>
              <a:ext cx="1643" cy="3638"/>
            </a:xfrm>
            <a:custGeom>
              <a:avLst/>
              <a:pathLst>
                <a:path w="1643" h="3638">
                  <a:moveTo>
                    <a:pt x="1643" y="2089"/>
                  </a:moveTo>
                  <a:lnTo>
                    <a:pt x="0" y="3638"/>
                  </a:lnTo>
                  <a:lnTo>
                    <a:pt x="352" y="758"/>
                  </a:lnTo>
                  <a:lnTo>
                    <a:pt x="576" y="0"/>
                  </a:lnTo>
                  <a:lnTo>
                    <a:pt x="1391" y="7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4052671" y="3737855"/>
              <a:ext cx="3884" cy="7644"/>
            </a:xfrm>
            <a:custGeom>
              <a:avLst/>
              <a:pathLst>
                <a:path w="3884" h="7644">
                  <a:moveTo>
                    <a:pt x="3370" y="4795"/>
                  </a:moveTo>
                  <a:lnTo>
                    <a:pt x="3123" y="5875"/>
                  </a:lnTo>
                  <a:lnTo>
                    <a:pt x="2564" y="6587"/>
                  </a:lnTo>
                  <a:lnTo>
                    <a:pt x="2097" y="6512"/>
                  </a:lnTo>
                  <a:lnTo>
                    <a:pt x="2249" y="5476"/>
                  </a:lnTo>
                  <a:lnTo>
                    <a:pt x="2133" y="4870"/>
                  </a:lnTo>
                  <a:lnTo>
                    <a:pt x="1786" y="5145"/>
                  </a:lnTo>
                  <a:lnTo>
                    <a:pt x="1223" y="5976"/>
                  </a:lnTo>
                  <a:lnTo>
                    <a:pt x="509" y="7644"/>
                  </a:lnTo>
                  <a:lnTo>
                    <a:pt x="90" y="6818"/>
                  </a:lnTo>
                  <a:lnTo>
                    <a:pt x="0" y="5526"/>
                  </a:lnTo>
                  <a:lnTo>
                    <a:pt x="24" y="4937"/>
                  </a:lnTo>
                  <a:lnTo>
                    <a:pt x="876" y="2617"/>
                  </a:lnTo>
                  <a:lnTo>
                    <a:pt x="1866" y="2221"/>
                  </a:lnTo>
                  <a:lnTo>
                    <a:pt x="3262" y="0"/>
                  </a:lnTo>
                  <a:lnTo>
                    <a:pt x="3884" y="106"/>
                  </a:lnTo>
                  <a:lnTo>
                    <a:pt x="3736" y="1517"/>
                  </a:lnTo>
                  <a:lnTo>
                    <a:pt x="3518" y="2522"/>
                  </a:lnTo>
                  <a:lnTo>
                    <a:pt x="3388" y="35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4059017" y="3737339"/>
              <a:ext cx="1319" cy="3182"/>
            </a:xfrm>
            <a:custGeom>
              <a:avLst/>
              <a:pathLst>
                <a:path w="1319" h="3182">
                  <a:moveTo>
                    <a:pt x="1319" y="1538"/>
                  </a:moveTo>
                  <a:lnTo>
                    <a:pt x="1297" y="2787"/>
                  </a:lnTo>
                  <a:lnTo>
                    <a:pt x="1231" y="3182"/>
                  </a:lnTo>
                  <a:lnTo>
                    <a:pt x="707" y="2747"/>
                  </a:lnTo>
                  <a:lnTo>
                    <a:pt x="330" y="2770"/>
                  </a:lnTo>
                  <a:lnTo>
                    <a:pt x="0" y="513"/>
                  </a:lnTo>
                  <a:lnTo>
                    <a:pt x="93" y="0"/>
                  </a:lnTo>
                  <a:lnTo>
                    <a:pt x="782" y="646"/>
                  </a:lnTo>
                  <a:lnTo>
                    <a:pt x="1041" y="87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3941167" y="3734534"/>
              <a:ext cx="965" cy="6997"/>
            </a:xfrm>
            <a:custGeom>
              <a:avLst/>
              <a:pathLst>
                <a:path w="965" h="6997">
                  <a:moveTo>
                    <a:pt x="937" y="1907"/>
                  </a:moveTo>
                  <a:lnTo>
                    <a:pt x="588" y="6997"/>
                  </a:lnTo>
                  <a:lnTo>
                    <a:pt x="0" y="4112"/>
                  </a:lnTo>
                  <a:lnTo>
                    <a:pt x="660" y="692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4048467" y="3730231"/>
              <a:ext cx="1361" cy="3099"/>
            </a:xfrm>
            <a:custGeom>
              <a:avLst/>
              <a:pathLst>
                <a:path w="1361" h="3099">
                  <a:moveTo>
                    <a:pt x="1139" y="1797"/>
                  </a:moveTo>
                  <a:lnTo>
                    <a:pt x="1361" y="3099"/>
                  </a:lnTo>
                  <a:lnTo>
                    <a:pt x="416" y="2276"/>
                  </a:lnTo>
                  <a:lnTo>
                    <a:pt x="0" y="1001"/>
                  </a:lnTo>
                  <a:lnTo>
                    <a:pt x="411" y="213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3938204" y="3730136"/>
              <a:ext cx="2886" cy="23728"/>
            </a:xfrm>
            <a:custGeom>
              <a:avLst/>
              <a:pathLst>
                <a:path w="2886" h="23728">
                  <a:moveTo>
                    <a:pt x="2739" y="18234"/>
                  </a:moveTo>
                  <a:lnTo>
                    <a:pt x="720" y="23728"/>
                  </a:lnTo>
                  <a:lnTo>
                    <a:pt x="388" y="22334"/>
                  </a:lnTo>
                  <a:lnTo>
                    <a:pt x="563" y="16736"/>
                  </a:lnTo>
                  <a:lnTo>
                    <a:pt x="0" y="13262"/>
                  </a:lnTo>
                  <a:lnTo>
                    <a:pt x="39" y="10676"/>
                  </a:lnTo>
                  <a:lnTo>
                    <a:pt x="434" y="6111"/>
                  </a:lnTo>
                  <a:lnTo>
                    <a:pt x="952" y="2614"/>
                  </a:lnTo>
                  <a:lnTo>
                    <a:pt x="2124" y="274"/>
                  </a:lnTo>
                  <a:lnTo>
                    <a:pt x="2416" y="0"/>
                  </a:lnTo>
                  <a:lnTo>
                    <a:pt x="2343" y="4247"/>
                  </a:lnTo>
                  <a:lnTo>
                    <a:pt x="2578" y="5843"/>
                  </a:lnTo>
                  <a:lnTo>
                    <a:pt x="2660" y="7208"/>
                  </a:lnTo>
                  <a:lnTo>
                    <a:pt x="2534" y="8382"/>
                  </a:lnTo>
                  <a:lnTo>
                    <a:pt x="2757" y="13813"/>
                  </a:lnTo>
                  <a:lnTo>
                    <a:pt x="2886" y="15126"/>
                  </a:lnTo>
                  <a:lnTo>
                    <a:pt x="2604" y="1683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4034419" y="3724645"/>
              <a:ext cx="11707" cy="22409"/>
            </a:xfrm>
            <a:custGeom>
              <a:avLst/>
              <a:pathLst>
                <a:path w="11707" h="22409">
                  <a:moveTo>
                    <a:pt x="8024" y="669"/>
                  </a:moveTo>
                  <a:lnTo>
                    <a:pt x="9604" y="2977"/>
                  </a:lnTo>
                  <a:lnTo>
                    <a:pt x="9963" y="4484"/>
                  </a:lnTo>
                  <a:lnTo>
                    <a:pt x="10247" y="6273"/>
                  </a:lnTo>
                  <a:lnTo>
                    <a:pt x="10558" y="7257"/>
                  </a:lnTo>
                  <a:lnTo>
                    <a:pt x="10930" y="8062"/>
                  </a:lnTo>
                  <a:lnTo>
                    <a:pt x="11544" y="9626"/>
                  </a:lnTo>
                  <a:lnTo>
                    <a:pt x="11707" y="11992"/>
                  </a:lnTo>
                  <a:lnTo>
                    <a:pt x="11566" y="16777"/>
                  </a:lnTo>
                  <a:lnTo>
                    <a:pt x="10850" y="17198"/>
                  </a:lnTo>
                  <a:lnTo>
                    <a:pt x="10176" y="17896"/>
                  </a:lnTo>
                  <a:lnTo>
                    <a:pt x="8791" y="20664"/>
                  </a:lnTo>
                  <a:lnTo>
                    <a:pt x="8108" y="21206"/>
                  </a:lnTo>
                  <a:lnTo>
                    <a:pt x="7380" y="21391"/>
                  </a:lnTo>
                  <a:lnTo>
                    <a:pt x="6862" y="22115"/>
                  </a:lnTo>
                  <a:lnTo>
                    <a:pt x="6343" y="22409"/>
                  </a:lnTo>
                  <a:lnTo>
                    <a:pt x="5001" y="20874"/>
                  </a:lnTo>
                  <a:lnTo>
                    <a:pt x="3697" y="19071"/>
                  </a:lnTo>
                  <a:lnTo>
                    <a:pt x="1808" y="15954"/>
                  </a:lnTo>
                  <a:lnTo>
                    <a:pt x="1459" y="15192"/>
                  </a:lnTo>
                  <a:lnTo>
                    <a:pt x="1155" y="13519"/>
                  </a:lnTo>
                  <a:lnTo>
                    <a:pt x="288" y="10512"/>
                  </a:lnTo>
                  <a:lnTo>
                    <a:pt x="72" y="8587"/>
                  </a:lnTo>
                  <a:lnTo>
                    <a:pt x="0" y="3110"/>
                  </a:lnTo>
                  <a:lnTo>
                    <a:pt x="227" y="1858"/>
                  </a:lnTo>
                  <a:lnTo>
                    <a:pt x="594" y="1188"/>
                  </a:lnTo>
                  <a:lnTo>
                    <a:pt x="1856" y="2449"/>
                  </a:lnTo>
                  <a:lnTo>
                    <a:pt x="2689" y="1122"/>
                  </a:lnTo>
                  <a:lnTo>
                    <a:pt x="5081" y="0"/>
                  </a:lnTo>
                  <a:lnTo>
                    <a:pt x="7516" y="11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4051799" y="3720841"/>
              <a:ext cx="1476" cy="2467"/>
            </a:xfrm>
            <a:custGeom>
              <a:avLst/>
              <a:pathLst>
                <a:path w="1476" h="2467">
                  <a:moveTo>
                    <a:pt x="1476" y="0"/>
                  </a:moveTo>
                  <a:lnTo>
                    <a:pt x="994" y="2467"/>
                  </a:lnTo>
                  <a:lnTo>
                    <a:pt x="147" y="2357"/>
                  </a:lnTo>
                  <a:lnTo>
                    <a:pt x="0" y="2005"/>
                  </a:lnTo>
                  <a:lnTo>
                    <a:pt x="1000" y="46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3849033" y="3719730"/>
              <a:ext cx="1612" cy="3734"/>
            </a:xfrm>
            <a:custGeom>
              <a:avLst/>
              <a:pathLst>
                <a:path w="1612" h="3734">
                  <a:moveTo>
                    <a:pt x="1380" y="3142"/>
                  </a:moveTo>
                  <a:lnTo>
                    <a:pt x="1219" y="3734"/>
                  </a:lnTo>
                  <a:lnTo>
                    <a:pt x="686" y="3413"/>
                  </a:lnTo>
                  <a:lnTo>
                    <a:pt x="302" y="2597"/>
                  </a:lnTo>
                  <a:lnTo>
                    <a:pt x="60" y="1817"/>
                  </a:lnTo>
                  <a:lnTo>
                    <a:pt x="0" y="1001"/>
                  </a:lnTo>
                  <a:lnTo>
                    <a:pt x="519" y="0"/>
                  </a:lnTo>
                  <a:lnTo>
                    <a:pt x="1612" y="10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3855374" y="3717832"/>
              <a:ext cx="935" cy="2677"/>
            </a:xfrm>
            <a:custGeom>
              <a:avLst/>
              <a:pathLst>
                <a:path w="935" h="2677">
                  <a:moveTo>
                    <a:pt x="681" y="1916"/>
                  </a:moveTo>
                  <a:lnTo>
                    <a:pt x="291" y="2677"/>
                  </a:lnTo>
                  <a:lnTo>
                    <a:pt x="65" y="1947"/>
                  </a:lnTo>
                  <a:lnTo>
                    <a:pt x="0" y="1131"/>
                  </a:lnTo>
                  <a:lnTo>
                    <a:pt x="162" y="100"/>
                  </a:lnTo>
                  <a:lnTo>
                    <a:pt x="691" y="0"/>
                  </a:lnTo>
                  <a:lnTo>
                    <a:pt x="935" y="3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4052218" y="3716386"/>
              <a:ext cx="28668" cy="31675"/>
            </a:xfrm>
            <a:custGeom>
              <a:avLst/>
              <a:pathLst>
                <a:path w="28668" h="31675">
                  <a:moveTo>
                    <a:pt x="18042" y="2366"/>
                  </a:moveTo>
                  <a:lnTo>
                    <a:pt x="20250" y="5641"/>
                  </a:lnTo>
                  <a:lnTo>
                    <a:pt x="21395" y="6123"/>
                  </a:lnTo>
                  <a:lnTo>
                    <a:pt x="23319" y="5696"/>
                  </a:lnTo>
                  <a:lnTo>
                    <a:pt x="24045" y="6016"/>
                  </a:lnTo>
                  <a:lnTo>
                    <a:pt x="25880" y="10197"/>
                  </a:lnTo>
                  <a:lnTo>
                    <a:pt x="26415" y="13069"/>
                  </a:lnTo>
                  <a:lnTo>
                    <a:pt x="26569" y="15547"/>
                  </a:lnTo>
                  <a:lnTo>
                    <a:pt x="26852" y="17899"/>
                  </a:lnTo>
                  <a:lnTo>
                    <a:pt x="27304" y="18485"/>
                  </a:lnTo>
                  <a:lnTo>
                    <a:pt x="27836" y="18704"/>
                  </a:lnTo>
                  <a:lnTo>
                    <a:pt x="28530" y="22089"/>
                  </a:lnTo>
                  <a:lnTo>
                    <a:pt x="28668" y="23183"/>
                  </a:lnTo>
                  <a:lnTo>
                    <a:pt x="28140" y="31675"/>
                  </a:lnTo>
                  <a:lnTo>
                    <a:pt x="25980" y="28458"/>
                  </a:lnTo>
                  <a:lnTo>
                    <a:pt x="23891" y="24805"/>
                  </a:lnTo>
                  <a:lnTo>
                    <a:pt x="22993" y="23448"/>
                  </a:lnTo>
                  <a:lnTo>
                    <a:pt x="20588" y="20358"/>
                  </a:lnTo>
                  <a:lnTo>
                    <a:pt x="20219" y="19299"/>
                  </a:lnTo>
                  <a:lnTo>
                    <a:pt x="19950" y="17902"/>
                  </a:lnTo>
                  <a:lnTo>
                    <a:pt x="18902" y="15998"/>
                  </a:lnTo>
                  <a:lnTo>
                    <a:pt x="16811" y="15703"/>
                  </a:lnTo>
                  <a:lnTo>
                    <a:pt x="16026" y="15752"/>
                  </a:lnTo>
                  <a:lnTo>
                    <a:pt x="15706" y="16038"/>
                  </a:lnTo>
                  <a:lnTo>
                    <a:pt x="15790" y="17062"/>
                  </a:lnTo>
                  <a:lnTo>
                    <a:pt x="15802" y="19146"/>
                  </a:lnTo>
                  <a:lnTo>
                    <a:pt x="15283" y="19723"/>
                  </a:lnTo>
                  <a:lnTo>
                    <a:pt x="13986" y="18407"/>
                  </a:lnTo>
                  <a:lnTo>
                    <a:pt x="12826" y="17934"/>
                  </a:lnTo>
                  <a:lnTo>
                    <a:pt x="11821" y="16650"/>
                  </a:lnTo>
                  <a:lnTo>
                    <a:pt x="10474" y="15966"/>
                  </a:lnTo>
                  <a:lnTo>
                    <a:pt x="10326" y="15319"/>
                  </a:lnTo>
                  <a:lnTo>
                    <a:pt x="10441" y="14358"/>
                  </a:lnTo>
                  <a:lnTo>
                    <a:pt x="10381" y="13455"/>
                  </a:lnTo>
                  <a:lnTo>
                    <a:pt x="10070" y="13106"/>
                  </a:lnTo>
                  <a:lnTo>
                    <a:pt x="9465" y="13273"/>
                  </a:lnTo>
                  <a:lnTo>
                    <a:pt x="8881" y="14180"/>
                  </a:lnTo>
                  <a:lnTo>
                    <a:pt x="8395" y="15210"/>
                  </a:lnTo>
                  <a:lnTo>
                    <a:pt x="7681" y="18049"/>
                  </a:lnTo>
                  <a:lnTo>
                    <a:pt x="7316" y="19137"/>
                  </a:lnTo>
                  <a:lnTo>
                    <a:pt x="6139" y="19602"/>
                  </a:lnTo>
                  <a:lnTo>
                    <a:pt x="5652" y="19328"/>
                  </a:lnTo>
                  <a:lnTo>
                    <a:pt x="5203" y="18623"/>
                  </a:lnTo>
                  <a:lnTo>
                    <a:pt x="3865" y="13438"/>
                  </a:lnTo>
                  <a:lnTo>
                    <a:pt x="3413" y="12318"/>
                  </a:lnTo>
                  <a:lnTo>
                    <a:pt x="2910" y="11404"/>
                  </a:lnTo>
                  <a:lnTo>
                    <a:pt x="2442" y="10982"/>
                  </a:lnTo>
                  <a:lnTo>
                    <a:pt x="1963" y="11770"/>
                  </a:lnTo>
                  <a:lnTo>
                    <a:pt x="1709" y="13380"/>
                  </a:lnTo>
                  <a:lnTo>
                    <a:pt x="1596" y="15293"/>
                  </a:lnTo>
                  <a:lnTo>
                    <a:pt x="1462" y="16393"/>
                  </a:lnTo>
                  <a:lnTo>
                    <a:pt x="885" y="19460"/>
                  </a:lnTo>
                  <a:lnTo>
                    <a:pt x="408" y="21284"/>
                  </a:lnTo>
                  <a:lnTo>
                    <a:pt x="234" y="20995"/>
                  </a:lnTo>
                  <a:lnTo>
                    <a:pt x="479" y="18069"/>
                  </a:lnTo>
                  <a:lnTo>
                    <a:pt x="480" y="16419"/>
                  </a:lnTo>
                  <a:lnTo>
                    <a:pt x="184" y="14673"/>
                  </a:lnTo>
                  <a:lnTo>
                    <a:pt x="0" y="12893"/>
                  </a:lnTo>
                  <a:lnTo>
                    <a:pt x="2263" y="4397"/>
                  </a:lnTo>
                  <a:lnTo>
                    <a:pt x="3082" y="2369"/>
                  </a:lnTo>
                  <a:lnTo>
                    <a:pt x="6651" y="1667"/>
                  </a:lnTo>
                  <a:lnTo>
                    <a:pt x="8773" y="2094"/>
                  </a:lnTo>
                  <a:lnTo>
                    <a:pt x="9929" y="1887"/>
                  </a:lnTo>
                  <a:lnTo>
                    <a:pt x="10701" y="1263"/>
                  </a:lnTo>
                  <a:lnTo>
                    <a:pt x="11342" y="1558"/>
                  </a:lnTo>
                  <a:lnTo>
                    <a:pt x="11501" y="3231"/>
                  </a:lnTo>
                  <a:lnTo>
                    <a:pt x="11905" y="4469"/>
                  </a:lnTo>
                  <a:lnTo>
                    <a:pt x="12463" y="4366"/>
                  </a:lnTo>
                  <a:lnTo>
                    <a:pt x="13475" y="3053"/>
                  </a:lnTo>
                  <a:lnTo>
                    <a:pt x="14354" y="1027"/>
                  </a:lnTo>
                  <a:lnTo>
                    <a:pt x="14895" y="147"/>
                  </a:lnTo>
                  <a:lnTo>
                    <a:pt x="15442" y="0"/>
                  </a:lnTo>
                  <a:lnTo>
                    <a:pt x="16007" y="135"/>
                  </a:lnTo>
                  <a:lnTo>
                    <a:pt x="16560" y="60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3785933" y="3716311"/>
              <a:ext cx="2783" cy="16113"/>
            </a:xfrm>
            <a:custGeom>
              <a:avLst/>
              <a:pathLst>
                <a:path w="2783" h="16113">
                  <a:moveTo>
                    <a:pt x="2363" y="11810"/>
                  </a:moveTo>
                  <a:lnTo>
                    <a:pt x="2747" y="16113"/>
                  </a:lnTo>
                  <a:lnTo>
                    <a:pt x="1603" y="13178"/>
                  </a:lnTo>
                  <a:lnTo>
                    <a:pt x="1626" y="11098"/>
                  </a:lnTo>
                  <a:lnTo>
                    <a:pt x="1468" y="9747"/>
                  </a:lnTo>
                  <a:lnTo>
                    <a:pt x="775" y="8088"/>
                  </a:lnTo>
                  <a:lnTo>
                    <a:pt x="240" y="6016"/>
                  </a:lnTo>
                  <a:lnTo>
                    <a:pt x="0" y="1093"/>
                  </a:lnTo>
                  <a:lnTo>
                    <a:pt x="184" y="69"/>
                  </a:lnTo>
                  <a:lnTo>
                    <a:pt x="637" y="0"/>
                  </a:lnTo>
                  <a:lnTo>
                    <a:pt x="2646" y="6463"/>
                  </a:lnTo>
                  <a:lnTo>
                    <a:pt x="2783" y="7557"/>
                  </a:lnTo>
                  <a:lnTo>
                    <a:pt x="2739" y="9860"/>
                  </a:lnTo>
                  <a:lnTo>
                    <a:pt x="2447" y="105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3856922" y="3708837"/>
              <a:ext cx="6990" cy="20583"/>
            </a:xfrm>
            <a:custGeom>
              <a:avLst/>
              <a:pathLst>
                <a:path w="6990" h="20583">
                  <a:moveTo>
                    <a:pt x="6188" y="13810"/>
                  </a:moveTo>
                  <a:lnTo>
                    <a:pt x="6040" y="16924"/>
                  </a:lnTo>
                  <a:lnTo>
                    <a:pt x="5804" y="18098"/>
                  </a:lnTo>
                  <a:lnTo>
                    <a:pt x="5000" y="19639"/>
                  </a:lnTo>
                  <a:lnTo>
                    <a:pt x="4727" y="20583"/>
                  </a:lnTo>
                  <a:lnTo>
                    <a:pt x="3976" y="20433"/>
                  </a:lnTo>
                  <a:lnTo>
                    <a:pt x="3882" y="18802"/>
                  </a:lnTo>
                  <a:lnTo>
                    <a:pt x="3630" y="17700"/>
                  </a:lnTo>
                  <a:lnTo>
                    <a:pt x="2833" y="16430"/>
                  </a:lnTo>
                  <a:lnTo>
                    <a:pt x="2625" y="16736"/>
                  </a:lnTo>
                  <a:lnTo>
                    <a:pt x="2483" y="18629"/>
                  </a:lnTo>
                  <a:lnTo>
                    <a:pt x="923" y="19954"/>
                  </a:lnTo>
                  <a:lnTo>
                    <a:pt x="490" y="20066"/>
                  </a:lnTo>
                  <a:lnTo>
                    <a:pt x="704" y="17567"/>
                  </a:lnTo>
                  <a:lnTo>
                    <a:pt x="302" y="15605"/>
                  </a:lnTo>
                  <a:lnTo>
                    <a:pt x="270" y="13187"/>
                  </a:lnTo>
                  <a:lnTo>
                    <a:pt x="196" y="12128"/>
                  </a:lnTo>
                  <a:lnTo>
                    <a:pt x="0" y="11519"/>
                  </a:lnTo>
                  <a:lnTo>
                    <a:pt x="398" y="9834"/>
                  </a:lnTo>
                  <a:lnTo>
                    <a:pt x="333" y="7961"/>
                  </a:lnTo>
                  <a:lnTo>
                    <a:pt x="751" y="5947"/>
                  </a:lnTo>
                  <a:lnTo>
                    <a:pt x="988" y="1064"/>
                  </a:lnTo>
                  <a:lnTo>
                    <a:pt x="2637" y="0"/>
                  </a:lnTo>
                  <a:lnTo>
                    <a:pt x="2992" y="868"/>
                  </a:lnTo>
                  <a:lnTo>
                    <a:pt x="4911" y="1970"/>
                  </a:lnTo>
                  <a:lnTo>
                    <a:pt x="6264" y="4925"/>
                  </a:lnTo>
                  <a:lnTo>
                    <a:pt x="6990" y="88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3783903" y="3708246"/>
              <a:ext cx="2268" cy="9193"/>
            </a:xfrm>
            <a:custGeom>
              <a:avLst/>
              <a:pathLst>
                <a:path w="2268" h="9193">
                  <a:moveTo>
                    <a:pt x="2268" y="6818"/>
                  </a:moveTo>
                  <a:lnTo>
                    <a:pt x="1582" y="9193"/>
                  </a:lnTo>
                  <a:lnTo>
                    <a:pt x="449" y="9144"/>
                  </a:lnTo>
                  <a:lnTo>
                    <a:pt x="228" y="7670"/>
                  </a:lnTo>
                  <a:lnTo>
                    <a:pt x="276" y="4109"/>
                  </a:lnTo>
                  <a:lnTo>
                    <a:pt x="0" y="2940"/>
                  </a:lnTo>
                  <a:lnTo>
                    <a:pt x="11" y="2478"/>
                  </a:lnTo>
                  <a:lnTo>
                    <a:pt x="189" y="447"/>
                  </a:lnTo>
                  <a:lnTo>
                    <a:pt x="420" y="0"/>
                  </a:lnTo>
                  <a:lnTo>
                    <a:pt x="2247" y="500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4114295" y="3693985"/>
              <a:ext cx="807" cy="3283"/>
            </a:xfrm>
            <a:custGeom>
              <a:avLst/>
              <a:pathLst>
                <a:path w="807" h="3283">
                  <a:moveTo>
                    <a:pt x="376" y="2833"/>
                  </a:moveTo>
                  <a:lnTo>
                    <a:pt x="97" y="3283"/>
                  </a:lnTo>
                  <a:lnTo>
                    <a:pt x="0" y="1996"/>
                  </a:lnTo>
                  <a:lnTo>
                    <a:pt x="151" y="274"/>
                  </a:lnTo>
                  <a:lnTo>
                    <a:pt x="331" y="0"/>
                  </a:lnTo>
                  <a:lnTo>
                    <a:pt x="538" y="92"/>
                  </a:lnTo>
                  <a:lnTo>
                    <a:pt x="807" y="71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3779762" y="3693659"/>
              <a:ext cx="2984" cy="10434"/>
            </a:xfrm>
            <a:custGeom>
              <a:avLst/>
              <a:pathLst>
                <a:path w="2984" h="10434">
                  <a:moveTo>
                    <a:pt x="2938" y="9646"/>
                  </a:moveTo>
                  <a:lnTo>
                    <a:pt x="2984" y="10434"/>
                  </a:lnTo>
                  <a:lnTo>
                    <a:pt x="1420" y="7834"/>
                  </a:lnTo>
                  <a:lnTo>
                    <a:pt x="669" y="7118"/>
                  </a:lnTo>
                  <a:lnTo>
                    <a:pt x="0" y="4282"/>
                  </a:lnTo>
                  <a:lnTo>
                    <a:pt x="206" y="2920"/>
                  </a:lnTo>
                  <a:lnTo>
                    <a:pt x="234" y="1021"/>
                  </a:lnTo>
                  <a:lnTo>
                    <a:pt x="334" y="271"/>
                  </a:lnTo>
                  <a:lnTo>
                    <a:pt x="813" y="0"/>
                  </a:lnTo>
                  <a:lnTo>
                    <a:pt x="1432" y="1382"/>
                  </a:lnTo>
                  <a:lnTo>
                    <a:pt x="1897" y="4761"/>
                  </a:lnTo>
                  <a:lnTo>
                    <a:pt x="2675" y="791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4032846" y="3692424"/>
              <a:ext cx="1949" cy="14615"/>
            </a:xfrm>
            <a:custGeom>
              <a:avLst/>
              <a:pathLst>
                <a:path w="1949" h="14615">
                  <a:moveTo>
                    <a:pt x="1847" y="14079"/>
                  </a:moveTo>
                  <a:lnTo>
                    <a:pt x="1682" y="14615"/>
                  </a:lnTo>
                  <a:lnTo>
                    <a:pt x="1106" y="13020"/>
                  </a:lnTo>
                  <a:lnTo>
                    <a:pt x="718" y="8509"/>
                  </a:lnTo>
                  <a:lnTo>
                    <a:pt x="387" y="7309"/>
                  </a:lnTo>
                  <a:lnTo>
                    <a:pt x="0" y="3024"/>
                  </a:lnTo>
                  <a:lnTo>
                    <a:pt x="99" y="1806"/>
                  </a:lnTo>
                  <a:lnTo>
                    <a:pt x="575" y="0"/>
                  </a:lnTo>
                  <a:lnTo>
                    <a:pt x="960" y="28"/>
                  </a:lnTo>
                  <a:lnTo>
                    <a:pt x="1247" y="1093"/>
                  </a:lnTo>
                  <a:lnTo>
                    <a:pt x="1087" y="5710"/>
                  </a:lnTo>
                  <a:lnTo>
                    <a:pt x="1949" y="1155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4012796" y="3689573"/>
              <a:ext cx="853" cy="3468"/>
            </a:xfrm>
            <a:custGeom>
              <a:avLst/>
              <a:pathLst>
                <a:path w="853" h="3468">
                  <a:moveTo>
                    <a:pt x="682" y="2279"/>
                  </a:moveTo>
                  <a:lnTo>
                    <a:pt x="853" y="3468"/>
                  </a:lnTo>
                  <a:lnTo>
                    <a:pt x="252" y="3428"/>
                  </a:lnTo>
                  <a:lnTo>
                    <a:pt x="0" y="119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4028273" y="3686955"/>
              <a:ext cx="9080" cy="4441"/>
            </a:xfrm>
            <a:custGeom>
              <a:avLst/>
              <a:pathLst>
                <a:path w="9080" h="4441">
                  <a:moveTo>
                    <a:pt x="6123" y="0"/>
                  </a:moveTo>
                  <a:lnTo>
                    <a:pt x="9080" y="978"/>
                  </a:lnTo>
                  <a:lnTo>
                    <a:pt x="8660" y="2043"/>
                  </a:lnTo>
                  <a:lnTo>
                    <a:pt x="5472" y="3748"/>
                  </a:lnTo>
                  <a:lnTo>
                    <a:pt x="4342" y="3439"/>
                  </a:lnTo>
                  <a:lnTo>
                    <a:pt x="884" y="4441"/>
                  </a:lnTo>
                  <a:lnTo>
                    <a:pt x="436" y="4383"/>
                  </a:lnTo>
                  <a:lnTo>
                    <a:pt x="372" y="2732"/>
                  </a:lnTo>
                  <a:lnTo>
                    <a:pt x="0" y="1575"/>
                  </a:lnTo>
                  <a:lnTo>
                    <a:pt x="553" y="568"/>
                  </a:lnTo>
                  <a:lnTo>
                    <a:pt x="1285" y="328"/>
                  </a:lnTo>
                  <a:lnTo>
                    <a:pt x="3202" y="7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006005" y="3686450"/>
              <a:ext cx="784" cy="3731"/>
            </a:xfrm>
            <a:custGeom>
              <a:avLst/>
              <a:pathLst>
                <a:path w="784" h="3731">
                  <a:moveTo>
                    <a:pt x="784" y="1295"/>
                  </a:moveTo>
                  <a:lnTo>
                    <a:pt x="75" y="3731"/>
                  </a:lnTo>
                  <a:lnTo>
                    <a:pt x="0" y="2429"/>
                  </a:lnTo>
                  <a:lnTo>
                    <a:pt x="143" y="1246"/>
                  </a:lnTo>
                  <a:lnTo>
                    <a:pt x="341" y="415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070097" y="3684023"/>
              <a:ext cx="6607" cy="11031"/>
            </a:xfrm>
            <a:custGeom>
              <a:avLst/>
              <a:pathLst>
                <a:path w="6607" h="11031">
                  <a:moveTo>
                    <a:pt x="5918" y="0"/>
                  </a:moveTo>
                  <a:lnTo>
                    <a:pt x="6034" y="1751"/>
                  </a:lnTo>
                  <a:lnTo>
                    <a:pt x="6607" y="3370"/>
                  </a:lnTo>
                  <a:lnTo>
                    <a:pt x="6408" y="5889"/>
                  </a:lnTo>
                  <a:lnTo>
                    <a:pt x="6180" y="6267"/>
                  </a:lnTo>
                  <a:lnTo>
                    <a:pt x="6303" y="7419"/>
                  </a:lnTo>
                  <a:lnTo>
                    <a:pt x="6548" y="8296"/>
                  </a:lnTo>
                  <a:lnTo>
                    <a:pt x="6104" y="8905"/>
                  </a:lnTo>
                  <a:lnTo>
                    <a:pt x="5780" y="8607"/>
                  </a:lnTo>
                  <a:lnTo>
                    <a:pt x="5253" y="9421"/>
                  </a:lnTo>
                  <a:lnTo>
                    <a:pt x="4906" y="10555"/>
                  </a:lnTo>
                  <a:lnTo>
                    <a:pt x="3804" y="11031"/>
                  </a:lnTo>
                  <a:lnTo>
                    <a:pt x="3419" y="9981"/>
                  </a:lnTo>
                  <a:lnTo>
                    <a:pt x="1430" y="8743"/>
                  </a:lnTo>
                  <a:lnTo>
                    <a:pt x="160" y="6025"/>
                  </a:lnTo>
                  <a:lnTo>
                    <a:pt x="0" y="5211"/>
                  </a:lnTo>
                  <a:lnTo>
                    <a:pt x="2460" y="2019"/>
                  </a:lnTo>
                  <a:lnTo>
                    <a:pt x="3538" y="1180"/>
                  </a:lnTo>
                  <a:lnTo>
                    <a:pt x="4440" y="1232"/>
                  </a:lnTo>
                  <a:lnTo>
                    <a:pt x="5578" y="4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018107" y="3682410"/>
              <a:ext cx="9522" cy="10962"/>
            </a:xfrm>
            <a:custGeom>
              <a:avLst/>
              <a:pathLst>
                <a:path w="9522" h="10962">
                  <a:moveTo>
                    <a:pt x="6151" y="2054"/>
                  </a:moveTo>
                  <a:lnTo>
                    <a:pt x="7049" y="3104"/>
                  </a:lnTo>
                  <a:lnTo>
                    <a:pt x="7366" y="3099"/>
                  </a:lnTo>
                  <a:lnTo>
                    <a:pt x="7662" y="1872"/>
                  </a:lnTo>
                  <a:lnTo>
                    <a:pt x="7845" y="1673"/>
                  </a:lnTo>
                  <a:lnTo>
                    <a:pt x="8250" y="2273"/>
                  </a:lnTo>
                  <a:lnTo>
                    <a:pt x="8344" y="4264"/>
                  </a:lnTo>
                  <a:lnTo>
                    <a:pt x="8926" y="3987"/>
                  </a:lnTo>
                  <a:lnTo>
                    <a:pt x="9379" y="4668"/>
                  </a:lnTo>
                  <a:lnTo>
                    <a:pt x="9522" y="5145"/>
                  </a:lnTo>
                  <a:lnTo>
                    <a:pt x="9463" y="7127"/>
                  </a:lnTo>
                  <a:lnTo>
                    <a:pt x="7739" y="7476"/>
                  </a:lnTo>
                  <a:lnTo>
                    <a:pt x="6508" y="9075"/>
                  </a:lnTo>
                  <a:lnTo>
                    <a:pt x="4852" y="7638"/>
                  </a:lnTo>
                  <a:lnTo>
                    <a:pt x="2975" y="10114"/>
                  </a:lnTo>
                  <a:lnTo>
                    <a:pt x="1835" y="10962"/>
                  </a:lnTo>
                  <a:lnTo>
                    <a:pt x="846" y="10910"/>
                  </a:lnTo>
                  <a:lnTo>
                    <a:pt x="0" y="6587"/>
                  </a:lnTo>
                  <a:lnTo>
                    <a:pt x="491" y="1523"/>
                  </a:lnTo>
                  <a:lnTo>
                    <a:pt x="844" y="689"/>
                  </a:lnTo>
                  <a:lnTo>
                    <a:pt x="1473" y="248"/>
                  </a:lnTo>
                  <a:lnTo>
                    <a:pt x="321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4125203" y="3681106"/>
              <a:ext cx="13678" cy="8919"/>
            </a:xfrm>
            <a:custGeom>
              <a:avLst/>
              <a:pathLst>
                <a:path w="13678" h="8919">
                  <a:moveTo>
                    <a:pt x="43" y="0"/>
                  </a:moveTo>
                  <a:lnTo>
                    <a:pt x="3839" y="1483"/>
                  </a:lnTo>
                  <a:lnTo>
                    <a:pt x="4868" y="1292"/>
                  </a:lnTo>
                  <a:lnTo>
                    <a:pt x="7035" y="1867"/>
                  </a:lnTo>
                  <a:lnTo>
                    <a:pt x="8843" y="3835"/>
                  </a:lnTo>
                  <a:lnTo>
                    <a:pt x="12005" y="4201"/>
                  </a:lnTo>
                  <a:lnTo>
                    <a:pt x="12949" y="4787"/>
                  </a:lnTo>
                  <a:lnTo>
                    <a:pt x="13678" y="6143"/>
                  </a:lnTo>
                  <a:lnTo>
                    <a:pt x="11910" y="7266"/>
                  </a:lnTo>
                  <a:lnTo>
                    <a:pt x="11076" y="8310"/>
                  </a:lnTo>
                  <a:lnTo>
                    <a:pt x="9528" y="8824"/>
                  </a:lnTo>
                  <a:lnTo>
                    <a:pt x="8232" y="8293"/>
                  </a:lnTo>
                  <a:lnTo>
                    <a:pt x="7290" y="8919"/>
                  </a:lnTo>
                  <a:lnTo>
                    <a:pt x="6949" y="7900"/>
                  </a:lnTo>
                  <a:lnTo>
                    <a:pt x="5570" y="6864"/>
                  </a:lnTo>
                  <a:lnTo>
                    <a:pt x="3806" y="4738"/>
                  </a:lnTo>
                  <a:lnTo>
                    <a:pt x="171" y="2262"/>
                  </a:lnTo>
                  <a:lnTo>
                    <a:pt x="0" y="72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3868845" y="3679571"/>
              <a:ext cx="1472" cy="3598"/>
            </a:xfrm>
            <a:custGeom>
              <a:avLst/>
              <a:pathLst>
                <a:path w="1472" h="3598">
                  <a:moveTo>
                    <a:pt x="1436" y="2357"/>
                  </a:moveTo>
                  <a:lnTo>
                    <a:pt x="328" y="3598"/>
                  </a:lnTo>
                  <a:lnTo>
                    <a:pt x="0" y="825"/>
                  </a:lnTo>
                  <a:lnTo>
                    <a:pt x="706" y="0"/>
                  </a:lnTo>
                  <a:lnTo>
                    <a:pt x="1472" y="71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3833560" y="3678541"/>
              <a:ext cx="16199" cy="46297"/>
            </a:xfrm>
            <a:custGeom>
              <a:avLst/>
              <a:pathLst>
                <a:path w="16199" h="46297">
                  <a:moveTo>
                    <a:pt x="8770" y="4859"/>
                  </a:moveTo>
                  <a:lnTo>
                    <a:pt x="9101" y="6893"/>
                  </a:lnTo>
                  <a:lnTo>
                    <a:pt x="9553" y="8723"/>
                  </a:lnTo>
                  <a:lnTo>
                    <a:pt x="9885" y="10697"/>
                  </a:lnTo>
                  <a:lnTo>
                    <a:pt x="10338" y="20202"/>
                  </a:lnTo>
                  <a:lnTo>
                    <a:pt x="11849" y="28363"/>
                  </a:lnTo>
                  <a:lnTo>
                    <a:pt x="16199" y="31569"/>
                  </a:lnTo>
                  <a:lnTo>
                    <a:pt x="15486" y="32887"/>
                  </a:lnTo>
                  <a:lnTo>
                    <a:pt x="15124" y="34070"/>
                  </a:lnTo>
                  <a:lnTo>
                    <a:pt x="14856" y="35430"/>
                  </a:lnTo>
                  <a:lnTo>
                    <a:pt x="14214" y="41088"/>
                  </a:lnTo>
                  <a:lnTo>
                    <a:pt x="14277" y="42289"/>
                  </a:lnTo>
                  <a:lnTo>
                    <a:pt x="14653" y="44211"/>
                  </a:lnTo>
                  <a:lnTo>
                    <a:pt x="14745" y="46297"/>
                  </a:lnTo>
                  <a:lnTo>
                    <a:pt x="14200" y="46285"/>
                  </a:lnTo>
                  <a:lnTo>
                    <a:pt x="13587" y="45818"/>
                  </a:lnTo>
                  <a:lnTo>
                    <a:pt x="13100" y="45033"/>
                  </a:lnTo>
                  <a:lnTo>
                    <a:pt x="12645" y="44006"/>
                  </a:lnTo>
                  <a:lnTo>
                    <a:pt x="12151" y="43189"/>
                  </a:lnTo>
                  <a:lnTo>
                    <a:pt x="11615" y="42661"/>
                  </a:lnTo>
                  <a:lnTo>
                    <a:pt x="10735" y="41045"/>
                  </a:lnTo>
                  <a:lnTo>
                    <a:pt x="9541" y="39902"/>
                  </a:lnTo>
                  <a:lnTo>
                    <a:pt x="8319" y="39002"/>
                  </a:lnTo>
                  <a:lnTo>
                    <a:pt x="7727" y="36598"/>
                  </a:lnTo>
                  <a:lnTo>
                    <a:pt x="7446" y="33635"/>
                  </a:lnTo>
                  <a:lnTo>
                    <a:pt x="7745" y="29208"/>
                  </a:lnTo>
                  <a:lnTo>
                    <a:pt x="7443" y="27982"/>
                  </a:lnTo>
                  <a:lnTo>
                    <a:pt x="7008" y="26902"/>
                  </a:lnTo>
                  <a:lnTo>
                    <a:pt x="6474" y="23711"/>
                  </a:lnTo>
                  <a:lnTo>
                    <a:pt x="6272" y="19986"/>
                  </a:lnTo>
                  <a:lnTo>
                    <a:pt x="5497" y="18546"/>
                  </a:lnTo>
                  <a:lnTo>
                    <a:pt x="4476" y="17674"/>
                  </a:lnTo>
                  <a:lnTo>
                    <a:pt x="4031" y="16961"/>
                  </a:lnTo>
                  <a:lnTo>
                    <a:pt x="2013" y="18323"/>
                  </a:lnTo>
                  <a:lnTo>
                    <a:pt x="1530" y="18003"/>
                  </a:lnTo>
                  <a:lnTo>
                    <a:pt x="1098" y="16973"/>
                  </a:lnTo>
                  <a:lnTo>
                    <a:pt x="0" y="15885"/>
                  </a:lnTo>
                  <a:lnTo>
                    <a:pt x="41" y="13819"/>
                  </a:lnTo>
                  <a:lnTo>
                    <a:pt x="553" y="12171"/>
                  </a:lnTo>
                  <a:lnTo>
                    <a:pt x="1757" y="10506"/>
                  </a:lnTo>
                  <a:lnTo>
                    <a:pt x="2320" y="9107"/>
                  </a:lnTo>
                  <a:lnTo>
                    <a:pt x="2433" y="7263"/>
                  </a:lnTo>
                  <a:lnTo>
                    <a:pt x="2219" y="5912"/>
                  </a:lnTo>
                  <a:lnTo>
                    <a:pt x="2304" y="4501"/>
                  </a:lnTo>
                  <a:lnTo>
                    <a:pt x="2685" y="3133"/>
                  </a:lnTo>
                  <a:lnTo>
                    <a:pt x="3135" y="2060"/>
                  </a:lnTo>
                  <a:lnTo>
                    <a:pt x="4345" y="643"/>
                  </a:lnTo>
                  <a:lnTo>
                    <a:pt x="4874" y="3116"/>
                  </a:lnTo>
                  <a:lnTo>
                    <a:pt x="5135" y="5182"/>
                  </a:lnTo>
                  <a:lnTo>
                    <a:pt x="5455" y="6680"/>
                  </a:lnTo>
                  <a:lnTo>
                    <a:pt x="5970" y="4542"/>
                  </a:lnTo>
                  <a:lnTo>
                    <a:pt x="5643" y="854"/>
                  </a:lnTo>
                  <a:lnTo>
                    <a:pt x="6563" y="31"/>
                  </a:lnTo>
                  <a:lnTo>
                    <a:pt x="7466" y="0"/>
                  </a:lnTo>
                  <a:lnTo>
                    <a:pt x="8148" y="1009"/>
                  </a:lnTo>
                  <a:lnTo>
                    <a:pt x="8594" y="26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009962" y="3678477"/>
              <a:ext cx="1287" cy="6146"/>
            </a:xfrm>
            <a:custGeom>
              <a:avLst/>
              <a:pathLst>
                <a:path w="1287" h="6146">
                  <a:moveTo>
                    <a:pt x="1105" y="5953"/>
                  </a:moveTo>
                  <a:lnTo>
                    <a:pt x="443" y="6146"/>
                  </a:lnTo>
                  <a:lnTo>
                    <a:pt x="0" y="5277"/>
                  </a:lnTo>
                  <a:lnTo>
                    <a:pt x="39" y="946"/>
                  </a:lnTo>
                  <a:lnTo>
                    <a:pt x="442" y="0"/>
                  </a:lnTo>
                  <a:lnTo>
                    <a:pt x="634" y="158"/>
                  </a:lnTo>
                  <a:lnTo>
                    <a:pt x="757" y="1448"/>
                  </a:lnTo>
                  <a:lnTo>
                    <a:pt x="956" y="2602"/>
                  </a:lnTo>
                  <a:lnTo>
                    <a:pt x="1287" y="36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047549" y="3673442"/>
              <a:ext cx="7314" cy="11704"/>
            </a:xfrm>
            <a:custGeom>
              <a:avLst/>
              <a:pathLst>
                <a:path w="7314" h="11704">
                  <a:moveTo>
                    <a:pt x="7314" y="9695"/>
                  </a:moveTo>
                  <a:lnTo>
                    <a:pt x="6725" y="10896"/>
                  </a:lnTo>
                  <a:lnTo>
                    <a:pt x="6431" y="11228"/>
                  </a:lnTo>
                  <a:lnTo>
                    <a:pt x="5014" y="10422"/>
                  </a:lnTo>
                  <a:lnTo>
                    <a:pt x="3353" y="10590"/>
                  </a:lnTo>
                  <a:lnTo>
                    <a:pt x="1628" y="11704"/>
                  </a:lnTo>
                  <a:lnTo>
                    <a:pt x="628" y="10763"/>
                  </a:lnTo>
                  <a:lnTo>
                    <a:pt x="0" y="9231"/>
                  </a:lnTo>
                  <a:lnTo>
                    <a:pt x="27" y="7606"/>
                  </a:lnTo>
                  <a:lnTo>
                    <a:pt x="620" y="3583"/>
                  </a:lnTo>
                  <a:lnTo>
                    <a:pt x="1918" y="542"/>
                  </a:lnTo>
                  <a:lnTo>
                    <a:pt x="2446" y="0"/>
                  </a:lnTo>
                  <a:lnTo>
                    <a:pt x="3372" y="822"/>
                  </a:lnTo>
                  <a:lnTo>
                    <a:pt x="4930" y="3151"/>
                  </a:lnTo>
                  <a:lnTo>
                    <a:pt x="6158" y="5886"/>
                  </a:lnTo>
                  <a:lnTo>
                    <a:pt x="7273" y="801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003505" y="3668274"/>
              <a:ext cx="7079" cy="13548"/>
            </a:xfrm>
            <a:custGeom>
              <a:avLst/>
              <a:pathLst>
                <a:path w="7079" h="13548">
                  <a:moveTo>
                    <a:pt x="3859" y="406"/>
                  </a:moveTo>
                  <a:lnTo>
                    <a:pt x="4070" y="2250"/>
                  </a:lnTo>
                  <a:lnTo>
                    <a:pt x="3722" y="3846"/>
                  </a:lnTo>
                  <a:lnTo>
                    <a:pt x="4104" y="6850"/>
                  </a:lnTo>
                  <a:lnTo>
                    <a:pt x="5073" y="2851"/>
                  </a:lnTo>
                  <a:lnTo>
                    <a:pt x="5998" y="2343"/>
                  </a:lnTo>
                  <a:lnTo>
                    <a:pt x="6522" y="3006"/>
                  </a:lnTo>
                  <a:lnTo>
                    <a:pt x="6883" y="3797"/>
                  </a:lnTo>
                  <a:lnTo>
                    <a:pt x="7079" y="5315"/>
                  </a:lnTo>
                  <a:lnTo>
                    <a:pt x="6739" y="8564"/>
                  </a:lnTo>
                  <a:lnTo>
                    <a:pt x="6132" y="10085"/>
                  </a:lnTo>
                  <a:lnTo>
                    <a:pt x="5346" y="10330"/>
                  </a:lnTo>
                  <a:lnTo>
                    <a:pt x="4977" y="8437"/>
                  </a:lnTo>
                  <a:lnTo>
                    <a:pt x="4461" y="8264"/>
                  </a:lnTo>
                  <a:lnTo>
                    <a:pt x="4100" y="12393"/>
                  </a:lnTo>
                  <a:lnTo>
                    <a:pt x="3938" y="13025"/>
                  </a:lnTo>
                  <a:lnTo>
                    <a:pt x="3481" y="13548"/>
                  </a:lnTo>
                  <a:lnTo>
                    <a:pt x="3071" y="12408"/>
                  </a:lnTo>
                  <a:lnTo>
                    <a:pt x="3000" y="11776"/>
                  </a:lnTo>
                  <a:lnTo>
                    <a:pt x="3576" y="9906"/>
                  </a:lnTo>
                  <a:lnTo>
                    <a:pt x="3264" y="4342"/>
                  </a:lnTo>
                  <a:lnTo>
                    <a:pt x="2829" y="5387"/>
                  </a:lnTo>
                  <a:lnTo>
                    <a:pt x="1668" y="10434"/>
                  </a:lnTo>
                  <a:lnTo>
                    <a:pt x="765" y="12696"/>
                  </a:lnTo>
                  <a:lnTo>
                    <a:pt x="458" y="11545"/>
                  </a:lnTo>
                  <a:lnTo>
                    <a:pt x="0" y="8114"/>
                  </a:lnTo>
                  <a:lnTo>
                    <a:pt x="205" y="3708"/>
                  </a:lnTo>
                  <a:lnTo>
                    <a:pt x="934" y="730"/>
                  </a:lnTo>
                  <a:lnTo>
                    <a:pt x="1553" y="934"/>
                  </a:lnTo>
                  <a:lnTo>
                    <a:pt x="334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3874848" y="3663001"/>
              <a:ext cx="3195" cy="8974"/>
            </a:xfrm>
            <a:custGeom>
              <a:avLst/>
              <a:pathLst>
                <a:path w="3195" h="8974">
                  <a:moveTo>
                    <a:pt x="2712" y="5955"/>
                  </a:moveTo>
                  <a:lnTo>
                    <a:pt x="795" y="8974"/>
                  </a:lnTo>
                  <a:lnTo>
                    <a:pt x="341" y="8818"/>
                  </a:lnTo>
                  <a:lnTo>
                    <a:pt x="0" y="7745"/>
                  </a:lnTo>
                  <a:lnTo>
                    <a:pt x="213" y="1921"/>
                  </a:lnTo>
                  <a:lnTo>
                    <a:pt x="460" y="184"/>
                  </a:lnTo>
                  <a:lnTo>
                    <a:pt x="1793" y="0"/>
                  </a:lnTo>
                  <a:lnTo>
                    <a:pt x="2609" y="833"/>
                  </a:lnTo>
                  <a:lnTo>
                    <a:pt x="3030" y="1780"/>
                  </a:lnTo>
                  <a:lnTo>
                    <a:pt x="3195" y="3725"/>
                  </a:lnTo>
                  <a:lnTo>
                    <a:pt x="3101" y="490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4118850" y="3661801"/>
              <a:ext cx="1801" cy="5785"/>
            </a:xfrm>
            <a:custGeom>
              <a:avLst/>
              <a:pathLst>
                <a:path w="1801" h="5785">
                  <a:moveTo>
                    <a:pt x="1503" y="5246"/>
                  </a:moveTo>
                  <a:lnTo>
                    <a:pt x="1042" y="5785"/>
                  </a:lnTo>
                  <a:lnTo>
                    <a:pt x="507" y="5191"/>
                  </a:lnTo>
                  <a:lnTo>
                    <a:pt x="0" y="2928"/>
                  </a:lnTo>
                  <a:lnTo>
                    <a:pt x="182" y="1191"/>
                  </a:lnTo>
                  <a:lnTo>
                    <a:pt x="772" y="0"/>
                  </a:lnTo>
                  <a:lnTo>
                    <a:pt x="1268" y="1194"/>
                  </a:lnTo>
                  <a:lnTo>
                    <a:pt x="1421" y="2721"/>
                  </a:lnTo>
                  <a:lnTo>
                    <a:pt x="1801" y="282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3770767" y="3661126"/>
              <a:ext cx="6438" cy="25644"/>
            </a:xfrm>
            <a:custGeom>
              <a:avLst/>
              <a:pathLst>
                <a:path w="6438" h="25644">
                  <a:moveTo>
                    <a:pt x="5403" y="25480"/>
                  </a:moveTo>
                  <a:lnTo>
                    <a:pt x="4518" y="25644"/>
                  </a:lnTo>
                  <a:lnTo>
                    <a:pt x="2620" y="22104"/>
                  </a:lnTo>
                  <a:lnTo>
                    <a:pt x="2172" y="20516"/>
                  </a:lnTo>
                  <a:lnTo>
                    <a:pt x="2062" y="18398"/>
                  </a:lnTo>
                  <a:lnTo>
                    <a:pt x="242" y="10215"/>
                  </a:lnTo>
                  <a:lnTo>
                    <a:pt x="0" y="8339"/>
                  </a:lnTo>
                  <a:lnTo>
                    <a:pt x="714" y="1621"/>
                  </a:lnTo>
                  <a:lnTo>
                    <a:pt x="2569" y="0"/>
                  </a:lnTo>
                  <a:lnTo>
                    <a:pt x="3180" y="1134"/>
                  </a:lnTo>
                  <a:lnTo>
                    <a:pt x="3393" y="4155"/>
                  </a:lnTo>
                  <a:lnTo>
                    <a:pt x="4453" y="9606"/>
                  </a:lnTo>
                  <a:lnTo>
                    <a:pt x="4803" y="12543"/>
                  </a:lnTo>
                  <a:lnTo>
                    <a:pt x="5067" y="13845"/>
                  </a:lnTo>
                  <a:lnTo>
                    <a:pt x="5178" y="14858"/>
                  </a:lnTo>
                  <a:lnTo>
                    <a:pt x="5084" y="15565"/>
                  </a:lnTo>
                  <a:lnTo>
                    <a:pt x="5850" y="19019"/>
                  </a:lnTo>
                  <a:lnTo>
                    <a:pt x="6398" y="21042"/>
                  </a:lnTo>
                  <a:lnTo>
                    <a:pt x="6438" y="2431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4079041" y="3660370"/>
              <a:ext cx="3902" cy="13398"/>
            </a:xfrm>
            <a:custGeom>
              <a:avLst/>
              <a:pathLst>
                <a:path w="3902" h="13398">
                  <a:moveTo>
                    <a:pt x="3209" y="12572"/>
                  </a:moveTo>
                  <a:lnTo>
                    <a:pt x="2870" y="13398"/>
                  </a:lnTo>
                  <a:lnTo>
                    <a:pt x="1702" y="12624"/>
                  </a:lnTo>
                  <a:lnTo>
                    <a:pt x="1099" y="10798"/>
                  </a:lnTo>
                  <a:lnTo>
                    <a:pt x="686" y="8348"/>
                  </a:lnTo>
                  <a:lnTo>
                    <a:pt x="424" y="6334"/>
                  </a:lnTo>
                  <a:lnTo>
                    <a:pt x="350" y="4732"/>
                  </a:lnTo>
                  <a:lnTo>
                    <a:pt x="0" y="2776"/>
                  </a:lnTo>
                  <a:lnTo>
                    <a:pt x="47" y="2060"/>
                  </a:lnTo>
                  <a:lnTo>
                    <a:pt x="2203" y="0"/>
                  </a:lnTo>
                  <a:lnTo>
                    <a:pt x="2609" y="747"/>
                  </a:lnTo>
                  <a:lnTo>
                    <a:pt x="3509" y="813"/>
                  </a:lnTo>
                  <a:lnTo>
                    <a:pt x="3902" y="2311"/>
                  </a:lnTo>
                  <a:lnTo>
                    <a:pt x="3636" y="88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4076488" y="3656676"/>
              <a:ext cx="4834" cy="4694"/>
            </a:xfrm>
            <a:custGeom>
              <a:avLst/>
              <a:pathLst>
                <a:path w="4834" h="4694">
                  <a:moveTo>
                    <a:pt x="4834" y="366"/>
                  </a:moveTo>
                  <a:lnTo>
                    <a:pt x="4589" y="1872"/>
                  </a:lnTo>
                  <a:lnTo>
                    <a:pt x="4133" y="2891"/>
                  </a:lnTo>
                  <a:lnTo>
                    <a:pt x="0" y="4694"/>
                  </a:lnTo>
                  <a:lnTo>
                    <a:pt x="352" y="3615"/>
                  </a:lnTo>
                  <a:lnTo>
                    <a:pt x="527" y="2545"/>
                  </a:lnTo>
                  <a:lnTo>
                    <a:pt x="786" y="1993"/>
                  </a:lnTo>
                  <a:lnTo>
                    <a:pt x="1197" y="2135"/>
                  </a:lnTo>
                  <a:lnTo>
                    <a:pt x="1400" y="1809"/>
                  </a:lnTo>
                  <a:lnTo>
                    <a:pt x="1606" y="1679"/>
                  </a:lnTo>
                  <a:lnTo>
                    <a:pt x="1839" y="1820"/>
                  </a:lnTo>
                  <a:lnTo>
                    <a:pt x="2240" y="1376"/>
                  </a:lnTo>
                  <a:lnTo>
                    <a:pt x="3084" y="1696"/>
                  </a:lnTo>
                  <a:lnTo>
                    <a:pt x="3951" y="1442"/>
                  </a:lnTo>
                  <a:lnTo>
                    <a:pt x="3889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4124370" y="3653317"/>
              <a:ext cx="9539" cy="16707"/>
            </a:xfrm>
            <a:custGeom>
              <a:avLst/>
              <a:pathLst>
                <a:path w="9539" h="16707">
                  <a:moveTo>
                    <a:pt x="0" y="0"/>
                  </a:moveTo>
                  <a:lnTo>
                    <a:pt x="2044" y="1154"/>
                  </a:lnTo>
                  <a:lnTo>
                    <a:pt x="2790" y="1090"/>
                  </a:lnTo>
                  <a:lnTo>
                    <a:pt x="3518" y="2397"/>
                  </a:lnTo>
                  <a:lnTo>
                    <a:pt x="4404" y="1780"/>
                  </a:lnTo>
                  <a:lnTo>
                    <a:pt x="4908" y="2198"/>
                  </a:lnTo>
                  <a:lnTo>
                    <a:pt x="6592" y="6688"/>
                  </a:lnTo>
                  <a:lnTo>
                    <a:pt x="7418" y="9661"/>
                  </a:lnTo>
                  <a:lnTo>
                    <a:pt x="8648" y="12212"/>
                  </a:lnTo>
                  <a:lnTo>
                    <a:pt x="9539" y="13080"/>
                  </a:lnTo>
                  <a:lnTo>
                    <a:pt x="8867" y="15418"/>
                  </a:lnTo>
                  <a:lnTo>
                    <a:pt x="7515" y="16647"/>
                  </a:lnTo>
                  <a:lnTo>
                    <a:pt x="6992" y="16707"/>
                  </a:lnTo>
                  <a:lnTo>
                    <a:pt x="5955" y="15317"/>
                  </a:lnTo>
                  <a:lnTo>
                    <a:pt x="5114" y="15573"/>
                  </a:lnTo>
                  <a:lnTo>
                    <a:pt x="4381" y="13830"/>
                  </a:lnTo>
                  <a:lnTo>
                    <a:pt x="4254" y="11138"/>
                  </a:lnTo>
                  <a:lnTo>
                    <a:pt x="3499" y="5072"/>
                  </a:lnTo>
                  <a:lnTo>
                    <a:pt x="2525" y="6813"/>
                  </a:lnTo>
                  <a:lnTo>
                    <a:pt x="1353" y="4016"/>
                  </a:lnTo>
                  <a:lnTo>
                    <a:pt x="1039" y="3950"/>
                  </a:lnTo>
                  <a:lnTo>
                    <a:pt x="965" y="4423"/>
                  </a:lnTo>
                  <a:lnTo>
                    <a:pt x="467" y="3471"/>
                  </a:lnTo>
                  <a:lnTo>
                    <a:pt x="45" y="15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4045282" y="3652371"/>
              <a:ext cx="1392" cy="5384"/>
            </a:xfrm>
            <a:custGeom>
              <a:avLst/>
              <a:pathLst>
                <a:path w="1392" h="5384">
                  <a:moveTo>
                    <a:pt x="1383" y="4775"/>
                  </a:moveTo>
                  <a:lnTo>
                    <a:pt x="1274" y="5384"/>
                  </a:lnTo>
                  <a:lnTo>
                    <a:pt x="270" y="4608"/>
                  </a:lnTo>
                  <a:lnTo>
                    <a:pt x="0" y="4184"/>
                  </a:lnTo>
                  <a:lnTo>
                    <a:pt x="506" y="0"/>
                  </a:lnTo>
                  <a:lnTo>
                    <a:pt x="978" y="121"/>
                  </a:lnTo>
                  <a:lnTo>
                    <a:pt x="1392" y="41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4077093" y="3646400"/>
              <a:ext cx="2104" cy="3330"/>
            </a:xfrm>
            <a:custGeom>
              <a:avLst/>
              <a:pathLst>
                <a:path w="2104" h="3330">
                  <a:moveTo>
                    <a:pt x="1550" y="3292"/>
                  </a:moveTo>
                  <a:lnTo>
                    <a:pt x="997" y="3330"/>
                  </a:lnTo>
                  <a:lnTo>
                    <a:pt x="0" y="2045"/>
                  </a:lnTo>
                  <a:lnTo>
                    <a:pt x="581" y="929"/>
                  </a:lnTo>
                  <a:lnTo>
                    <a:pt x="949" y="698"/>
                  </a:lnTo>
                  <a:lnTo>
                    <a:pt x="1269" y="28"/>
                  </a:lnTo>
                  <a:lnTo>
                    <a:pt x="1446" y="0"/>
                  </a:lnTo>
                  <a:lnTo>
                    <a:pt x="1840" y="568"/>
                  </a:lnTo>
                  <a:lnTo>
                    <a:pt x="2104" y="153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3992396" y="3646092"/>
              <a:ext cx="2418" cy="3526"/>
            </a:xfrm>
            <a:custGeom>
              <a:avLst/>
              <a:pathLst>
                <a:path w="2418" h="3526">
                  <a:moveTo>
                    <a:pt x="2010" y="0"/>
                  </a:moveTo>
                  <a:lnTo>
                    <a:pt x="2418" y="1312"/>
                  </a:lnTo>
                  <a:lnTo>
                    <a:pt x="2172" y="2830"/>
                  </a:lnTo>
                  <a:lnTo>
                    <a:pt x="1841" y="2452"/>
                  </a:lnTo>
                  <a:lnTo>
                    <a:pt x="968" y="2481"/>
                  </a:lnTo>
                  <a:lnTo>
                    <a:pt x="639" y="2597"/>
                  </a:lnTo>
                  <a:lnTo>
                    <a:pt x="246" y="3491"/>
                  </a:lnTo>
                  <a:lnTo>
                    <a:pt x="0" y="3526"/>
                  </a:lnTo>
                  <a:lnTo>
                    <a:pt x="164" y="2126"/>
                  </a:lnTo>
                  <a:lnTo>
                    <a:pt x="904" y="5"/>
                  </a:lnTo>
                  <a:lnTo>
                    <a:pt x="1366" y="32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4082193" y="3644337"/>
              <a:ext cx="95946" cy="259183"/>
            </a:xfrm>
            <a:custGeom>
              <a:avLst/>
              <a:pathLst>
                <a:path w="95946" h="259183">
                  <a:moveTo>
                    <a:pt x="95920" y="66848"/>
                  </a:moveTo>
                  <a:lnTo>
                    <a:pt x="95921" y="72571"/>
                  </a:lnTo>
                  <a:lnTo>
                    <a:pt x="95922" y="78576"/>
                  </a:lnTo>
                  <a:lnTo>
                    <a:pt x="95923" y="84584"/>
                  </a:lnTo>
                  <a:lnTo>
                    <a:pt x="95924" y="90592"/>
                  </a:lnTo>
                  <a:lnTo>
                    <a:pt x="95925" y="96599"/>
                  </a:lnTo>
                  <a:lnTo>
                    <a:pt x="95926" y="102605"/>
                  </a:lnTo>
                  <a:lnTo>
                    <a:pt x="95926" y="108612"/>
                  </a:lnTo>
                  <a:lnTo>
                    <a:pt x="95928" y="114620"/>
                  </a:lnTo>
                  <a:lnTo>
                    <a:pt x="95928" y="120628"/>
                  </a:lnTo>
                  <a:lnTo>
                    <a:pt x="95929" y="126633"/>
                  </a:lnTo>
                  <a:lnTo>
                    <a:pt x="95930" y="132641"/>
                  </a:lnTo>
                  <a:lnTo>
                    <a:pt x="95931" y="138649"/>
                  </a:lnTo>
                  <a:lnTo>
                    <a:pt x="95932" y="144657"/>
                  </a:lnTo>
                  <a:lnTo>
                    <a:pt x="95932" y="150662"/>
                  </a:lnTo>
                  <a:lnTo>
                    <a:pt x="95932" y="156670"/>
                  </a:lnTo>
                  <a:lnTo>
                    <a:pt x="95933" y="162678"/>
                  </a:lnTo>
                  <a:lnTo>
                    <a:pt x="95934" y="168686"/>
                  </a:lnTo>
                  <a:lnTo>
                    <a:pt x="95935" y="174691"/>
                  </a:lnTo>
                  <a:lnTo>
                    <a:pt x="95935" y="177253"/>
                  </a:lnTo>
                  <a:lnTo>
                    <a:pt x="95638" y="180390"/>
                  </a:lnTo>
                  <a:lnTo>
                    <a:pt x="94970" y="185097"/>
                  </a:lnTo>
                  <a:lnTo>
                    <a:pt x="94852" y="188894"/>
                  </a:lnTo>
                  <a:lnTo>
                    <a:pt x="95402" y="191849"/>
                  </a:lnTo>
                  <a:lnTo>
                    <a:pt x="95937" y="193779"/>
                  </a:lnTo>
                  <a:lnTo>
                    <a:pt x="95937" y="198720"/>
                  </a:lnTo>
                  <a:lnTo>
                    <a:pt x="95938" y="204728"/>
                  </a:lnTo>
                  <a:lnTo>
                    <a:pt x="95939" y="210736"/>
                  </a:lnTo>
                  <a:lnTo>
                    <a:pt x="95940" y="216743"/>
                  </a:lnTo>
                  <a:lnTo>
                    <a:pt x="95941" y="222749"/>
                  </a:lnTo>
                  <a:lnTo>
                    <a:pt x="95941" y="228756"/>
                  </a:lnTo>
                  <a:lnTo>
                    <a:pt x="95942" y="234764"/>
                  </a:lnTo>
                  <a:lnTo>
                    <a:pt x="95943" y="240772"/>
                  </a:lnTo>
                  <a:lnTo>
                    <a:pt x="95944" y="246777"/>
                  </a:lnTo>
                  <a:lnTo>
                    <a:pt x="95945" y="252785"/>
                  </a:lnTo>
                  <a:lnTo>
                    <a:pt x="95945" y="258793"/>
                  </a:lnTo>
                  <a:lnTo>
                    <a:pt x="95946" y="259183"/>
                  </a:lnTo>
                  <a:lnTo>
                    <a:pt x="95451" y="258187"/>
                  </a:lnTo>
                  <a:lnTo>
                    <a:pt x="94123" y="254898"/>
                  </a:lnTo>
                  <a:lnTo>
                    <a:pt x="92922" y="251146"/>
                  </a:lnTo>
                  <a:lnTo>
                    <a:pt x="92148" y="247646"/>
                  </a:lnTo>
                  <a:lnTo>
                    <a:pt x="91270" y="244457"/>
                  </a:lnTo>
                  <a:lnTo>
                    <a:pt x="87539" y="235007"/>
                  </a:lnTo>
                  <a:lnTo>
                    <a:pt x="86590" y="231902"/>
                  </a:lnTo>
                  <a:lnTo>
                    <a:pt x="86401" y="231045"/>
                  </a:lnTo>
                  <a:lnTo>
                    <a:pt x="86491" y="230243"/>
                  </a:lnTo>
                  <a:lnTo>
                    <a:pt x="86922" y="228606"/>
                  </a:lnTo>
                  <a:lnTo>
                    <a:pt x="87687" y="223871"/>
                  </a:lnTo>
                  <a:lnTo>
                    <a:pt x="86887" y="226797"/>
                  </a:lnTo>
                  <a:lnTo>
                    <a:pt x="85935" y="229114"/>
                  </a:lnTo>
                  <a:lnTo>
                    <a:pt x="84551" y="229267"/>
                  </a:lnTo>
                  <a:lnTo>
                    <a:pt x="83192" y="229830"/>
                  </a:lnTo>
                  <a:lnTo>
                    <a:pt x="81934" y="231229"/>
                  </a:lnTo>
                  <a:lnTo>
                    <a:pt x="80656" y="231711"/>
                  </a:lnTo>
                  <a:lnTo>
                    <a:pt x="80016" y="231025"/>
                  </a:lnTo>
                  <a:lnTo>
                    <a:pt x="79631" y="229285"/>
                  </a:lnTo>
                  <a:lnTo>
                    <a:pt x="79432" y="227501"/>
                  </a:lnTo>
                  <a:lnTo>
                    <a:pt x="79340" y="225605"/>
                  </a:lnTo>
                  <a:lnTo>
                    <a:pt x="78804" y="228670"/>
                  </a:lnTo>
                  <a:lnTo>
                    <a:pt x="77748" y="230346"/>
                  </a:lnTo>
                  <a:lnTo>
                    <a:pt x="76309" y="233878"/>
                  </a:lnTo>
                  <a:lnTo>
                    <a:pt x="75897" y="233151"/>
                  </a:lnTo>
                  <a:lnTo>
                    <a:pt x="75648" y="231807"/>
                  </a:lnTo>
                  <a:lnTo>
                    <a:pt x="75565" y="230413"/>
                  </a:lnTo>
                  <a:lnTo>
                    <a:pt x="75843" y="228924"/>
                  </a:lnTo>
                  <a:lnTo>
                    <a:pt x="76040" y="227342"/>
                  </a:lnTo>
                  <a:lnTo>
                    <a:pt x="76332" y="223556"/>
                  </a:lnTo>
                  <a:lnTo>
                    <a:pt x="76977" y="221326"/>
                  </a:lnTo>
                  <a:lnTo>
                    <a:pt x="77388" y="217006"/>
                  </a:lnTo>
                  <a:lnTo>
                    <a:pt x="77656" y="215465"/>
                  </a:lnTo>
                  <a:lnTo>
                    <a:pt x="77794" y="213927"/>
                  </a:lnTo>
                  <a:lnTo>
                    <a:pt x="77419" y="212187"/>
                  </a:lnTo>
                  <a:lnTo>
                    <a:pt x="76785" y="211593"/>
                  </a:lnTo>
                  <a:lnTo>
                    <a:pt x="76351" y="210536"/>
                  </a:lnTo>
                  <a:lnTo>
                    <a:pt x="75848" y="207605"/>
                  </a:lnTo>
                  <a:lnTo>
                    <a:pt x="75536" y="206612"/>
                  </a:lnTo>
                  <a:lnTo>
                    <a:pt x="74965" y="205409"/>
                  </a:lnTo>
                  <a:lnTo>
                    <a:pt x="74525" y="204006"/>
                  </a:lnTo>
                  <a:lnTo>
                    <a:pt x="75010" y="202950"/>
                  </a:lnTo>
                  <a:lnTo>
                    <a:pt x="75649" y="202526"/>
                  </a:lnTo>
                  <a:lnTo>
                    <a:pt x="76173" y="202592"/>
                  </a:lnTo>
                  <a:lnTo>
                    <a:pt x="77121" y="203250"/>
                  </a:lnTo>
                  <a:lnTo>
                    <a:pt x="77549" y="203288"/>
                  </a:lnTo>
                  <a:lnTo>
                    <a:pt x="78648" y="202203"/>
                  </a:lnTo>
                  <a:lnTo>
                    <a:pt x="78031" y="202537"/>
                  </a:lnTo>
                  <a:lnTo>
                    <a:pt x="77419" y="202503"/>
                  </a:lnTo>
                  <a:lnTo>
                    <a:pt x="75465" y="200604"/>
                  </a:lnTo>
                  <a:lnTo>
                    <a:pt x="74257" y="198639"/>
                  </a:lnTo>
                  <a:lnTo>
                    <a:pt x="73116" y="194700"/>
                  </a:lnTo>
                  <a:lnTo>
                    <a:pt x="73105" y="193938"/>
                  </a:lnTo>
                  <a:lnTo>
                    <a:pt x="73908" y="193223"/>
                  </a:lnTo>
                  <a:lnTo>
                    <a:pt x="75646" y="192391"/>
                  </a:lnTo>
                  <a:lnTo>
                    <a:pt x="75107" y="190383"/>
                  </a:lnTo>
                  <a:lnTo>
                    <a:pt x="74320" y="188631"/>
                  </a:lnTo>
                  <a:lnTo>
                    <a:pt x="74046" y="185515"/>
                  </a:lnTo>
                  <a:lnTo>
                    <a:pt x="73508" y="183587"/>
                  </a:lnTo>
                  <a:lnTo>
                    <a:pt x="72349" y="180436"/>
                  </a:lnTo>
                  <a:lnTo>
                    <a:pt x="71552" y="177173"/>
                  </a:lnTo>
                  <a:lnTo>
                    <a:pt x="70876" y="170530"/>
                  </a:lnTo>
                  <a:lnTo>
                    <a:pt x="70183" y="165520"/>
                  </a:lnTo>
                  <a:lnTo>
                    <a:pt x="70352" y="163702"/>
                  </a:lnTo>
                  <a:lnTo>
                    <a:pt x="70936" y="162407"/>
                  </a:lnTo>
                  <a:lnTo>
                    <a:pt x="70053" y="162257"/>
                  </a:lnTo>
                  <a:lnTo>
                    <a:pt x="69254" y="161325"/>
                  </a:lnTo>
                  <a:lnTo>
                    <a:pt x="69676" y="158883"/>
                  </a:lnTo>
                  <a:lnTo>
                    <a:pt x="70600" y="157443"/>
                  </a:lnTo>
                  <a:lnTo>
                    <a:pt x="69759" y="157813"/>
                  </a:lnTo>
                  <a:lnTo>
                    <a:pt x="68935" y="158517"/>
                  </a:lnTo>
                  <a:lnTo>
                    <a:pt x="68560" y="158650"/>
                  </a:lnTo>
                  <a:lnTo>
                    <a:pt x="68172" y="158433"/>
                  </a:lnTo>
                  <a:lnTo>
                    <a:pt x="67968" y="157452"/>
                  </a:lnTo>
                  <a:lnTo>
                    <a:pt x="67941" y="156061"/>
                  </a:lnTo>
                  <a:lnTo>
                    <a:pt x="68061" y="153605"/>
                  </a:lnTo>
                  <a:lnTo>
                    <a:pt x="67919" y="151225"/>
                  </a:lnTo>
                  <a:lnTo>
                    <a:pt x="67190" y="150114"/>
                  </a:lnTo>
                  <a:lnTo>
                    <a:pt x="66587" y="148414"/>
                  </a:lnTo>
                  <a:lnTo>
                    <a:pt x="66247" y="147785"/>
                  </a:lnTo>
                  <a:lnTo>
                    <a:pt x="65800" y="147834"/>
                  </a:lnTo>
                  <a:lnTo>
                    <a:pt x="65366" y="146697"/>
                  </a:lnTo>
                  <a:lnTo>
                    <a:pt x="65018" y="145047"/>
                  </a:lnTo>
                  <a:lnTo>
                    <a:pt x="60669" y="137902"/>
                  </a:lnTo>
                  <a:lnTo>
                    <a:pt x="60411" y="135864"/>
                  </a:lnTo>
                  <a:lnTo>
                    <a:pt x="60008" y="136759"/>
                  </a:lnTo>
                  <a:lnTo>
                    <a:pt x="59604" y="137195"/>
                  </a:lnTo>
                  <a:lnTo>
                    <a:pt x="59103" y="136023"/>
                  </a:lnTo>
                  <a:lnTo>
                    <a:pt x="58579" y="135244"/>
                  </a:lnTo>
                  <a:lnTo>
                    <a:pt x="58006" y="135371"/>
                  </a:lnTo>
                  <a:lnTo>
                    <a:pt x="57477" y="134739"/>
                  </a:lnTo>
                  <a:lnTo>
                    <a:pt x="56923" y="134378"/>
                  </a:lnTo>
                  <a:lnTo>
                    <a:pt x="56345" y="134321"/>
                  </a:lnTo>
                  <a:lnTo>
                    <a:pt x="54057" y="132122"/>
                  </a:lnTo>
                  <a:lnTo>
                    <a:pt x="51893" y="128650"/>
                  </a:lnTo>
                  <a:lnTo>
                    <a:pt x="50132" y="127156"/>
                  </a:lnTo>
                  <a:lnTo>
                    <a:pt x="49044" y="125208"/>
                  </a:lnTo>
                  <a:lnTo>
                    <a:pt x="47912" y="123615"/>
                  </a:lnTo>
                  <a:lnTo>
                    <a:pt x="45383" y="122065"/>
                  </a:lnTo>
                  <a:lnTo>
                    <a:pt x="42822" y="121021"/>
                  </a:lnTo>
                  <a:lnTo>
                    <a:pt x="41896" y="120983"/>
                  </a:lnTo>
                  <a:lnTo>
                    <a:pt x="41119" y="121318"/>
                  </a:lnTo>
                  <a:lnTo>
                    <a:pt x="40374" y="121246"/>
                  </a:lnTo>
                  <a:lnTo>
                    <a:pt x="36131" y="113703"/>
                  </a:lnTo>
                  <a:lnTo>
                    <a:pt x="35414" y="110266"/>
                  </a:lnTo>
                  <a:lnTo>
                    <a:pt x="35484" y="108257"/>
                  </a:lnTo>
                  <a:lnTo>
                    <a:pt x="35672" y="106592"/>
                  </a:lnTo>
                  <a:lnTo>
                    <a:pt x="37403" y="106111"/>
                  </a:lnTo>
                  <a:lnTo>
                    <a:pt x="36184" y="105629"/>
                  </a:lnTo>
                  <a:lnTo>
                    <a:pt x="35683" y="105857"/>
                  </a:lnTo>
                  <a:lnTo>
                    <a:pt x="34681" y="107222"/>
                  </a:lnTo>
                  <a:lnTo>
                    <a:pt x="34137" y="107317"/>
                  </a:lnTo>
                  <a:lnTo>
                    <a:pt x="33371" y="106411"/>
                  </a:lnTo>
                  <a:lnTo>
                    <a:pt x="32639" y="105268"/>
                  </a:lnTo>
                  <a:lnTo>
                    <a:pt x="31439" y="106327"/>
                  </a:lnTo>
                  <a:lnTo>
                    <a:pt x="30825" y="104590"/>
                  </a:lnTo>
                  <a:lnTo>
                    <a:pt x="30615" y="102760"/>
                  </a:lnTo>
                  <a:lnTo>
                    <a:pt x="30294" y="101924"/>
                  </a:lnTo>
                  <a:lnTo>
                    <a:pt x="29841" y="102010"/>
                  </a:lnTo>
                  <a:lnTo>
                    <a:pt x="29235" y="102668"/>
                  </a:lnTo>
                  <a:lnTo>
                    <a:pt x="28628" y="102550"/>
                  </a:lnTo>
                  <a:lnTo>
                    <a:pt x="28238" y="101297"/>
                  </a:lnTo>
                  <a:lnTo>
                    <a:pt x="27957" y="99658"/>
                  </a:lnTo>
                  <a:lnTo>
                    <a:pt x="27541" y="98484"/>
                  </a:lnTo>
                  <a:lnTo>
                    <a:pt x="27039" y="97586"/>
                  </a:lnTo>
                  <a:lnTo>
                    <a:pt x="26217" y="95457"/>
                  </a:lnTo>
                  <a:lnTo>
                    <a:pt x="25787" y="92548"/>
                  </a:lnTo>
                  <a:lnTo>
                    <a:pt x="25836" y="87515"/>
                  </a:lnTo>
                  <a:lnTo>
                    <a:pt x="25969" y="85712"/>
                  </a:lnTo>
                  <a:lnTo>
                    <a:pt x="26781" y="82780"/>
                  </a:lnTo>
                  <a:lnTo>
                    <a:pt x="27356" y="79998"/>
                  </a:lnTo>
                  <a:lnTo>
                    <a:pt x="26644" y="79690"/>
                  </a:lnTo>
                  <a:lnTo>
                    <a:pt x="26000" y="80965"/>
                  </a:lnTo>
                  <a:lnTo>
                    <a:pt x="25727" y="82275"/>
                  </a:lnTo>
                  <a:lnTo>
                    <a:pt x="25618" y="83862"/>
                  </a:lnTo>
                  <a:lnTo>
                    <a:pt x="25545" y="89146"/>
                  </a:lnTo>
                  <a:lnTo>
                    <a:pt x="25029" y="90675"/>
                  </a:lnTo>
                  <a:lnTo>
                    <a:pt x="24248" y="90551"/>
                  </a:lnTo>
                  <a:lnTo>
                    <a:pt x="24480" y="93639"/>
                  </a:lnTo>
                  <a:lnTo>
                    <a:pt x="24161" y="96568"/>
                  </a:lnTo>
                  <a:lnTo>
                    <a:pt x="23257" y="100013"/>
                  </a:lnTo>
                  <a:lnTo>
                    <a:pt x="23181" y="101580"/>
                  </a:lnTo>
                  <a:lnTo>
                    <a:pt x="23326" y="103277"/>
                  </a:lnTo>
                  <a:lnTo>
                    <a:pt x="23120" y="104945"/>
                  </a:lnTo>
                  <a:lnTo>
                    <a:pt x="21658" y="109770"/>
                  </a:lnTo>
                  <a:lnTo>
                    <a:pt x="21170" y="110000"/>
                  </a:lnTo>
                  <a:lnTo>
                    <a:pt x="20085" y="109969"/>
                  </a:lnTo>
                  <a:lnTo>
                    <a:pt x="18964" y="110733"/>
                  </a:lnTo>
                  <a:lnTo>
                    <a:pt x="18444" y="109611"/>
                  </a:lnTo>
                  <a:lnTo>
                    <a:pt x="18018" y="108148"/>
                  </a:lnTo>
                  <a:lnTo>
                    <a:pt x="17700" y="106419"/>
                  </a:lnTo>
                  <a:lnTo>
                    <a:pt x="17256" y="102850"/>
                  </a:lnTo>
                  <a:lnTo>
                    <a:pt x="16900" y="99171"/>
                  </a:lnTo>
                  <a:lnTo>
                    <a:pt x="18014" y="94660"/>
                  </a:lnTo>
                  <a:lnTo>
                    <a:pt x="17630" y="90583"/>
                  </a:lnTo>
                  <a:lnTo>
                    <a:pt x="16876" y="87085"/>
                  </a:lnTo>
                  <a:lnTo>
                    <a:pt x="14974" y="82240"/>
                  </a:lnTo>
                  <a:lnTo>
                    <a:pt x="13001" y="77644"/>
                  </a:lnTo>
                  <a:lnTo>
                    <a:pt x="12104" y="76709"/>
                  </a:lnTo>
                  <a:lnTo>
                    <a:pt x="10634" y="76299"/>
                  </a:lnTo>
                  <a:lnTo>
                    <a:pt x="10171" y="75855"/>
                  </a:lnTo>
                  <a:lnTo>
                    <a:pt x="9714" y="74126"/>
                  </a:lnTo>
                  <a:lnTo>
                    <a:pt x="9376" y="72132"/>
                  </a:lnTo>
                  <a:lnTo>
                    <a:pt x="10296" y="71275"/>
                  </a:lnTo>
                  <a:lnTo>
                    <a:pt x="11870" y="68935"/>
                  </a:lnTo>
                  <a:lnTo>
                    <a:pt x="12761" y="69047"/>
                  </a:lnTo>
                  <a:lnTo>
                    <a:pt x="15185" y="70317"/>
                  </a:lnTo>
                  <a:lnTo>
                    <a:pt x="15930" y="71471"/>
                  </a:lnTo>
                  <a:lnTo>
                    <a:pt x="16623" y="72146"/>
                  </a:lnTo>
                  <a:lnTo>
                    <a:pt x="18279" y="68280"/>
                  </a:lnTo>
                  <a:lnTo>
                    <a:pt x="19591" y="63233"/>
                  </a:lnTo>
                  <a:lnTo>
                    <a:pt x="20409" y="62136"/>
                  </a:lnTo>
                  <a:lnTo>
                    <a:pt x="21103" y="61767"/>
                  </a:lnTo>
                  <a:lnTo>
                    <a:pt x="21813" y="62254"/>
                  </a:lnTo>
                  <a:lnTo>
                    <a:pt x="23222" y="64018"/>
                  </a:lnTo>
                  <a:lnTo>
                    <a:pt x="24329" y="64837"/>
                  </a:lnTo>
                  <a:lnTo>
                    <a:pt x="25118" y="64999"/>
                  </a:lnTo>
                  <a:lnTo>
                    <a:pt x="25530" y="66577"/>
                  </a:lnTo>
                  <a:lnTo>
                    <a:pt x="25997" y="67287"/>
                  </a:lnTo>
                  <a:lnTo>
                    <a:pt x="26101" y="64906"/>
                  </a:lnTo>
                  <a:lnTo>
                    <a:pt x="26508" y="62148"/>
                  </a:lnTo>
                  <a:lnTo>
                    <a:pt x="27291" y="61291"/>
                  </a:lnTo>
                  <a:lnTo>
                    <a:pt x="27704" y="61094"/>
                  </a:lnTo>
                  <a:lnTo>
                    <a:pt x="27966" y="60382"/>
                  </a:lnTo>
                  <a:lnTo>
                    <a:pt x="27908" y="57828"/>
                  </a:lnTo>
                  <a:lnTo>
                    <a:pt x="26871" y="57508"/>
                  </a:lnTo>
                  <a:lnTo>
                    <a:pt x="27435" y="55320"/>
                  </a:lnTo>
                  <a:lnTo>
                    <a:pt x="27942" y="54255"/>
                  </a:lnTo>
                  <a:lnTo>
                    <a:pt x="28116" y="53188"/>
                  </a:lnTo>
                  <a:lnTo>
                    <a:pt x="28126" y="51846"/>
                  </a:lnTo>
                  <a:lnTo>
                    <a:pt x="26095" y="54420"/>
                  </a:lnTo>
                  <a:lnTo>
                    <a:pt x="23956" y="55496"/>
                  </a:lnTo>
                  <a:lnTo>
                    <a:pt x="22691" y="55205"/>
                  </a:lnTo>
                  <a:lnTo>
                    <a:pt x="21428" y="55167"/>
                  </a:lnTo>
                  <a:lnTo>
                    <a:pt x="18909" y="56884"/>
                  </a:lnTo>
                  <a:lnTo>
                    <a:pt x="17952" y="56815"/>
                  </a:lnTo>
                  <a:lnTo>
                    <a:pt x="15719" y="56120"/>
                  </a:lnTo>
                  <a:lnTo>
                    <a:pt x="14485" y="55286"/>
                  </a:lnTo>
                  <a:lnTo>
                    <a:pt x="13530" y="55935"/>
                  </a:lnTo>
                  <a:lnTo>
                    <a:pt x="12610" y="55990"/>
                  </a:lnTo>
                  <a:lnTo>
                    <a:pt x="11647" y="54025"/>
                  </a:lnTo>
                  <a:lnTo>
                    <a:pt x="10827" y="51560"/>
                  </a:lnTo>
                  <a:lnTo>
                    <a:pt x="10421" y="49812"/>
                  </a:lnTo>
                  <a:lnTo>
                    <a:pt x="9878" y="48545"/>
                  </a:lnTo>
                  <a:lnTo>
                    <a:pt x="9638" y="46836"/>
                  </a:lnTo>
                  <a:lnTo>
                    <a:pt x="9039" y="40407"/>
                  </a:lnTo>
                  <a:lnTo>
                    <a:pt x="8983" y="35819"/>
                  </a:lnTo>
                  <a:lnTo>
                    <a:pt x="8016" y="35727"/>
                  </a:lnTo>
                  <a:lnTo>
                    <a:pt x="7071" y="35274"/>
                  </a:lnTo>
                  <a:lnTo>
                    <a:pt x="2863" y="30908"/>
                  </a:lnTo>
                  <a:lnTo>
                    <a:pt x="2354" y="31978"/>
                  </a:lnTo>
                  <a:lnTo>
                    <a:pt x="1762" y="32529"/>
                  </a:lnTo>
                  <a:lnTo>
                    <a:pt x="1171" y="32734"/>
                  </a:lnTo>
                  <a:lnTo>
                    <a:pt x="585" y="32509"/>
                  </a:lnTo>
                  <a:lnTo>
                    <a:pt x="0" y="31831"/>
                  </a:lnTo>
                  <a:lnTo>
                    <a:pt x="48" y="30628"/>
                  </a:lnTo>
                  <a:lnTo>
                    <a:pt x="483" y="27676"/>
                  </a:lnTo>
                  <a:lnTo>
                    <a:pt x="909" y="26588"/>
                  </a:lnTo>
                  <a:lnTo>
                    <a:pt x="1499" y="25748"/>
                  </a:lnTo>
                  <a:lnTo>
                    <a:pt x="1873" y="24181"/>
                  </a:lnTo>
                  <a:lnTo>
                    <a:pt x="2482" y="19486"/>
                  </a:lnTo>
                  <a:lnTo>
                    <a:pt x="2529" y="17882"/>
                  </a:lnTo>
                  <a:lnTo>
                    <a:pt x="2462" y="16243"/>
                  </a:lnTo>
                  <a:lnTo>
                    <a:pt x="2512" y="15011"/>
                  </a:lnTo>
                  <a:lnTo>
                    <a:pt x="2888" y="14364"/>
                  </a:lnTo>
                  <a:lnTo>
                    <a:pt x="4476" y="12835"/>
                  </a:lnTo>
                  <a:lnTo>
                    <a:pt x="7771" y="10529"/>
                  </a:lnTo>
                  <a:lnTo>
                    <a:pt x="8604" y="9150"/>
                  </a:lnTo>
                  <a:lnTo>
                    <a:pt x="9291" y="6942"/>
                  </a:lnTo>
                  <a:lnTo>
                    <a:pt x="10095" y="5601"/>
                  </a:lnTo>
                  <a:lnTo>
                    <a:pt x="10465" y="4244"/>
                  </a:lnTo>
                  <a:lnTo>
                    <a:pt x="10887" y="3151"/>
                  </a:lnTo>
                  <a:lnTo>
                    <a:pt x="13438" y="236"/>
                  </a:lnTo>
                  <a:lnTo>
                    <a:pt x="14536" y="0"/>
                  </a:lnTo>
                  <a:lnTo>
                    <a:pt x="15662" y="337"/>
                  </a:lnTo>
                  <a:lnTo>
                    <a:pt x="17886" y="2066"/>
                  </a:lnTo>
                  <a:lnTo>
                    <a:pt x="20008" y="4856"/>
                  </a:lnTo>
                  <a:lnTo>
                    <a:pt x="21847" y="8518"/>
                  </a:lnTo>
                  <a:lnTo>
                    <a:pt x="23810" y="11190"/>
                  </a:lnTo>
                  <a:lnTo>
                    <a:pt x="26223" y="11640"/>
                  </a:lnTo>
                  <a:lnTo>
                    <a:pt x="27441" y="11346"/>
                  </a:lnTo>
                  <a:lnTo>
                    <a:pt x="28635" y="11727"/>
                  </a:lnTo>
                  <a:lnTo>
                    <a:pt x="29119" y="12477"/>
                  </a:lnTo>
                  <a:lnTo>
                    <a:pt x="29952" y="14754"/>
                  </a:lnTo>
                  <a:lnTo>
                    <a:pt x="29714" y="16249"/>
                  </a:lnTo>
                  <a:lnTo>
                    <a:pt x="29572" y="19336"/>
                  </a:lnTo>
                  <a:lnTo>
                    <a:pt x="29997" y="22308"/>
                  </a:lnTo>
                  <a:lnTo>
                    <a:pt x="30690" y="25284"/>
                  </a:lnTo>
                  <a:lnTo>
                    <a:pt x="31256" y="28458"/>
                  </a:lnTo>
                  <a:lnTo>
                    <a:pt x="31375" y="30007"/>
                  </a:lnTo>
                  <a:lnTo>
                    <a:pt x="31160" y="33291"/>
                  </a:lnTo>
                  <a:lnTo>
                    <a:pt x="30966" y="34916"/>
                  </a:lnTo>
                  <a:lnTo>
                    <a:pt x="30278" y="37625"/>
                  </a:lnTo>
                  <a:lnTo>
                    <a:pt x="29898" y="40586"/>
                  </a:lnTo>
                  <a:lnTo>
                    <a:pt x="30142" y="44236"/>
                  </a:lnTo>
                  <a:lnTo>
                    <a:pt x="30278" y="47907"/>
                  </a:lnTo>
                  <a:lnTo>
                    <a:pt x="30253" y="51280"/>
                  </a:lnTo>
                  <a:lnTo>
                    <a:pt x="30377" y="54599"/>
                  </a:lnTo>
                  <a:lnTo>
                    <a:pt x="30753" y="57964"/>
                  </a:lnTo>
                  <a:lnTo>
                    <a:pt x="32361" y="67180"/>
                  </a:lnTo>
                  <a:lnTo>
                    <a:pt x="33302" y="73425"/>
                  </a:lnTo>
                  <a:lnTo>
                    <a:pt x="33602" y="69936"/>
                  </a:lnTo>
                  <a:lnTo>
                    <a:pt x="33526" y="66058"/>
                  </a:lnTo>
                  <a:lnTo>
                    <a:pt x="33859" y="64658"/>
                  </a:lnTo>
                  <a:lnTo>
                    <a:pt x="34330" y="63914"/>
                  </a:lnTo>
                  <a:lnTo>
                    <a:pt x="34912" y="64690"/>
                  </a:lnTo>
                  <a:lnTo>
                    <a:pt x="35078" y="66260"/>
                  </a:lnTo>
                  <a:lnTo>
                    <a:pt x="35119" y="69688"/>
                  </a:lnTo>
                  <a:lnTo>
                    <a:pt x="35630" y="76417"/>
                  </a:lnTo>
                  <a:lnTo>
                    <a:pt x="36281" y="76726"/>
                  </a:lnTo>
                  <a:lnTo>
                    <a:pt x="36988" y="75696"/>
                  </a:lnTo>
                  <a:lnTo>
                    <a:pt x="37103" y="77753"/>
                  </a:lnTo>
                  <a:lnTo>
                    <a:pt x="37078" y="81559"/>
                  </a:lnTo>
                  <a:lnTo>
                    <a:pt x="37405" y="84581"/>
                  </a:lnTo>
                  <a:lnTo>
                    <a:pt x="37698" y="85764"/>
                  </a:lnTo>
                  <a:lnTo>
                    <a:pt x="38853" y="88222"/>
                  </a:lnTo>
                  <a:lnTo>
                    <a:pt x="39380" y="88678"/>
                  </a:lnTo>
                  <a:lnTo>
                    <a:pt x="40912" y="89270"/>
                  </a:lnTo>
                  <a:lnTo>
                    <a:pt x="42066" y="89458"/>
                  </a:lnTo>
                  <a:lnTo>
                    <a:pt x="43172" y="88577"/>
                  </a:lnTo>
                  <a:lnTo>
                    <a:pt x="43884" y="86321"/>
                  </a:lnTo>
                  <a:lnTo>
                    <a:pt x="44528" y="83877"/>
                  </a:lnTo>
                  <a:lnTo>
                    <a:pt x="46753" y="78241"/>
                  </a:lnTo>
                  <a:lnTo>
                    <a:pt x="47398" y="75546"/>
                  </a:lnTo>
                  <a:lnTo>
                    <a:pt x="48018" y="71414"/>
                  </a:lnTo>
                  <a:lnTo>
                    <a:pt x="48232" y="70528"/>
                  </a:lnTo>
                  <a:lnTo>
                    <a:pt x="50446" y="66061"/>
                  </a:lnTo>
                  <a:lnTo>
                    <a:pt x="50698" y="64476"/>
                  </a:lnTo>
                  <a:lnTo>
                    <a:pt x="51016" y="61409"/>
                  </a:lnTo>
                  <a:lnTo>
                    <a:pt x="51496" y="58440"/>
                  </a:lnTo>
                  <a:lnTo>
                    <a:pt x="51856" y="56907"/>
                  </a:lnTo>
                  <a:lnTo>
                    <a:pt x="53994" y="55459"/>
                  </a:lnTo>
                  <a:lnTo>
                    <a:pt x="56214" y="54671"/>
                  </a:lnTo>
                  <a:lnTo>
                    <a:pt x="58414" y="51935"/>
                  </a:lnTo>
                  <a:lnTo>
                    <a:pt x="59366" y="49584"/>
                  </a:lnTo>
                  <a:lnTo>
                    <a:pt x="59411" y="48037"/>
                  </a:lnTo>
                  <a:lnTo>
                    <a:pt x="58927" y="45322"/>
                  </a:lnTo>
                  <a:lnTo>
                    <a:pt x="58908" y="44130"/>
                  </a:lnTo>
                  <a:lnTo>
                    <a:pt x="59417" y="42984"/>
                  </a:lnTo>
                  <a:lnTo>
                    <a:pt x="61380" y="39542"/>
                  </a:lnTo>
                  <a:lnTo>
                    <a:pt x="63649" y="36001"/>
                  </a:lnTo>
                  <a:lnTo>
                    <a:pt x="65472" y="33560"/>
                  </a:lnTo>
                  <a:lnTo>
                    <a:pt x="66480" y="33577"/>
                  </a:lnTo>
                  <a:lnTo>
                    <a:pt x="67410" y="35727"/>
                  </a:lnTo>
                  <a:lnTo>
                    <a:pt x="68401" y="37481"/>
                  </a:lnTo>
                  <a:lnTo>
                    <a:pt x="73582" y="42658"/>
                  </a:lnTo>
                  <a:lnTo>
                    <a:pt x="74412" y="44265"/>
                  </a:lnTo>
                  <a:lnTo>
                    <a:pt x="75135" y="46401"/>
                  </a:lnTo>
                  <a:lnTo>
                    <a:pt x="76171" y="47881"/>
                  </a:lnTo>
                  <a:lnTo>
                    <a:pt x="77328" y="48597"/>
                  </a:lnTo>
                  <a:lnTo>
                    <a:pt x="78379" y="49979"/>
                  </a:lnTo>
                  <a:lnTo>
                    <a:pt x="79377" y="51762"/>
                  </a:lnTo>
                  <a:lnTo>
                    <a:pt x="81580" y="55089"/>
                  </a:lnTo>
                  <a:lnTo>
                    <a:pt x="84539" y="59121"/>
                  </a:lnTo>
                  <a:lnTo>
                    <a:pt x="85296" y="59363"/>
                  </a:lnTo>
                  <a:lnTo>
                    <a:pt x="88048" y="59173"/>
                  </a:lnTo>
                  <a:lnTo>
                    <a:pt x="88523" y="59932"/>
                  </a:lnTo>
                  <a:lnTo>
                    <a:pt x="88975" y="61005"/>
                  </a:lnTo>
                  <a:lnTo>
                    <a:pt x="89394" y="61253"/>
                  </a:lnTo>
                  <a:lnTo>
                    <a:pt x="92547" y="62003"/>
                  </a:lnTo>
                  <a:lnTo>
                    <a:pt x="93032" y="62780"/>
                  </a:lnTo>
                  <a:lnTo>
                    <a:pt x="93489" y="63844"/>
                  </a:lnTo>
                  <a:lnTo>
                    <a:pt x="93748" y="6677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3825136" y="3643959"/>
              <a:ext cx="3201" cy="9571"/>
            </a:xfrm>
            <a:custGeom>
              <a:avLst/>
              <a:pathLst>
                <a:path w="3201" h="9571">
                  <a:moveTo>
                    <a:pt x="2087" y="0"/>
                  </a:moveTo>
                  <a:lnTo>
                    <a:pt x="2986" y="2871"/>
                  </a:lnTo>
                  <a:lnTo>
                    <a:pt x="3201" y="3898"/>
                  </a:lnTo>
                  <a:lnTo>
                    <a:pt x="2757" y="5491"/>
                  </a:lnTo>
                  <a:lnTo>
                    <a:pt x="2397" y="7742"/>
                  </a:lnTo>
                  <a:lnTo>
                    <a:pt x="2194" y="8221"/>
                  </a:lnTo>
                  <a:lnTo>
                    <a:pt x="1506" y="7358"/>
                  </a:lnTo>
                  <a:lnTo>
                    <a:pt x="1019" y="9571"/>
                  </a:lnTo>
                  <a:lnTo>
                    <a:pt x="698" y="6039"/>
                  </a:lnTo>
                  <a:lnTo>
                    <a:pt x="0" y="3800"/>
                  </a:lnTo>
                  <a:lnTo>
                    <a:pt x="434" y="1509"/>
                  </a:lnTo>
                  <a:lnTo>
                    <a:pt x="592" y="1344"/>
                  </a:lnTo>
                  <a:lnTo>
                    <a:pt x="803" y="1416"/>
                  </a:lnTo>
                  <a:lnTo>
                    <a:pt x="1023" y="201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4046634" y="3643131"/>
              <a:ext cx="5605" cy="17051"/>
            </a:xfrm>
            <a:custGeom>
              <a:avLst/>
              <a:pathLst>
                <a:path w="5605" h="17051">
                  <a:moveTo>
                    <a:pt x="2594" y="363"/>
                  </a:moveTo>
                  <a:lnTo>
                    <a:pt x="3704" y="4778"/>
                  </a:lnTo>
                  <a:lnTo>
                    <a:pt x="2960" y="8968"/>
                  </a:lnTo>
                  <a:lnTo>
                    <a:pt x="3475" y="11311"/>
                  </a:lnTo>
                  <a:lnTo>
                    <a:pt x="4876" y="11458"/>
                  </a:lnTo>
                  <a:lnTo>
                    <a:pt x="5199" y="12336"/>
                  </a:lnTo>
                  <a:lnTo>
                    <a:pt x="5443" y="13392"/>
                  </a:lnTo>
                  <a:lnTo>
                    <a:pt x="5605" y="14835"/>
                  </a:lnTo>
                  <a:lnTo>
                    <a:pt x="5241" y="15989"/>
                  </a:lnTo>
                  <a:lnTo>
                    <a:pt x="4461" y="17051"/>
                  </a:lnTo>
                  <a:lnTo>
                    <a:pt x="3561" y="15524"/>
                  </a:lnTo>
                  <a:lnTo>
                    <a:pt x="3324" y="14105"/>
                  </a:lnTo>
                  <a:lnTo>
                    <a:pt x="3141" y="13574"/>
                  </a:lnTo>
                  <a:lnTo>
                    <a:pt x="1930" y="14650"/>
                  </a:lnTo>
                  <a:lnTo>
                    <a:pt x="1592" y="14754"/>
                  </a:lnTo>
                  <a:lnTo>
                    <a:pt x="1357" y="12777"/>
                  </a:lnTo>
                  <a:lnTo>
                    <a:pt x="1649" y="9938"/>
                  </a:lnTo>
                  <a:lnTo>
                    <a:pt x="802" y="8656"/>
                  </a:lnTo>
                  <a:lnTo>
                    <a:pt x="28" y="5722"/>
                  </a:lnTo>
                  <a:lnTo>
                    <a:pt x="0" y="4539"/>
                  </a:lnTo>
                  <a:lnTo>
                    <a:pt x="311" y="2490"/>
                  </a:lnTo>
                  <a:lnTo>
                    <a:pt x="269" y="862"/>
                  </a:lnTo>
                  <a:lnTo>
                    <a:pt x="712" y="738"/>
                  </a:lnTo>
                  <a:lnTo>
                    <a:pt x="1520" y="2946"/>
                  </a:lnTo>
                  <a:lnTo>
                    <a:pt x="1871" y="865"/>
                  </a:lnTo>
                  <a:lnTo>
                    <a:pt x="221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4044782" y="3641627"/>
              <a:ext cx="1784" cy="7843"/>
            </a:xfrm>
            <a:custGeom>
              <a:avLst/>
              <a:pathLst>
                <a:path w="1784" h="7843">
                  <a:moveTo>
                    <a:pt x="1398" y="7078"/>
                  </a:moveTo>
                  <a:lnTo>
                    <a:pt x="796" y="7843"/>
                  </a:lnTo>
                  <a:lnTo>
                    <a:pt x="141" y="7823"/>
                  </a:lnTo>
                  <a:lnTo>
                    <a:pt x="0" y="4671"/>
                  </a:lnTo>
                  <a:lnTo>
                    <a:pt x="212" y="675"/>
                  </a:lnTo>
                  <a:lnTo>
                    <a:pt x="819" y="0"/>
                  </a:lnTo>
                  <a:lnTo>
                    <a:pt x="1784" y="845"/>
                  </a:lnTo>
                  <a:lnTo>
                    <a:pt x="1428" y="1858"/>
                  </a:lnTo>
                  <a:lnTo>
                    <a:pt x="1693" y="39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3817485" y="3640794"/>
              <a:ext cx="2912" cy="4591"/>
            </a:xfrm>
            <a:custGeom>
              <a:avLst/>
              <a:pathLst>
                <a:path w="2912" h="4591">
                  <a:moveTo>
                    <a:pt x="2645" y="3557"/>
                  </a:moveTo>
                  <a:lnTo>
                    <a:pt x="1394" y="4591"/>
                  </a:lnTo>
                  <a:lnTo>
                    <a:pt x="0" y="3843"/>
                  </a:lnTo>
                  <a:lnTo>
                    <a:pt x="169" y="2066"/>
                  </a:lnTo>
                  <a:lnTo>
                    <a:pt x="842" y="0"/>
                  </a:lnTo>
                  <a:lnTo>
                    <a:pt x="1438" y="89"/>
                  </a:lnTo>
                  <a:lnTo>
                    <a:pt x="2524" y="1451"/>
                  </a:lnTo>
                  <a:lnTo>
                    <a:pt x="2912" y="266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4074894" y="3634191"/>
              <a:ext cx="10604" cy="12994"/>
            </a:xfrm>
            <a:custGeom>
              <a:avLst/>
              <a:pathLst>
                <a:path w="10604" h="12994">
                  <a:moveTo>
                    <a:pt x="5543" y="0"/>
                  </a:moveTo>
                  <a:lnTo>
                    <a:pt x="7209" y="1255"/>
                  </a:lnTo>
                  <a:lnTo>
                    <a:pt x="7586" y="1059"/>
                  </a:lnTo>
                  <a:lnTo>
                    <a:pt x="10000" y="4305"/>
                  </a:lnTo>
                  <a:lnTo>
                    <a:pt x="10385" y="5915"/>
                  </a:lnTo>
                  <a:lnTo>
                    <a:pt x="10249" y="7003"/>
                  </a:lnTo>
                  <a:lnTo>
                    <a:pt x="10604" y="8457"/>
                  </a:lnTo>
                  <a:lnTo>
                    <a:pt x="9814" y="10685"/>
                  </a:lnTo>
                  <a:lnTo>
                    <a:pt x="9433" y="10933"/>
                  </a:lnTo>
                  <a:lnTo>
                    <a:pt x="9047" y="10102"/>
                  </a:lnTo>
                  <a:lnTo>
                    <a:pt x="8278" y="9632"/>
                  </a:lnTo>
                  <a:lnTo>
                    <a:pt x="7390" y="10538"/>
                  </a:lnTo>
                  <a:lnTo>
                    <a:pt x="6824" y="9854"/>
                  </a:lnTo>
                  <a:lnTo>
                    <a:pt x="6345" y="7811"/>
                  </a:lnTo>
                  <a:lnTo>
                    <a:pt x="5496" y="6570"/>
                  </a:lnTo>
                  <a:lnTo>
                    <a:pt x="4296" y="2262"/>
                  </a:lnTo>
                  <a:lnTo>
                    <a:pt x="3706" y="2418"/>
                  </a:lnTo>
                  <a:lnTo>
                    <a:pt x="3861" y="4103"/>
                  </a:lnTo>
                  <a:lnTo>
                    <a:pt x="4371" y="5214"/>
                  </a:lnTo>
                  <a:lnTo>
                    <a:pt x="5044" y="8489"/>
                  </a:lnTo>
                  <a:lnTo>
                    <a:pt x="5431" y="8807"/>
                  </a:lnTo>
                  <a:lnTo>
                    <a:pt x="5830" y="8694"/>
                  </a:lnTo>
                  <a:lnTo>
                    <a:pt x="6369" y="10056"/>
                  </a:lnTo>
                  <a:lnTo>
                    <a:pt x="6341" y="12171"/>
                  </a:lnTo>
                  <a:lnTo>
                    <a:pt x="4937" y="12994"/>
                  </a:lnTo>
                  <a:lnTo>
                    <a:pt x="4452" y="11450"/>
                  </a:lnTo>
                  <a:lnTo>
                    <a:pt x="4345" y="8642"/>
                  </a:lnTo>
                  <a:lnTo>
                    <a:pt x="3556" y="9588"/>
                  </a:lnTo>
                  <a:lnTo>
                    <a:pt x="3252" y="10570"/>
                  </a:lnTo>
                  <a:lnTo>
                    <a:pt x="3020" y="10705"/>
                  </a:lnTo>
                  <a:lnTo>
                    <a:pt x="2496" y="7779"/>
                  </a:lnTo>
                  <a:lnTo>
                    <a:pt x="998" y="7629"/>
                  </a:lnTo>
                  <a:lnTo>
                    <a:pt x="0" y="6074"/>
                  </a:lnTo>
                  <a:lnTo>
                    <a:pt x="490" y="4449"/>
                  </a:lnTo>
                  <a:lnTo>
                    <a:pt x="560" y="2876"/>
                  </a:lnTo>
                  <a:lnTo>
                    <a:pt x="1210" y="2031"/>
                  </a:lnTo>
                  <a:lnTo>
                    <a:pt x="1868" y="2788"/>
                  </a:lnTo>
                  <a:lnTo>
                    <a:pt x="2528" y="1654"/>
                  </a:lnTo>
                  <a:lnTo>
                    <a:pt x="2996" y="1944"/>
                  </a:lnTo>
                  <a:lnTo>
                    <a:pt x="3342" y="1220"/>
                  </a:lnTo>
                  <a:lnTo>
                    <a:pt x="4669" y="7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3767959" y="3633861"/>
              <a:ext cx="2254" cy="17254"/>
            </a:xfrm>
            <a:custGeom>
              <a:avLst/>
              <a:pathLst>
                <a:path w="2254" h="17254">
                  <a:moveTo>
                    <a:pt x="1438" y="15884"/>
                  </a:moveTo>
                  <a:lnTo>
                    <a:pt x="865" y="17254"/>
                  </a:lnTo>
                  <a:lnTo>
                    <a:pt x="0" y="15924"/>
                  </a:lnTo>
                  <a:lnTo>
                    <a:pt x="291" y="14034"/>
                  </a:lnTo>
                  <a:lnTo>
                    <a:pt x="433" y="11417"/>
                  </a:lnTo>
                  <a:lnTo>
                    <a:pt x="952" y="9339"/>
                  </a:lnTo>
                  <a:lnTo>
                    <a:pt x="1129" y="6901"/>
                  </a:lnTo>
                  <a:lnTo>
                    <a:pt x="127" y="232"/>
                  </a:lnTo>
                  <a:lnTo>
                    <a:pt x="623" y="0"/>
                  </a:lnTo>
                  <a:lnTo>
                    <a:pt x="1016" y="727"/>
                  </a:lnTo>
                  <a:lnTo>
                    <a:pt x="1679" y="5163"/>
                  </a:lnTo>
                  <a:lnTo>
                    <a:pt x="2254" y="7821"/>
                  </a:lnTo>
                  <a:lnTo>
                    <a:pt x="2023" y="1142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3826962" y="3633546"/>
              <a:ext cx="5367" cy="10078"/>
            </a:xfrm>
            <a:custGeom>
              <a:avLst/>
              <a:pathLst>
                <a:path w="5367" h="10078">
                  <a:moveTo>
                    <a:pt x="3187" y="5723"/>
                  </a:moveTo>
                  <a:lnTo>
                    <a:pt x="3465" y="6211"/>
                  </a:lnTo>
                  <a:lnTo>
                    <a:pt x="3807" y="4679"/>
                  </a:lnTo>
                  <a:lnTo>
                    <a:pt x="4440" y="6779"/>
                  </a:lnTo>
                  <a:lnTo>
                    <a:pt x="4832" y="7830"/>
                  </a:lnTo>
                  <a:lnTo>
                    <a:pt x="5367" y="8880"/>
                  </a:lnTo>
                  <a:lnTo>
                    <a:pt x="4840" y="8929"/>
                  </a:lnTo>
                  <a:lnTo>
                    <a:pt x="4628" y="9890"/>
                  </a:lnTo>
                  <a:lnTo>
                    <a:pt x="4491" y="10078"/>
                  </a:lnTo>
                  <a:lnTo>
                    <a:pt x="2453" y="6690"/>
                  </a:lnTo>
                  <a:lnTo>
                    <a:pt x="1149" y="7781"/>
                  </a:lnTo>
                  <a:lnTo>
                    <a:pt x="254" y="6791"/>
                  </a:lnTo>
                  <a:lnTo>
                    <a:pt x="0" y="6113"/>
                  </a:lnTo>
                  <a:lnTo>
                    <a:pt x="480" y="4257"/>
                  </a:lnTo>
                  <a:lnTo>
                    <a:pt x="919" y="0"/>
                  </a:lnTo>
                  <a:lnTo>
                    <a:pt x="1812" y="1069"/>
                  </a:lnTo>
                  <a:lnTo>
                    <a:pt x="2031" y="2380"/>
                  </a:lnTo>
                  <a:lnTo>
                    <a:pt x="1977" y="2770"/>
                  </a:lnTo>
                  <a:lnTo>
                    <a:pt x="2561" y="35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4065974" y="3632728"/>
              <a:ext cx="2308" cy="6951"/>
            </a:xfrm>
            <a:custGeom>
              <a:avLst/>
              <a:pathLst>
                <a:path w="2308" h="6951">
                  <a:moveTo>
                    <a:pt x="2308" y="6867"/>
                  </a:moveTo>
                  <a:lnTo>
                    <a:pt x="1892" y="6951"/>
                  </a:lnTo>
                  <a:lnTo>
                    <a:pt x="1542" y="5225"/>
                  </a:lnTo>
                  <a:lnTo>
                    <a:pt x="589" y="3304"/>
                  </a:lnTo>
                  <a:lnTo>
                    <a:pt x="0" y="0"/>
                  </a:lnTo>
                  <a:lnTo>
                    <a:pt x="2241" y="54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4047593" y="3629857"/>
              <a:ext cx="544" cy="5295"/>
            </a:xfrm>
            <a:custGeom>
              <a:avLst/>
              <a:pathLst>
                <a:path w="544" h="5295">
                  <a:moveTo>
                    <a:pt x="544" y="4386"/>
                  </a:moveTo>
                  <a:lnTo>
                    <a:pt x="498" y="5295"/>
                  </a:lnTo>
                  <a:lnTo>
                    <a:pt x="202" y="4025"/>
                  </a:lnTo>
                  <a:lnTo>
                    <a:pt x="0" y="3722"/>
                  </a:lnTo>
                  <a:lnTo>
                    <a:pt x="218" y="536"/>
                  </a:lnTo>
                  <a:lnTo>
                    <a:pt x="332" y="0"/>
                  </a:lnTo>
                  <a:lnTo>
                    <a:pt x="506" y="217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3827463" y="3627212"/>
              <a:ext cx="1912" cy="5833"/>
            </a:xfrm>
            <a:custGeom>
              <a:avLst/>
              <a:pathLst>
                <a:path w="1912" h="5833">
                  <a:moveTo>
                    <a:pt x="1827" y="5098"/>
                  </a:moveTo>
                  <a:lnTo>
                    <a:pt x="1912" y="5833"/>
                  </a:lnTo>
                  <a:lnTo>
                    <a:pt x="1458" y="5005"/>
                  </a:lnTo>
                  <a:lnTo>
                    <a:pt x="1183" y="4504"/>
                  </a:lnTo>
                  <a:lnTo>
                    <a:pt x="1002" y="4044"/>
                  </a:lnTo>
                  <a:lnTo>
                    <a:pt x="0" y="0"/>
                  </a:lnTo>
                  <a:lnTo>
                    <a:pt x="429" y="259"/>
                  </a:lnTo>
                  <a:lnTo>
                    <a:pt x="1544" y="381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3814392" y="3613393"/>
              <a:ext cx="1495" cy="4833"/>
            </a:xfrm>
            <a:custGeom>
              <a:avLst/>
              <a:pathLst>
                <a:path w="1495" h="4833">
                  <a:moveTo>
                    <a:pt x="1393" y="4663"/>
                  </a:moveTo>
                  <a:lnTo>
                    <a:pt x="313" y="4833"/>
                  </a:lnTo>
                  <a:lnTo>
                    <a:pt x="0" y="4452"/>
                  </a:lnTo>
                  <a:lnTo>
                    <a:pt x="132" y="1673"/>
                  </a:lnTo>
                  <a:lnTo>
                    <a:pt x="460" y="0"/>
                  </a:lnTo>
                  <a:lnTo>
                    <a:pt x="948" y="33"/>
                  </a:lnTo>
                  <a:lnTo>
                    <a:pt x="1495" y="25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4047267" y="3612074"/>
              <a:ext cx="797" cy="3236"/>
            </a:xfrm>
            <a:custGeom>
              <a:avLst/>
              <a:pathLst>
                <a:path w="797" h="3236">
                  <a:moveTo>
                    <a:pt x="546" y="3022"/>
                  </a:moveTo>
                  <a:lnTo>
                    <a:pt x="103" y="3236"/>
                  </a:lnTo>
                  <a:lnTo>
                    <a:pt x="0" y="2045"/>
                  </a:lnTo>
                  <a:lnTo>
                    <a:pt x="189" y="24"/>
                  </a:lnTo>
                  <a:lnTo>
                    <a:pt x="595" y="0"/>
                  </a:lnTo>
                  <a:lnTo>
                    <a:pt x="766" y="323"/>
                  </a:lnTo>
                  <a:lnTo>
                    <a:pt x="797" y="180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4046532" y="3608598"/>
              <a:ext cx="829" cy="3060"/>
            </a:xfrm>
            <a:custGeom>
              <a:avLst/>
              <a:pathLst>
                <a:path w="829" h="3060">
                  <a:moveTo>
                    <a:pt x="829" y="2089"/>
                  </a:moveTo>
                  <a:lnTo>
                    <a:pt x="499" y="3060"/>
                  </a:lnTo>
                  <a:lnTo>
                    <a:pt x="188" y="2735"/>
                  </a:lnTo>
                  <a:lnTo>
                    <a:pt x="0" y="1480"/>
                  </a:lnTo>
                  <a:lnTo>
                    <a:pt x="61" y="577"/>
                  </a:lnTo>
                  <a:lnTo>
                    <a:pt x="321" y="0"/>
                  </a:lnTo>
                  <a:lnTo>
                    <a:pt x="647" y="4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3816361" y="3608375"/>
              <a:ext cx="1471" cy="6462"/>
            </a:xfrm>
            <a:custGeom>
              <a:avLst/>
              <a:pathLst>
                <a:path w="1471" h="6462">
                  <a:moveTo>
                    <a:pt x="1016" y="6061"/>
                  </a:moveTo>
                  <a:lnTo>
                    <a:pt x="819" y="6462"/>
                  </a:lnTo>
                  <a:lnTo>
                    <a:pt x="0" y="2709"/>
                  </a:lnTo>
                  <a:lnTo>
                    <a:pt x="204" y="545"/>
                  </a:lnTo>
                  <a:lnTo>
                    <a:pt x="400" y="0"/>
                  </a:lnTo>
                  <a:lnTo>
                    <a:pt x="852" y="1317"/>
                  </a:lnTo>
                  <a:lnTo>
                    <a:pt x="1210" y="2702"/>
                  </a:lnTo>
                  <a:lnTo>
                    <a:pt x="1471" y="434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3820165" y="3607731"/>
              <a:ext cx="903" cy="3520"/>
            </a:xfrm>
            <a:custGeom>
              <a:avLst/>
              <a:pathLst>
                <a:path w="903" h="3520">
                  <a:moveTo>
                    <a:pt x="851" y="2669"/>
                  </a:moveTo>
                  <a:lnTo>
                    <a:pt x="903" y="3520"/>
                  </a:lnTo>
                  <a:lnTo>
                    <a:pt x="22" y="1813"/>
                  </a:lnTo>
                  <a:lnTo>
                    <a:pt x="0" y="577"/>
                  </a:lnTo>
                  <a:lnTo>
                    <a:pt x="114" y="0"/>
                  </a:lnTo>
                  <a:lnTo>
                    <a:pt x="640" y="133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3823607" y="3606176"/>
              <a:ext cx="1357" cy="4110"/>
            </a:xfrm>
            <a:custGeom>
              <a:avLst/>
              <a:pathLst>
                <a:path w="1357" h="4110">
                  <a:moveTo>
                    <a:pt x="1357" y="3250"/>
                  </a:moveTo>
                  <a:lnTo>
                    <a:pt x="755" y="4110"/>
                  </a:lnTo>
                  <a:lnTo>
                    <a:pt x="0" y="1411"/>
                  </a:lnTo>
                  <a:lnTo>
                    <a:pt x="28" y="783"/>
                  </a:lnTo>
                  <a:lnTo>
                    <a:pt x="97" y="308"/>
                  </a:lnTo>
                  <a:lnTo>
                    <a:pt x="236" y="0"/>
                  </a:lnTo>
                  <a:lnTo>
                    <a:pt x="695" y="1396"/>
                  </a:lnTo>
                  <a:lnTo>
                    <a:pt x="1239" y="18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3807800" y="3600673"/>
              <a:ext cx="5514" cy="12473"/>
            </a:xfrm>
            <a:custGeom>
              <a:avLst/>
              <a:pathLst>
                <a:path w="5514" h="12473">
                  <a:moveTo>
                    <a:pt x="5514" y="11334"/>
                  </a:moveTo>
                  <a:lnTo>
                    <a:pt x="5334" y="12473"/>
                  </a:lnTo>
                  <a:lnTo>
                    <a:pt x="4975" y="11633"/>
                  </a:lnTo>
                  <a:lnTo>
                    <a:pt x="3099" y="10360"/>
                  </a:lnTo>
                  <a:lnTo>
                    <a:pt x="2467" y="10219"/>
                  </a:lnTo>
                  <a:lnTo>
                    <a:pt x="843" y="8824"/>
                  </a:lnTo>
                  <a:lnTo>
                    <a:pt x="351" y="8084"/>
                  </a:lnTo>
                  <a:lnTo>
                    <a:pt x="0" y="7113"/>
                  </a:lnTo>
                  <a:lnTo>
                    <a:pt x="120" y="5315"/>
                  </a:lnTo>
                  <a:lnTo>
                    <a:pt x="360" y="4236"/>
                  </a:lnTo>
                  <a:lnTo>
                    <a:pt x="506" y="1224"/>
                  </a:lnTo>
                  <a:lnTo>
                    <a:pt x="916" y="0"/>
                  </a:lnTo>
                  <a:lnTo>
                    <a:pt x="1723" y="2240"/>
                  </a:lnTo>
                  <a:lnTo>
                    <a:pt x="2617" y="4166"/>
                  </a:lnTo>
                  <a:lnTo>
                    <a:pt x="3135" y="5048"/>
                  </a:lnTo>
                  <a:lnTo>
                    <a:pt x="4712" y="7017"/>
                  </a:lnTo>
                  <a:lnTo>
                    <a:pt x="5273" y="800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3816083" y="3600572"/>
              <a:ext cx="1098" cy="4145"/>
            </a:xfrm>
            <a:custGeom>
              <a:avLst/>
              <a:pathLst>
                <a:path w="1098" h="4145">
                  <a:moveTo>
                    <a:pt x="1043" y="2520"/>
                  </a:moveTo>
                  <a:lnTo>
                    <a:pt x="1098" y="4145"/>
                  </a:lnTo>
                  <a:lnTo>
                    <a:pt x="460" y="3747"/>
                  </a:lnTo>
                  <a:lnTo>
                    <a:pt x="0" y="1842"/>
                  </a:lnTo>
                  <a:lnTo>
                    <a:pt x="380" y="484"/>
                  </a:lnTo>
                  <a:lnTo>
                    <a:pt x="620" y="0"/>
                  </a:lnTo>
                  <a:lnTo>
                    <a:pt x="859" y="180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3810184" y="3599631"/>
              <a:ext cx="4466" cy="9568"/>
            </a:xfrm>
            <a:custGeom>
              <a:avLst/>
              <a:pathLst>
                <a:path w="4466" h="9568">
                  <a:moveTo>
                    <a:pt x="4466" y="8726"/>
                  </a:moveTo>
                  <a:lnTo>
                    <a:pt x="4185" y="9568"/>
                  </a:lnTo>
                  <a:lnTo>
                    <a:pt x="3700" y="9376"/>
                  </a:lnTo>
                  <a:lnTo>
                    <a:pt x="3187" y="8375"/>
                  </a:lnTo>
                  <a:lnTo>
                    <a:pt x="2519" y="6583"/>
                  </a:lnTo>
                  <a:lnTo>
                    <a:pt x="1773" y="4984"/>
                  </a:lnTo>
                  <a:lnTo>
                    <a:pt x="828" y="3974"/>
                  </a:lnTo>
                  <a:lnTo>
                    <a:pt x="236" y="3670"/>
                  </a:lnTo>
                  <a:lnTo>
                    <a:pt x="0" y="3302"/>
                  </a:lnTo>
                  <a:lnTo>
                    <a:pt x="228" y="196"/>
                  </a:lnTo>
                  <a:lnTo>
                    <a:pt x="848" y="0"/>
                  </a:lnTo>
                  <a:lnTo>
                    <a:pt x="2860" y="2887"/>
                  </a:lnTo>
                  <a:lnTo>
                    <a:pt x="3515" y="445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3822012" y="3599185"/>
              <a:ext cx="1995" cy="5644"/>
            </a:xfrm>
            <a:custGeom>
              <a:avLst/>
              <a:pathLst>
                <a:path w="1995" h="5644">
                  <a:moveTo>
                    <a:pt x="889" y="0"/>
                  </a:moveTo>
                  <a:lnTo>
                    <a:pt x="1498" y="1286"/>
                  </a:lnTo>
                  <a:lnTo>
                    <a:pt x="1995" y="442"/>
                  </a:lnTo>
                  <a:lnTo>
                    <a:pt x="1976" y="1546"/>
                  </a:lnTo>
                  <a:lnTo>
                    <a:pt x="1875" y="2605"/>
                  </a:lnTo>
                  <a:lnTo>
                    <a:pt x="1287" y="5644"/>
                  </a:lnTo>
                  <a:lnTo>
                    <a:pt x="301" y="4944"/>
                  </a:lnTo>
                  <a:lnTo>
                    <a:pt x="73" y="3961"/>
                  </a:lnTo>
                  <a:lnTo>
                    <a:pt x="0" y="3226"/>
                  </a:lnTo>
                  <a:lnTo>
                    <a:pt x="141" y="2764"/>
                  </a:lnTo>
                  <a:lnTo>
                    <a:pt x="222" y="1274"/>
                  </a:lnTo>
                  <a:lnTo>
                    <a:pt x="649" y="127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3825012" y="3598135"/>
              <a:ext cx="4024" cy="11352"/>
            </a:xfrm>
            <a:custGeom>
              <a:avLst/>
              <a:pathLst>
                <a:path w="4024" h="11352">
                  <a:moveTo>
                    <a:pt x="3279" y="0"/>
                  </a:moveTo>
                  <a:lnTo>
                    <a:pt x="3333" y="2217"/>
                  </a:lnTo>
                  <a:lnTo>
                    <a:pt x="3882" y="3295"/>
                  </a:lnTo>
                  <a:lnTo>
                    <a:pt x="4024" y="4922"/>
                  </a:lnTo>
                  <a:lnTo>
                    <a:pt x="3928" y="7537"/>
                  </a:lnTo>
                  <a:lnTo>
                    <a:pt x="3411" y="10552"/>
                  </a:lnTo>
                  <a:lnTo>
                    <a:pt x="3181" y="11352"/>
                  </a:lnTo>
                  <a:lnTo>
                    <a:pt x="2500" y="10740"/>
                  </a:lnTo>
                  <a:lnTo>
                    <a:pt x="2272" y="9731"/>
                  </a:lnTo>
                  <a:lnTo>
                    <a:pt x="2181" y="8942"/>
                  </a:lnTo>
                  <a:lnTo>
                    <a:pt x="2276" y="8379"/>
                  </a:lnTo>
                  <a:lnTo>
                    <a:pt x="1772" y="7671"/>
                  </a:lnTo>
                  <a:lnTo>
                    <a:pt x="2097" y="6517"/>
                  </a:lnTo>
                  <a:lnTo>
                    <a:pt x="1874" y="4895"/>
                  </a:lnTo>
                  <a:lnTo>
                    <a:pt x="477" y="5909"/>
                  </a:lnTo>
                  <a:lnTo>
                    <a:pt x="74" y="5945"/>
                  </a:lnTo>
                  <a:lnTo>
                    <a:pt x="0" y="4099"/>
                  </a:lnTo>
                  <a:lnTo>
                    <a:pt x="57" y="3353"/>
                  </a:lnTo>
                  <a:lnTo>
                    <a:pt x="1130" y="1022"/>
                  </a:lnTo>
                  <a:lnTo>
                    <a:pt x="1770" y="593"/>
                  </a:lnTo>
                  <a:lnTo>
                    <a:pt x="2459" y="10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3805634" y="3592788"/>
              <a:ext cx="2117" cy="12921"/>
            </a:xfrm>
            <a:custGeom>
              <a:avLst/>
              <a:pathLst>
                <a:path w="2117" h="12921">
                  <a:moveTo>
                    <a:pt x="1908" y="12024"/>
                  </a:moveTo>
                  <a:lnTo>
                    <a:pt x="1463" y="12921"/>
                  </a:lnTo>
                  <a:lnTo>
                    <a:pt x="929" y="11525"/>
                  </a:lnTo>
                  <a:lnTo>
                    <a:pt x="490" y="9496"/>
                  </a:lnTo>
                  <a:lnTo>
                    <a:pt x="258" y="7384"/>
                  </a:lnTo>
                  <a:lnTo>
                    <a:pt x="53" y="3933"/>
                  </a:lnTo>
                  <a:lnTo>
                    <a:pt x="0" y="1454"/>
                  </a:lnTo>
                  <a:lnTo>
                    <a:pt x="266" y="0"/>
                  </a:lnTo>
                  <a:lnTo>
                    <a:pt x="459" y="53"/>
                  </a:lnTo>
                  <a:lnTo>
                    <a:pt x="1249" y="1519"/>
                  </a:lnTo>
                  <a:lnTo>
                    <a:pt x="1771" y="4026"/>
                  </a:lnTo>
                  <a:lnTo>
                    <a:pt x="2059" y="4811"/>
                  </a:lnTo>
                  <a:lnTo>
                    <a:pt x="2117" y="7116"/>
                  </a:lnTo>
                  <a:lnTo>
                    <a:pt x="1925" y="97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6"/>
            <p:cNvSpPr/>
            <p:nvPr/>
          </p:nvSpPr>
          <p:spPr>
            <a:xfrm>
              <a:off x="3756129" y="3588572"/>
              <a:ext cx="8197" cy="28818"/>
            </a:xfrm>
            <a:custGeom>
              <a:avLst/>
              <a:pathLst>
                <a:path w="8197" h="28818">
                  <a:moveTo>
                    <a:pt x="3867" y="2206"/>
                  </a:moveTo>
                  <a:lnTo>
                    <a:pt x="5952" y="10519"/>
                  </a:lnTo>
                  <a:lnTo>
                    <a:pt x="6798" y="11637"/>
                  </a:lnTo>
                  <a:lnTo>
                    <a:pt x="7921" y="15409"/>
                  </a:lnTo>
                  <a:lnTo>
                    <a:pt x="8197" y="16719"/>
                  </a:lnTo>
                  <a:lnTo>
                    <a:pt x="7910" y="19369"/>
                  </a:lnTo>
                  <a:lnTo>
                    <a:pt x="7664" y="26931"/>
                  </a:lnTo>
                  <a:lnTo>
                    <a:pt x="7125" y="28818"/>
                  </a:lnTo>
                  <a:lnTo>
                    <a:pt x="5814" y="27884"/>
                  </a:lnTo>
                  <a:lnTo>
                    <a:pt x="5800" y="26555"/>
                  </a:lnTo>
                  <a:lnTo>
                    <a:pt x="5044" y="20857"/>
                  </a:lnTo>
                  <a:lnTo>
                    <a:pt x="3672" y="17680"/>
                  </a:lnTo>
                  <a:lnTo>
                    <a:pt x="3135" y="17515"/>
                  </a:lnTo>
                  <a:lnTo>
                    <a:pt x="2784" y="14266"/>
                  </a:lnTo>
                  <a:lnTo>
                    <a:pt x="2092" y="10412"/>
                  </a:lnTo>
                  <a:lnTo>
                    <a:pt x="0" y="3376"/>
                  </a:lnTo>
                  <a:lnTo>
                    <a:pt x="1586" y="3431"/>
                  </a:lnTo>
                  <a:lnTo>
                    <a:pt x="2357" y="1716"/>
                  </a:lnTo>
                  <a:lnTo>
                    <a:pt x="2533" y="349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7"/>
            <p:cNvSpPr/>
            <p:nvPr/>
          </p:nvSpPr>
          <p:spPr>
            <a:xfrm>
              <a:off x="3803613" y="3586041"/>
              <a:ext cx="4624" cy="8701"/>
            </a:xfrm>
            <a:custGeom>
              <a:avLst/>
              <a:pathLst>
                <a:path w="4624" h="8701">
                  <a:moveTo>
                    <a:pt x="4552" y="4911"/>
                  </a:moveTo>
                  <a:lnTo>
                    <a:pt x="4624" y="8701"/>
                  </a:lnTo>
                  <a:lnTo>
                    <a:pt x="3911" y="7710"/>
                  </a:lnTo>
                  <a:lnTo>
                    <a:pt x="3350" y="6202"/>
                  </a:lnTo>
                  <a:lnTo>
                    <a:pt x="2459" y="5090"/>
                  </a:lnTo>
                  <a:lnTo>
                    <a:pt x="1374" y="4726"/>
                  </a:lnTo>
                  <a:lnTo>
                    <a:pt x="580" y="3747"/>
                  </a:lnTo>
                  <a:lnTo>
                    <a:pt x="24" y="1985"/>
                  </a:lnTo>
                  <a:lnTo>
                    <a:pt x="0" y="1174"/>
                  </a:lnTo>
                  <a:lnTo>
                    <a:pt x="54" y="515"/>
                  </a:lnTo>
                  <a:lnTo>
                    <a:pt x="228" y="0"/>
                  </a:lnTo>
                  <a:lnTo>
                    <a:pt x="4337" y="340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8"/>
            <p:cNvSpPr/>
            <p:nvPr/>
          </p:nvSpPr>
          <p:spPr>
            <a:xfrm>
              <a:off x="3964785" y="3583806"/>
              <a:ext cx="62012" cy="218497"/>
            </a:xfrm>
            <a:custGeom>
              <a:avLst/>
              <a:pathLst>
                <a:path w="62012" h="218497">
                  <a:moveTo>
                    <a:pt x="58696" y="20853"/>
                  </a:moveTo>
                  <a:lnTo>
                    <a:pt x="56863" y="25868"/>
                  </a:lnTo>
                  <a:lnTo>
                    <a:pt x="56302" y="28292"/>
                  </a:lnTo>
                  <a:lnTo>
                    <a:pt x="55814" y="30900"/>
                  </a:lnTo>
                  <a:lnTo>
                    <a:pt x="55093" y="33801"/>
                  </a:lnTo>
                  <a:lnTo>
                    <a:pt x="54261" y="36357"/>
                  </a:lnTo>
                  <a:lnTo>
                    <a:pt x="53846" y="37115"/>
                  </a:lnTo>
                  <a:lnTo>
                    <a:pt x="52824" y="38490"/>
                  </a:lnTo>
                  <a:lnTo>
                    <a:pt x="52235" y="39024"/>
                  </a:lnTo>
                  <a:lnTo>
                    <a:pt x="51126" y="39195"/>
                  </a:lnTo>
                  <a:lnTo>
                    <a:pt x="47784" y="41235"/>
                  </a:lnTo>
                  <a:lnTo>
                    <a:pt x="46687" y="41473"/>
                  </a:lnTo>
                  <a:lnTo>
                    <a:pt x="45594" y="41388"/>
                  </a:lnTo>
                  <a:lnTo>
                    <a:pt x="43522" y="40879"/>
                  </a:lnTo>
                  <a:lnTo>
                    <a:pt x="43089" y="40612"/>
                  </a:lnTo>
                  <a:lnTo>
                    <a:pt x="42263" y="37985"/>
                  </a:lnTo>
                  <a:lnTo>
                    <a:pt x="41331" y="35907"/>
                  </a:lnTo>
                  <a:lnTo>
                    <a:pt x="40507" y="35681"/>
                  </a:lnTo>
                  <a:lnTo>
                    <a:pt x="39668" y="35903"/>
                  </a:lnTo>
                  <a:lnTo>
                    <a:pt x="33623" y="36048"/>
                  </a:lnTo>
                  <a:lnTo>
                    <a:pt x="31510" y="36434"/>
                  </a:lnTo>
                  <a:lnTo>
                    <a:pt x="29405" y="37363"/>
                  </a:lnTo>
                  <a:lnTo>
                    <a:pt x="28258" y="36940"/>
                  </a:lnTo>
                  <a:lnTo>
                    <a:pt x="27122" y="35898"/>
                  </a:lnTo>
                  <a:lnTo>
                    <a:pt x="26268" y="35535"/>
                  </a:lnTo>
                  <a:lnTo>
                    <a:pt x="25403" y="35642"/>
                  </a:lnTo>
                  <a:lnTo>
                    <a:pt x="21435" y="37211"/>
                  </a:lnTo>
                  <a:lnTo>
                    <a:pt x="20437" y="37061"/>
                  </a:lnTo>
                  <a:lnTo>
                    <a:pt x="18430" y="35054"/>
                  </a:lnTo>
                  <a:lnTo>
                    <a:pt x="17263" y="34652"/>
                  </a:lnTo>
                  <a:lnTo>
                    <a:pt x="16118" y="35184"/>
                  </a:lnTo>
                  <a:lnTo>
                    <a:pt x="15052" y="36989"/>
                  </a:lnTo>
                  <a:lnTo>
                    <a:pt x="14648" y="38200"/>
                  </a:lnTo>
                  <a:lnTo>
                    <a:pt x="13545" y="42329"/>
                  </a:lnTo>
                  <a:lnTo>
                    <a:pt x="12921" y="45342"/>
                  </a:lnTo>
                  <a:lnTo>
                    <a:pt x="12449" y="49089"/>
                  </a:lnTo>
                  <a:lnTo>
                    <a:pt x="12043" y="52921"/>
                  </a:lnTo>
                  <a:lnTo>
                    <a:pt x="11824" y="56060"/>
                  </a:lnTo>
                  <a:lnTo>
                    <a:pt x="11813" y="59339"/>
                  </a:lnTo>
                  <a:lnTo>
                    <a:pt x="12002" y="63029"/>
                  </a:lnTo>
                  <a:lnTo>
                    <a:pt x="12301" y="66680"/>
                  </a:lnTo>
                  <a:lnTo>
                    <a:pt x="12633" y="69467"/>
                  </a:lnTo>
                  <a:lnTo>
                    <a:pt x="14010" y="75919"/>
                  </a:lnTo>
                  <a:lnTo>
                    <a:pt x="14290" y="76834"/>
                  </a:lnTo>
                  <a:lnTo>
                    <a:pt x="15786" y="78649"/>
                  </a:lnTo>
                  <a:lnTo>
                    <a:pt x="16672" y="80978"/>
                  </a:lnTo>
                  <a:lnTo>
                    <a:pt x="17513" y="87451"/>
                  </a:lnTo>
                  <a:lnTo>
                    <a:pt x="18112" y="90749"/>
                  </a:lnTo>
                  <a:lnTo>
                    <a:pt x="18701" y="90789"/>
                  </a:lnTo>
                  <a:lnTo>
                    <a:pt x="19358" y="90558"/>
                  </a:lnTo>
                  <a:lnTo>
                    <a:pt x="20501" y="90977"/>
                  </a:lnTo>
                  <a:lnTo>
                    <a:pt x="21634" y="91825"/>
                  </a:lnTo>
                  <a:lnTo>
                    <a:pt x="22738" y="89843"/>
                  </a:lnTo>
                  <a:lnTo>
                    <a:pt x="23354" y="86091"/>
                  </a:lnTo>
                  <a:lnTo>
                    <a:pt x="23972" y="83304"/>
                  </a:lnTo>
                  <a:lnTo>
                    <a:pt x="25457" y="77997"/>
                  </a:lnTo>
                  <a:lnTo>
                    <a:pt x="26303" y="75544"/>
                  </a:lnTo>
                  <a:lnTo>
                    <a:pt x="26844" y="74745"/>
                  </a:lnTo>
                  <a:lnTo>
                    <a:pt x="27393" y="75094"/>
                  </a:lnTo>
                  <a:lnTo>
                    <a:pt x="27859" y="76499"/>
                  </a:lnTo>
                  <a:lnTo>
                    <a:pt x="28402" y="77616"/>
                  </a:lnTo>
                  <a:lnTo>
                    <a:pt x="29512" y="78216"/>
                  </a:lnTo>
                  <a:lnTo>
                    <a:pt x="30632" y="77841"/>
                  </a:lnTo>
                  <a:lnTo>
                    <a:pt x="31824" y="76119"/>
                  </a:lnTo>
                  <a:lnTo>
                    <a:pt x="32251" y="75062"/>
                  </a:lnTo>
                  <a:lnTo>
                    <a:pt x="32605" y="73718"/>
                  </a:lnTo>
                  <a:lnTo>
                    <a:pt x="33615" y="72633"/>
                  </a:lnTo>
                  <a:lnTo>
                    <a:pt x="36016" y="72621"/>
                  </a:lnTo>
                  <a:lnTo>
                    <a:pt x="37257" y="73011"/>
                  </a:lnTo>
                  <a:lnTo>
                    <a:pt x="39468" y="72578"/>
                  </a:lnTo>
                  <a:lnTo>
                    <a:pt x="39437" y="71600"/>
                  </a:lnTo>
                  <a:lnTo>
                    <a:pt x="39010" y="70564"/>
                  </a:lnTo>
                  <a:lnTo>
                    <a:pt x="38898" y="69733"/>
                  </a:lnTo>
                  <a:lnTo>
                    <a:pt x="39309" y="69196"/>
                  </a:lnTo>
                  <a:lnTo>
                    <a:pt x="40734" y="67987"/>
                  </a:lnTo>
                  <a:lnTo>
                    <a:pt x="42186" y="67127"/>
                  </a:lnTo>
                  <a:lnTo>
                    <a:pt x="43243" y="67742"/>
                  </a:lnTo>
                  <a:lnTo>
                    <a:pt x="44188" y="69427"/>
                  </a:lnTo>
                  <a:lnTo>
                    <a:pt x="44550" y="71167"/>
                  </a:lnTo>
                  <a:lnTo>
                    <a:pt x="44711" y="73259"/>
                  </a:lnTo>
                  <a:lnTo>
                    <a:pt x="44347" y="78678"/>
                  </a:lnTo>
                  <a:lnTo>
                    <a:pt x="44171" y="79933"/>
                  </a:lnTo>
                  <a:lnTo>
                    <a:pt x="43418" y="80583"/>
                  </a:lnTo>
                  <a:lnTo>
                    <a:pt x="42708" y="79864"/>
                  </a:lnTo>
                  <a:lnTo>
                    <a:pt x="42006" y="77065"/>
                  </a:lnTo>
                  <a:lnTo>
                    <a:pt x="41012" y="76041"/>
                  </a:lnTo>
                  <a:lnTo>
                    <a:pt x="39603" y="76886"/>
                  </a:lnTo>
                  <a:lnTo>
                    <a:pt x="39120" y="77688"/>
                  </a:lnTo>
                  <a:lnTo>
                    <a:pt x="38686" y="78808"/>
                  </a:lnTo>
                  <a:lnTo>
                    <a:pt x="37890" y="81711"/>
                  </a:lnTo>
                  <a:lnTo>
                    <a:pt x="37227" y="84989"/>
                  </a:lnTo>
                  <a:lnTo>
                    <a:pt x="35794" y="90091"/>
                  </a:lnTo>
                  <a:lnTo>
                    <a:pt x="34136" y="94523"/>
                  </a:lnTo>
                  <a:lnTo>
                    <a:pt x="33334" y="96220"/>
                  </a:lnTo>
                  <a:lnTo>
                    <a:pt x="32439" y="97363"/>
                  </a:lnTo>
                  <a:lnTo>
                    <a:pt x="29564" y="100297"/>
                  </a:lnTo>
                  <a:lnTo>
                    <a:pt x="28808" y="102476"/>
                  </a:lnTo>
                  <a:lnTo>
                    <a:pt x="28220" y="105307"/>
                  </a:lnTo>
                  <a:lnTo>
                    <a:pt x="27568" y="106271"/>
                  </a:lnTo>
                  <a:lnTo>
                    <a:pt x="26815" y="106577"/>
                  </a:lnTo>
                  <a:lnTo>
                    <a:pt x="26250" y="106046"/>
                  </a:lnTo>
                  <a:lnTo>
                    <a:pt x="25105" y="104450"/>
                  </a:lnTo>
                  <a:lnTo>
                    <a:pt x="24727" y="105763"/>
                  </a:lnTo>
                  <a:lnTo>
                    <a:pt x="24664" y="107766"/>
                  </a:lnTo>
                  <a:lnTo>
                    <a:pt x="25228" y="108478"/>
                  </a:lnTo>
                  <a:lnTo>
                    <a:pt x="26136" y="110692"/>
                  </a:lnTo>
                  <a:lnTo>
                    <a:pt x="26838" y="113820"/>
                  </a:lnTo>
                  <a:lnTo>
                    <a:pt x="27289" y="114492"/>
                  </a:lnTo>
                  <a:lnTo>
                    <a:pt x="28289" y="115508"/>
                  </a:lnTo>
                  <a:lnTo>
                    <a:pt x="28710" y="116480"/>
                  </a:lnTo>
                  <a:lnTo>
                    <a:pt x="29465" y="119158"/>
                  </a:lnTo>
                  <a:lnTo>
                    <a:pt x="30653" y="125388"/>
                  </a:lnTo>
                  <a:lnTo>
                    <a:pt x="31058" y="128759"/>
                  </a:lnTo>
                  <a:lnTo>
                    <a:pt x="31718" y="131509"/>
                  </a:lnTo>
                  <a:lnTo>
                    <a:pt x="33728" y="136180"/>
                  </a:lnTo>
                  <a:lnTo>
                    <a:pt x="33840" y="137499"/>
                  </a:lnTo>
                  <a:lnTo>
                    <a:pt x="33716" y="139034"/>
                  </a:lnTo>
                  <a:lnTo>
                    <a:pt x="33871" y="140434"/>
                  </a:lnTo>
                  <a:lnTo>
                    <a:pt x="34589" y="143118"/>
                  </a:lnTo>
                  <a:lnTo>
                    <a:pt x="34760" y="144846"/>
                  </a:lnTo>
                  <a:lnTo>
                    <a:pt x="33974" y="147039"/>
                  </a:lnTo>
                  <a:lnTo>
                    <a:pt x="33931" y="150219"/>
                  </a:lnTo>
                  <a:lnTo>
                    <a:pt x="33449" y="154496"/>
                  </a:lnTo>
                  <a:lnTo>
                    <a:pt x="33340" y="155939"/>
                  </a:lnTo>
                  <a:lnTo>
                    <a:pt x="33355" y="157243"/>
                  </a:lnTo>
                  <a:lnTo>
                    <a:pt x="33693" y="158461"/>
                  </a:lnTo>
                  <a:lnTo>
                    <a:pt x="34088" y="159424"/>
                  </a:lnTo>
                  <a:lnTo>
                    <a:pt x="34628" y="159932"/>
                  </a:lnTo>
                  <a:lnTo>
                    <a:pt x="35102" y="160772"/>
                  </a:lnTo>
                  <a:lnTo>
                    <a:pt x="36011" y="164105"/>
                  </a:lnTo>
                  <a:lnTo>
                    <a:pt x="36486" y="164982"/>
                  </a:lnTo>
                  <a:lnTo>
                    <a:pt x="36788" y="166197"/>
                  </a:lnTo>
                  <a:lnTo>
                    <a:pt x="36757" y="168006"/>
                  </a:lnTo>
                  <a:lnTo>
                    <a:pt x="37172" y="169065"/>
                  </a:lnTo>
                  <a:lnTo>
                    <a:pt x="37554" y="170955"/>
                  </a:lnTo>
                  <a:lnTo>
                    <a:pt x="38138" y="171414"/>
                  </a:lnTo>
                  <a:lnTo>
                    <a:pt x="38411" y="170872"/>
                  </a:lnTo>
                  <a:lnTo>
                    <a:pt x="38598" y="170061"/>
                  </a:lnTo>
                  <a:lnTo>
                    <a:pt x="39076" y="170367"/>
                  </a:lnTo>
                  <a:lnTo>
                    <a:pt x="39358" y="171683"/>
                  </a:lnTo>
                  <a:lnTo>
                    <a:pt x="39522" y="173374"/>
                  </a:lnTo>
                  <a:lnTo>
                    <a:pt x="39574" y="175238"/>
                  </a:lnTo>
                  <a:lnTo>
                    <a:pt x="39551" y="178776"/>
                  </a:lnTo>
                  <a:lnTo>
                    <a:pt x="39309" y="180042"/>
                  </a:lnTo>
                  <a:lnTo>
                    <a:pt x="38784" y="179982"/>
                  </a:lnTo>
                  <a:lnTo>
                    <a:pt x="37843" y="178527"/>
                  </a:lnTo>
                  <a:lnTo>
                    <a:pt x="37798" y="179578"/>
                  </a:lnTo>
                  <a:lnTo>
                    <a:pt x="37862" y="180596"/>
                  </a:lnTo>
                  <a:lnTo>
                    <a:pt x="37383" y="180934"/>
                  </a:lnTo>
                  <a:lnTo>
                    <a:pt x="36834" y="180793"/>
                  </a:lnTo>
                  <a:lnTo>
                    <a:pt x="35455" y="180931"/>
                  </a:lnTo>
                  <a:lnTo>
                    <a:pt x="32915" y="183127"/>
                  </a:lnTo>
                  <a:lnTo>
                    <a:pt x="32022" y="184423"/>
                  </a:lnTo>
                  <a:lnTo>
                    <a:pt x="31445" y="186783"/>
                  </a:lnTo>
                  <a:lnTo>
                    <a:pt x="31404" y="188414"/>
                  </a:lnTo>
                  <a:lnTo>
                    <a:pt x="31628" y="191853"/>
                  </a:lnTo>
                  <a:lnTo>
                    <a:pt x="31290" y="193057"/>
                  </a:lnTo>
                  <a:lnTo>
                    <a:pt x="30126" y="193515"/>
                  </a:lnTo>
                  <a:lnTo>
                    <a:pt x="28502" y="192592"/>
                  </a:lnTo>
                  <a:lnTo>
                    <a:pt x="27518" y="191674"/>
                  </a:lnTo>
                  <a:lnTo>
                    <a:pt x="26969" y="190904"/>
                  </a:lnTo>
                  <a:lnTo>
                    <a:pt x="26255" y="188590"/>
                  </a:lnTo>
                  <a:lnTo>
                    <a:pt x="25987" y="185629"/>
                  </a:lnTo>
                  <a:lnTo>
                    <a:pt x="26513" y="176819"/>
                  </a:lnTo>
                  <a:lnTo>
                    <a:pt x="26662" y="175688"/>
                  </a:lnTo>
                  <a:lnTo>
                    <a:pt x="26919" y="174681"/>
                  </a:lnTo>
                  <a:lnTo>
                    <a:pt x="27189" y="173079"/>
                  </a:lnTo>
                  <a:lnTo>
                    <a:pt x="27252" y="171198"/>
                  </a:lnTo>
                  <a:lnTo>
                    <a:pt x="26476" y="168898"/>
                  </a:lnTo>
                  <a:lnTo>
                    <a:pt x="25308" y="167995"/>
                  </a:lnTo>
                  <a:lnTo>
                    <a:pt x="24316" y="166079"/>
                  </a:lnTo>
                  <a:lnTo>
                    <a:pt x="20486" y="155333"/>
                  </a:lnTo>
                  <a:lnTo>
                    <a:pt x="20270" y="154294"/>
                  </a:lnTo>
                  <a:lnTo>
                    <a:pt x="20261" y="152513"/>
                  </a:lnTo>
                  <a:lnTo>
                    <a:pt x="20415" y="150848"/>
                  </a:lnTo>
                  <a:lnTo>
                    <a:pt x="21674" y="144973"/>
                  </a:lnTo>
                  <a:lnTo>
                    <a:pt x="21832" y="143848"/>
                  </a:lnTo>
                  <a:lnTo>
                    <a:pt x="21986" y="139210"/>
                  </a:lnTo>
                  <a:lnTo>
                    <a:pt x="21952" y="135393"/>
                  </a:lnTo>
                  <a:lnTo>
                    <a:pt x="21811" y="131572"/>
                  </a:lnTo>
                  <a:lnTo>
                    <a:pt x="21215" y="129168"/>
                  </a:lnTo>
                  <a:lnTo>
                    <a:pt x="20151" y="128438"/>
                  </a:lnTo>
                  <a:lnTo>
                    <a:pt x="19051" y="128320"/>
                  </a:lnTo>
                  <a:lnTo>
                    <a:pt x="17980" y="129088"/>
                  </a:lnTo>
                  <a:lnTo>
                    <a:pt x="16926" y="131009"/>
                  </a:lnTo>
                  <a:lnTo>
                    <a:pt x="14979" y="135058"/>
                  </a:lnTo>
                  <a:lnTo>
                    <a:pt x="14206" y="137413"/>
                  </a:lnTo>
                  <a:lnTo>
                    <a:pt x="14139" y="140471"/>
                  </a:lnTo>
                  <a:lnTo>
                    <a:pt x="14585" y="143470"/>
                  </a:lnTo>
                  <a:lnTo>
                    <a:pt x="15162" y="146205"/>
                  </a:lnTo>
                  <a:lnTo>
                    <a:pt x="15469" y="149198"/>
                  </a:lnTo>
                  <a:lnTo>
                    <a:pt x="15894" y="159811"/>
                  </a:lnTo>
                  <a:lnTo>
                    <a:pt x="15880" y="161009"/>
                  </a:lnTo>
                  <a:lnTo>
                    <a:pt x="15379" y="164096"/>
                  </a:lnTo>
                  <a:lnTo>
                    <a:pt x="15181" y="170993"/>
                  </a:lnTo>
                  <a:lnTo>
                    <a:pt x="15394" y="180726"/>
                  </a:lnTo>
                  <a:lnTo>
                    <a:pt x="15735" y="186702"/>
                  </a:lnTo>
                  <a:lnTo>
                    <a:pt x="15590" y="189949"/>
                  </a:lnTo>
                  <a:lnTo>
                    <a:pt x="14678" y="196921"/>
                  </a:lnTo>
                  <a:lnTo>
                    <a:pt x="14402" y="200747"/>
                  </a:lnTo>
                  <a:lnTo>
                    <a:pt x="14382" y="202325"/>
                  </a:lnTo>
                  <a:lnTo>
                    <a:pt x="15455" y="209609"/>
                  </a:lnTo>
                  <a:lnTo>
                    <a:pt x="15702" y="212489"/>
                  </a:lnTo>
                  <a:lnTo>
                    <a:pt x="15834" y="215472"/>
                  </a:lnTo>
                  <a:lnTo>
                    <a:pt x="14692" y="214012"/>
                  </a:lnTo>
                  <a:lnTo>
                    <a:pt x="14162" y="214087"/>
                  </a:lnTo>
                  <a:lnTo>
                    <a:pt x="13627" y="214537"/>
                  </a:lnTo>
                  <a:lnTo>
                    <a:pt x="12437" y="215014"/>
                  </a:lnTo>
                  <a:lnTo>
                    <a:pt x="11231" y="215077"/>
                  </a:lnTo>
                  <a:lnTo>
                    <a:pt x="10808" y="215628"/>
                  </a:lnTo>
                  <a:lnTo>
                    <a:pt x="9951" y="217564"/>
                  </a:lnTo>
                  <a:lnTo>
                    <a:pt x="9432" y="218346"/>
                  </a:lnTo>
                  <a:lnTo>
                    <a:pt x="8978" y="218497"/>
                  </a:lnTo>
                  <a:lnTo>
                    <a:pt x="7442" y="216064"/>
                  </a:lnTo>
                  <a:lnTo>
                    <a:pt x="6535" y="213424"/>
                  </a:lnTo>
                  <a:lnTo>
                    <a:pt x="5699" y="210561"/>
                  </a:lnTo>
                  <a:lnTo>
                    <a:pt x="5547" y="207292"/>
                  </a:lnTo>
                  <a:lnTo>
                    <a:pt x="5838" y="203936"/>
                  </a:lnTo>
                  <a:lnTo>
                    <a:pt x="6251" y="200349"/>
                  </a:lnTo>
                  <a:lnTo>
                    <a:pt x="7077" y="194384"/>
                  </a:lnTo>
                  <a:lnTo>
                    <a:pt x="7039" y="190382"/>
                  </a:lnTo>
                  <a:lnTo>
                    <a:pt x="7321" y="187101"/>
                  </a:lnTo>
                  <a:lnTo>
                    <a:pt x="7794" y="183918"/>
                  </a:lnTo>
                  <a:lnTo>
                    <a:pt x="7964" y="180974"/>
                  </a:lnTo>
                  <a:lnTo>
                    <a:pt x="8078" y="169475"/>
                  </a:lnTo>
                  <a:lnTo>
                    <a:pt x="7961" y="168454"/>
                  </a:lnTo>
                  <a:lnTo>
                    <a:pt x="6829" y="161620"/>
                  </a:lnTo>
                  <a:lnTo>
                    <a:pt x="6698" y="160475"/>
                  </a:lnTo>
                  <a:lnTo>
                    <a:pt x="6691" y="158631"/>
                  </a:lnTo>
                  <a:lnTo>
                    <a:pt x="6813" y="156871"/>
                  </a:lnTo>
                  <a:lnTo>
                    <a:pt x="6837" y="155283"/>
                  </a:lnTo>
                  <a:lnTo>
                    <a:pt x="6577" y="154069"/>
                  </a:lnTo>
                  <a:lnTo>
                    <a:pt x="6119" y="152958"/>
                  </a:lnTo>
                  <a:lnTo>
                    <a:pt x="5564" y="152473"/>
                  </a:lnTo>
                  <a:lnTo>
                    <a:pt x="4390" y="152955"/>
                  </a:lnTo>
                  <a:lnTo>
                    <a:pt x="2031" y="154796"/>
                  </a:lnTo>
                  <a:lnTo>
                    <a:pt x="1335" y="153174"/>
                  </a:lnTo>
                  <a:lnTo>
                    <a:pt x="811" y="150672"/>
                  </a:lnTo>
                  <a:lnTo>
                    <a:pt x="475" y="147189"/>
                  </a:lnTo>
                  <a:lnTo>
                    <a:pt x="280" y="143539"/>
                  </a:lnTo>
                  <a:lnTo>
                    <a:pt x="370" y="140111"/>
                  </a:lnTo>
                  <a:lnTo>
                    <a:pt x="719" y="136798"/>
                  </a:lnTo>
                  <a:lnTo>
                    <a:pt x="438" y="134481"/>
                  </a:lnTo>
                  <a:lnTo>
                    <a:pt x="3" y="131959"/>
                  </a:lnTo>
                  <a:lnTo>
                    <a:pt x="0" y="130660"/>
                  </a:lnTo>
                  <a:lnTo>
                    <a:pt x="246" y="129523"/>
                  </a:lnTo>
                  <a:lnTo>
                    <a:pt x="673" y="128574"/>
                  </a:lnTo>
                  <a:lnTo>
                    <a:pt x="1194" y="128020"/>
                  </a:lnTo>
                  <a:lnTo>
                    <a:pt x="1681" y="127016"/>
                  </a:lnTo>
                  <a:lnTo>
                    <a:pt x="2969" y="123631"/>
                  </a:lnTo>
                  <a:lnTo>
                    <a:pt x="3384" y="120659"/>
                  </a:lnTo>
                  <a:lnTo>
                    <a:pt x="3411" y="117000"/>
                  </a:lnTo>
                  <a:lnTo>
                    <a:pt x="3739" y="113499"/>
                  </a:lnTo>
                  <a:lnTo>
                    <a:pt x="4398" y="110276"/>
                  </a:lnTo>
                  <a:lnTo>
                    <a:pt x="5177" y="107284"/>
                  </a:lnTo>
                  <a:lnTo>
                    <a:pt x="5431" y="104199"/>
                  </a:lnTo>
                  <a:lnTo>
                    <a:pt x="5047" y="99305"/>
                  </a:lnTo>
                  <a:lnTo>
                    <a:pt x="5199" y="97077"/>
                  </a:lnTo>
                  <a:lnTo>
                    <a:pt x="5066" y="94460"/>
                  </a:lnTo>
                  <a:lnTo>
                    <a:pt x="5053" y="91874"/>
                  </a:lnTo>
                  <a:lnTo>
                    <a:pt x="5536" y="87006"/>
                  </a:lnTo>
                  <a:lnTo>
                    <a:pt x="6968" y="77056"/>
                  </a:lnTo>
                  <a:lnTo>
                    <a:pt x="8365" y="71773"/>
                  </a:lnTo>
                  <a:lnTo>
                    <a:pt x="8921" y="70379"/>
                  </a:lnTo>
                  <a:lnTo>
                    <a:pt x="9646" y="72838"/>
                  </a:lnTo>
                  <a:lnTo>
                    <a:pt x="10200" y="75732"/>
                  </a:lnTo>
                  <a:lnTo>
                    <a:pt x="10208" y="73112"/>
                  </a:lnTo>
                  <a:lnTo>
                    <a:pt x="10061" y="70544"/>
                  </a:lnTo>
                  <a:lnTo>
                    <a:pt x="9501" y="64553"/>
                  </a:lnTo>
                  <a:lnTo>
                    <a:pt x="9023" y="52878"/>
                  </a:lnTo>
                  <a:lnTo>
                    <a:pt x="9157" y="51771"/>
                  </a:lnTo>
                  <a:lnTo>
                    <a:pt x="9644" y="51947"/>
                  </a:lnTo>
                  <a:lnTo>
                    <a:pt x="10142" y="50917"/>
                  </a:lnTo>
                  <a:lnTo>
                    <a:pt x="10405" y="49079"/>
                  </a:lnTo>
                  <a:lnTo>
                    <a:pt x="9886" y="44740"/>
                  </a:lnTo>
                  <a:lnTo>
                    <a:pt x="9863" y="43211"/>
                  </a:lnTo>
                  <a:lnTo>
                    <a:pt x="10863" y="37112"/>
                  </a:lnTo>
                  <a:lnTo>
                    <a:pt x="11678" y="34891"/>
                  </a:lnTo>
                  <a:lnTo>
                    <a:pt x="12034" y="33521"/>
                  </a:lnTo>
                  <a:lnTo>
                    <a:pt x="12239" y="29800"/>
                  </a:lnTo>
                  <a:lnTo>
                    <a:pt x="12663" y="28393"/>
                  </a:lnTo>
                  <a:lnTo>
                    <a:pt x="13201" y="27387"/>
                  </a:lnTo>
                  <a:lnTo>
                    <a:pt x="13905" y="24815"/>
                  </a:lnTo>
                  <a:lnTo>
                    <a:pt x="14288" y="21577"/>
                  </a:lnTo>
                  <a:lnTo>
                    <a:pt x="14521" y="21330"/>
                  </a:lnTo>
                  <a:lnTo>
                    <a:pt x="14796" y="21212"/>
                  </a:lnTo>
                  <a:lnTo>
                    <a:pt x="15220" y="24037"/>
                  </a:lnTo>
                  <a:lnTo>
                    <a:pt x="15696" y="25185"/>
                  </a:lnTo>
                  <a:lnTo>
                    <a:pt x="16663" y="26106"/>
                  </a:lnTo>
                  <a:lnTo>
                    <a:pt x="17489" y="25017"/>
                  </a:lnTo>
                  <a:lnTo>
                    <a:pt x="17719" y="23598"/>
                  </a:lnTo>
                  <a:lnTo>
                    <a:pt x="18031" y="22379"/>
                  </a:lnTo>
                  <a:lnTo>
                    <a:pt x="18532" y="21108"/>
                  </a:lnTo>
                  <a:lnTo>
                    <a:pt x="18954" y="19661"/>
                  </a:lnTo>
                  <a:lnTo>
                    <a:pt x="19422" y="16303"/>
                  </a:lnTo>
                  <a:lnTo>
                    <a:pt x="20041" y="13243"/>
                  </a:lnTo>
                  <a:lnTo>
                    <a:pt x="20465" y="12175"/>
                  </a:lnTo>
                  <a:lnTo>
                    <a:pt x="20978" y="11500"/>
                  </a:lnTo>
                  <a:lnTo>
                    <a:pt x="21547" y="11088"/>
                  </a:lnTo>
                  <a:lnTo>
                    <a:pt x="22096" y="11033"/>
                  </a:lnTo>
                  <a:lnTo>
                    <a:pt x="23314" y="12958"/>
                  </a:lnTo>
                  <a:lnTo>
                    <a:pt x="24019" y="13333"/>
                  </a:lnTo>
                  <a:lnTo>
                    <a:pt x="24740" y="13193"/>
                  </a:lnTo>
                  <a:lnTo>
                    <a:pt x="25195" y="13516"/>
                  </a:lnTo>
                  <a:lnTo>
                    <a:pt x="25540" y="14379"/>
                  </a:lnTo>
                  <a:lnTo>
                    <a:pt x="25855" y="16119"/>
                  </a:lnTo>
                  <a:lnTo>
                    <a:pt x="26245" y="17619"/>
                  </a:lnTo>
                  <a:lnTo>
                    <a:pt x="26604" y="18359"/>
                  </a:lnTo>
                  <a:lnTo>
                    <a:pt x="26999" y="18706"/>
                  </a:lnTo>
                  <a:lnTo>
                    <a:pt x="29649" y="18098"/>
                  </a:lnTo>
                  <a:lnTo>
                    <a:pt x="31964" y="19794"/>
                  </a:lnTo>
                  <a:lnTo>
                    <a:pt x="35121" y="20180"/>
                  </a:lnTo>
                  <a:lnTo>
                    <a:pt x="36205" y="21173"/>
                  </a:lnTo>
                  <a:lnTo>
                    <a:pt x="37244" y="22470"/>
                  </a:lnTo>
                  <a:lnTo>
                    <a:pt x="38517" y="24766"/>
                  </a:lnTo>
                  <a:lnTo>
                    <a:pt x="38983" y="25273"/>
                  </a:lnTo>
                  <a:lnTo>
                    <a:pt x="39504" y="25146"/>
                  </a:lnTo>
                  <a:lnTo>
                    <a:pt x="40153" y="22989"/>
                  </a:lnTo>
                  <a:lnTo>
                    <a:pt x="40660" y="22518"/>
                  </a:lnTo>
                  <a:lnTo>
                    <a:pt x="41177" y="22434"/>
                  </a:lnTo>
                  <a:lnTo>
                    <a:pt x="43211" y="22839"/>
                  </a:lnTo>
                  <a:lnTo>
                    <a:pt x="48677" y="25496"/>
                  </a:lnTo>
                  <a:lnTo>
                    <a:pt x="49485" y="25133"/>
                  </a:lnTo>
                  <a:lnTo>
                    <a:pt x="52782" y="20056"/>
                  </a:lnTo>
                  <a:lnTo>
                    <a:pt x="54101" y="15244"/>
                  </a:lnTo>
                  <a:lnTo>
                    <a:pt x="55282" y="13904"/>
                  </a:lnTo>
                  <a:lnTo>
                    <a:pt x="55683" y="11730"/>
                  </a:lnTo>
                  <a:lnTo>
                    <a:pt x="55921" y="9118"/>
                  </a:lnTo>
                  <a:lnTo>
                    <a:pt x="56340" y="8417"/>
                  </a:lnTo>
                  <a:lnTo>
                    <a:pt x="57329" y="7671"/>
                  </a:lnTo>
                  <a:lnTo>
                    <a:pt x="57724" y="6898"/>
                  </a:lnTo>
                  <a:lnTo>
                    <a:pt x="58425" y="3693"/>
                  </a:lnTo>
                  <a:lnTo>
                    <a:pt x="59256" y="852"/>
                  </a:lnTo>
                  <a:lnTo>
                    <a:pt x="59661" y="0"/>
                  </a:lnTo>
                  <a:lnTo>
                    <a:pt x="60831" y="453"/>
                  </a:lnTo>
                  <a:lnTo>
                    <a:pt x="61349" y="1695"/>
                  </a:lnTo>
                  <a:lnTo>
                    <a:pt x="62012" y="5872"/>
                  </a:lnTo>
                  <a:lnTo>
                    <a:pt x="61896" y="6569"/>
                  </a:lnTo>
                  <a:lnTo>
                    <a:pt x="61120" y="8646"/>
                  </a:lnTo>
                  <a:lnTo>
                    <a:pt x="60894" y="9518"/>
                  </a:lnTo>
                  <a:lnTo>
                    <a:pt x="60034" y="15389"/>
                  </a:lnTo>
                  <a:lnTo>
                    <a:pt x="59446" y="1827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09"/>
            <p:cNvSpPr/>
            <p:nvPr/>
          </p:nvSpPr>
          <p:spPr>
            <a:xfrm>
              <a:off x="3797701" y="3571228"/>
              <a:ext cx="3558" cy="12144"/>
            </a:xfrm>
            <a:custGeom>
              <a:avLst/>
              <a:pathLst>
                <a:path w="3558" h="12144">
                  <a:moveTo>
                    <a:pt x="2929" y="1426"/>
                  </a:moveTo>
                  <a:lnTo>
                    <a:pt x="3450" y="3846"/>
                  </a:lnTo>
                  <a:lnTo>
                    <a:pt x="3558" y="5414"/>
                  </a:lnTo>
                  <a:lnTo>
                    <a:pt x="3178" y="7214"/>
                  </a:lnTo>
                  <a:lnTo>
                    <a:pt x="3038" y="9974"/>
                  </a:lnTo>
                  <a:lnTo>
                    <a:pt x="1916" y="12144"/>
                  </a:lnTo>
                  <a:lnTo>
                    <a:pt x="936" y="11627"/>
                  </a:lnTo>
                  <a:lnTo>
                    <a:pt x="618" y="10854"/>
                  </a:lnTo>
                  <a:lnTo>
                    <a:pt x="0" y="6660"/>
                  </a:lnTo>
                  <a:lnTo>
                    <a:pt x="60" y="3103"/>
                  </a:lnTo>
                  <a:lnTo>
                    <a:pt x="450" y="1740"/>
                  </a:lnTo>
                  <a:lnTo>
                    <a:pt x="1358" y="1949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0"/>
            <p:cNvSpPr/>
            <p:nvPr/>
          </p:nvSpPr>
          <p:spPr>
            <a:xfrm>
              <a:off x="4047819" y="3569091"/>
              <a:ext cx="14221" cy="91356"/>
            </a:xfrm>
            <a:custGeom>
              <a:avLst/>
              <a:pathLst>
                <a:path w="14221" h="91356">
                  <a:moveTo>
                    <a:pt x="3003" y="39917"/>
                  </a:moveTo>
                  <a:lnTo>
                    <a:pt x="3701" y="40573"/>
                  </a:lnTo>
                  <a:lnTo>
                    <a:pt x="4429" y="40390"/>
                  </a:lnTo>
                  <a:lnTo>
                    <a:pt x="4790" y="39070"/>
                  </a:lnTo>
                  <a:lnTo>
                    <a:pt x="4891" y="37359"/>
                  </a:lnTo>
                  <a:lnTo>
                    <a:pt x="5258" y="34171"/>
                  </a:lnTo>
                  <a:lnTo>
                    <a:pt x="6104" y="32013"/>
                  </a:lnTo>
                  <a:lnTo>
                    <a:pt x="6697" y="31675"/>
                  </a:lnTo>
                  <a:lnTo>
                    <a:pt x="7118" y="30766"/>
                  </a:lnTo>
                  <a:lnTo>
                    <a:pt x="7045" y="28400"/>
                  </a:lnTo>
                  <a:lnTo>
                    <a:pt x="7086" y="26074"/>
                  </a:lnTo>
                  <a:lnTo>
                    <a:pt x="7711" y="23591"/>
                  </a:lnTo>
                  <a:lnTo>
                    <a:pt x="9650" y="20137"/>
                  </a:lnTo>
                  <a:lnTo>
                    <a:pt x="10757" y="18905"/>
                  </a:lnTo>
                  <a:lnTo>
                    <a:pt x="12190" y="18511"/>
                  </a:lnTo>
                  <a:lnTo>
                    <a:pt x="12352" y="19835"/>
                  </a:lnTo>
                  <a:lnTo>
                    <a:pt x="12187" y="21727"/>
                  </a:lnTo>
                  <a:lnTo>
                    <a:pt x="12464" y="24577"/>
                  </a:lnTo>
                  <a:lnTo>
                    <a:pt x="12327" y="32286"/>
                  </a:lnTo>
                  <a:lnTo>
                    <a:pt x="12002" y="33378"/>
                  </a:lnTo>
                  <a:lnTo>
                    <a:pt x="10519" y="36043"/>
                  </a:lnTo>
                  <a:lnTo>
                    <a:pt x="8899" y="38174"/>
                  </a:lnTo>
                  <a:lnTo>
                    <a:pt x="8445" y="39070"/>
                  </a:lnTo>
                  <a:lnTo>
                    <a:pt x="8045" y="41192"/>
                  </a:lnTo>
                  <a:lnTo>
                    <a:pt x="8078" y="43296"/>
                  </a:lnTo>
                  <a:lnTo>
                    <a:pt x="9398" y="46102"/>
                  </a:lnTo>
                  <a:lnTo>
                    <a:pt x="11449" y="48728"/>
                  </a:lnTo>
                  <a:lnTo>
                    <a:pt x="11872" y="49960"/>
                  </a:lnTo>
                  <a:lnTo>
                    <a:pt x="12146" y="52022"/>
                  </a:lnTo>
                  <a:lnTo>
                    <a:pt x="12221" y="54331"/>
                  </a:lnTo>
                  <a:lnTo>
                    <a:pt x="12718" y="55427"/>
                  </a:lnTo>
                  <a:lnTo>
                    <a:pt x="13412" y="55955"/>
                  </a:lnTo>
                  <a:lnTo>
                    <a:pt x="13872" y="57049"/>
                  </a:lnTo>
                  <a:lnTo>
                    <a:pt x="14221" y="58588"/>
                  </a:lnTo>
                  <a:lnTo>
                    <a:pt x="10768" y="54994"/>
                  </a:lnTo>
                  <a:lnTo>
                    <a:pt x="9865" y="53409"/>
                  </a:lnTo>
                  <a:lnTo>
                    <a:pt x="8772" y="53220"/>
                  </a:lnTo>
                  <a:lnTo>
                    <a:pt x="7693" y="52738"/>
                  </a:lnTo>
                  <a:lnTo>
                    <a:pt x="6592" y="51360"/>
                  </a:lnTo>
                  <a:lnTo>
                    <a:pt x="5410" y="51035"/>
                  </a:lnTo>
                  <a:lnTo>
                    <a:pt x="4846" y="52034"/>
                  </a:lnTo>
                  <a:lnTo>
                    <a:pt x="4624" y="53978"/>
                  </a:lnTo>
                  <a:lnTo>
                    <a:pt x="4490" y="56163"/>
                  </a:lnTo>
                  <a:lnTo>
                    <a:pt x="4752" y="58883"/>
                  </a:lnTo>
                  <a:lnTo>
                    <a:pt x="4728" y="60530"/>
                  </a:lnTo>
                  <a:lnTo>
                    <a:pt x="4505" y="63516"/>
                  </a:lnTo>
                  <a:lnTo>
                    <a:pt x="5359" y="72317"/>
                  </a:lnTo>
                  <a:lnTo>
                    <a:pt x="6432" y="79317"/>
                  </a:lnTo>
                  <a:lnTo>
                    <a:pt x="8010" y="86598"/>
                  </a:lnTo>
                  <a:lnTo>
                    <a:pt x="8789" y="89100"/>
                  </a:lnTo>
                  <a:lnTo>
                    <a:pt x="9663" y="91356"/>
                  </a:lnTo>
                  <a:lnTo>
                    <a:pt x="8246" y="90687"/>
                  </a:lnTo>
                  <a:lnTo>
                    <a:pt x="7816" y="88254"/>
                  </a:lnTo>
                  <a:lnTo>
                    <a:pt x="6018" y="85842"/>
                  </a:lnTo>
                  <a:lnTo>
                    <a:pt x="5677" y="84402"/>
                  </a:lnTo>
                  <a:lnTo>
                    <a:pt x="4505" y="77494"/>
                  </a:lnTo>
                  <a:lnTo>
                    <a:pt x="4162" y="76204"/>
                  </a:lnTo>
                  <a:lnTo>
                    <a:pt x="3081" y="73855"/>
                  </a:lnTo>
                  <a:lnTo>
                    <a:pt x="2608" y="72126"/>
                  </a:lnTo>
                  <a:lnTo>
                    <a:pt x="2446" y="69792"/>
                  </a:lnTo>
                  <a:lnTo>
                    <a:pt x="2567" y="67340"/>
                  </a:lnTo>
                  <a:lnTo>
                    <a:pt x="2509" y="63948"/>
                  </a:lnTo>
                  <a:lnTo>
                    <a:pt x="2549" y="60575"/>
                  </a:lnTo>
                  <a:lnTo>
                    <a:pt x="2772" y="56466"/>
                  </a:lnTo>
                  <a:lnTo>
                    <a:pt x="2387" y="55027"/>
                  </a:lnTo>
                  <a:lnTo>
                    <a:pt x="1883" y="53664"/>
                  </a:lnTo>
                  <a:lnTo>
                    <a:pt x="1298" y="50510"/>
                  </a:lnTo>
                  <a:lnTo>
                    <a:pt x="1122" y="46927"/>
                  </a:lnTo>
                  <a:lnTo>
                    <a:pt x="1167" y="44866"/>
                  </a:lnTo>
                  <a:lnTo>
                    <a:pt x="1410" y="43038"/>
                  </a:lnTo>
                  <a:lnTo>
                    <a:pt x="1733" y="41456"/>
                  </a:lnTo>
                  <a:lnTo>
                    <a:pt x="1804" y="39914"/>
                  </a:lnTo>
                  <a:lnTo>
                    <a:pt x="962" y="37675"/>
                  </a:lnTo>
                  <a:lnTo>
                    <a:pt x="78" y="31293"/>
                  </a:lnTo>
                  <a:lnTo>
                    <a:pt x="0" y="27985"/>
                  </a:lnTo>
                  <a:lnTo>
                    <a:pt x="1122" y="21616"/>
                  </a:lnTo>
                  <a:lnTo>
                    <a:pt x="1099" y="18525"/>
                  </a:lnTo>
                  <a:lnTo>
                    <a:pt x="1322" y="16689"/>
                  </a:lnTo>
                  <a:lnTo>
                    <a:pt x="1445" y="14741"/>
                  </a:lnTo>
                  <a:lnTo>
                    <a:pt x="2032" y="10499"/>
                  </a:lnTo>
                  <a:lnTo>
                    <a:pt x="2991" y="6882"/>
                  </a:lnTo>
                  <a:lnTo>
                    <a:pt x="4610" y="1822"/>
                  </a:lnTo>
                  <a:lnTo>
                    <a:pt x="5229" y="718"/>
                  </a:lnTo>
                  <a:lnTo>
                    <a:pt x="5923" y="0"/>
                  </a:lnTo>
                  <a:lnTo>
                    <a:pt x="5984" y="1239"/>
                  </a:lnTo>
                  <a:lnTo>
                    <a:pt x="5873" y="2338"/>
                  </a:lnTo>
                  <a:lnTo>
                    <a:pt x="4676" y="7486"/>
                  </a:lnTo>
                  <a:lnTo>
                    <a:pt x="4516" y="8649"/>
                  </a:lnTo>
                  <a:lnTo>
                    <a:pt x="4484" y="10816"/>
                  </a:lnTo>
                  <a:lnTo>
                    <a:pt x="5058" y="12096"/>
                  </a:lnTo>
                  <a:lnTo>
                    <a:pt x="5678" y="14709"/>
                  </a:lnTo>
                  <a:lnTo>
                    <a:pt x="5801" y="18188"/>
                  </a:lnTo>
                  <a:lnTo>
                    <a:pt x="5821" y="21893"/>
                  </a:lnTo>
                  <a:lnTo>
                    <a:pt x="5685" y="25627"/>
                  </a:lnTo>
                  <a:lnTo>
                    <a:pt x="5454" y="26872"/>
                  </a:lnTo>
                  <a:lnTo>
                    <a:pt x="4470" y="30619"/>
                  </a:lnTo>
                  <a:lnTo>
                    <a:pt x="2235" y="35020"/>
                  </a:lnTo>
                  <a:lnTo>
                    <a:pt x="2044" y="36103"/>
                  </a:lnTo>
                  <a:lnTo>
                    <a:pt x="2057" y="37317"/>
                  </a:lnTo>
                  <a:lnTo>
                    <a:pt x="2471" y="387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1"/>
            <p:cNvSpPr/>
            <p:nvPr/>
          </p:nvSpPr>
          <p:spPr>
            <a:xfrm>
              <a:off x="3756409" y="3568110"/>
              <a:ext cx="2171" cy="5287"/>
            </a:xfrm>
            <a:custGeom>
              <a:avLst/>
              <a:pathLst>
                <a:path w="2171" h="5287">
                  <a:moveTo>
                    <a:pt x="2171" y="4627"/>
                  </a:moveTo>
                  <a:lnTo>
                    <a:pt x="2115" y="5287"/>
                  </a:lnTo>
                  <a:lnTo>
                    <a:pt x="1122" y="2178"/>
                  </a:lnTo>
                  <a:lnTo>
                    <a:pt x="0" y="453"/>
                  </a:lnTo>
                  <a:lnTo>
                    <a:pt x="464" y="0"/>
                  </a:lnTo>
                  <a:lnTo>
                    <a:pt x="1389" y="479"/>
                  </a:lnTo>
                  <a:lnTo>
                    <a:pt x="1760" y="927"/>
                  </a:lnTo>
                  <a:lnTo>
                    <a:pt x="2118" y="24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2"/>
            <p:cNvSpPr/>
            <p:nvPr/>
          </p:nvSpPr>
          <p:spPr>
            <a:xfrm>
              <a:off x="4055487" y="3557313"/>
              <a:ext cx="4523" cy="16632"/>
            </a:xfrm>
            <a:custGeom>
              <a:avLst/>
              <a:pathLst>
                <a:path w="4523" h="16632">
                  <a:moveTo>
                    <a:pt x="2268" y="16129"/>
                  </a:moveTo>
                  <a:lnTo>
                    <a:pt x="749" y="16632"/>
                  </a:lnTo>
                  <a:lnTo>
                    <a:pt x="403" y="15220"/>
                  </a:lnTo>
                  <a:lnTo>
                    <a:pt x="0" y="8869"/>
                  </a:lnTo>
                  <a:lnTo>
                    <a:pt x="1080" y="3790"/>
                  </a:lnTo>
                  <a:lnTo>
                    <a:pt x="2443" y="800"/>
                  </a:lnTo>
                  <a:lnTo>
                    <a:pt x="3371" y="44"/>
                  </a:lnTo>
                  <a:lnTo>
                    <a:pt x="3693" y="0"/>
                  </a:lnTo>
                  <a:lnTo>
                    <a:pt x="4523" y="3661"/>
                  </a:lnTo>
                  <a:lnTo>
                    <a:pt x="3896" y="11027"/>
                  </a:lnTo>
                  <a:lnTo>
                    <a:pt x="3168" y="1479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3"/>
            <p:cNvSpPr/>
            <p:nvPr/>
          </p:nvSpPr>
          <p:spPr>
            <a:xfrm>
              <a:off x="4028012" y="3551174"/>
              <a:ext cx="830" cy="5195"/>
            </a:xfrm>
            <a:custGeom>
              <a:avLst/>
              <a:pathLst>
                <a:path w="830" h="5195">
                  <a:moveTo>
                    <a:pt x="455" y="4543"/>
                  </a:moveTo>
                  <a:lnTo>
                    <a:pt x="357" y="5195"/>
                  </a:lnTo>
                  <a:lnTo>
                    <a:pt x="0" y="1729"/>
                  </a:lnTo>
                  <a:lnTo>
                    <a:pt x="295" y="0"/>
                  </a:lnTo>
                  <a:lnTo>
                    <a:pt x="722" y="634"/>
                  </a:lnTo>
                  <a:lnTo>
                    <a:pt x="830" y="1252"/>
                  </a:lnTo>
                  <a:lnTo>
                    <a:pt x="421" y="29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4"/>
            <p:cNvSpPr/>
            <p:nvPr/>
          </p:nvSpPr>
          <p:spPr>
            <a:xfrm>
              <a:off x="3743036" y="3547904"/>
              <a:ext cx="7176" cy="16705"/>
            </a:xfrm>
            <a:custGeom>
              <a:avLst/>
              <a:pathLst>
                <a:path w="7176" h="16705">
                  <a:moveTo>
                    <a:pt x="7176" y="16429"/>
                  </a:moveTo>
                  <a:lnTo>
                    <a:pt x="6573" y="16705"/>
                  </a:lnTo>
                  <a:lnTo>
                    <a:pt x="5993" y="16073"/>
                  </a:lnTo>
                  <a:lnTo>
                    <a:pt x="5510" y="14373"/>
                  </a:lnTo>
                  <a:lnTo>
                    <a:pt x="2930" y="9463"/>
                  </a:lnTo>
                  <a:lnTo>
                    <a:pt x="2127" y="9384"/>
                  </a:lnTo>
                  <a:lnTo>
                    <a:pt x="1563" y="8128"/>
                  </a:lnTo>
                  <a:lnTo>
                    <a:pt x="878" y="7694"/>
                  </a:lnTo>
                  <a:lnTo>
                    <a:pt x="152" y="4417"/>
                  </a:lnTo>
                  <a:lnTo>
                    <a:pt x="0" y="2660"/>
                  </a:lnTo>
                  <a:lnTo>
                    <a:pt x="528" y="1803"/>
                  </a:lnTo>
                  <a:lnTo>
                    <a:pt x="856" y="0"/>
                  </a:lnTo>
                  <a:lnTo>
                    <a:pt x="1717" y="796"/>
                  </a:lnTo>
                  <a:lnTo>
                    <a:pt x="2698" y="3977"/>
                  </a:lnTo>
                  <a:lnTo>
                    <a:pt x="3695" y="5165"/>
                  </a:lnTo>
                  <a:lnTo>
                    <a:pt x="3966" y="5765"/>
                  </a:lnTo>
                  <a:lnTo>
                    <a:pt x="4449" y="7525"/>
                  </a:lnTo>
                  <a:lnTo>
                    <a:pt x="6730" y="11844"/>
                  </a:lnTo>
                  <a:lnTo>
                    <a:pt x="6978" y="13308"/>
                  </a:lnTo>
                  <a:lnTo>
                    <a:pt x="7135" y="1478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5"/>
            <p:cNvSpPr/>
            <p:nvPr/>
          </p:nvSpPr>
          <p:spPr>
            <a:xfrm>
              <a:off x="3868680" y="3545453"/>
              <a:ext cx="970" cy="4312"/>
            </a:xfrm>
            <a:custGeom>
              <a:avLst/>
              <a:pathLst>
                <a:path w="970" h="4312">
                  <a:moveTo>
                    <a:pt x="970" y="2764"/>
                  </a:moveTo>
                  <a:lnTo>
                    <a:pt x="503" y="4312"/>
                  </a:lnTo>
                  <a:lnTo>
                    <a:pt x="0" y="3348"/>
                  </a:lnTo>
                  <a:lnTo>
                    <a:pt x="774" y="209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6"/>
            <p:cNvSpPr/>
            <p:nvPr/>
          </p:nvSpPr>
          <p:spPr>
            <a:xfrm>
              <a:off x="3838932" y="3543576"/>
              <a:ext cx="1389" cy="6007"/>
            </a:xfrm>
            <a:custGeom>
              <a:avLst/>
              <a:pathLst>
                <a:path w="1389" h="6007">
                  <a:moveTo>
                    <a:pt x="655" y="5893"/>
                  </a:moveTo>
                  <a:lnTo>
                    <a:pt x="253" y="6007"/>
                  </a:lnTo>
                  <a:lnTo>
                    <a:pt x="134" y="5130"/>
                  </a:lnTo>
                  <a:lnTo>
                    <a:pt x="151" y="3617"/>
                  </a:lnTo>
                  <a:lnTo>
                    <a:pt x="115" y="2410"/>
                  </a:lnTo>
                  <a:lnTo>
                    <a:pt x="0" y="1512"/>
                  </a:lnTo>
                  <a:lnTo>
                    <a:pt x="0" y="0"/>
                  </a:lnTo>
                  <a:lnTo>
                    <a:pt x="369" y="754"/>
                  </a:lnTo>
                  <a:lnTo>
                    <a:pt x="655" y="1461"/>
                  </a:lnTo>
                  <a:lnTo>
                    <a:pt x="983" y="1966"/>
                  </a:lnTo>
                  <a:lnTo>
                    <a:pt x="1249" y="2308"/>
                  </a:lnTo>
                  <a:lnTo>
                    <a:pt x="1389" y="2540"/>
                  </a:lnTo>
                  <a:lnTo>
                    <a:pt x="1126" y="46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7"/>
            <p:cNvSpPr/>
            <p:nvPr/>
          </p:nvSpPr>
          <p:spPr>
            <a:xfrm>
              <a:off x="3843823" y="3538639"/>
              <a:ext cx="810" cy="4176"/>
            </a:xfrm>
            <a:custGeom>
              <a:avLst/>
              <a:pathLst>
                <a:path w="810" h="4176">
                  <a:moveTo>
                    <a:pt x="810" y="2141"/>
                  </a:moveTo>
                  <a:lnTo>
                    <a:pt x="795" y="4176"/>
                  </a:lnTo>
                  <a:lnTo>
                    <a:pt x="130" y="2985"/>
                  </a:lnTo>
                  <a:lnTo>
                    <a:pt x="0" y="730"/>
                  </a:lnTo>
                  <a:lnTo>
                    <a:pt x="218" y="0"/>
                  </a:lnTo>
                  <a:lnTo>
                    <a:pt x="675" y="3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8"/>
            <p:cNvSpPr/>
            <p:nvPr/>
          </p:nvSpPr>
          <p:spPr>
            <a:xfrm>
              <a:off x="3952809" y="3532537"/>
              <a:ext cx="1378" cy="5564"/>
            </a:xfrm>
            <a:custGeom>
              <a:avLst/>
              <a:pathLst>
                <a:path w="1378" h="5564">
                  <a:moveTo>
                    <a:pt x="1162" y="4596"/>
                  </a:moveTo>
                  <a:lnTo>
                    <a:pt x="1041" y="5564"/>
                  </a:lnTo>
                  <a:lnTo>
                    <a:pt x="219" y="3187"/>
                  </a:lnTo>
                  <a:lnTo>
                    <a:pt x="0" y="1468"/>
                  </a:lnTo>
                  <a:lnTo>
                    <a:pt x="99" y="121"/>
                  </a:lnTo>
                  <a:lnTo>
                    <a:pt x="953" y="0"/>
                  </a:lnTo>
                  <a:lnTo>
                    <a:pt x="1378" y="8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19"/>
            <p:cNvSpPr/>
            <p:nvPr/>
          </p:nvSpPr>
          <p:spPr>
            <a:xfrm>
              <a:off x="4028928" y="3523756"/>
              <a:ext cx="1949" cy="9687"/>
            </a:xfrm>
            <a:custGeom>
              <a:avLst/>
              <a:pathLst>
                <a:path w="1949" h="9687">
                  <a:moveTo>
                    <a:pt x="1949" y="8782"/>
                  </a:moveTo>
                  <a:lnTo>
                    <a:pt x="1710" y="9687"/>
                  </a:lnTo>
                  <a:lnTo>
                    <a:pt x="540" y="8040"/>
                  </a:lnTo>
                  <a:lnTo>
                    <a:pt x="598" y="5426"/>
                  </a:lnTo>
                  <a:lnTo>
                    <a:pt x="441" y="4138"/>
                  </a:lnTo>
                  <a:lnTo>
                    <a:pt x="127" y="2781"/>
                  </a:lnTo>
                  <a:lnTo>
                    <a:pt x="0" y="1450"/>
                  </a:lnTo>
                  <a:lnTo>
                    <a:pt x="130" y="0"/>
                  </a:lnTo>
                  <a:lnTo>
                    <a:pt x="847" y="1856"/>
                  </a:lnTo>
                  <a:lnTo>
                    <a:pt x="1253" y="4791"/>
                  </a:lnTo>
                  <a:lnTo>
                    <a:pt x="1810" y="758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0"/>
            <p:cNvSpPr/>
            <p:nvPr/>
          </p:nvSpPr>
          <p:spPr>
            <a:xfrm>
              <a:off x="4041639" y="3520072"/>
              <a:ext cx="771" cy="2983"/>
            </a:xfrm>
            <a:custGeom>
              <a:avLst/>
              <a:pathLst>
                <a:path w="771" h="2983">
                  <a:moveTo>
                    <a:pt x="714" y="2643"/>
                  </a:moveTo>
                  <a:lnTo>
                    <a:pt x="557" y="2983"/>
                  </a:lnTo>
                  <a:lnTo>
                    <a:pt x="212" y="2187"/>
                  </a:lnTo>
                  <a:lnTo>
                    <a:pt x="0" y="1314"/>
                  </a:lnTo>
                  <a:lnTo>
                    <a:pt x="13" y="435"/>
                  </a:lnTo>
                  <a:lnTo>
                    <a:pt x="259" y="0"/>
                  </a:lnTo>
                  <a:lnTo>
                    <a:pt x="764" y="1344"/>
                  </a:lnTo>
                  <a:lnTo>
                    <a:pt x="771" y="20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1"/>
            <p:cNvSpPr/>
            <p:nvPr/>
          </p:nvSpPr>
          <p:spPr>
            <a:xfrm>
              <a:off x="4040293" y="3514634"/>
              <a:ext cx="982" cy="6188"/>
            </a:xfrm>
            <a:custGeom>
              <a:avLst/>
              <a:pathLst>
                <a:path w="982" h="6188">
                  <a:moveTo>
                    <a:pt x="786" y="4943"/>
                  </a:moveTo>
                  <a:lnTo>
                    <a:pt x="810" y="6188"/>
                  </a:lnTo>
                  <a:lnTo>
                    <a:pt x="228" y="3354"/>
                  </a:lnTo>
                  <a:lnTo>
                    <a:pt x="0" y="0"/>
                  </a:lnTo>
                  <a:lnTo>
                    <a:pt x="461" y="1197"/>
                  </a:lnTo>
                  <a:lnTo>
                    <a:pt x="982" y="367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2"/>
            <p:cNvSpPr/>
            <p:nvPr/>
          </p:nvSpPr>
          <p:spPr>
            <a:xfrm>
              <a:off x="3953651" y="3510374"/>
              <a:ext cx="2862" cy="5381"/>
            </a:xfrm>
            <a:custGeom>
              <a:avLst/>
              <a:pathLst>
                <a:path w="2862" h="5381">
                  <a:moveTo>
                    <a:pt x="2496" y="0"/>
                  </a:moveTo>
                  <a:lnTo>
                    <a:pt x="2814" y="2825"/>
                  </a:lnTo>
                  <a:lnTo>
                    <a:pt x="2862" y="3895"/>
                  </a:lnTo>
                  <a:lnTo>
                    <a:pt x="1074" y="5381"/>
                  </a:lnTo>
                  <a:lnTo>
                    <a:pt x="0" y="1910"/>
                  </a:lnTo>
                  <a:lnTo>
                    <a:pt x="230" y="506"/>
                  </a:lnTo>
                  <a:lnTo>
                    <a:pt x="1156" y="56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3"/>
            <p:cNvSpPr/>
            <p:nvPr/>
          </p:nvSpPr>
          <p:spPr>
            <a:xfrm>
              <a:off x="3861141" y="3509458"/>
              <a:ext cx="3811" cy="16667"/>
            </a:xfrm>
            <a:custGeom>
              <a:avLst/>
              <a:pathLst>
                <a:path w="3811" h="16667">
                  <a:moveTo>
                    <a:pt x="3015" y="15586"/>
                  </a:moveTo>
                  <a:lnTo>
                    <a:pt x="1703" y="16667"/>
                  </a:lnTo>
                  <a:lnTo>
                    <a:pt x="942" y="15146"/>
                  </a:lnTo>
                  <a:lnTo>
                    <a:pt x="1766" y="13272"/>
                  </a:lnTo>
                  <a:lnTo>
                    <a:pt x="2057" y="13148"/>
                  </a:lnTo>
                  <a:lnTo>
                    <a:pt x="2247" y="12781"/>
                  </a:lnTo>
                  <a:lnTo>
                    <a:pt x="2316" y="12020"/>
                  </a:lnTo>
                  <a:lnTo>
                    <a:pt x="828" y="10786"/>
                  </a:lnTo>
                  <a:lnTo>
                    <a:pt x="405" y="9697"/>
                  </a:lnTo>
                  <a:lnTo>
                    <a:pt x="0" y="6922"/>
                  </a:lnTo>
                  <a:lnTo>
                    <a:pt x="11" y="5158"/>
                  </a:lnTo>
                  <a:lnTo>
                    <a:pt x="1918" y="491"/>
                  </a:lnTo>
                  <a:lnTo>
                    <a:pt x="2364" y="0"/>
                  </a:lnTo>
                  <a:lnTo>
                    <a:pt x="2434" y="1931"/>
                  </a:lnTo>
                  <a:lnTo>
                    <a:pt x="3754" y="6824"/>
                  </a:lnTo>
                  <a:lnTo>
                    <a:pt x="3811" y="10081"/>
                  </a:lnTo>
                  <a:lnTo>
                    <a:pt x="3760" y="112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4"/>
            <p:cNvSpPr/>
            <p:nvPr/>
          </p:nvSpPr>
          <p:spPr>
            <a:xfrm>
              <a:off x="3869827" y="3504917"/>
              <a:ext cx="96897" cy="252364"/>
            </a:xfrm>
            <a:custGeom>
              <a:avLst/>
              <a:pathLst>
                <a:path w="96897" h="252364">
                  <a:moveTo>
                    <a:pt x="83336" y="5915"/>
                  </a:moveTo>
                  <a:lnTo>
                    <a:pt x="83257" y="6160"/>
                  </a:lnTo>
                  <a:lnTo>
                    <a:pt x="82596" y="7015"/>
                  </a:lnTo>
                  <a:lnTo>
                    <a:pt x="82287" y="8708"/>
                  </a:lnTo>
                  <a:lnTo>
                    <a:pt x="83192" y="11301"/>
                  </a:lnTo>
                  <a:lnTo>
                    <a:pt x="83255" y="13027"/>
                  </a:lnTo>
                  <a:lnTo>
                    <a:pt x="83958" y="14562"/>
                  </a:lnTo>
                  <a:lnTo>
                    <a:pt x="84815" y="16963"/>
                  </a:lnTo>
                  <a:lnTo>
                    <a:pt x="84849" y="17745"/>
                  </a:lnTo>
                  <a:lnTo>
                    <a:pt x="85140" y="18820"/>
                  </a:lnTo>
                  <a:lnTo>
                    <a:pt x="85286" y="20138"/>
                  </a:lnTo>
                  <a:lnTo>
                    <a:pt x="84682" y="21451"/>
                  </a:lnTo>
                  <a:lnTo>
                    <a:pt x="83869" y="21702"/>
                  </a:lnTo>
                  <a:lnTo>
                    <a:pt x="83268" y="20463"/>
                  </a:lnTo>
                  <a:lnTo>
                    <a:pt x="82714" y="18924"/>
                  </a:lnTo>
                  <a:lnTo>
                    <a:pt x="82572" y="20838"/>
                  </a:lnTo>
                  <a:lnTo>
                    <a:pt x="82144" y="21933"/>
                  </a:lnTo>
                  <a:lnTo>
                    <a:pt x="80582" y="21614"/>
                  </a:lnTo>
                  <a:lnTo>
                    <a:pt x="79463" y="21625"/>
                  </a:lnTo>
                  <a:lnTo>
                    <a:pt x="78352" y="22106"/>
                  </a:lnTo>
                  <a:lnTo>
                    <a:pt x="78909" y="22402"/>
                  </a:lnTo>
                  <a:lnTo>
                    <a:pt x="79414" y="23013"/>
                  </a:lnTo>
                  <a:lnTo>
                    <a:pt x="81143" y="27899"/>
                  </a:lnTo>
                  <a:lnTo>
                    <a:pt x="81512" y="29709"/>
                  </a:lnTo>
                  <a:lnTo>
                    <a:pt x="80908" y="33309"/>
                  </a:lnTo>
                  <a:lnTo>
                    <a:pt x="81202" y="34780"/>
                  </a:lnTo>
                  <a:lnTo>
                    <a:pt x="81872" y="35624"/>
                  </a:lnTo>
                  <a:lnTo>
                    <a:pt x="82686" y="37415"/>
                  </a:lnTo>
                  <a:lnTo>
                    <a:pt x="83267" y="37595"/>
                  </a:lnTo>
                  <a:lnTo>
                    <a:pt x="83684" y="38604"/>
                  </a:lnTo>
                  <a:lnTo>
                    <a:pt x="83701" y="40361"/>
                  </a:lnTo>
                  <a:lnTo>
                    <a:pt x="83946" y="41958"/>
                  </a:lnTo>
                  <a:lnTo>
                    <a:pt x="83285" y="42595"/>
                  </a:lnTo>
                  <a:lnTo>
                    <a:pt x="83940" y="43019"/>
                  </a:lnTo>
                  <a:lnTo>
                    <a:pt x="84521" y="43835"/>
                  </a:lnTo>
                  <a:lnTo>
                    <a:pt x="84203" y="44664"/>
                  </a:lnTo>
                  <a:lnTo>
                    <a:pt x="83956" y="45668"/>
                  </a:lnTo>
                  <a:lnTo>
                    <a:pt x="84224" y="46210"/>
                  </a:lnTo>
                  <a:lnTo>
                    <a:pt x="85021" y="47137"/>
                  </a:lnTo>
                  <a:lnTo>
                    <a:pt x="85370" y="47988"/>
                  </a:lnTo>
                  <a:lnTo>
                    <a:pt x="85552" y="50288"/>
                  </a:lnTo>
                  <a:lnTo>
                    <a:pt x="86329" y="54046"/>
                  </a:lnTo>
                  <a:lnTo>
                    <a:pt x="87756" y="58896"/>
                  </a:lnTo>
                  <a:lnTo>
                    <a:pt x="88068" y="60663"/>
                  </a:lnTo>
                  <a:lnTo>
                    <a:pt x="88065" y="62291"/>
                  </a:lnTo>
                  <a:lnTo>
                    <a:pt x="87827" y="63689"/>
                  </a:lnTo>
                  <a:lnTo>
                    <a:pt x="87014" y="65328"/>
                  </a:lnTo>
                  <a:lnTo>
                    <a:pt x="86363" y="67483"/>
                  </a:lnTo>
                  <a:lnTo>
                    <a:pt x="86284" y="68262"/>
                  </a:lnTo>
                  <a:lnTo>
                    <a:pt x="85402" y="69261"/>
                  </a:lnTo>
                  <a:lnTo>
                    <a:pt x="85805" y="69995"/>
                  </a:lnTo>
                  <a:lnTo>
                    <a:pt x="86126" y="70988"/>
                  </a:lnTo>
                  <a:lnTo>
                    <a:pt x="86739" y="73990"/>
                  </a:lnTo>
                  <a:lnTo>
                    <a:pt x="88200" y="78864"/>
                  </a:lnTo>
                  <a:lnTo>
                    <a:pt x="88935" y="80682"/>
                  </a:lnTo>
                  <a:lnTo>
                    <a:pt x="91962" y="87298"/>
                  </a:lnTo>
                  <a:lnTo>
                    <a:pt x="93570" y="90177"/>
                  </a:lnTo>
                  <a:lnTo>
                    <a:pt x="95624" y="96771"/>
                  </a:lnTo>
                  <a:lnTo>
                    <a:pt x="96690" y="98295"/>
                  </a:lnTo>
                  <a:lnTo>
                    <a:pt x="96897" y="100132"/>
                  </a:lnTo>
                  <a:lnTo>
                    <a:pt x="96007" y="102946"/>
                  </a:lnTo>
                  <a:lnTo>
                    <a:pt x="94709" y="104355"/>
                  </a:lnTo>
                  <a:lnTo>
                    <a:pt x="92569" y="105114"/>
                  </a:lnTo>
                  <a:lnTo>
                    <a:pt x="90422" y="104122"/>
                  </a:lnTo>
                  <a:lnTo>
                    <a:pt x="89313" y="103316"/>
                  </a:lnTo>
                  <a:lnTo>
                    <a:pt x="88346" y="101697"/>
                  </a:lnTo>
                  <a:lnTo>
                    <a:pt x="87584" y="98446"/>
                  </a:lnTo>
                  <a:lnTo>
                    <a:pt x="86578" y="96687"/>
                  </a:lnTo>
                  <a:lnTo>
                    <a:pt x="86966" y="98658"/>
                  </a:lnTo>
                  <a:lnTo>
                    <a:pt x="87210" y="100673"/>
                  </a:lnTo>
                  <a:lnTo>
                    <a:pt x="87084" y="102867"/>
                  </a:lnTo>
                  <a:lnTo>
                    <a:pt x="86688" y="104587"/>
                  </a:lnTo>
                  <a:lnTo>
                    <a:pt x="86010" y="105848"/>
                  </a:lnTo>
                  <a:lnTo>
                    <a:pt x="85283" y="106872"/>
                  </a:lnTo>
                  <a:lnTo>
                    <a:pt x="84977" y="107592"/>
                  </a:lnTo>
                  <a:lnTo>
                    <a:pt x="83133" y="119076"/>
                  </a:lnTo>
                  <a:lnTo>
                    <a:pt x="82834" y="122182"/>
                  </a:lnTo>
                  <a:lnTo>
                    <a:pt x="82272" y="135077"/>
                  </a:lnTo>
                  <a:lnTo>
                    <a:pt x="82264" y="138718"/>
                  </a:lnTo>
                  <a:lnTo>
                    <a:pt x="83091" y="145534"/>
                  </a:lnTo>
                  <a:lnTo>
                    <a:pt x="83167" y="149107"/>
                  </a:lnTo>
                  <a:lnTo>
                    <a:pt x="83330" y="150651"/>
                  </a:lnTo>
                  <a:lnTo>
                    <a:pt x="83222" y="151932"/>
                  </a:lnTo>
                  <a:lnTo>
                    <a:pt x="82830" y="152694"/>
                  </a:lnTo>
                  <a:lnTo>
                    <a:pt x="81247" y="154777"/>
                  </a:lnTo>
                  <a:lnTo>
                    <a:pt x="80128" y="156506"/>
                  </a:lnTo>
                  <a:lnTo>
                    <a:pt x="79222" y="158967"/>
                  </a:lnTo>
                  <a:lnTo>
                    <a:pt x="78489" y="162032"/>
                  </a:lnTo>
                  <a:lnTo>
                    <a:pt x="77845" y="164248"/>
                  </a:lnTo>
                  <a:lnTo>
                    <a:pt x="76987" y="165310"/>
                  </a:lnTo>
                  <a:lnTo>
                    <a:pt x="76366" y="165151"/>
                  </a:lnTo>
                  <a:lnTo>
                    <a:pt x="75863" y="164132"/>
                  </a:lnTo>
                  <a:lnTo>
                    <a:pt x="75512" y="162164"/>
                  </a:lnTo>
                  <a:lnTo>
                    <a:pt x="75313" y="160009"/>
                  </a:lnTo>
                  <a:lnTo>
                    <a:pt x="75181" y="161602"/>
                  </a:lnTo>
                  <a:lnTo>
                    <a:pt x="75206" y="163157"/>
                  </a:lnTo>
                  <a:lnTo>
                    <a:pt x="75500" y="164822"/>
                  </a:lnTo>
                  <a:lnTo>
                    <a:pt x="75612" y="166579"/>
                  </a:lnTo>
                  <a:lnTo>
                    <a:pt x="75443" y="168374"/>
                  </a:lnTo>
                  <a:lnTo>
                    <a:pt x="75076" y="169805"/>
                  </a:lnTo>
                  <a:lnTo>
                    <a:pt x="74080" y="171367"/>
                  </a:lnTo>
                  <a:lnTo>
                    <a:pt x="73531" y="172706"/>
                  </a:lnTo>
                  <a:lnTo>
                    <a:pt x="73441" y="175046"/>
                  </a:lnTo>
                  <a:lnTo>
                    <a:pt x="73176" y="176373"/>
                  </a:lnTo>
                  <a:lnTo>
                    <a:pt x="72795" y="177401"/>
                  </a:lnTo>
                  <a:lnTo>
                    <a:pt x="71393" y="179755"/>
                  </a:lnTo>
                  <a:lnTo>
                    <a:pt x="71081" y="180696"/>
                  </a:lnTo>
                  <a:lnTo>
                    <a:pt x="70849" y="181893"/>
                  </a:lnTo>
                  <a:lnTo>
                    <a:pt x="71596" y="181709"/>
                  </a:lnTo>
                  <a:lnTo>
                    <a:pt x="72279" y="181893"/>
                  </a:lnTo>
                  <a:lnTo>
                    <a:pt x="72330" y="184237"/>
                  </a:lnTo>
                  <a:lnTo>
                    <a:pt x="72545" y="185980"/>
                  </a:lnTo>
                  <a:lnTo>
                    <a:pt x="72272" y="189803"/>
                  </a:lnTo>
                  <a:lnTo>
                    <a:pt x="71219" y="192383"/>
                  </a:lnTo>
                  <a:lnTo>
                    <a:pt x="71744" y="192925"/>
                  </a:lnTo>
                  <a:lnTo>
                    <a:pt x="72220" y="193768"/>
                  </a:lnTo>
                  <a:lnTo>
                    <a:pt x="73277" y="194394"/>
                  </a:lnTo>
                  <a:lnTo>
                    <a:pt x="73636" y="197107"/>
                  </a:lnTo>
                  <a:lnTo>
                    <a:pt x="73480" y="200390"/>
                  </a:lnTo>
                  <a:lnTo>
                    <a:pt x="73289" y="203337"/>
                  </a:lnTo>
                  <a:lnTo>
                    <a:pt x="72530" y="204156"/>
                  </a:lnTo>
                  <a:lnTo>
                    <a:pt x="72058" y="203611"/>
                  </a:lnTo>
                  <a:lnTo>
                    <a:pt x="71590" y="203663"/>
                  </a:lnTo>
                  <a:lnTo>
                    <a:pt x="71246" y="204557"/>
                  </a:lnTo>
                  <a:lnTo>
                    <a:pt x="71154" y="206078"/>
                  </a:lnTo>
                  <a:lnTo>
                    <a:pt x="71810" y="205331"/>
                  </a:lnTo>
                  <a:lnTo>
                    <a:pt x="71773" y="209137"/>
                  </a:lnTo>
                  <a:lnTo>
                    <a:pt x="71596" y="212856"/>
                  </a:lnTo>
                  <a:lnTo>
                    <a:pt x="71379" y="214908"/>
                  </a:lnTo>
                  <a:lnTo>
                    <a:pt x="70977" y="216582"/>
                  </a:lnTo>
                  <a:lnTo>
                    <a:pt x="70371" y="217119"/>
                  </a:lnTo>
                  <a:lnTo>
                    <a:pt x="69799" y="215866"/>
                  </a:lnTo>
                  <a:lnTo>
                    <a:pt x="69682" y="217321"/>
                  </a:lnTo>
                  <a:lnTo>
                    <a:pt x="69856" y="218547"/>
                  </a:lnTo>
                  <a:lnTo>
                    <a:pt x="70673" y="221534"/>
                  </a:lnTo>
                  <a:lnTo>
                    <a:pt x="70172" y="222189"/>
                  </a:lnTo>
                  <a:lnTo>
                    <a:pt x="69807" y="223207"/>
                  </a:lnTo>
                  <a:lnTo>
                    <a:pt x="69642" y="224691"/>
                  </a:lnTo>
                  <a:lnTo>
                    <a:pt x="68753" y="228090"/>
                  </a:lnTo>
                  <a:lnTo>
                    <a:pt x="68361" y="230589"/>
                  </a:lnTo>
                  <a:lnTo>
                    <a:pt x="68195" y="233264"/>
                  </a:lnTo>
                  <a:lnTo>
                    <a:pt x="67779" y="235382"/>
                  </a:lnTo>
                  <a:lnTo>
                    <a:pt x="61069" y="244596"/>
                  </a:lnTo>
                  <a:lnTo>
                    <a:pt x="55641" y="252364"/>
                  </a:lnTo>
                  <a:lnTo>
                    <a:pt x="55246" y="251836"/>
                  </a:lnTo>
                  <a:lnTo>
                    <a:pt x="54984" y="250650"/>
                  </a:lnTo>
                  <a:lnTo>
                    <a:pt x="54798" y="238582"/>
                  </a:lnTo>
                  <a:lnTo>
                    <a:pt x="54127" y="232410"/>
                  </a:lnTo>
                  <a:lnTo>
                    <a:pt x="54026" y="228930"/>
                  </a:lnTo>
                  <a:lnTo>
                    <a:pt x="53261" y="232037"/>
                  </a:lnTo>
                  <a:lnTo>
                    <a:pt x="52791" y="231723"/>
                  </a:lnTo>
                  <a:lnTo>
                    <a:pt x="52283" y="230932"/>
                  </a:lnTo>
                  <a:lnTo>
                    <a:pt x="51901" y="229916"/>
                  </a:lnTo>
                  <a:lnTo>
                    <a:pt x="51873" y="228578"/>
                  </a:lnTo>
                  <a:lnTo>
                    <a:pt x="52283" y="224748"/>
                  </a:lnTo>
                  <a:lnTo>
                    <a:pt x="51787" y="226849"/>
                  </a:lnTo>
                  <a:lnTo>
                    <a:pt x="51245" y="228471"/>
                  </a:lnTo>
                  <a:lnTo>
                    <a:pt x="50684" y="228272"/>
                  </a:lnTo>
                  <a:lnTo>
                    <a:pt x="50200" y="227469"/>
                  </a:lnTo>
                  <a:lnTo>
                    <a:pt x="50021" y="226226"/>
                  </a:lnTo>
                  <a:lnTo>
                    <a:pt x="49763" y="226041"/>
                  </a:lnTo>
                  <a:lnTo>
                    <a:pt x="48577" y="229452"/>
                  </a:lnTo>
                  <a:lnTo>
                    <a:pt x="47010" y="231281"/>
                  </a:lnTo>
                  <a:lnTo>
                    <a:pt x="46138" y="231253"/>
                  </a:lnTo>
                  <a:lnTo>
                    <a:pt x="45450" y="230208"/>
                  </a:lnTo>
                  <a:lnTo>
                    <a:pt x="45486" y="227611"/>
                  </a:lnTo>
                  <a:lnTo>
                    <a:pt x="45417" y="225071"/>
                  </a:lnTo>
                  <a:lnTo>
                    <a:pt x="45224" y="223582"/>
                  </a:lnTo>
                  <a:lnTo>
                    <a:pt x="44804" y="223051"/>
                  </a:lnTo>
                  <a:lnTo>
                    <a:pt x="44416" y="223239"/>
                  </a:lnTo>
                  <a:lnTo>
                    <a:pt x="43291" y="224564"/>
                  </a:lnTo>
                  <a:lnTo>
                    <a:pt x="42889" y="224408"/>
                  </a:lnTo>
                  <a:lnTo>
                    <a:pt x="42658" y="225083"/>
                  </a:lnTo>
                  <a:lnTo>
                    <a:pt x="39686" y="215835"/>
                  </a:lnTo>
                  <a:lnTo>
                    <a:pt x="39085" y="223329"/>
                  </a:lnTo>
                  <a:lnTo>
                    <a:pt x="37033" y="227319"/>
                  </a:lnTo>
                  <a:lnTo>
                    <a:pt x="35517" y="229634"/>
                  </a:lnTo>
                  <a:lnTo>
                    <a:pt x="34013" y="228765"/>
                  </a:lnTo>
                  <a:lnTo>
                    <a:pt x="32485" y="227285"/>
                  </a:lnTo>
                  <a:lnTo>
                    <a:pt x="30963" y="229071"/>
                  </a:lnTo>
                  <a:lnTo>
                    <a:pt x="29312" y="233451"/>
                  </a:lnTo>
                  <a:lnTo>
                    <a:pt x="28856" y="234127"/>
                  </a:lnTo>
                  <a:lnTo>
                    <a:pt x="28381" y="234106"/>
                  </a:lnTo>
                  <a:lnTo>
                    <a:pt x="28035" y="233535"/>
                  </a:lnTo>
                  <a:lnTo>
                    <a:pt x="28153" y="230214"/>
                  </a:lnTo>
                  <a:lnTo>
                    <a:pt x="28168" y="226892"/>
                  </a:lnTo>
                  <a:lnTo>
                    <a:pt x="28044" y="219491"/>
                  </a:lnTo>
                  <a:lnTo>
                    <a:pt x="27913" y="218036"/>
                  </a:lnTo>
                  <a:lnTo>
                    <a:pt x="27440" y="216002"/>
                  </a:lnTo>
                  <a:lnTo>
                    <a:pt x="26811" y="214533"/>
                  </a:lnTo>
                  <a:lnTo>
                    <a:pt x="26461" y="215607"/>
                  </a:lnTo>
                  <a:lnTo>
                    <a:pt x="26145" y="217075"/>
                  </a:lnTo>
                  <a:lnTo>
                    <a:pt x="24890" y="217012"/>
                  </a:lnTo>
                  <a:lnTo>
                    <a:pt x="23666" y="215840"/>
                  </a:lnTo>
                  <a:lnTo>
                    <a:pt x="22624" y="216513"/>
                  </a:lnTo>
                  <a:lnTo>
                    <a:pt x="20558" y="219447"/>
                  </a:lnTo>
                  <a:lnTo>
                    <a:pt x="19460" y="219900"/>
                  </a:lnTo>
                  <a:lnTo>
                    <a:pt x="18870" y="219240"/>
                  </a:lnTo>
                  <a:lnTo>
                    <a:pt x="18495" y="217655"/>
                  </a:lnTo>
                  <a:lnTo>
                    <a:pt x="18710" y="216210"/>
                  </a:lnTo>
                  <a:lnTo>
                    <a:pt x="19164" y="215099"/>
                  </a:lnTo>
                  <a:lnTo>
                    <a:pt x="18316" y="215982"/>
                  </a:lnTo>
                  <a:lnTo>
                    <a:pt x="17592" y="217465"/>
                  </a:lnTo>
                  <a:lnTo>
                    <a:pt x="17278" y="218417"/>
                  </a:lnTo>
                  <a:lnTo>
                    <a:pt x="16942" y="217941"/>
                  </a:lnTo>
                  <a:lnTo>
                    <a:pt x="16037" y="214591"/>
                  </a:lnTo>
                  <a:lnTo>
                    <a:pt x="14148" y="215843"/>
                  </a:lnTo>
                  <a:lnTo>
                    <a:pt x="13892" y="216227"/>
                  </a:lnTo>
                  <a:lnTo>
                    <a:pt x="13427" y="217367"/>
                  </a:lnTo>
                  <a:lnTo>
                    <a:pt x="12980" y="216798"/>
                  </a:lnTo>
                  <a:lnTo>
                    <a:pt x="12755" y="215586"/>
                  </a:lnTo>
                  <a:lnTo>
                    <a:pt x="12675" y="208600"/>
                  </a:lnTo>
                  <a:lnTo>
                    <a:pt x="11714" y="195162"/>
                  </a:lnTo>
                  <a:lnTo>
                    <a:pt x="11447" y="188291"/>
                  </a:lnTo>
                  <a:lnTo>
                    <a:pt x="11239" y="186666"/>
                  </a:lnTo>
                  <a:lnTo>
                    <a:pt x="10132" y="184196"/>
                  </a:lnTo>
                  <a:lnTo>
                    <a:pt x="10170" y="180653"/>
                  </a:lnTo>
                  <a:lnTo>
                    <a:pt x="10744" y="177689"/>
                  </a:lnTo>
                  <a:lnTo>
                    <a:pt x="10866" y="174235"/>
                  </a:lnTo>
                  <a:lnTo>
                    <a:pt x="10703" y="170487"/>
                  </a:lnTo>
                  <a:lnTo>
                    <a:pt x="10358" y="166822"/>
                  </a:lnTo>
                  <a:lnTo>
                    <a:pt x="9923" y="164054"/>
                  </a:lnTo>
                  <a:lnTo>
                    <a:pt x="9302" y="161688"/>
                  </a:lnTo>
                  <a:lnTo>
                    <a:pt x="8474" y="159036"/>
                  </a:lnTo>
                  <a:lnTo>
                    <a:pt x="7459" y="157054"/>
                  </a:lnTo>
                  <a:lnTo>
                    <a:pt x="5267" y="154823"/>
                  </a:lnTo>
                  <a:lnTo>
                    <a:pt x="4111" y="155019"/>
                  </a:lnTo>
                  <a:lnTo>
                    <a:pt x="3682" y="154145"/>
                  </a:lnTo>
                  <a:lnTo>
                    <a:pt x="3393" y="153011"/>
                  </a:lnTo>
                  <a:lnTo>
                    <a:pt x="3510" y="150783"/>
                  </a:lnTo>
                  <a:lnTo>
                    <a:pt x="3901" y="149251"/>
                  </a:lnTo>
                  <a:lnTo>
                    <a:pt x="4426" y="148873"/>
                  </a:lnTo>
                  <a:lnTo>
                    <a:pt x="4488" y="148010"/>
                  </a:lnTo>
                  <a:lnTo>
                    <a:pt x="3376" y="146215"/>
                  </a:lnTo>
                  <a:lnTo>
                    <a:pt x="2448" y="143777"/>
                  </a:lnTo>
                  <a:lnTo>
                    <a:pt x="2157" y="142314"/>
                  </a:lnTo>
                  <a:lnTo>
                    <a:pt x="2069" y="140704"/>
                  </a:lnTo>
                  <a:lnTo>
                    <a:pt x="2075" y="136984"/>
                  </a:lnTo>
                  <a:lnTo>
                    <a:pt x="2343" y="134635"/>
                  </a:lnTo>
                  <a:lnTo>
                    <a:pt x="2488" y="133363"/>
                  </a:lnTo>
                  <a:lnTo>
                    <a:pt x="2776" y="129431"/>
                  </a:lnTo>
                  <a:lnTo>
                    <a:pt x="3380" y="128232"/>
                  </a:lnTo>
                  <a:lnTo>
                    <a:pt x="3282" y="127505"/>
                  </a:lnTo>
                  <a:lnTo>
                    <a:pt x="3022" y="126971"/>
                  </a:lnTo>
                  <a:lnTo>
                    <a:pt x="2642" y="125681"/>
                  </a:lnTo>
                  <a:lnTo>
                    <a:pt x="2333" y="124198"/>
                  </a:lnTo>
                  <a:lnTo>
                    <a:pt x="1624" y="121682"/>
                  </a:lnTo>
                  <a:lnTo>
                    <a:pt x="371" y="118643"/>
                  </a:lnTo>
                  <a:lnTo>
                    <a:pt x="162" y="113408"/>
                  </a:lnTo>
                  <a:lnTo>
                    <a:pt x="0" y="105692"/>
                  </a:lnTo>
                  <a:lnTo>
                    <a:pt x="105" y="102185"/>
                  </a:lnTo>
                  <a:lnTo>
                    <a:pt x="507" y="95626"/>
                  </a:lnTo>
                  <a:lnTo>
                    <a:pt x="1201" y="93561"/>
                  </a:lnTo>
                  <a:lnTo>
                    <a:pt x="1755" y="92987"/>
                  </a:lnTo>
                  <a:lnTo>
                    <a:pt x="2169" y="92102"/>
                  </a:lnTo>
                  <a:lnTo>
                    <a:pt x="1828" y="91975"/>
                  </a:lnTo>
                  <a:lnTo>
                    <a:pt x="1534" y="92300"/>
                  </a:lnTo>
                  <a:lnTo>
                    <a:pt x="1003" y="92522"/>
                  </a:lnTo>
                  <a:lnTo>
                    <a:pt x="1438" y="86647"/>
                  </a:lnTo>
                  <a:lnTo>
                    <a:pt x="1634" y="84950"/>
                  </a:lnTo>
                  <a:lnTo>
                    <a:pt x="2507" y="81665"/>
                  </a:lnTo>
                  <a:lnTo>
                    <a:pt x="3530" y="78758"/>
                  </a:lnTo>
                  <a:lnTo>
                    <a:pt x="3963" y="75341"/>
                  </a:lnTo>
                  <a:lnTo>
                    <a:pt x="4543" y="72338"/>
                  </a:lnTo>
                  <a:lnTo>
                    <a:pt x="6951" y="69241"/>
                  </a:lnTo>
                  <a:lnTo>
                    <a:pt x="6086" y="73122"/>
                  </a:lnTo>
                  <a:lnTo>
                    <a:pt x="6182" y="74536"/>
                  </a:lnTo>
                  <a:lnTo>
                    <a:pt x="6392" y="75778"/>
                  </a:lnTo>
                  <a:lnTo>
                    <a:pt x="7017" y="76654"/>
                  </a:lnTo>
                  <a:lnTo>
                    <a:pt x="7192" y="81434"/>
                  </a:lnTo>
                  <a:lnTo>
                    <a:pt x="7978" y="84151"/>
                  </a:lnTo>
                  <a:lnTo>
                    <a:pt x="8769" y="86632"/>
                  </a:lnTo>
                  <a:lnTo>
                    <a:pt x="9350" y="87847"/>
                  </a:lnTo>
                  <a:lnTo>
                    <a:pt x="9989" y="89615"/>
                  </a:lnTo>
                  <a:lnTo>
                    <a:pt x="10438" y="91254"/>
                  </a:lnTo>
                  <a:lnTo>
                    <a:pt x="10911" y="92637"/>
                  </a:lnTo>
                  <a:lnTo>
                    <a:pt x="11621" y="93985"/>
                  </a:lnTo>
                  <a:lnTo>
                    <a:pt x="13549" y="99722"/>
                  </a:lnTo>
                  <a:lnTo>
                    <a:pt x="14354" y="101404"/>
                  </a:lnTo>
                  <a:lnTo>
                    <a:pt x="14954" y="103088"/>
                  </a:lnTo>
                  <a:lnTo>
                    <a:pt x="15380" y="103682"/>
                  </a:lnTo>
                  <a:lnTo>
                    <a:pt x="16428" y="103205"/>
                  </a:lnTo>
                  <a:lnTo>
                    <a:pt x="19537" y="99091"/>
                  </a:lnTo>
                  <a:lnTo>
                    <a:pt x="20094" y="98824"/>
                  </a:lnTo>
                  <a:lnTo>
                    <a:pt x="21106" y="98110"/>
                  </a:lnTo>
                  <a:lnTo>
                    <a:pt x="22888" y="98327"/>
                  </a:lnTo>
                  <a:lnTo>
                    <a:pt x="24777" y="99729"/>
                  </a:lnTo>
                  <a:lnTo>
                    <a:pt x="25388" y="99771"/>
                  </a:lnTo>
                  <a:lnTo>
                    <a:pt x="25971" y="98935"/>
                  </a:lnTo>
                  <a:lnTo>
                    <a:pt x="26778" y="99184"/>
                  </a:lnTo>
                  <a:lnTo>
                    <a:pt x="27532" y="99619"/>
                  </a:lnTo>
                  <a:lnTo>
                    <a:pt x="27909" y="99259"/>
                  </a:lnTo>
                  <a:lnTo>
                    <a:pt x="29007" y="96256"/>
                  </a:lnTo>
                  <a:lnTo>
                    <a:pt x="30500" y="95367"/>
                  </a:lnTo>
                  <a:lnTo>
                    <a:pt x="30982" y="92405"/>
                  </a:lnTo>
                  <a:lnTo>
                    <a:pt x="31355" y="89610"/>
                  </a:lnTo>
                  <a:lnTo>
                    <a:pt x="31531" y="86630"/>
                  </a:lnTo>
                  <a:lnTo>
                    <a:pt x="32156" y="85431"/>
                  </a:lnTo>
                  <a:lnTo>
                    <a:pt x="33030" y="84393"/>
                  </a:lnTo>
                  <a:lnTo>
                    <a:pt x="34323" y="83083"/>
                  </a:lnTo>
                  <a:lnTo>
                    <a:pt x="38811" y="82849"/>
                  </a:lnTo>
                  <a:lnTo>
                    <a:pt x="39247" y="83424"/>
                  </a:lnTo>
                  <a:lnTo>
                    <a:pt x="39340" y="84940"/>
                  </a:lnTo>
                  <a:lnTo>
                    <a:pt x="39247" y="86096"/>
                  </a:lnTo>
                  <a:lnTo>
                    <a:pt x="39422" y="86783"/>
                  </a:lnTo>
                  <a:lnTo>
                    <a:pt x="40019" y="86845"/>
                  </a:lnTo>
                  <a:lnTo>
                    <a:pt x="40573" y="87544"/>
                  </a:lnTo>
                  <a:lnTo>
                    <a:pt x="42810" y="89937"/>
                  </a:lnTo>
                  <a:lnTo>
                    <a:pt x="43764" y="90675"/>
                  </a:lnTo>
                  <a:lnTo>
                    <a:pt x="44293" y="90491"/>
                  </a:lnTo>
                  <a:lnTo>
                    <a:pt x="45342" y="92632"/>
                  </a:lnTo>
                  <a:lnTo>
                    <a:pt x="45912" y="91903"/>
                  </a:lnTo>
                  <a:lnTo>
                    <a:pt x="46669" y="90403"/>
                  </a:lnTo>
                  <a:lnTo>
                    <a:pt x="47389" y="88378"/>
                  </a:lnTo>
                  <a:lnTo>
                    <a:pt x="48034" y="86771"/>
                  </a:lnTo>
                  <a:lnTo>
                    <a:pt x="48973" y="86151"/>
                  </a:lnTo>
                  <a:lnTo>
                    <a:pt x="50184" y="86237"/>
                  </a:lnTo>
                  <a:lnTo>
                    <a:pt x="51614" y="85689"/>
                  </a:lnTo>
                  <a:lnTo>
                    <a:pt x="52694" y="84827"/>
                  </a:lnTo>
                  <a:lnTo>
                    <a:pt x="53900" y="86247"/>
                  </a:lnTo>
                  <a:lnTo>
                    <a:pt x="54221" y="85800"/>
                  </a:lnTo>
                  <a:lnTo>
                    <a:pt x="54429" y="84410"/>
                  </a:lnTo>
                  <a:lnTo>
                    <a:pt x="55051" y="81370"/>
                  </a:lnTo>
                  <a:lnTo>
                    <a:pt x="55327" y="79325"/>
                  </a:lnTo>
                  <a:lnTo>
                    <a:pt x="55569" y="75401"/>
                  </a:lnTo>
                  <a:lnTo>
                    <a:pt x="55736" y="74464"/>
                  </a:lnTo>
                  <a:lnTo>
                    <a:pt x="56193" y="73925"/>
                  </a:lnTo>
                  <a:lnTo>
                    <a:pt x="56664" y="73188"/>
                  </a:lnTo>
                  <a:lnTo>
                    <a:pt x="56786" y="72011"/>
                  </a:lnTo>
                  <a:lnTo>
                    <a:pt x="56958" y="70645"/>
                  </a:lnTo>
                  <a:lnTo>
                    <a:pt x="56816" y="69495"/>
                  </a:lnTo>
                  <a:lnTo>
                    <a:pt x="56548" y="68529"/>
                  </a:lnTo>
                  <a:lnTo>
                    <a:pt x="56267" y="65256"/>
                  </a:lnTo>
                  <a:lnTo>
                    <a:pt x="56360" y="63762"/>
                  </a:lnTo>
                  <a:lnTo>
                    <a:pt x="56533" y="62653"/>
                  </a:lnTo>
                  <a:lnTo>
                    <a:pt x="57013" y="62094"/>
                  </a:lnTo>
                  <a:lnTo>
                    <a:pt x="58290" y="59688"/>
                  </a:lnTo>
                  <a:lnTo>
                    <a:pt x="59418" y="56871"/>
                  </a:lnTo>
                  <a:lnTo>
                    <a:pt x="60036" y="55489"/>
                  </a:lnTo>
                  <a:lnTo>
                    <a:pt x="60308" y="54595"/>
                  </a:lnTo>
                  <a:lnTo>
                    <a:pt x="60325" y="53303"/>
                  </a:lnTo>
                  <a:lnTo>
                    <a:pt x="59835" y="51958"/>
                  </a:lnTo>
                  <a:lnTo>
                    <a:pt x="59363" y="51314"/>
                  </a:lnTo>
                  <a:lnTo>
                    <a:pt x="59327" y="49754"/>
                  </a:lnTo>
                  <a:lnTo>
                    <a:pt x="59345" y="48678"/>
                  </a:lnTo>
                  <a:lnTo>
                    <a:pt x="59487" y="47662"/>
                  </a:lnTo>
                  <a:lnTo>
                    <a:pt x="59418" y="46675"/>
                  </a:lnTo>
                  <a:lnTo>
                    <a:pt x="59417" y="45200"/>
                  </a:lnTo>
                  <a:lnTo>
                    <a:pt x="59717" y="43612"/>
                  </a:lnTo>
                  <a:lnTo>
                    <a:pt x="60413" y="41260"/>
                  </a:lnTo>
                  <a:lnTo>
                    <a:pt x="60961" y="39739"/>
                  </a:lnTo>
                  <a:lnTo>
                    <a:pt x="61568" y="40684"/>
                  </a:lnTo>
                  <a:lnTo>
                    <a:pt x="62280" y="40247"/>
                  </a:lnTo>
                  <a:lnTo>
                    <a:pt x="62955" y="39491"/>
                  </a:lnTo>
                  <a:lnTo>
                    <a:pt x="63328" y="36719"/>
                  </a:lnTo>
                  <a:lnTo>
                    <a:pt x="63385" y="35389"/>
                  </a:lnTo>
                  <a:lnTo>
                    <a:pt x="63295" y="34340"/>
                  </a:lnTo>
                  <a:lnTo>
                    <a:pt x="63531" y="30388"/>
                  </a:lnTo>
                  <a:lnTo>
                    <a:pt x="63585" y="29818"/>
                  </a:lnTo>
                  <a:lnTo>
                    <a:pt x="64029" y="27334"/>
                  </a:lnTo>
                  <a:lnTo>
                    <a:pt x="64073" y="25663"/>
                  </a:lnTo>
                  <a:lnTo>
                    <a:pt x="63822" y="21780"/>
                  </a:lnTo>
                  <a:lnTo>
                    <a:pt x="63979" y="18844"/>
                  </a:lnTo>
                  <a:lnTo>
                    <a:pt x="64051" y="12766"/>
                  </a:lnTo>
                  <a:lnTo>
                    <a:pt x="64317" y="11679"/>
                  </a:lnTo>
                  <a:lnTo>
                    <a:pt x="64619" y="8534"/>
                  </a:lnTo>
                  <a:lnTo>
                    <a:pt x="65112" y="5253"/>
                  </a:lnTo>
                  <a:lnTo>
                    <a:pt x="66108" y="3458"/>
                  </a:lnTo>
                  <a:lnTo>
                    <a:pt x="66631" y="1108"/>
                  </a:lnTo>
                  <a:lnTo>
                    <a:pt x="66862" y="672"/>
                  </a:lnTo>
                  <a:lnTo>
                    <a:pt x="67202" y="653"/>
                  </a:lnTo>
                  <a:lnTo>
                    <a:pt x="68408" y="2367"/>
                  </a:lnTo>
                  <a:lnTo>
                    <a:pt x="69493" y="461"/>
                  </a:lnTo>
                  <a:lnTo>
                    <a:pt x="70471" y="243"/>
                  </a:lnTo>
                  <a:lnTo>
                    <a:pt x="71280" y="504"/>
                  </a:lnTo>
                  <a:lnTo>
                    <a:pt x="71735" y="1284"/>
                  </a:lnTo>
                  <a:lnTo>
                    <a:pt x="72186" y="1849"/>
                  </a:lnTo>
                  <a:lnTo>
                    <a:pt x="73149" y="0"/>
                  </a:lnTo>
                  <a:lnTo>
                    <a:pt x="73518" y="323"/>
                  </a:lnTo>
                  <a:lnTo>
                    <a:pt x="73863" y="956"/>
                  </a:lnTo>
                  <a:lnTo>
                    <a:pt x="74340" y="936"/>
                  </a:lnTo>
                  <a:lnTo>
                    <a:pt x="74909" y="467"/>
                  </a:lnTo>
                  <a:lnTo>
                    <a:pt x="76310" y="906"/>
                  </a:lnTo>
                  <a:lnTo>
                    <a:pt x="78781" y="996"/>
                  </a:lnTo>
                  <a:lnTo>
                    <a:pt x="80482" y="2112"/>
                  </a:lnTo>
                  <a:lnTo>
                    <a:pt x="82149" y="5257"/>
                  </a:lnTo>
                  <a:lnTo>
                    <a:pt x="82979" y="58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5"/>
            <p:cNvSpPr/>
            <p:nvPr/>
          </p:nvSpPr>
          <p:spPr>
            <a:xfrm>
              <a:off x="4040937" y="3499684"/>
              <a:ext cx="2082" cy="15817"/>
            </a:xfrm>
            <a:custGeom>
              <a:avLst/>
              <a:pathLst>
                <a:path w="2082" h="15817">
                  <a:moveTo>
                    <a:pt x="1077" y="15200"/>
                  </a:moveTo>
                  <a:lnTo>
                    <a:pt x="690" y="15817"/>
                  </a:lnTo>
                  <a:lnTo>
                    <a:pt x="64" y="15591"/>
                  </a:lnTo>
                  <a:lnTo>
                    <a:pt x="0" y="14092"/>
                  </a:lnTo>
                  <a:lnTo>
                    <a:pt x="630" y="11396"/>
                  </a:lnTo>
                  <a:lnTo>
                    <a:pt x="1048" y="8551"/>
                  </a:lnTo>
                  <a:lnTo>
                    <a:pt x="603" y="7840"/>
                  </a:lnTo>
                  <a:lnTo>
                    <a:pt x="168" y="6019"/>
                  </a:lnTo>
                  <a:lnTo>
                    <a:pt x="154" y="3902"/>
                  </a:lnTo>
                  <a:lnTo>
                    <a:pt x="507" y="0"/>
                  </a:lnTo>
                  <a:lnTo>
                    <a:pt x="1038" y="315"/>
                  </a:lnTo>
                  <a:lnTo>
                    <a:pt x="1544" y="2011"/>
                  </a:lnTo>
                  <a:lnTo>
                    <a:pt x="1751" y="5182"/>
                  </a:lnTo>
                  <a:lnTo>
                    <a:pt x="2082" y="7590"/>
                  </a:lnTo>
                  <a:lnTo>
                    <a:pt x="1376" y="1087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6"/>
            <p:cNvSpPr/>
            <p:nvPr/>
          </p:nvSpPr>
          <p:spPr>
            <a:xfrm>
              <a:off x="3738127" y="3467744"/>
              <a:ext cx="104325" cy="340899"/>
            </a:xfrm>
            <a:custGeom>
              <a:avLst/>
              <a:pathLst>
                <a:path w="104325" h="340899">
                  <a:moveTo>
                    <a:pt x="12362" y="11803"/>
                  </a:moveTo>
                  <a:lnTo>
                    <a:pt x="13541" y="12073"/>
                  </a:lnTo>
                  <a:lnTo>
                    <a:pt x="15728" y="10470"/>
                  </a:lnTo>
                  <a:lnTo>
                    <a:pt x="16930" y="10627"/>
                  </a:lnTo>
                  <a:lnTo>
                    <a:pt x="18065" y="11786"/>
                  </a:lnTo>
                  <a:lnTo>
                    <a:pt x="19071" y="12454"/>
                  </a:lnTo>
                  <a:lnTo>
                    <a:pt x="21578" y="11606"/>
                  </a:lnTo>
                  <a:lnTo>
                    <a:pt x="22049" y="11834"/>
                  </a:lnTo>
                  <a:lnTo>
                    <a:pt x="22501" y="12497"/>
                  </a:lnTo>
                  <a:lnTo>
                    <a:pt x="22888" y="13546"/>
                  </a:lnTo>
                  <a:lnTo>
                    <a:pt x="24035" y="17394"/>
                  </a:lnTo>
                  <a:lnTo>
                    <a:pt x="25973" y="22127"/>
                  </a:lnTo>
                  <a:lnTo>
                    <a:pt x="26533" y="25155"/>
                  </a:lnTo>
                  <a:lnTo>
                    <a:pt x="26852" y="28560"/>
                  </a:lnTo>
                  <a:lnTo>
                    <a:pt x="27053" y="29360"/>
                  </a:lnTo>
                  <a:lnTo>
                    <a:pt x="29242" y="35880"/>
                  </a:lnTo>
                  <a:lnTo>
                    <a:pt x="29482" y="38605"/>
                  </a:lnTo>
                  <a:lnTo>
                    <a:pt x="29173" y="42381"/>
                  </a:lnTo>
                  <a:lnTo>
                    <a:pt x="29808" y="45385"/>
                  </a:lnTo>
                  <a:lnTo>
                    <a:pt x="31933" y="48201"/>
                  </a:lnTo>
                  <a:lnTo>
                    <a:pt x="33186" y="50253"/>
                  </a:lnTo>
                  <a:lnTo>
                    <a:pt x="33454" y="51511"/>
                  </a:lnTo>
                  <a:lnTo>
                    <a:pt x="33639" y="53012"/>
                  </a:lnTo>
                  <a:lnTo>
                    <a:pt x="34333" y="55238"/>
                  </a:lnTo>
                  <a:lnTo>
                    <a:pt x="35205" y="56688"/>
                  </a:lnTo>
                  <a:lnTo>
                    <a:pt x="37921" y="60503"/>
                  </a:lnTo>
                  <a:lnTo>
                    <a:pt x="41481" y="68483"/>
                  </a:lnTo>
                  <a:lnTo>
                    <a:pt x="43508" y="72269"/>
                  </a:lnTo>
                  <a:lnTo>
                    <a:pt x="45184" y="78027"/>
                  </a:lnTo>
                  <a:lnTo>
                    <a:pt x="45787" y="80783"/>
                  </a:lnTo>
                  <a:lnTo>
                    <a:pt x="46286" y="83758"/>
                  </a:lnTo>
                  <a:lnTo>
                    <a:pt x="47305" y="88091"/>
                  </a:lnTo>
                  <a:lnTo>
                    <a:pt x="49035" y="93440"/>
                  </a:lnTo>
                  <a:lnTo>
                    <a:pt x="49472" y="95069"/>
                  </a:lnTo>
                  <a:lnTo>
                    <a:pt x="49938" y="97428"/>
                  </a:lnTo>
                  <a:lnTo>
                    <a:pt x="50475" y="99621"/>
                  </a:lnTo>
                  <a:lnTo>
                    <a:pt x="51117" y="101638"/>
                  </a:lnTo>
                  <a:lnTo>
                    <a:pt x="51884" y="103180"/>
                  </a:lnTo>
                  <a:lnTo>
                    <a:pt x="52669" y="103679"/>
                  </a:lnTo>
                  <a:lnTo>
                    <a:pt x="53934" y="107545"/>
                  </a:lnTo>
                  <a:lnTo>
                    <a:pt x="54617" y="108757"/>
                  </a:lnTo>
                  <a:lnTo>
                    <a:pt x="54509" y="105733"/>
                  </a:lnTo>
                  <a:lnTo>
                    <a:pt x="53935" y="103085"/>
                  </a:lnTo>
                  <a:lnTo>
                    <a:pt x="53943" y="101488"/>
                  </a:lnTo>
                  <a:lnTo>
                    <a:pt x="54044" y="100059"/>
                  </a:lnTo>
                  <a:lnTo>
                    <a:pt x="54513" y="98856"/>
                  </a:lnTo>
                  <a:lnTo>
                    <a:pt x="55079" y="98518"/>
                  </a:lnTo>
                  <a:lnTo>
                    <a:pt x="56139" y="99619"/>
                  </a:lnTo>
                  <a:lnTo>
                    <a:pt x="57860" y="104206"/>
                  </a:lnTo>
                  <a:lnTo>
                    <a:pt x="58587" y="106878"/>
                  </a:lnTo>
                  <a:lnTo>
                    <a:pt x="59133" y="110566"/>
                  </a:lnTo>
                  <a:lnTo>
                    <a:pt x="59589" y="114395"/>
                  </a:lnTo>
                  <a:lnTo>
                    <a:pt x="60277" y="116297"/>
                  </a:lnTo>
                  <a:lnTo>
                    <a:pt x="61223" y="116962"/>
                  </a:lnTo>
                  <a:lnTo>
                    <a:pt x="62273" y="117238"/>
                  </a:lnTo>
                  <a:lnTo>
                    <a:pt x="63239" y="118415"/>
                  </a:lnTo>
                  <a:lnTo>
                    <a:pt x="65500" y="123712"/>
                  </a:lnTo>
                  <a:lnTo>
                    <a:pt x="66251" y="126200"/>
                  </a:lnTo>
                  <a:lnTo>
                    <a:pt x="66820" y="129127"/>
                  </a:lnTo>
                  <a:lnTo>
                    <a:pt x="67212" y="132589"/>
                  </a:lnTo>
                  <a:lnTo>
                    <a:pt x="67456" y="136224"/>
                  </a:lnTo>
                  <a:lnTo>
                    <a:pt x="67607" y="137062"/>
                  </a:lnTo>
                  <a:lnTo>
                    <a:pt x="69057" y="141445"/>
                  </a:lnTo>
                  <a:lnTo>
                    <a:pt x="69820" y="143298"/>
                  </a:lnTo>
                  <a:lnTo>
                    <a:pt x="70754" y="144198"/>
                  </a:lnTo>
                  <a:lnTo>
                    <a:pt x="73475" y="145184"/>
                  </a:lnTo>
                  <a:lnTo>
                    <a:pt x="74435" y="146699"/>
                  </a:lnTo>
                  <a:lnTo>
                    <a:pt x="75228" y="149219"/>
                  </a:lnTo>
                  <a:lnTo>
                    <a:pt x="75562" y="151788"/>
                  </a:lnTo>
                  <a:lnTo>
                    <a:pt x="74994" y="154053"/>
                  </a:lnTo>
                  <a:lnTo>
                    <a:pt x="72868" y="157527"/>
                  </a:lnTo>
                  <a:lnTo>
                    <a:pt x="70596" y="159929"/>
                  </a:lnTo>
                  <a:lnTo>
                    <a:pt x="72803" y="159101"/>
                  </a:lnTo>
                  <a:lnTo>
                    <a:pt x="73921" y="158093"/>
                  </a:lnTo>
                  <a:lnTo>
                    <a:pt x="74949" y="156516"/>
                  </a:lnTo>
                  <a:lnTo>
                    <a:pt x="75967" y="154512"/>
                  </a:lnTo>
                  <a:lnTo>
                    <a:pt x="77581" y="151712"/>
                  </a:lnTo>
                  <a:lnTo>
                    <a:pt x="78181" y="151145"/>
                  </a:lnTo>
                  <a:lnTo>
                    <a:pt x="78886" y="151346"/>
                  </a:lnTo>
                  <a:lnTo>
                    <a:pt x="79526" y="152137"/>
                  </a:lnTo>
                  <a:lnTo>
                    <a:pt x="80486" y="154888"/>
                  </a:lnTo>
                  <a:lnTo>
                    <a:pt x="81389" y="157788"/>
                  </a:lnTo>
                  <a:lnTo>
                    <a:pt x="82063" y="161172"/>
                  </a:lnTo>
                  <a:lnTo>
                    <a:pt x="82486" y="164937"/>
                  </a:lnTo>
                  <a:lnTo>
                    <a:pt x="81714" y="166904"/>
                  </a:lnTo>
                  <a:lnTo>
                    <a:pt x="80589" y="168357"/>
                  </a:lnTo>
                  <a:lnTo>
                    <a:pt x="79042" y="171993"/>
                  </a:lnTo>
                  <a:lnTo>
                    <a:pt x="78879" y="173430"/>
                  </a:lnTo>
                  <a:lnTo>
                    <a:pt x="79195" y="174353"/>
                  </a:lnTo>
                  <a:lnTo>
                    <a:pt x="78817" y="177028"/>
                  </a:lnTo>
                  <a:lnTo>
                    <a:pt x="79685" y="178679"/>
                  </a:lnTo>
                  <a:lnTo>
                    <a:pt x="79817" y="180081"/>
                  </a:lnTo>
                  <a:lnTo>
                    <a:pt x="79067" y="182093"/>
                  </a:lnTo>
                  <a:lnTo>
                    <a:pt x="79139" y="183333"/>
                  </a:lnTo>
                  <a:lnTo>
                    <a:pt x="80044" y="188626"/>
                  </a:lnTo>
                  <a:lnTo>
                    <a:pt x="80474" y="189838"/>
                  </a:lnTo>
                  <a:lnTo>
                    <a:pt x="81855" y="192527"/>
                  </a:lnTo>
                  <a:lnTo>
                    <a:pt x="83959" y="195257"/>
                  </a:lnTo>
                  <a:lnTo>
                    <a:pt x="85124" y="196506"/>
                  </a:lnTo>
                  <a:lnTo>
                    <a:pt x="86445" y="197479"/>
                  </a:lnTo>
                  <a:lnTo>
                    <a:pt x="87012" y="197453"/>
                  </a:lnTo>
                  <a:lnTo>
                    <a:pt x="88002" y="197009"/>
                  </a:lnTo>
                  <a:lnTo>
                    <a:pt x="88201" y="198068"/>
                  </a:lnTo>
                  <a:lnTo>
                    <a:pt x="88628" y="203282"/>
                  </a:lnTo>
                  <a:lnTo>
                    <a:pt x="88832" y="206583"/>
                  </a:lnTo>
                  <a:lnTo>
                    <a:pt x="89134" y="213607"/>
                  </a:lnTo>
                  <a:lnTo>
                    <a:pt x="89521" y="216521"/>
                  </a:lnTo>
                  <a:lnTo>
                    <a:pt x="89496" y="220088"/>
                  </a:lnTo>
                  <a:lnTo>
                    <a:pt x="90004" y="223112"/>
                  </a:lnTo>
                  <a:lnTo>
                    <a:pt x="91038" y="225045"/>
                  </a:lnTo>
                  <a:lnTo>
                    <a:pt x="92140" y="226630"/>
                  </a:lnTo>
                  <a:lnTo>
                    <a:pt x="92662" y="228171"/>
                  </a:lnTo>
                  <a:lnTo>
                    <a:pt x="92655" y="230499"/>
                  </a:lnTo>
                  <a:lnTo>
                    <a:pt x="92477" y="232343"/>
                  </a:lnTo>
                  <a:lnTo>
                    <a:pt x="92105" y="233777"/>
                  </a:lnTo>
                  <a:lnTo>
                    <a:pt x="90962" y="236816"/>
                  </a:lnTo>
                  <a:lnTo>
                    <a:pt x="90759" y="238126"/>
                  </a:lnTo>
                  <a:lnTo>
                    <a:pt x="90598" y="241479"/>
                  </a:lnTo>
                  <a:lnTo>
                    <a:pt x="90792" y="243012"/>
                  </a:lnTo>
                  <a:lnTo>
                    <a:pt x="91249" y="243098"/>
                  </a:lnTo>
                  <a:lnTo>
                    <a:pt x="91609" y="242293"/>
                  </a:lnTo>
                  <a:lnTo>
                    <a:pt x="92981" y="237800"/>
                  </a:lnTo>
                  <a:lnTo>
                    <a:pt x="93352" y="237012"/>
                  </a:lnTo>
                  <a:lnTo>
                    <a:pt x="93869" y="236383"/>
                  </a:lnTo>
                  <a:lnTo>
                    <a:pt x="94398" y="235988"/>
                  </a:lnTo>
                  <a:lnTo>
                    <a:pt x="96904" y="235950"/>
                  </a:lnTo>
                  <a:lnTo>
                    <a:pt x="97966" y="236657"/>
                  </a:lnTo>
                  <a:lnTo>
                    <a:pt x="98911" y="238120"/>
                  </a:lnTo>
                  <a:lnTo>
                    <a:pt x="99745" y="239961"/>
                  </a:lnTo>
                  <a:lnTo>
                    <a:pt x="102793" y="251657"/>
                  </a:lnTo>
                  <a:lnTo>
                    <a:pt x="104189" y="258112"/>
                  </a:lnTo>
                  <a:lnTo>
                    <a:pt x="104299" y="259719"/>
                  </a:lnTo>
                  <a:lnTo>
                    <a:pt x="104325" y="261390"/>
                  </a:lnTo>
                  <a:lnTo>
                    <a:pt x="104087" y="262683"/>
                  </a:lnTo>
                  <a:lnTo>
                    <a:pt x="102816" y="267089"/>
                  </a:lnTo>
                  <a:lnTo>
                    <a:pt x="102658" y="268307"/>
                  </a:lnTo>
                  <a:lnTo>
                    <a:pt x="102261" y="273106"/>
                  </a:lnTo>
                  <a:lnTo>
                    <a:pt x="102336" y="276560"/>
                  </a:lnTo>
                  <a:lnTo>
                    <a:pt x="102759" y="278012"/>
                  </a:lnTo>
                  <a:lnTo>
                    <a:pt x="103095" y="279587"/>
                  </a:lnTo>
                  <a:lnTo>
                    <a:pt x="103069" y="281016"/>
                  </a:lnTo>
                  <a:lnTo>
                    <a:pt x="102231" y="288120"/>
                  </a:lnTo>
                  <a:lnTo>
                    <a:pt x="102143" y="289335"/>
                  </a:lnTo>
                  <a:lnTo>
                    <a:pt x="102672" y="300889"/>
                  </a:lnTo>
                  <a:lnTo>
                    <a:pt x="102711" y="304017"/>
                  </a:lnTo>
                  <a:lnTo>
                    <a:pt x="102603" y="307973"/>
                  </a:lnTo>
                  <a:lnTo>
                    <a:pt x="102679" y="314353"/>
                  </a:lnTo>
                  <a:lnTo>
                    <a:pt x="101995" y="334062"/>
                  </a:lnTo>
                  <a:lnTo>
                    <a:pt x="101867" y="335240"/>
                  </a:lnTo>
                  <a:lnTo>
                    <a:pt x="101344" y="338249"/>
                  </a:lnTo>
                  <a:lnTo>
                    <a:pt x="100654" y="338229"/>
                  </a:lnTo>
                  <a:lnTo>
                    <a:pt x="100096" y="337698"/>
                  </a:lnTo>
                  <a:lnTo>
                    <a:pt x="99706" y="336547"/>
                  </a:lnTo>
                  <a:lnTo>
                    <a:pt x="99491" y="335119"/>
                  </a:lnTo>
                  <a:lnTo>
                    <a:pt x="99174" y="333950"/>
                  </a:lnTo>
                  <a:lnTo>
                    <a:pt x="97509" y="330308"/>
                  </a:lnTo>
                  <a:lnTo>
                    <a:pt x="97072" y="330914"/>
                  </a:lnTo>
                  <a:lnTo>
                    <a:pt x="95381" y="335430"/>
                  </a:lnTo>
                  <a:lnTo>
                    <a:pt x="94932" y="336100"/>
                  </a:lnTo>
                  <a:lnTo>
                    <a:pt x="94367" y="335549"/>
                  </a:lnTo>
                  <a:lnTo>
                    <a:pt x="93479" y="334198"/>
                  </a:lnTo>
                  <a:lnTo>
                    <a:pt x="90684" y="329448"/>
                  </a:lnTo>
                  <a:lnTo>
                    <a:pt x="90513" y="330966"/>
                  </a:lnTo>
                  <a:lnTo>
                    <a:pt x="90479" y="333026"/>
                  </a:lnTo>
                  <a:lnTo>
                    <a:pt x="91034" y="338189"/>
                  </a:lnTo>
                  <a:lnTo>
                    <a:pt x="91112" y="340448"/>
                  </a:lnTo>
                  <a:lnTo>
                    <a:pt x="90603" y="340899"/>
                  </a:lnTo>
                  <a:lnTo>
                    <a:pt x="90319" y="340800"/>
                  </a:lnTo>
                  <a:lnTo>
                    <a:pt x="89159" y="337802"/>
                  </a:lnTo>
                  <a:lnTo>
                    <a:pt x="88088" y="334481"/>
                  </a:lnTo>
                  <a:lnTo>
                    <a:pt x="86872" y="329994"/>
                  </a:lnTo>
                  <a:lnTo>
                    <a:pt x="85983" y="327858"/>
                  </a:lnTo>
                  <a:lnTo>
                    <a:pt x="85178" y="325475"/>
                  </a:lnTo>
                  <a:lnTo>
                    <a:pt x="82915" y="316422"/>
                  </a:lnTo>
                  <a:lnTo>
                    <a:pt x="82328" y="315040"/>
                  </a:lnTo>
                  <a:lnTo>
                    <a:pt x="78822" y="308646"/>
                  </a:lnTo>
                  <a:lnTo>
                    <a:pt x="78115" y="307134"/>
                  </a:lnTo>
                  <a:lnTo>
                    <a:pt x="77219" y="304487"/>
                  </a:lnTo>
                  <a:lnTo>
                    <a:pt x="76255" y="302138"/>
                  </a:lnTo>
                  <a:lnTo>
                    <a:pt x="74143" y="298430"/>
                  </a:lnTo>
                  <a:lnTo>
                    <a:pt x="70478" y="289017"/>
                  </a:lnTo>
                  <a:lnTo>
                    <a:pt x="68885" y="283613"/>
                  </a:lnTo>
                  <a:lnTo>
                    <a:pt x="67113" y="274904"/>
                  </a:lnTo>
                  <a:lnTo>
                    <a:pt x="66535" y="272679"/>
                  </a:lnTo>
                  <a:lnTo>
                    <a:pt x="63558" y="266143"/>
                  </a:lnTo>
                  <a:lnTo>
                    <a:pt x="61934" y="262184"/>
                  </a:lnTo>
                  <a:lnTo>
                    <a:pt x="61258" y="259907"/>
                  </a:lnTo>
                  <a:lnTo>
                    <a:pt x="59677" y="251983"/>
                  </a:lnTo>
                  <a:lnTo>
                    <a:pt x="59216" y="249314"/>
                  </a:lnTo>
                  <a:lnTo>
                    <a:pt x="58633" y="246956"/>
                  </a:lnTo>
                  <a:lnTo>
                    <a:pt x="57678" y="245043"/>
                  </a:lnTo>
                  <a:lnTo>
                    <a:pt x="56835" y="242792"/>
                  </a:lnTo>
                  <a:lnTo>
                    <a:pt x="55161" y="235624"/>
                  </a:lnTo>
                  <a:lnTo>
                    <a:pt x="54633" y="232767"/>
                  </a:lnTo>
                  <a:lnTo>
                    <a:pt x="54234" y="229677"/>
                  </a:lnTo>
                  <a:lnTo>
                    <a:pt x="54304" y="223479"/>
                  </a:lnTo>
                  <a:lnTo>
                    <a:pt x="50758" y="204713"/>
                  </a:lnTo>
                  <a:lnTo>
                    <a:pt x="49868" y="198867"/>
                  </a:lnTo>
                  <a:lnTo>
                    <a:pt x="49044" y="190752"/>
                  </a:lnTo>
                  <a:lnTo>
                    <a:pt x="48860" y="189930"/>
                  </a:lnTo>
                  <a:lnTo>
                    <a:pt x="46926" y="182664"/>
                  </a:lnTo>
                  <a:lnTo>
                    <a:pt x="46242" y="180338"/>
                  </a:lnTo>
                  <a:lnTo>
                    <a:pt x="45415" y="178151"/>
                  </a:lnTo>
                  <a:lnTo>
                    <a:pt x="44736" y="175597"/>
                  </a:lnTo>
                  <a:lnTo>
                    <a:pt x="43402" y="167299"/>
                  </a:lnTo>
                  <a:lnTo>
                    <a:pt x="42907" y="164994"/>
                  </a:lnTo>
                  <a:lnTo>
                    <a:pt x="42213" y="163298"/>
                  </a:lnTo>
                  <a:lnTo>
                    <a:pt x="39684" y="160162"/>
                  </a:lnTo>
                  <a:lnTo>
                    <a:pt x="38741" y="158413"/>
                  </a:lnTo>
                  <a:lnTo>
                    <a:pt x="37998" y="155931"/>
                  </a:lnTo>
                  <a:lnTo>
                    <a:pt x="37542" y="152764"/>
                  </a:lnTo>
                  <a:lnTo>
                    <a:pt x="37040" y="146044"/>
                  </a:lnTo>
                  <a:lnTo>
                    <a:pt x="35848" y="135833"/>
                  </a:lnTo>
                  <a:lnTo>
                    <a:pt x="34510" y="122161"/>
                  </a:lnTo>
                  <a:lnTo>
                    <a:pt x="33608" y="116034"/>
                  </a:lnTo>
                  <a:lnTo>
                    <a:pt x="32577" y="111228"/>
                  </a:lnTo>
                  <a:lnTo>
                    <a:pt x="32279" y="110119"/>
                  </a:lnTo>
                  <a:lnTo>
                    <a:pt x="27686" y="101463"/>
                  </a:lnTo>
                  <a:lnTo>
                    <a:pt x="26903" y="100189"/>
                  </a:lnTo>
                  <a:lnTo>
                    <a:pt x="26071" y="99420"/>
                  </a:lnTo>
                  <a:lnTo>
                    <a:pt x="24883" y="98869"/>
                  </a:lnTo>
                  <a:lnTo>
                    <a:pt x="23977" y="96633"/>
                  </a:lnTo>
                  <a:lnTo>
                    <a:pt x="23605" y="92622"/>
                  </a:lnTo>
                  <a:lnTo>
                    <a:pt x="23399" y="87240"/>
                  </a:lnTo>
                  <a:lnTo>
                    <a:pt x="23170" y="84028"/>
                  </a:lnTo>
                  <a:lnTo>
                    <a:pt x="22920" y="82212"/>
                  </a:lnTo>
                  <a:lnTo>
                    <a:pt x="21002" y="78408"/>
                  </a:lnTo>
                  <a:lnTo>
                    <a:pt x="20251" y="75402"/>
                  </a:lnTo>
                  <a:lnTo>
                    <a:pt x="19624" y="72093"/>
                  </a:lnTo>
                  <a:lnTo>
                    <a:pt x="19051" y="69531"/>
                  </a:lnTo>
                  <a:lnTo>
                    <a:pt x="16942" y="60683"/>
                  </a:lnTo>
                  <a:lnTo>
                    <a:pt x="16221" y="58362"/>
                  </a:lnTo>
                  <a:lnTo>
                    <a:pt x="15327" y="56741"/>
                  </a:lnTo>
                  <a:lnTo>
                    <a:pt x="12678" y="55026"/>
                  </a:lnTo>
                  <a:lnTo>
                    <a:pt x="11902" y="53557"/>
                  </a:lnTo>
                  <a:lnTo>
                    <a:pt x="10615" y="48533"/>
                  </a:lnTo>
                  <a:lnTo>
                    <a:pt x="9838" y="45979"/>
                  </a:lnTo>
                  <a:lnTo>
                    <a:pt x="7511" y="40350"/>
                  </a:lnTo>
                  <a:lnTo>
                    <a:pt x="3576" y="28569"/>
                  </a:lnTo>
                  <a:lnTo>
                    <a:pt x="2769" y="25631"/>
                  </a:lnTo>
                  <a:lnTo>
                    <a:pt x="2165" y="22568"/>
                  </a:lnTo>
                  <a:lnTo>
                    <a:pt x="1678" y="19284"/>
                  </a:lnTo>
                  <a:lnTo>
                    <a:pt x="0" y="10187"/>
                  </a:lnTo>
                  <a:lnTo>
                    <a:pt x="135" y="8349"/>
                  </a:lnTo>
                  <a:lnTo>
                    <a:pt x="388" y="6442"/>
                  </a:lnTo>
                  <a:lnTo>
                    <a:pt x="349" y="4860"/>
                  </a:lnTo>
                  <a:lnTo>
                    <a:pt x="165" y="3301"/>
                  </a:lnTo>
                  <a:lnTo>
                    <a:pt x="203" y="1891"/>
                  </a:lnTo>
                  <a:lnTo>
                    <a:pt x="701" y="1061"/>
                  </a:lnTo>
                  <a:lnTo>
                    <a:pt x="1821" y="0"/>
                  </a:lnTo>
                  <a:lnTo>
                    <a:pt x="2983" y="124"/>
                  </a:lnTo>
                  <a:lnTo>
                    <a:pt x="4059" y="582"/>
                  </a:lnTo>
                  <a:lnTo>
                    <a:pt x="5101" y="1463"/>
                  </a:lnTo>
                  <a:lnTo>
                    <a:pt x="6101" y="3377"/>
                  </a:lnTo>
                  <a:lnTo>
                    <a:pt x="7889" y="8203"/>
                  </a:lnTo>
                  <a:lnTo>
                    <a:pt x="8908" y="9884"/>
                  </a:lnTo>
                  <a:lnTo>
                    <a:pt x="10038" y="1069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7"/>
            <p:cNvSpPr/>
            <p:nvPr/>
          </p:nvSpPr>
          <p:spPr>
            <a:xfrm>
              <a:off x="3738233" y="3459523"/>
              <a:ext cx="1426" cy="3631"/>
            </a:xfrm>
            <a:custGeom>
              <a:avLst/>
              <a:pathLst>
                <a:path w="1426" h="3631">
                  <a:moveTo>
                    <a:pt x="1388" y="2796"/>
                  </a:moveTo>
                  <a:lnTo>
                    <a:pt x="1200" y="3631"/>
                  </a:lnTo>
                  <a:lnTo>
                    <a:pt x="629" y="3205"/>
                  </a:lnTo>
                  <a:lnTo>
                    <a:pt x="0" y="517"/>
                  </a:lnTo>
                  <a:lnTo>
                    <a:pt x="233" y="0"/>
                  </a:lnTo>
                  <a:lnTo>
                    <a:pt x="623" y="274"/>
                  </a:lnTo>
                  <a:lnTo>
                    <a:pt x="1360" y="894"/>
                  </a:lnTo>
                  <a:lnTo>
                    <a:pt x="1426" y="19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8"/>
            <p:cNvSpPr/>
            <p:nvPr/>
          </p:nvSpPr>
          <p:spPr>
            <a:xfrm>
              <a:off x="2776838" y="2026390"/>
              <a:ext cx="4300" cy="10297"/>
            </a:xfrm>
            <a:custGeom>
              <a:avLst/>
              <a:pathLst>
                <a:path w="4300" h="10297">
                  <a:moveTo>
                    <a:pt x="3588" y="6554"/>
                  </a:moveTo>
                  <a:lnTo>
                    <a:pt x="1644" y="10297"/>
                  </a:lnTo>
                  <a:lnTo>
                    <a:pt x="858" y="9625"/>
                  </a:lnTo>
                  <a:lnTo>
                    <a:pt x="188" y="9979"/>
                  </a:lnTo>
                  <a:lnTo>
                    <a:pt x="0" y="9873"/>
                  </a:lnTo>
                  <a:lnTo>
                    <a:pt x="382" y="8521"/>
                  </a:lnTo>
                  <a:lnTo>
                    <a:pt x="832" y="5386"/>
                  </a:lnTo>
                  <a:lnTo>
                    <a:pt x="1639" y="4143"/>
                  </a:lnTo>
                  <a:lnTo>
                    <a:pt x="2660" y="900"/>
                  </a:lnTo>
                  <a:lnTo>
                    <a:pt x="3467" y="0"/>
                  </a:lnTo>
                  <a:lnTo>
                    <a:pt x="3747" y="125"/>
                  </a:lnTo>
                  <a:lnTo>
                    <a:pt x="3923" y="431"/>
                  </a:lnTo>
                  <a:lnTo>
                    <a:pt x="4300" y="4080"/>
                  </a:lnTo>
                  <a:lnTo>
                    <a:pt x="3778" y="537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29"/>
            <p:cNvSpPr/>
            <p:nvPr/>
          </p:nvSpPr>
          <p:spPr>
            <a:xfrm>
              <a:off x="3723223" y="3420235"/>
              <a:ext cx="2626" cy="14418"/>
            </a:xfrm>
            <a:custGeom>
              <a:avLst/>
              <a:pathLst>
                <a:path w="2626" h="14418">
                  <a:moveTo>
                    <a:pt x="2246" y="11984"/>
                  </a:moveTo>
                  <a:lnTo>
                    <a:pt x="1657" y="14418"/>
                  </a:lnTo>
                  <a:lnTo>
                    <a:pt x="508" y="6971"/>
                  </a:lnTo>
                  <a:lnTo>
                    <a:pt x="15" y="6517"/>
                  </a:lnTo>
                  <a:lnTo>
                    <a:pt x="0" y="2966"/>
                  </a:lnTo>
                  <a:lnTo>
                    <a:pt x="267" y="1566"/>
                  </a:lnTo>
                  <a:lnTo>
                    <a:pt x="1596" y="0"/>
                  </a:lnTo>
                  <a:lnTo>
                    <a:pt x="1948" y="880"/>
                  </a:lnTo>
                  <a:lnTo>
                    <a:pt x="2626" y="777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0"/>
            <p:cNvSpPr/>
            <p:nvPr/>
          </p:nvSpPr>
          <p:spPr>
            <a:xfrm>
              <a:off x="3722655" y="3415094"/>
              <a:ext cx="1310" cy="4394"/>
            </a:xfrm>
            <a:custGeom>
              <a:avLst/>
              <a:pathLst>
                <a:path w="1310" h="4394">
                  <a:moveTo>
                    <a:pt x="1310" y="1598"/>
                  </a:moveTo>
                  <a:lnTo>
                    <a:pt x="396" y="4394"/>
                  </a:lnTo>
                  <a:lnTo>
                    <a:pt x="0" y="2713"/>
                  </a:lnTo>
                  <a:lnTo>
                    <a:pt x="163" y="1551"/>
                  </a:lnTo>
                  <a:lnTo>
                    <a:pt x="552" y="906"/>
                  </a:lnTo>
                  <a:lnTo>
                    <a:pt x="915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1"/>
            <p:cNvSpPr/>
            <p:nvPr/>
          </p:nvSpPr>
          <p:spPr>
            <a:xfrm>
              <a:off x="3719888" y="3397148"/>
              <a:ext cx="1326" cy="4176"/>
            </a:xfrm>
            <a:custGeom>
              <a:avLst/>
              <a:pathLst>
                <a:path w="1326" h="4176">
                  <a:moveTo>
                    <a:pt x="1280" y="4139"/>
                  </a:moveTo>
                  <a:lnTo>
                    <a:pt x="535" y="4176"/>
                  </a:lnTo>
                  <a:lnTo>
                    <a:pt x="313" y="2913"/>
                  </a:lnTo>
                  <a:lnTo>
                    <a:pt x="0" y="1592"/>
                  </a:lnTo>
                  <a:lnTo>
                    <a:pt x="241" y="324"/>
                  </a:lnTo>
                  <a:lnTo>
                    <a:pt x="635" y="0"/>
                  </a:lnTo>
                  <a:lnTo>
                    <a:pt x="1195" y="2054"/>
                  </a:lnTo>
                  <a:lnTo>
                    <a:pt x="1326" y="351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2"/>
            <p:cNvSpPr/>
            <p:nvPr/>
          </p:nvSpPr>
          <p:spPr>
            <a:xfrm>
              <a:off x="3721302" y="3391039"/>
              <a:ext cx="773" cy="6064"/>
            </a:xfrm>
            <a:custGeom>
              <a:avLst/>
              <a:pathLst>
                <a:path w="773" h="6064">
                  <a:moveTo>
                    <a:pt x="773" y="4964"/>
                  </a:moveTo>
                  <a:lnTo>
                    <a:pt x="322" y="6064"/>
                  </a:lnTo>
                  <a:lnTo>
                    <a:pt x="209" y="5915"/>
                  </a:lnTo>
                  <a:lnTo>
                    <a:pt x="147" y="5081"/>
                  </a:lnTo>
                  <a:lnTo>
                    <a:pt x="127" y="4491"/>
                  </a:lnTo>
                  <a:lnTo>
                    <a:pt x="45" y="3429"/>
                  </a:lnTo>
                  <a:lnTo>
                    <a:pt x="0" y="1559"/>
                  </a:lnTo>
                  <a:lnTo>
                    <a:pt x="361" y="0"/>
                  </a:lnTo>
                  <a:lnTo>
                    <a:pt x="722" y="321"/>
                  </a:lnTo>
                  <a:lnTo>
                    <a:pt x="530" y="191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3"/>
            <p:cNvSpPr/>
            <p:nvPr/>
          </p:nvSpPr>
          <p:spPr>
            <a:xfrm>
              <a:off x="3524865" y="3388325"/>
              <a:ext cx="578" cy="1861"/>
            </a:xfrm>
            <a:custGeom>
              <a:avLst/>
              <a:pathLst>
                <a:path w="578" h="1861">
                  <a:moveTo>
                    <a:pt x="422" y="1400"/>
                  </a:moveTo>
                  <a:lnTo>
                    <a:pt x="287" y="1767"/>
                  </a:lnTo>
                  <a:lnTo>
                    <a:pt x="48" y="1861"/>
                  </a:lnTo>
                  <a:lnTo>
                    <a:pt x="0" y="1494"/>
                  </a:lnTo>
                  <a:lnTo>
                    <a:pt x="25" y="1217"/>
                  </a:lnTo>
                  <a:lnTo>
                    <a:pt x="149" y="1526"/>
                  </a:lnTo>
                  <a:lnTo>
                    <a:pt x="311" y="1239"/>
                  </a:lnTo>
                  <a:lnTo>
                    <a:pt x="497" y="300"/>
                  </a:lnTo>
                  <a:lnTo>
                    <a:pt x="538" y="0"/>
                  </a:lnTo>
                  <a:lnTo>
                    <a:pt x="578" y="161"/>
                  </a:lnTo>
                  <a:lnTo>
                    <a:pt x="541" y="6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4"/>
            <p:cNvSpPr/>
            <p:nvPr/>
          </p:nvSpPr>
          <p:spPr>
            <a:xfrm>
              <a:off x="3717531" y="3387354"/>
              <a:ext cx="1022" cy="4057"/>
            </a:xfrm>
            <a:custGeom>
              <a:avLst/>
              <a:pathLst>
                <a:path w="1022" h="4057">
                  <a:moveTo>
                    <a:pt x="735" y="2950"/>
                  </a:moveTo>
                  <a:lnTo>
                    <a:pt x="1022" y="4057"/>
                  </a:lnTo>
                  <a:lnTo>
                    <a:pt x="490" y="3866"/>
                  </a:lnTo>
                  <a:lnTo>
                    <a:pt x="0" y="2198"/>
                  </a:lnTo>
                  <a:lnTo>
                    <a:pt x="127" y="634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5"/>
            <p:cNvSpPr/>
            <p:nvPr/>
          </p:nvSpPr>
          <p:spPr>
            <a:xfrm>
              <a:off x="3714157" y="3360922"/>
              <a:ext cx="922" cy="3337"/>
            </a:xfrm>
            <a:custGeom>
              <a:avLst/>
              <a:pathLst>
                <a:path w="922" h="3337">
                  <a:moveTo>
                    <a:pt x="713" y="3168"/>
                  </a:moveTo>
                  <a:lnTo>
                    <a:pt x="291" y="3337"/>
                  </a:lnTo>
                  <a:lnTo>
                    <a:pt x="31" y="2328"/>
                  </a:lnTo>
                  <a:lnTo>
                    <a:pt x="0" y="1152"/>
                  </a:lnTo>
                  <a:lnTo>
                    <a:pt x="243" y="390"/>
                  </a:lnTo>
                  <a:lnTo>
                    <a:pt x="469" y="0"/>
                  </a:lnTo>
                  <a:lnTo>
                    <a:pt x="696" y="99"/>
                  </a:lnTo>
                  <a:lnTo>
                    <a:pt x="922" y="208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6"/>
            <p:cNvSpPr/>
            <p:nvPr/>
          </p:nvSpPr>
          <p:spPr>
            <a:xfrm>
              <a:off x="3710692" y="3312060"/>
              <a:ext cx="2129" cy="11131"/>
            </a:xfrm>
            <a:custGeom>
              <a:avLst/>
              <a:pathLst>
                <a:path w="2129" h="11131">
                  <a:moveTo>
                    <a:pt x="1442" y="10122"/>
                  </a:moveTo>
                  <a:lnTo>
                    <a:pt x="1151" y="11131"/>
                  </a:lnTo>
                  <a:lnTo>
                    <a:pt x="160" y="10343"/>
                  </a:lnTo>
                  <a:lnTo>
                    <a:pt x="233" y="7294"/>
                  </a:lnTo>
                  <a:lnTo>
                    <a:pt x="0" y="4324"/>
                  </a:lnTo>
                  <a:lnTo>
                    <a:pt x="171" y="3071"/>
                  </a:lnTo>
                  <a:lnTo>
                    <a:pt x="913" y="943"/>
                  </a:lnTo>
                  <a:lnTo>
                    <a:pt x="1514" y="0"/>
                  </a:lnTo>
                  <a:lnTo>
                    <a:pt x="1933" y="2885"/>
                  </a:lnTo>
                  <a:lnTo>
                    <a:pt x="2129" y="570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7"/>
            <p:cNvSpPr/>
            <p:nvPr/>
          </p:nvSpPr>
          <p:spPr>
            <a:xfrm>
              <a:off x="3522453" y="3301334"/>
              <a:ext cx="225" cy="1901"/>
            </a:xfrm>
            <a:custGeom>
              <a:avLst/>
              <a:pathLst>
                <a:path w="225" h="1901">
                  <a:moveTo>
                    <a:pt x="76" y="1712"/>
                  </a:moveTo>
                  <a:lnTo>
                    <a:pt x="5" y="1901"/>
                  </a:lnTo>
                  <a:lnTo>
                    <a:pt x="0" y="1364"/>
                  </a:lnTo>
                  <a:lnTo>
                    <a:pt x="90" y="506"/>
                  </a:lnTo>
                  <a:lnTo>
                    <a:pt x="225" y="0"/>
                  </a:lnTo>
                  <a:lnTo>
                    <a:pt x="196" y="558"/>
                  </a:lnTo>
                  <a:lnTo>
                    <a:pt x="148" y="131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8"/>
            <p:cNvSpPr/>
            <p:nvPr/>
          </p:nvSpPr>
          <p:spPr>
            <a:xfrm>
              <a:off x="3713027" y="3293986"/>
              <a:ext cx="937" cy="4367"/>
            </a:xfrm>
            <a:custGeom>
              <a:avLst/>
              <a:pathLst>
                <a:path w="937" h="4367">
                  <a:moveTo>
                    <a:pt x="937" y="3781"/>
                  </a:moveTo>
                  <a:lnTo>
                    <a:pt x="469" y="4367"/>
                  </a:lnTo>
                  <a:lnTo>
                    <a:pt x="0" y="3625"/>
                  </a:lnTo>
                  <a:lnTo>
                    <a:pt x="367" y="2434"/>
                  </a:lnTo>
                  <a:lnTo>
                    <a:pt x="428" y="0"/>
                  </a:lnTo>
                  <a:lnTo>
                    <a:pt x="906" y="1350"/>
                  </a:lnTo>
                  <a:lnTo>
                    <a:pt x="879" y="28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39"/>
            <p:cNvSpPr/>
            <p:nvPr/>
          </p:nvSpPr>
          <p:spPr>
            <a:xfrm>
              <a:off x="3716484" y="3278394"/>
              <a:ext cx="1026" cy="4060"/>
            </a:xfrm>
            <a:custGeom>
              <a:avLst/>
              <a:pathLst>
                <a:path w="1026" h="4060">
                  <a:moveTo>
                    <a:pt x="596" y="0"/>
                  </a:moveTo>
                  <a:lnTo>
                    <a:pt x="1026" y="4060"/>
                  </a:lnTo>
                  <a:lnTo>
                    <a:pt x="253" y="2285"/>
                  </a:lnTo>
                  <a:lnTo>
                    <a:pt x="0" y="1015"/>
                  </a:lnTo>
                  <a:lnTo>
                    <a:pt x="388" y="14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0"/>
            <p:cNvSpPr/>
            <p:nvPr/>
          </p:nvSpPr>
          <p:spPr>
            <a:xfrm>
              <a:off x="3713834" y="3251068"/>
              <a:ext cx="492" cy="4775"/>
            </a:xfrm>
            <a:custGeom>
              <a:avLst/>
              <a:pathLst>
                <a:path w="492" h="4775">
                  <a:moveTo>
                    <a:pt x="364" y="2856"/>
                  </a:moveTo>
                  <a:lnTo>
                    <a:pt x="58" y="4775"/>
                  </a:lnTo>
                  <a:lnTo>
                    <a:pt x="0" y="659"/>
                  </a:lnTo>
                  <a:lnTo>
                    <a:pt x="141" y="141"/>
                  </a:lnTo>
                  <a:lnTo>
                    <a:pt x="297" y="0"/>
                  </a:lnTo>
                  <a:lnTo>
                    <a:pt x="492" y="38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1"/>
            <p:cNvSpPr/>
            <p:nvPr/>
          </p:nvSpPr>
          <p:spPr>
            <a:xfrm>
              <a:off x="3712432" y="3233815"/>
              <a:ext cx="5218" cy="60070"/>
            </a:xfrm>
            <a:custGeom>
              <a:avLst/>
              <a:pathLst>
                <a:path w="5218" h="60070">
                  <a:moveTo>
                    <a:pt x="1815" y="59375"/>
                  </a:moveTo>
                  <a:lnTo>
                    <a:pt x="1604" y="60070"/>
                  </a:lnTo>
                  <a:lnTo>
                    <a:pt x="1292" y="59297"/>
                  </a:lnTo>
                  <a:lnTo>
                    <a:pt x="400" y="53993"/>
                  </a:lnTo>
                  <a:lnTo>
                    <a:pt x="247" y="50588"/>
                  </a:lnTo>
                  <a:lnTo>
                    <a:pt x="0" y="49408"/>
                  </a:lnTo>
                  <a:lnTo>
                    <a:pt x="313" y="47719"/>
                  </a:lnTo>
                  <a:lnTo>
                    <a:pt x="707" y="47158"/>
                  </a:lnTo>
                  <a:lnTo>
                    <a:pt x="941" y="45257"/>
                  </a:lnTo>
                  <a:lnTo>
                    <a:pt x="1026" y="42351"/>
                  </a:lnTo>
                  <a:lnTo>
                    <a:pt x="1370" y="39982"/>
                  </a:lnTo>
                  <a:lnTo>
                    <a:pt x="1546" y="39322"/>
                  </a:lnTo>
                  <a:lnTo>
                    <a:pt x="2262" y="39296"/>
                  </a:lnTo>
                  <a:lnTo>
                    <a:pt x="2445" y="38995"/>
                  </a:lnTo>
                  <a:lnTo>
                    <a:pt x="2343" y="36727"/>
                  </a:lnTo>
                  <a:lnTo>
                    <a:pt x="1924" y="35740"/>
                  </a:lnTo>
                  <a:lnTo>
                    <a:pt x="1779" y="35108"/>
                  </a:lnTo>
                  <a:lnTo>
                    <a:pt x="1795" y="29673"/>
                  </a:lnTo>
                  <a:lnTo>
                    <a:pt x="1904" y="27475"/>
                  </a:lnTo>
                  <a:lnTo>
                    <a:pt x="2165" y="25895"/>
                  </a:lnTo>
                  <a:lnTo>
                    <a:pt x="1981" y="22629"/>
                  </a:lnTo>
                  <a:lnTo>
                    <a:pt x="2107" y="21410"/>
                  </a:lnTo>
                  <a:lnTo>
                    <a:pt x="2625" y="19695"/>
                  </a:lnTo>
                  <a:lnTo>
                    <a:pt x="2854" y="16039"/>
                  </a:lnTo>
                  <a:lnTo>
                    <a:pt x="2644" y="14947"/>
                  </a:lnTo>
                  <a:lnTo>
                    <a:pt x="3136" y="9304"/>
                  </a:lnTo>
                  <a:lnTo>
                    <a:pt x="3109" y="5536"/>
                  </a:lnTo>
                  <a:lnTo>
                    <a:pt x="3756" y="1761"/>
                  </a:lnTo>
                  <a:lnTo>
                    <a:pt x="4763" y="47"/>
                  </a:lnTo>
                  <a:lnTo>
                    <a:pt x="5079" y="0"/>
                  </a:lnTo>
                  <a:lnTo>
                    <a:pt x="5122" y="3220"/>
                  </a:lnTo>
                  <a:lnTo>
                    <a:pt x="5218" y="4277"/>
                  </a:lnTo>
                  <a:lnTo>
                    <a:pt x="4634" y="6183"/>
                  </a:lnTo>
                  <a:lnTo>
                    <a:pt x="5190" y="8668"/>
                  </a:lnTo>
                  <a:lnTo>
                    <a:pt x="5116" y="9570"/>
                  </a:lnTo>
                  <a:lnTo>
                    <a:pt x="4894" y="11541"/>
                  </a:lnTo>
                  <a:lnTo>
                    <a:pt x="4526" y="13477"/>
                  </a:lnTo>
                  <a:lnTo>
                    <a:pt x="4013" y="14270"/>
                  </a:lnTo>
                  <a:lnTo>
                    <a:pt x="3615" y="16850"/>
                  </a:lnTo>
                  <a:lnTo>
                    <a:pt x="3387" y="17823"/>
                  </a:lnTo>
                  <a:lnTo>
                    <a:pt x="4144" y="20535"/>
                  </a:lnTo>
                  <a:lnTo>
                    <a:pt x="4387" y="29753"/>
                  </a:lnTo>
                  <a:lnTo>
                    <a:pt x="3833" y="32278"/>
                  </a:lnTo>
                  <a:lnTo>
                    <a:pt x="3170" y="32782"/>
                  </a:lnTo>
                  <a:lnTo>
                    <a:pt x="3322" y="38931"/>
                  </a:lnTo>
                  <a:lnTo>
                    <a:pt x="3204" y="40305"/>
                  </a:lnTo>
                  <a:lnTo>
                    <a:pt x="2547" y="43325"/>
                  </a:lnTo>
                  <a:lnTo>
                    <a:pt x="2425" y="44642"/>
                  </a:lnTo>
                  <a:lnTo>
                    <a:pt x="2055" y="45880"/>
                  </a:lnTo>
                  <a:lnTo>
                    <a:pt x="2211" y="47427"/>
                  </a:lnTo>
                  <a:lnTo>
                    <a:pt x="2527" y="48103"/>
                  </a:lnTo>
                  <a:lnTo>
                    <a:pt x="2534" y="49370"/>
                  </a:lnTo>
                  <a:lnTo>
                    <a:pt x="2240" y="52621"/>
                  </a:lnTo>
                  <a:lnTo>
                    <a:pt x="2218" y="563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2"/>
            <p:cNvSpPr/>
            <p:nvPr/>
          </p:nvSpPr>
          <p:spPr>
            <a:xfrm>
              <a:off x="3478158" y="2585292"/>
              <a:ext cx="280512" cy="810070"/>
            </a:xfrm>
            <a:custGeom>
              <a:avLst/>
              <a:pathLst>
                <a:path w="280512" h="810070">
                  <a:moveTo>
                    <a:pt x="92651" y="0"/>
                  </a:moveTo>
                  <a:lnTo>
                    <a:pt x="92732" y="243"/>
                  </a:lnTo>
                  <a:lnTo>
                    <a:pt x="93123" y="945"/>
                  </a:lnTo>
                  <a:lnTo>
                    <a:pt x="93539" y="1292"/>
                  </a:lnTo>
                  <a:lnTo>
                    <a:pt x="94029" y="624"/>
                  </a:lnTo>
                  <a:lnTo>
                    <a:pt x="94641" y="75"/>
                  </a:lnTo>
                  <a:lnTo>
                    <a:pt x="94960" y="383"/>
                  </a:lnTo>
                  <a:lnTo>
                    <a:pt x="95006" y="1281"/>
                  </a:lnTo>
                  <a:lnTo>
                    <a:pt x="94638" y="5491"/>
                  </a:lnTo>
                  <a:lnTo>
                    <a:pt x="94667" y="7143"/>
                  </a:lnTo>
                  <a:lnTo>
                    <a:pt x="95278" y="10574"/>
                  </a:lnTo>
                  <a:lnTo>
                    <a:pt x="96073" y="16142"/>
                  </a:lnTo>
                  <a:lnTo>
                    <a:pt x="96820" y="21362"/>
                  </a:lnTo>
                  <a:lnTo>
                    <a:pt x="97261" y="24787"/>
                  </a:lnTo>
                  <a:lnTo>
                    <a:pt x="97693" y="26191"/>
                  </a:lnTo>
                  <a:lnTo>
                    <a:pt x="99508" y="27622"/>
                  </a:lnTo>
                  <a:lnTo>
                    <a:pt x="100998" y="28798"/>
                  </a:lnTo>
                  <a:lnTo>
                    <a:pt x="101886" y="30726"/>
                  </a:lnTo>
                  <a:lnTo>
                    <a:pt x="102864" y="32576"/>
                  </a:lnTo>
                  <a:lnTo>
                    <a:pt x="103552" y="33710"/>
                  </a:lnTo>
                  <a:lnTo>
                    <a:pt x="103876" y="35167"/>
                  </a:lnTo>
                  <a:lnTo>
                    <a:pt x="103942" y="36483"/>
                  </a:lnTo>
                  <a:lnTo>
                    <a:pt x="103881" y="37366"/>
                  </a:lnTo>
                  <a:lnTo>
                    <a:pt x="103507" y="38526"/>
                  </a:lnTo>
                  <a:lnTo>
                    <a:pt x="101789" y="41518"/>
                  </a:lnTo>
                  <a:lnTo>
                    <a:pt x="101584" y="42468"/>
                  </a:lnTo>
                  <a:lnTo>
                    <a:pt x="101535" y="43714"/>
                  </a:lnTo>
                  <a:lnTo>
                    <a:pt x="101872" y="47431"/>
                  </a:lnTo>
                  <a:lnTo>
                    <a:pt x="102085" y="49760"/>
                  </a:lnTo>
                  <a:lnTo>
                    <a:pt x="102144" y="54442"/>
                  </a:lnTo>
                  <a:lnTo>
                    <a:pt x="102258" y="58893"/>
                  </a:lnTo>
                  <a:lnTo>
                    <a:pt x="102866" y="60920"/>
                  </a:lnTo>
                  <a:lnTo>
                    <a:pt x="103362" y="62230"/>
                  </a:lnTo>
                  <a:lnTo>
                    <a:pt x="103667" y="63419"/>
                  </a:lnTo>
                  <a:lnTo>
                    <a:pt x="104284" y="65046"/>
                  </a:lnTo>
                  <a:lnTo>
                    <a:pt x="104803" y="66260"/>
                  </a:lnTo>
                  <a:lnTo>
                    <a:pt x="105245" y="66973"/>
                  </a:lnTo>
                  <a:lnTo>
                    <a:pt x="105275" y="67189"/>
                  </a:lnTo>
                  <a:lnTo>
                    <a:pt x="105463" y="68578"/>
                  </a:lnTo>
                  <a:lnTo>
                    <a:pt x="105333" y="70464"/>
                  </a:lnTo>
                  <a:lnTo>
                    <a:pt x="105152" y="72106"/>
                  </a:lnTo>
                  <a:lnTo>
                    <a:pt x="105207" y="72989"/>
                  </a:lnTo>
                  <a:lnTo>
                    <a:pt x="105562" y="73615"/>
                  </a:lnTo>
                  <a:lnTo>
                    <a:pt x="106108" y="75253"/>
                  </a:lnTo>
                  <a:lnTo>
                    <a:pt x="106178" y="77652"/>
                  </a:lnTo>
                  <a:lnTo>
                    <a:pt x="106139" y="79302"/>
                  </a:lnTo>
                  <a:lnTo>
                    <a:pt x="106354" y="80786"/>
                  </a:lnTo>
                  <a:lnTo>
                    <a:pt x="106412" y="82432"/>
                  </a:lnTo>
                  <a:lnTo>
                    <a:pt x="106245" y="86542"/>
                  </a:lnTo>
                  <a:lnTo>
                    <a:pt x="106269" y="88210"/>
                  </a:lnTo>
                  <a:lnTo>
                    <a:pt x="106272" y="88401"/>
                  </a:lnTo>
                  <a:lnTo>
                    <a:pt x="105797" y="88515"/>
                  </a:lnTo>
                  <a:lnTo>
                    <a:pt x="105387" y="89149"/>
                  </a:lnTo>
                  <a:lnTo>
                    <a:pt x="104807" y="91737"/>
                  </a:lnTo>
                  <a:lnTo>
                    <a:pt x="104141" y="92418"/>
                  </a:lnTo>
                  <a:lnTo>
                    <a:pt x="103384" y="92623"/>
                  </a:lnTo>
                  <a:lnTo>
                    <a:pt x="102605" y="91035"/>
                  </a:lnTo>
                  <a:lnTo>
                    <a:pt x="101964" y="89377"/>
                  </a:lnTo>
                  <a:lnTo>
                    <a:pt x="101794" y="88455"/>
                  </a:lnTo>
                  <a:lnTo>
                    <a:pt x="101632" y="86708"/>
                  </a:lnTo>
                  <a:lnTo>
                    <a:pt x="101288" y="85566"/>
                  </a:lnTo>
                  <a:lnTo>
                    <a:pt x="100621" y="86100"/>
                  </a:lnTo>
                  <a:lnTo>
                    <a:pt x="99610" y="86341"/>
                  </a:lnTo>
                  <a:lnTo>
                    <a:pt x="98515" y="86728"/>
                  </a:lnTo>
                  <a:lnTo>
                    <a:pt x="98315" y="87111"/>
                  </a:lnTo>
                  <a:lnTo>
                    <a:pt x="98295" y="87846"/>
                  </a:lnTo>
                  <a:lnTo>
                    <a:pt x="98563" y="89417"/>
                  </a:lnTo>
                  <a:lnTo>
                    <a:pt x="98792" y="91466"/>
                  </a:lnTo>
                  <a:lnTo>
                    <a:pt x="98926" y="94333"/>
                  </a:lnTo>
                  <a:lnTo>
                    <a:pt x="99223" y="96227"/>
                  </a:lnTo>
                  <a:lnTo>
                    <a:pt x="99317" y="96832"/>
                  </a:lnTo>
                  <a:lnTo>
                    <a:pt x="101065" y="102527"/>
                  </a:lnTo>
                  <a:lnTo>
                    <a:pt x="101525" y="103687"/>
                  </a:lnTo>
                  <a:lnTo>
                    <a:pt x="101620" y="104450"/>
                  </a:lnTo>
                  <a:lnTo>
                    <a:pt x="101469" y="106528"/>
                  </a:lnTo>
                  <a:lnTo>
                    <a:pt x="101154" y="108954"/>
                  </a:lnTo>
                  <a:lnTo>
                    <a:pt x="101216" y="110879"/>
                  </a:lnTo>
                  <a:lnTo>
                    <a:pt x="101797" y="113007"/>
                  </a:lnTo>
                  <a:lnTo>
                    <a:pt x="102269" y="114493"/>
                  </a:lnTo>
                  <a:lnTo>
                    <a:pt x="101809" y="116496"/>
                  </a:lnTo>
                  <a:lnTo>
                    <a:pt x="101536" y="118815"/>
                  </a:lnTo>
                  <a:lnTo>
                    <a:pt x="101842" y="119856"/>
                  </a:lnTo>
                  <a:lnTo>
                    <a:pt x="101698" y="123189"/>
                  </a:lnTo>
                  <a:lnTo>
                    <a:pt x="101835" y="123818"/>
                  </a:lnTo>
                  <a:lnTo>
                    <a:pt x="102160" y="124080"/>
                  </a:lnTo>
                  <a:lnTo>
                    <a:pt x="102669" y="123847"/>
                  </a:lnTo>
                  <a:lnTo>
                    <a:pt x="103197" y="122966"/>
                  </a:lnTo>
                  <a:lnTo>
                    <a:pt x="103644" y="122793"/>
                  </a:lnTo>
                  <a:lnTo>
                    <a:pt x="103913" y="123047"/>
                  </a:lnTo>
                  <a:lnTo>
                    <a:pt x="104270" y="120520"/>
                  </a:lnTo>
                  <a:lnTo>
                    <a:pt x="104584" y="120162"/>
                  </a:lnTo>
                  <a:lnTo>
                    <a:pt x="105193" y="120859"/>
                  </a:lnTo>
                  <a:lnTo>
                    <a:pt x="106400" y="125613"/>
                  </a:lnTo>
                  <a:lnTo>
                    <a:pt x="107420" y="129633"/>
                  </a:lnTo>
                  <a:lnTo>
                    <a:pt x="107717" y="130395"/>
                  </a:lnTo>
                  <a:lnTo>
                    <a:pt x="107898" y="130859"/>
                  </a:lnTo>
                  <a:lnTo>
                    <a:pt x="108904" y="132943"/>
                  </a:lnTo>
                  <a:lnTo>
                    <a:pt x="109599" y="134262"/>
                  </a:lnTo>
                  <a:lnTo>
                    <a:pt x="110549" y="133784"/>
                  </a:lnTo>
                  <a:lnTo>
                    <a:pt x="111802" y="133695"/>
                  </a:lnTo>
                  <a:lnTo>
                    <a:pt x="112545" y="134984"/>
                  </a:lnTo>
                  <a:lnTo>
                    <a:pt x="112975" y="135883"/>
                  </a:lnTo>
                  <a:lnTo>
                    <a:pt x="113051" y="136043"/>
                  </a:lnTo>
                  <a:lnTo>
                    <a:pt x="114560" y="139200"/>
                  </a:lnTo>
                  <a:lnTo>
                    <a:pt x="115213" y="138967"/>
                  </a:lnTo>
                  <a:lnTo>
                    <a:pt x="115645" y="139871"/>
                  </a:lnTo>
                  <a:lnTo>
                    <a:pt x="115768" y="142102"/>
                  </a:lnTo>
                  <a:lnTo>
                    <a:pt x="115567" y="144419"/>
                  </a:lnTo>
                  <a:lnTo>
                    <a:pt x="115615" y="145510"/>
                  </a:lnTo>
                  <a:lnTo>
                    <a:pt x="116285" y="145719"/>
                  </a:lnTo>
                  <a:lnTo>
                    <a:pt x="117714" y="147251"/>
                  </a:lnTo>
                  <a:lnTo>
                    <a:pt x="118978" y="148609"/>
                  </a:lnTo>
                  <a:lnTo>
                    <a:pt x="119630" y="149042"/>
                  </a:lnTo>
                  <a:lnTo>
                    <a:pt x="120335" y="150048"/>
                  </a:lnTo>
                  <a:lnTo>
                    <a:pt x="120956" y="151656"/>
                  </a:lnTo>
                  <a:lnTo>
                    <a:pt x="122175" y="153719"/>
                  </a:lnTo>
                  <a:lnTo>
                    <a:pt x="123251" y="155299"/>
                  </a:lnTo>
                  <a:lnTo>
                    <a:pt x="123489" y="157445"/>
                  </a:lnTo>
                  <a:lnTo>
                    <a:pt x="123065" y="156986"/>
                  </a:lnTo>
                  <a:lnTo>
                    <a:pt x="122502" y="157226"/>
                  </a:lnTo>
                  <a:lnTo>
                    <a:pt x="121931" y="158176"/>
                  </a:lnTo>
                  <a:lnTo>
                    <a:pt x="121659" y="158780"/>
                  </a:lnTo>
                  <a:lnTo>
                    <a:pt x="120353" y="162473"/>
                  </a:lnTo>
                  <a:lnTo>
                    <a:pt x="119669" y="163610"/>
                  </a:lnTo>
                  <a:lnTo>
                    <a:pt x="119055" y="165266"/>
                  </a:lnTo>
                  <a:lnTo>
                    <a:pt x="117640" y="170276"/>
                  </a:lnTo>
                  <a:lnTo>
                    <a:pt x="116823" y="174951"/>
                  </a:lnTo>
                  <a:lnTo>
                    <a:pt x="116227" y="179345"/>
                  </a:lnTo>
                  <a:lnTo>
                    <a:pt x="116238" y="182458"/>
                  </a:lnTo>
                  <a:lnTo>
                    <a:pt x="116017" y="186104"/>
                  </a:lnTo>
                  <a:lnTo>
                    <a:pt x="115407" y="188181"/>
                  </a:lnTo>
                  <a:lnTo>
                    <a:pt x="115031" y="188888"/>
                  </a:lnTo>
                  <a:lnTo>
                    <a:pt x="114590" y="192026"/>
                  </a:lnTo>
                  <a:lnTo>
                    <a:pt x="114273" y="195687"/>
                  </a:lnTo>
                  <a:lnTo>
                    <a:pt x="114457" y="196873"/>
                  </a:lnTo>
                  <a:lnTo>
                    <a:pt x="115215" y="198472"/>
                  </a:lnTo>
                  <a:lnTo>
                    <a:pt x="115955" y="200030"/>
                  </a:lnTo>
                  <a:lnTo>
                    <a:pt x="116899" y="201712"/>
                  </a:lnTo>
                  <a:lnTo>
                    <a:pt x="117801" y="203319"/>
                  </a:lnTo>
                  <a:lnTo>
                    <a:pt x="118383" y="203530"/>
                  </a:lnTo>
                  <a:lnTo>
                    <a:pt x="118543" y="202617"/>
                  </a:lnTo>
                  <a:lnTo>
                    <a:pt x="118755" y="201748"/>
                  </a:lnTo>
                  <a:lnTo>
                    <a:pt x="119420" y="202209"/>
                  </a:lnTo>
                  <a:lnTo>
                    <a:pt x="120230" y="203786"/>
                  </a:lnTo>
                  <a:lnTo>
                    <a:pt x="120758" y="205036"/>
                  </a:lnTo>
                  <a:lnTo>
                    <a:pt x="120995" y="205456"/>
                  </a:lnTo>
                  <a:lnTo>
                    <a:pt x="122392" y="207558"/>
                  </a:lnTo>
                  <a:lnTo>
                    <a:pt x="123550" y="209301"/>
                  </a:lnTo>
                  <a:lnTo>
                    <a:pt x="125015" y="211505"/>
                  </a:lnTo>
                  <a:lnTo>
                    <a:pt x="125373" y="212852"/>
                  </a:lnTo>
                  <a:lnTo>
                    <a:pt x="125688" y="214286"/>
                  </a:lnTo>
                  <a:lnTo>
                    <a:pt x="126379" y="216192"/>
                  </a:lnTo>
                  <a:lnTo>
                    <a:pt x="128063" y="219566"/>
                  </a:lnTo>
                  <a:lnTo>
                    <a:pt x="129501" y="221981"/>
                  </a:lnTo>
                  <a:lnTo>
                    <a:pt x="130670" y="223950"/>
                  </a:lnTo>
                  <a:lnTo>
                    <a:pt x="131588" y="225331"/>
                  </a:lnTo>
                  <a:lnTo>
                    <a:pt x="132013" y="225113"/>
                  </a:lnTo>
                  <a:lnTo>
                    <a:pt x="132477" y="224380"/>
                  </a:lnTo>
                  <a:lnTo>
                    <a:pt x="132886" y="223952"/>
                  </a:lnTo>
                  <a:lnTo>
                    <a:pt x="133360" y="224341"/>
                  </a:lnTo>
                  <a:lnTo>
                    <a:pt x="134080" y="225395"/>
                  </a:lnTo>
                  <a:lnTo>
                    <a:pt x="135770" y="228598"/>
                  </a:lnTo>
                  <a:lnTo>
                    <a:pt x="137343" y="231101"/>
                  </a:lnTo>
                  <a:lnTo>
                    <a:pt x="139060" y="230651"/>
                  </a:lnTo>
                  <a:lnTo>
                    <a:pt x="139516" y="231053"/>
                  </a:lnTo>
                  <a:lnTo>
                    <a:pt x="139838" y="233322"/>
                  </a:lnTo>
                  <a:lnTo>
                    <a:pt x="140055" y="235617"/>
                  </a:lnTo>
                  <a:lnTo>
                    <a:pt x="141972" y="237134"/>
                  </a:lnTo>
                  <a:lnTo>
                    <a:pt x="143234" y="237817"/>
                  </a:lnTo>
                  <a:lnTo>
                    <a:pt x="144674" y="239065"/>
                  </a:lnTo>
                  <a:lnTo>
                    <a:pt x="145403" y="239990"/>
                  </a:lnTo>
                  <a:lnTo>
                    <a:pt x="146169" y="238830"/>
                  </a:lnTo>
                  <a:lnTo>
                    <a:pt x="146309" y="237809"/>
                  </a:lnTo>
                  <a:lnTo>
                    <a:pt x="146917" y="237203"/>
                  </a:lnTo>
                  <a:lnTo>
                    <a:pt x="147921" y="237468"/>
                  </a:lnTo>
                  <a:lnTo>
                    <a:pt x="149799" y="239253"/>
                  </a:lnTo>
                  <a:lnTo>
                    <a:pt x="150586" y="239788"/>
                  </a:lnTo>
                  <a:lnTo>
                    <a:pt x="151243" y="238096"/>
                  </a:lnTo>
                  <a:lnTo>
                    <a:pt x="152470" y="237311"/>
                  </a:lnTo>
                  <a:lnTo>
                    <a:pt x="153106" y="236434"/>
                  </a:lnTo>
                  <a:lnTo>
                    <a:pt x="154441" y="238311"/>
                  </a:lnTo>
                  <a:lnTo>
                    <a:pt x="156854" y="240664"/>
                  </a:lnTo>
                  <a:lnTo>
                    <a:pt x="158097" y="242127"/>
                  </a:lnTo>
                  <a:lnTo>
                    <a:pt x="158391" y="243570"/>
                  </a:lnTo>
                  <a:lnTo>
                    <a:pt x="158526" y="244935"/>
                  </a:lnTo>
                  <a:lnTo>
                    <a:pt x="158517" y="248243"/>
                  </a:lnTo>
                  <a:lnTo>
                    <a:pt x="158820" y="249741"/>
                  </a:lnTo>
                  <a:lnTo>
                    <a:pt x="161242" y="253113"/>
                  </a:lnTo>
                  <a:lnTo>
                    <a:pt x="162039" y="254543"/>
                  </a:lnTo>
                  <a:lnTo>
                    <a:pt x="162685" y="255003"/>
                  </a:lnTo>
                  <a:lnTo>
                    <a:pt x="163051" y="255061"/>
                  </a:lnTo>
                  <a:lnTo>
                    <a:pt x="163302" y="255485"/>
                  </a:lnTo>
                  <a:lnTo>
                    <a:pt x="163519" y="257408"/>
                  </a:lnTo>
                  <a:lnTo>
                    <a:pt x="163689" y="257851"/>
                  </a:lnTo>
                  <a:lnTo>
                    <a:pt x="164155" y="258330"/>
                  </a:lnTo>
                  <a:lnTo>
                    <a:pt x="164662" y="258606"/>
                  </a:lnTo>
                  <a:lnTo>
                    <a:pt x="166233" y="256945"/>
                  </a:lnTo>
                  <a:lnTo>
                    <a:pt x="167310" y="255685"/>
                  </a:lnTo>
                  <a:lnTo>
                    <a:pt x="168079" y="256006"/>
                  </a:lnTo>
                  <a:lnTo>
                    <a:pt x="168574" y="257405"/>
                  </a:lnTo>
                  <a:lnTo>
                    <a:pt x="168646" y="259444"/>
                  </a:lnTo>
                  <a:lnTo>
                    <a:pt x="168933" y="261598"/>
                  </a:lnTo>
                  <a:lnTo>
                    <a:pt x="169484" y="262650"/>
                  </a:lnTo>
                  <a:lnTo>
                    <a:pt x="170071" y="262767"/>
                  </a:lnTo>
                  <a:lnTo>
                    <a:pt x="171529" y="261314"/>
                  </a:lnTo>
                  <a:lnTo>
                    <a:pt x="172703" y="262426"/>
                  </a:lnTo>
                  <a:lnTo>
                    <a:pt x="173782" y="262832"/>
                  </a:lnTo>
                  <a:lnTo>
                    <a:pt x="174979" y="263529"/>
                  </a:lnTo>
                  <a:lnTo>
                    <a:pt x="175443" y="264064"/>
                  </a:lnTo>
                  <a:lnTo>
                    <a:pt x="176685" y="265846"/>
                  </a:lnTo>
                  <a:lnTo>
                    <a:pt x="178202" y="267646"/>
                  </a:lnTo>
                  <a:lnTo>
                    <a:pt x="178789" y="267443"/>
                  </a:lnTo>
                  <a:lnTo>
                    <a:pt x="181230" y="264090"/>
                  </a:lnTo>
                  <a:lnTo>
                    <a:pt x="181437" y="264498"/>
                  </a:lnTo>
                  <a:lnTo>
                    <a:pt x="181933" y="267701"/>
                  </a:lnTo>
                  <a:lnTo>
                    <a:pt x="182676" y="268853"/>
                  </a:lnTo>
                  <a:lnTo>
                    <a:pt x="183835" y="269855"/>
                  </a:lnTo>
                  <a:lnTo>
                    <a:pt x="185048" y="268004"/>
                  </a:lnTo>
                  <a:lnTo>
                    <a:pt x="186005" y="268535"/>
                  </a:lnTo>
                  <a:lnTo>
                    <a:pt x="187162" y="268708"/>
                  </a:lnTo>
                  <a:lnTo>
                    <a:pt x="188271" y="267817"/>
                  </a:lnTo>
                  <a:lnTo>
                    <a:pt x="189237" y="267592"/>
                  </a:lnTo>
                  <a:lnTo>
                    <a:pt x="190639" y="269203"/>
                  </a:lnTo>
                  <a:lnTo>
                    <a:pt x="190945" y="268829"/>
                  </a:lnTo>
                  <a:lnTo>
                    <a:pt x="191214" y="267795"/>
                  </a:lnTo>
                  <a:lnTo>
                    <a:pt x="191758" y="263174"/>
                  </a:lnTo>
                  <a:lnTo>
                    <a:pt x="192239" y="259085"/>
                  </a:lnTo>
                  <a:lnTo>
                    <a:pt x="192198" y="256646"/>
                  </a:lnTo>
                  <a:lnTo>
                    <a:pt x="191754" y="253067"/>
                  </a:lnTo>
                  <a:lnTo>
                    <a:pt x="190620" y="248409"/>
                  </a:lnTo>
                  <a:lnTo>
                    <a:pt x="190536" y="246995"/>
                  </a:lnTo>
                  <a:lnTo>
                    <a:pt x="190918" y="238871"/>
                  </a:lnTo>
                  <a:lnTo>
                    <a:pt x="191339" y="234187"/>
                  </a:lnTo>
                  <a:lnTo>
                    <a:pt x="191701" y="231970"/>
                  </a:lnTo>
                  <a:lnTo>
                    <a:pt x="192099" y="228814"/>
                  </a:lnTo>
                  <a:lnTo>
                    <a:pt x="192170" y="227353"/>
                  </a:lnTo>
                  <a:lnTo>
                    <a:pt x="192131" y="226034"/>
                  </a:lnTo>
                  <a:lnTo>
                    <a:pt x="191742" y="225227"/>
                  </a:lnTo>
                  <a:lnTo>
                    <a:pt x="191637" y="224225"/>
                  </a:lnTo>
                  <a:lnTo>
                    <a:pt x="191734" y="223383"/>
                  </a:lnTo>
                  <a:lnTo>
                    <a:pt x="192043" y="222913"/>
                  </a:lnTo>
                  <a:lnTo>
                    <a:pt x="193332" y="222324"/>
                  </a:lnTo>
                  <a:lnTo>
                    <a:pt x="194781" y="221059"/>
                  </a:lnTo>
                  <a:lnTo>
                    <a:pt x="195360" y="220385"/>
                  </a:lnTo>
                  <a:lnTo>
                    <a:pt x="195797" y="219709"/>
                  </a:lnTo>
                  <a:lnTo>
                    <a:pt x="196242" y="218645"/>
                  </a:lnTo>
                  <a:lnTo>
                    <a:pt x="196657" y="218690"/>
                  </a:lnTo>
                  <a:lnTo>
                    <a:pt x="197957" y="220231"/>
                  </a:lnTo>
                  <a:lnTo>
                    <a:pt x="198413" y="221199"/>
                  </a:lnTo>
                  <a:lnTo>
                    <a:pt x="198652" y="224144"/>
                  </a:lnTo>
                  <a:lnTo>
                    <a:pt x="198847" y="225285"/>
                  </a:lnTo>
                  <a:lnTo>
                    <a:pt x="198664" y="228277"/>
                  </a:lnTo>
                  <a:lnTo>
                    <a:pt x="197887" y="235532"/>
                  </a:lnTo>
                  <a:lnTo>
                    <a:pt x="198039" y="238250"/>
                  </a:lnTo>
                  <a:lnTo>
                    <a:pt x="198690" y="240231"/>
                  </a:lnTo>
                  <a:lnTo>
                    <a:pt x="199256" y="241613"/>
                  </a:lnTo>
                  <a:lnTo>
                    <a:pt x="199162" y="242163"/>
                  </a:lnTo>
                  <a:lnTo>
                    <a:pt x="197996" y="244508"/>
                  </a:lnTo>
                  <a:lnTo>
                    <a:pt x="197788" y="245764"/>
                  </a:lnTo>
                  <a:lnTo>
                    <a:pt x="198047" y="246987"/>
                  </a:lnTo>
                  <a:lnTo>
                    <a:pt x="198508" y="248027"/>
                  </a:lnTo>
                  <a:lnTo>
                    <a:pt x="198715" y="249015"/>
                  </a:lnTo>
                  <a:lnTo>
                    <a:pt x="198931" y="252091"/>
                  </a:lnTo>
                  <a:lnTo>
                    <a:pt x="199522" y="252956"/>
                  </a:lnTo>
                  <a:lnTo>
                    <a:pt x="200693" y="254941"/>
                  </a:lnTo>
                  <a:lnTo>
                    <a:pt x="201725" y="256385"/>
                  </a:lnTo>
                  <a:lnTo>
                    <a:pt x="203493" y="255426"/>
                  </a:lnTo>
                  <a:lnTo>
                    <a:pt x="203993" y="256078"/>
                  </a:lnTo>
                  <a:lnTo>
                    <a:pt x="204863" y="256762"/>
                  </a:lnTo>
                  <a:lnTo>
                    <a:pt x="205540" y="256974"/>
                  </a:lnTo>
                  <a:lnTo>
                    <a:pt x="205935" y="257485"/>
                  </a:lnTo>
                  <a:lnTo>
                    <a:pt x="206156" y="257979"/>
                  </a:lnTo>
                  <a:lnTo>
                    <a:pt x="206127" y="258603"/>
                  </a:lnTo>
                  <a:lnTo>
                    <a:pt x="206164" y="259243"/>
                  </a:lnTo>
                  <a:lnTo>
                    <a:pt x="207135" y="259406"/>
                  </a:lnTo>
                  <a:lnTo>
                    <a:pt x="207643" y="259771"/>
                  </a:lnTo>
                  <a:lnTo>
                    <a:pt x="209367" y="259111"/>
                  </a:lnTo>
                  <a:lnTo>
                    <a:pt x="211096" y="258204"/>
                  </a:lnTo>
                  <a:lnTo>
                    <a:pt x="211894" y="255459"/>
                  </a:lnTo>
                  <a:lnTo>
                    <a:pt x="212244" y="255263"/>
                  </a:lnTo>
                  <a:lnTo>
                    <a:pt x="213239" y="254193"/>
                  </a:lnTo>
                  <a:lnTo>
                    <a:pt x="214217" y="255362"/>
                  </a:lnTo>
                  <a:lnTo>
                    <a:pt x="215296" y="256964"/>
                  </a:lnTo>
                  <a:lnTo>
                    <a:pt x="215877" y="257447"/>
                  </a:lnTo>
                  <a:lnTo>
                    <a:pt x="217024" y="257700"/>
                  </a:lnTo>
                  <a:lnTo>
                    <a:pt x="218141" y="257521"/>
                  </a:lnTo>
                  <a:lnTo>
                    <a:pt x="220814" y="256762"/>
                  </a:lnTo>
                  <a:lnTo>
                    <a:pt x="222282" y="257160"/>
                  </a:lnTo>
                  <a:lnTo>
                    <a:pt x="223630" y="254880"/>
                  </a:lnTo>
                  <a:lnTo>
                    <a:pt x="223910" y="254886"/>
                  </a:lnTo>
                  <a:lnTo>
                    <a:pt x="224503" y="256646"/>
                  </a:lnTo>
                  <a:lnTo>
                    <a:pt x="225984" y="256804"/>
                  </a:lnTo>
                  <a:lnTo>
                    <a:pt x="226773" y="255954"/>
                  </a:lnTo>
                  <a:lnTo>
                    <a:pt x="227623" y="255297"/>
                  </a:lnTo>
                  <a:lnTo>
                    <a:pt x="228166" y="255088"/>
                  </a:lnTo>
                  <a:lnTo>
                    <a:pt x="228600" y="255065"/>
                  </a:lnTo>
                  <a:lnTo>
                    <a:pt x="229125" y="255238"/>
                  </a:lnTo>
                  <a:lnTo>
                    <a:pt x="229619" y="254651"/>
                  </a:lnTo>
                  <a:lnTo>
                    <a:pt x="229847" y="253469"/>
                  </a:lnTo>
                  <a:lnTo>
                    <a:pt x="229796" y="251686"/>
                  </a:lnTo>
                  <a:lnTo>
                    <a:pt x="229437" y="249747"/>
                  </a:lnTo>
                  <a:lnTo>
                    <a:pt x="229128" y="248610"/>
                  </a:lnTo>
                  <a:lnTo>
                    <a:pt x="229067" y="248001"/>
                  </a:lnTo>
                  <a:lnTo>
                    <a:pt x="229165" y="246598"/>
                  </a:lnTo>
                  <a:lnTo>
                    <a:pt x="229440" y="244620"/>
                  </a:lnTo>
                  <a:lnTo>
                    <a:pt x="229943" y="242365"/>
                  </a:lnTo>
                  <a:lnTo>
                    <a:pt x="229573" y="240176"/>
                  </a:lnTo>
                  <a:lnTo>
                    <a:pt x="229053" y="237650"/>
                  </a:lnTo>
                  <a:lnTo>
                    <a:pt x="228670" y="237411"/>
                  </a:lnTo>
                  <a:lnTo>
                    <a:pt x="227711" y="237992"/>
                  </a:lnTo>
                  <a:lnTo>
                    <a:pt x="226671" y="237877"/>
                  </a:lnTo>
                  <a:lnTo>
                    <a:pt x="225854" y="236367"/>
                  </a:lnTo>
                  <a:lnTo>
                    <a:pt x="225245" y="234474"/>
                  </a:lnTo>
                  <a:lnTo>
                    <a:pt x="225096" y="232886"/>
                  </a:lnTo>
                  <a:lnTo>
                    <a:pt x="225273" y="230948"/>
                  </a:lnTo>
                  <a:lnTo>
                    <a:pt x="225544" y="229166"/>
                  </a:lnTo>
                  <a:lnTo>
                    <a:pt x="225602" y="228497"/>
                  </a:lnTo>
                  <a:lnTo>
                    <a:pt x="226378" y="228501"/>
                  </a:lnTo>
                  <a:lnTo>
                    <a:pt x="227456" y="228896"/>
                  </a:lnTo>
                  <a:lnTo>
                    <a:pt x="228270" y="229391"/>
                  </a:lnTo>
                  <a:lnTo>
                    <a:pt x="228926" y="229371"/>
                  </a:lnTo>
                  <a:lnTo>
                    <a:pt x="230114" y="227089"/>
                  </a:lnTo>
                  <a:lnTo>
                    <a:pt x="230656" y="226952"/>
                  </a:lnTo>
                  <a:lnTo>
                    <a:pt x="231278" y="226517"/>
                  </a:lnTo>
                  <a:lnTo>
                    <a:pt x="231549" y="226087"/>
                  </a:lnTo>
                  <a:lnTo>
                    <a:pt x="231738" y="226421"/>
                  </a:lnTo>
                  <a:lnTo>
                    <a:pt x="232419" y="226700"/>
                  </a:lnTo>
                  <a:lnTo>
                    <a:pt x="233129" y="226586"/>
                  </a:lnTo>
                  <a:lnTo>
                    <a:pt x="233762" y="225956"/>
                  </a:lnTo>
                  <a:lnTo>
                    <a:pt x="234396" y="224973"/>
                  </a:lnTo>
                  <a:lnTo>
                    <a:pt x="235528" y="222913"/>
                  </a:lnTo>
                  <a:lnTo>
                    <a:pt x="235753" y="221730"/>
                  </a:lnTo>
                  <a:lnTo>
                    <a:pt x="235750" y="220643"/>
                  </a:lnTo>
                  <a:lnTo>
                    <a:pt x="235540" y="219931"/>
                  </a:lnTo>
                  <a:lnTo>
                    <a:pt x="235327" y="219586"/>
                  </a:lnTo>
                  <a:lnTo>
                    <a:pt x="235414" y="218645"/>
                  </a:lnTo>
                  <a:lnTo>
                    <a:pt x="235888" y="217057"/>
                  </a:lnTo>
                  <a:lnTo>
                    <a:pt x="237619" y="214663"/>
                  </a:lnTo>
                  <a:lnTo>
                    <a:pt x="239091" y="211722"/>
                  </a:lnTo>
                  <a:lnTo>
                    <a:pt x="239901" y="209516"/>
                  </a:lnTo>
                  <a:lnTo>
                    <a:pt x="240272" y="206844"/>
                  </a:lnTo>
                  <a:lnTo>
                    <a:pt x="240740" y="203946"/>
                  </a:lnTo>
                  <a:lnTo>
                    <a:pt x="241177" y="202803"/>
                  </a:lnTo>
                  <a:lnTo>
                    <a:pt x="242221" y="202077"/>
                  </a:lnTo>
                  <a:lnTo>
                    <a:pt x="245147" y="201008"/>
                  </a:lnTo>
                  <a:lnTo>
                    <a:pt x="246068" y="199839"/>
                  </a:lnTo>
                  <a:lnTo>
                    <a:pt x="247428" y="197669"/>
                  </a:lnTo>
                  <a:lnTo>
                    <a:pt x="248115" y="195968"/>
                  </a:lnTo>
                  <a:lnTo>
                    <a:pt x="248496" y="194588"/>
                  </a:lnTo>
                  <a:lnTo>
                    <a:pt x="248538" y="193051"/>
                  </a:lnTo>
                  <a:lnTo>
                    <a:pt x="249440" y="192568"/>
                  </a:lnTo>
                  <a:lnTo>
                    <a:pt x="250228" y="190085"/>
                  </a:lnTo>
                  <a:lnTo>
                    <a:pt x="251187" y="187581"/>
                  </a:lnTo>
                  <a:lnTo>
                    <a:pt x="252868" y="185466"/>
                  </a:lnTo>
                  <a:lnTo>
                    <a:pt x="254358" y="182624"/>
                  </a:lnTo>
                  <a:lnTo>
                    <a:pt x="254877" y="183078"/>
                  </a:lnTo>
                  <a:lnTo>
                    <a:pt x="255419" y="184420"/>
                  </a:lnTo>
                  <a:lnTo>
                    <a:pt x="255704" y="185907"/>
                  </a:lnTo>
                  <a:lnTo>
                    <a:pt x="255765" y="186658"/>
                  </a:lnTo>
                  <a:lnTo>
                    <a:pt x="257669" y="187599"/>
                  </a:lnTo>
                  <a:lnTo>
                    <a:pt x="257971" y="187447"/>
                  </a:lnTo>
                  <a:lnTo>
                    <a:pt x="259373" y="188780"/>
                  </a:lnTo>
                  <a:lnTo>
                    <a:pt x="260665" y="190390"/>
                  </a:lnTo>
                  <a:lnTo>
                    <a:pt x="261377" y="190794"/>
                  </a:lnTo>
                  <a:lnTo>
                    <a:pt x="261724" y="190750"/>
                  </a:lnTo>
                  <a:lnTo>
                    <a:pt x="262022" y="190250"/>
                  </a:lnTo>
                  <a:lnTo>
                    <a:pt x="262371" y="188832"/>
                  </a:lnTo>
                  <a:lnTo>
                    <a:pt x="262729" y="187806"/>
                  </a:lnTo>
                  <a:lnTo>
                    <a:pt x="262952" y="187388"/>
                  </a:lnTo>
                  <a:lnTo>
                    <a:pt x="262941" y="185757"/>
                  </a:lnTo>
                  <a:lnTo>
                    <a:pt x="264811" y="182582"/>
                  </a:lnTo>
                  <a:lnTo>
                    <a:pt x="266490" y="180304"/>
                  </a:lnTo>
                  <a:lnTo>
                    <a:pt x="267935" y="178641"/>
                  </a:lnTo>
                  <a:lnTo>
                    <a:pt x="268361" y="179322"/>
                  </a:lnTo>
                  <a:lnTo>
                    <a:pt x="268831" y="180585"/>
                  </a:lnTo>
                  <a:lnTo>
                    <a:pt x="269468" y="183804"/>
                  </a:lnTo>
                  <a:lnTo>
                    <a:pt x="269854" y="184592"/>
                  </a:lnTo>
                  <a:lnTo>
                    <a:pt x="270837" y="184143"/>
                  </a:lnTo>
                  <a:lnTo>
                    <a:pt x="271017" y="184495"/>
                  </a:lnTo>
                  <a:lnTo>
                    <a:pt x="270862" y="185655"/>
                  </a:lnTo>
                  <a:lnTo>
                    <a:pt x="270196" y="187091"/>
                  </a:lnTo>
                  <a:lnTo>
                    <a:pt x="269334" y="188378"/>
                  </a:lnTo>
                  <a:lnTo>
                    <a:pt x="268772" y="189429"/>
                  </a:lnTo>
                  <a:lnTo>
                    <a:pt x="268955" y="192934"/>
                  </a:lnTo>
                  <a:lnTo>
                    <a:pt x="268914" y="194142"/>
                  </a:lnTo>
                  <a:lnTo>
                    <a:pt x="269155" y="194523"/>
                  </a:lnTo>
                  <a:lnTo>
                    <a:pt x="270930" y="191044"/>
                  </a:lnTo>
                  <a:lnTo>
                    <a:pt x="271785" y="190357"/>
                  </a:lnTo>
                  <a:lnTo>
                    <a:pt x="272086" y="191197"/>
                  </a:lnTo>
                  <a:lnTo>
                    <a:pt x="272183" y="193057"/>
                  </a:lnTo>
                  <a:lnTo>
                    <a:pt x="272883" y="196890"/>
                  </a:lnTo>
                  <a:lnTo>
                    <a:pt x="273180" y="198838"/>
                  </a:lnTo>
                  <a:lnTo>
                    <a:pt x="271399" y="203481"/>
                  </a:lnTo>
                  <a:lnTo>
                    <a:pt x="270743" y="205879"/>
                  </a:lnTo>
                  <a:lnTo>
                    <a:pt x="270767" y="206723"/>
                  </a:lnTo>
                  <a:lnTo>
                    <a:pt x="270731" y="207558"/>
                  </a:lnTo>
                  <a:lnTo>
                    <a:pt x="270277" y="208752"/>
                  </a:lnTo>
                  <a:lnTo>
                    <a:pt x="270301" y="209228"/>
                  </a:lnTo>
                  <a:lnTo>
                    <a:pt x="270670" y="209982"/>
                  </a:lnTo>
                  <a:lnTo>
                    <a:pt x="271118" y="210551"/>
                  </a:lnTo>
                  <a:lnTo>
                    <a:pt x="271336" y="210532"/>
                  </a:lnTo>
                  <a:lnTo>
                    <a:pt x="271708" y="209407"/>
                  </a:lnTo>
                  <a:lnTo>
                    <a:pt x="273389" y="207814"/>
                  </a:lnTo>
                  <a:lnTo>
                    <a:pt x="273872" y="208114"/>
                  </a:lnTo>
                  <a:lnTo>
                    <a:pt x="275054" y="210558"/>
                  </a:lnTo>
                  <a:lnTo>
                    <a:pt x="275604" y="210695"/>
                  </a:lnTo>
                  <a:lnTo>
                    <a:pt x="277025" y="211425"/>
                  </a:lnTo>
                  <a:lnTo>
                    <a:pt x="277934" y="210502"/>
                  </a:lnTo>
                  <a:lnTo>
                    <a:pt x="278604" y="211347"/>
                  </a:lnTo>
                  <a:lnTo>
                    <a:pt x="279992" y="214406"/>
                  </a:lnTo>
                  <a:lnTo>
                    <a:pt x="280309" y="214963"/>
                  </a:lnTo>
                  <a:lnTo>
                    <a:pt x="280192" y="216817"/>
                  </a:lnTo>
                  <a:lnTo>
                    <a:pt x="280120" y="218863"/>
                  </a:lnTo>
                  <a:lnTo>
                    <a:pt x="280470" y="220492"/>
                  </a:lnTo>
                  <a:lnTo>
                    <a:pt x="280512" y="221926"/>
                  </a:lnTo>
                  <a:lnTo>
                    <a:pt x="280431" y="223243"/>
                  </a:lnTo>
                  <a:lnTo>
                    <a:pt x="280152" y="224150"/>
                  </a:lnTo>
                  <a:lnTo>
                    <a:pt x="279383" y="224653"/>
                  </a:lnTo>
                  <a:lnTo>
                    <a:pt x="278726" y="226224"/>
                  </a:lnTo>
                  <a:lnTo>
                    <a:pt x="277687" y="228495"/>
                  </a:lnTo>
                  <a:lnTo>
                    <a:pt x="276851" y="230319"/>
                  </a:lnTo>
                  <a:lnTo>
                    <a:pt x="276245" y="231928"/>
                  </a:lnTo>
                  <a:lnTo>
                    <a:pt x="276025" y="233616"/>
                  </a:lnTo>
                  <a:lnTo>
                    <a:pt x="276090" y="235740"/>
                  </a:lnTo>
                  <a:lnTo>
                    <a:pt x="276267" y="237963"/>
                  </a:lnTo>
                  <a:lnTo>
                    <a:pt x="278206" y="246127"/>
                  </a:lnTo>
                  <a:lnTo>
                    <a:pt x="278190" y="247542"/>
                  </a:lnTo>
                  <a:lnTo>
                    <a:pt x="277575" y="247937"/>
                  </a:lnTo>
                  <a:lnTo>
                    <a:pt x="276761" y="247014"/>
                  </a:lnTo>
                  <a:lnTo>
                    <a:pt x="276058" y="245698"/>
                  </a:lnTo>
                  <a:lnTo>
                    <a:pt x="275266" y="242201"/>
                  </a:lnTo>
                  <a:lnTo>
                    <a:pt x="274629" y="241158"/>
                  </a:lnTo>
                  <a:lnTo>
                    <a:pt x="273996" y="240928"/>
                  </a:lnTo>
                  <a:lnTo>
                    <a:pt x="270232" y="242727"/>
                  </a:lnTo>
                  <a:lnTo>
                    <a:pt x="269430" y="243232"/>
                  </a:lnTo>
                  <a:lnTo>
                    <a:pt x="268186" y="244538"/>
                  </a:lnTo>
                  <a:lnTo>
                    <a:pt x="267316" y="247168"/>
                  </a:lnTo>
                  <a:lnTo>
                    <a:pt x="266685" y="249575"/>
                  </a:lnTo>
                  <a:lnTo>
                    <a:pt x="266031" y="250545"/>
                  </a:lnTo>
                  <a:lnTo>
                    <a:pt x="265080" y="252417"/>
                  </a:lnTo>
                  <a:lnTo>
                    <a:pt x="262441" y="258161"/>
                  </a:lnTo>
                  <a:lnTo>
                    <a:pt x="260915" y="260637"/>
                  </a:lnTo>
                  <a:lnTo>
                    <a:pt x="259919" y="261549"/>
                  </a:lnTo>
                  <a:lnTo>
                    <a:pt x="259219" y="262853"/>
                  </a:lnTo>
                  <a:lnTo>
                    <a:pt x="258842" y="264974"/>
                  </a:lnTo>
                  <a:lnTo>
                    <a:pt x="258556" y="266496"/>
                  </a:lnTo>
                  <a:lnTo>
                    <a:pt x="258471" y="270241"/>
                  </a:lnTo>
                  <a:lnTo>
                    <a:pt x="258645" y="274855"/>
                  </a:lnTo>
                  <a:lnTo>
                    <a:pt x="259024" y="277801"/>
                  </a:lnTo>
                  <a:lnTo>
                    <a:pt x="259225" y="278421"/>
                  </a:lnTo>
                  <a:lnTo>
                    <a:pt x="259255" y="279283"/>
                  </a:lnTo>
                  <a:lnTo>
                    <a:pt x="258876" y="280877"/>
                  </a:lnTo>
                  <a:lnTo>
                    <a:pt x="258373" y="282236"/>
                  </a:lnTo>
                  <a:lnTo>
                    <a:pt x="258128" y="283075"/>
                  </a:lnTo>
                  <a:lnTo>
                    <a:pt x="257905" y="287285"/>
                  </a:lnTo>
                  <a:lnTo>
                    <a:pt x="257460" y="289359"/>
                  </a:lnTo>
                  <a:lnTo>
                    <a:pt x="256647" y="292404"/>
                  </a:lnTo>
                  <a:lnTo>
                    <a:pt x="255923" y="294705"/>
                  </a:lnTo>
                  <a:lnTo>
                    <a:pt x="254788" y="296491"/>
                  </a:lnTo>
                  <a:lnTo>
                    <a:pt x="254356" y="297936"/>
                  </a:lnTo>
                  <a:lnTo>
                    <a:pt x="253943" y="300600"/>
                  </a:lnTo>
                  <a:lnTo>
                    <a:pt x="253698" y="302857"/>
                  </a:lnTo>
                  <a:lnTo>
                    <a:pt x="253685" y="303677"/>
                  </a:lnTo>
                  <a:lnTo>
                    <a:pt x="253814" y="304392"/>
                  </a:lnTo>
                  <a:lnTo>
                    <a:pt x="254287" y="305187"/>
                  </a:lnTo>
                  <a:lnTo>
                    <a:pt x="254860" y="305956"/>
                  </a:lnTo>
                  <a:lnTo>
                    <a:pt x="255133" y="307160"/>
                  </a:lnTo>
                  <a:lnTo>
                    <a:pt x="255171" y="308611"/>
                  </a:lnTo>
                  <a:lnTo>
                    <a:pt x="254745" y="312090"/>
                  </a:lnTo>
                  <a:lnTo>
                    <a:pt x="253983" y="316929"/>
                  </a:lnTo>
                  <a:lnTo>
                    <a:pt x="253109" y="320758"/>
                  </a:lnTo>
                  <a:lnTo>
                    <a:pt x="252208" y="324410"/>
                  </a:lnTo>
                  <a:lnTo>
                    <a:pt x="251995" y="325602"/>
                  </a:lnTo>
                  <a:lnTo>
                    <a:pt x="251186" y="330089"/>
                  </a:lnTo>
                  <a:lnTo>
                    <a:pt x="250481" y="336256"/>
                  </a:lnTo>
                  <a:lnTo>
                    <a:pt x="250006" y="340408"/>
                  </a:lnTo>
                  <a:lnTo>
                    <a:pt x="249595" y="343250"/>
                  </a:lnTo>
                  <a:lnTo>
                    <a:pt x="249087" y="343380"/>
                  </a:lnTo>
                  <a:lnTo>
                    <a:pt x="248472" y="342468"/>
                  </a:lnTo>
                  <a:lnTo>
                    <a:pt x="246979" y="341258"/>
                  </a:lnTo>
                  <a:lnTo>
                    <a:pt x="246021" y="340282"/>
                  </a:lnTo>
                  <a:lnTo>
                    <a:pt x="245325" y="339407"/>
                  </a:lnTo>
                  <a:lnTo>
                    <a:pt x="244843" y="339441"/>
                  </a:lnTo>
                  <a:lnTo>
                    <a:pt x="244177" y="340011"/>
                  </a:lnTo>
                  <a:lnTo>
                    <a:pt x="243501" y="340402"/>
                  </a:lnTo>
                  <a:lnTo>
                    <a:pt x="243101" y="339972"/>
                  </a:lnTo>
                  <a:lnTo>
                    <a:pt x="242173" y="337410"/>
                  </a:lnTo>
                  <a:lnTo>
                    <a:pt x="241891" y="337703"/>
                  </a:lnTo>
                  <a:lnTo>
                    <a:pt x="241709" y="338954"/>
                  </a:lnTo>
                  <a:lnTo>
                    <a:pt x="242336" y="346273"/>
                  </a:lnTo>
                  <a:lnTo>
                    <a:pt x="242744" y="348994"/>
                  </a:lnTo>
                  <a:lnTo>
                    <a:pt x="242678" y="353546"/>
                  </a:lnTo>
                  <a:lnTo>
                    <a:pt x="242516" y="359127"/>
                  </a:lnTo>
                  <a:lnTo>
                    <a:pt x="242273" y="365233"/>
                  </a:lnTo>
                  <a:lnTo>
                    <a:pt x="242114" y="366639"/>
                  </a:lnTo>
                  <a:lnTo>
                    <a:pt x="241716" y="368252"/>
                  </a:lnTo>
                  <a:lnTo>
                    <a:pt x="241192" y="368692"/>
                  </a:lnTo>
                  <a:lnTo>
                    <a:pt x="240715" y="368055"/>
                  </a:lnTo>
                  <a:lnTo>
                    <a:pt x="240333" y="368203"/>
                  </a:lnTo>
                  <a:lnTo>
                    <a:pt x="240206" y="369228"/>
                  </a:lnTo>
                  <a:lnTo>
                    <a:pt x="240317" y="371869"/>
                  </a:lnTo>
                  <a:lnTo>
                    <a:pt x="239853" y="374890"/>
                  </a:lnTo>
                  <a:lnTo>
                    <a:pt x="239511" y="377476"/>
                  </a:lnTo>
                  <a:lnTo>
                    <a:pt x="239602" y="379986"/>
                  </a:lnTo>
                  <a:lnTo>
                    <a:pt x="239765" y="382531"/>
                  </a:lnTo>
                  <a:lnTo>
                    <a:pt x="240312" y="388054"/>
                  </a:lnTo>
                  <a:lnTo>
                    <a:pt x="240316" y="390073"/>
                  </a:lnTo>
                  <a:lnTo>
                    <a:pt x="240208" y="391884"/>
                  </a:lnTo>
                  <a:lnTo>
                    <a:pt x="239922" y="392635"/>
                  </a:lnTo>
                  <a:lnTo>
                    <a:pt x="239433" y="392510"/>
                  </a:lnTo>
                  <a:lnTo>
                    <a:pt x="239168" y="393262"/>
                  </a:lnTo>
                  <a:lnTo>
                    <a:pt x="238966" y="394393"/>
                  </a:lnTo>
                  <a:lnTo>
                    <a:pt x="238414" y="398587"/>
                  </a:lnTo>
                  <a:lnTo>
                    <a:pt x="237884" y="399026"/>
                  </a:lnTo>
                  <a:lnTo>
                    <a:pt x="237354" y="398398"/>
                  </a:lnTo>
                  <a:lnTo>
                    <a:pt x="236557" y="395602"/>
                  </a:lnTo>
                  <a:lnTo>
                    <a:pt x="236072" y="394785"/>
                  </a:lnTo>
                  <a:lnTo>
                    <a:pt x="235764" y="394828"/>
                  </a:lnTo>
                  <a:lnTo>
                    <a:pt x="235627" y="395566"/>
                  </a:lnTo>
                  <a:lnTo>
                    <a:pt x="235415" y="397241"/>
                  </a:lnTo>
                  <a:lnTo>
                    <a:pt x="235201" y="398363"/>
                  </a:lnTo>
                  <a:lnTo>
                    <a:pt x="234668" y="399346"/>
                  </a:lnTo>
                  <a:lnTo>
                    <a:pt x="234536" y="397278"/>
                  </a:lnTo>
                  <a:lnTo>
                    <a:pt x="234254" y="386574"/>
                  </a:lnTo>
                  <a:lnTo>
                    <a:pt x="234040" y="383165"/>
                  </a:lnTo>
                  <a:lnTo>
                    <a:pt x="233865" y="378445"/>
                  </a:lnTo>
                  <a:lnTo>
                    <a:pt x="233606" y="376997"/>
                  </a:lnTo>
                  <a:lnTo>
                    <a:pt x="233279" y="374414"/>
                  </a:lnTo>
                  <a:lnTo>
                    <a:pt x="232921" y="372192"/>
                  </a:lnTo>
                  <a:lnTo>
                    <a:pt x="232617" y="371247"/>
                  </a:lnTo>
                  <a:lnTo>
                    <a:pt x="232421" y="367086"/>
                  </a:lnTo>
                  <a:lnTo>
                    <a:pt x="232350" y="361987"/>
                  </a:lnTo>
                  <a:lnTo>
                    <a:pt x="232354" y="359580"/>
                  </a:lnTo>
                  <a:lnTo>
                    <a:pt x="231923" y="354597"/>
                  </a:lnTo>
                  <a:lnTo>
                    <a:pt x="231507" y="348950"/>
                  </a:lnTo>
                  <a:lnTo>
                    <a:pt x="230940" y="349188"/>
                  </a:lnTo>
                  <a:lnTo>
                    <a:pt x="230605" y="347818"/>
                  </a:lnTo>
                  <a:lnTo>
                    <a:pt x="230362" y="347844"/>
                  </a:lnTo>
                  <a:lnTo>
                    <a:pt x="229564" y="349121"/>
                  </a:lnTo>
                  <a:lnTo>
                    <a:pt x="228934" y="348701"/>
                  </a:lnTo>
                  <a:lnTo>
                    <a:pt x="228464" y="348879"/>
                  </a:lnTo>
                  <a:lnTo>
                    <a:pt x="228463" y="351472"/>
                  </a:lnTo>
                  <a:lnTo>
                    <a:pt x="228544" y="354236"/>
                  </a:lnTo>
                  <a:lnTo>
                    <a:pt x="228364" y="355230"/>
                  </a:lnTo>
                  <a:lnTo>
                    <a:pt x="227122" y="358481"/>
                  </a:lnTo>
                  <a:lnTo>
                    <a:pt x="226778" y="360660"/>
                  </a:lnTo>
                  <a:lnTo>
                    <a:pt x="226814" y="362949"/>
                  </a:lnTo>
                  <a:lnTo>
                    <a:pt x="226967" y="366014"/>
                  </a:lnTo>
                  <a:lnTo>
                    <a:pt x="226747" y="367568"/>
                  </a:lnTo>
                  <a:lnTo>
                    <a:pt x="226208" y="369006"/>
                  </a:lnTo>
                  <a:lnTo>
                    <a:pt x="225483" y="369749"/>
                  </a:lnTo>
                  <a:lnTo>
                    <a:pt x="224848" y="369399"/>
                  </a:lnTo>
                  <a:lnTo>
                    <a:pt x="224442" y="368154"/>
                  </a:lnTo>
                  <a:lnTo>
                    <a:pt x="224059" y="364975"/>
                  </a:lnTo>
                  <a:lnTo>
                    <a:pt x="223721" y="363242"/>
                  </a:lnTo>
                  <a:lnTo>
                    <a:pt x="223367" y="362830"/>
                  </a:lnTo>
                  <a:lnTo>
                    <a:pt x="223090" y="363298"/>
                  </a:lnTo>
                  <a:lnTo>
                    <a:pt x="223053" y="365294"/>
                  </a:lnTo>
                  <a:lnTo>
                    <a:pt x="223071" y="366946"/>
                  </a:lnTo>
                  <a:lnTo>
                    <a:pt x="222982" y="367129"/>
                  </a:lnTo>
                  <a:lnTo>
                    <a:pt x="222785" y="366874"/>
                  </a:lnTo>
                  <a:lnTo>
                    <a:pt x="222558" y="366064"/>
                  </a:lnTo>
                  <a:lnTo>
                    <a:pt x="221967" y="358109"/>
                  </a:lnTo>
                  <a:lnTo>
                    <a:pt x="221119" y="351979"/>
                  </a:lnTo>
                  <a:lnTo>
                    <a:pt x="221070" y="349628"/>
                  </a:lnTo>
                  <a:lnTo>
                    <a:pt x="221378" y="346606"/>
                  </a:lnTo>
                  <a:lnTo>
                    <a:pt x="221758" y="341950"/>
                  </a:lnTo>
                  <a:lnTo>
                    <a:pt x="222761" y="339045"/>
                  </a:lnTo>
                  <a:lnTo>
                    <a:pt x="222894" y="337812"/>
                  </a:lnTo>
                  <a:lnTo>
                    <a:pt x="223056" y="336837"/>
                  </a:lnTo>
                  <a:lnTo>
                    <a:pt x="223302" y="336642"/>
                  </a:lnTo>
                  <a:lnTo>
                    <a:pt x="224588" y="336918"/>
                  </a:lnTo>
                  <a:lnTo>
                    <a:pt x="225020" y="336450"/>
                  </a:lnTo>
                  <a:lnTo>
                    <a:pt x="225402" y="335084"/>
                  </a:lnTo>
                  <a:lnTo>
                    <a:pt x="225956" y="333983"/>
                  </a:lnTo>
                  <a:lnTo>
                    <a:pt x="226512" y="333540"/>
                  </a:lnTo>
                  <a:lnTo>
                    <a:pt x="226953" y="333376"/>
                  </a:lnTo>
                  <a:lnTo>
                    <a:pt x="227662" y="334420"/>
                  </a:lnTo>
                  <a:lnTo>
                    <a:pt x="227958" y="333829"/>
                  </a:lnTo>
                  <a:lnTo>
                    <a:pt x="228170" y="331897"/>
                  </a:lnTo>
                  <a:lnTo>
                    <a:pt x="228478" y="329981"/>
                  </a:lnTo>
                  <a:lnTo>
                    <a:pt x="228676" y="329059"/>
                  </a:lnTo>
                  <a:lnTo>
                    <a:pt x="229151" y="328640"/>
                  </a:lnTo>
                  <a:lnTo>
                    <a:pt x="229758" y="328538"/>
                  </a:lnTo>
                  <a:lnTo>
                    <a:pt x="229959" y="328189"/>
                  </a:lnTo>
                  <a:lnTo>
                    <a:pt x="230121" y="327542"/>
                  </a:lnTo>
                  <a:lnTo>
                    <a:pt x="230270" y="325004"/>
                  </a:lnTo>
                  <a:lnTo>
                    <a:pt x="231045" y="319337"/>
                  </a:lnTo>
                  <a:lnTo>
                    <a:pt x="231320" y="316818"/>
                  </a:lnTo>
                  <a:lnTo>
                    <a:pt x="231357" y="316368"/>
                  </a:lnTo>
                  <a:lnTo>
                    <a:pt x="231336" y="313557"/>
                  </a:lnTo>
                  <a:lnTo>
                    <a:pt x="231556" y="313152"/>
                  </a:lnTo>
                  <a:lnTo>
                    <a:pt x="232842" y="314519"/>
                  </a:lnTo>
                  <a:lnTo>
                    <a:pt x="233401" y="314501"/>
                  </a:lnTo>
                  <a:lnTo>
                    <a:pt x="233707" y="313937"/>
                  </a:lnTo>
                  <a:lnTo>
                    <a:pt x="233808" y="312908"/>
                  </a:lnTo>
                  <a:lnTo>
                    <a:pt x="233644" y="311702"/>
                  </a:lnTo>
                  <a:lnTo>
                    <a:pt x="232731" y="309604"/>
                  </a:lnTo>
                  <a:lnTo>
                    <a:pt x="231109" y="306773"/>
                  </a:lnTo>
                  <a:lnTo>
                    <a:pt x="229619" y="305043"/>
                  </a:lnTo>
                  <a:lnTo>
                    <a:pt x="226867" y="305304"/>
                  </a:lnTo>
                  <a:lnTo>
                    <a:pt x="224139" y="305851"/>
                  </a:lnTo>
                  <a:lnTo>
                    <a:pt x="223341" y="305571"/>
                  </a:lnTo>
                  <a:lnTo>
                    <a:pt x="222346" y="304792"/>
                  </a:lnTo>
                  <a:lnTo>
                    <a:pt x="219895" y="304907"/>
                  </a:lnTo>
                  <a:lnTo>
                    <a:pt x="216933" y="305339"/>
                  </a:lnTo>
                  <a:lnTo>
                    <a:pt x="215808" y="305095"/>
                  </a:lnTo>
                  <a:lnTo>
                    <a:pt x="215252" y="305128"/>
                  </a:lnTo>
                  <a:lnTo>
                    <a:pt x="214137" y="305391"/>
                  </a:lnTo>
                  <a:lnTo>
                    <a:pt x="212321" y="304586"/>
                  </a:lnTo>
                  <a:lnTo>
                    <a:pt x="211064" y="303551"/>
                  </a:lnTo>
                  <a:lnTo>
                    <a:pt x="209950" y="302417"/>
                  </a:lnTo>
                  <a:lnTo>
                    <a:pt x="208628" y="301388"/>
                  </a:lnTo>
                  <a:lnTo>
                    <a:pt x="208311" y="301400"/>
                  </a:lnTo>
                  <a:lnTo>
                    <a:pt x="208126" y="301028"/>
                  </a:lnTo>
                  <a:lnTo>
                    <a:pt x="207999" y="300119"/>
                  </a:lnTo>
                  <a:lnTo>
                    <a:pt x="207955" y="298946"/>
                  </a:lnTo>
                  <a:lnTo>
                    <a:pt x="208230" y="293499"/>
                  </a:lnTo>
                  <a:lnTo>
                    <a:pt x="207987" y="285242"/>
                  </a:lnTo>
                  <a:lnTo>
                    <a:pt x="208211" y="282233"/>
                  </a:lnTo>
                  <a:lnTo>
                    <a:pt x="207124" y="275442"/>
                  </a:lnTo>
                  <a:lnTo>
                    <a:pt x="206750" y="274184"/>
                  </a:lnTo>
                  <a:lnTo>
                    <a:pt x="206251" y="274129"/>
                  </a:lnTo>
                  <a:lnTo>
                    <a:pt x="205931" y="275005"/>
                  </a:lnTo>
                  <a:lnTo>
                    <a:pt x="205806" y="276592"/>
                  </a:lnTo>
                  <a:lnTo>
                    <a:pt x="205985" y="278362"/>
                  </a:lnTo>
                  <a:lnTo>
                    <a:pt x="205586" y="280346"/>
                  </a:lnTo>
                  <a:lnTo>
                    <a:pt x="204788" y="280988"/>
                  </a:lnTo>
                  <a:lnTo>
                    <a:pt x="203854" y="280322"/>
                  </a:lnTo>
                  <a:lnTo>
                    <a:pt x="203081" y="279391"/>
                  </a:lnTo>
                  <a:lnTo>
                    <a:pt x="202092" y="277371"/>
                  </a:lnTo>
                  <a:lnTo>
                    <a:pt x="201341" y="274526"/>
                  </a:lnTo>
                  <a:lnTo>
                    <a:pt x="201280" y="271391"/>
                  </a:lnTo>
                  <a:lnTo>
                    <a:pt x="200942" y="269365"/>
                  </a:lnTo>
                  <a:lnTo>
                    <a:pt x="200479" y="268379"/>
                  </a:lnTo>
                  <a:lnTo>
                    <a:pt x="200140" y="268105"/>
                  </a:lnTo>
                  <a:lnTo>
                    <a:pt x="199838" y="268324"/>
                  </a:lnTo>
                  <a:lnTo>
                    <a:pt x="199570" y="269418"/>
                  </a:lnTo>
                  <a:lnTo>
                    <a:pt x="199802" y="270515"/>
                  </a:lnTo>
                  <a:lnTo>
                    <a:pt x="200122" y="272047"/>
                  </a:lnTo>
                  <a:lnTo>
                    <a:pt x="200015" y="273089"/>
                  </a:lnTo>
                  <a:lnTo>
                    <a:pt x="199730" y="273252"/>
                  </a:lnTo>
                  <a:lnTo>
                    <a:pt x="199305" y="272804"/>
                  </a:lnTo>
                  <a:lnTo>
                    <a:pt x="198647" y="273050"/>
                  </a:lnTo>
                  <a:lnTo>
                    <a:pt x="198011" y="272246"/>
                  </a:lnTo>
                  <a:lnTo>
                    <a:pt x="197629" y="272174"/>
                  </a:lnTo>
                  <a:lnTo>
                    <a:pt x="197251" y="271882"/>
                  </a:lnTo>
                  <a:lnTo>
                    <a:pt x="197230" y="270072"/>
                  </a:lnTo>
                  <a:lnTo>
                    <a:pt x="196648" y="267776"/>
                  </a:lnTo>
                  <a:lnTo>
                    <a:pt x="195669" y="265202"/>
                  </a:lnTo>
                  <a:lnTo>
                    <a:pt x="194706" y="263614"/>
                  </a:lnTo>
                  <a:lnTo>
                    <a:pt x="194243" y="263833"/>
                  </a:lnTo>
                  <a:lnTo>
                    <a:pt x="194012" y="265586"/>
                  </a:lnTo>
                  <a:lnTo>
                    <a:pt x="194065" y="266242"/>
                  </a:lnTo>
                  <a:lnTo>
                    <a:pt x="194399" y="266569"/>
                  </a:lnTo>
                  <a:lnTo>
                    <a:pt x="194885" y="267586"/>
                  </a:lnTo>
                  <a:lnTo>
                    <a:pt x="194992" y="268652"/>
                  </a:lnTo>
                  <a:lnTo>
                    <a:pt x="194920" y="269584"/>
                  </a:lnTo>
                  <a:lnTo>
                    <a:pt x="194320" y="271282"/>
                  </a:lnTo>
                  <a:lnTo>
                    <a:pt x="193897" y="272892"/>
                  </a:lnTo>
                  <a:lnTo>
                    <a:pt x="192947" y="275240"/>
                  </a:lnTo>
                  <a:lnTo>
                    <a:pt x="192136" y="277926"/>
                  </a:lnTo>
                  <a:lnTo>
                    <a:pt x="191926" y="279964"/>
                  </a:lnTo>
                  <a:lnTo>
                    <a:pt x="191622" y="281792"/>
                  </a:lnTo>
                  <a:lnTo>
                    <a:pt x="191499" y="283805"/>
                  </a:lnTo>
                  <a:lnTo>
                    <a:pt x="191711" y="285197"/>
                  </a:lnTo>
                  <a:lnTo>
                    <a:pt x="192104" y="286074"/>
                  </a:lnTo>
                  <a:lnTo>
                    <a:pt x="193118" y="286713"/>
                  </a:lnTo>
                  <a:lnTo>
                    <a:pt x="194177" y="289420"/>
                  </a:lnTo>
                  <a:lnTo>
                    <a:pt x="195035" y="293078"/>
                  </a:lnTo>
                  <a:lnTo>
                    <a:pt x="195516" y="294183"/>
                  </a:lnTo>
                  <a:lnTo>
                    <a:pt x="196391" y="295415"/>
                  </a:lnTo>
                  <a:lnTo>
                    <a:pt x="198080" y="295558"/>
                  </a:lnTo>
                  <a:lnTo>
                    <a:pt x="198333" y="296569"/>
                  </a:lnTo>
                  <a:lnTo>
                    <a:pt x="198572" y="299250"/>
                  </a:lnTo>
                  <a:lnTo>
                    <a:pt x="198904" y="300195"/>
                  </a:lnTo>
                  <a:lnTo>
                    <a:pt x="199763" y="301459"/>
                  </a:lnTo>
                  <a:lnTo>
                    <a:pt x="199835" y="302390"/>
                  </a:lnTo>
                  <a:lnTo>
                    <a:pt x="199625" y="303462"/>
                  </a:lnTo>
                  <a:lnTo>
                    <a:pt x="199244" y="304307"/>
                  </a:lnTo>
                  <a:lnTo>
                    <a:pt x="198543" y="304844"/>
                  </a:lnTo>
                  <a:lnTo>
                    <a:pt x="197873" y="305059"/>
                  </a:lnTo>
                  <a:lnTo>
                    <a:pt x="197200" y="304718"/>
                  </a:lnTo>
                  <a:lnTo>
                    <a:pt x="196203" y="304499"/>
                  </a:lnTo>
                  <a:lnTo>
                    <a:pt x="195072" y="304483"/>
                  </a:lnTo>
                  <a:lnTo>
                    <a:pt x="194272" y="311188"/>
                  </a:lnTo>
                  <a:lnTo>
                    <a:pt x="193699" y="313543"/>
                  </a:lnTo>
                  <a:lnTo>
                    <a:pt x="193373" y="313540"/>
                  </a:lnTo>
                  <a:lnTo>
                    <a:pt x="192502" y="312397"/>
                  </a:lnTo>
                  <a:lnTo>
                    <a:pt x="192126" y="312573"/>
                  </a:lnTo>
                  <a:lnTo>
                    <a:pt x="191120" y="318530"/>
                  </a:lnTo>
                  <a:lnTo>
                    <a:pt x="190977" y="319966"/>
                  </a:lnTo>
                  <a:lnTo>
                    <a:pt x="190912" y="321048"/>
                  </a:lnTo>
                  <a:lnTo>
                    <a:pt x="191447" y="323351"/>
                  </a:lnTo>
                  <a:lnTo>
                    <a:pt x="192085" y="325245"/>
                  </a:lnTo>
                  <a:lnTo>
                    <a:pt x="192849" y="325988"/>
                  </a:lnTo>
                  <a:lnTo>
                    <a:pt x="193446" y="325424"/>
                  </a:lnTo>
                  <a:lnTo>
                    <a:pt x="193931" y="326189"/>
                  </a:lnTo>
                  <a:lnTo>
                    <a:pt x="194503" y="328098"/>
                  </a:lnTo>
                  <a:lnTo>
                    <a:pt x="195479" y="329357"/>
                  </a:lnTo>
                  <a:lnTo>
                    <a:pt x="196861" y="329968"/>
                  </a:lnTo>
                  <a:lnTo>
                    <a:pt x="197642" y="331477"/>
                  </a:lnTo>
                  <a:lnTo>
                    <a:pt x="197739" y="332777"/>
                  </a:lnTo>
                  <a:lnTo>
                    <a:pt x="197671" y="334097"/>
                  </a:lnTo>
                  <a:lnTo>
                    <a:pt x="197548" y="337543"/>
                  </a:lnTo>
                  <a:lnTo>
                    <a:pt x="197414" y="339525"/>
                  </a:lnTo>
                  <a:lnTo>
                    <a:pt x="196671" y="344731"/>
                  </a:lnTo>
                  <a:lnTo>
                    <a:pt x="196141" y="349221"/>
                  </a:lnTo>
                  <a:lnTo>
                    <a:pt x="196416" y="351355"/>
                  </a:lnTo>
                  <a:lnTo>
                    <a:pt x="196612" y="352225"/>
                  </a:lnTo>
                  <a:lnTo>
                    <a:pt x="196798" y="352897"/>
                  </a:lnTo>
                  <a:lnTo>
                    <a:pt x="197393" y="354581"/>
                  </a:lnTo>
                  <a:lnTo>
                    <a:pt x="197808" y="356247"/>
                  </a:lnTo>
                  <a:lnTo>
                    <a:pt x="197454" y="360496"/>
                  </a:lnTo>
                  <a:lnTo>
                    <a:pt x="197651" y="361615"/>
                  </a:lnTo>
                  <a:lnTo>
                    <a:pt x="198450" y="362362"/>
                  </a:lnTo>
                  <a:lnTo>
                    <a:pt x="199310" y="362932"/>
                  </a:lnTo>
                  <a:lnTo>
                    <a:pt x="199609" y="363635"/>
                  </a:lnTo>
                  <a:lnTo>
                    <a:pt x="198863" y="367952"/>
                  </a:lnTo>
                  <a:lnTo>
                    <a:pt x="199021" y="370955"/>
                  </a:lnTo>
                  <a:lnTo>
                    <a:pt x="199336" y="373773"/>
                  </a:lnTo>
                  <a:lnTo>
                    <a:pt x="199564" y="378382"/>
                  </a:lnTo>
                  <a:lnTo>
                    <a:pt x="199598" y="378866"/>
                  </a:lnTo>
                  <a:lnTo>
                    <a:pt x="199537" y="380022"/>
                  </a:lnTo>
                  <a:lnTo>
                    <a:pt x="200026" y="383600"/>
                  </a:lnTo>
                  <a:lnTo>
                    <a:pt x="200781" y="390584"/>
                  </a:lnTo>
                  <a:lnTo>
                    <a:pt x="200837" y="393195"/>
                  </a:lnTo>
                  <a:lnTo>
                    <a:pt x="200795" y="395945"/>
                  </a:lnTo>
                  <a:lnTo>
                    <a:pt x="200568" y="400554"/>
                  </a:lnTo>
                  <a:lnTo>
                    <a:pt x="199813" y="400532"/>
                  </a:lnTo>
                  <a:lnTo>
                    <a:pt x="200489" y="403614"/>
                  </a:lnTo>
                  <a:lnTo>
                    <a:pt x="200704" y="405829"/>
                  </a:lnTo>
                  <a:lnTo>
                    <a:pt x="200796" y="408919"/>
                  </a:lnTo>
                  <a:lnTo>
                    <a:pt x="199983" y="409296"/>
                  </a:lnTo>
                  <a:lnTo>
                    <a:pt x="199410" y="408949"/>
                  </a:lnTo>
                  <a:lnTo>
                    <a:pt x="198930" y="406243"/>
                  </a:lnTo>
                  <a:lnTo>
                    <a:pt x="198708" y="408704"/>
                  </a:lnTo>
                  <a:lnTo>
                    <a:pt x="197849" y="410979"/>
                  </a:lnTo>
                  <a:lnTo>
                    <a:pt x="197541" y="409868"/>
                  </a:lnTo>
                  <a:lnTo>
                    <a:pt x="197365" y="408674"/>
                  </a:lnTo>
                  <a:lnTo>
                    <a:pt x="197331" y="406573"/>
                  </a:lnTo>
                  <a:lnTo>
                    <a:pt x="197803" y="398538"/>
                  </a:lnTo>
                  <a:lnTo>
                    <a:pt x="197707" y="397632"/>
                  </a:lnTo>
                  <a:lnTo>
                    <a:pt x="197496" y="397039"/>
                  </a:lnTo>
                  <a:lnTo>
                    <a:pt x="197027" y="396720"/>
                  </a:lnTo>
                  <a:lnTo>
                    <a:pt x="196854" y="395094"/>
                  </a:lnTo>
                  <a:lnTo>
                    <a:pt x="196135" y="403659"/>
                  </a:lnTo>
                  <a:lnTo>
                    <a:pt x="196453" y="407156"/>
                  </a:lnTo>
                  <a:lnTo>
                    <a:pt x="196307" y="408753"/>
                  </a:lnTo>
                  <a:lnTo>
                    <a:pt x="194974" y="410096"/>
                  </a:lnTo>
                  <a:lnTo>
                    <a:pt x="193623" y="406873"/>
                  </a:lnTo>
                  <a:lnTo>
                    <a:pt x="193450" y="405843"/>
                  </a:lnTo>
                  <a:lnTo>
                    <a:pt x="193370" y="407655"/>
                  </a:lnTo>
                  <a:lnTo>
                    <a:pt x="193125" y="409858"/>
                  </a:lnTo>
                  <a:lnTo>
                    <a:pt x="191860" y="409460"/>
                  </a:lnTo>
                  <a:lnTo>
                    <a:pt x="191233" y="407736"/>
                  </a:lnTo>
                  <a:lnTo>
                    <a:pt x="191642" y="404798"/>
                  </a:lnTo>
                  <a:lnTo>
                    <a:pt x="192427" y="397726"/>
                  </a:lnTo>
                  <a:lnTo>
                    <a:pt x="192573" y="394575"/>
                  </a:lnTo>
                  <a:lnTo>
                    <a:pt x="191524" y="392265"/>
                  </a:lnTo>
                  <a:lnTo>
                    <a:pt x="190633" y="390848"/>
                  </a:lnTo>
                  <a:lnTo>
                    <a:pt x="190123" y="387637"/>
                  </a:lnTo>
                  <a:lnTo>
                    <a:pt x="190317" y="391162"/>
                  </a:lnTo>
                  <a:lnTo>
                    <a:pt x="190789" y="392415"/>
                  </a:lnTo>
                  <a:lnTo>
                    <a:pt x="191484" y="393299"/>
                  </a:lnTo>
                  <a:lnTo>
                    <a:pt x="192217" y="395101"/>
                  </a:lnTo>
                  <a:lnTo>
                    <a:pt x="191687" y="397299"/>
                  </a:lnTo>
                  <a:lnTo>
                    <a:pt x="191174" y="398666"/>
                  </a:lnTo>
                  <a:lnTo>
                    <a:pt x="190191" y="403856"/>
                  </a:lnTo>
                  <a:lnTo>
                    <a:pt x="188992" y="406755"/>
                  </a:lnTo>
                  <a:lnTo>
                    <a:pt x="187593" y="408936"/>
                  </a:lnTo>
                  <a:lnTo>
                    <a:pt x="183002" y="412147"/>
                  </a:lnTo>
                  <a:lnTo>
                    <a:pt x="182040" y="413450"/>
                  </a:lnTo>
                  <a:lnTo>
                    <a:pt x="180631" y="417452"/>
                  </a:lnTo>
                  <a:lnTo>
                    <a:pt x="179723" y="421252"/>
                  </a:lnTo>
                  <a:lnTo>
                    <a:pt x="179556" y="425105"/>
                  </a:lnTo>
                  <a:lnTo>
                    <a:pt x="180071" y="429264"/>
                  </a:lnTo>
                  <a:lnTo>
                    <a:pt x="180489" y="435780"/>
                  </a:lnTo>
                  <a:lnTo>
                    <a:pt x="180837" y="437108"/>
                  </a:lnTo>
                  <a:lnTo>
                    <a:pt x="180347" y="439482"/>
                  </a:lnTo>
                  <a:lnTo>
                    <a:pt x="179495" y="442007"/>
                  </a:lnTo>
                  <a:lnTo>
                    <a:pt x="178789" y="445411"/>
                  </a:lnTo>
                  <a:lnTo>
                    <a:pt x="178854" y="447279"/>
                  </a:lnTo>
                  <a:lnTo>
                    <a:pt x="178673" y="448540"/>
                  </a:lnTo>
                  <a:lnTo>
                    <a:pt x="176254" y="452725"/>
                  </a:lnTo>
                  <a:lnTo>
                    <a:pt x="175745" y="455169"/>
                  </a:lnTo>
                  <a:lnTo>
                    <a:pt x="175079" y="457597"/>
                  </a:lnTo>
                  <a:lnTo>
                    <a:pt x="174282" y="456208"/>
                  </a:lnTo>
                  <a:lnTo>
                    <a:pt x="173816" y="456229"/>
                  </a:lnTo>
                  <a:lnTo>
                    <a:pt x="174457" y="458157"/>
                  </a:lnTo>
                  <a:lnTo>
                    <a:pt x="174371" y="459431"/>
                  </a:lnTo>
                  <a:lnTo>
                    <a:pt x="174146" y="460177"/>
                  </a:lnTo>
                  <a:lnTo>
                    <a:pt x="173538" y="460875"/>
                  </a:lnTo>
                  <a:lnTo>
                    <a:pt x="170045" y="463950"/>
                  </a:lnTo>
                  <a:lnTo>
                    <a:pt x="167373" y="466870"/>
                  </a:lnTo>
                  <a:lnTo>
                    <a:pt x="166622" y="466752"/>
                  </a:lnTo>
                  <a:lnTo>
                    <a:pt x="166759" y="465866"/>
                  </a:lnTo>
                  <a:lnTo>
                    <a:pt x="167227" y="465081"/>
                  </a:lnTo>
                  <a:lnTo>
                    <a:pt x="167182" y="461729"/>
                  </a:lnTo>
                  <a:lnTo>
                    <a:pt x="166691" y="461115"/>
                  </a:lnTo>
                  <a:lnTo>
                    <a:pt x="166267" y="460872"/>
                  </a:lnTo>
                  <a:lnTo>
                    <a:pt x="164235" y="464957"/>
                  </a:lnTo>
                  <a:lnTo>
                    <a:pt x="163410" y="468998"/>
                  </a:lnTo>
                  <a:lnTo>
                    <a:pt x="163583" y="469767"/>
                  </a:lnTo>
                  <a:lnTo>
                    <a:pt x="164042" y="469577"/>
                  </a:lnTo>
                  <a:lnTo>
                    <a:pt x="165411" y="467284"/>
                  </a:lnTo>
                  <a:lnTo>
                    <a:pt x="166046" y="467935"/>
                  </a:lnTo>
                  <a:lnTo>
                    <a:pt x="166091" y="468831"/>
                  </a:lnTo>
                  <a:lnTo>
                    <a:pt x="164014" y="472324"/>
                  </a:lnTo>
                  <a:lnTo>
                    <a:pt x="159644" y="483640"/>
                  </a:lnTo>
                  <a:lnTo>
                    <a:pt x="159440" y="485865"/>
                  </a:lnTo>
                  <a:lnTo>
                    <a:pt x="158873" y="488388"/>
                  </a:lnTo>
                  <a:lnTo>
                    <a:pt x="158090" y="490763"/>
                  </a:lnTo>
                  <a:lnTo>
                    <a:pt x="156681" y="496513"/>
                  </a:lnTo>
                  <a:lnTo>
                    <a:pt x="153979" y="505057"/>
                  </a:lnTo>
                  <a:lnTo>
                    <a:pt x="153232" y="508246"/>
                  </a:lnTo>
                  <a:lnTo>
                    <a:pt x="148908" y="514830"/>
                  </a:lnTo>
                  <a:lnTo>
                    <a:pt x="148119" y="516787"/>
                  </a:lnTo>
                  <a:lnTo>
                    <a:pt x="146348" y="523198"/>
                  </a:lnTo>
                  <a:lnTo>
                    <a:pt x="144525" y="528448"/>
                  </a:lnTo>
                  <a:lnTo>
                    <a:pt x="142395" y="532797"/>
                  </a:lnTo>
                  <a:lnTo>
                    <a:pt x="138707" y="538349"/>
                  </a:lnTo>
                  <a:lnTo>
                    <a:pt x="136461" y="543601"/>
                  </a:lnTo>
                  <a:lnTo>
                    <a:pt x="135759" y="547091"/>
                  </a:lnTo>
                  <a:lnTo>
                    <a:pt x="135715" y="548332"/>
                  </a:lnTo>
                  <a:lnTo>
                    <a:pt x="135958" y="550032"/>
                  </a:lnTo>
                  <a:lnTo>
                    <a:pt x="136369" y="551609"/>
                  </a:lnTo>
                  <a:lnTo>
                    <a:pt x="136463" y="552861"/>
                  </a:lnTo>
                  <a:lnTo>
                    <a:pt x="136260" y="555115"/>
                  </a:lnTo>
                  <a:lnTo>
                    <a:pt x="136149" y="556361"/>
                  </a:lnTo>
                  <a:lnTo>
                    <a:pt x="135492" y="559449"/>
                  </a:lnTo>
                  <a:lnTo>
                    <a:pt x="134365" y="561651"/>
                  </a:lnTo>
                  <a:lnTo>
                    <a:pt x="130715" y="566256"/>
                  </a:lnTo>
                  <a:lnTo>
                    <a:pt x="130233" y="566109"/>
                  </a:lnTo>
                  <a:lnTo>
                    <a:pt x="127254" y="565200"/>
                  </a:lnTo>
                  <a:lnTo>
                    <a:pt x="126141" y="566033"/>
                  </a:lnTo>
                  <a:lnTo>
                    <a:pt x="125684" y="568193"/>
                  </a:lnTo>
                  <a:lnTo>
                    <a:pt x="124661" y="577122"/>
                  </a:lnTo>
                  <a:lnTo>
                    <a:pt x="123680" y="579496"/>
                  </a:lnTo>
                  <a:lnTo>
                    <a:pt x="123328" y="581644"/>
                  </a:lnTo>
                  <a:lnTo>
                    <a:pt x="123186" y="583133"/>
                  </a:lnTo>
                  <a:lnTo>
                    <a:pt x="122600" y="583094"/>
                  </a:lnTo>
                  <a:lnTo>
                    <a:pt x="122090" y="582427"/>
                  </a:lnTo>
                  <a:lnTo>
                    <a:pt x="121718" y="582909"/>
                  </a:lnTo>
                  <a:lnTo>
                    <a:pt x="121293" y="579913"/>
                  </a:lnTo>
                  <a:lnTo>
                    <a:pt x="120582" y="579299"/>
                  </a:lnTo>
                  <a:lnTo>
                    <a:pt x="119993" y="579094"/>
                  </a:lnTo>
                  <a:lnTo>
                    <a:pt x="117477" y="582116"/>
                  </a:lnTo>
                  <a:lnTo>
                    <a:pt x="116598" y="584540"/>
                  </a:lnTo>
                  <a:lnTo>
                    <a:pt x="114749" y="595978"/>
                  </a:lnTo>
                  <a:lnTo>
                    <a:pt x="114290" y="603354"/>
                  </a:lnTo>
                  <a:lnTo>
                    <a:pt x="114725" y="611503"/>
                  </a:lnTo>
                  <a:lnTo>
                    <a:pt x="115367" y="618016"/>
                  </a:lnTo>
                  <a:lnTo>
                    <a:pt x="115495" y="620957"/>
                  </a:lnTo>
                  <a:lnTo>
                    <a:pt x="115412" y="624766"/>
                  </a:lnTo>
                  <a:lnTo>
                    <a:pt x="115087" y="626623"/>
                  </a:lnTo>
                  <a:lnTo>
                    <a:pt x="114851" y="628820"/>
                  </a:lnTo>
                  <a:lnTo>
                    <a:pt x="115158" y="633349"/>
                  </a:lnTo>
                  <a:lnTo>
                    <a:pt x="115934" y="639280"/>
                  </a:lnTo>
                  <a:lnTo>
                    <a:pt x="116124" y="641784"/>
                  </a:lnTo>
                  <a:lnTo>
                    <a:pt x="116140" y="644374"/>
                  </a:lnTo>
                  <a:lnTo>
                    <a:pt x="116724" y="650307"/>
                  </a:lnTo>
                  <a:lnTo>
                    <a:pt x="116330" y="649236"/>
                  </a:lnTo>
                  <a:lnTo>
                    <a:pt x="116021" y="646740"/>
                  </a:lnTo>
                  <a:lnTo>
                    <a:pt x="115279" y="643548"/>
                  </a:lnTo>
                  <a:lnTo>
                    <a:pt x="114374" y="646725"/>
                  </a:lnTo>
                  <a:lnTo>
                    <a:pt x="114875" y="649017"/>
                  </a:lnTo>
                  <a:lnTo>
                    <a:pt x="116568" y="651735"/>
                  </a:lnTo>
                  <a:lnTo>
                    <a:pt x="117068" y="653963"/>
                  </a:lnTo>
                  <a:lnTo>
                    <a:pt x="115979" y="673790"/>
                  </a:lnTo>
                  <a:lnTo>
                    <a:pt x="115152" y="680832"/>
                  </a:lnTo>
                  <a:lnTo>
                    <a:pt x="114137" y="685448"/>
                  </a:lnTo>
                  <a:lnTo>
                    <a:pt x="113601" y="687231"/>
                  </a:lnTo>
                  <a:lnTo>
                    <a:pt x="112417" y="694520"/>
                  </a:lnTo>
                  <a:lnTo>
                    <a:pt x="111579" y="703342"/>
                  </a:lnTo>
                  <a:lnTo>
                    <a:pt x="111413" y="706738"/>
                  </a:lnTo>
                  <a:lnTo>
                    <a:pt x="111790" y="710539"/>
                  </a:lnTo>
                  <a:lnTo>
                    <a:pt x="111363" y="712787"/>
                  </a:lnTo>
                  <a:lnTo>
                    <a:pt x="110827" y="714502"/>
                  </a:lnTo>
                  <a:lnTo>
                    <a:pt x="111845" y="713730"/>
                  </a:lnTo>
                  <a:lnTo>
                    <a:pt x="112193" y="715793"/>
                  </a:lnTo>
                  <a:lnTo>
                    <a:pt x="112322" y="717920"/>
                  </a:lnTo>
                  <a:lnTo>
                    <a:pt x="112337" y="730568"/>
                  </a:lnTo>
                  <a:lnTo>
                    <a:pt x="112221" y="743755"/>
                  </a:lnTo>
                  <a:lnTo>
                    <a:pt x="111440" y="744294"/>
                  </a:lnTo>
                  <a:lnTo>
                    <a:pt x="110579" y="744431"/>
                  </a:lnTo>
                  <a:lnTo>
                    <a:pt x="109822" y="744057"/>
                  </a:lnTo>
                  <a:lnTo>
                    <a:pt x="109274" y="743546"/>
                  </a:lnTo>
                  <a:lnTo>
                    <a:pt x="107918" y="744246"/>
                  </a:lnTo>
                  <a:lnTo>
                    <a:pt x="107187" y="745702"/>
                  </a:lnTo>
                  <a:lnTo>
                    <a:pt x="106601" y="748121"/>
                  </a:lnTo>
                  <a:lnTo>
                    <a:pt x="106642" y="752246"/>
                  </a:lnTo>
                  <a:lnTo>
                    <a:pt x="104127" y="762651"/>
                  </a:lnTo>
                  <a:lnTo>
                    <a:pt x="103586" y="766118"/>
                  </a:lnTo>
                  <a:lnTo>
                    <a:pt x="103386" y="769454"/>
                  </a:lnTo>
                  <a:lnTo>
                    <a:pt x="103713" y="771199"/>
                  </a:lnTo>
                  <a:lnTo>
                    <a:pt x="104355" y="772986"/>
                  </a:lnTo>
                  <a:lnTo>
                    <a:pt x="105192" y="773707"/>
                  </a:lnTo>
                  <a:lnTo>
                    <a:pt x="106812" y="774426"/>
                  </a:lnTo>
                  <a:lnTo>
                    <a:pt x="107589" y="775385"/>
                  </a:lnTo>
                  <a:lnTo>
                    <a:pt x="108119" y="777151"/>
                  </a:lnTo>
                  <a:lnTo>
                    <a:pt x="106210" y="775271"/>
                  </a:lnTo>
                  <a:lnTo>
                    <a:pt x="103967" y="774900"/>
                  </a:lnTo>
                  <a:lnTo>
                    <a:pt x="98602" y="779732"/>
                  </a:lnTo>
                  <a:lnTo>
                    <a:pt x="97189" y="783126"/>
                  </a:lnTo>
                  <a:lnTo>
                    <a:pt x="96400" y="786060"/>
                  </a:lnTo>
                  <a:lnTo>
                    <a:pt x="95857" y="792783"/>
                  </a:lnTo>
                  <a:lnTo>
                    <a:pt x="95764" y="797275"/>
                  </a:lnTo>
                  <a:lnTo>
                    <a:pt x="95128" y="801021"/>
                  </a:lnTo>
                  <a:lnTo>
                    <a:pt x="92341" y="806775"/>
                  </a:lnTo>
                  <a:lnTo>
                    <a:pt x="90581" y="808547"/>
                  </a:lnTo>
                  <a:lnTo>
                    <a:pt x="89912" y="810070"/>
                  </a:lnTo>
                  <a:lnTo>
                    <a:pt x="87834" y="808091"/>
                  </a:lnTo>
                  <a:lnTo>
                    <a:pt x="85570" y="803050"/>
                  </a:lnTo>
                  <a:lnTo>
                    <a:pt x="84618" y="800350"/>
                  </a:lnTo>
                  <a:lnTo>
                    <a:pt x="81257" y="787355"/>
                  </a:lnTo>
                  <a:lnTo>
                    <a:pt x="80643" y="785708"/>
                  </a:lnTo>
                  <a:lnTo>
                    <a:pt x="79965" y="780154"/>
                  </a:lnTo>
                  <a:lnTo>
                    <a:pt x="79858" y="778083"/>
                  </a:lnTo>
                  <a:lnTo>
                    <a:pt x="79671" y="777258"/>
                  </a:lnTo>
                  <a:lnTo>
                    <a:pt x="79351" y="776695"/>
                  </a:lnTo>
                  <a:lnTo>
                    <a:pt x="79198" y="775838"/>
                  </a:lnTo>
                  <a:lnTo>
                    <a:pt x="78443" y="769477"/>
                  </a:lnTo>
                  <a:lnTo>
                    <a:pt x="78133" y="762847"/>
                  </a:lnTo>
                  <a:lnTo>
                    <a:pt x="77652" y="755441"/>
                  </a:lnTo>
                  <a:lnTo>
                    <a:pt x="78059" y="755950"/>
                  </a:lnTo>
                  <a:lnTo>
                    <a:pt x="78620" y="758388"/>
                  </a:lnTo>
                  <a:lnTo>
                    <a:pt x="78901" y="761934"/>
                  </a:lnTo>
                  <a:lnTo>
                    <a:pt x="78933" y="766882"/>
                  </a:lnTo>
                  <a:lnTo>
                    <a:pt x="79355" y="767457"/>
                  </a:lnTo>
                  <a:lnTo>
                    <a:pt x="79733" y="766991"/>
                  </a:lnTo>
                  <a:lnTo>
                    <a:pt x="78653" y="755588"/>
                  </a:lnTo>
                  <a:lnTo>
                    <a:pt x="77713" y="752756"/>
                  </a:lnTo>
                  <a:lnTo>
                    <a:pt x="77464" y="752570"/>
                  </a:lnTo>
                  <a:lnTo>
                    <a:pt x="77203" y="750742"/>
                  </a:lnTo>
                  <a:lnTo>
                    <a:pt x="77174" y="748447"/>
                  </a:lnTo>
                  <a:lnTo>
                    <a:pt x="77259" y="747358"/>
                  </a:lnTo>
                  <a:lnTo>
                    <a:pt x="76508" y="743624"/>
                  </a:lnTo>
                  <a:lnTo>
                    <a:pt x="76246" y="741401"/>
                  </a:lnTo>
                  <a:lnTo>
                    <a:pt x="74578" y="730118"/>
                  </a:lnTo>
                  <a:lnTo>
                    <a:pt x="73828" y="722037"/>
                  </a:lnTo>
                  <a:lnTo>
                    <a:pt x="72667" y="713048"/>
                  </a:lnTo>
                  <a:lnTo>
                    <a:pt x="71920" y="709897"/>
                  </a:lnTo>
                  <a:lnTo>
                    <a:pt x="70751" y="702961"/>
                  </a:lnTo>
                  <a:lnTo>
                    <a:pt x="69772" y="699738"/>
                  </a:lnTo>
                  <a:lnTo>
                    <a:pt x="68733" y="695416"/>
                  </a:lnTo>
                  <a:lnTo>
                    <a:pt x="67918" y="693499"/>
                  </a:lnTo>
                  <a:lnTo>
                    <a:pt x="67599" y="692489"/>
                  </a:lnTo>
                  <a:lnTo>
                    <a:pt x="65185" y="677507"/>
                  </a:lnTo>
                  <a:lnTo>
                    <a:pt x="64442" y="669232"/>
                  </a:lnTo>
                  <a:lnTo>
                    <a:pt x="63814" y="665323"/>
                  </a:lnTo>
                  <a:lnTo>
                    <a:pt x="63502" y="662354"/>
                  </a:lnTo>
                  <a:lnTo>
                    <a:pt x="62655" y="649660"/>
                  </a:lnTo>
                  <a:lnTo>
                    <a:pt x="62648" y="647391"/>
                  </a:lnTo>
                  <a:lnTo>
                    <a:pt x="62545" y="644912"/>
                  </a:lnTo>
                  <a:lnTo>
                    <a:pt x="61945" y="639533"/>
                  </a:lnTo>
                  <a:lnTo>
                    <a:pt x="60888" y="633721"/>
                  </a:lnTo>
                  <a:lnTo>
                    <a:pt x="60582" y="630101"/>
                  </a:lnTo>
                  <a:lnTo>
                    <a:pt x="60584" y="628693"/>
                  </a:lnTo>
                  <a:lnTo>
                    <a:pt x="59913" y="623052"/>
                  </a:lnTo>
                  <a:lnTo>
                    <a:pt x="59769" y="620472"/>
                  </a:lnTo>
                  <a:lnTo>
                    <a:pt x="59316" y="618087"/>
                  </a:lnTo>
                  <a:lnTo>
                    <a:pt x="58790" y="615898"/>
                  </a:lnTo>
                  <a:lnTo>
                    <a:pt x="58239" y="614144"/>
                  </a:lnTo>
                  <a:lnTo>
                    <a:pt x="56948" y="608431"/>
                  </a:lnTo>
                  <a:lnTo>
                    <a:pt x="56485" y="607038"/>
                  </a:lnTo>
                  <a:lnTo>
                    <a:pt x="55607" y="603333"/>
                  </a:lnTo>
                  <a:lnTo>
                    <a:pt x="54982" y="596486"/>
                  </a:lnTo>
                  <a:lnTo>
                    <a:pt x="54180" y="593811"/>
                  </a:lnTo>
                  <a:lnTo>
                    <a:pt x="55441" y="593811"/>
                  </a:lnTo>
                  <a:lnTo>
                    <a:pt x="54672" y="591285"/>
                  </a:lnTo>
                  <a:lnTo>
                    <a:pt x="54305" y="589627"/>
                  </a:lnTo>
                  <a:lnTo>
                    <a:pt x="53901" y="588608"/>
                  </a:lnTo>
                  <a:lnTo>
                    <a:pt x="54488" y="586058"/>
                  </a:lnTo>
                  <a:lnTo>
                    <a:pt x="53526" y="586130"/>
                  </a:lnTo>
                  <a:lnTo>
                    <a:pt x="53017" y="584594"/>
                  </a:lnTo>
                  <a:lnTo>
                    <a:pt x="52324" y="579801"/>
                  </a:lnTo>
                  <a:lnTo>
                    <a:pt x="51058" y="574389"/>
                  </a:lnTo>
                  <a:lnTo>
                    <a:pt x="50843" y="571498"/>
                  </a:lnTo>
                  <a:lnTo>
                    <a:pt x="49727" y="562404"/>
                  </a:lnTo>
                  <a:lnTo>
                    <a:pt x="48780" y="540577"/>
                  </a:lnTo>
                  <a:lnTo>
                    <a:pt x="47914" y="530858"/>
                  </a:lnTo>
                  <a:lnTo>
                    <a:pt x="47981" y="528066"/>
                  </a:lnTo>
                  <a:lnTo>
                    <a:pt x="46935" y="519650"/>
                  </a:lnTo>
                  <a:lnTo>
                    <a:pt x="46423" y="514007"/>
                  </a:lnTo>
                  <a:lnTo>
                    <a:pt x="46213" y="509233"/>
                  </a:lnTo>
                  <a:lnTo>
                    <a:pt x="45935" y="506090"/>
                  </a:lnTo>
                  <a:lnTo>
                    <a:pt x="45685" y="499870"/>
                  </a:lnTo>
                  <a:lnTo>
                    <a:pt x="45284" y="497900"/>
                  </a:lnTo>
                  <a:lnTo>
                    <a:pt x="45240" y="496711"/>
                  </a:lnTo>
                  <a:lnTo>
                    <a:pt x="45508" y="493877"/>
                  </a:lnTo>
                  <a:lnTo>
                    <a:pt x="46259" y="489497"/>
                  </a:lnTo>
                  <a:lnTo>
                    <a:pt x="46535" y="486722"/>
                  </a:lnTo>
                  <a:lnTo>
                    <a:pt x="46213" y="482815"/>
                  </a:lnTo>
                  <a:lnTo>
                    <a:pt x="45526" y="486917"/>
                  </a:lnTo>
                  <a:lnTo>
                    <a:pt x="44892" y="488067"/>
                  </a:lnTo>
                  <a:lnTo>
                    <a:pt x="44588" y="485002"/>
                  </a:lnTo>
                  <a:lnTo>
                    <a:pt x="44585" y="480881"/>
                  </a:lnTo>
                  <a:lnTo>
                    <a:pt x="44506" y="479896"/>
                  </a:lnTo>
                  <a:lnTo>
                    <a:pt x="44670" y="478512"/>
                  </a:lnTo>
                  <a:lnTo>
                    <a:pt x="46358" y="479147"/>
                  </a:lnTo>
                  <a:lnTo>
                    <a:pt x="44442" y="476619"/>
                  </a:lnTo>
                  <a:lnTo>
                    <a:pt x="44212" y="475136"/>
                  </a:lnTo>
                  <a:lnTo>
                    <a:pt x="44140" y="474032"/>
                  </a:lnTo>
                  <a:lnTo>
                    <a:pt x="44553" y="471985"/>
                  </a:lnTo>
                  <a:lnTo>
                    <a:pt x="43852" y="470258"/>
                  </a:lnTo>
                  <a:lnTo>
                    <a:pt x="43573" y="464973"/>
                  </a:lnTo>
                  <a:lnTo>
                    <a:pt x="43366" y="463767"/>
                  </a:lnTo>
                  <a:lnTo>
                    <a:pt x="43287" y="462791"/>
                  </a:lnTo>
                  <a:lnTo>
                    <a:pt x="43683" y="455491"/>
                  </a:lnTo>
                  <a:lnTo>
                    <a:pt x="45339" y="441155"/>
                  </a:lnTo>
                  <a:lnTo>
                    <a:pt x="45460" y="437917"/>
                  </a:lnTo>
                  <a:lnTo>
                    <a:pt x="45317" y="433314"/>
                  </a:lnTo>
                  <a:lnTo>
                    <a:pt x="44948" y="429651"/>
                  </a:lnTo>
                  <a:lnTo>
                    <a:pt x="44792" y="425777"/>
                  </a:lnTo>
                  <a:lnTo>
                    <a:pt x="44692" y="424784"/>
                  </a:lnTo>
                  <a:lnTo>
                    <a:pt x="44093" y="424431"/>
                  </a:lnTo>
                  <a:lnTo>
                    <a:pt x="43524" y="422998"/>
                  </a:lnTo>
                  <a:lnTo>
                    <a:pt x="42865" y="417256"/>
                  </a:lnTo>
                  <a:lnTo>
                    <a:pt x="43468" y="415371"/>
                  </a:lnTo>
                  <a:lnTo>
                    <a:pt x="43931" y="414335"/>
                  </a:lnTo>
                  <a:lnTo>
                    <a:pt x="43293" y="414775"/>
                  </a:lnTo>
                  <a:lnTo>
                    <a:pt x="42763" y="414601"/>
                  </a:lnTo>
                  <a:lnTo>
                    <a:pt x="43766" y="411958"/>
                  </a:lnTo>
                  <a:lnTo>
                    <a:pt x="44660" y="409929"/>
                  </a:lnTo>
                  <a:lnTo>
                    <a:pt x="46697" y="407574"/>
                  </a:lnTo>
                  <a:lnTo>
                    <a:pt x="47563" y="406072"/>
                  </a:lnTo>
                  <a:lnTo>
                    <a:pt x="46280" y="407424"/>
                  </a:lnTo>
                  <a:lnTo>
                    <a:pt x="44941" y="407939"/>
                  </a:lnTo>
                  <a:lnTo>
                    <a:pt x="42088" y="407664"/>
                  </a:lnTo>
                  <a:lnTo>
                    <a:pt x="42563" y="402315"/>
                  </a:lnTo>
                  <a:lnTo>
                    <a:pt x="43059" y="400531"/>
                  </a:lnTo>
                  <a:lnTo>
                    <a:pt x="43599" y="399528"/>
                  </a:lnTo>
                  <a:lnTo>
                    <a:pt x="42804" y="399829"/>
                  </a:lnTo>
                  <a:lnTo>
                    <a:pt x="41888" y="399401"/>
                  </a:lnTo>
                  <a:lnTo>
                    <a:pt x="42184" y="393971"/>
                  </a:lnTo>
                  <a:lnTo>
                    <a:pt x="42904" y="392800"/>
                  </a:lnTo>
                  <a:lnTo>
                    <a:pt x="43682" y="392576"/>
                  </a:lnTo>
                  <a:lnTo>
                    <a:pt x="44647" y="391804"/>
                  </a:lnTo>
                  <a:lnTo>
                    <a:pt x="43616" y="390908"/>
                  </a:lnTo>
                  <a:lnTo>
                    <a:pt x="42541" y="390480"/>
                  </a:lnTo>
                  <a:lnTo>
                    <a:pt x="41251" y="391367"/>
                  </a:lnTo>
                  <a:lnTo>
                    <a:pt x="40065" y="390714"/>
                  </a:lnTo>
                  <a:lnTo>
                    <a:pt x="38625" y="390728"/>
                  </a:lnTo>
                  <a:lnTo>
                    <a:pt x="39200" y="391454"/>
                  </a:lnTo>
                  <a:lnTo>
                    <a:pt x="39814" y="393107"/>
                  </a:lnTo>
                  <a:lnTo>
                    <a:pt x="39506" y="396046"/>
                  </a:lnTo>
                  <a:lnTo>
                    <a:pt x="39217" y="397881"/>
                  </a:lnTo>
                  <a:lnTo>
                    <a:pt x="38422" y="399147"/>
                  </a:lnTo>
                  <a:lnTo>
                    <a:pt x="37775" y="401063"/>
                  </a:lnTo>
                  <a:lnTo>
                    <a:pt x="37594" y="402747"/>
                  </a:lnTo>
                  <a:lnTo>
                    <a:pt x="37225" y="403927"/>
                  </a:lnTo>
                  <a:lnTo>
                    <a:pt x="37857" y="404768"/>
                  </a:lnTo>
                  <a:lnTo>
                    <a:pt x="38510" y="405367"/>
                  </a:lnTo>
                  <a:lnTo>
                    <a:pt x="38890" y="406729"/>
                  </a:lnTo>
                  <a:lnTo>
                    <a:pt x="39335" y="408708"/>
                  </a:lnTo>
                  <a:lnTo>
                    <a:pt x="39309" y="412556"/>
                  </a:lnTo>
                  <a:lnTo>
                    <a:pt x="37604" y="421626"/>
                  </a:lnTo>
                  <a:lnTo>
                    <a:pt x="37014" y="423646"/>
                  </a:lnTo>
                  <a:lnTo>
                    <a:pt x="32744" y="429117"/>
                  </a:lnTo>
                  <a:lnTo>
                    <a:pt x="31066" y="432095"/>
                  </a:lnTo>
                  <a:lnTo>
                    <a:pt x="27490" y="435963"/>
                  </a:lnTo>
                  <a:lnTo>
                    <a:pt x="26097" y="436683"/>
                  </a:lnTo>
                  <a:lnTo>
                    <a:pt x="24556" y="435917"/>
                  </a:lnTo>
                  <a:lnTo>
                    <a:pt x="22303" y="432970"/>
                  </a:lnTo>
                  <a:lnTo>
                    <a:pt x="18864" y="425450"/>
                  </a:lnTo>
                  <a:lnTo>
                    <a:pt x="17971" y="422964"/>
                  </a:lnTo>
                  <a:lnTo>
                    <a:pt x="15222" y="413304"/>
                  </a:lnTo>
                  <a:lnTo>
                    <a:pt x="13237" y="408196"/>
                  </a:lnTo>
                  <a:lnTo>
                    <a:pt x="11732" y="403439"/>
                  </a:lnTo>
                  <a:lnTo>
                    <a:pt x="9870" y="398949"/>
                  </a:lnTo>
                  <a:lnTo>
                    <a:pt x="8111" y="392884"/>
                  </a:lnTo>
                  <a:lnTo>
                    <a:pt x="7737" y="390121"/>
                  </a:lnTo>
                  <a:lnTo>
                    <a:pt x="7868" y="387310"/>
                  </a:lnTo>
                  <a:lnTo>
                    <a:pt x="8523" y="385776"/>
                  </a:lnTo>
                  <a:lnTo>
                    <a:pt x="9289" y="386398"/>
                  </a:lnTo>
                  <a:lnTo>
                    <a:pt x="9894" y="388767"/>
                  </a:lnTo>
                  <a:lnTo>
                    <a:pt x="10323" y="389828"/>
                  </a:lnTo>
                  <a:lnTo>
                    <a:pt x="10685" y="390262"/>
                  </a:lnTo>
                  <a:lnTo>
                    <a:pt x="13307" y="386630"/>
                  </a:lnTo>
                  <a:lnTo>
                    <a:pt x="14325" y="386775"/>
                  </a:lnTo>
                  <a:lnTo>
                    <a:pt x="15021" y="384952"/>
                  </a:lnTo>
                  <a:lnTo>
                    <a:pt x="15900" y="385349"/>
                  </a:lnTo>
                  <a:lnTo>
                    <a:pt x="17697" y="382514"/>
                  </a:lnTo>
                  <a:lnTo>
                    <a:pt x="18450" y="382342"/>
                  </a:lnTo>
                  <a:lnTo>
                    <a:pt x="19344" y="381774"/>
                  </a:lnTo>
                  <a:lnTo>
                    <a:pt x="20791" y="374593"/>
                  </a:lnTo>
                  <a:lnTo>
                    <a:pt x="21874" y="370026"/>
                  </a:lnTo>
                  <a:lnTo>
                    <a:pt x="22577" y="369075"/>
                  </a:lnTo>
                  <a:lnTo>
                    <a:pt x="22537" y="367963"/>
                  </a:lnTo>
                  <a:lnTo>
                    <a:pt x="22344" y="366504"/>
                  </a:lnTo>
                  <a:lnTo>
                    <a:pt x="21818" y="366871"/>
                  </a:lnTo>
                  <a:lnTo>
                    <a:pt x="21450" y="368259"/>
                  </a:lnTo>
                  <a:lnTo>
                    <a:pt x="21178" y="369933"/>
                  </a:lnTo>
                  <a:lnTo>
                    <a:pt x="20904" y="370929"/>
                  </a:lnTo>
                  <a:lnTo>
                    <a:pt x="20055" y="370009"/>
                  </a:lnTo>
                  <a:lnTo>
                    <a:pt x="19483" y="370163"/>
                  </a:lnTo>
                  <a:lnTo>
                    <a:pt x="18777" y="370715"/>
                  </a:lnTo>
                  <a:lnTo>
                    <a:pt x="16196" y="373391"/>
                  </a:lnTo>
                  <a:lnTo>
                    <a:pt x="15137" y="375792"/>
                  </a:lnTo>
                  <a:lnTo>
                    <a:pt x="14416" y="376268"/>
                  </a:lnTo>
                  <a:lnTo>
                    <a:pt x="10295" y="373625"/>
                  </a:lnTo>
                  <a:lnTo>
                    <a:pt x="6268" y="367562"/>
                  </a:lnTo>
                  <a:lnTo>
                    <a:pt x="4573" y="363536"/>
                  </a:lnTo>
                  <a:lnTo>
                    <a:pt x="3500" y="358391"/>
                  </a:lnTo>
                  <a:lnTo>
                    <a:pt x="2426" y="352262"/>
                  </a:lnTo>
                  <a:lnTo>
                    <a:pt x="2776" y="350548"/>
                  </a:lnTo>
                  <a:lnTo>
                    <a:pt x="4442" y="346865"/>
                  </a:lnTo>
                  <a:lnTo>
                    <a:pt x="5880" y="343970"/>
                  </a:lnTo>
                  <a:lnTo>
                    <a:pt x="4588" y="345259"/>
                  </a:lnTo>
                  <a:lnTo>
                    <a:pt x="3190" y="347046"/>
                  </a:lnTo>
                  <a:lnTo>
                    <a:pt x="2498" y="348300"/>
                  </a:lnTo>
                  <a:lnTo>
                    <a:pt x="1714" y="350922"/>
                  </a:lnTo>
                  <a:lnTo>
                    <a:pt x="672" y="351509"/>
                  </a:lnTo>
                  <a:lnTo>
                    <a:pt x="259" y="347611"/>
                  </a:lnTo>
                  <a:lnTo>
                    <a:pt x="0" y="343816"/>
                  </a:lnTo>
                  <a:lnTo>
                    <a:pt x="664" y="342539"/>
                  </a:lnTo>
                  <a:lnTo>
                    <a:pt x="1129" y="341728"/>
                  </a:lnTo>
                  <a:lnTo>
                    <a:pt x="2078" y="341051"/>
                  </a:lnTo>
                  <a:lnTo>
                    <a:pt x="3111" y="340568"/>
                  </a:lnTo>
                  <a:lnTo>
                    <a:pt x="4052" y="340587"/>
                  </a:lnTo>
                  <a:lnTo>
                    <a:pt x="5374" y="340643"/>
                  </a:lnTo>
                  <a:lnTo>
                    <a:pt x="5413" y="331751"/>
                  </a:lnTo>
                  <a:lnTo>
                    <a:pt x="5524" y="330972"/>
                  </a:lnTo>
                  <a:lnTo>
                    <a:pt x="5709" y="330522"/>
                  </a:lnTo>
                  <a:lnTo>
                    <a:pt x="5923" y="330330"/>
                  </a:lnTo>
                  <a:lnTo>
                    <a:pt x="6104" y="330467"/>
                  </a:lnTo>
                  <a:lnTo>
                    <a:pt x="6376" y="331799"/>
                  </a:lnTo>
                  <a:lnTo>
                    <a:pt x="6714" y="331725"/>
                  </a:lnTo>
                  <a:lnTo>
                    <a:pt x="7073" y="330959"/>
                  </a:lnTo>
                  <a:lnTo>
                    <a:pt x="7878" y="331530"/>
                  </a:lnTo>
                  <a:lnTo>
                    <a:pt x="8522" y="331139"/>
                  </a:lnTo>
                  <a:lnTo>
                    <a:pt x="9176" y="331662"/>
                  </a:lnTo>
                  <a:lnTo>
                    <a:pt x="10286" y="331673"/>
                  </a:lnTo>
                  <a:lnTo>
                    <a:pt x="12290" y="331462"/>
                  </a:lnTo>
                  <a:lnTo>
                    <a:pt x="13402" y="331530"/>
                  </a:lnTo>
                  <a:lnTo>
                    <a:pt x="14123" y="332946"/>
                  </a:lnTo>
                  <a:lnTo>
                    <a:pt x="14912" y="334500"/>
                  </a:lnTo>
                  <a:lnTo>
                    <a:pt x="15767" y="334717"/>
                  </a:lnTo>
                  <a:lnTo>
                    <a:pt x="17004" y="334536"/>
                  </a:lnTo>
                  <a:lnTo>
                    <a:pt x="17843" y="333940"/>
                  </a:lnTo>
                  <a:lnTo>
                    <a:pt x="18266" y="332491"/>
                  </a:lnTo>
                  <a:lnTo>
                    <a:pt x="18585" y="331105"/>
                  </a:lnTo>
                  <a:lnTo>
                    <a:pt x="20419" y="329072"/>
                  </a:lnTo>
                  <a:lnTo>
                    <a:pt x="22344" y="327421"/>
                  </a:lnTo>
                  <a:lnTo>
                    <a:pt x="22897" y="327239"/>
                  </a:lnTo>
                  <a:lnTo>
                    <a:pt x="23072" y="328200"/>
                  </a:lnTo>
                  <a:lnTo>
                    <a:pt x="22984" y="329816"/>
                  </a:lnTo>
                  <a:lnTo>
                    <a:pt x="23209" y="331354"/>
                  </a:lnTo>
                  <a:lnTo>
                    <a:pt x="23980" y="332328"/>
                  </a:lnTo>
                  <a:lnTo>
                    <a:pt x="24527" y="332568"/>
                  </a:lnTo>
                  <a:lnTo>
                    <a:pt x="25017" y="332348"/>
                  </a:lnTo>
                  <a:lnTo>
                    <a:pt x="25380" y="331859"/>
                  </a:lnTo>
                  <a:lnTo>
                    <a:pt x="26160" y="329443"/>
                  </a:lnTo>
                  <a:lnTo>
                    <a:pt x="26563" y="328893"/>
                  </a:lnTo>
                  <a:lnTo>
                    <a:pt x="27089" y="328932"/>
                  </a:lnTo>
                  <a:lnTo>
                    <a:pt x="27677" y="327778"/>
                  </a:lnTo>
                  <a:lnTo>
                    <a:pt x="27689" y="326894"/>
                  </a:lnTo>
                  <a:lnTo>
                    <a:pt x="27314" y="326470"/>
                  </a:lnTo>
                  <a:lnTo>
                    <a:pt x="26997" y="325198"/>
                  </a:lnTo>
                  <a:lnTo>
                    <a:pt x="27055" y="324162"/>
                  </a:lnTo>
                  <a:lnTo>
                    <a:pt x="26964" y="322702"/>
                  </a:lnTo>
                  <a:lnTo>
                    <a:pt x="27027" y="321317"/>
                  </a:lnTo>
                  <a:lnTo>
                    <a:pt x="27276" y="320278"/>
                  </a:lnTo>
                  <a:lnTo>
                    <a:pt x="27714" y="319278"/>
                  </a:lnTo>
                  <a:lnTo>
                    <a:pt x="27453" y="317212"/>
                  </a:lnTo>
                  <a:lnTo>
                    <a:pt x="26782" y="313254"/>
                  </a:lnTo>
                  <a:lnTo>
                    <a:pt x="26078" y="308190"/>
                  </a:lnTo>
                  <a:lnTo>
                    <a:pt x="25336" y="303968"/>
                  </a:lnTo>
                  <a:lnTo>
                    <a:pt x="24394" y="300269"/>
                  </a:lnTo>
                  <a:lnTo>
                    <a:pt x="23909" y="297555"/>
                  </a:lnTo>
                  <a:lnTo>
                    <a:pt x="23959" y="291560"/>
                  </a:lnTo>
                  <a:lnTo>
                    <a:pt x="23874" y="290343"/>
                  </a:lnTo>
                  <a:lnTo>
                    <a:pt x="23551" y="289606"/>
                  </a:lnTo>
                  <a:lnTo>
                    <a:pt x="23115" y="289191"/>
                  </a:lnTo>
                  <a:lnTo>
                    <a:pt x="22503" y="289801"/>
                  </a:lnTo>
                  <a:lnTo>
                    <a:pt x="21952" y="289918"/>
                  </a:lnTo>
                  <a:lnTo>
                    <a:pt x="20767" y="289788"/>
                  </a:lnTo>
                  <a:lnTo>
                    <a:pt x="20184" y="289173"/>
                  </a:lnTo>
                  <a:lnTo>
                    <a:pt x="18603" y="283160"/>
                  </a:lnTo>
                  <a:lnTo>
                    <a:pt x="18396" y="280796"/>
                  </a:lnTo>
                  <a:lnTo>
                    <a:pt x="18388" y="278375"/>
                  </a:lnTo>
                  <a:lnTo>
                    <a:pt x="18915" y="274155"/>
                  </a:lnTo>
                  <a:lnTo>
                    <a:pt x="19075" y="270232"/>
                  </a:lnTo>
                  <a:lnTo>
                    <a:pt x="19148" y="266571"/>
                  </a:lnTo>
                  <a:lnTo>
                    <a:pt x="19060" y="265537"/>
                  </a:lnTo>
                  <a:lnTo>
                    <a:pt x="18742" y="264308"/>
                  </a:lnTo>
                  <a:lnTo>
                    <a:pt x="18211" y="263400"/>
                  </a:lnTo>
                  <a:lnTo>
                    <a:pt x="16789" y="263182"/>
                  </a:lnTo>
                  <a:lnTo>
                    <a:pt x="15102" y="261973"/>
                  </a:lnTo>
                  <a:lnTo>
                    <a:pt x="13800" y="259844"/>
                  </a:lnTo>
                  <a:lnTo>
                    <a:pt x="12900" y="258557"/>
                  </a:lnTo>
                  <a:lnTo>
                    <a:pt x="12653" y="257720"/>
                  </a:lnTo>
                  <a:lnTo>
                    <a:pt x="12545" y="256731"/>
                  </a:lnTo>
                  <a:lnTo>
                    <a:pt x="12781" y="252308"/>
                  </a:lnTo>
                  <a:lnTo>
                    <a:pt x="13189" y="247320"/>
                  </a:lnTo>
                  <a:lnTo>
                    <a:pt x="13487" y="245793"/>
                  </a:lnTo>
                  <a:lnTo>
                    <a:pt x="14002" y="244213"/>
                  </a:lnTo>
                  <a:lnTo>
                    <a:pt x="14384" y="243137"/>
                  </a:lnTo>
                  <a:lnTo>
                    <a:pt x="14995" y="241713"/>
                  </a:lnTo>
                  <a:lnTo>
                    <a:pt x="16643" y="236957"/>
                  </a:lnTo>
                  <a:lnTo>
                    <a:pt x="18119" y="230424"/>
                  </a:lnTo>
                  <a:lnTo>
                    <a:pt x="19030" y="225865"/>
                  </a:lnTo>
                  <a:lnTo>
                    <a:pt x="19505" y="224510"/>
                  </a:lnTo>
                  <a:lnTo>
                    <a:pt x="19989" y="223350"/>
                  </a:lnTo>
                  <a:lnTo>
                    <a:pt x="20702" y="221946"/>
                  </a:lnTo>
                  <a:lnTo>
                    <a:pt x="21521" y="220664"/>
                  </a:lnTo>
                  <a:lnTo>
                    <a:pt x="22337" y="220720"/>
                  </a:lnTo>
                  <a:lnTo>
                    <a:pt x="23113" y="221883"/>
                  </a:lnTo>
                  <a:lnTo>
                    <a:pt x="23688" y="223252"/>
                  </a:lnTo>
                  <a:lnTo>
                    <a:pt x="23881" y="226269"/>
                  </a:lnTo>
                  <a:lnTo>
                    <a:pt x="24289" y="228230"/>
                  </a:lnTo>
                  <a:lnTo>
                    <a:pt x="24729" y="229412"/>
                  </a:lnTo>
                  <a:lnTo>
                    <a:pt x="25311" y="229984"/>
                  </a:lnTo>
                  <a:lnTo>
                    <a:pt x="26051" y="229841"/>
                  </a:lnTo>
                  <a:lnTo>
                    <a:pt x="29030" y="226379"/>
                  </a:lnTo>
                  <a:lnTo>
                    <a:pt x="30043" y="225680"/>
                  </a:lnTo>
                  <a:lnTo>
                    <a:pt x="32474" y="225249"/>
                  </a:lnTo>
                  <a:lnTo>
                    <a:pt x="34144" y="223913"/>
                  </a:lnTo>
                  <a:lnTo>
                    <a:pt x="35621" y="222512"/>
                  </a:lnTo>
                  <a:lnTo>
                    <a:pt x="35799" y="220001"/>
                  </a:lnTo>
                  <a:lnTo>
                    <a:pt x="36368" y="216165"/>
                  </a:lnTo>
                  <a:lnTo>
                    <a:pt x="38103" y="211170"/>
                  </a:lnTo>
                  <a:lnTo>
                    <a:pt x="38590" y="208941"/>
                  </a:lnTo>
                  <a:lnTo>
                    <a:pt x="39116" y="204684"/>
                  </a:lnTo>
                  <a:lnTo>
                    <a:pt x="39675" y="200800"/>
                  </a:lnTo>
                  <a:lnTo>
                    <a:pt x="40154" y="199186"/>
                  </a:lnTo>
                  <a:lnTo>
                    <a:pt x="42882" y="194924"/>
                  </a:lnTo>
                  <a:lnTo>
                    <a:pt x="45552" y="191005"/>
                  </a:lnTo>
                  <a:lnTo>
                    <a:pt x="45988" y="189230"/>
                  </a:lnTo>
                  <a:lnTo>
                    <a:pt x="47715" y="181101"/>
                  </a:lnTo>
                  <a:lnTo>
                    <a:pt x="48703" y="175584"/>
                  </a:lnTo>
                  <a:lnTo>
                    <a:pt x="48960" y="173809"/>
                  </a:lnTo>
                  <a:lnTo>
                    <a:pt x="49531" y="169013"/>
                  </a:lnTo>
                  <a:lnTo>
                    <a:pt x="50150" y="164245"/>
                  </a:lnTo>
                  <a:lnTo>
                    <a:pt x="50975" y="163143"/>
                  </a:lnTo>
                  <a:lnTo>
                    <a:pt x="52807" y="161325"/>
                  </a:lnTo>
                  <a:lnTo>
                    <a:pt x="54260" y="159547"/>
                  </a:lnTo>
                  <a:lnTo>
                    <a:pt x="55004" y="157518"/>
                  </a:lnTo>
                  <a:lnTo>
                    <a:pt x="55455" y="155744"/>
                  </a:lnTo>
                  <a:lnTo>
                    <a:pt x="55370" y="153984"/>
                  </a:lnTo>
                  <a:lnTo>
                    <a:pt x="54967" y="151900"/>
                  </a:lnTo>
                  <a:lnTo>
                    <a:pt x="55053" y="150662"/>
                  </a:lnTo>
                  <a:lnTo>
                    <a:pt x="55127" y="149442"/>
                  </a:lnTo>
                  <a:lnTo>
                    <a:pt x="56181" y="146950"/>
                  </a:lnTo>
                  <a:lnTo>
                    <a:pt x="58168" y="139583"/>
                  </a:lnTo>
                  <a:lnTo>
                    <a:pt x="59357" y="135902"/>
                  </a:lnTo>
                  <a:lnTo>
                    <a:pt x="59752" y="135906"/>
                  </a:lnTo>
                  <a:lnTo>
                    <a:pt x="60996" y="133949"/>
                  </a:lnTo>
                  <a:lnTo>
                    <a:pt x="62179" y="131732"/>
                  </a:lnTo>
                  <a:lnTo>
                    <a:pt x="62111" y="130725"/>
                  </a:lnTo>
                  <a:lnTo>
                    <a:pt x="61963" y="129422"/>
                  </a:lnTo>
                  <a:lnTo>
                    <a:pt x="61284" y="128837"/>
                  </a:lnTo>
                  <a:lnTo>
                    <a:pt x="61072" y="127273"/>
                  </a:lnTo>
                  <a:lnTo>
                    <a:pt x="61238" y="125033"/>
                  </a:lnTo>
                  <a:lnTo>
                    <a:pt x="61805" y="119005"/>
                  </a:lnTo>
                  <a:lnTo>
                    <a:pt x="61688" y="117275"/>
                  </a:lnTo>
                  <a:lnTo>
                    <a:pt x="60997" y="111690"/>
                  </a:lnTo>
                  <a:lnTo>
                    <a:pt x="61151" y="110148"/>
                  </a:lnTo>
                  <a:lnTo>
                    <a:pt x="61436" y="108569"/>
                  </a:lnTo>
                  <a:lnTo>
                    <a:pt x="62207" y="106466"/>
                  </a:lnTo>
                  <a:lnTo>
                    <a:pt x="63204" y="104720"/>
                  </a:lnTo>
                  <a:lnTo>
                    <a:pt x="66396" y="100567"/>
                  </a:lnTo>
                  <a:lnTo>
                    <a:pt x="67043" y="100111"/>
                  </a:lnTo>
                  <a:lnTo>
                    <a:pt x="68151" y="99061"/>
                  </a:lnTo>
                  <a:lnTo>
                    <a:pt x="68830" y="96846"/>
                  </a:lnTo>
                  <a:lnTo>
                    <a:pt x="68915" y="94958"/>
                  </a:lnTo>
                  <a:lnTo>
                    <a:pt x="68618" y="93785"/>
                  </a:lnTo>
                  <a:lnTo>
                    <a:pt x="67955" y="92212"/>
                  </a:lnTo>
                  <a:lnTo>
                    <a:pt x="66709" y="90786"/>
                  </a:lnTo>
                  <a:lnTo>
                    <a:pt x="65586" y="89550"/>
                  </a:lnTo>
                  <a:lnTo>
                    <a:pt x="63679" y="89680"/>
                  </a:lnTo>
                  <a:lnTo>
                    <a:pt x="62687" y="88616"/>
                  </a:lnTo>
                  <a:lnTo>
                    <a:pt x="62419" y="87873"/>
                  </a:lnTo>
                  <a:lnTo>
                    <a:pt x="62280" y="85250"/>
                  </a:lnTo>
                  <a:lnTo>
                    <a:pt x="62471" y="80819"/>
                  </a:lnTo>
                  <a:lnTo>
                    <a:pt x="62175" y="80428"/>
                  </a:lnTo>
                  <a:lnTo>
                    <a:pt x="61750" y="80951"/>
                  </a:lnTo>
                  <a:lnTo>
                    <a:pt x="60742" y="80425"/>
                  </a:lnTo>
                  <a:lnTo>
                    <a:pt x="59504" y="80493"/>
                  </a:lnTo>
                  <a:lnTo>
                    <a:pt x="59032" y="79260"/>
                  </a:lnTo>
                  <a:lnTo>
                    <a:pt x="59267" y="77771"/>
                  </a:lnTo>
                  <a:lnTo>
                    <a:pt x="59198" y="75787"/>
                  </a:lnTo>
                  <a:lnTo>
                    <a:pt x="59014" y="73901"/>
                  </a:lnTo>
                  <a:lnTo>
                    <a:pt x="58821" y="73507"/>
                  </a:lnTo>
                  <a:lnTo>
                    <a:pt x="58230" y="73058"/>
                  </a:lnTo>
                  <a:lnTo>
                    <a:pt x="57309" y="71429"/>
                  </a:lnTo>
                  <a:lnTo>
                    <a:pt x="56567" y="69421"/>
                  </a:lnTo>
                  <a:lnTo>
                    <a:pt x="56131" y="68060"/>
                  </a:lnTo>
                  <a:lnTo>
                    <a:pt x="55997" y="67123"/>
                  </a:lnTo>
                  <a:lnTo>
                    <a:pt x="56039" y="66502"/>
                  </a:lnTo>
                  <a:lnTo>
                    <a:pt x="56579" y="64756"/>
                  </a:lnTo>
                  <a:lnTo>
                    <a:pt x="57227" y="62308"/>
                  </a:lnTo>
                  <a:lnTo>
                    <a:pt x="57466" y="60203"/>
                  </a:lnTo>
                  <a:lnTo>
                    <a:pt x="57537" y="58678"/>
                  </a:lnTo>
                  <a:lnTo>
                    <a:pt x="57357" y="57552"/>
                  </a:lnTo>
                  <a:lnTo>
                    <a:pt x="56765" y="56174"/>
                  </a:lnTo>
                  <a:lnTo>
                    <a:pt x="56133" y="54971"/>
                  </a:lnTo>
                  <a:lnTo>
                    <a:pt x="55879" y="53925"/>
                  </a:lnTo>
                  <a:lnTo>
                    <a:pt x="55869" y="52345"/>
                  </a:lnTo>
                  <a:lnTo>
                    <a:pt x="56104" y="50369"/>
                  </a:lnTo>
                  <a:lnTo>
                    <a:pt x="56849" y="48877"/>
                  </a:lnTo>
                  <a:lnTo>
                    <a:pt x="58168" y="47461"/>
                  </a:lnTo>
                  <a:lnTo>
                    <a:pt x="58507" y="45702"/>
                  </a:lnTo>
                  <a:lnTo>
                    <a:pt x="58464" y="44399"/>
                  </a:lnTo>
                  <a:lnTo>
                    <a:pt x="58104" y="44009"/>
                  </a:lnTo>
                  <a:lnTo>
                    <a:pt x="57177" y="44000"/>
                  </a:lnTo>
                  <a:lnTo>
                    <a:pt x="55613" y="43554"/>
                  </a:lnTo>
                  <a:lnTo>
                    <a:pt x="55348" y="42837"/>
                  </a:lnTo>
                  <a:lnTo>
                    <a:pt x="55173" y="41873"/>
                  </a:lnTo>
                  <a:lnTo>
                    <a:pt x="55171" y="40918"/>
                  </a:lnTo>
                  <a:lnTo>
                    <a:pt x="55501" y="39832"/>
                  </a:lnTo>
                  <a:lnTo>
                    <a:pt x="55898" y="38457"/>
                  </a:lnTo>
                  <a:lnTo>
                    <a:pt x="55829" y="37118"/>
                  </a:lnTo>
                  <a:lnTo>
                    <a:pt x="55370" y="35604"/>
                  </a:lnTo>
                  <a:lnTo>
                    <a:pt x="54268" y="34496"/>
                  </a:lnTo>
                  <a:lnTo>
                    <a:pt x="54120" y="32933"/>
                  </a:lnTo>
                  <a:lnTo>
                    <a:pt x="54289" y="31629"/>
                  </a:lnTo>
                  <a:lnTo>
                    <a:pt x="54654" y="29769"/>
                  </a:lnTo>
                  <a:lnTo>
                    <a:pt x="54971" y="28477"/>
                  </a:lnTo>
                  <a:lnTo>
                    <a:pt x="55722" y="24800"/>
                  </a:lnTo>
                  <a:lnTo>
                    <a:pt x="56632" y="23997"/>
                  </a:lnTo>
                  <a:lnTo>
                    <a:pt x="57748" y="22808"/>
                  </a:lnTo>
                  <a:lnTo>
                    <a:pt x="58983" y="21493"/>
                  </a:lnTo>
                  <a:lnTo>
                    <a:pt x="60882" y="22479"/>
                  </a:lnTo>
                  <a:lnTo>
                    <a:pt x="61807" y="22959"/>
                  </a:lnTo>
                  <a:lnTo>
                    <a:pt x="63678" y="24083"/>
                  </a:lnTo>
                  <a:lnTo>
                    <a:pt x="65246" y="25025"/>
                  </a:lnTo>
                  <a:lnTo>
                    <a:pt x="66847" y="25292"/>
                  </a:lnTo>
                  <a:lnTo>
                    <a:pt x="67511" y="25227"/>
                  </a:lnTo>
                  <a:lnTo>
                    <a:pt x="68247" y="26340"/>
                  </a:lnTo>
                  <a:lnTo>
                    <a:pt x="70059" y="28250"/>
                  </a:lnTo>
                  <a:lnTo>
                    <a:pt x="71530" y="29254"/>
                  </a:lnTo>
                  <a:lnTo>
                    <a:pt x="72526" y="29244"/>
                  </a:lnTo>
                  <a:lnTo>
                    <a:pt x="73997" y="27555"/>
                  </a:lnTo>
                  <a:lnTo>
                    <a:pt x="74729" y="26009"/>
                  </a:lnTo>
                  <a:lnTo>
                    <a:pt x="75717" y="24314"/>
                  </a:lnTo>
                  <a:lnTo>
                    <a:pt x="76980" y="24379"/>
                  </a:lnTo>
                  <a:lnTo>
                    <a:pt x="79713" y="21767"/>
                  </a:lnTo>
                  <a:lnTo>
                    <a:pt x="80225" y="22218"/>
                  </a:lnTo>
                  <a:lnTo>
                    <a:pt x="81037" y="22366"/>
                  </a:lnTo>
                  <a:lnTo>
                    <a:pt x="82016" y="20857"/>
                  </a:lnTo>
                  <a:lnTo>
                    <a:pt x="82523" y="19065"/>
                  </a:lnTo>
                  <a:lnTo>
                    <a:pt x="82605" y="18171"/>
                  </a:lnTo>
                  <a:lnTo>
                    <a:pt x="82849" y="17510"/>
                  </a:lnTo>
                  <a:lnTo>
                    <a:pt x="83895" y="16371"/>
                  </a:lnTo>
                  <a:lnTo>
                    <a:pt x="84944" y="14797"/>
                  </a:lnTo>
                  <a:lnTo>
                    <a:pt x="85231" y="12718"/>
                  </a:lnTo>
                  <a:lnTo>
                    <a:pt x="85403" y="11313"/>
                  </a:lnTo>
                  <a:lnTo>
                    <a:pt x="86556" y="9492"/>
                  </a:lnTo>
                  <a:lnTo>
                    <a:pt x="87752" y="7600"/>
                  </a:lnTo>
                  <a:lnTo>
                    <a:pt x="89007" y="5619"/>
                  </a:lnTo>
                  <a:lnTo>
                    <a:pt x="90431" y="3368"/>
                  </a:lnTo>
                  <a:lnTo>
                    <a:pt x="91636" y="146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3"/>
            <p:cNvSpPr/>
            <p:nvPr/>
          </p:nvSpPr>
          <p:spPr>
            <a:xfrm>
              <a:off x="3754348" y="3993431"/>
              <a:ext cx="301" cy="963"/>
            </a:xfrm>
            <a:custGeom>
              <a:avLst/>
              <a:pathLst>
                <a:path w="301" h="963">
                  <a:moveTo>
                    <a:pt x="233" y="963"/>
                  </a:moveTo>
                  <a:lnTo>
                    <a:pt x="0" y="917"/>
                  </a:lnTo>
                  <a:lnTo>
                    <a:pt x="100" y="738"/>
                  </a:lnTo>
                  <a:lnTo>
                    <a:pt x="186" y="600"/>
                  </a:lnTo>
                  <a:lnTo>
                    <a:pt x="240" y="349"/>
                  </a:lnTo>
                  <a:lnTo>
                    <a:pt x="255" y="0"/>
                  </a:lnTo>
                  <a:lnTo>
                    <a:pt x="301" y="346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4"/>
            <p:cNvSpPr/>
            <p:nvPr/>
          </p:nvSpPr>
          <p:spPr>
            <a:xfrm>
              <a:off x="3753712" y="3992387"/>
              <a:ext cx="441" cy="2103"/>
            </a:xfrm>
            <a:custGeom>
              <a:avLst/>
              <a:pathLst>
                <a:path w="441" h="2103">
                  <a:moveTo>
                    <a:pt x="122" y="1644"/>
                  </a:moveTo>
                  <a:lnTo>
                    <a:pt x="232" y="1791"/>
                  </a:lnTo>
                  <a:lnTo>
                    <a:pt x="381" y="1633"/>
                  </a:lnTo>
                  <a:lnTo>
                    <a:pt x="441" y="1817"/>
                  </a:lnTo>
                  <a:lnTo>
                    <a:pt x="209" y="2103"/>
                  </a:lnTo>
                  <a:lnTo>
                    <a:pt x="68" y="1581"/>
                  </a:lnTo>
                  <a:lnTo>
                    <a:pt x="0" y="724"/>
                  </a:lnTo>
                  <a:lnTo>
                    <a:pt x="46" y="0"/>
                  </a:lnTo>
                  <a:lnTo>
                    <a:pt x="46" y="291"/>
                  </a:lnTo>
                  <a:lnTo>
                    <a:pt x="61" y="530"/>
                  </a:lnTo>
                  <a:lnTo>
                    <a:pt x="112" y="1007"/>
                  </a:lnTo>
                  <a:lnTo>
                    <a:pt x="75" y="13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5"/>
            <p:cNvSpPr/>
            <p:nvPr/>
          </p:nvSpPr>
          <p:spPr>
            <a:xfrm>
              <a:off x="3837893" y="3942286"/>
              <a:ext cx="1358" cy="3944"/>
            </a:xfrm>
            <a:custGeom>
              <a:avLst/>
              <a:pathLst>
                <a:path w="1358" h="3944">
                  <a:moveTo>
                    <a:pt x="1358" y="1841"/>
                  </a:moveTo>
                  <a:lnTo>
                    <a:pt x="1084" y="3944"/>
                  </a:lnTo>
                  <a:lnTo>
                    <a:pt x="579" y="2787"/>
                  </a:lnTo>
                  <a:lnTo>
                    <a:pt x="0" y="2418"/>
                  </a:lnTo>
                  <a:lnTo>
                    <a:pt x="111" y="857"/>
                  </a:lnTo>
                  <a:lnTo>
                    <a:pt x="590" y="637"/>
                  </a:lnTo>
                  <a:lnTo>
                    <a:pt x="824" y="554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6"/>
            <p:cNvSpPr/>
            <p:nvPr/>
          </p:nvSpPr>
          <p:spPr>
            <a:xfrm>
              <a:off x="3518388" y="3847426"/>
              <a:ext cx="1430" cy="6351"/>
            </a:xfrm>
            <a:custGeom>
              <a:avLst/>
              <a:pathLst>
                <a:path w="1430" h="6351">
                  <a:moveTo>
                    <a:pt x="1367" y="4640"/>
                  </a:moveTo>
                  <a:lnTo>
                    <a:pt x="1144" y="5814"/>
                  </a:lnTo>
                  <a:lnTo>
                    <a:pt x="763" y="6351"/>
                  </a:lnTo>
                  <a:lnTo>
                    <a:pt x="556" y="3370"/>
                  </a:lnTo>
                  <a:lnTo>
                    <a:pt x="0" y="1269"/>
                  </a:lnTo>
                  <a:lnTo>
                    <a:pt x="222" y="1269"/>
                  </a:lnTo>
                  <a:lnTo>
                    <a:pt x="747" y="2346"/>
                  </a:lnTo>
                  <a:lnTo>
                    <a:pt x="937" y="5179"/>
                  </a:lnTo>
                  <a:lnTo>
                    <a:pt x="1129" y="4348"/>
                  </a:lnTo>
                  <a:lnTo>
                    <a:pt x="1081" y="3468"/>
                  </a:lnTo>
                  <a:lnTo>
                    <a:pt x="1192" y="2637"/>
                  </a:lnTo>
                  <a:lnTo>
                    <a:pt x="1112" y="1708"/>
                  </a:lnTo>
                  <a:lnTo>
                    <a:pt x="827" y="291"/>
                  </a:lnTo>
                  <a:lnTo>
                    <a:pt x="921" y="0"/>
                  </a:lnTo>
                  <a:lnTo>
                    <a:pt x="1382" y="1220"/>
                  </a:lnTo>
                  <a:lnTo>
                    <a:pt x="1430" y="219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7"/>
            <p:cNvSpPr/>
            <p:nvPr/>
          </p:nvSpPr>
          <p:spPr>
            <a:xfrm>
              <a:off x="2724151" y="2037924"/>
              <a:ext cx="3052" cy="3908"/>
            </a:xfrm>
            <a:custGeom>
              <a:avLst/>
              <a:pathLst>
                <a:path w="3052" h="3908">
                  <a:moveTo>
                    <a:pt x="3052" y="3064"/>
                  </a:moveTo>
                  <a:lnTo>
                    <a:pt x="3011" y="3908"/>
                  </a:lnTo>
                  <a:lnTo>
                    <a:pt x="2299" y="2845"/>
                  </a:lnTo>
                  <a:lnTo>
                    <a:pt x="1953" y="1688"/>
                  </a:lnTo>
                  <a:lnTo>
                    <a:pt x="0" y="1157"/>
                  </a:lnTo>
                  <a:lnTo>
                    <a:pt x="813" y="0"/>
                  </a:lnTo>
                  <a:lnTo>
                    <a:pt x="1211" y="343"/>
                  </a:lnTo>
                  <a:lnTo>
                    <a:pt x="2589" y="390"/>
                  </a:lnTo>
                  <a:lnTo>
                    <a:pt x="2976" y="87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8"/>
            <p:cNvSpPr/>
            <p:nvPr/>
          </p:nvSpPr>
          <p:spPr>
            <a:xfrm>
              <a:off x="2722954" y="1998063"/>
              <a:ext cx="41942" cy="115007"/>
            </a:xfrm>
            <a:custGeom>
              <a:avLst/>
              <a:pathLst>
                <a:path w="41942" h="115007">
                  <a:moveTo>
                    <a:pt x="40110" y="37737"/>
                  </a:moveTo>
                  <a:lnTo>
                    <a:pt x="40516" y="38777"/>
                  </a:lnTo>
                  <a:lnTo>
                    <a:pt x="40697" y="39849"/>
                  </a:lnTo>
                  <a:lnTo>
                    <a:pt x="39988" y="40251"/>
                  </a:lnTo>
                  <a:lnTo>
                    <a:pt x="39248" y="40032"/>
                  </a:lnTo>
                  <a:lnTo>
                    <a:pt x="38887" y="40736"/>
                  </a:lnTo>
                  <a:lnTo>
                    <a:pt x="38864" y="42092"/>
                  </a:lnTo>
                  <a:lnTo>
                    <a:pt x="39114" y="43840"/>
                  </a:lnTo>
                  <a:lnTo>
                    <a:pt x="39609" y="45079"/>
                  </a:lnTo>
                  <a:lnTo>
                    <a:pt x="40004" y="47872"/>
                  </a:lnTo>
                  <a:lnTo>
                    <a:pt x="40332" y="50970"/>
                  </a:lnTo>
                  <a:lnTo>
                    <a:pt x="40842" y="52841"/>
                  </a:lnTo>
                  <a:lnTo>
                    <a:pt x="40947" y="55165"/>
                  </a:lnTo>
                  <a:lnTo>
                    <a:pt x="40872" y="56306"/>
                  </a:lnTo>
                  <a:lnTo>
                    <a:pt x="40965" y="58357"/>
                  </a:lnTo>
                  <a:lnTo>
                    <a:pt x="40748" y="59080"/>
                  </a:lnTo>
                  <a:lnTo>
                    <a:pt x="40911" y="61006"/>
                  </a:lnTo>
                  <a:lnTo>
                    <a:pt x="41511" y="64993"/>
                  </a:lnTo>
                  <a:lnTo>
                    <a:pt x="41773" y="67213"/>
                  </a:lnTo>
                  <a:lnTo>
                    <a:pt x="41942" y="72061"/>
                  </a:lnTo>
                  <a:lnTo>
                    <a:pt x="41519" y="73878"/>
                  </a:lnTo>
                  <a:lnTo>
                    <a:pt x="40950" y="75602"/>
                  </a:lnTo>
                  <a:lnTo>
                    <a:pt x="40578" y="77645"/>
                  </a:lnTo>
                  <a:lnTo>
                    <a:pt x="40291" y="79851"/>
                  </a:lnTo>
                  <a:lnTo>
                    <a:pt x="40117" y="83408"/>
                  </a:lnTo>
                  <a:lnTo>
                    <a:pt x="38885" y="87577"/>
                  </a:lnTo>
                  <a:lnTo>
                    <a:pt x="38361" y="88613"/>
                  </a:lnTo>
                  <a:lnTo>
                    <a:pt x="37753" y="89251"/>
                  </a:lnTo>
                  <a:lnTo>
                    <a:pt x="39081" y="92167"/>
                  </a:lnTo>
                  <a:lnTo>
                    <a:pt x="37996" y="93467"/>
                  </a:lnTo>
                  <a:lnTo>
                    <a:pt x="36812" y="93877"/>
                  </a:lnTo>
                  <a:lnTo>
                    <a:pt x="35502" y="93147"/>
                  </a:lnTo>
                  <a:lnTo>
                    <a:pt x="34686" y="93236"/>
                  </a:lnTo>
                  <a:lnTo>
                    <a:pt x="33941" y="94180"/>
                  </a:lnTo>
                  <a:lnTo>
                    <a:pt x="33647" y="94751"/>
                  </a:lnTo>
                  <a:lnTo>
                    <a:pt x="33413" y="94476"/>
                  </a:lnTo>
                  <a:lnTo>
                    <a:pt x="32921" y="92083"/>
                  </a:lnTo>
                  <a:lnTo>
                    <a:pt x="32561" y="94554"/>
                  </a:lnTo>
                  <a:lnTo>
                    <a:pt x="31806" y="95340"/>
                  </a:lnTo>
                  <a:lnTo>
                    <a:pt x="30513" y="95173"/>
                  </a:lnTo>
                  <a:lnTo>
                    <a:pt x="28354" y="95831"/>
                  </a:lnTo>
                  <a:lnTo>
                    <a:pt x="27523" y="96535"/>
                  </a:lnTo>
                  <a:lnTo>
                    <a:pt x="27178" y="97635"/>
                  </a:lnTo>
                  <a:lnTo>
                    <a:pt x="26922" y="98908"/>
                  </a:lnTo>
                  <a:lnTo>
                    <a:pt x="26584" y="99660"/>
                  </a:lnTo>
                  <a:lnTo>
                    <a:pt x="26203" y="100055"/>
                  </a:lnTo>
                  <a:lnTo>
                    <a:pt x="24536" y="100993"/>
                  </a:lnTo>
                  <a:lnTo>
                    <a:pt x="24207" y="101368"/>
                  </a:lnTo>
                  <a:lnTo>
                    <a:pt x="23435" y="103423"/>
                  </a:lnTo>
                  <a:lnTo>
                    <a:pt x="22423" y="104610"/>
                  </a:lnTo>
                  <a:lnTo>
                    <a:pt x="21584" y="104966"/>
                  </a:lnTo>
                  <a:lnTo>
                    <a:pt x="20840" y="103770"/>
                  </a:lnTo>
                  <a:lnTo>
                    <a:pt x="20534" y="103052"/>
                  </a:lnTo>
                  <a:lnTo>
                    <a:pt x="20188" y="102687"/>
                  </a:lnTo>
                  <a:lnTo>
                    <a:pt x="19045" y="102743"/>
                  </a:lnTo>
                  <a:lnTo>
                    <a:pt x="19406" y="103112"/>
                  </a:lnTo>
                  <a:lnTo>
                    <a:pt x="19639" y="103956"/>
                  </a:lnTo>
                  <a:lnTo>
                    <a:pt x="19752" y="105574"/>
                  </a:lnTo>
                  <a:lnTo>
                    <a:pt x="19622" y="107160"/>
                  </a:lnTo>
                  <a:lnTo>
                    <a:pt x="19058" y="107965"/>
                  </a:lnTo>
                  <a:lnTo>
                    <a:pt x="18385" y="108113"/>
                  </a:lnTo>
                  <a:lnTo>
                    <a:pt x="17323" y="109758"/>
                  </a:lnTo>
                  <a:lnTo>
                    <a:pt x="15917" y="110207"/>
                  </a:lnTo>
                  <a:lnTo>
                    <a:pt x="15158" y="111722"/>
                  </a:lnTo>
                  <a:lnTo>
                    <a:pt x="10514" y="114283"/>
                  </a:lnTo>
                  <a:lnTo>
                    <a:pt x="10251" y="114313"/>
                  </a:lnTo>
                  <a:lnTo>
                    <a:pt x="9610" y="113661"/>
                  </a:lnTo>
                  <a:lnTo>
                    <a:pt x="8915" y="113372"/>
                  </a:lnTo>
                  <a:lnTo>
                    <a:pt x="8223" y="113576"/>
                  </a:lnTo>
                  <a:lnTo>
                    <a:pt x="6277" y="115007"/>
                  </a:lnTo>
                  <a:lnTo>
                    <a:pt x="5334" y="114723"/>
                  </a:lnTo>
                  <a:lnTo>
                    <a:pt x="6536" y="111166"/>
                  </a:lnTo>
                  <a:lnTo>
                    <a:pt x="8150" y="109371"/>
                  </a:lnTo>
                  <a:lnTo>
                    <a:pt x="8319" y="108879"/>
                  </a:lnTo>
                  <a:lnTo>
                    <a:pt x="7790" y="108639"/>
                  </a:lnTo>
                  <a:lnTo>
                    <a:pt x="4722" y="109885"/>
                  </a:lnTo>
                  <a:lnTo>
                    <a:pt x="3656" y="110947"/>
                  </a:lnTo>
                  <a:lnTo>
                    <a:pt x="2590" y="111256"/>
                  </a:lnTo>
                  <a:lnTo>
                    <a:pt x="3084" y="109634"/>
                  </a:lnTo>
                  <a:lnTo>
                    <a:pt x="4458" y="107413"/>
                  </a:lnTo>
                  <a:lnTo>
                    <a:pt x="5196" y="106367"/>
                  </a:lnTo>
                  <a:lnTo>
                    <a:pt x="5646" y="105953"/>
                  </a:lnTo>
                  <a:lnTo>
                    <a:pt x="6159" y="104649"/>
                  </a:lnTo>
                  <a:lnTo>
                    <a:pt x="7608" y="103167"/>
                  </a:lnTo>
                  <a:lnTo>
                    <a:pt x="2941" y="106223"/>
                  </a:lnTo>
                  <a:lnTo>
                    <a:pt x="1716" y="105851"/>
                  </a:lnTo>
                  <a:lnTo>
                    <a:pt x="1427" y="104998"/>
                  </a:lnTo>
                  <a:lnTo>
                    <a:pt x="472" y="105398"/>
                  </a:lnTo>
                  <a:lnTo>
                    <a:pt x="110" y="103335"/>
                  </a:lnTo>
                  <a:lnTo>
                    <a:pt x="1525" y="100209"/>
                  </a:lnTo>
                  <a:lnTo>
                    <a:pt x="2349" y="98865"/>
                  </a:lnTo>
                  <a:lnTo>
                    <a:pt x="3328" y="98139"/>
                  </a:lnTo>
                  <a:lnTo>
                    <a:pt x="4270" y="97097"/>
                  </a:lnTo>
                  <a:lnTo>
                    <a:pt x="4620" y="95823"/>
                  </a:lnTo>
                  <a:lnTo>
                    <a:pt x="4176" y="95418"/>
                  </a:lnTo>
                  <a:lnTo>
                    <a:pt x="1352" y="95741"/>
                  </a:lnTo>
                  <a:lnTo>
                    <a:pt x="0" y="95470"/>
                  </a:lnTo>
                  <a:lnTo>
                    <a:pt x="73" y="94460"/>
                  </a:lnTo>
                  <a:lnTo>
                    <a:pt x="322" y="93342"/>
                  </a:lnTo>
                  <a:lnTo>
                    <a:pt x="1723" y="91428"/>
                  </a:lnTo>
                  <a:lnTo>
                    <a:pt x="2481" y="91121"/>
                  </a:lnTo>
                  <a:lnTo>
                    <a:pt x="3157" y="91303"/>
                  </a:lnTo>
                  <a:lnTo>
                    <a:pt x="3817" y="91793"/>
                  </a:lnTo>
                  <a:lnTo>
                    <a:pt x="4354" y="92434"/>
                  </a:lnTo>
                  <a:lnTo>
                    <a:pt x="5942" y="92066"/>
                  </a:lnTo>
                  <a:lnTo>
                    <a:pt x="5279" y="90844"/>
                  </a:lnTo>
                  <a:lnTo>
                    <a:pt x="5162" y="88361"/>
                  </a:lnTo>
                  <a:lnTo>
                    <a:pt x="4654" y="87527"/>
                  </a:lnTo>
                  <a:lnTo>
                    <a:pt x="5304" y="86376"/>
                  </a:lnTo>
                  <a:lnTo>
                    <a:pt x="6047" y="85676"/>
                  </a:lnTo>
                  <a:lnTo>
                    <a:pt x="7287" y="83295"/>
                  </a:lnTo>
                  <a:lnTo>
                    <a:pt x="7728" y="82933"/>
                  </a:lnTo>
                  <a:lnTo>
                    <a:pt x="10180" y="82355"/>
                  </a:lnTo>
                  <a:lnTo>
                    <a:pt x="12825" y="81102"/>
                  </a:lnTo>
                  <a:lnTo>
                    <a:pt x="15447" y="79374"/>
                  </a:lnTo>
                  <a:lnTo>
                    <a:pt x="14102" y="78408"/>
                  </a:lnTo>
                  <a:lnTo>
                    <a:pt x="13458" y="77134"/>
                  </a:lnTo>
                  <a:lnTo>
                    <a:pt x="12424" y="79710"/>
                  </a:lnTo>
                  <a:lnTo>
                    <a:pt x="11679" y="80695"/>
                  </a:lnTo>
                  <a:lnTo>
                    <a:pt x="9575" y="81222"/>
                  </a:lnTo>
                  <a:lnTo>
                    <a:pt x="8909" y="80932"/>
                  </a:lnTo>
                  <a:lnTo>
                    <a:pt x="7971" y="80133"/>
                  </a:lnTo>
                  <a:lnTo>
                    <a:pt x="7680" y="80437"/>
                  </a:lnTo>
                  <a:lnTo>
                    <a:pt x="7409" y="81054"/>
                  </a:lnTo>
                  <a:lnTo>
                    <a:pt x="6016" y="82318"/>
                  </a:lnTo>
                  <a:lnTo>
                    <a:pt x="4553" y="82621"/>
                  </a:lnTo>
                  <a:lnTo>
                    <a:pt x="6254" y="80303"/>
                  </a:lnTo>
                  <a:lnTo>
                    <a:pt x="8414" y="76374"/>
                  </a:lnTo>
                  <a:lnTo>
                    <a:pt x="8895" y="75132"/>
                  </a:lnTo>
                  <a:lnTo>
                    <a:pt x="9580" y="72973"/>
                  </a:lnTo>
                  <a:lnTo>
                    <a:pt x="9368" y="72012"/>
                  </a:lnTo>
                  <a:lnTo>
                    <a:pt x="8924" y="71466"/>
                  </a:lnTo>
                  <a:lnTo>
                    <a:pt x="10488" y="67024"/>
                  </a:lnTo>
                  <a:lnTo>
                    <a:pt x="11039" y="66218"/>
                  </a:lnTo>
                  <a:lnTo>
                    <a:pt x="12042" y="66088"/>
                  </a:lnTo>
                  <a:lnTo>
                    <a:pt x="12777" y="65384"/>
                  </a:lnTo>
                  <a:lnTo>
                    <a:pt x="13101" y="65381"/>
                  </a:lnTo>
                  <a:lnTo>
                    <a:pt x="13392" y="65119"/>
                  </a:lnTo>
                  <a:lnTo>
                    <a:pt x="14036" y="63788"/>
                  </a:lnTo>
                  <a:lnTo>
                    <a:pt x="13042" y="62941"/>
                  </a:lnTo>
                  <a:lnTo>
                    <a:pt x="12016" y="62506"/>
                  </a:lnTo>
                  <a:lnTo>
                    <a:pt x="8839" y="62967"/>
                  </a:lnTo>
                  <a:lnTo>
                    <a:pt x="8421" y="62868"/>
                  </a:lnTo>
                  <a:lnTo>
                    <a:pt x="8027" y="62459"/>
                  </a:lnTo>
                  <a:lnTo>
                    <a:pt x="7772" y="61871"/>
                  </a:lnTo>
                  <a:lnTo>
                    <a:pt x="7580" y="60362"/>
                  </a:lnTo>
                  <a:lnTo>
                    <a:pt x="7347" y="60024"/>
                  </a:lnTo>
                  <a:lnTo>
                    <a:pt x="6630" y="60024"/>
                  </a:lnTo>
                  <a:lnTo>
                    <a:pt x="5923" y="60486"/>
                  </a:lnTo>
                  <a:lnTo>
                    <a:pt x="5430" y="60441"/>
                  </a:lnTo>
                  <a:lnTo>
                    <a:pt x="4945" y="59780"/>
                  </a:lnTo>
                  <a:lnTo>
                    <a:pt x="5718" y="58236"/>
                  </a:lnTo>
                  <a:lnTo>
                    <a:pt x="4722" y="57873"/>
                  </a:lnTo>
                  <a:lnTo>
                    <a:pt x="3714" y="58176"/>
                  </a:lnTo>
                  <a:lnTo>
                    <a:pt x="2874" y="57708"/>
                  </a:lnTo>
                  <a:lnTo>
                    <a:pt x="2847" y="56740"/>
                  </a:lnTo>
                  <a:lnTo>
                    <a:pt x="3228" y="55773"/>
                  </a:lnTo>
                  <a:lnTo>
                    <a:pt x="2730" y="54857"/>
                  </a:lnTo>
                  <a:lnTo>
                    <a:pt x="2626" y="53699"/>
                  </a:lnTo>
                  <a:lnTo>
                    <a:pt x="3158" y="53129"/>
                  </a:lnTo>
                  <a:lnTo>
                    <a:pt x="3738" y="53318"/>
                  </a:lnTo>
                  <a:lnTo>
                    <a:pt x="4921" y="52461"/>
                  </a:lnTo>
                  <a:lnTo>
                    <a:pt x="6437" y="52045"/>
                  </a:lnTo>
                  <a:lnTo>
                    <a:pt x="5137" y="51200"/>
                  </a:lnTo>
                  <a:lnTo>
                    <a:pt x="4619" y="50475"/>
                  </a:lnTo>
                  <a:lnTo>
                    <a:pt x="4594" y="49367"/>
                  </a:lnTo>
                  <a:lnTo>
                    <a:pt x="4697" y="48419"/>
                  </a:lnTo>
                  <a:lnTo>
                    <a:pt x="6202" y="46815"/>
                  </a:lnTo>
                  <a:lnTo>
                    <a:pt x="7806" y="46108"/>
                  </a:lnTo>
                  <a:lnTo>
                    <a:pt x="7688" y="45052"/>
                  </a:lnTo>
                  <a:lnTo>
                    <a:pt x="7800" y="43909"/>
                  </a:lnTo>
                  <a:lnTo>
                    <a:pt x="6178" y="43579"/>
                  </a:lnTo>
                  <a:lnTo>
                    <a:pt x="4577" y="44385"/>
                  </a:lnTo>
                  <a:lnTo>
                    <a:pt x="4749" y="42202"/>
                  </a:lnTo>
                  <a:lnTo>
                    <a:pt x="5132" y="40231"/>
                  </a:lnTo>
                  <a:lnTo>
                    <a:pt x="5208" y="38931"/>
                  </a:lnTo>
                  <a:lnTo>
                    <a:pt x="5131" y="37540"/>
                  </a:lnTo>
                  <a:lnTo>
                    <a:pt x="4381" y="38135"/>
                  </a:lnTo>
                  <a:lnTo>
                    <a:pt x="4293" y="36174"/>
                  </a:lnTo>
                  <a:lnTo>
                    <a:pt x="3971" y="34829"/>
                  </a:lnTo>
                  <a:lnTo>
                    <a:pt x="2860" y="35756"/>
                  </a:lnTo>
                  <a:lnTo>
                    <a:pt x="2889" y="33981"/>
                  </a:lnTo>
                  <a:lnTo>
                    <a:pt x="3209" y="32740"/>
                  </a:lnTo>
                  <a:lnTo>
                    <a:pt x="3790" y="32202"/>
                  </a:lnTo>
                  <a:lnTo>
                    <a:pt x="4367" y="32436"/>
                  </a:lnTo>
                  <a:lnTo>
                    <a:pt x="5438" y="32413"/>
                  </a:lnTo>
                  <a:lnTo>
                    <a:pt x="6470" y="31481"/>
                  </a:lnTo>
                  <a:lnTo>
                    <a:pt x="7959" y="31241"/>
                  </a:lnTo>
                  <a:lnTo>
                    <a:pt x="10331" y="31534"/>
                  </a:lnTo>
                  <a:lnTo>
                    <a:pt x="11962" y="34164"/>
                  </a:lnTo>
                  <a:lnTo>
                    <a:pt x="12383" y="33694"/>
                  </a:lnTo>
                  <a:lnTo>
                    <a:pt x="13035" y="32032"/>
                  </a:lnTo>
                  <a:lnTo>
                    <a:pt x="13341" y="31848"/>
                  </a:lnTo>
                  <a:lnTo>
                    <a:pt x="15799" y="32573"/>
                  </a:lnTo>
                  <a:lnTo>
                    <a:pt x="17325" y="33529"/>
                  </a:lnTo>
                  <a:lnTo>
                    <a:pt x="17734" y="33231"/>
                  </a:lnTo>
                  <a:lnTo>
                    <a:pt x="17513" y="31387"/>
                  </a:lnTo>
                  <a:lnTo>
                    <a:pt x="16988" y="30108"/>
                  </a:lnTo>
                  <a:lnTo>
                    <a:pt x="17648" y="28433"/>
                  </a:lnTo>
                  <a:lnTo>
                    <a:pt x="18450" y="27299"/>
                  </a:lnTo>
                  <a:lnTo>
                    <a:pt x="18986" y="26734"/>
                  </a:lnTo>
                  <a:lnTo>
                    <a:pt x="20224" y="26031"/>
                  </a:lnTo>
                  <a:lnTo>
                    <a:pt x="20764" y="25369"/>
                  </a:lnTo>
                  <a:lnTo>
                    <a:pt x="21123" y="23216"/>
                  </a:lnTo>
                  <a:lnTo>
                    <a:pt x="21695" y="21423"/>
                  </a:lnTo>
                  <a:lnTo>
                    <a:pt x="18589" y="22355"/>
                  </a:lnTo>
                  <a:lnTo>
                    <a:pt x="15634" y="20229"/>
                  </a:lnTo>
                  <a:lnTo>
                    <a:pt x="16103" y="18727"/>
                  </a:lnTo>
                  <a:lnTo>
                    <a:pt x="16727" y="17875"/>
                  </a:lnTo>
                  <a:lnTo>
                    <a:pt x="17804" y="17223"/>
                  </a:lnTo>
                  <a:lnTo>
                    <a:pt x="17905" y="16439"/>
                  </a:lnTo>
                  <a:lnTo>
                    <a:pt x="18450" y="15787"/>
                  </a:lnTo>
                  <a:lnTo>
                    <a:pt x="19351" y="14076"/>
                  </a:lnTo>
                  <a:lnTo>
                    <a:pt x="19020" y="11841"/>
                  </a:lnTo>
                  <a:lnTo>
                    <a:pt x="19198" y="10206"/>
                  </a:lnTo>
                  <a:lnTo>
                    <a:pt x="19846" y="9141"/>
                  </a:lnTo>
                  <a:lnTo>
                    <a:pt x="20049" y="7612"/>
                  </a:lnTo>
                  <a:lnTo>
                    <a:pt x="20338" y="6486"/>
                  </a:lnTo>
                  <a:lnTo>
                    <a:pt x="21655" y="6084"/>
                  </a:lnTo>
                  <a:lnTo>
                    <a:pt x="22920" y="5038"/>
                  </a:lnTo>
                  <a:lnTo>
                    <a:pt x="23376" y="5139"/>
                  </a:lnTo>
                  <a:lnTo>
                    <a:pt x="24871" y="4898"/>
                  </a:lnTo>
                  <a:lnTo>
                    <a:pt x="25377" y="5319"/>
                  </a:lnTo>
                  <a:lnTo>
                    <a:pt x="25261" y="3471"/>
                  </a:lnTo>
                  <a:lnTo>
                    <a:pt x="26179" y="3230"/>
                  </a:lnTo>
                  <a:lnTo>
                    <a:pt x="26538" y="3599"/>
                  </a:lnTo>
                  <a:lnTo>
                    <a:pt x="26695" y="4909"/>
                  </a:lnTo>
                  <a:lnTo>
                    <a:pt x="27112" y="5745"/>
                  </a:lnTo>
                  <a:lnTo>
                    <a:pt x="27241" y="7198"/>
                  </a:lnTo>
                  <a:lnTo>
                    <a:pt x="26961" y="8320"/>
                  </a:lnTo>
                  <a:lnTo>
                    <a:pt x="26494" y="9185"/>
                  </a:lnTo>
                  <a:lnTo>
                    <a:pt x="26922" y="10069"/>
                  </a:lnTo>
                  <a:lnTo>
                    <a:pt x="26259" y="11668"/>
                  </a:lnTo>
                  <a:lnTo>
                    <a:pt x="26974" y="10987"/>
                  </a:lnTo>
                  <a:lnTo>
                    <a:pt x="27993" y="9421"/>
                  </a:lnTo>
                  <a:lnTo>
                    <a:pt x="27940" y="8141"/>
                  </a:lnTo>
                  <a:lnTo>
                    <a:pt x="27766" y="6533"/>
                  </a:lnTo>
                  <a:lnTo>
                    <a:pt x="27483" y="5081"/>
                  </a:lnTo>
                  <a:lnTo>
                    <a:pt x="27613" y="3483"/>
                  </a:lnTo>
                  <a:lnTo>
                    <a:pt x="28186" y="2483"/>
                  </a:lnTo>
                  <a:lnTo>
                    <a:pt x="29691" y="1981"/>
                  </a:lnTo>
                  <a:lnTo>
                    <a:pt x="29074" y="165"/>
                  </a:lnTo>
                  <a:lnTo>
                    <a:pt x="29623" y="0"/>
                  </a:lnTo>
                  <a:lnTo>
                    <a:pt x="30221" y="378"/>
                  </a:lnTo>
                  <a:lnTo>
                    <a:pt x="31099" y="1792"/>
                  </a:lnTo>
                  <a:lnTo>
                    <a:pt x="32013" y="2901"/>
                  </a:lnTo>
                  <a:lnTo>
                    <a:pt x="32961" y="3780"/>
                  </a:lnTo>
                  <a:lnTo>
                    <a:pt x="32050" y="5540"/>
                  </a:lnTo>
                  <a:lnTo>
                    <a:pt x="30930" y="6761"/>
                  </a:lnTo>
                  <a:lnTo>
                    <a:pt x="30490" y="8091"/>
                  </a:lnTo>
                  <a:lnTo>
                    <a:pt x="28969" y="9991"/>
                  </a:lnTo>
                  <a:lnTo>
                    <a:pt x="28733" y="10711"/>
                  </a:lnTo>
                  <a:lnTo>
                    <a:pt x="28304" y="13613"/>
                  </a:lnTo>
                  <a:lnTo>
                    <a:pt x="28254" y="14441"/>
                  </a:lnTo>
                  <a:lnTo>
                    <a:pt x="27764" y="15967"/>
                  </a:lnTo>
                  <a:lnTo>
                    <a:pt x="27301" y="17666"/>
                  </a:lnTo>
                  <a:lnTo>
                    <a:pt x="26762" y="18323"/>
                  </a:lnTo>
                  <a:lnTo>
                    <a:pt x="25959" y="18846"/>
                  </a:lnTo>
                  <a:lnTo>
                    <a:pt x="25502" y="19365"/>
                  </a:lnTo>
                  <a:lnTo>
                    <a:pt x="24927" y="19104"/>
                  </a:lnTo>
                  <a:lnTo>
                    <a:pt x="24200" y="19146"/>
                  </a:lnTo>
                  <a:lnTo>
                    <a:pt x="23838" y="19723"/>
                  </a:lnTo>
                  <a:lnTo>
                    <a:pt x="23856" y="20166"/>
                  </a:lnTo>
                  <a:lnTo>
                    <a:pt x="24073" y="20677"/>
                  </a:lnTo>
                  <a:lnTo>
                    <a:pt x="24711" y="21456"/>
                  </a:lnTo>
                  <a:lnTo>
                    <a:pt x="25418" y="22161"/>
                  </a:lnTo>
                  <a:lnTo>
                    <a:pt x="25340" y="22779"/>
                  </a:lnTo>
                  <a:lnTo>
                    <a:pt x="24961" y="23479"/>
                  </a:lnTo>
                  <a:lnTo>
                    <a:pt x="22552" y="25216"/>
                  </a:lnTo>
                  <a:lnTo>
                    <a:pt x="21835" y="26265"/>
                  </a:lnTo>
                  <a:lnTo>
                    <a:pt x="21586" y="26957"/>
                  </a:lnTo>
                  <a:lnTo>
                    <a:pt x="21841" y="28117"/>
                  </a:lnTo>
                  <a:lnTo>
                    <a:pt x="23762" y="31595"/>
                  </a:lnTo>
                  <a:lnTo>
                    <a:pt x="24089" y="31972"/>
                  </a:lnTo>
                  <a:lnTo>
                    <a:pt x="24373" y="33997"/>
                  </a:lnTo>
                  <a:lnTo>
                    <a:pt x="26067" y="34842"/>
                  </a:lnTo>
                  <a:lnTo>
                    <a:pt x="26761" y="36108"/>
                  </a:lnTo>
                  <a:lnTo>
                    <a:pt x="27358" y="36411"/>
                  </a:lnTo>
                  <a:lnTo>
                    <a:pt x="28656" y="36301"/>
                  </a:lnTo>
                  <a:lnTo>
                    <a:pt x="29178" y="36776"/>
                  </a:lnTo>
                  <a:lnTo>
                    <a:pt x="29472" y="36415"/>
                  </a:lnTo>
                  <a:lnTo>
                    <a:pt x="29643" y="35748"/>
                  </a:lnTo>
                  <a:lnTo>
                    <a:pt x="30736" y="34031"/>
                  </a:lnTo>
                  <a:lnTo>
                    <a:pt x="31097" y="33281"/>
                  </a:lnTo>
                  <a:lnTo>
                    <a:pt x="30880" y="32235"/>
                  </a:lnTo>
                  <a:lnTo>
                    <a:pt x="30644" y="31440"/>
                  </a:lnTo>
                  <a:lnTo>
                    <a:pt x="31309" y="29857"/>
                  </a:lnTo>
                  <a:lnTo>
                    <a:pt x="32114" y="28295"/>
                  </a:lnTo>
                  <a:lnTo>
                    <a:pt x="32518" y="28341"/>
                  </a:lnTo>
                  <a:lnTo>
                    <a:pt x="33206" y="29298"/>
                  </a:lnTo>
                  <a:lnTo>
                    <a:pt x="33772" y="30634"/>
                  </a:lnTo>
                  <a:lnTo>
                    <a:pt x="33849" y="31670"/>
                  </a:lnTo>
                  <a:lnTo>
                    <a:pt x="33954" y="32420"/>
                  </a:lnTo>
                  <a:lnTo>
                    <a:pt x="34490" y="34024"/>
                  </a:lnTo>
                  <a:lnTo>
                    <a:pt x="34836" y="34578"/>
                  </a:lnTo>
                  <a:lnTo>
                    <a:pt x="35769" y="34900"/>
                  </a:lnTo>
                  <a:lnTo>
                    <a:pt x="35987" y="35529"/>
                  </a:lnTo>
                  <a:lnTo>
                    <a:pt x="35820" y="37853"/>
                  </a:lnTo>
                  <a:lnTo>
                    <a:pt x="35959" y="38625"/>
                  </a:lnTo>
                  <a:lnTo>
                    <a:pt x="36936" y="38666"/>
                  </a:lnTo>
                  <a:lnTo>
                    <a:pt x="37973" y="38478"/>
                  </a:lnTo>
                  <a:lnTo>
                    <a:pt x="38335" y="38566"/>
                  </a:lnTo>
                  <a:lnTo>
                    <a:pt x="38710" y="38080"/>
                  </a:lnTo>
                  <a:lnTo>
                    <a:pt x="39286" y="3755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49"/>
            <p:cNvSpPr/>
            <p:nvPr/>
          </p:nvSpPr>
          <p:spPr>
            <a:xfrm>
              <a:off x="3354430" y="2836149"/>
              <a:ext cx="9463" cy="12415"/>
            </a:xfrm>
            <a:custGeom>
              <a:avLst/>
              <a:pathLst>
                <a:path w="9463" h="12415">
                  <a:moveTo>
                    <a:pt x="8584" y="2426"/>
                  </a:moveTo>
                  <a:lnTo>
                    <a:pt x="7690" y="5971"/>
                  </a:lnTo>
                  <a:lnTo>
                    <a:pt x="6338" y="8928"/>
                  </a:lnTo>
                  <a:lnTo>
                    <a:pt x="5759" y="8007"/>
                  </a:lnTo>
                  <a:lnTo>
                    <a:pt x="5312" y="8051"/>
                  </a:lnTo>
                  <a:lnTo>
                    <a:pt x="4347" y="9183"/>
                  </a:lnTo>
                  <a:lnTo>
                    <a:pt x="3649" y="9379"/>
                  </a:lnTo>
                  <a:lnTo>
                    <a:pt x="2385" y="11398"/>
                  </a:lnTo>
                  <a:lnTo>
                    <a:pt x="1237" y="12415"/>
                  </a:lnTo>
                  <a:lnTo>
                    <a:pt x="436" y="12337"/>
                  </a:lnTo>
                  <a:lnTo>
                    <a:pt x="158" y="12134"/>
                  </a:lnTo>
                  <a:lnTo>
                    <a:pt x="0" y="10757"/>
                  </a:lnTo>
                  <a:lnTo>
                    <a:pt x="14" y="10215"/>
                  </a:lnTo>
                  <a:lnTo>
                    <a:pt x="499" y="10499"/>
                  </a:lnTo>
                  <a:lnTo>
                    <a:pt x="2275" y="8665"/>
                  </a:lnTo>
                  <a:lnTo>
                    <a:pt x="4495" y="5653"/>
                  </a:lnTo>
                  <a:lnTo>
                    <a:pt x="4706" y="4316"/>
                  </a:lnTo>
                  <a:lnTo>
                    <a:pt x="4349" y="2136"/>
                  </a:lnTo>
                  <a:lnTo>
                    <a:pt x="4447" y="1643"/>
                  </a:lnTo>
                  <a:lnTo>
                    <a:pt x="5884" y="2761"/>
                  </a:lnTo>
                  <a:lnTo>
                    <a:pt x="7490" y="588"/>
                  </a:lnTo>
                  <a:lnTo>
                    <a:pt x="8834" y="0"/>
                  </a:lnTo>
                  <a:lnTo>
                    <a:pt x="9463" y="151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0"/>
            <p:cNvSpPr/>
            <p:nvPr/>
          </p:nvSpPr>
          <p:spPr>
            <a:xfrm>
              <a:off x="3246067" y="2458947"/>
              <a:ext cx="185370" cy="433379"/>
            </a:xfrm>
            <a:custGeom>
              <a:avLst/>
              <a:pathLst>
                <a:path w="185370" h="433379">
                  <a:moveTo>
                    <a:pt x="20104" y="26321"/>
                  </a:moveTo>
                  <a:lnTo>
                    <a:pt x="20639" y="26579"/>
                  </a:lnTo>
                  <a:lnTo>
                    <a:pt x="22058" y="25291"/>
                  </a:lnTo>
                  <a:lnTo>
                    <a:pt x="23720" y="25467"/>
                  </a:lnTo>
                  <a:lnTo>
                    <a:pt x="24337" y="25535"/>
                  </a:lnTo>
                  <a:lnTo>
                    <a:pt x="26533" y="20127"/>
                  </a:lnTo>
                  <a:lnTo>
                    <a:pt x="27199" y="18323"/>
                  </a:lnTo>
                  <a:lnTo>
                    <a:pt x="28510" y="17386"/>
                  </a:lnTo>
                  <a:lnTo>
                    <a:pt x="29246" y="15237"/>
                  </a:lnTo>
                  <a:lnTo>
                    <a:pt x="30428" y="12634"/>
                  </a:lnTo>
                  <a:lnTo>
                    <a:pt x="31871" y="10184"/>
                  </a:lnTo>
                  <a:lnTo>
                    <a:pt x="33195" y="7984"/>
                  </a:lnTo>
                  <a:lnTo>
                    <a:pt x="34211" y="6654"/>
                  </a:lnTo>
                  <a:lnTo>
                    <a:pt x="36047" y="3545"/>
                  </a:lnTo>
                  <a:lnTo>
                    <a:pt x="37195" y="2467"/>
                  </a:lnTo>
                  <a:lnTo>
                    <a:pt x="38191" y="2500"/>
                  </a:lnTo>
                  <a:lnTo>
                    <a:pt x="39683" y="6146"/>
                  </a:lnTo>
                  <a:lnTo>
                    <a:pt x="40939" y="9462"/>
                  </a:lnTo>
                  <a:lnTo>
                    <a:pt x="41328" y="10917"/>
                  </a:lnTo>
                  <a:lnTo>
                    <a:pt x="40704" y="12220"/>
                  </a:lnTo>
                  <a:lnTo>
                    <a:pt x="39539" y="13480"/>
                  </a:lnTo>
                  <a:lnTo>
                    <a:pt x="39316" y="14403"/>
                  </a:lnTo>
                  <a:lnTo>
                    <a:pt x="39234" y="15585"/>
                  </a:lnTo>
                  <a:lnTo>
                    <a:pt x="39280" y="16716"/>
                  </a:lnTo>
                  <a:lnTo>
                    <a:pt x="39437" y="17638"/>
                  </a:lnTo>
                  <a:lnTo>
                    <a:pt x="40866" y="19781"/>
                  </a:lnTo>
                  <a:lnTo>
                    <a:pt x="41028" y="20958"/>
                  </a:lnTo>
                  <a:lnTo>
                    <a:pt x="41039" y="22153"/>
                  </a:lnTo>
                  <a:lnTo>
                    <a:pt x="40875" y="22899"/>
                  </a:lnTo>
                  <a:lnTo>
                    <a:pt x="40557" y="23331"/>
                  </a:lnTo>
                  <a:lnTo>
                    <a:pt x="39563" y="23932"/>
                  </a:lnTo>
                  <a:lnTo>
                    <a:pt x="38712" y="24630"/>
                  </a:lnTo>
                  <a:lnTo>
                    <a:pt x="38417" y="25315"/>
                  </a:lnTo>
                  <a:lnTo>
                    <a:pt x="38160" y="26129"/>
                  </a:lnTo>
                  <a:lnTo>
                    <a:pt x="38197" y="27031"/>
                  </a:lnTo>
                  <a:lnTo>
                    <a:pt x="38454" y="28057"/>
                  </a:lnTo>
                  <a:lnTo>
                    <a:pt x="40199" y="30862"/>
                  </a:lnTo>
                  <a:lnTo>
                    <a:pt x="40396" y="31893"/>
                  </a:lnTo>
                  <a:lnTo>
                    <a:pt x="40743" y="33280"/>
                  </a:lnTo>
                  <a:lnTo>
                    <a:pt x="41168" y="34131"/>
                  </a:lnTo>
                  <a:lnTo>
                    <a:pt x="41896" y="34363"/>
                  </a:lnTo>
                  <a:lnTo>
                    <a:pt x="42243" y="34936"/>
                  </a:lnTo>
                  <a:lnTo>
                    <a:pt x="43928" y="40111"/>
                  </a:lnTo>
                  <a:lnTo>
                    <a:pt x="44341" y="40477"/>
                  </a:lnTo>
                  <a:lnTo>
                    <a:pt x="46309" y="39338"/>
                  </a:lnTo>
                  <a:lnTo>
                    <a:pt x="46583" y="39390"/>
                  </a:lnTo>
                  <a:lnTo>
                    <a:pt x="46601" y="40660"/>
                  </a:lnTo>
                  <a:lnTo>
                    <a:pt x="46896" y="48014"/>
                  </a:lnTo>
                  <a:lnTo>
                    <a:pt x="47124" y="51811"/>
                  </a:lnTo>
                  <a:lnTo>
                    <a:pt x="47459" y="55505"/>
                  </a:lnTo>
                  <a:lnTo>
                    <a:pt x="47992" y="58875"/>
                  </a:lnTo>
                  <a:lnTo>
                    <a:pt x="48623" y="62081"/>
                  </a:lnTo>
                  <a:lnTo>
                    <a:pt x="49490" y="64061"/>
                  </a:lnTo>
                  <a:lnTo>
                    <a:pt x="51425" y="66443"/>
                  </a:lnTo>
                  <a:lnTo>
                    <a:pt x="52364" y="67131"/>
                  </a:lnTo>
                  <a:lnTo>
                    <a:pt x="54833" y="67609"/>
                  </a:lnTo>
                  <a:lnTo>
                    <a:pt x="57272" y="68662"/>
                  </a:lnTo>
                  <a:lnTo>
                    <a:pt x="58712" y="69777"/>
                  </a:lnTo>
                  <a:lnTo>
                    <a:pt x="59153" y="70564"/>
                  </a:lnTo>
                  <a:lnTo>
                    <a:pt x="59516" y="71773"/>
                  </a:lnTo>
                  <a:lnTo>
                    <a:pt x="60706" y="77400"/>
                  </a:lnTo>
                  <a:lnTo>
                    <a:pt x="62584" y="81404"/>
                  </a:lnTo>
                  <a:lnTo>
                    <a:pt x="66374" y="87416"/>
                  </a:lnTo>
                  <a:lnTo>
                    <a:pt x="68211" y="89414"/>
                  </a:lnTo>
                  <a:lnTo>
                    <a:pt x="74397" y="93199"/>
                  </a:lnTo>
                  <a:lnTo>
                    <a:pt x="78513" y="92985"/>
                  </a:lnTo>
                  <a:lnTo>
                    <a:pt x="89896" y="85686"/>
                  </a:lnTo>
                  <a:lnTo>
                    <a:pt x="93679" y="83866"/>
                  </a:lnTo>
                  <a:lnTo>
                    <a:pt x="95100" y="83866"/>
                  </a:lnTo>
                  <a:lnTo>
                    <a:pt x="94254" y="85318"/>
                  </a:lnTo>
                  <a:lnTo>
                    <a:pt x="92831" y="86148"/>
                  </a:lnTo>
                  <a:lnTo>
                    <a:pt x="93690" y="87172"/>
                  </a:lnTo>
                  <a:lnTo>
                    <a:pt x="95011" y="87342"/>
                  </a:lnTo>
                  <a:lnTo>
                    <a:pt x="95625" y="87176"/>
                  </a:lnTo>
                  <a:lnTo>
                    <a:pt x="96069" y="86250"/>
                  </a:lnTo>
                  <a:lnTo>
                    <a:pt x="96142" y="84724"/>
                  </a:lnTo>
                  <a:lnTo>
                    <a:pt x="96078" y="83211"/>
                  </a:lnTo>
                  <a:lnTo>
                    <a:pt x="95451" y="76438"/>
                  </a:lnTo>
                  <a:lnTo>
                    <a:pt x="95087" y="71656"/>
                  </a:lnTo>
                  <a:lnTo>
                    <a:pt x="97755" y="71983"/>
                  </a:lnTo>
                  <a:lnTo>
                    <a:pt x="98795" y="71359"/>
                  </a:lnTo>
                  <a:lnTo>
                    <a:pt x="100322" y="69764"/>
                  </a:lnTo>
                  <a:lnTo>
                    <a:pt x="101478" y="68799"/>
                  </a:lnTo>
                  <a:lnTo>
                    <a:pt x="102062" y="68666"/>
                  </a:lnTo>
                  <a:lnTo>
                    <a:pt x="102637" y="67915"/>
                  </a:lnTo>
                  <a:lnTo>
                    <a:pt x="103077" y="66977"/>
                  </a:lnTo>
                  <a:lnTo>
                    <a:pt x="104071" y="60454"/>
                  </a:lnTo>
                  <a:lnTo>
                    <a:pt x="104566" y="58821"/>
                  </a:lnTo>
                  <a:lnTo>
                    <a:pt x="106253" y="55140"/>
                  </a:lnTo>
                  <a:lnTo>
                    <a:pt x="107687" y="52810"/>
                  </a:lnTo>
                  <a:lnTo>
                    <a:pt x="109188" y="50748"/>
                  </a:lnTo>
                  <a:lnTo>
                    <a:pt x="111087" y="49311"/>
                  </a:lnTo>
                  <a:lnTo>
                    <a:pt x="113614" y="49462"/>
                  </a:lnTo>
                  <a:lnTo>
                    <a:pt x="115624" y="49967"/>
                  </a:lnTo>
                  <a:lnTo>
                    <a:pt x="116786" y="49943"/>
                  </a:lnTo>
                  <a:lnTo>
                    <a:pt x="117340" y="50090"/>
                  </a:lnTo>
                  <a:lnTo>
                    <a:pt x="117756" y="49882"/>
                  </a:lnTo>
                  <a:lnTo>
                    <a:pt x="117995" y="49457"/>
                  </a:lnTo>
                  <a:lnTo>
                    <a:pt x="118256" y="46611"/>
                  </a:lnTo>
                  <a:lnTo>
                    <a:pt x="118667" y="45684"/>
                  </a:lnTo>
                  <a:lnTo>
                    <a:pt x="119376" y="44889"/>
                  </a:lnTo>
                  <a:lnTo>
                    <a:pt x="120370" y="44883"/>
                  </a:lnTo>
                  <a:lnTo>
                    <a:pt x="121580" y="44675"/>
                  </a:lnTo>
                  <a:lnTo>
                    <a:pt x="122587" y="44870"/>
                  </a:lnTo>
                  <a:lnTo>
                    <a:pt x="123856" y="45964"/>
                  </a:lnTo>
                  <a:lnTo>
                    <a:pt x="125513" y="46054"/>
                  </a:lnTo>
                  <a:lnTo>
                    <a:pt x="126614" y="45864"/>
                  </a:lnTo>
                  <a:lnTo>
                    <a:pt x="127255" y="46952"/>
                  </a:lnTo>
                  <a:lnTo>
                    <a:pt x="127716" y="48406"/>
                  </a:lnTo>
                  <a:lnTo>
                    <a:pt x="127940" y="49620"/>
                  </a:lnTo>
                  <a:lnTo>
                    <a:pt x="127991" y="51286"/>
                  </a:lnTo>
                  <a:lnTo>
                    <a:pt x="127981" y="52556"/>
                  </a:lnTo>
                  <a:lnTo>
                    <a:pt x="128154" y="53046"/>
                  </a:lnTo>
                  <a:lnTo>
                    <a:pt x="128828" y="53804"/>
                  </a:lnTo>
                  <a:lnTo>
                    <a:pt x="129762" y="54372"/>
                  </a:lnTo>
                  <a:lnTo>
                    <a:pt x="131585" y="55058"/>
                  </a:lnTo>
                  <a:lnTo>
                    <a:pt x="133292" y="56371"/>
                  </a:lnTo>
                  <a:lnTo>
                    <a:pt x="134181" y="57268"/>
                  </a:lnTo>
                  <a:lnTo>
                    <a:pt x="135413" y="58669"/>
                  </a:lnTo>
                  <a:lnTo>
                    <a:pt x="136883" y="62133"/>
                  </a:lnTo>
                  <a:lnTo>
                    <a:pt x="137426" y="62683"/>
                  </a:lnTo>
                  <a:lnTo>
                    <a:pt x="138085" y="63034"/>
                  </a:lnTo>
                  <a:lnTo>
                    <a:pt x="138556" y="62940"/>
                  </a:lnTo>
                  <a:lnTo>
                    <a:pt x="139660" y="61473"/>
                  </a:lnTo>
                  <a:lnTo>
                    <a:pt x="140618" y="62555"/>
                  </a:lnTo>
                  <a:lnTo>
                    <a:pt x="141104" y="62416"/>
                  </a:lnTo>
                  <a:lnTo>
                    <a:pt x="142207" y="61611"/>
                  </a:lnTo>
                  <a:lnTo>
                    <a:pt x="143377" y="62611"/>
                  </a:lnTo>
                  <a:lnTo>
                    <a:pt x="146296" y="66420"/>
                  </a:lnTo>
                  <a:lnTo>
                    <a:pt x="146616" y="66332"/>
                  </a:lnTo>
                  <a:lnTo>
                    <a:pt x="146882" y="66719"/>
                  </a:lnTo>
                  <a:lnTo>
                    <a:pt x="147124" y="67590"/>
                  </a:lnTo>
                  <a:lnTo>
                    <a:pt x="147295" y="68666"/>
                  </a:lnTo>
                  <a:lnTo>
                    <a:pt x="147513" y="71946"/>
                  </a:lnTo>
                  <a:lnTo>
                    <a:pt x="148355" y="74337"/>
                  </a:lnTo>
                  <a:lnTo>
                    <a:pt x="149386" y="76521"/>
                  </a:lnTo>
                  <a:lnTo>
                    <a:pt x="150588" y="77716"/>
                  </a:lnTo>
                  <a:lnTo>
                    <a:pt x="153101" y="80578"/>
                  </a:lnTo>
                  <a:lnTo>
                    <a:pt x="154198" y="82904"/>
                  </a:lnTo>
                  <a:lnTo>
                    <a:pt x="155309" y="86848"/>
                  </a:lnTo>
                  <a:lnTo>
                    <a:pt x="156678" y="92044"/>
                  </a:lnTo>
                  <a:lnTo>
                    <a:pt x="156876" y="92515"/>
                  </a:lnTo>
                  <a:lnTo>
                    <a:pt x="160400" y="92358"/>
                  </a:lnTo>
                  <a:lnTo>
                    <a:pt x="164358" y="92369"/>
                  </a:lnTo>
                  <a:lnTo>
                    <a:pt x="164842" y="94447"/>
                  </a:lnTo>
                  <a:lnTo>
                    <a:pt x="164750" y="98570"/>
                  </a:lnTo>
                  <a:lnTo>
                    <a:pt x="164892" y="102796"/>
                  </a:lnTo>
                  <a:lnTo>
                    <a:pt x="165247" y="105727"/>
                  </a:lnTo>
                  <a:lnTo>
                    <a:pt x="165250" y="108428"/>
                  </a:lnTo>
                  <a:lnTo>
                    <a:pt x="164964" y="109796"/>
                  </a:lnTo>
                  <a:lnTo>
                    <a:pt x="164742" y="111360"/>
                  </a:lnTo>
                  <a:lnTo>
                    <a:pt x="164679" y="112044"/>
                  </a:lnTo>
                  <a:lnTo>
                    <a:pt x="165187" y="113020"/>
                  </a:lnTo>
                  <a:lnTo>
                    <a:pt x="165632" y="115268"/>
                  </a:lnTo>
                  <a:lnTo>
                    <a:pt x="165695" y="118395"/>
                  </a:lnTo>
                  <a:lnTo>
                    <a:pt x="165473" y="120057"/>
                  </a:lnTo>
                  <a:lnTo>
                    <a:pt x="165505" y="121425"/>
                  </a:lnTo>
                  <a:lnTo>
                    <a:pt x="165727" y="122598"/>
                  </a:lnTo>
                  <a:lnTo>
                    <a:pt x="165918" y="124553"/>
                  </a:lnTo>
                  <a:lnTo>
                    <a:pt x="165886" y="125724"/>
                  </a:lnTo>
                  <a:lnTo>
                    <a:pt x="165569" y="126897"/>
                  </a:lnTo>
                  <a:lnTo>
                    <a:pt x="165378" y="128363"/>
                  </a:lnTo>
                  <a:lnTo>
                    <a:pt x="165124" y="130220"/>
                  </a:lnTo>
                  <a:lnTo>
                    <a:pt x="165028" y="131686"/>
                  </a:lnTo>
                  <a:lnTo>
                    <a:pt x="164551" y="132370"/>
                  </a:lnTo>
                  <a:lnTo>
                    <a:pt x="164170" y="132859"/>
                  </a:lnTo>
                  <a:lnTo>
                    <a:pt x="164234" y="134716"/>
                  </a:lnTo>
                  <a:lnTo>
                    <a:pt x="164424" y="136280"/>
                  </a:lnTo>
                  <a:lnTo>
                    <a:pt x="164647" y="138136"/>
                  </a:lnTo>
                  <a:lnTo>
                    <a:pt x="164392" y="139407"/>
                  </a:lnTo>
                  <a:lnTo>
                    <a:pt x="164234" y="140873"/>
                  </a:lnTo>
                  <a:lnTo>
                    <a:pt x="163883" y="143219"/>
                  </a:lnTo>
                  <a:lnTo>
                    <a:pt x="163978" y="145172"/>
                  </a:lnTo>
                  <a:lnTo>
                    <a:pt x="163597" y="146834"/>
                  </a:lnTo>
                  <a:lnTo>
                    <a:pt x="163120" y="148300"/>
                  </a:lnTo>
                  <a:lnTo>
                    <a:pt x="162803" y="149473"/>
                  </a:lnTo>
                  <a:lnTo>
                    <a:pt x="162739" y="151134"/>
                  </a:lnTo>
                  <a:lnTo>
                    <a:pt x="162389" y="151721"/>
                  </a:lnTo>
                  <a:lnTo>
                    <a:pt x="161721" y="153089"/>
                  </a:lnTo>
                  <a:lnTo>
                    <a:pt x="161308" y="154066"/>
                  </a:lnTo>
                  <a:lnTo>
                    <a:pt x="160704" y="154359"/>
                  </a:lnTo>
                  <a:lnTo>
                    <a:pt x="160577" y="155141"/>
                  </a:lnTo>
                  <a:lnTo>
                    <a:pt x="160672" y="155923"/>
                  </a:lnTo>
                  <a:lnTo>
                    <a:pt x="160926" y="156412"/>
                  </a:lnTo>
                  <a:lnTo>
                    <a:pt x="161323" y="158103"/>
                  </a:lnTo>
                  <a:lnTo>
                    <a:pt x="162146" y="161016"/>
                  </a:lnTo>
                  <a:lnTo>
                    <a:pt x="159773" y="161378"/>
                  </a:lnTo>
                  <a:lnTo>
                    <a:pt x="159077" y="163965"/>
                  </a:lnTo>
                  <a:lnTo>
                    <a:pt x="158264" y="167654"/>
                  </a:lnTo>
                  <a:lnTo>
                    <a:pt x="158662" y="175124"/>
                  </a:lnTo>
                  <a:lnTo>
                    <a:pt x="158266" y="178967"/>
                  </a:lnTo>
                  <a:lnTo>
                    <a:pt x="158506" y="181124"/>
                  </a:lnTo>
                  <a:lnTo>
                    <a:pt x="159111" y="182619"/>
                  </a:lnTo>
                  <a:lnTo>
                    <a:pt x="159888" y="183444"/>
                  </a:lnTo>
                  <a:lnTo>
                    <a:pt x="161348" y="183495"/>
                  </a:lnTo>
                  <a:lnTo>
                    <a:pt x="162314" y="184078"/>
                  </a:lnTo>
                  <a:lnTo>
                    <a:pt x="162410" y="185075"/>
                  </a:lnTo>
                  <a:lnTo>
                    <a:pt x="161856" y="186522"/>
                  </a:lnTo>
                  <a:lnTo>
                    <a:pt x="160967" y="189253"/>
                  </a:lnTo>
                  <a:lnTo>
                    <a:pt x="160498" y="190444"/>
                  </a:lnTo>
                  <a:lnTo>
                    <a:pt x="158984" y="195931"/>
                  </a:lnTo>
                  <a:lnTo>
                    <a:pt x="158997" y="198267"/>
                  </a:lnTo>
                  <a:lnTo>
                    <a:pt x="159138" y="200155"/>
                  </a:lnTo>
                  <a:lnTo>
                    <a:pt x="159791" y="206080"/>
                  </a:lnTo>
                  <a:lnTo>
                    <a:pt x="160425" y="211823"/>
                  </a:lnTo>
                  <a:lnTo>
                    <a:pt x="161567" y="222183"/>
                  </a:lnTo>
                  <a:lnTo>
                    <a:pt x="161548" y="224590"/>
                  </a:lnTo>
                  <a:lnTo>
                    <a:pt x="161189" y="229934"/>
                  </a:lnTo>
                  <a:lnTo>
                    <a:pt x="161165" y="233182"/>
                  </a:lnTo>
                  <a:lnTo>
                    <a:pt x="161327" y="237399"/>
                  </a:lnTo>
                  <a:lnTo>
                    <a:pt x="161205" y="239582"/>
                  </a:lnTo>
                  <a:lnTo>
                    <a:pt x="161485" y="244470"/>
                  </a:lnTo>
                  <a:lnTo>
                    <a:pt x="161806" y="244822"/>
                  </a:lnTo>
                  <a:lnTo>
                    <a:pt x="164273" y="245772"/>
                  </a:lnTo>
                  <a:lnTo>
                    <a:pt x="166539" y="246643"/>
                  </a:lnTo>
                  <a:lnTo>
                    <a:pt x="169555" y="247802"/>
                  </a:lnTo>
                  <a:lnTo>
                    <a:pt x="170467" y="250671"/>
                  </a:lnTo>
                  <a:lnTo>
                    <a:pt x="171036" y="256958"/>
                  </a:lnTo>
                  <a:lnTo>
                    <a:pt x="171004" y="261664"/>
                  </a:lnTo>
                  <a:lnTo>
                    <a:pt x="170747" y="264068"/>
                  </a:lnTo>
                  <a:lnTo>
                    <a:pt x="168587" y="270940"/>
                  </a:lnTo>
                  <a:lnTo>
                    <a:pt x="166397" y="277903"/>
                  </a:lnTo>
                  <a:lnTo>
                    <a:pt x="164209" y="284856"/>
                  </a:lnTo>
                  <a:lnTo>
                    <a:pt x="161703" y="292827"/>
                  </a:lnTo>
                  <a:lnTo>
                    <a:pt x="163537" y="298596"/>
                  </a:lnTo>
                  <a:lnTo>
                    <a:pt x="164671" y="302163"/>
                  </a:lnTo>
                  <a:lnTo>
                    <a:pt x="166269" y="307190"/>
                  </a:lnTo>
                  <a:lnTo>
                    <a:pt x="166472" y="308396"/>
                  </a:lnTo>
                  <a:lnTo>
                    <a:pt x="166457" y="310370"/>
                  </a:lnTo>
                  <a:lnTo>
                    <a:pt x="168098" y="318021"/>
                  </a:lnTo>
                  <a:lnTo>
                    <a:pt x="168676" y="322015"/>
                  </a:lnTo>
                  <a:lnTo>
                    <a:pt x="169198" y="324358"/>
                  </a:lnTo>
                  <a:lnTo>
                    <a:pt x="170496" y="328020"/>
                  </a:lnTo>
                  <a:lnTo>
                    <a:pt x="171763" y="331600"/>
                  </a:lnTo>
                  <a:lnTo>
                    <a:pt x="173139" y="333240"/>
                  </a:lnTo>
                  <a:lnTo>
                    <a:pt x="174077" y="333601"/>
                  </a:lnTo>
                  <a:lnTo>
                    <a:pt x="176216" y="335494"/>
                  </a:lnTo>
                  <a:lnTo>
                    <a:pt x="176993" y="336997"/>
                  </a:lnTo>
                  <a:lnTo>
                    <a:pt x="178249" y="340800"/>
                  </a:lnTo>
                  <a:lnTo>
                    <a:pt x="179721" y="340280"/>
                  </a:lnTo>
                  <a:lnTo>
                    <a:pt x="180027" y="340277"/>
                  </a:lnTo>
                  <a:lnTo>
                    <a:pt x="180109" y="340552"/>
                  </a:lnTo>
                  <a:lnTo>
                    <a:pt x="180152" y="341779"/>
                  </a:lnTo>
                  <a:lnTo>
                    <a:pt x="179934" y="347688"/>
                  </a:lnTo>
                  <a:lnTo>
                    <a:pt x="180343" y="353643"/>
                  </a:lnTo>
                  <a:lnTo>
                    <a:pt x="180628" y="362612"/>
                  </a:lnTo>
                  <a:lnTo>
                    <a:pt x="180521" y="364163"/>
                  </a:lnTo>
                  <a:lnTo>
                    <a:pt x="180169" y="366757"/>
                  </a:lnTo>
                  <a:lnTo>
                    <a:pt x="180152" y="368428"/>
                  </a:lnTo>
                  <a:lnTo>
                    <a:pt x="180059" y="369449"/>
                  </a:lnTo>
                  <a:lnTo>
                    <a:pt x="180157" y="369905"/>
                  </a:lnTo>
                  <a:lnTo>
                    <a:pt x="180625" y="370518"/>
                  </a:lnTo>
                  <a:lnTo>
                    <a:pt x="181623" y="370844"/>
                  </a:lnTo>
                  <a:lnTo>
                    <a:pt x="184039" y="369837"/>
                  </a:lnTo>
                  <a:lnTo>
                    <a:pt x="184321" y="370090"/>
                  </a:lnTo>
                  <a:lnTo>
                    <a:pt x="184899" y="371155"/>
                  </a:lnTo>
                  <a:lnTo>
                    <a:pt x="185335" y="372822"/>
                  </a:lnTo>
                  <a:lnTo>
                    <a:pt x="185370" y="373617"/>
                  </a:lnTo>
                  <a:lnTo>
                    <a:pt x="184763" y="375003"/>
                  </a:lnTo>
                  <a:lnTo>
                    <a:pt x="184661" y="377353"/>
                  </a:lnTo>
                  <a:lnTo>
                    <a:pt x="184843" y="380866"/>
                  </a:lnTo>
                  <a:lnTo>
                    <a:pt x="184758" y="381295"/>
                  </a:lnTo>
                  <a:lnTo>
                    <a:pt x="184225" y="382097"/>
                  </a:lnTo>
                  <a:lnTo>
                    <a:pt x="184051" y="387180"/>
                  </a:lnTo>
                  <a:lnTo>
                    <a:pt x="183953" y="387647"/>
                  </a:lnTo>
                  <a:lnTo>
                    <a:pt x="183330" y="388163"/>
                  </a:lnTo>
                  <a:lnTo>
                    <a:pt x="180384" y="387821"/>
                  </a:lnTo>
                  <a:lnTo>
                    <a:pt x="180047" y="387961"/>
                  </a:lnTo>
                  <a:lnTo>
                    <a:pt x="178940" y="389305"/>
                  </a:lnTo>
                  <a:lnTo>
                    <a:pt x="177045" y="390269"/>
                  </a:lnTo>
                  <a:lnTo>
                    <a:pt x="176524" y="390813"/>
                  </a:lnTo>
                  <a:lnTo>
                    <a:pt x="175824" y="392342"/>
                  </a:lnTo>
                  <a:lnTo>
                    <a:pt x="175318" y="394215"/>
                  </a:lnTo>
                  <a:lnTo>
                    <a:pt x="175222" y="395937"/>
                  </a:lnTo>
                  <a:lnTo>
                    <a:pt x="175123" y="396297"/>
                  </a:lnTo>
                  <a:lnTo>
                    <a:pt x="174033" y="395944"/>
                  </a:lnTo>
                  <a:lnTo>
                    <a:pt x="173678" y="397443"/>
                  </a:lnTo>
                  <a:lnTo>
                    <a:pt x="171571" y="399684"/>
                  </a:lnTo>
                  <a:lnTo>
                    <a:pt x="171307" y="400171"/>
                  </a:lnTo>
                  <a:lnTo>
                    <a:pt x="170995" y="401963"/>
                  </a:lnTo>
                  <a:lnTo>
                    <a:pt x="170714" y="406970"/>
                  </a:lnTo>
                  <a:lnTo>
                    <a:pt x="170461" y="411476"/>
                  </a:lnTo>
                  <a:lnTo>
                    <a:pt x="170300" y="412134"/>
                  </a:lnTo>
                  <a:lnTo>
                    <a:pt x="169637" y="413673"/>
                  </a:lnTo>
                  <a:lnTo>
                    <a:pt x="169571" y="414197"/>
                  </a:lnTo>
                  <a:lnTo>
                    <a:pt x="169663" y="415937"/>
                  </a:lnTo>
                  <a:lnTo>
                    <a:pt x="169362" y="419121"/>
                  </a:lnTo>
                  <a:lnTo>
                    <a:pt x="169125" y="427941"/>
                  </a:lnTo>
                  <a:lnTo>
                    <a:pt x="168860" y="430417"/>
                  </a:lnTo>
                  <a:lnTo>
                    <a:pt x="168333" y="430619"/>
                  </a:lnTo>
                  <a:lnTo>
                    <a:pt x="167922" y="431856"/>
                  </a:lnTo>
                  <a:lnTo>
                    <a:pt x="167171" y="433379"/>
                  </a:lnTo>
                  <a:lnTo>
                    <a:pt x="165544" y="432201"/>
                  </a:lnTo>
                  <a:lnTo>
                    <a:pt x="164252" y="430963"/>
                  </a:lnTo>
                  <a:lnTo>
                    <a:pt x="159977" y="428057"/>
                  </a:lnTo>
                  <a:lnTo>
                    <a:pt x="159508" y="426650"/>
                  </a:lnTo>
                  <a:lnTo>
                    <a:pt x="159243" y="424177"/>
                  </a:lnTo>
                  <a:lnTo>
                    <a:pt x="158503" y="423481"/>
                  </a:lnTo>
                  <a:lnTo>
                    <a:pt x="157442" y="427190"/>
                  </a:lnTo>
                  <a:lnTo>
                    <a:pt x="153832" y="425046"/>
                  </a:lnTo>
                  <a:lnTo>
                    <a:pt x="152605" y="425705"/>
                  </a:lnTo>
                  <a:lnTo>
                    <a:pt x="151848" y="424551"/>
                  </a:lnTo>
                  <a:lnTo>
                    <a:pt x="149903" y="424480"/>
                  </a:lnTo>
                  <a:lnTo>
                    <a:pt x="148365" y="422168"/>
                  </a:lnTo>
                  <a:lnTo>
                    <a:pt x="146166" y="423757"/>
                  </a:lnTo>
                  <a:lnTo>
                    <a:pt x="144424" y="424066"/>
                  </a:lnTo>
                  <a:lnTo>
                    <a:pt x="142038" y="420009"/>
                  </a:lnTo>
                  <a:lnTo>
                    <a:pt x="139471" y="418890"/>
                  </a:lnTo>
                  <a:lnTo>
                    <a:pt x="137389" y="419232"/>
                  </a:lnTo>
                  <a:lnTo>
                    <a:pt x="136318" y="418915"/>
                  </a:lnTo>
                  <a:lnTo>
                    <a:pt x="134582" y="417461"/>
                  </a:lnTo>
                  <a:lnTo>
                    <a:pt x="133758" y="415959"/>
                  </a:lnTo>
                  <a:lnTo>
                    <a:pt x="132407" y="417100"/>
                  </a:lnTo>
                  <a:lnTo>
                    <a:pt x="131796" y="414976"/>
                  </a:lnTo>
                  <a:lnTo>
                    <a:pt x="127970" y="413007"/>
                  </a:lnTo>
                  <a:lnTo>
                    <a:pt x="127262" y="409245"/>
                  </a:lnTo>
                  <a:lnTo>
                    <a:pt x="126730" y="405748"/>
                  </a:lnTo>
                  <a:lnTo>
                    <a:pt x="126690" y="402154"/>
                  </a:lnTo>
                  <a:lnTo>
                    <a:pt x="125756" y="395872"/>
                  </a:lnTo>
                  <a:lnTo>
                    <a:pt x="125446" y="386751"/>
                  </a:lnTo>
                  <a:lnTo>
                    <a:pt x="125100" y="383188"/>
                  </a:lnTo>
                  <a:lnTo>
                    <a:pt x="124583" y="380091"/>
                  </a:lnTo>
                  <a:lnTo>
                    <a:pt x="123893" y="377458"/>
                  </a:lnTo>
                  <a:lnTo>
                    <a:pt x="122955" y="374639"/>
                  </a:lnTo>
                  <a:lnTo>
                    <a:pt x="122140" y="373525"/>
                  </a:lnTo>
                  <a:lnTo>
                    <a:pt x="118564" y="371381"/>
                  </a:lnTo>
                  <a:lnTo>
                    <a:pt x="117874" y="371665"/>
                  </a:lnTo>
                  <a:lnTo>
                    <a:pt x="116275" y="373069"/>
                  </a:lnTo>
                  <a:lnTo>
                    <a:pt x="114574" y="376187"/>
                  </a:lnTo>
                  <a:lnTo>
                    <a:pt x="111778" y="377962"/>
                  </a:lnTo>
                  <a:lnTo>
                    <a:pt x="111214" y="379304"/>
                  </a:lnTo>
                  <a:lnTo>
                    <a:pt x="110512" y="382323"/>
                  </a:lnTo>
                  <a:lnTo>
                    <a:pt x="109603" y="384078"/>
                  </a:lnTo>
                  <a:lnTo>
                    <a:pt x="108354" y="383623"/>
                  </a:lnTo>
                  <a:lnTo>
                    <a:pt x="107013" y="385413"/>
                  </a:lnTo>
                  <a:lnTo>
                    <a:pt x="104525" y="390398"/>
                  </a:lnTo>
                  <a:lnTo>
                    <a:pt x="103212" y="391923"/>
                  </a:lnTo>
                  <a:lnTo>
                    <a:pt x="102113" y="391809"/>
                  </a:lnTo>
                  <a:lnTo>
                    <a:pt x="100932" y="389438"/>
                  </a:lnTo>
                  <a:lnTo>
                    <a:pt x="98288" y="386262"/>
                  </a:lnTo>
                  <a:lnTo>
                    <a:pt x="96579" y="385206"/>
                  </a:lnTo>
                  <a:lnTo>
                    <a:pt x="94207" y="385935"/>
                  </a:lnTo>
                  <a:lnTo>
                    <a:pt x="93084" y="385407"/>
                  </a:lnTo>
                  <a:lnTo>
                    <a:pt x="91174" y="381678"/>
                  </a:lnTo>
                  <a:lnTo>
                    <a:pt x="90673" y="378975"/>
                  </a:lnTo>
                  <a:lnTo>
                    <a:pt x="89584" y="377165"/>
                  </a:lnTo>
                  <a:lnTo>
                    <a:pt x="86131" y="373104"/>
                  </a:lnTo>
                  <a:lnTo>
                    <a:pt x="83334" y="367742"/>
                  </a:lnTo>
                  <a:lnTo>
                    <a:pt x="82821" y="365715"/>
                  </a:lnTo>
                  <a:lnTo>
                    <a:pt x="82479" y="362720"/>
                  </a:lnTo>
                  <a:lnTo>
                    <a:pt x="81260" y="359081"/>
                  </a:lnTo>
                  <a:lnTo>
                    <a:pt x="78530" y="356103"/>
                  </a:lnTo>
                  <a:lnTo>
                    <a:pt x="76981" y="352937"/>
                  </a:lnTo>
                  <a:lnTo>
                    <a:pt x="75166" y="352233"/>
                  </a:lnTo>
                  <a:lnTo>
                    <a:pt x="73477" y="352330"/>
                  </a:lnTo>
                  <a:lnTo>
                    <a:pt x="72735" y="351762"/>
                  </a:lnTo>
                  <a:lnTo>
                    <a:pt x="72057" y="350408"/>
                  </a:lnTo>
                  <a:lnTo>
                    <a:pt x="69753" y="343868"/>
                  </a:lnTo>
                  <a:lnTo>
                    <a:pt x="69726" y="341282"/>
                  </a:lnTo>
                  <a:lnTo>
                    <a:pt x="68306" y="334891"/>
                  </a:lnTo>
                  <a:lnTo>
                    <a:pt x="67974" y="332617"/>
                  </a:lnTo>
                  <a:lnTo>
                    <a:pt x="67668" y="326293"/>
                  </a:lnTo>
                  <a:lnTo>
                    <a:pt x="67275" y="324639"/>
                  </a:lnTo>
                  <a:lnTo>
                    <a:pt x="65793" y="322037"/>
                  </a:lnTo>
                  <a:lnTo>
                    <a:pt x="65562" y="320333"/>
                  </a:lnTo>
                  <a:lnTo>
                    <a:pt x="65878" y="318070"/>
                  </a:lnTo>
                  <a:lnTo>
                    <a:pt x="65878" y="316347"/>
                  </a:lnTo>
                  <a:lnTo>
                    <a:pt x="65106" y="314730"/>
                  </a:lnTo>
                  <a:lnTo>
                    <a:pt x="63949" y="313869"/>
                  </a:lnTo>
                  <a:lnTo>
                    <a:pt x="63669" y="311930"/>
                  </a:lnTo>
                  <a:lnTo>
                    <a:pt x="63880" y="308158"/>
                  </a:lnTo>
                  <a:lnTo>
                    <a:pt x="63703" y="305787"/>
                  </a:lnTo>
                  <a:lnTo>
                    <a:pt x="62684" y="302007"/>
                  </a:lnTo>
                  <a:lnTo>
                    <a:pt x="61178" y="298135"/>
                  </a:lnTo>
                  <a:lnTo>
                    <a:pt x="59671" y="292407"/>
                  </a:lnTo>
                  <a:lnTo>
                    <a:pt x="59082" y="290978"/>
                  </a:lnTo>
                  <a:lnTo>
                    <a:pt x="58697" y="287230"/>
                  </a:lnTo>
                  <a:lnTo>
                    <a:pt x="58146" y="282784"/>
                  </a:lnTo>
                  <a:lnTo>
                    <a:pt x="57296" y="282464"/>
                  </a:lnTo>
                  <a:lnTo>
                    <a:pt x="53179" y="287795"/>
                  </a:lnTo>
                  <a:lnTo>
                    <a:pt x="51978" y="284796"/>
                  </a:lnTo>
                  <a:lnTo>
                    <a:pt x="48366" y="279581"/>
                  </a:lnTo>
                  <a:lnTo>
                    <a:pt x="48115" y="278798"/>
                  </a:lnTo>
                  <a:lnTo>
                    <a:pt x="47863" y="277602"/>
                  </a:lnTo>
                  <a:lnTo>
                    <a:pt x="48316" y="276912"/>
                  </a:lnTo>
                  <a:lnTo>
                    <a:pt x="48769" y="276631"/>
                  </a:lnTo>
                  <a:lnTo>
                    <a:pt x="49674" y="277559"/>
                  </a:lnTo>
                  <a:lnTo>
                    <a:pt x="50222" y="276462"/>
                  </a:lnTo>
                  <a:lnTo>
                    <a:pt x="50003" y="274695"/>
                  </a:lnTo>
                  <a:lnTo>
                    <a:pt x="49098" y="273598"/>
                  </a:lnTo>
                  <a:lnTo>
                    <a:pt x="47863" y="273683"/>
                  </a:lnTo>
                  <a:lnTo>
                    <a:pt x="48201" y="275339"/>
                  </a:lnTo>
                  <a:lnTo>
                    <a:pt x="47045" y="276912"/>
                  </a:lnTo>
                  <a:lnTo>
                    <a:pt x="46799" y="278970"/>
                  </a:lnTo>
                  <a:lnTo>
                    <a:pt x="46967" y="281516"/>
                  </a:lnTo>
                  <a:lnTo>
                    <a:pt x="47067" y="285079"/>
                  </a:lnTo>
                  <a:lnTo>
                    <a:pt x="46596" y="286807"/>
                  </a:lnTo>
                  <a:lnTo>
                    <a:pt x="46233" y="287602"/>
                  </a:lnTo>
                  <a:lnTo>
                    <a:pt x="44681" y="287814"/>
                  </a:lnTo>
                  <a:lnTo>
                    <a:pt x="43956" y="289388"/>
                  </a:lnTo>
                  <a:lnTo>
                    <a:pt x="43484" y="289763"/>
                  </a:lnTo>
                  <a:lnTo>
                    <a:pt x="42831" y="288538"/>
                  </a:lnTo>
                  <a:lnTo>
                    <a:pt x="42409" y="287540"/>
                  </a:lnTo>
                  <a:lnTo>
                    <a:pt x="42063" y="285412"/>
                  </a:lnTo>
                  <a:lnTo>
                    <a:pt x="41957" y="283927"/>
                  </a:lnTo>
                  <a:lnTo>
                    <a:pt x="42089" y="283086"/>
                  </a:lnTo>
                  <a:lnTo>
                    <a:pt x="41909" y="281850"/>
                  </a:lnTo>
                  <a:lnTo>
                    <a:pt x="41413" y="280216"/>
                  </a:lnTo>
                  <a:lnTo>
                    <a:pt x="40912" y="279319"/>
                  </a:lnTo>
                  <a:lnTo>
                    <a:pt x="40405" y="279156"/>
                  </a:lnTo>
                  <a:lnTo>
                    <a:pt x="39984" y="278160"/>
                  </a:lnTo>
                  <a:lnTo>
                    <a:pt x="39649" y="276334"/>
                  </a:lnTo>
                  <a:lnTo>
                    <a:pt x="38866" y="275127"/>
                  </a:lnTo>
                  <a:lnTo>
                    <a:pt x="38374" y="274892"/>
                  </a:lnTo>
                  <a:lnTo>
                    <a:pt x="38360" y="269254"/>
                  </a:lnTo>
                  <a:lnTo>
                    <a:pt x="38346" y="264313"/>
                  </a:lnTo>
                  <a:lnTo>
                    <a:pt x="38333" y="259404"/>
                  </a:lnTo>
                  <a:lnTo>
                    <a:pt x="36657" y="259207"/>
                  </a:lnTo>
                  <a:lnTo>
                    <a:pt x="35149" y="259031"/>
                  </a:lnTo>
                  <a:lnTo>
                    <a:pt x="35149" y="254921"/>
                  </a:lnTo>
                  <a:lnTo>
                    <a:pt x="35149" y="247265"/>
                  </a:lnTo>
                  <a:lnTo>
                    <a:pt x="35865" y="241332"/>
                  </a:lnTo>
                  <a:lnTo>
                    <a:pt x="36596" y="235627"/>
                  </a:lnTo>
                  <a:lnTo>
                    <a:pt x="35486" y="231431"/>
                  </a:lnTo>
                  <a:lnTo>
                    <a:pt x="34304" y="226953"/>
                  </a:lnTo>
                  <a:lnTo>
                    <a:pt x="33538" y="225096"/>
                  </a:lnTo>
                  <a:lnTo>
                    <a:pt x="32637" y="219504"/>
                  </a:lnTo>
                  <a:lnTo>
                    <a:pt x="32186" y="217032"/>
                  </a:lnTo>
                  <a:lnTo>
                    <a:pt x="31787" y="216093"/>
                  </a:lnTo>
                  <a:lnTo>
                    <a:pt x="31358" y="215546"/>
                  </a:lnTo>
                  <a:lnTo>
                    <a:pt x="29784" y="215765"/>
                  </a:lnTo>
                  <a:lnTo>
                    <a:pt x="28315" y="212757"/>
                  </a:lnTo>
                  <a:lnTo>
                    <a:pt x="26589" y="209223"/>
                  </a:lnTo>
                  <a:lnTo>
                    <a:pt x="24482" y="204911"/>
                  </a:lnTo>
                  <a:lnTo>
                    <a:pt x="22628" y="202094"/>
                  </a:lnTo>
                  <a:lnTo>
                    <a:pt x="21871" y="201474"/>
                  </a:lnTo>
                  <a:lnTo>
                    <a:pt x="20088" y="201255"/>
                  </a:lnTo>
                  <a:lnTo>
                    <a:pt x="19898" y="200717"/>
                  </a:lnTo>
                  <a:lnTo>
                    <a:pt x="19777" y="199170"/>
                  </a:lnTo>
                  <a:lnTo>
                    <a:pt x="19780" y="197447"/>
                  </a:lnTo>
                  <a:lnTo>
                    <a:pt x="20360" y="194850"/>
                  </a:lnTo>
                  <a:lnTo>
                    <a:pt x="20406" y="193218"/>
                  </a:lnTo>
                  <a:lnTo>
                    <a:pt x="19195" y="187720"/>
                  </a:lnTo>
                  <a:lnTo>
                    <a:pt x="18821" y="186112"/>
                  </a:lnTo>
                  <a:lnTo>
                    <a:pt x="17785" y="185466"/>
                  </a:lnTo>
                  <a:lnTo>
                    <a:pt x="17991" y="183880"/>
                  </a:lnTo>
                  <a:lnTo>
                    <a:pt x="17991" y="182820"/>
                  </a:lnTo>
                  <a:lnTo>
                    <a:pt x="17844" y="181986"/>
                  </a:lnTo>
                  <a:lnTo>
                    <a:pt x="17605" y="181585"/>
                  </a:lnTo>
                  <a:lnTo>
                    <a:pt x="17300" y="181541"/>
                  </a:lnTo>
                  <a:lnTo>
                    <a:pt x="16487" y="182191"/>
                  </a:lnTo>
                  <a:lnTo>
                    <a:pt x="15867" y="179713"/>
                  </a:lnTo>
                  <a:lnTo>
                    <a:pt x="13939" y="172657"/>
                  </a:lnTo>
                  <a:lnTo>
                    <a:pt x="13322" y="171800"/>
                  </a:lnTo>
                  <a:lnTo>
                    <a:pt x="13207" y="171316"/>
                  </a:lnTo>
                  <a:lnTo>
                    <a:pt x="13678" y="169153"/>
                  </a:lnTo>
                  <a:lnTo>
                    <a:pt x="14472" y="165947"/>
                  </a:lnTo>
                  <a:lnTo>
                    <a:pt x="14608" y="164086"/>
                  </a:lnTo>
                  <a:lnTo>
                    <a:pt x="14455" y="162043"/>
                  </a:lnTo>
                  <a:lnTo>
                    <a:pt x="13597" y="158188"/>
                  </a:lnTo>
                  <a:lnTo>
                    <a:pt x="13806" y="156556"/>
                  </a:lnTo>
                  <a:lnTo>
                    <a:pt x="14175" y="154679"/>
                  </a:lnTo>
                  <a:lnTo>
                    <a:pt x="14204" y="153269"/>
                  </a:lnTo>
                  <a:lnTo>
                    <a:pt x="14781" y="153478"/>
                  </a:lnTo>
                  <a:lnTo>
                    <a:pt x="15518" y="153499"/>
                  </a:lnTo>
                  <a:lnTo>
                    <a:pt x="15749" y="152350"/>
                  </a:lnTo>
                  <a:lnTo>
                    <a:pt x="15735" y="148329"/>
                  </a:lnTo>
                  <a:lnTo>
                    <a:pt x="15909" y="146862"/>
                  </a:lnTo>
                  <a:lnTo>
                    <a:pt x="18243" y="140063"/>
                  </a:lnTo>
                  <a:lnTo>
                    <a:pt x="19405" y="138537"/>
                  </a:lnTo>
                  <a:lnTo>
                    <a:pt x="20290" y="137134"/>
                  </a:lnTo>
                  <a:lnTo>
                    <a:pt x="20490" y="135093"/>
                  </a:lnTo>
                  <a:lnTo>
                    <a:pt x="20308" y="134042"/>
                  </a:lnTo>
                  <a:lnTo>
                    <a:pt x="20136" y="132506"/>
                  </a:lnTo>
                  <a:lnTo>
                    <a:pt x="20081" y="131400"/>
                  </a:lnTo>
                  <a:lnTo>
                    <a:pt x="19106" y="128353"/>
                  </a:lnTo>
                  <a:lnTo>
                    <a:pt x="18767" y="126817"/>
                  </a:lnTo>
                  <a:lnTo>
                    <a:pt x="18725" y="125417"/>
                  </a:lnTo>
                  <a:lnTo>
                    <a:pt x="18955" y="122937"/>
                  </a:lnTo>
                  <a:lnTo>
                    <a:pt x="19363" y="121015"/>
                  </a:lnTo>
                  <a:lnTo>
                    <a:pt x="20743" y="119885"/>
                  </a:lnTo>
                  <a:lnTo>
                    <a:pt x="21527" y="118917"/>
                  </a:lnTo>
                  <a:lnTo>
                    <a:pt x="21632" y="118057"/>
                  </a:lnTo>
                  <a:lnTo>
                    <a:pt x="20613" y="116659"/>
                  </a:lnTo>
                  <a:lnTo>
                    <a:pt x="18440" y="116220"/>
                  </a:lnTo>
                  <a:lnTo>
                    <a:pt x="16853" y="116622"/>
                  </a:lnTo>
                  <a:lnTo>
                    <a:pt x="16345" y="116183"/>
                  </a:lnTo>
                  <a:lnTo>
                    <a:pt x="15591" y="113473"/>
                  </a:lnTo>
                  <a:lnTo>
                    <a:pt x="14789" y="112030"/>
                  </a:lnTo>
                  <a:lnTo>
                    <a:pt x="14041" y="111104"/>
                  </a:lnTo>
                  <a:lnTo>
                    <a:pt x="13309" y="111274"/>
                  </a:lnTo>
                  <a:lnTo>
                    <a:pt x="12866" y="110904"/>
                  </a:lnTo>
                  <a:lnTo>
                    <a:pt x="12763" y="109742"/>
                  </a:lnTo>
                  <a:lnTo>
                    <a:pt x="11708" y="100839"/>
                  </a:lnTo>
                  <a:lnTo>
                    <a:pt x="11375" y="99621"/>
                  </a:lnTo>
                  <a:lnTo>
                    <a:pt x="10883" y="99319"/>
                  </a:lnTo>
                  <a:lnTo>
                    <a:pt x="10470" y="99263"/>
                  </a:lnTo>
                  <a:lnTo>
                    <a:pt x="10195" y="98650"/>
                  </a:lnTo>
                  <a:lnTo>
                    <a:pt x="9900" y="97420"/>
                  </a:lnTo>
                  <a:lnTo>
                    <a:pt x="9688" y="95812"/>
                  </a:lnTo>
                  <a:lnTo>
                    <a:pt x="9672" y="93699"/>
                  </a:lnTo>
                  <a:lnTo>
                    <a:pt x="9716" y="91887"/>
                  </a:lnTo>
                  <a:lnTo>
                    <a:pt x="9575" y="90720"/>
                  </a:lnTo>
                  <a:lnTo>
                    <a:pt x="9211" y="89559"/>
                  </a:lnTo>
                  <a:lnTo>
                    <a:pt x="8696" y="88725"/>
                  </a:lnTo>
                  <a:lnTo>
                    <a:pt x="8244" y="87738"/>
                  </a:lnTo>
                  <a:lnTo>
                    <a:pt x="7452" y="79920"/>
                  </a:lnTo>
                  <a:lnTo>
                    <a:pt x="7135" y="77818"/>
                  </a:lnTo>
                  <a:lnTo>
                    <a:pt x="7132" y="77599"/>
                  </a:lnTo>
                  <a:lnTo>
                    <a:pt x="7147" y="77188"/>
                  </a:lnTo>
                  <a:lnTo>
                    <a:pt x="7066" y="75393"/>
                  </a:lnTo>
                  <a:lnTo>
                    <a:pt x="7436" y="73836"/>
                  </a:lnTo>
                  <a:lnTo>
                    <a:pt x="7411" y="73227"/>
                  </a:lnTo>
                  <a:lnTo>
                    <a:pt x="6651" y="71255"/>
                  </a:lnTo>
                  <a:lnTo>
                    <a:pt x="5584" y="69287"/>
                  </a:lnTo>
                  <a:lnTo>
                    <a:pt x="5295" y="68942"/>
                  </a:lnTo>
                  <a:lnTo>
                    <a:pt x="5286" y="66844"/>
                  </a:lnTo>
                  <a:lnTo>
                    <a:pt x="5325" y="65254"/>
                  </a:lnTo>
                  <a:lnTo>
                    <a:pt x="5229" y="63823"/>
                  </a:lnTo>
                  <a:lnTo>
                    <a:pt x="5026" y="63005"/>
                  </a:lnTo>
                  <a:lnTo>
                    <a:pt x="5018" y="62360"/>
                  </a:lnTo>
                  <a:lnTo>
                    <a:pt x="5448" y="60817"/>
                  </a:lnTo>
                  <a:lnTo>
                    <a:pt x="5172" y="59805"/>
                  </a:lnTo>
                  <a:lnTo>
                    <a:pt x="3600" y="57304"/>
                  </a:lnTo>
                  <a:lnTo>
                    <a:pt x="3008" y="56047"/>
                  </a:lnTo>
                  <a:lnTo>
                    <a:pt x="1919" y="55799"/>
                  </a:lnTo>
                  <a:lnTo>
                    <a:pt x="1808" y="54976"/>
                  </a:lnTo>
                  <a:lnTo>
                    <a:pt x="1977" y="53228"/>
                  </a:lnTo>
                  <a:lnTo>
                    <a:pt x="2352" y="51112"/>
                  </a:lnTo>
                  <a:lnTo>
                    <a:pt x="2943" y="49030"/>
                  </a:lnTo>
                  <a:lnTo>
                    <a:pt x="3131" y="47930"/>
                  </a:lnTo>
                  <a:lnTo>
                    <a:pt x="3360" y="46062"/>
                  </a:lnTo>
                  <a:lnTo>
                    <a:pt x="3438" y="44736"/>
                  </a:lnTo>
                  <a:lnTo>
                    <a:pt x="4098" y="42869"/>
                  </a:lnTo>
                  <a:lnTo>
                    <a:pt x="4101" y="42382"/>
                  </a:lnTo>
                  <a:lnTo>
                    <a:pt x="3918" y="41716"/>
                  </a:lnTo>
                  <a:lnTo>
                    <a:pt x="3389" y="41338"/>
                  </a:lnTo>
                  <a:lnTo>
                    <a:pt x="2849" y="41186"/>
                  </a:lnTo>
                  <a:lnTo>
                    <a:pt x="2646" y="40845"/>
                  </a:lnTo>
                  <a:lnTo>
                    <a:pt x="2572" y="39845"/>
                  </a:lnTo>
                  <a:lnTo>
                    <a:pt x="2639" y="35776"/>
                  </a:lnTo>
                  <a:lnTo>
                    <a:pt x="2470" y="33327"/>
                  </a:lnTo>
                  <a:lnTo>
                    <a:pt x="2247" y="31556"/>
                  </a:lnTo>
                  <a:lnTo>
                    <a:pt x="2388" y="27555"/>
                  </a:lnTo>
                  <a:lnTo>
                    <a:pt x="2010" y="26751"/>
                  </a:lnTo>
                  <a:lnTo>
                    <a:pt x="1418" y="24649"/>
                  </a:lnTo>
                  <a:lnTo>
                    <a:pt x="1166" y="22875"/>
                  </a:lnTo>
                  <a:lnTo>
                    <a:pt x="1303" y="22215"/>
                  </a:lnTo>
                  <a:lnTo>
                    <a:pt x="1428" y="21047"/>
                  </a:lnTo>
                  <a:lnTo>
                    <a:pt x="1512" y="19517"/>
                  </a:lnTo>
                  <a:lnTo>
                    <a:pt x="1488" y="18430"/>
                  </a:lnTo>
                  <a:lnTo>
                    <a:pt x="942" y="17373"/>
                  </a:lnTo>
                  <a:lnTo>
                    <a:pt x="537" y="16259"/>
                  </a:lnTo>
                  <a:lnTo>
                    <a:pt x="490" y="15028"/>
                  </a:lnTo>
                  <a:lnTo>
                    <a:pt x="329" y="13525"/>
                  </a:lnTo>
                  <a:lnTo>
                    <a:pt x="101" y="12337"/>
                  </a:lnTo>
                  <a:lnTo>
                    <a:pt x="0" y="11557"/>
                  </a:lnTo>
                  <a:lnTo>
                    <a:pt x="199" y="11098"/>
                  </a:lnTo>
                  <a:lnTo>
                    <a:pt x="968" y="10735"/>
                  </a:lnTo>
                  <a:lnTo>
                    <a:pt x="2087" y="10985"/>
                  </a:lnTo>
                  <a:lnTo>
                    <a:pt x="3001" y="11007"/>
                  </a:lnTo>
                  <a:lnTo>
                    <a:pt x="3519" y="10236"/>
                  </a:lnTo>
                  <a:lnTo>
                    <a:pt x="4159" y="3008"/>
                  </a:lnTo>
                  <a:lnTo>
                    <a:pt x="4743" y="1102"/>
                  </a:lnTo>
                  <a:lnTo>
                    <a:pt x="5420" y="0"/>
                  </a:lnTo>
                  <a:lnTo>
                    <a:pt x="6746" y="2565"/>
                  </a:lnTo>
                  <a:lnTo>
                    <a:pt x="7295" y="3471"/>
                  </a:lnTo>
                  <a:lnTo>
                    <a:pt x="7632" y="3490"/>
                  </a:lnTo>
                  <a:lnTo>
                    <a:pt x="7834" y="4120"/>
                  </a:lnTo>
                  <a:lnTo>
                    <a:pt x="9392" y="10195"/>
                  </a:lnTo>
                  <a:lnTo>
                    <a:pt x="10079" y="11987"/>
                  </a:lnTo>
                  <a:lnTo>
                    <a:pt x="10477" y="13503"/>
                  </a:lnTo>
                  <a:lnTo>
                    <a:pt x="10747" y="15195"/>
                  </a:lnTo>
                  <a:lnTo>
                    <a:pt x="11222" y="16338"/>
                  </a:lnTo>
                  <a:lnTo>
                    <a:pt x="11850" y="16957"/>
                  </a:lnTo>
                  <a:lnTo>
                    <a:pt x="12616" y="18598"/>
                  </a:lnTo>
                  <a:lnTo>
                    <a:pt x="13132" y="19876"/>
                  </a:lnTo>
                  <a:lnTo>
                    <a:pt x="14001" y="22525"/>
                  </a:lnTo>
                  <a:lnTo>
                    <a:pt x="14918" y="23513"/>
                  </a:lnTo>
                  <a:lnTo>
                    <a:pt x="18252" y="2543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1"/>
            <p:cNvSpPr/>
            <p:nvPr/>
          </p:nvSpPr>
          <p:spPr>
            <a:xfrm>
              <a:off x="3195598" y="2529767"/>
              <a:ext cx="93953" cy="245499"/>
            </a:xfrm>
            <a:custGeom>
              <a:avLst/>
              <a:pathLst>
                <a:path w="93953" h="245499">
                  <a:moveTo>
                    <a:pt x="57601" y="6779"/>
                  </a:moveTo>
                  <a:lnTo>
                    <a:pt x="57604" y="6999"/>
                  </a:lnTo>
                  <a:lnTo>
                    <a:pt x="57921" y="9101"/>
                  </a:lnTo>
                  <a:lnTo>
                    <a:pt x="58713" y="16918"/>
                  </a:lnTo>
                  <a:lnTo>
                    <a:pt x="59165" y="17905"/>
                  </a:lnTo>
                  <a:lnTo>
                    <a:pt x="59680" y="18739"/>
                  </a:lnTo>
                  <a:lnTo>
                    <a:pt x="60044" y="19900"/>
                  </a:lnTo>
                  <a:lnTo>
                    <a:pt x="60185" y="21068"/>
                  </a:lnTo>
                  <a:lnTo>
                    <a:pt x="60141" y="22880"/>
                  </a:lnTo>
                  <a:lnTo>
                    <a:pt x="60157" y="24992"/>
                  </a:lnTo>
                  <a:lnTo>
                    <a:pt x="60369" y="26601"/>
                  </a:lnTo>
                  <a:lnTo>
                    <a:pt x="60664" y="27830"/>
                  </a:lnTo>
                  <a:lnTo>
                    <a:pt x="60939" y="28443"/>
                  </a:lnTo>
                  <a:lnTo>
                    <a:pt x="61351" y="28500"/>
                  </a:lnTo>
                  <a:lnTo>
                    <a:pt x="61844" y="28801"/>
                  </a:lnTo>
                  <a:lnTo>
                    <a:pt x="62177" y="30019"/>
                  </a:lnTo>
                  <a:lnTo>
                    <a:pt x="63232" y="38923"/>
                  </a:lnTo>
                  <a:lnTo>
                    <a:pt x="63335" y="40084"/>
                  </a:lnTo>
                  <a:lnTo>
                    <a:pt x="63778" y="40455"/>
                  </a:lnTo>
                  <a:lnTo>
                    <a:pt x="64510" y="40285"/>
                  </a:lnTo>
                  <a:lnTo>
                    <a:pt x="65258" y="41211"/>
                  </a:lnTo>
                  <a:lnTo>
                    <a:pt x="66060" y="42654"/>
                  </a:lnTo>
                  <a:lnTo>
                    <a:pt x="66814" y="45363"/>
                  </a:lnTo>
                  <a:lnTo>
                    <a:pt x="67322" y="45802"/>
                  </a:lnTo>
                  <a:lnTo>
                    <a:pt x="68909" y="45401"/>
                  </a:lnTo>
                  <a:lnTo>
                    <a:pt x="71082" y="45839"/>
                  </a:lnTo>
                  <a:lnTo>
                    <a:pt x="72101" y="47238"/>
                  </a:lnTo>
                  <a:lnTo>
                    <a:pt x="71996" y="48098"/>
                  </a:lnTo>
                  <a:lnTo>
                    <a:pt x="71212" y="49066"/>
                  </a:lnTo>
                  <a:lnTo>
                    <a:pt x="69832" y="50195"/>
                  </a:lnTo>
                  <a:lnTo>
                    <a:pt x="69424" y="52117"/>
                  </a:lnTo>
                  <a:lnTo>
                    <a:pt x="69194" y="54597"/>
                  </a:lnTo>
                  <a:lnTo>
                    <a:pt x="69236" y="55997"/>
                  </a:lnTo>
                  <a:lnTo>
                    <a:pt x="69575" y="57534"/>
                  </a:lnTo>
                  <a:lnTo>
                    <a:pt x="70550" y="60581"/>
                  </a:lnTo>
                  <a:lnTo>
                    <a:pt x="70605" y="61686"/>
                  </a:lnTo>
                  <a:lnTo>
                    <a:pt x="70777" y="63223"/>
                  </a:lnTo>
                  <a:lnTo>
                    <a:pt x="70959" y="64273"/>
                  </a:lnTo>
                  <a:lnTo>
                    <a:pt x="70759" y="66315"/>
                  </a:lnTo>
                  <a:lnTo>
                    <a:pt x="69874" y="67717"/>
                  </a:lnTo>
                  <a:lnTo>
                    <a:pt x="68712" y="69244"/>
                  </a:lnTo>
                  <a:lnTo>
                    <a:pt x="66378" y="76042"/>
                  </a:lnTo>
                  <a:lnTo>
                    <a:pt x="66204" y="77509"/>
                  </a:lnTo>
                  <a:lnTo>
                    <a:pt x="66218" y="81531"/>
                  </a:lnTo>
                  <a:lnTo>
                    <a:pt x="65987" y="82679"/>
                  </a:lnTo>
                  <a:lnTo>
                    <a:pt x="65250" y="82659"/>
                  </a:lnTo>
                  <a:lnTo>
                    <a:pt x="64673" y="82450"/>
                  </a:lnTo>
                  <a:lnTo>
                    <a:pt x="64644" y="83859"/>
                  </a:lnTo>
                  <a:lnTo>
                    <a:pt x="64275" y="85736"/>
                  </a:lnTo>
                  <a:lnTo>
                    <a:pt x="64066" y="87368"/>
                  </a:lnTo>
                  <a:lnTo>
                    <a:pt x="64924" y="91224"/>
                  </a:lnTo>
                  <a:lnTo>
                    <a:pt x="65077" y="93266"/>
                  </a:lnTo>
                  <a:lnTo>
                    <a:pt x="64941" y="95128"/>
                  </a:lnTo>
                  <a:lnTo>
                    <a:pt x="64147" y="98334"/>
                  </a:lnTo>
                  <a:lnTo>
                    <a:pt x="63676" y="100497"/>
                  </a:lnTo>
                  <a:lnTo>
                    <a:pt x="63790" y="100980"/>
                  </a:lnTo>
                  <a:lnTo>
                    <a:pt x="64408" y="101837"/>
                  </a:lnTo>
                  <a:lnTo>
                    <a:pt x="66336" y="108894"/>
                  </a:lnTo>
                  <a:lnTo>
                    <a:pt x="66956" y="111371"/>
                  </a:lnTo>
                  <a:lnTo>
                    <a:pt x="67769" y="110722"/>
                  </a:lnTo>
                  <a:lnTo>
                    <a:pt x="68073" y="110765"/>
                  </a:lnTo>
                  <a:lnTo>
                    <a:pt x="68313" y="111166"/>
                  </a:lnTo>
                  <a:lnTo>
                    <a:pt x="68460" y="112000"/>
                  </a:lnTo>
                  <a:lnTo>
                    <a:pt x="68460" y="113061"/>
                  </a:lnTo>
                  <a:lnTo>
                    <a:pt x="68254" y="114646"/>
                  </a:lnTo>
                  <a:lnTo>
                    <a:pt x="69290" y="115293"/>
                  </a:lnTo>
                  <a:lnTo>
                    <a:pt x="69664" y="116900"/>
                  </a:lnTo>
                  <a:lnTo>
                    <a:pt x="70875" y="122399"/>
                  </a:lnTo>
                  <a:lnTo>
                    <a:pt x="70829" y="124031"/>
                  </a:lnTo>
                  <a:lnTo>
                    <a:pt x="70249" y="126628"/>
                  </a:lnTo>
                  <a:lnTo>
                    <a:pt x="70246" y="128350"/>
                  </a:lnTo>
                  <a:lnTo>
                    <a:pt x="70367" y="129897"/>
                  </a:lnTo>
                  <a:lnTo>
                    <a:pt x="70557" y="130435"/>
                  </a:lnTo>
                  <a:lnTo>
                    <a:pt x="72340" y="130655"/>
                  </a:lnTo>
                  <a:lnTo>
                    <a:pt x="73097" y="131275"/>
                  </a:lnTo>
                  <a:lnTo>
                    <a:pt x="74951" y="134091"/>
                  </a:lnTo>
                  <a:lnTo>
                    <a:pt x="77058" y="138404"/>
                  </a:lnTo>
                  <a:lnTo>
                    <a:pt x="78784" y="141937"/>
                  </a:lnTo>
                  <a:lnTo>
                    <a:pt x="80253" y="144946"/>
                  </a:lnTo>
                  <a:lnTo>
                    <a:pt x="81827" y="144726"/>
                  </a:lnTo>
                  <a:lnTo>
                    <a:pt x="82256" y="145273"/>
                  </a:lnTo>
                  <a:lnTo>
                    <a:pt x="82655" y="146212"/>
                  </a:lnTo>
                  <a:lnTo>
                    <a:pt x="83106" y="148684"/>
                  </a:lnTo>
                  <a:lnTo>
                    <a:pt x="84007" y="154276"/>
                  </a:lnTo>
                  <a:lnTo>
                    <a:pt x="84772" y="156133"/>
                  </a:lnTo>
                  <a:lnTo>
                    <a:pt x="85955" y="160612"/>
                  </a:lnTo>
                  <a:lnTo>
                    <a:pt x="87065" y="164808"/>
                  </a:lnTo>
                  <a:lnTo>
                    <a:pt x="86334" y="170513"/>
                  </a:lnTo>
                  <a:lnTo>
                    <a:pt x="85618" y="176445"/>
                  </a:lnTo>
                  <a:lnTo>
                    <a:pt x="85618" y="184101"/>
                  </a:lnTo>
                  <a:lnTo>
                    <a:pt x="85618" y="188212"/>
                  </a:lnTo>
                  <a:lnTo>
                    <a:pt x="87126" y="188388"/>
                  </a:lnTo>
                  <a:lnTo>
                    <a:pt x="88802" y="188584"/>
                  </a:lnTo>
                  <a:lnTo>
                    <a:pt x="88815" y="193494"/>
                  </a:lnTo>
                  <a:lnTo>
                    <a:pt x="88829" y="198434"/>
                  </a:lnTo>
                  <a:lnTo>
                    <a:pt x="88843" y="204073"/>
                  </a:lnTo>
                  <a:lnTo>
                    <a:pt x="89335" y="204308"/>
                  </a:lnTo>
                  <a:lnTo>
                    <a:pt x="90118" y="205514"/>
                  </a:lnTo>
                  <a:lnTo>
                    <a:pt x="90453" y="207341"/>
                  </a:lnTo>
                  <a:lnTo>
                    <a:pt x="90874" y="208336"/>
                  </a:lnTo>
                  <a:lnTo>
                    <a:pt x="91381" y="208499"/>
                  </a:lnTo>
                  <a:lnTo>
                    <a:pt x="91882" y="209397"/>
                  </a:lnTo>
                  <a:lnTo>
                    <a:pt x="92378" y="211030"/>
                  </a:lnTo>
                  <a:lnTo>
                    <a:pt x="92558" y="212266"/>
                  </a:lnTo>
                  <a:lnTo>
                    <a:pt x="92426" y="213108"/>
                  </a:lnTo>
                  <a:lnTo>
                    <a:pt x="92532" y="214592"/>
                  </a:lnTo>
                  <a:lnTo>
                    <a:pt x="92877" y="216720"/>
                  </a:lnTo>
                  <a:lnTo>
                    <a:pt x="93300" y="217719"/>
                  </a:lnTo>
                  <a:lnTo>
                    <a:pt x="93953" y="218944"/>
                  </a:lnTo>
                  <a:lnTo>
                    <a:pt x="93066" y="219649"/>
                  </a:lnTo>
                  <a:lnTo>
                    <a:pt x="92109" y="219110"/>
                  </a:lnTo>
                  <a:lnTo>
                    <a:pt x="90062" y="216622"/>
                  </a:lnTo>
                  <a:lnTo>
                    <a:pt x="89399" y="216554"/>
                  </a:lnTo>
                  <a:lnTo>
                    <a:pt x="88532" y="217497"/>
                  </a:lnTo>
                  <a:lnTo>
                    <a:pt x="88495" y="218339"/>
                  </a:lnTo>
                  <a:lnTo>
                    <a:pt x="86334" y="215568"/>
                  </a:lnTo>
                  <a:lnTo>
                    <a:pt x="85554" y="215006"/>
                  </a:lnTo>
                  <a:lnTo>
                    <a:pt x="85275" y="214956"/>
                  </a:lnTo>
                  <a:lnTo>
                    <a:pt x="84036" y="214980"/>
                  </a:lnTo>
                  <a:lnTo>
                    <a:pt x="82271" y="215477"/>
                  </a:lnTo>
                  <a:lnTo>
                    <a:pt x="81232" y="216605"/>
                  </a:lnTo>
                  <a:lnTo>
                    <a:pt x="80511" y="217802"/>
                  </a:lnTo>
                  <a:lnTo>
                    <a:pt x="80185" y="218974"/>
                  </a:lnTo>
                  <a:lnTo>
                    <a:pt x="80067" y="219605"/>
                  </a:lnTo>
                  <a:lnTo>
                    <a:pt x="79506" y="223062"/>
                  </a:lnTo>
                  <a:lnTo>
                    <a:pt x="78855" y="227498"/>
                  </a:lnTo>
                  <a:lnTo>
                    <a:pt x="78181" y="231498"/>
                  </a:lnTo>
                  <a:lnTo>
                    <a:pt x="76868" y="237113"/>
                  </a:lnTo>
                  <a:lnTo>
                    <a:pt x="76142" y="239708"/>
                  </a:lnTo>
                  <a:lnTo>
                    <a:pt x="74581" y="244537"/>
                  </a:lnTo>
                  <a:lnTo>
                    <a:pt x="72899" y="245499"/>
                  </a:lnTo>
                  <a:lnTo>
                    <a:pt x="68989" y="244548"/>
                  </a:lnTo>
                  <a:lnTo>
                    <a:pt x="64655" y="243493"/>
                  </a:lnTo>
                  <a:lnTo>
                    <a:pt x="60342" y="242443"/>
                  </a:lnTo>
                  <a:lnTo>
                    <a:pt x="57133" y="241660"/>
                  </a:lnTo>
                  <a:lnTo>
                    <a:pt x="56886" y="241401"/>
                  </a:lnTo>
                  <a:lnTo>
                    <a:pt x="53713" y="234519"/>
                  </a:lnTo>
                  <a:lnTo>
                    <a:pt x="51203" y="229080"/>
                  </a:lnTo>
                  <a:lnTo>
                    <a:pt x="48070" y="222287"/>
                  </a:lnTo>
                  <a:lnTo>
                    <a:pt x="44869" y="215350"/>
                  </a:lnTo>
                  <a:lnTo>
                    <a:pt x="41623" y="208310"/>
                  </a:lnTo>
                  <a:lnTo>
                    <a:pt x="39263" y="203198"/>
                  </a:lnTo>
                  <a:lnTo>
                    <a:pt x="36399" y="196622"/>
                  </a:lnTo>
                  <a:lnTo>
                    <a:pt x="33792" y="190634"/>
                  </a:lnTo>
                  <a:lnTo>
                    <a:pt x="31733" y="185907"/>
                  </a:lnTo>
                  <a:lnTo>
                    <a:pt x="29092" y="181771"/>
                  </a:lnTo>
                  <a:lnTo>
                    <a:pt x="27029" y="178539"/>
                  </a:lnTo>
                  <a:lnTo>
                    <a:pt x="24023" y="173832"/>
                  </a:lnTo>
                  <a:lnTo>
                    <a:pt x="21620" y="170070"/>
                  </a:lnTo>
                  <a:lnTo>
                    <a:pt x="19562" y="166846"/>
                  </a:lnTo>
                  <a:lnTo>
                    <a:pt x="16394" y="161884"/>
                  </a:lnTo>
                  <a:lnTo>
                    <a:pt x="15341" y="160537"/>
                  </a:lnTo>
                  <a:lnTo>
                    <a:pt x="12058" y="158880"/>
                  </a:lnTo>
                  <a:lnTo>
                    <a:pt x="8946" y="157477"/>
                  </a:lnTo>
                  <a:lnTo>
                    <a:pt x="5721" y="156022"/>
                  </a:lnTo>
                  <a:lnTo>
                    <a:pt x="3575" y="155054"/>
                  </a:lnTo>
                  <a:lnTo>
                    <a:pt x="4991" y="151528"/>
                  </a:lnTo>
                  <a:lnTo>
                    <a:pt x="4556" y="148362"/>
                  </a:lnTo>
                  <a:lnTo>
                    <a:pt x="3523" y="148947"/>
                  </a:lnTo>
                  <a:lnTo>
                    <a:pt x="2575" y="149701"/>
                  </a:lnTo>
                  <a:lnTo>
                    <a:pt x="2000" y="144770"/>
                  </a:lnTo>
                  <a:lnTo>
                    <a:pt x="2732" y="144161"/>
                  </a:lnTo>
                  <a:lnTo>
                    <a:pt x="2056" y="137733"/>
                  </a:lnTo>
                  <a:lnTo>
                    <a:pt x="1358" y="131115"/>
                  </a:lnTo>
                  <a:lnTo>
                    <a:pt x="687" y="124726"/>
                  </a:lnTo>
                  <a:lnTo>
                    <a:pt x="0" y="118186"/>
                  </a:lnTo>
                  <a:lnTo>
                    <a:pt x="2722" y="113996"/>
                  </a:lnTo>
                  <a:lnTo>
                    <a:pt x="4757" y="110863"/>
                  </a:lnTo>
                  <a:lnTo>
                    <a:pt x="7603" y="106480"/>
                  </a:lnTo>
                  <a:lnTo>
                    <a:pt x="10348" y="102254"/>
                  </a:lnTo>
                  <a:lnTo>
                    <a:pt x="12963" y="98227"/>
                  </a:lnTo>
                  <a:lnTo>
                    <a:pt x="15842" y="93792"/>
                  </a:lnTo>
                  <a:lnTo>
                    <a:pt x="18418" y="89824"/>
                  </a:lnTo>
                  <a:lnTo>
                    <a:pt x="20780" y="88212"/>
                  </a:lnTo>
                  <a:lnTo>
                    <a:pt x="21279" y="86957"/>
                  </a:lnTo>
                  <a:lnTo>
                    <a:pt x="22356" y="81542"/>
                  </a:lnTo>
                  <a:lnTo>
                    <a:pt x="23276" y="76912"/>
                  </a:lnTo>
                  <a:lnTo>
                    <a:pt x="23319" y="75839"/>
                  </a:lnTo>
                  <a:lnTo>
                    <a:pt x="23323" y="69277"/>
                  </a:lnTo>
                  <a:lnTo>
                    <a:pt x="23484" y="61571"/>
                  </a:lnTo>
                  <a:lnTo>
                    <a:pt x="23791" y="57454"/>
                  </a:lnTo>
                  <a:lnTo>
                    <a:pt x="24320" y="53815"/>
                  </a:lnTo>
                  <a:lnTo>
                    <a:pt x="24808" y="51162"/>
                  </a:lnTo>
                  <a:lnTo>
                    <a:pt x="24859" y="48675"/>
                  </a:lnTo>
                  <a:lnTo>
                    <a:pt x="24794" y="46153"/>
                  </a:lnTo>
                  <a:lnTo>
                    <a:pt x="24290" y="42341"/>
                  </a:lnTo>
                  <a:lnTo>
                    <a:pt x="23765" y="38369"/>
                  </a:lnTo>
                  <a:lnTo>
                    <a:pt x="23824" y="34538"/>
                  </a:lnTo>
                  <a:lnTo>
                    <a:pt x="23921" y="32486"/>
                  </a:lnTo>
                  <a:lnTo>
                    <a:pt x="24250" y="29209"/>
                  </a:lnTo>
                  <a:lnTo>
                    <a:pt x="24809" y="26815"/>
                  </a:lnTo>
                  <a:lnTo>
                    <a:pt x="25411" y="25330"/>
                  </a:lnTo>
                  <a:lnTo>
                    <a:pt x="27655" y="23800"/>
                  </a:lnTo>
                  <a:lnTo>
                    <a:pt x="28985" y="22891"/>
                  </a:lnTo>
                  <a:lnTo>
                    <a:pt x="30768" y="18647"/>
                  </a:lnTo>
                  <a:lnTo>
                    <a:pt x="31825" y="16129"/>
                  </a:lnTo>
                  <a:lnTo>
                    <a:pt x="33299" y="12137"/>
                  </a:lnTo>
                  <a:lnTo>
                    <a:pt x="34383" y="9198"/>
                  </a:lnTo>
                  <a:lnTo>
                    <a:pt x="34470" y="8180"/>
                  </a:lnTo>
                  <a:lnTo>
                    <a:pt x="34469" y="7779"/>
                  </a:lnTo>
                  <a:lnTo>
                    <a:pt x="35400" y="7185"/>
                  </a:lnTo>
                  <a:lnTo>
                    <a:pt x="37127" y="3622"/>
                  </a:lnTo>
                  <a:lnTo>
                    <a:pt x="38142" y="294"/>
                  </a:lnTo>
                  <a:lnTo>
                    <a:pt x="38464" y="0"/>
                  </a:lnTo>
                  <a:lnTo>
                    <a:pt x="39373" y="1092"/>
                  </a:lnTo>
                  <a:lnTo>
                    <a:pt x="40022" y="1392"/>
                  </a:lnTo>
                  <a:lnTo>
                    <a:pt x="41520" y="132"/>
                  </a:lnTo>
                  <a:lnTo>
                    <a:pt x="42411" y="797"/>
                  </a:lnTo>
                  <a:lnTo>
                    <a:pt x="43161" y="1636"/>
                  </a:lnTo>
                  <a:lnTo>
                    <a:pt x="43580" y="1691"/>
                  </a:lnTo>
                  <a:lnTo>
                    <a:pt x="45590" y="3762"/>
                  </a:lnTo>
                  <a:lnTo>
                    <a:pt x="46092" y="4019"/>
                  </a:lnTo>
                  <a:lnTo>
                    <a:pt x="47128" y="4273"/>
                  </a:lnTo>
                  <a:lnTo>
                    <a:pt x="48672" y="4383"/>
                  </a:lnTo>
                  <a:lnTo>
                    <a:pt x="49669" y="3031"/>
                  </a:lnTo>
                  <a:lnTo>
                    <a:pt x="50372" y="1724"/>
                  </a:lnTo>
                  <a:lnTo>
                    <a:pt x="50866" y="1755"/>
                  </a:lnTo>
                  <a:lnTo>
                    <a:pt x="51345" y="2068"/>
                  </a:lnTo>
                  <a:lnTo>
                    <a:pt x="51747" y="2627"/>
                  </a:lnTo>
                  <a:lnTo>
                    <a:pt x="52089" y="3605"/>
                  </a:lnTo>
                  <a:lnTo>
                    <a:pt x="52248" y="5000"/>
                  </a:lnTo>
                  <a:lnTo>
                    <a:pt x="52184" y="9457"/>
                  </a:lnTo>
                  <a:lnTo>
                    <a:pt x="52336" y="10637"/>
                  </a:lnTo>
                  <a:lnTo>
                    <a:pt x="52607" y="11481"/>
                  </a:lnTo>
                  <a:lnTo>
                    <a:pt x="52954" y="11637"/>
                  </a:lnTo>
                  <a:lnTo>
                    <a:pt x="53375" y="10671"/>
                  </a:lnTo>
                  <a:lnTo>
                    <a:pt x="54109" y="9260"/>
                  </a:lnTo>
                  <a:lnTo>
                    <a:pt x="55013" y="7722"/>
                  </a:lnTo>
                  <a:lnTo>
                    <a:pt x="55686" y="6312"/>
                  </a:lnTo>
                  <a:lnTo>
                    <a:pt x="56070" y="5787"/>
                  </a:lnTo>
                  <a:lnTo>
                    <a:pt x="56680" y="5859"/>
                  </a:lnTo>
                  <a:lnTo>
                    <a:pt x="57272" y="610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2"/>
            <p:cNvSpPr/>
            <p:nvPr/>
          </p:nvSpPr>
          <p:spPr>
            <a:xfrm>
              <a:off x="2587541" y="1668288"/>
              <a:ext cx="104977" cy="92174"/>
            </a:xfrm>
            <a:custGeom>
              <a:avLst/>
              <a:pathLst>
                <a:path w="104977" h="92174">
                  <a:moveTo>
                    <a:pt x="85874" y="8792"/>
                  </a:moveTo>
                  <a:lnTo>
                    <a:pt x="86976" y="8902"/>
                  </a:lnTo>
                  <a:lnTo>
                    <a:pt x="88779" y="7887"/>
                  </a:lnTo>
                  <a:lnTo>
                    <a:pt x="89534" y="7221"/>
                  </a:lnTo>
                  <a:lnTo>
                    <a:pt x="91384" y="4915"/>
                  </a:lnTo>
                  <a:lnTo>
                    <a:pt x="92479" y="4273"/>
                  </a:lnTo>
                  <a:lnTo>
                    <a:pt x="94166" y="4431"/>
                  </a:lnTo>
                  <a:lnTo>
                    <a:pt x="94981" y="4270"/>
                  </a:lnTo>
                  <a:lnTo>
                    <a:pt x="95000" y="4494"/>
                  </a:lnTo>
                  <a:lnTo>
                    <a:pt x="93964" y="5430"/>
                  </a:lnTo>
                  <a:lnTo>
                    <a:pt x="93131" y="5751"/>
                  </a:lnTo>
                  <a:lnTo>
                    <a:pt x="91940" y="7145"/>
                  </a:lnTo>
                  <a:lnTo>
                    <a:pt x="90807" y="10288"/>
                  </a:lnTo>
                  <a:lnTo>
                    <a:pt x="89967" y="11832"/>
                  </a:lnTo>
                  <a:lnTo>
                    <a:pt x="89976" y="12518"/>
                  </a:lnTo>
                  <a:lnTo>
                    <a:pt x="90997" y="13734"/>
                  </a:lnTo>
                  <a:lnTo>
                    <a:pt x="92114" y="14425"/>
                  </a:lnTo>
                  <a:lnTo>
                    <a:pt x="93142" y="13799"/>
                  </a:lnTo>
                  <a:lnTo>
                    <a:pt x="93591" y="14042"/>
                  </a:lnTo>
                  <a:lnTo>
                    <a:pt x="93997" y="14947"/>
                  </a:lnTo>
                  <a:lnTo>
                    <a:pt x="94226" y="15843"/>
                  </a:lnTo>
                  <a:lnTo>
                    <a:pt x="94278" y="16731"/>
                  </a:lnTo>
                  <a:lnTo>
                    <a:pt x="94093" y="18589"/>
                  </a:lnTo>
                  <a:lnTo>
                    <a:pt x="93475" y="20456"/>
                  </a:lnTo>
                  <a:lnTo>
                    <a:pt x="92640" y="22019"/>
                  </a:lnTo>
                  <a:lnTo>
                    <a:pt x="92758" y="22510"/>
                  </a:lnTo>
                  <a:lnTo>
                    <a:pt x="93427" y="22764"/>
                  </a:lnTo>
                  <a:lnTo>
                    <a:pt x="96612" y="21752"/>
                  </a:lnTo>
                  <a:lnTo>
                    <a:pt x="96942" y="21827"/>
                  </a:lnTo>
                  <a:lnTo>
                    <a:pt x="97125" y="22330"/>
                  </a:lnTo>
                  <a:lnTo>
                    <a:pt x="97161" y="23265"/>
                  </a:lnTo>
                  <a:lnTo>
                    <a:pt x="97336" y="24111"/>
                  </a:lnTo>
                  <a:lnTo>
                    <a:pt x="97651" y="24868"/>
                  </a:lnTo>
                  <a:lnTo>
                    <a:pt x="97552" y="25643"/>
                  </a:lnTo>
                  <a:lnTo>
                    <a:pt x="96158" y="28093"/>
                  </a:lnTo>
                  <a:lnTo>
                    <a:pt x="97803" y="26550"/>
                  </a:lnTo>
                  <a:lnTo>
                    <a:pt x="99104" y="26115"/>
                  </a:lnTo>
                  <a:lnTo>
                    <a:pt x="101330" y="26889"/>
                  </a:lnTo>
                  <a:lnTo>
                    <a:pt x="102240" y="27780"/>
                  </a:lnTo>
                  <a:lnTo>
                    <a:pt x="102774" y="29344"/>
                  </a:lnTo>
                  <a:lnTo>
                    <a:pt x="103544" y="28826"/>
                  </a:lnTo>
                  <a:lnTo>
                    <a:pt x="103879" y="28856"/>
                  </a:lnTo>
                  <a:lnTo>
                    <a:pt x="104383" y="29748"/>
                  </a:lnTo>
                  <a:lnTo>
                    <a:pt x="104401" y="30699"/>
                  </a:lnTo>
                  <a:lnTo>
                    <a:pt x="104031" y="32053"/>
                  </a:lnTo>
                  <a:lnTo>
                    <a:pt x="103903" y="33304"/>
                  </a:lnTo>
                  <a:lnTo>
                    <a:pt x="103516" y="33818"/>
                  </a:lnTo>
                  <a:lnTo>
                    <a:pt x="102793" y="34190"/>
                  </a:lnTo>
                  <a:lnTo>
                    <a:pt x="102586" y="34610"/>
                  </a:lnTo>
                  <a:lnTo>
                    <a:pt x="102905" y="35564"/>
                  </a:lnTo>
                  <a:lnTo>
                    <a:pt x="103374" y="36496"/>
                  </a:lnTo>
                  <a:lnTo>
                    <a:pt x="104041" y="36539"/>
                  </a:lnTo>
                  <a:lnTo>
                    <a:pt x="104159" y="36968"/>
                  </a:lnTo>
                  <a:lnTo>
                    <a:pt x="104174" y="37486"/>
                  </a:lnTo>
                  <a:lnTo>
                    <a:pt x="104084" y="38092"/>
                  </a:lnTo>
                  <a:lnTo>
                    <a:pt x="103867" y="38509"/>
                  </a:lnTo>
                  <a:lnTo>
                    <a:pt x="103522" y="38736"/>
                  </a:lnTo>
                  <a:lnTo>
                    <a:pt x="103066" y="39405"/>
                  </a:lnTo>
                  <a:lnTo>
                    <a:pt x="104739" y="40868"/>
                  </a:lnTo>
                  <a:lnTo>
                    <a:pt x="104953" y="41410"/>
                  </a:lnTo>
                  <a:lnTo>
                    <a:pt x="104977" y="42208"/>
                  </a:lnTo>
                  <a:lnTo>
                    <a:pt x="104846" y="43081"/>
                  </a:lnTo>
                  <a:lnTo>
                    <a:pt x="104561" y="44032"/>
                  </a:lnTo>
                  <a:lnTo>
                    <a:pt x="104056" y="44596"/>
                  </a:lnTo>
                  <a:lnTo>
                    <a:pt x="102851" y="44688"/>
                  </a:lnTo>
                  <a:lnTo>
                    <a:pt x="102113" y="45304"/>
                  </a:lnTo>
                  <a:lnTo>
                    <a:pt x="102364" y="46334"/>
                  </a:lnTo>
                  <a:lnTo>
                    <a:pt x="102345" y="47634"/>
                  </a:lnTo>
                  <a:lnTo>
                    <a:pt x="102123" y="49167"/>
                  </a:lnTo>
                  <a:lnTo>
                    <a:pt x="101174" y="51487"/>
                  </a:lnTo>
                  <a:lnTo>
                    <a:pt x="100282" y="52720"/>
                  </a:lnTo>
                  <a:lnTo>
                    <a:pt x="99410" y="53521"/>
                  </a:lnTo>
                  <a:lnTo>
                    <a:pt x="97854" y="53238"/>
                  </a:lnTo>
                  <a:lnTo>
                    <a:pt x="97007" y="52622"/>
                  </a:lnTo>
                  <a:lnTo>
                    <a:pt x="97101" y="54625"/>
                  </a:lnTo>
                  <a:lnTo>
                    <a:pt x="96235" y="55859"/>
                  </a:lnTo>
                  <a:lnTo>
                    <a:pt x="96399" y="56889"/>
                  </a:lnTo>
                  <a:lnTo>
                    <a:pt x="96700" y="57412"/>
                  </a:lnTo>
                  <a:lnTo>
                    <a:pt x="96551" y="58736"/>
                  </a:lnTo>
                  <a:lnTo>
                    <a:pt x="96139" y="60046"/>
                  </a:lnTo>
                  <a:lnTo>
                    <a:pt x="95450" y="61465"/>
                  </a:lnTo>
                  <a:lnTo>
                    <a:pt x="94670" y="62351"/>
                  </a:lnTo>
                  <a:lnTo>
                    <a:pt x="93119" y="63419"/>
                  </a:lnTo>
                  <a:lnTo>
                    <a:pt x="91794" y="65196"/>
                  </a:lnTo>
                  <a:lnTo>
                    <a:pt x="90888" y="65899"/>
                  </a:lnTo>
                  <a:lnTo>
                    <a:pt x="88636" y="65869"/>
                  </a:lnTo>
                  <a:lnTo>
                    <a:pt x="86337" y="67013"/>
                  </a:lnTo>
                  <a:lnTo>
                    <a:pt x="83088" y="69423"/>
                  </a:lnTo>
                  <a:lnTo>
                    <a:pt x="80901" y="71356"/>
                  </a:lnTo>
                  <a:lnTo>
                    <a:pt x="79213" y="73543"/>
                  </a:lnTo>
                  <a:lnTo>
                    <a:pt x="76982" y="77114"/>
                  </a:lnTo>
                  <a:lnTo>
                    <a:pt x="75326" y="78618"/>
                  </a:lnTo>
                  <a:lnTo>
                    <a:pt x="74371" y="79023"/>
                  </a:lnTo>
                  <a:lnTo>
                    <a:pt x="72512" y="79343"/>
                  </a:lnTo>
                  <a:lnTo>
                    <a:pt x="70954" y="80313"/>
                  </a:lnTo>
                  <a:lnTo>
                    <a:pt x="65778" y="82131"/>
                  </a:lnTo>
                  <a:lnTo>
                    <a:pt x="64026" y="83124"/>
                  </a:lnTo>
                  <a:lnTo>
                    <a:pt x="63800" y="84028"/>
                  </a:lnTo>
                  <a:lnTo>
                    <a:pt x="63073" y="85387"/>
                  </a:lnTo>
                  <a:lnTo>
                    <a:pt x="63028" y="85879"/>
                  </a:lnTo>
                  <a:lnTo>
                    <a:pt x="63347" y="86259"/>
                  </a:lnTo>
                  <a:lnTo>
                    <a:pt x="63406" y="86752"/>
                  </a:lnTo>
                  <a:lnTo>
                    <a:pt x="62765" y="88361"/>
                  </a:lnTo>
                  <a:lnTo>
                    <a:pt x="61485" y="89526"/>
                  </a:lnTo>
                  <a:lnTo>
                    <a:pt x="60881" y="89507"/>
                  </a:lnTo>
                  <a:lnTo>
                    <a:pt x="60149" y="88505"/>
                  </a:lnTo>
                  <a:lnTo>
                    <a:pt x="59830" y="88540"/>
                  </a:lnTo>
                  <a:lnTo>
                    <a:pt x="59705" y="88693"/>
                  </a:lnTo>
                  <a:lnTo>
                    <a:pt x="59697" y="89007"/>
                  </a:lnTo>
                  <a:lnTo>
                    <a:pt x="60118" y="90209"/>
                  </a:lnTo>
                  <a:lnTo>
                    <a:pt x="59343" y="90769"/>
                  </a:lnTo>
                  <a:lnTo>
                    <a:pt x="55971" y="92174"/>
                  </a:lnTo>
                  <a:lnTo>
                    <a:pt x="50236" y="91131"/>
                  </a:lnTo>
                  <a:lnTo>
                    <a:pt x="47963" y="90052"/>
                  </a:lnTo>
                  <a:lnTo>
                    <a:pt x="45159" y="88337"/>
                  </a:lnTo>
                  <a:lnTo>
                    <a:pt x="43489" y="87879"/>
                  </a:lnTo>
                  <a:lnTo>
                    <a:pt x="41122" y="87768"/>
                  </a:lnTo>
                  <a:lnTo>
                    <a:pt x="39178" y="85366"/>
                  </a:lnTo>
                  <a:lnTo>
                    <a:pt x="38278" y="83881"/>
                  </a:lnTo>
                  <a:lnTo>
                    <a:pt x="38205" y="83265"/>
                  </a:lnTo>
                  <a:lnTo>
                    <a:pt x="38307" y="82562"/>
                  </a:lnTo>
                  <a:lnTo>
                    <a:pt x="38509" y="82083"/>
                  </a:lnTo>
                  <a:lnTo>
                    <a:pt x="38812" y="81824"/>
                  </a:lnTo>
                  <a:lnTo>
                    <a:pt x="39454" y="81798"/>
                  </a:lnTo>
                  <a:lnTo>
                    <a:pt x="39537" y="81589"/>
                  </a:lnTo>
                  <a:lnTo>
                    <a:pt x="39048" y="80400"/>
                  </a:lnTo>
                  <a:lnTo>
                    <a:pt x="38579" y="80785"/>
                  </a:lnTo>
                  <a:lnTo>
                    <a:pt x="37327" y="82463"/>
                  </a:lnTo>
                  <a:lnTo>
                    <a:pt x="36769" y="82402"/>
                  </a:lnTo>
                  <a:lnTo>
                    <a:pt x="36038" y="81564"/>
                  </a:lnTo>
                  <a:lnTo>
                    <a:pt x="36010" y="80749"/>
                  </a:lnTo>
                  <a:lnTo>
                    <a:pt x="34579" y="80437"/>
                  </a:lnTo>
                  <a:lnTo>
                    <a:pt x="33336" y="79419"/>
                  </a:lnTo>
                  <a:lnTo>
                    <a:pt x="32101" y="77954"/>
                  </a:lnTo>
                  <a:lnTo>
                    <a:pt x="31916" y="77396"/>
                  </a:lnTo>
                  <a:lnTo>
                    <a:pt x="32509" y="76580"/>
                  </a:lnTo>
                  <a:lnTo>
                    <a:pt x="32395" y="76420"/>
                  </a:lnTo>
                  <a:lnTo>
                    <a:pt x="31949" y="76282"/>
                  </a:lnTo>
                  <a:lnTo>
                    <a:pt x="31046" y="76550"/>
                  </a:lnTo>
                  <a:lnTo>
                    <a:pt x="29687" y="78401"/>
                  </a:lnTo>
                  <a:lnTo>
                    <a:pt x="29101" y="78827"/>
                  </a:lnTo>
                  <a:lnTo>
                    <a:pt x="20218" y="79260"/>
                  </a:lnTo>
                  <a:lnTo>
                    <a:pt x="17966" y="79452"/>
                  </a:lnTo>
                  <a:lnTo>
                    <a:pt x="17530" y="79733"/>
                  </a:lnTo>
                  <a:lnTo>
                    <a:pt x="17137" y="78528"/>
                  </a:lnTo>
                  <a:lnTo>
                    <a:pt x="16788" y="75840"/>
                  </a:lnTo>
                  <a:lnTo>
                    <a:pt x="16657" y="74070"/>
                  </a:lnTo>
                  <a:lnTo>
                    <a:pt x="16747" y="73213"/>
                  </a:lnTo>
                  <a:lnTo>
                    <a:pt x="17059" y="72184"/>
                  </a:lnTo>
                  <a:lnTo>
                    <a:pt x="17542" y="72359"/>
                  </a:lnTo>
                  <a:lnTo>
                    <a:pt x="18002" y="73177"/>
                  </a:lnTo>
                  <a:lnTo>
                    <a:pt x="18418" y="74337"/>
                  </a:lnTo>
                  <a:lnTo>
                    <a:pt x="18896" y="74895"/>
                  </a:lnTo>
                  <a:lnTo>
                    <a:pt x="21996" y="73484"/>
                  </a:lnTo>
                  <a:lnTo>
                    <a:pt x="23255" y="72535"/>
                  </a:lnTo>
                  <a:lnTo>
                    <a:pt x="23791" y="71633"/>
                  </a:lnTo>
                  <a:lnTo>
                    <a:pt x="24420" y="70099"/>
                  </a:lnTo>
                  <a:lnTo>
                    <a:pt x="25089" y="69314"/>
                  </a:lnTo>
                  <a:lnTo>
                    <a:pt x="25408" y="68573"/>
                  </a:lnTo>
                  <a:lnTo>
                    <a:pt x="26034" y="66225"/>
                  </a:lnTo>
                  <a:lnTo>
                    <a:pt x="26467" y="65134"/>
                  </a:lnTo>
                  <a:lnTo>
                    <a:pt x="26985" y="64329"/>
                  </a:lnTo>
                  <a:lnTo>
                    <a:pt x="27588" y="63810"/>
                  </a:lnTo>
                  <a:lnTo>
                    <a:pt x="28959" y="63439"/>
                  </a:lnTo>
                  <a:lnTo>
                    <a:pt x="28057" y="62887"/>
                  </a:lnTo>
                  <a:lnTo>
                    <a:pt x="27197" y="62887"/>
                  </a:lnTo>
                  <a:lnTo>
                    <a:pt x="24269" y="65367"/>
                  </a:lnTo>
                  <a:lnTo>
                    <a:pt x="23287" y="65367"/>
                  </a:lnTo>
                  <a:lnTo>
                    <a:pt x="23328" y="64980"/>
                  </a:lnTo>
                  <a:lnTo>
                    <a:pt x="23742" y="64280"/>
                  </a:lnTo>
                  <a:lnTo>
                    <a:pt x="24749" y="63071"/>
                  </a:lnTo>
                  <a:lnTo>
                    <a:pt x="24058" y="62980"/>
                  </a:lnTo>
                  <a:lnTo>
                    <a:pt x="23793" y="62433"/>
                  </a:lnTo>
                  <a:lnTo>
                    <a:pt x="23763" y="61281"/>
                  </a:lnTo>
                  <a:lnTo>
                    <a:pt x="24277" y="59425"/>
                  </a:lnTo>
                  <a:lnTo>
                    <a:pt x="26661" y="56978"/>
                  </a:lnTo>
                  <a:lnTo>
                    <a:pt x="27485" y="56618"/>
                  </a:lnTo>
                  <a:lnTo>
                    <a:pt x="27735" y="56134"/>
                  </a:lnTo>
                  <a:lnTo>
                    <a:pt x="27423" y="55739"/>
                  </a:lnTo>
                  <a:lnTo>
                    <a:pt x="26925" y="55504"/>
                  </a:lnTo>
                  <a:lnTo>
                    <a:pt x="24527" y="58020"/>
                  </a:lnTo>
                  <a:lnTo>
                    <a:pt x="22781" y="58891"/>
                  </a:lnTo>
                  <a:lnTo>
                    <a:pt x="22262" y="58721"/>
                  </a:lnTo>
                  <a:lnTo>
                    <a:pt x="21359" y="57744"/>
                  </a:lnTo>
                  <a:lnTo>
                    <a:pt x="21068" y="57310"/>
                  </a:lnTo>
                  <a:lnTo>
                    <a:pt x="20678" y="56192"/>
                  </a:lnTo>
                  <a:lnTo>
                    <a:pt x="20722" y="55518"/>
                  </a:lnTo>
                  <a:lnTo>
                    <a:pt x="21554" y="53546"/>
                  </a:lnTo>
                  <a:lnTo>
                    <a:pt x="21420" y="53163"/>
                  </a:lnTo>
                  <a:lnTo>
                    <a:pt x="20848" y="52969"/>
                  </a:lnTo>
                  <a:lnTo>
                    <a:pt x="19310" y="51152"/>
                  </a:lnTo>
                  <a:lnTo>
                    <a:pt x="16875" y="51334"/>
                  </a:lnTo>
                  <a:lnTo>
                    <a:pt x="10851" y="50284"/>
                  </a:lnTo>
                  <a:lnTo>
                    <a:pt x="9606" y="50729"/>
                  </a:lnTo>
                  <a:lnTo>
                    <a:pt x="7553" y="52287"/>
                  </a:lnTo>
                  <a:lnTo>
                    <a:pt x="6313" y="52801"/>
                  </a:lnTo>
                  <a:lnTo>
                    <a:pt x="5740" y="52462"/>
                  </a:lnTo>
                  <a:lnTo>
                    <a:pt x="5219" y="51638"/>
                  </a:lnTo>
                  <a:lnTo>
                    <a:pt x="4746" y="50527"/>
                  </a:lnTo>
                  <a:lnTo>
                    <a:pt x="4321" y="49129"/>
                  </a:lnTo>
                  <a:lnTo>
                    <a:pt x="4505" y="48154"/>
                  </a:lnTo>
                  <a:lnTo>
                    <a:pt x="5299" y="47599"/>
                  </a:lnTo>
                  <a:lnTo>
                    <a:pt x="5882" y="47334"/>
                  </a:lnTo>
                  <a:lnTo>
                    <a:pt x="7522" y="47672"/>
                  </a:lnTo>
                  <a:lnTo>
                    <a:pt x="9521" y="46694"/>
                  </a:lnTo>
                  <a:lnTo>
                    <a:pt x="10796" y="46489"/>
                  </a:lnTo>
                  <a:lnTo>
                    <a:pt x="11162" y="46334"/>
                  </a:lnTo>
                  <a:lnTo>
                    <a:pt x="11912" y="45293"/>
                  </a:lnTo>
                  <a:lnTo>
                    <a:pt x="12283" y="45030"/>
                  </a:lnTo>
                  <a:lnTo>
                    <a:pt x="12861" y="45395"/>
                  </a:lnTo>
                  <a:lnTo>
                    <a:pt x="13140" y="46102"/>
                  </a:lnTo>
                  <a:lnTo>
                    <a:pt x="15152" y="45004"/>
                  </a:lnTo>
                  <a:lnTo>
                    <a:pt x="15843" y="44453"/>
                  </a:lnTo>
                  <a:lnTo>
                    <a:pt x="15921" y="44115"/>
                  </a:lnTo>
                  <a:lnTo>
                    <a:pt x="16223" y="43720"/>
                  </a:lnTo>
                  <a:lnTo>
                    <a:pt x="17224" y="44315"/>
                  </a:lnTo>
                  <a:lnTo>
                    <a:pt x="18034" y="44333"/>
                  </a:lnTo>
                  <a:lnTo>
                    <a:pt x="19046" y="43925"/>
                  </a:lnTo>
                  <a:lnTo>
                    <a:pt x="20835" y="43745"/>
                  </a:lnTo>
                  <a:lnTo>
                    <a:pt x="24837" y="43652"/>
                  </a:lnTo>
                  <a:lnTo>
                    <a:pt x="25436" y="42756"/>
                  </a:lnTo>
                  <a:lnTo>
                    <a:pt x="25718" y="41964"/>
                  </a:lnTo>
                  <a:lnTo>
                    <a:pt x="26071" y="39960"/>
                  </a:lnTo>
                  <a:lnTo>
                    <a:pt x="25915" y="39548"/>
                  </a:lnTo>
                  <a:lnTo>
                    <a:pt x="23415" y="41393"/>
                  </a:lnTo>
                  <a:lnTo>
                    <a:pt x="22845" y="41364"/>
                  </a:lnTo>
                  <a:lnTo>
                    <a:pt x="19952" y="40386"/>
                  </a:lnTo>
                  <a:lnTo>
                    <a:pt x="18906" y="39279"/>
                  </a:lnTo>
                  <a:lnTo>
                    <a:pt x="19248" y="38390"/>
                  </a:lnTo>
                  <a:lnTo>
                    <a:pt x="20782" y="36477"/>
                  </a:lnTo>
                  <a:lnTo>
                    <a:pt x="22364" y="34942"/>
                  </a:lnTo>
                  <a:lnTo>
                    <a:pt x="24694" y="33283"/>
                  </a:lnTo>
                  <a:lnTo>
                    <a:pt x="25240" y="32638"/>
                  </a:lnTo>
                  <a:lnTo>
                    <a:pt x="25296" y="31874"/>
                  </a:lnTo>
                  <a:lnTo>
                    <a:pt x="23744" y="30513"/>
                  </a:lnTo>
                  <a:lnTo>
                    <a:pt x="20805" y="30889"/>
                  </a:lnTo>
                  <a:lnTo>
                    <a:pt x="20053" y="29273"/>
                  </a:lnTo>
                  <a:lnTo>
                    <a:pt x="17612" y="28317"/>
                  </a:lnTo>
                  <a:lnTo>
                    <a:pt x="15987" y="28918"/>
                  </a:lnTo>
                  <a:lnTo>
                    <a:pt x="15124" y="27941"/>
                  </a:lnTo>
                  <a:lnTo>
                    <a:pt x="13013" y="29292"/>
                  </a:lnTo>
                  <a:lnTo>
                    <a:pt x="8374" y="31247"/>
                  </a:lnTo>
                  <a:lnTo>
                    <a:pt x="6529" y="32602"/>
                  </a:lnTo>
                  <a:lnTo>
                    <a:pt x="5535" y="33051"/>
                  </a:lnTo>
                  <a:lnTo>
                    <a:pt x="4390" y="31944"/>
                  </a:lnTo>
                  <a:lnTo>
                    <a:pt x="2419" y="30697"/>
                  </a:lnTo>
                  <a:lnTo>
                    <a:pt x="200" y="30309"/>
                  </a:lnTo>
                  <a:lnTo>
                    <a:pt x="0" y="29575"/>
                  </a:lnTo>
                  <a:lnTo>
                    <a:pt x="1294" y="27328"/>
                  </a:lnTo>
                  <a:lnTo>
                    <a:pt x="2179" y="26921"/>
                  </a:lnTo>
                  <a:lnTo>
                    <a:pt x="3072" y="27128"/>
                  </a:lnTo>
                  <a:lnTo>
                    <a:pt x="4774" y="28695"/>
                  </a:lnTo>
                  <a:lnTo>
                    <a:pt x="5950" y="29185"/>
                  </a:lnTo>
                  <a:lnTo>
                    <a:pt x="4476" y="26885"/>
                  </a:lnTo>
                  <a:lnTo>
                    <a:pt x="4515" y="26001"/>
                  </a:lnTo>
                  <a:lnTo>
                    <a:pt x="4404" y="24678"/>
                  </a:lnTo>
                  <a:lnTo>
                    <a:pt x="3947" y="24109"/>
                  </a:lnTo>
                  <a:lnTo>
                    <a:pt x="3497" y="22645"/>
                  </a:lnTo>
                  <a:lnTo>
                    <a:pt x="3682" y="22150"/>
                  </a:lnTo>
                  <a:lnTo>
                    <a:pt x="4261" y="21977"/>
                  </a:lnTo>
                  <a:lnTo>
                    <a:pt x="5447" y="22471"/>
                  </a:lnTo>
                  <a:lnTo>
                    <a:pt x="8265" y="25012"/>
                  </a:lnTo>
                  <a:lnTo>
                    <a:pt x="9649" y="24562"/>
                  </a:lnTo>
                  <a:lnTo>
                    <a:pt x="10408" y="23626"/>
                  </a:lnTo>
                  <a:lnTo>
                    <a:pt x="11443" y="22932"/>
                  </a:lnTo>
                  <a:lnTo>
                    <a:pt x="11149" y="22570"/>
                  </a:lnTo>
                  <a:lnTo>
                    <a:pt x="8713" y="22526"/>
                  </a:lnTo>
                  <a:lnTo>
                    <a:pt x="7411" y="22010"/>
                  </a:lnTo>
                  <a:lnTo>
                    <a:pt x="6753" y="21267"/>
                  </a:lnTo>
                  <a:lnTo>
                    <a:pt x="6182" y="20000"/>
                  </a:lnTo>
                  <a:lnTo>
                    <a:pt x="6383" y="19419"/>
                  </a:lnTo>
                  <a:lnTo>
                    <a:pt x="7060" y="18955"/>
                  </a:lnTo>
                  <a:lnTo>
                    <a:pt x="9140" y="19090"/>
                  </a:lnTo>
                  <a:lnTo>
                    <a:pt x="7769" y="16895"/>
                  </a:lnTo>
                  <a:lnTo>
                    <a:pt x="6817" y="15634"/>
                  </a:lnTo>
                  <a:lnTo>
                    <a:pt x="6713" y="15025"/>
                  </a:lnTo>
                  <a:lnTo>
                    <a:pt x="6778" y="14260"/>
                  </a:lnTo>
                  <a:lnTo>
                    <a:pt x="6907" y="13748"/>
                  </a:lnTo>
                  <a:lnTo>
                    <a:pt x="7099" y="13493"/>
                  </a:lnTo>
                  <a:lnTo>
                    <a:pt x="9486" y="14774"/>
                  </a:lnTo>
                  <a:lnTo>
                    <a:pt x="10009" y="14829"/>
                  </a:lnTo>
                  <a:lnTo>
                    <a:pt x="9527" y="14001"/>
                  </a:lnTo>
                  <a:lnTo>
                    <a:pt x="8480" y="12784"/>
                  </a:lnTo>
                  <a:lnTo>
                    <a:pt x="8432" y="12328"/>
                  </a:lnTo>
                  <a:lnTo>
                    <a:pt x="8873" y="11952"/>
                  </a:lnTo>
                  <a:lnTo>
                    <a:pt x="9091" y="11259"/>
                  </a:lnTo>
                  <a:lnTo>
                    <a:pt x="9111" y="10687"/>
                  </a:lnTo>
                  <a:lnTo>
                    <a:pt x="9836" y="10196"/>
                  </a:lnTo>
                  <a:lnTo>
                    <a:pt x="10566" y="10174"/>
                  </a:lnTo>
                  <a:lnTo>
                    <a:pt x="11302" y="10622"/>
                  </a:lnTo>
                  <a:lnTo>
                    <a:pt x="13585" y="12996"/>
                  </a:lnTo>
                  <a:lnTo>
                    <a:pt x="13912" y="13663"/>
                  </a:lnTo>
                  <a:lnTo>
                    <a:pt x="14020" y="14542"/>
                  </a:lnTo>
                  <a:lnTo>
                    <a:pt x="13908" y="15631"/>
                  </a:lnTo>
                  <a:lnTo>
                    <a:pt x="14004" y="16073"/>
                  </a:lnTo>
                  <a:lnTo>
                    <a:pt x="14896" y="15697"/>
                  </a:lnTo>
                  <a:lnTo>
                    <a:pt x="15607" y="16156"/>
                  </a:lnTo>
                  <a:lnTo>
                    <a:pt x="15962" y="16032"/>
                  </a:lnTo>
                  <a:lnTo>
                    <a:pt x="16846" y="14392"/>
                  </a:lnTo>
                  <a:lnTo>
                    <a:pt x="17456" y="14778"/>
                  </a:lnTo>
                  <a:lnTo>
                    <a:pt x="17824" y="15546"/>
                  </a:lnTo>
                  <a:lnTo>
                    <a:pt x="17938" y="16240"/>
                  </a:lnTo>
                  <a:lnTo>
                    <a:pt x="17993" y="17194"/>
                  </a:lnTo>
                  <a:lnTo>
                    <a:pt x="17837" y="19180"/>
                  </a:lnTo>
                  <a:lnTo>
                    <a:pt x="17878" y="19460"/>
                  </a:lnTo>
                  <a:lnTo>
                    <a:pt x="18497" y="18339"/>
                  </a:lnTo>
                  <a:lnTo>
                    <a:pt x="19554" y="18254"/>
                  </a:lnTo>
                  <a:lnTo>
                    <a:pt x="19690" y="17690"/>
                  </a:lnTo>
                  <a:lnTo>
                    <a:pt x="19722" y="15601"/>
                  </a:lnTo>
                  <a:lnTo>
                    <a:pt x="19636" y="13840"/>
                  </a:lnTo>
                  <a:lnTo>
                    <a:pt x="19519" y="13476"/>
                  </a:lnTo>
                  <a:lnTo>
                    <a:pt x="16047" y="11036"/>
                  </a:lnTo>
                  <a:lnTo>
                    <a:pt x="15443" y="10460"/>
                  </a:lnTo>
                  <a:lnTo>
                    <a:pt x="14687" y="9258"/>
                  </a:lnTo>
                  <a:lnTo>
                    <a:pt x="14840" y="8654"/>
                  </a:lnTo>
                  <a:lnTo>
                    <a:pt x="15517" y="8114"/>
                  </a:lnTo>
                  <a:lnTo>
                    <a:pt x="16537" y="7899"/>
                  </a:lnTo>
                  <a:lnTo>
                    <a:pt x="18903" y="7928"/>
                  </a:lnTo>
                  <a:lnTo>
                    <a:pt x="19143" y="7675"/>
                  </a:lnTo>
                  <a:lnTo>
                    <a:pt x="18684" y="7042"/>
                  </a:lnTo>
                  <a:lnTo>
                    <a:pt x="17589" y="6634"/>
                  </a:lnTo>
                  <a:lnTo>
                    <a:pt x="17332" y="6269"/>
                  </a:lnTo>
                  <a:lnTo>
                    <a:pt x="17203" y="5566"/>
                  </a:lnTo>
                  <a:lnTo>
                    <a:pt x="15904" y="5950"/>
                  </a:lnTo>
                  <a:lnTo>
                    <a:pt x="14455" y="5966"/>
                  </a:lnTo>
                  <a:lnTo>
                    <a:pt x="13062" y="5536"/>
                  </a:lnTo>
                  <a:lnTo>
                    <a:pt x="13033" y="4989"/>
                  </a:lnTo>
                  <a:lnTo>
                    <a:pt x="13583" y="4187"/>
                  </a:lnTo>
                  <a:lnTo>
                    <a:pt x="14721" y="2855"/>
                  </a:lnTo>
                  <a:lnTo>
                    <a:pt x="15251" y="2525"/>
                  </a:lnTo>
                  <a:lnTo>
                    <a:pt x="16842" y="2757"/>
                  </a:lnTo>
                  <a:lnTo>
                    <a:pt x="18423" y="2383"/>
                  </a:lnTo>
                  <a:lnTo>
                    <a:pt x="19703" y="2835"/>
                  </a:lnTo>
                  <a:lnTo>
                    <a:pt x="20719" y="4153"/>
                  </a:lnTo>
                  <a:lnTo>
                    <a:pt x="22163" y="6469"/>
                  </a:lnTo>
                  <a:lnTo>
                    <a:pt x="24117" y="7951"/>
                  </a:lnTo>
                  <a:lnTo>
                    <a:pt x="24296" y="8416"/>
                  </a:lnTo>
                  <a:lnTo>
                    <a:pt x="25336" y="9629"/>
                  </a:lnTo>
                  <a:lnTo>
                    <a:pt x="27402" y="12894"/>
                  </a:lnTo>
                  <a:lnTo>
                    <a:pt x="29502" y="14788"/>
                  </a:lnTo>
                  <a:lnTo>
                    <a:pt x="29599" y="15270"/>
                  </a:lnTo>
                  <a:lnTo>
                    <a:pt x="29254" y="15837"/>
                  </a:lnTo>
                  <a:lnTo>
                    <a:pt x="28447" y="16502"/>
                  </a:lnTo>
                  <a:lnTo>
                    <a:pt x="28631" y="16872"/>
                  </a:lnTo>
                  <a:lnTo>
                    <a:pt x="29685" y="17354"/>
                  </a:lnTo>
                  <a:lnTo>
                    <a:pt x="30445" y="18638"/>
                  </a:lnTo>
                  <a:lnTo>
                    <a:pt x="30496" y="19195"/>
                  </a:lnTo>
                  <a:lnTo>
                    <a:pt x="29809" y="23171"/>
                  </a:lnTo>
                  <a:lnTo>
                    <a:pt x="29445" y="24015"/>
                  </a:lnTo>
                  <a:lnTo>
                    <a:pt x="29024" y="24461"/>
                  </a:lnTo>
                  <a:lnTo>
                    <a:pt x="27083" y="23712"/>
                  </a:lnTo>
                  <a:lnTo>
                    <a:pt x="27546" y="24978"/>
                  </a:lnTo>
                  <a:lnTo>
                    <a:pt x="28931" y="26325"/>
                  </a:lnTo>
                  <a:lnTo>
                    <a:pt x="29245" y="27078"/>
                  </a:lnTo>
                  <a:lnTo>
                    <a:pt x="29038" y="27817"/>
                  </a:lnTo>
                  <a:lnTo>
                    <a:pt x="29189" y="27987"/>
                  </a:lnTo>
                  <a:lnTo>
                    <a:pt x="29697" y="27588"/>
                  </a:lnTo>
                  <a:lnTo>
                    <a:pt x="29907" y="28008"/>
                  </a:lnTo>
                  <a:lnTo>
                    <a:pt x="29819" y="29244"/>
                  </a:lnTo>
                  <a:lnTo>
                    <a:pt x="29603" y="30270"/>
                  </a:lnTo>
                  <a:lnTo>
                    <a:pt x="29259" y="31085"/>
                  </a:lnTo>
                  <a:lnTo>
                    <a:pt x="29358" y="31437"/>
                  </a:lnTo>
                  <a:lnTo>
                    <a:pt x="29900" y="31329"/>
                  </a:lnTo>
                  <a:lnTo>
                    <a:pt x="30409" y="31540"/>
                  </a:lnTo>
                  <a:lnTo>
                    <a:pt x="31203" y="32665"/>
                  </a:lnTo>
                  <a:lnTo>
                    <a:pt x="31847" y="36103"/>
                  </a:lnTo>
                  <a:lnTo>
                    <a:pt x="32167" y="37216"/>
                  </a:lnTo>
                  <a:lnTo>
                    <a:pt x="32397" y="36229"/>
                  </a:lnTo>
                  <a:lnTo>
                    <a:pt x="32687" y="33718"/>
                  </a:lnTo>
                  <a:lnTo>
                    <a:pt x="32959" y="32436"/>
                  </a:lnTo>
                  <a:lnTo>
                    <a:pt x="33213" y="32379"/>
                  </a:lnTo>
                  <a:lnTo>
                    <a:pt x="33433" y="31958"/>
                  </a:lnTo>
                  <a:lnTo>
                    <a:pt x="33617" y="31170"/>
                  </a:lnTo>
                  <a:lnTo>
                    <a:pt x="33993" y="28393"/>
                  </a:lnTo>
                  <a:lnTo>
                    <a:pt x="35295" y="26288"/>
                  </a:lnTo>
                  <a:lnTo>
                    <a:pt x="35916" y="25643"/>
                  </a:lnTo>
                  <a:lnTo>
                    <a:pt x="36500" y="25500"/>
                  </a:lnTo>
                  <a:lnTo>
                    <a:pt x="36784" y="25763"/>
                  </a:lnTo>
                  <a:lnTo>
                    <a:pt x="37758" y="27970"/>
                  </a:lnTo>
                  <a:lnTo>
                    <a:pt x="38350" y="28341"/>
                  </a:lnTo>
                  <a:lnTo>
                    <a:pt x="38655" y="28220"/>
                  </a:lnTo>
                  <a:lnTo>
                    <a:pt x="39071" y="26722"/>
                  </a:lnTo>
                  <a:lnTo>
                    <a:pt x="39599" y="23847"/>
                  </a:lnTo>
                  <a:lnTo>
                    <a:pt x="39719" y="20635"/>
                  </a:lnTo>
                  <a:lnTo>
                    <a:pt x="39432" y="17090"/>
                  </a:lnTo>
                  <a:lnTo>
                    <a:pt x="39599" y="14562"/>
                  </a:lnTo>
                  <a:lnTo>
                    <a:pt x="40219" y="13051"/>
                  </a:lnTo>
                  <a:lnTo>
                    <a:pt x="41032" y="12587"/>
                  </a:lnTo>
                  <a:lnTo>
                    <a:pt x="42040" y="13167"/>
                  </a:lnTo>
                  <a:lnTo>
                    <a:pt x="42777" y="14089"/>
                  </a:lnTo>
                  <a:lnTo>
                    <a:pt x="44231" y="17609"/>
                  </a:lnTo>
                  <a:lnTo>
                    <a:pt x="45405" y="19452"/>
                  </a:lnTo>
                  <a:lnTo>
                    <a:pt x="46413" y="21431"/>
                  </a:lnTo>
                  <a:lnTo>
                    <a:pt x="46935" y="22073"/>
                  </a:lnTo>
                  <a:lnTo>
                    <a:pt x="47933" y="22398"/>
                  </a:lnTo>
                  <a:lnTo>
                    <a:pt x="48201" y="22271"/>
                  </a:lnTo>
                  <a:lnTo>
                    <a:pt x="48380" y="21814"/>
                  </a:lnTo>
                  <a:lnTo>
                    <a:pt x="48470" y="21027"/>
                  </a:lnTo>
                  <a:lnTo>
                    <a:pt x="48255" y="15990"/>
                  </a:lnTo>
                  <a:lnTo>
                    <a:pt x="48535" y="14422"/>
                  </a:lnTo>
                  <a:lnTo>
                    <a:pt x="48959" y="13308"/>
                  </a:lnTo>
                  <a:lnTo>
                    <a:pt x="50763" y="12652"/>
                  </a:lnTo>
                  <a:lnTo>
                    <a:pt x="51745" y="11954"/>
                  </a:lnTo>
                  <a:lnTo>
                    <a:pt x="52701" y="10806"/>
                  </a:lnTo>
                  <a:lnTo>
                    <a:pt x="53493" y="10192"/>
                  </a:lnTo>
                  <a:lnTo>
                    <a:pt x="54122" y="10109"/>
                  </a:lnTo>
                  <a:lnTo>
                    <a:pt x="54780" y="10557"/>
                  </a:lnTo>
                  <a:lnTo>
                    <a:pt x="55465" y="11534"/>
                  </a:lnTo>
                  <a:lnTo>
                    <a:pt x="56535" y="13437"/>
                  </a:lnTo>
                  <a:lnTo>
                    <a:pt x="57881" y="16592"/>
                  </a:lnTo>
                  <a:lnTo>
                    <a:pt x="59592" y="18951"/>
                  </a:lnTo>
                  <a:lnTo>
                    <a:pt x="60489" y="22695"/>
                  </a:lnTo>
                  <a:lnTo>
                    <a:pt x="60681" y="23329"/>
                  </a:lnTo>
                  <a:lnTo>
                    <a:pt x="60890" y="23402"/>
                  </a:lnTo>
                  <a:lnTo>
                    <a:pt x="61116" y="22916"/>
                  </a:lnTo>
                  <a:lnTo>
                    <a:pt x="61261" y="22225"/>
                  </a:lnTo>
                  <a:lnTo>
                    <a:pt x="61303" y="20560"/>
                  </a:lnTo>
                  <a:lnTo>
                    <a:pt x="60823" y="18351"/>
                  </a:lnTo>
                  <a:lnTo>
                    <a:pt x="59223" y="12792"/>
                  </a:lnTo>
                  <a:lnTo>
                    <a:pt x="59195" y="11738"/>
                  </a:lnTo>
                  <a:lnTo>
                    <a:pt x="59398" y="10893"/>
                  </a:lnTo>
                  <a:lnTo>
                    <a:pt x="60525" y="10801"/>
                  </a:lnTo>
                  <a:lnTo>
                    <a:pt x="63149" y="11310"/>
                  </a:lnTo>
                  <a:lnTo>
                    <a:pt x="63987" y="12173"/>
                  </a:lnTo>
                  <a:lnTo>
                    <a:pt x="65770" y="15569"/>
                  </a:lnTo>
                  <a:lnTo>
                    <a:pt x="66271" y="16390"/>
                  </a:lnTo>
                  <a:lnTo>
                    <a:pt x="66576" y="16596"/>
                  </a:lnTo>
                  <a:lnTo>
                    <a:pt x="66686" y="16185"/>
                  </a:lnTo>
                  <a:lnTo>
                    <a:pt x="67378" y="15555"/>
                  </a:lnTo>
                  <a:lnTo>
                    <a:pt x="67857" y="14790"/>
                  </a:lnTo>
                  <a:lnTo>
                    <a:pt x="68655" y="12919"/>
                  </a:lnTo>
                  <a:lnTo>
                    <a:pt x="70397" y="9551"/>
                  </a:lnTo>
                  <a:lnTo>
                    <a:pt x="70759" y="9452"/>
                  </a:lnTo>
                  <a:lnTo>
                    <a:pt x="71268" y="9717"/>
                  </a:lnTo>
                  <a:lnTo>
                    <a:pt x="72161" y="10599"/>
                  </a:lnTo>
                  <a:lnTo>
                    <a:pt x="72585" y="11306"/>
                  </a:lnTo>
                  <a:lnTo>
                    <a:pt x="73425" y="11844"/>
                  </a:lnTo>
                  <a:lnTo>
                    <a:pt x="74287" y="11655"/>
                  </a:lnTo>
                  <a:lnTo>
                    <a:pt x="75476" y="10474"/>
                  </a:lnTo>
                  <a:lnTo>
                    <a:pt x="76819" y="9755"/>
                  </a:lnTo>
                  <a:lnTo>
                    <a:pt x="77280" y="8082"/>
                  </a:lnTo>
                  <a:lnTo>
                    <a:pt x="77366" y="7319"/>
                  </a:lnTo>
                  <a:lnTo>
                    <a:pt x="76284" y="2344"/>
                  </a:lnTo>
                  <a:lnTo>
                    <a:pt x="76739" y="1327"/>
                  </a:lnTo>
                  <a:lnTo>
                    <a:pt x="79085" y="93"/>
                  </a:lnTo>
                  <a:lnTo>
                    <a:pt x="81137" y="0"/>
                  </a:lnTo>
                  <a:lnTo>
                    <a:pt x="81622" y="337"/>
                  </a:lnTo>
                  <a:lnTo>
                    <a:pt x="82915" y="2754"/>
                  </a:lnTo>
                  <a:lnTo>
                    <a:pt x="83791" y="3970"/>
                  </a:lnTo>
                  <a:lnTo>
                    <a:pt x="84234" y="4948"/>
                  </a:lnTo>
                  <a:lnTo>
                    <a:pt x="84339" y="7101"/>
                  </a:lnTo>
                  <a:lnTo>
                    <a:pt x="84872" y="789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3"/>
            <p:cNvSpPr/>
            <p:nvPr/>
          </p:nvSpPr>
          <p:spPr>
            <a:xfrm>
              <a:off x="3152065" y="2646194"/>
              <a:ext cx="16037" cy="116848"/>
            </a:xfrm>
            <a:custGeom>
              <a:avLst/>
              <a:pathLst>
                <a:path w="16037" h="116848">
                  <a:moveTo>
                    <a:pt x="14824" y="20590"/>
                  </a:moveTo>
                  <a:lnTo>
                    <a:pt x="14316" y="20767"/>
                  </a:lnTo>
                  <a:lnTo>
                    <a:pt x="13131" y="22151"/>
                  </a:lnTo>
                  <a:lnTo>
                    <a:pt x="12970" y="22567"/>
                  </a:lnTo>
                  <a:lnTo>
                    <a:pt x="12762" y="23369"/>
                  </a:lnTo>
                  <a:lnTo>
                    <a:pt x="12725" y="23989"/>
                  </a:lnTo>
                  <a:lnTo>
                    <a:pt x="12556" y="30619"/>
                  </a:lnTo>
                  <a:lnTo>
                    <a:pt x="11911" y="30437"/>
                  </a:lnTo>
                  <a:lnTo>
                    <a:pt x="11126" y="28990"/>
                  </a:lnTo>
                  <a:lnTo>
                    <a:pt x="10973" y="27738"/>
                  </a:lnTo>
                  <a:lnTo>
                    <a:pt x="10736" y="27311"/>
                  </a:lnTo>
                  <a:lnTo>
                    <a:pt x="10176" y="27149"/>
                  </a:lnTo>
                  <a:lnTo>
                    <a:pt x="9113" y="26514"/>
                  </a:lnTo>
                  <a:lnTo>
                    <a:pt x="7880" y="28700"/>
                  </a:lnTo>
                  <a:lnTo>
                    <a:pt x="7356" y="32313"/>
                  </a:lnTo>
                  <a:lnTo>
                    <a:pt x="7250" y="34001"/>
                  </a:lnTo>
                  <a:lnTo>
                    <a:pt x="6831" y="37550"/>
                  </a:lnTo>
                  <a:lnTo>
                    <a:pt x="6980" y="39732"/>
                  </a:lnTo>
                  <a:lnTo>
                    <a:pt x="7051" y="42554"/>
                  </a:lnTo>
                  <a:lnTo>
                    <a:pt x="7156" y="44868"/>
                  </a:lnTo>
                  <a:lnTo>
                    <a:pt x="7046" y="46254"/>
                  </a:lnTo>
                  <a:lnTo>
                    <a:pt x="6811" y="46997"/>
                  </a:lnTo>
                  <a:lnTo>
                    <a:pt x="6881" y="47526"/>
                  </a:lnTo>
                  <a:lnTo>
                    <a:pt x="7091" y="47719"/>
                  </a:lnTo>
                  <a:lnTo>
                    <a:pt x="7766" y="47095"/>
                  </a:lnTo>
                  <a:lnTo>
                    <a:pt x="8477" y="47721"/>
                  </a:lnTo>
                  <a:lnTo>
                    <a:pt x="9159" y="48916"/>
                  </a:lnTo>
                  <a:lnTo>
                    <a:pt x="9213" y="49693"/>
                  </a:lnTo>
                  <a:lnTo>
                    <a:pt x="8730" y="50152"/>
                  </a:lnTo>
                  <a:lnTo>
                    <a:pt x="7588" y="51961"/>
                  </a:lnTo>
                  <a:lnTo>
                    <a:pt x="6784" y="54058"/>
                  </a:lnTo>
                  <a:lnTo>
                    <a:pt x="6574" y="56000"/>
                  </a:lnTo>
                  <a:lnTo>
                    <a:pt x="6032" y="60128"/>
                  </a:lnTo>
                  <a:lnTo>
                    <a:pt x="6106" y="60976"/>
                  </a:lnTo>
                  <a:lnTo>
                    <a:pt x="6369" y="61474"/>
                  </a:lnTo>
                  <a:lnTo>
                    <a:pt x="8227" y="61034"/>
                  </a:lnTo>
                  <a:lnTo>
                    <a:pt x="9915" y="59362"/>
                  </a:lnTo>
                  <a:lnTo>
                    <a:pt x="11184" y="57585"/>
                  </a:lnTo>
                  <a:lnTo>
                    <a:pt x="11587" y="57692"/>
                  </a:lnTo>
                  <a:lnTo>
                    <a:pt x="11327" y="62256"/>
                  </a:lnTo>
                  <a:lnTo>
                    <a:pt x="11107" y="65043"/>
                  </a:lnTo>
                  <a:lnTo>
                    <a:pt x="11193" y="65518"/>
                  </a:lnTo>
                  <a:lnTo>
                    <a:pt x="11478" y="67942"/>
                  </a:lnTo>
                  <a:lnTo>
                    <a:pt x="10937" y="72379"/>
                  </a:lnTo>
                  <a:lnTo>
                    <a:pt x="10332" y="75986"/>
                  </a:lnTo>
                  <a:lnTo>
                    <a:pt x="10118" y="77698"/>
                  </a:lnTo>
                  <a:lnTo>
                    <a:pt x="9530" y="81503"/>
                  </a:lnTo>
                  <a:lnTo>
                    <a:pt x="8928" y="85922"/>
                  </a:lnTo>
                  <a:lnTo>
                    <a:pt x="8607" y="88967"/>
                  </a:lnTo>
                  <a:lnTo>
                    <a:pt x="8679" y="90048"/>
                  </a:lnTo>
                  <a:lnTo>
                    <a:pt x="8530" y="95633"/>
                  </a:lnTo>
                  <a:lnTo>
                    <a:pt x="8616" y="97217"/>
                  </a:lnTo>
                  <a:lnTo>
                    <a:pt x="7910" y="102058"/>
                  </a:lnTo>
                  <a:lnTo>
                    <a:pt x="7768" y="104450"/>
                  </a:lnTo>
                  <a:lnTo>
                    <a:pt x="7485" y="107696"/>
                  </a:lnTo>
                  <a:lnTo>
                    <a:pt x="6999" y="114553"/>
                  </a:lnTo>
                  <a:lnTo>
                    <a:pt x="6335" y="116848"/>
                  </a:lnTo>
                  <a:lnTo>
                    <a:pt x="6003" y="114290"/>
                  </a:lnTo>
                  <a:lnTo>
                    <a:pt x="5247" y="106956"/>
                  </a:lnTo>
                  <a:lnTo>
                    <a:pt x="4708" y="101935"/>
                  </a:lnTo>
                  <a:lnTo>
                    <a:pt x="3973" y="95747"/>
                  </a:lnTo>
                  <a:lnTo>
                    <a:pt x="2733" y="88224"/>
                  </a:lnTo>
                  <a:lnTo>
                    <a:pt x="2619" y="86412"/>
                  </a:lnTo>
                  <a:lnTo>
                    <a:pt x="2351" y="83784"/>
                  </a:lnTo>
                  <a:lnTo>
                    <a:pt x="1496" y="76942"/>
                  </a:lnTo>
                  <a:lnTo>
                    <a:pt x="799" y="72002"/>
                  </a:lnTo>
                  <a:lnTo>
                    <a:pt x="0" y="65700"/>
                  </a:lnTo>
                  <a:lnTo>
                    <a:pt x="990" y="63199"/>
                  </a:lnTo>
                  <a:lnTo>
                    <a:pt x="1008" y="61136"/>
                  </a:lnTo>
                  <a:lnTo>
                    <a:pt x="2694" y="56323"/>
                  </a:lnTo>
                  <a:lnTo>
                    <a:pt x="2680" y="55850"/>
                  </a:lnTo>
                  <a:lnTo>
                    <a:pt x="2230" y="54573"/>
                  </a:lnTo>
                  <a:lnTo>
                    <a:pt x="2294" y="54354"/>
                  </a:lnTo>
                  <a:lnTo>
                    <a:pt x="4163" y="45388"/>
                  </a:lnTo>
                  <a:lnTo>
                    <a:pt x="5369" y="36504"/>
                  </a:lnTo>
                  <a:lnTo>
                    <a:pt x="6504" y="24161"/>
                  </a:lnTo>
                  <a:lnTo>
                    <a:pt x="7311" y="17880"/>
                  </a:lnTo>
                  <a:lnTo>
                    <a:pt x="7996" y="13726"/>
                  </a:lnTo>
                  <a:lnTo>
                    <a:pt x="8299" y="10284"/>
                  </a:lnTo>
                  <a:lnTo>
                    <a:pt x="9402" y="10039"/>
                  </a:lnTo>
                  <a:lnTo>
                    <a:pt x="10224" y="10407"/>
                  </a:lnTo>
                  <a:lnTo>
                    <a:pt x="11208" y="10521"/>
                  </a:lnTo>
                  <a:lnTo>
                    <a:pt x="11996" y="9226"/>
                  </a:lnTo>
                  <a:lnTo>
                    <a:pt x="12374" y="5355"/>
                  </a:lnTo>
                  <a:lnTo>
                    <a:pt x="12824" y="4735"/>
                  </a:lnTo>
                  <a:lnTo>
                    <a:pt x="13051" y="5647"/>
                  </a:lnTo>
                  <a:lnTo>
                    <a:pt x="13285" y="4629"/>
                  </a:lnTo>
                  <a:lnTo>
                    <a:pt x="14316" y="2928"/>
                  </a:lnTo>
                  <a:lnTo>
                    <a:pt x="14826" y="1830"/>
                  </a:lnTo>
                  <a:lnTo>
                    <a:pt x="15337" y="474"/>
                  </a:lnTo>
                  <a:lnTo>
                    <a:pt x="15610" y="0"/>
                  </a:lnTo>
                  <a:lnTo>
                    <a:pt x="15441" y="1810"/>
                  </a:lnTo>
                  <a:lnTo>
                    <a:pt x="15303" y="2990"/>
                  </a:lnTo>
                  <a:lnTo>
                    <a:pt x="15302" y="4536"/>
                  </a:lnTo>
                  <a:lnTo>
                    <a:pt x="15511" y="5383"/>
                  </a:lnTo>
                  <a:lnTo>
                    <a:pt x="15796" y="7069"/>
                  </a:lnTo>
                  <a:lnTo>
                    <a:pt x="15971" y="8747"/>
                  </a:lnTo>
                  <a:lnTo>
                    <a:pt x="15600" y="10140"/>
                  </a:lnTo>
                  <a:lnTo>
                    <a:pt x="15636" y="11594"/>
                  </a:lnTo>
                  <a:lnTo>
                    <a:pt x="15734" y="12813"/>
                  </a:lnTo>
                  <a:lnTo>
                    <a:pt x="16037" y="14246"/>
                  </a:lnTo>
                  <a:lnTo>
                    <a:pt x="15492" y="16824"/>
                  </a:lnTo>
                  <a:lnTo>
                    <a:pt x="14960" y="1918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4"/>
            <p:cNvSpPr/>
            <p:nvPr/>
          </p:nvSpPr>
          <p:spPr>
            <a:xfrm>
              <a:off x="2937595" y="2545393"/>
              <a:ext cx="1104" cy="2868"/>
            </a:xfrm>
            <a:custGeom>
              <a:avLst/>
              <a:pathLst>
                <a:path w="1104" h="2868">
                  <a:moveTo>
                    <a:pt x="1104" y="2542"/>
                  </a:moveTo>
                  <a:lnTo>
                    <a:pt x="643" y="2868"/>
                  </a:lnTo>
                  <a:lnTo>
                    <a:pt x="40" y="1852"/>
                  </a:lnTo>
                  <a:lnTo>
                    <a:pt x="0" y="427"/>
                  </a:lnTo>
                  <a:lnTo>
                    <a:pt x="111" y="0"/>
                  </a:lnTo>
                  <a:lnTo>
                    <a:pt x="844" y="653"/>
                  </a:lnTo>
                  <a:lnTo>
                    <a:pt x="1073" y="197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5"/>
            <p:cNvSpPr/>
            <p:nvPr/>
          </p:nvSpPr>
          <p:spPr>
            <a:xfrm>
              <a:off x="2942394" y="2502463"/>
              <a:ext cx="30755" cy="47516"/>
            </a:xfrm>
            <a:custGeom>
              <a:avLst/>
              <a:pathLst>
                <a:path w="30755" h="47516">
                  <a:moveTo>
                    <a:pt x="30196" y="2233"/>
                  </a:moveTo>
                  <a:lnTo>
                    <a:pt x="29546" y="5592"/>
                  </a:lnTo>
                  <a:lnTo>
                    <a:pt x="29226" y="6883"/>
                  </a:lnTo>
                  <a:lnTo>
                    <a:pt x="26907" y="15102"/>
                  </a:lnTo>
                  <a:lnTo>
                    <a:pt x="26642" y="17000"/>
                  </a:lnTo>
                  <a:lnTo>
                    <a:pt x="26478" y="19064"/>
                  </a:lnTo>
                  <a:lnTo>
                    <a:pt x="26238" y="20871"/>
                  </a:lnTo>
                  <a:lnTo>
                    <a:pt x="25913" y="22575"/>
                  </a:lnTo>
                  <a:lnTo>
                    <a:pt x="25610" y="24741"/>
                  </a:lnTo>
                  <a:lnTo>
                    <a:pt x="25669" y="27197"/>
                  </a:lnTo>
                  <a:lnTo>
                    <a:pt x="25778" y="28401"/>
                  </a:lnTo>
                  <a:lnTo>
                    <a:pt x="26057" y="29191"/>
                  </a:lnTo>
                  <a:lnTo>
                    <a:pt x="26515" y="29934"/>
                  </a:lnTo>
                  <a:lnTo>
                    <a:pt x="26867" y="31072"/>
                  </a:lnTo>
                  <a:lnTo>
                    <a:pt x="26327" y="32111"/>
                  </a:lnTo>
                  <a:lnTo>
                    <a:pt x="26922" y="34193"/>
                  </a:lnTo>
                  <a:lnTo>
                    <a:pt x="27428" y="35428"/>
                  </a:lnTo>
                  <a:lnTo>
                    <a:pt x="27496" y="36662"/>
                  </a:lnTo>
                  <a:lnTo>
                    <a:pt x="27485" y="37900"/>
                  </a:lnTo>
                  <a:lnTo>
                    <a:pt x="26433" y="40218"/>
                  </a:lnTo>
                  <a:lnTo>
                    <a:pt x="26022" y="41495"/>
                  </a:lnTo>
                  <a:lnTo>
                    <a:pt x="25767" y="43042"/>
                  </a:lnTo>
                  <a:lnTo>
                    <a:pt x="25656" y="44638"/>
                  </a:lnTo>
                  <a:lnTo>
                    <a:pt x="25771" y="46079"/>
                  </a:lnTo>
                  <a:lnTo>
                    <a:pt x="25736" y="47516"/>
                  </a:lnTo>
                  <a:lnTo>
                    <a:pt x="24677" y="47337"/>
                  </a:lnTo>
                  <a:lnTo>
                    <a:pt x="23592" y="46461"/>
                  </a:lnTo>
                  <a:lnTo>
                    <a:pt x="22500" y="46849"/>
                  </a:lnTo>
                  <a:lnTo>
                    <a:pt x="20946" y="45189"/>
                  </a:lnTo>
                  <a:lnTo>
                    <a:pt x="20380" y="44889"/>
                  </a:lnTo>
                  <a:lnTo>
                    <a:pt x="19864" y="44241"/>
                  </a:lnTo>
                  <a:lnTo>
                    <a:pt x="18571" y="39094"/>
                  </a:lnTo>
                  <a:lnTo>
                    <a:pt x="17530" y="36920"/>
                  </a:lnTo>
                  <a:lnTo>
                    <a:pt x="16414" y="35229"/>
                  </a:lnTo>
                  <a:lnTo>
                    <a:pt x="15273" y="35126"/>
                  </a:lnTo>
                  <a:lnTo>
                    <a:pt x="14131" y="35318"/>
                  </a:lnTo>
                  <a:lnTo>
                    <a:pt x="13123" y="34277"/>
                  </a:lnTo>
                  <a:lnTo>
                    <a:pt x="11070" y="30782"/>
                  </a:lnTo>
                  <a:lnTo>
                    <a:pt x="8896" y="27987"/>
                  </a:lnTo>
                  <a:lnTo>
                    <a:pt x="7973" y="26166"/>
                  </a:lnTo>
                  <a:lnTo>
                    <a:pt x="7551" y="24942"/>
                  </a:lnTo>
                  <a:lnTo>
                    <a:pt x="7060" y="24129"/>
                  </a:lnTo>
                  <a:lnTo>
                    <a:pt x="5814" y="23324"/>
                  </a:lnTo>
                  <a:lnTo>
                    <a:pt x="4696" y="21434"/>
                  </a:lnTo>
                  <a:lnTo>
                    <a:pt x="4188" y="21296"/>
                  </a:lnTo>
                  <a:lnTo>
                    <a:pt x="3093" y="21526"/>
                  </a:lnTo>
                  <a:lnTo>
                    <a:pt x="2532" y="21395"/>
                  </a:lnTo>
                  <a:lnTo>
                    <a:pt x="1967" y="20730"/>
                  </a:lnTo>
                  <a:lnTo>
                    <a:pt x="876" y="18508"/>
                  </a:lnTo>
                  <a:lnTo>
                    <a:pt x="181" y="15428"/>
                  </a:lnTo>
                  <a:lnTo>
                    <a:pt x="0" y="14069"/>
                  </a:lnTo>
                  <a:lnTo>
                    <a:pt x="492" y="10554"/>
                  </a:lnTo>
                  <a:lnTo>
                    <a:pt x="1077" y="7179"/>
                  </a:lnTo>
                  <a:lnTo>
                    <a:pt x="1596" y="6233"/>
                  </a:lnTo>
                  <a:lnTo>
                    <a:pt x="2199" y="5554"/>
                  </a:lnTo>
                  <a:lnTo>
                    <a:pt x="2564" y="4556"/>
                  </a:lnTo>
                  <a:lnTo>
                    <a:pt x="2872" y="3334"/>
                  </a:lnTo>
                  <a:lnTo>
                    <a:pt x="3990" y="6860"/>
                  </a:lnTo>
                  <a:lnTo>
                    <a:pt x="4491" y="7713"/>
                  </a:lnTo>
                  <a:lnTo>
                    <a:pt x="4998" y="7522"/>
                  </a:lnTo>
                  <a:lnTo>
                    <a:pt x="5897" y="6258"/>
                  </a:lnTo>
                  <a:lnTo>
                    <a:pt x="5972" y="4875"/>
                  </a:lnTo>
                  <a:lnTo>
                    <a:pt x="6964" y="3119"/>
                  </a:lnTo>
                  <a:lnTo>
                    <a:pt x="8225" y="3086"/>
                  </a:lnTo>
                  <a:lnTo>
                    <a:pt x="8807" y="3409"/>
                  </a:lnTo>
                  <a:lnTo>
                    <a:pt x="9113" y="4996"/>
                  </a:lnTo>
                  <a:lnTo>
                    <a:pt x="9593" y="5485"/>
                  </a:lnTo>
                  <a:lnTo>
                    <a:pt x="10149" y="5696"/>
                  </a:lnTo>
                  <a:lnTo>
                    <a:pt x="11978" y="8721"/>
                  </a:lnTo>
                  <a:lnTo>
                    <a:pt x="12491" y="9215"/>
                  </a:lnTo>
                  <a:lnTo>
                    <a:pt x="13010" y="9299"/>
                  </a:lnTo>
                  <a:lnTo>
                    <a:pt x="14430" y="8029"/>
                  </a:lnTo>
                  <a:lnTo>
                    <a:pt x="15520" y="7545"/>
                  </a:lnTo>
                  <a:lnTo>
                    <a:pt x="17805" y="8245"/>
                  </a:lnTo>
                  <a:lnTo>
                    <a:pt x="19041" y="7485"/>
                  </a:lnTo>
                  <a:lnTo>
                    <a:pt x="19904" y="7398"/>
                  </a:lnTo>
                  <a:lnTo>
                    <a:pt x="21161" y="6230"/>
                  </a:lnTo>
                  <a:lnTo>
                    <a:pt x="22127" y="4288"/>
                  </a:lnTo>
                  <a:lnTo>
                    <a:pt x="22631" y="3809"/>
                  </a:lnTo>
                  <a:lnTo>
                    <a:pt x="23172" y="3670"/>
                  </a:lnTo>
                  <a:lnTo>
                    <a:pt x="24480" y="3791"/>
                  </a:lnTo>
                  <a:lnTo>
                    <a:pt x="25795" y="4230"/>
                  </a:lnTo>
                  <a:lnTo>
                    <a:pt x="26346" y="3777"/>
                  </a:lnTo>
                  <a:lnTo>
                    <a:pt x="26807" y="2507"/>
                  </a:lnTo>
                  <a:lnTo>
                    <a:pt x="27341" y="1936"/>
                  </a:lnTo>
                  <a:lnTo>
                    <a:pt x="27929" y="2321"/>
                  </a:lnTo>
                  <a:lnTo>
                    <a:pt x="29448" y="148"/>
                  </a:lnTo>
                  <a:lnTo>
                    <a:pt x="30117" y="0"/>
                  </a:lnTo>
                  <a:lnTo>
                    <a:pt x="30755" y="83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6"/>
            <p:cNvSpPr/>
            <p:nvPr/>
          </p:nvSpPr>
          <p:spPr>
            <a:xfrm>
              <a:off x="2903199" y="2478232"/>
              <a:ext cx="1156" cy="4351"/>
            </a:xfrm>
            <a:custGeom>
              <a:avLst/>
              <a:pathLst>
                <a:path w="1156" h="4351">
                  <a:moveTo>
                    <a:pt x="1156" y="1429"/>
                  </a:moveTo>
                  <a:lnTo>
                    <a:pt x="604" y="4351"/>
                  </a:lnTo>
                  <a:lnTo>
                    <a:pt x="22" y="2282"/>
                  </a:lnTo>
                  <a:lnTo>
                    <a:pt x="0" y="506"/>
                  </a:lnTo>
                  <a:lnTo>
                    <a:pt x="78" y="0"/>
                  </a:lnTo>
                  <a:lnTo>
                    <a:pt x="788" y="74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7"/>
            <p:cNvSpPr/>
            <p:nvPr/>
          </p:nvSpPr>
          <p:spPr>
            <a:xfrm>
              <a:off x="2956026" y="2429597"/>
              <a:ext cx="1043" cy="1916"/>
            </a:xfrm>
            <a:custGeom>
              <a:avLst/>
              <a:pathLst>
                <a:path w="1043" h="1916">
                  <a:moveTo>
                    <a:pt x="814" y="1660"/>
                  </a:moveTo>
                  <a:lnTo>
                    <a:pt x="385" y="1916"/>
                  </a:lnTo>
                  <a:lnTo>
                    <a:pt x="136" y="1568"/>
                  </a:lnTo>
                  <a:lnTo>
                    <a:pt x="0" y="1115"/>
                  </a:lnTo>
                  <a:lnTo>
                    <a:pt x="169" y="0"/>
                  </a:lnTo>
                  <a:lnTo>
                    <a:pt x="1043" y="662"/>
                  </a:lnTo>
                  <a:lnTo>
                    <a:pt x="1031" y="128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8"/>
            <p:cNvSpPr/>
            <p:nvPr/>
          </p:nvSpPr>
          <p:spPr>
            <a:xfrm>
              <a:off x="2901729" y="2418958"/>
              <a:ext cx="1327" cy="3774"/>
            </a:xfrm>
            <a:custGeom>
              <a:avLst/>
              <a:pathLst>
                <a:path w="1327" h="3774">
                  <a:moveTo>
                    <a:pt x="772" y="2423"/>
                  </a:moveTo>
                  <a:lnTo>
                    <a:pt x="452" y="3774"/>
                  </a:lnTo>
                  <a:lnTo>
                    <a:pt x="0" y="3676"/>
                  </a:lnTo>
                  <a:lnTo>
                    <a:pt x="176" y="2676"/>
                  </a:lnTo>
                  <a:lnTo>
                    <a:pt x="593" y="672"/>
                  </a:lnTo>
                  <a:lnTo>
                    <a:pt x="1101" y="0"/>
                  </a:lnTo>
                  <a:lnTo>
                    <a:pt x="1327" y="598"/>
                  </a:lnTo>
                  <a:lnTo>
                    <a:pt x="1089" y="174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59"/>
            <p:cNvSpPr/>
            <p:nvPr/>
          </p:nvSpPr>
          <p:spPr>
            <a:xfrm>
              <a:off x="2901490" y="2414963"/>
              <a:ext cx="15616" cy="69363"/>
            </a:xfrm>
            <a:custGeom>
              <a:avLst/>
              <a:pathLst>
                <a:path w="15616" h="69363">
                  <a:moveTo>
                    <a:pt x="13951" y="11082"/>
                  </a:moveTo>
                  <a:lnTo>
                    <a:pt x="14431" y="12970"/>
                  </a:lnTo>
                  <a:lnTo>
                    <a:pt x="15511" y="20710"/>
                  </a:lnTo>
                  <a:lnTo>
                    <a:pt x="15616" y="22383"/>
                  </a:lnTo>
                  <a:lnTo>
                    <a:pt x="15400" y="24099"/>
                  </a:lnTo>
                  <a:lnTo>
                    <a:pt x="15125" y="25317"/>
                  </a:lnTo>
                  <a:lnTo>
                    <a:pt x="14056" y="29214"/>
                  </a:lnTo>
                  <a:lnTo>
                    <a:pt x="14214" y="32440"/>
                  </a:lnTo>
                  <a:lnTo>
                    <a:pt x="14612" y="34433"/>
                  </a:lnTo>
                  <a:lnTo>
                    <a:pt x="14669" y="36641"/>
                  </a:lnTo>
                  <a:lnTo>
                    <a:pt x="14470" y="39380"/>
                  </a:lnTo>
                  <a:lnTo>
                    <a:pt x="13806" y="56222"/>
                  </a:lnTo>
                  <a:lnTo>
                    <a:pt x="13485" y="59201"/>
                  </a:lnTo>
                  <a:lnTo>
                    <a:pt x="13282" y="61788"/>
                  </a:lnTo>
                  <a:lnTo>
                    <a:pt x="12550" y="62570"/>
                  </a:lnTo>
                  <a:lnTo>
                    <a:pt x="11605" y="61744"/>
                  </a:lnTo>
                  <a:lnTo>
                    <a:pt x="10414" y="60288"/>
                  </a:lnTo>
                  <a:lnTo>
                    <a:pt x="9864" y="60376"/>
                  </a:lnTo>
                  <a:lnTo>
                    <a:pt x="9310" y="60874"/>
                  </a:lnTo>
                  <a:lnTo>
                    <a:pt x="8853" y="60451"/>
                  </a:lnTo>
                  <a:lnTo>
                    <a:pt x="8416" y="59627"/>
                  </a:lnTo>
                  <a:lnTo>
                    <a:pt x="8092" y="65416"/>
                  </a:lnTo>
                  <a:lnTo>
                    <a:pt x="7553" y="67766"/>
                  </a:lnTo>
                  <a:lnTo>
                    <a:pt x="6734" y="69268"/>
                  </a:lnTo>
                  <a:lnTo>
                    <a:pt x="5963" y="69363"/>
                  </a:lnTo>
                  <a:lnTo>
                    <a:pt x="5169" y="68860"/>
                  </a:lnTo>
                  <a:lnTo>
                    <a:pt x="4496" y="68864"/>
                  </a:lnTo>
                  <a:lnTo>
                    <a:pt x="3985" y="67749"/>
                  </a:lnTo>
                  <a:lnTo>
                    <a:pt x="3580" y="65798"/>
                  </a:lnTo>
                  <a:lnTo>
                    <a:pt x="2935" y="63429"/>
                  </a:lnTo>
                  <a:lnTo>
                    <a:pt x="2281" y="60615"/>
                  </a:lnTo>
                  <a:lnTo>
                    <a:pt x="2210" y="58072"/>
                  </a:lnTo>
                  <a:lnTo>
                    <a:pt x="2098" y="52464"/>
                  </a:lnTo>
                  <a:lnTo>
                    <a:pt x="2286" y="51238"/>
                  </a:lnTo>
                  <a:lnTo>
                    <a:pt x="2559" y="50064"/>
                  </a:lnTo>
                  <a:lnTo>
                    <a:pt x="2693" y="47555"/>
                  </a:lnTo>
                  <a:lnTo>
                    <a:pt x="2598" y="45369"/>
                  </a:lnTo>
                  <a:lnTo>
                    <a:pt x="2790" y="44589"/>
                  </a:lnTo>
                  <a:lnTo>
                    <a:pt x="3171" y="45369"/>
                  </a:lnTo>
                  <a:lnTo>
                    <a:pt x="3457" y="45076"/>
                  </a:lnTo>
                  <a:lnTo>
                    <a:pt x="3439" y="43951"/>
                  </a:lnTo>
                  <a:lnTo>
                    <a:pt x="3527" y="41896"/>
                  </a:lnTo>
                  <a:lnTo>
                    <a:pt x="3028" y="40175"/>
                  </a:lnTo>
                  <a:lnTo>
                    <a:pt x="2181" y="39591"/>
                  </a:lnTo>
                  <a:lnTo>
                    <a:pt x="2100" y="37790"/>
                  </a:lnTo>
                  <a:lnTo>
                    <a:pt x="2189" y="36033"/>
                  </a:lnTo>
                  <a:lnTo>
                    <a:pt x="2636" y="34852"/>
                  </a:lnTo>
                  <a:lnTo>
                    <a:pt x="2787" y="33283"/>
                  </a:lnTo>
                  <a:lnTo>
                    <a:pt x="2792" y="28497"/>
                  </a:lnTo>
                  <a:lnTo>
                    <a:pt x="2195" y="26734"/>
                  </a:lnTo>
                  <a:lnTo>
                    <a:pt x="1965" y="24064"/>
                  </a:lnTo>
                  <a:lnTo>
                    <a:pt x="1657" y="22355"/>
                  </a:lnTo>
                  <a:lnTo>
                    <a:pt x="1102" y="20638"/>
                  </a:lnTo>
                  <a:lnTo>
                    <a:pt x="475" y="19240"/>
                  </a:lnTo>
                  <a:lnTo>
                    <a:pt x="87" y="17891"/>
                  </a:lnTo>
                  <a:lnTo>
                    <a:pt x="0" y="14361"/>
                  </a:lnTo>
                  <a:lnTo>
                    <a:pt x="220" y="11417"/>
                  </a:lnTo>
                  <a:lnTo>
                    <a:pt x="416" y="10157"/>
                  </a:lnTo>
                  <a:lnTo>
                    <a:pt x="618" y="10343"/>
                  </a:lnTo>
                  <a:lnTo>
                    <a:pt x="1243" y="11806"/>
                  </a:lnTo>
                  <a:lnTo>
                    <a:pt x="1753" y="12137"/>
                  </a:lnTo>
                  <a:lnTo>
                    <a:pt x="2764" y="12491"/>
                  </a:lnTo>
                  <a:lnTo>
                    <a:pt x="3759" y="12023"/>
                  </a:lnTo>
                  <a:lnTo>
                    <a:pt x="4980" y="10691"/>
                  </a:lnTo>
                  <a:lnTo>
                    <a:pt x="6155" y="9076"/>
                  </a:lnTo>
                  <a:lnTo>
                    <a:pt x="7857" y="4335"/>
                  </a:lnTo>
                  <a:lnTo>
                    <a:pt x="8905" y="3373"/>
                  </a:lnTo>
                  <a:lnTo>
                    <a:pt x="9442" y="2125"/>
                  </a:lnTo>
                  <a:lnTo>
                    <a:pt x="9625" y="440"/>
                  </a:lnTo>
                  <a:lnTo>
                    <a:pt x="10070" y="0"/>
                  </a:lnTo>
                  <a:lnTo>
                    <a:pt x="10595" y="1637"/>
                  </a:lnTo>
                  <a:lnTo>
                    <a:pt x="11247" y="1807"/>
                  </a:lnTo>
                  <a:lnTo>
                    <a:pt x="12250" y="3159"/>
                  </a:lnTo>
                  <a:lnTo>
                    <a:pt x="12683" y="4454"/>
                  </a:lnTo>
                  <a:lnTo>
                    <a:pt x="13054" y="6010"/>
                  </a:lnTo>
                  <a:lnTo>
                    <a:pt x="13409" y="6694"/>
                  </a:lnTo>
                  <a:lnTo>
                    <a:pt x="13790" y="7085"/>
                  </a:lnTo>
                  <a:lnTo>
                    <a:pt x="13846" y="7452"/>
                  </a:lnTo>
                  <a:lnTo>
                    <a:pt x="13544" y="7818"/>
                  </a:lnTo>
                  <a:lnTo>
                    <a:pt x="13198" y="9601"/>
                  </a:lnTo>
                  <a:lnTo>
                    <a:pt x="13393" y="1011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0"/>
            <p:cNvSpPr/>
            <p:nvPr/>
          </p:nvSpPr>
          <p:spPr>
            <a:xfrm>
              <a:off x="2920034" y="2367652"/>
              <a:ext cx="3100" cy="4283"/>
            </a:xfrm>
            <a:custGeom>
              <a:avLst/>
              <a:pathLst>
                <a:path w="3100" h="4283">
                  <a:moveTo>
                    <a:pt x="2743" y="0"/>
                  </a:moveTo>
                  <a:lnTo>
                    <a:pt x="3062" y="1151"/>
                  </a:lnTo>
                  <a:lnTo>
                    <a:pt x="3100" y="1819"/>
                  </a:lnTo>
                  <a:lnTo>
                    <a:pt x="2885" y="2575"/>
                  </a:lnTo>
                  <a:lnTo>
                    <a:pt x="2976" y="4283"/>
                  </a:lnTo>
                  <a:lnTo>
                    <a:pt x="2171" y="2866"/>
                  </a:lnTo>
                  <a:lnTo>
                    <a:pt x="953" y="3582"/>
                  </a:lnTo>
                  <a:lnTo>
                    <a:pt x="206" y="3431"/>
                  </a:lnTo>
                  <a:lnTo>
                    <a:pt x="0" y="2159"/>
                  </a:lnTo>
                  <a:lnTo>
                    <a:pt x="170" y="1413"/>
                  </a:lnTo>
                  <a:lnTo>
                    <a:pt x="1331" y="1252"/>
                  </a:lnTo>
                  <a:lnTo>
                    <a:pt x="1691" y="888"/>
                  </a:lnTo>
                  <a:lnTo>
                    <a:pt x="2395" y="105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1"/>
            <p:cNvSpPr/>
            <p:nvPr/>
          </p:nvSpPr>
          <p:spPr>
            <a:xfrm>
              <a:off x="2886559" y="2242838"/>
              <a:ext cx="113999" cy="270167"/>
            </a:xfrm>
            <a:custGeom>
              <a:avLst/>
              <a:pathLst>
                <a:path w="113999" h="270167">
                  <a:moveTo>
                    <a:pt x="67990" y="16602"/>
                  </a:moveTo>
                  <a:lnTo>
                    <a:pt x="67795" y="18297"/>
                  </a:lnTo>
                  <a:lnTo>
                    <a:pt x="67385" y="18722"/>
                  </a:lnTo>
                  <a:lnTo>
                    <a:pt x="66676" y="19710"/>
                  </a:lnTo>
                  <a:lnTo>
                    <a:pt x="65861" y="21066"/>
                  </a:lnTo>
                  <a:lnTo>
                    <a:pt x="65101" y="22593"/>
                  </a:lnTo>
                  <a:lnTo>
                    <a:pt x="64896" y="24245"/>
                  </a:lnTo>
                  <a:lnTo>
                    <a:pt x="65102" y="25328"/>
                  </a:lnTo>
                  <a:lnTo>
                    <a:pt x="65308" y="25702"/>
                  </a:lnTo>
                  <a:lnTo>
                    <a:pt x="65585" y="25370"/>
                  </a:lnTo>
                  <a:lnTo>
                    <a:pt x="65988" y="25575"/>
                  </a:lnTo>
                  <a:lnTo>
                    <a:pt x="66497" y="26167"/>
                  </a:lnTo>
                  <a:lnTo>
                    <a:pt x="67341" y="26744"/>
                  </a:lnTo>
                  <a:lnTo>
                    <a:pt x="67365" y="27314"/>
                  </a:lnTo>
                  <a:lnTo>
                    <a:pt x="67188" y="28042"/>
                  </a:lnTo>
                  <a:lnTo>
                    <a:pt x="66529" y="29342"/>
                  </a:lnTo>
                  <a:lnTo>
                    <a:pt x="65937" y="30807"/>
                  </a:lnTo>
                  <a:lnTo>
                    <a:pt x="65878" y="31703"/>
                  </a:lnTo>
                  <a:lnTo>
                    <a:pt x="65949" y="32356"/>
                  </a:lnTo>
                  <a:lnTo>
                    <a:pt x="66155" y="32750"/>
                  </a:lnTo>
                  <a:lnTo>
                    <a:pt x="67034" y="32573"/>
                  </a:lnTo>
                  <a:lnTo>
                    <a:pt x="67163" y="33108"/>
                  </a:lnTo>
                  <a:lnTo>
                    <a:pt x="66737" y="36877"/>
                  </a:lnTo>
                  <a:lnTo>
                    <a:pt x="66869" y="37520"/>
                  </a:lnTo>
                  <a:lnTo>
                    <a:pt x="67639" y="38122"/>
                  </a:lnTo>
                  <a:lnTo>
                    <a:pt x="68198" y="39029"/>
                  </a:lnTo>
                  <a:lnTo>
                    <a:pt x="69251" y="41419"/>
                  </a:lnTo>
                  <a:lnTo>
                    <a:pt x="69669" y="43356"/>
                  </a:lnTo>
                  <a:lnTo>
                    <a:pt x="69381" y="44006"/>
                  </a:lnTo>
                  <a:lnTo>
                    <a:pt x="68720" y="44327"/>
                  </a:lnTo>
                  <a:lnTo>
                    <a:pt x="68180" y="44161"/>
                  </a:lnTo>
                  <a:lnTo>
                    <a:pt x="68791" y="42990"/>
                  </a:lnTo>
                  <a:lnTo>
                    <a:pt x="67301" y="38744"/>
                  </a:lnTo>
                  <a:lnTo>
                    <a:pt x="66627" y="38751"/>
                  </a:lnTo>
                  <a:lnTo>
                    <a:pt x="65732" y="40546"/>
                  </a:lnTo>
                  <a:lnTo>
                    <a:pt x="63244" y="38731"/>
                  </a:lnTo>
                  <a:lnTo>
                    <a:pt x="62767" y="39464"/>
                  </a:lnTo>
                  <a:lnTo>
                    <a:pt x="62415" y="40902"/>
                  </a:lnTo>
                  <a:lnTo>
                    <a:pt x="61551" y="42687"/>
                  </a:lnTo>
                  <a:lnTo>
                    <a:pt x="60328" y="43476"/>
                  </a:lnTo>
                  <a:lnTo>
                    <a:pt x="58965" y="45441"/>
                  </a:lnTo>
                  <a:lnTo>
                    <a:pt x="57528" y="46832"/>
                  </a:lnTo>
                  <a:lnTo>
                    <a:pt x="56430" y="47883"/>
                  </a:lnTo>
                  <a:lnTo>
                    <a:pt x="55801" y="47698"/>
                  </a:lnTo>
                  <a:lnTo>
                    <a:pt x="56801" y="45423"/>
                  </a:lnTo>
                  <a:lnTo>
                    <a:pt x="56375" y="45382"/>
                  </a:lnTo>
                  <a:lnTo>
                    <a:pt x="55048" y="46987"/>
                  </a:lnTo>
                  <a:lnTo>
                    <a:pt x="54284" y="48344"/>
                  </a:lnTo>
                  <a:lnTo>
                    <a:pt x="54039" y="50625"/>
                  </a:lnTo>
                  <a:lnTo>
                    <a:pt x="53816" y="54388"/>
                  </a:lnTo>
                  <a:lnTo>
                    <a:pt x="54399" y="55387"/>
                  </a:lnTo>
                  <a:lnTo>
                    <a:pt x="55420" y="60349"/>
                  </a:lnTo>
                  <a:lnTo>
                    <a:pt x="56679" y="62471"/>
                  </a:lnTo>
                  <a:lnTo>
                    <a:pt x="56434" y="64497"/>
                  </a:lnTo>
                  <a:lnTo>
                    <a:pt x="56103" y="66098"/>
                  </a:lnTo>
                  <a:lnTo>
                    <a:pt x="55343" y="67483"/>
                  </a:lnTo>
                  <a:lnTo>
                    <a:pt x="54714" y="66456"/>
                  </a:lnTo>
                  <a:lnTo>
                    <a:pt x="54328" y="66482"/>
                  </a:lnTo>
                  <a:lnTo>
                    <a:pt x="54034" y="69724"/>
                  </a:lnTo>
                  <a:lnTo>
                    <a:pt x="54579" y="78384"/>
                  </a:lnTo>
                  <a:lnTo>
                    <a:pt x="55456" y="84458"/>
                  </a:lnTo>
                  <a:lnTo>
                    <a:pt x="56327" y="87107"/>
                  </a:lnTo>
                  <a:lnTo>
                    <a:pt x="58291" y="91229"/>
                  </a:lnTo>
                  <a:lnTo>
                    <a:pt x="60367" y="93402"/>
                  </a:lnTo>
                  <a:lnTo>
                    <a:pt x="64099" y="100349"/>
                  </a:lnTo>
                  <a:lnTo>
                    <a:pt x="66146" y="102548"/>
                  </a:lnTo>
                  <a:lnTo>
                    <a:pt x="66684" y="103742"/>
                  </a:lnTo>
                  <a:lnTo>
                    <a:pt x="67925" y="109102"/>
                  </a:lnTo>
                  <a:lnTo>
                    <a:pt x="68996" y="115293"/>
                  </a:lnTo>
                  <a:lnTo>
                    <a:pt x="70152" y="125009"/>
                  </a:lnTo>
                  <a:lnTo>
                    <a:pt x="70974" y="129796"/>
                  </a:lnTo>
                  <a:lnTo>
                    <a:pt x="72631" y="135207"/>
                  </a:lnTo>
                  <a:lnTo>
                    <a:pt x="76072" y="142953"/>
                  </a:lnTo>
                  <a:lnTo>
                    <a:pt x="79201" y="148619"/>
                  </a:lnTo>
                  <a:lnTo>
                    <a:pt x="82110" y="152121"/>
                  </a:lnTo>
                  <a:lnTo>
                    <a:pt x="84381" y="152735"/>
                  </a:lnTo>
                  <a:lnTo>
                    <a:pt x="89756" y="151961"/>
                  </a:lnTo>
                  <a:lnTo>
                    <a:pt x="90693" y="152295"/>
                  </a:lnTo>
                  <a:lnTo>
                    <a:pt x="91684" y="153239"/>
                  </a:lnTo>
                  <a:lnTo>
                    <a:pt x="91920" y="155667"/>
                  </a:lnTo>
                  <a:lnTo>
                    <a:pt x="91556" y="157308"/>
                  </a:lnTo>
                  <a:lnTo>
                    <a:pt x="90425" y="159013"/>
                  </a:lnTo>
                  <a:lnTo>
                    <a:pt x="89272" y="161375"/>
                  </a:lnTo>
                  <a:lnTo>
                    <a:pt x="89145" y="164590"/>
                  </a:lnTo>
                  <a:lnTo>
                    <a:pt x="90222" y="166855"/>
                  </a:lnTo>
                  <a:lnTo>
                    <a:pt x="95407" y="172864"/>
                  </a:lnTo>
                  <a:lnTo>
                    <a:pt x="100709" y="177884"/>
                  </a:lnTo>
                  <a:lnTo>
                    <a:pt x="102361" y="180446"/>
                  </a:lnTo>
                  <a:lnTo>
                    <a:pt x="104274" y="184431"/>
                  </a:lnTo>
                  <a:lnTo>
                    <a:pt x="108896" y="189910"/>
                  </a:lnTo>
                  <a:lnTo>
                    <a:pt x="109676" y="192576"/>
                  </a:lnTo>
                  <a:lnTo>
                    <a:pt x="112484" y="198311"/>
                  </a:lnTo>
                  <a:lnTo>
                    <a:pt x="113757" y="202738"/>
                  </a:lnTo>
                  <a:lnTo>
                    <a:pt x="113999" y="206172"/>
                  </a:lnTo>
                  <a:lnTo>
                    <a:pt x="113391" y="209658"/>
                  </a:lnTo>
                  <a:lnTo>
                    <a:pt x="113111" y="212118"/>
                  </a:lnTo>
                  <a:lnTo>
                    <a:pt x="112633" y="214548"/>
                  </a:lnTo>
                  <a:lnTo>
                    <a:pt x="111437" y="213627"/>
                  </a:lnTo>
                  <a:lnTo>
                    <a:pt x="110078" y="211132"/>
                  </a:lnTo>
                  <a:lnTo>
                    <a:pt x="108031" y="200991"/>
                  </a:lnTo>
                  <a:lnTo>
                    <a:pt x="104293" y="199963"/>
                  </a:lnTo>
                  <a:lnTo>
                    <a:pt x="103520" y="199216"/>
                  </a:lnTo>
                  <a:lnTo>
                    <a:pt x="102193" y="197477"/>
                  </a:lnTo>
                  <a:lnTo>
                    <a:pt x="102113" y="196330"/>
                  </a:lnTo>
                  <a:lnTo>
                    <a:pt x="101785" y="194896"/>
                  </a:lnTo>
                  <a:lnTo>
                    <a:pt x="101445" y="194413"/>
                  </a:lnTo>
                  <a:lnTo>
                    <a:pt x="100015" y="194097"/>
                  </a:lnTo>
                  <a:lnTo>
                    <a:pt x="99025" y="195735"/>
                  </a:lnTo>
                  <a:lnTo>
                    <a:pt x="97860" y="199623"/>
                  </a:lnTo>
                  <a:lnTo>
                    <a:pt x="96539" y="205215"/>
                  </a:lnTo>
                  <a:lnTo>
                    <a:pt x="95196" y="213416"/>
                  </a:lnTo>
                  <a:lnTo>
                    <a:pt x="95118" y="216729"/>
                  </a:lnTo>
                  <a:lnTo>
                    <a:pt x="95848" y="219939"/>
                  </a:lnTo>
                  <a:lnTo>
                    <a:pt x="98026" y="221730"/>
                  </a:lnTo>
                  <a:lnTo>
                    <a:pt x="99707" y="224588"/>
                  </a:lnTo>
                  <a:lnTo>
                    <a:pt x="100816" y="227572"/>
                  </a:lnTo>
                  <a:lnTo>
                    <a:pt x="100897" y="234783"/>
                  </a:lnTo>
                  <a:lnTo>
                    <a:pt x="101394" y="238875"/>
                  </a:lnTo>
                  <a:lnTo>
                    <a:pt x="100662" y="241202"/>
                  </a:lnTo>
                  <a:lnTo>
                    <a:pt x="99248" y="240598"/>
                  </a:lnTo>
                  <a:lnTo>
                    <a:pt x="97364" y="242078"/>
                  </a:lnTo>
                  <a:lnTo>
                    <a:pt x="96030" y="244724"/>
                  </a:lnTo>
                  <a:lnTo>
                    <a:pt x="95475" y="247246"/>
                  </a:lnTo>
                  <a:lnTo>
                    <a:pt x="95622" y="253784"/>
                  </a:lnTo>
                  <a:lnTo>
                    <a:pt x="95347" y="256280"/>
                  </a:lnTo>
                  <a:lnTo>
                    <a:pt x="92816" y="260993"/>
                  </a:lnTo>
                  <a:lnTo>
                    <a:pt x="91487" y="265815"/>
                  </a:lnTo>
                  <a:lnTo>
                    <a:pt x="91157" y="267817"/>
                  </a:lnTo>
                  <a:lnTo>
                    <a:pt x="90648" y="270086"/>
                  </a:lnTo>
                  <a:lnTo>
                    <a:pt x="87453" y="270167"/>
                  </a:lnTo>
                  <a:lnTo>
                    <a:pt x="86696" y="267356"/>
                  </a:lnTo>
                  <a:lnTo>
                    <a:pt x="86670" y="263185"/>
                  </a:lnTo>
                  <a:lnTo>
                    <a:pt x="87219" y="260617"/>
                  </a:lnTo>
                  <a:lnTo>
                    <a:pt x="88394" y="259415"/>
                  </a:lnTo>
                  <a:lnTo>
                    <a:pt x="89186" y="254081"/>
                  </a:lnTo>
                  <a:lnTo>
                    <a:pt x="88937" y="250227"/>
                  </a:lnTo>
                  <a:lnTo>
                    <a:pt x="89399" y="248519"/>
                  </a:lnTo>
                  <a:lnTo>
                    <a:pt x="89836" y="247311"/>
                  </a:lnTo>
                  <a:lnTo>
                    <a:pt x="90731" y="246607"/>
                  </a:lnTo>
                  <a:lnTo>
                    <a:pt x="91993" y="245933"/>
                  </a:lnTo>
                  <a:lnTo>
                    <a:pt x="92120" y="240559"/>
                  </a:lnTo>
                  <a:lnTo>
                    <a:pt x="91134" y="238115"/>
                  </a:lnTo>
                  <a:lnTo>
                    <a:pt x="90789" y="234698"/>
                  </a:lnTo>
                  <a:lnTo>
                    <a:pt x="90329" y="228370"/>
                  </a:lnTo>
                  <a:lnTo>
                    <a:pt x="88702" y="220306"/>
                  </a:lnTo>
                  <a:lnTo>
                    <a:pt x="87829" y="213109"/>
                  </a:lnTo>
                  <a:lnTo>
                    <a:pt x="87148" y="209560"/>
                  </a:lnTo>
                  <a:lnTo>
                    <a:pt x="86113" y="207709"/>
                  </a:lnTo>
                  <a:lnTo>
                    <a:pt x="84246" y="207729"/>
                  </a:lnTo>
                  <a:lnTo>
                    <a:pt x="83319" y="207201"/>
                  </a:lnTo>
                  <a:lnTo>
                    <a:pt x="80015" y="202207"/>
                  </a:lnTo>
                  <a:lnTo>
                    <a:pt x="79785" y="201447"/>
                  </a:lnTo>
                  <a:lnTo>
                    <a:pt x="79806" y="200122"/>
                  </a:lnTo>
                  <a:lnTo>
                    <a:pt x="80354" y="198115"/>
                  </a:lnTo>
                  <a:lnTo>
                    <a:pt x="79984" y="195401"/>
                  </a:lnTo>
                  <a:lnTo>
                    <a:pt x="79593" y="192839"/>
                  </a:lnTo>
                  <a:lnTo>
                    <a:pt x="78945" y="190654"/>
                  </a:lnTo>
                  <a:lnTo>
                    <a:pt x="78235" y="189519"/>
                  </a:lnTo>
                  <a:lnTo>
                    <a:pt x="76750" y="190217"/>
                  </a:lnTo>
                  <a:lnTo>
                    <a:pt x="76228" y="190760"/>
                  </a:lnTo>
                  <a:lnTo>
                    <a:pt x="75290" y="190574"/>
                  </a:lnTo>
                  <a:lnTo>
                    <a:pt x="74553" y="191545"/>
                  </a:lnTo>
                  <a:lnTo>
                    <a:pt x="74142" y="191575"/>
                  </a:lnTo>
                  <a:lnTo>
                    <a:pt x="75302" y="187737"/>
                  </a:lnTo>
                  <a:lnTo>
                    <a:pt x="74990" y="186832"/>
                  </a:lnTo>
                  <a:lnTo>
                    <a:pt x="73844" y="185257"/>
                  </a:lnTo>
                  <a:lnTo>
                    <a:pt x="72289" y="185019"/>
                  </a:lnTo>
                  <a:lnTo>
                    <a:pt x="71858" y="184828"/>
                  </a:lnTo>
                  <a:lnTo>
                    <a:pt x="71603" y="185809"/>
                  </a:lnTo>
                  <a:lnTo>
                    <a:pt x="71300" y="185268"/>
                  </a:lnTo>
                  <a:lnTo>
                    <a:pt x="71332" y="183553"/>
                  </a:lnTo>
                  <a:lnTo>
                    <a:pt x="69526" y="175880"/>
                  </a:lnTo>
                  <a:lnTo>
                    <a:pt x="68311" y="172758"/>
                  </a:lnTo>
                  <a:lnTo>
                    <a:pt x="67699" y="172201"/>
                  </a:lnTo>
                  <a:lnTo>
                    <a:pt x="66594" y="172860"/>
                  </a:lnTo>
                  <a:lnTo>
                    <a:pt x="64740" y="171491"/>
                  </a:lnTo>
                  <a:lnTo>
                    <a:pt x="63634" y="171185"/>
                  </a:lnTo>
                  <a:lnTo>
                    <a:pt x="63023" y="171515"/>
                  </a:lnTo>
                  <a:lnTo>
                    <a:pt x="62113" y="172515"/>
                  </a:lnTo>
                  <a:lnTo>
                    <a:pt x="61655" y="171854"/>
                  </a:lnTo>
                  <a:lnTo>
                    <a:pt x="61493" y="170829"/>
                  </a:lnTo>
                  <a:lnTo>
                    <a:pt x="59811" y="167643"/>
                  </a:lnTo>
                  <a:lnTo>
                    <a:pt x="57712" y="165842"/>
                  </a:lnTo>
                  <a:lnTo>
                    <a:pt x="53624" y="155708"/>
                  </a:lnTo>
                  <a:lnTo>
                    <a:pt x="52371" y="151919"/>
                  </a:lnTo>
                  <a:lnTo>
                    <a:pt x="49792" y="147748"/>
                  </a:lnTo>
                  <a:lnTo>
                    <a:pt x="48160" y="141675"/>
                  </a:lnTo>
                  <a:lnTo>
                    <a:pt x="46825" y="139447"/>
                  </a:lnTo>
                  <a:lnTo>
                    <a:pt x="44881" y="137664"/>
                  </a:lnTo>
                  <a:lnTo>
                    <a:pt x="44434" y="137887"/>
                  </a:lnTo>
                  <a:lnTo>
                    <a:pt x="43849" y="138555"/>
                  </a:lnTo>
                  <a:lnTo>
                    <a:pt x="43391" y="138651"/>
                  </a:lnTo>
                  <a:lnTo>
                    <a:pt x="43025" y="137861"/>
                  </a:lnTo>
                  <a:lnTo>
                    <a:pt x="43396" y="137049"/>
                  </a:lnTo>
                  <a:lnTo>
                    <a:pt x="43809" y="136680"/>
                  </a:lnTo>
                  <a:lnTo>
                    <a:pt x="43646" y="134358"/>
                  </a:lnTo>
                  <a:lnTo>
                    <a:pt x="41435" y="128343"/>
                  </a:lnTo>
                  <a:lnTo>
                    <a:pt x="40140" y="126405"/>
                  </a:lnTo>
                  <a:lnTo>
                    <a:pt x="39775" y="125212"/>
                  </a:lnTo>
                  <a:lnTo>
                    <a:pt x="39506" y="123579"/>
                  </a:lnTo>
                  <a:lnTo>
                    <a:pt x="39230" y="122504"/>
                  </a:lnTo>
                  <a:lnTo>
                    <a:pt x="38617" y="121888"/>
                  </a:lnTo>
                  <a:lnTo>
                    <a:pt x="38094" y="121993"/>
                  </a:lnTo>
                  <a:lnTo>
                    <a:pt x="37369" y="121582"/>
                  </a:lnTo>
                  <a:lnTo>
                    <a:pt x="37392" y="118698"/>
                  </a:lnTo>
                  <a:lnTo>
                    <a:pt x="37537" y="116482"/>
                  </a:lnTo>
                  <a:lnTo>
                    <a:pt x="37426" y="114600"/>
                  </a:lnTo>
                  <a:lnTo>
                    <a:pt x="36722" y="109654"/>
                  </a:lnTo>
                  <a:lnTo>
                    <a:pt x="35501" y="105461"/>
                  </a:lnTo>
                  <a:lnTo>
                    <a:pt x="34782" y="95444"/>
                  </a:lnTo>
                  <a:lnTo>
                    <a:pt x="34228" y="92625"/>
                  </a:lnTo>
                  <a:lnTo>
                    <a:pt x="32877" y="90483"/>
                  </a:lnTo>
                  <a:lnTo>
                    <a:pt x="29832" y="88084"/>
                  </a:lnTo>
                  <a:lnTo>
                    <a:pt x="25587" y="81640"/>
                  </a:lnTo>
                  <a:lnTo>
                    <a:pt x="24690" y="81529"/>
                  </a:lnTo>
                  <a:lnTo>
                    <a:pt x="22136" y="79025"/>
                  </a:lnTo>
                  <a:lnTo>
                    <a:pt x="20554" y="78595"/>
                  </a:lnTo>
                  <a:lnTo>
                    <a:pt x="18498" y="80845"/>
                  </a:lnTo>
                  <a:lnTo>
                    <a:pt x="16003" y="87039"/>
                  </a:lnTo>
                  <a:lnTo>
                    <a:pt x="13977" y="93469"/>
                  </a:lnTo>
                  <a:lnTo>
                    <a:pt x="13240" y="94715"/>
                  </a:lnTo>
                  <a:lnTo>
                    <a:pt x="10628" y="96907"/>
                  </a:lnTo>
                  <a:lnTo>
                    <a:pt x="8319" y="97954"/>
                  </a:lnTo>
                  <a:lnTo>
                    <a:pt x="8294" y="96305"/>
                  </a:lnTo>
                  <a:lnTo>
                    <a:pt x="8212" y="95066"/>
                  </a:lnTo>
                  <a:lnTo>
                    <a:pt x="8603" y="93701"/>
                  </a:lnTo>
                  <a:lnTo>
                    <a:pt x="9247" y="92095"/>
                  </a:lnTo>
                  <a:lnTo>
                    <a:pt x="9841" y="90079"/>
                  </a:lnTo>
                  <a:lnTo>
                    <a:pt x="10088" y="88616"/>
                  </a:lnTo>
                  <a:lnTo>
                    <a:pt x="9972" y="87645"/>
                  </a:lnTo>
                  <a:lnTo>
                    <a:pt x="9704" y="86203"/>
                  </a:lnTo>
                  <a:lnTo>
                    <a:pt x="9341" y="86099"/>
                  </a:lnTo>
                  <a:lnTo>
                    <a:pt x="7144" y="87309"/>
                  </a:lnTo>
                  <a:lnTo>
                    <a:pt x="6641" y="86996"/>
                  </a:lnTo>
                  <a:lnTo>
                    <a:pt x="5015" y="85113"/>
                  </a:lnTo>
                  <a:lnTo>
                    <a:pt x="3264" y="82799"/>
                  </a:lnTo>
                  <a:lnTo>
                    <a:pt x="2619" y="81153"/>
                  </a:lnTo>
                  <a:lnTo>
                    <a:pt x="2375" y="79489"/>
                  </a:lnTo>
                  <a:lnTo>
                    <a:pt x="2558" y="78421"/>
                  </a:lnTo>
                  <a:lnTo>
                    <a:pt x="2411" y="77384"/>
                  </a:lnTo>
                  <a:lnTo>
                    <a:pt x="2069" y="75983"/>
                  </a:lnTo>
                  <a:lnTo>
                    <a:pt x="2379" y="74392"/>
                  </a:lnTo>
                  <a:lnTo>
                    <a:pt x="2924" y="72409"/>
                  </a:lnTo>
                  <a:lnTo>
                    <a:pt x="3197" y="71064"/>
                  </a:lnTo>
                  <a:lnTo>
                    <a:pt x="3654" y="70715"/>
                  </a:lnTo>
                  <a:lnTo>
                    <a:pt x="3873" y="69896"/>
                  </a:lnTo>
                  <a:lnTo>
                    <a:pt x="3508" y="66628"/>
                  </a:lnTo>
                  <a:lnTo>
                    <a:pt x="3317" y="66104"/>
                  </a:lnTo>
                  <a:lnTo>
                    <a:pt x="3000" y="65699"/>
                  </a:lnTo>
                  <a:lnTo>
                    <a:pt x="2515" y="65652"/>
                  </a:lnTo>
                  <a:lnTo>
                    <a:pt x="1666" y="64977"/>
                  </a:lnTo>
                  <a:lnTo>
                    <a:pt x="1061" y="63847"/>
                  </a:lnTo>
                  <a:lnTo>
                    <a:pt x="932" y="62322"/>
                  </a:lnTo>
                  <a:lnTo>
                    <a:pt x="612" y="60856"/>
                  </a:lnTo>
                  <a:lnTo>
                    <a:pt x="67" y="59510"/>
                  </a:lnTo>
                  <a:lnTo>
                    <a:pt x="0" y="58039"/>
                  </a:lnTo>
                  <a:lnTo>
                    <a:pt x="620" y="57261"/>
                  </a:lnTo>
                  <a:lnTo>
                    <a:pt x="1467" y="57231"/>
                  </a:lnTo>
                  <a:lnTo>
                    <a:pt x="2062" y="57516"/>
                  </a:lnTo>
                  <a:lnTo>
                    <a:pt x="3398" y="55154"/>
                  </a:lnTo>
                  <a:lnTo>
                    <a:pt x="3890" y="54947"/>
                  </a:lnTo>
                  <a:lnTo>
                    <a:pt x="4331" y="54434"/>
                  </a:lnTo>
                  <a:lnTo>
                    <a:pt x="4701" y="51211"/>
                  </a:lnTo>
                  <a:lnTo>
                    <a:pt x="4986" y="50245"/>
                  </a:lnTo>
                  <a:lnTo>
                    <a:pt x="5053" y="49678"/>
                  </a:lnTo>
                  <a:lnTo>
                    <a:pt x="4790" y="49005"/>
                  </a:lnTo>
                  <a:lnTo>
                    <a:pt x="3710" y="46736"/>
                  </a:lnTo>
                  <a:lnTo>
                    <a:pt x="3217" y="44369"/>
                  </a:lnTo>
                  <a:lnTo>
                    <a:pt x="2439" y="41716"/>
                  </a:lnTo>
                  <a:lnTo>
                    <a:pt x="1716" y="40544"/>
                  </a:lnTo>
                  <a:lnTo>
                    <a:pt x="1568" y="39633"/>
                  </a:lnTo>
                  <a:lnTo>
                    <a:pt x="1551" y="38474"/>
                  </a:lnTo>
                  <a:lnTo>
                    <a:pt x="1699" y="37455"/>
                  </a:lnTo>
                  <a:lnTo>
                    <a:pt x="3009" y="35865"/>
                  </a:lnTo>
                  <a:lnTo>
                    <a:pt x="3781" y="34169"/>
                  </a:lnTo>
                  <a:lnTo>
                    <a:pt x="4114" y="34818"/>
                  </a:lnTo>
                  <a:lnTo>
                    <a:pt x="4819" y="35509"/>
                  </a:lnTo>
                  <a:lnTo>
                    <a:pt x="6731" y="34565"/>
                  </a:lnTo>
                  <a:lnTo>
                    <a:pt x="7920" y="33617"/>
                  </a:lnTo>
                  <a:lnTo>
                    <a:pt x="8756" y="32620"/>
                  </a:lnTo>
                  <a:lnTo>
                    <a:pt x="9275" y="32796"/>
                  </a:lnTo>
                  <a:lnTo>
                    <a:pt x="11153" y="34285"/>
                  </a:lnTo>
                  <a:lnTo>
                    <a:pt x="11772" y="33528"/>
                  </a:lnTo>
                  <a:lnTo>
                    <a:pt x="13126" y="31505"/>
                  </a:lnTo>
                  <a:lnTo>
                    <a:pt x="13329" y="30442"/>
                  </a:lnTo>
                  <a:lnTo>
                    <a:pt x="14396" y="27220"/>
                  </a:lnTo>
                  <a:lnTo>
                    <a:pt x="14415" y="26432"/>
                  </a:lnTo>
                  <a:lnTo>
                    <a:pt x="13976" y="24411"/>
                  </a:lnTo>
                  <a:lnTo>
                    <a:pt x="14112" y="23966"/>
                  </a:lnTo>
                  <a:lnTo>
                    <a:pt x="15422" y="21893"/>
                  </a:lnTo>
                  <a:lnTo>
                    <a:pt x="16062" y="20055"/>
                  </a:lnTo>
                  <a:lnTo>
                    <a:pt x="16756" y="18823"/>
                  </a:lnTo>
                  <a:lnTo>
                    <a:pt x="17254" y="18795"/>
                  </a:lnTo>
                  <a:lnTo>
                    <a:pt x="17391" y="19214"/>
                  </a:lnTo>
                  <a:lnTo>
                    <a:pt x="17451" y="20074"/>
                  </a:lnTo>
                  <a:lnTo>
                    <a:pt x="17407" y="23617"/>
                  </a:lnTo>
                  <a:lnTo>
                    <a:pt x="17599" y="24709"/>
                  </a:lnTo>
                  <a:lnTo>
                    <a:pt x="18628" y="27253"/>
                  </a:lnTo>
                  <a:lnTo>
                    <a:pt x="19361" y="28702"/>
                  </a:lnTo>
                  <a:lnTo>
                    <a:pt x="21061" y="29696"/>
                  </a:lnTo>
                  <a:lnTo>
                    <a:pt x="21140" y="30172"/>
                  </a:lnTo>
                  <a:lnTo>
                    <a:pt x="20672" y="32088"/>
                  </a:lnTo>
                  <a:lnTo>
                    <a:pt x="21702" y="34378"/>
                  </a:lnTo>
                  <a:lnTo>
                    <a:pt x="21886" y="36054"/>
                  </a:lnTo>
                  <a:lnTo>
                    <a:pt x="22361" y="36998"/>
                  </a:lnTo>
                  <a:lnTo>
                    <a:pt x="23034" y="36535"/>
                  </a:lnTo>
                  <a:lnTo>
                    <a:pt x="23254" y="35652"/>
                  </a:lnTo>
                  <a:lnTo>
                    <a:pt x="22990" y="34099"/>
                  </a:lnTo>
                  <a:lnTo>
                    <a:pt x="22795" y="32475"/>
                  </a:lnTo>
                  <a:lnTo>
                    <a:pt x="22835" y="31535"/>
                  </a:lnTo>
                  <a:lnTo>
                    <a:pt x="23021" y="30455"/>
                  </a:lnTo>
                  <a:lnTo>
                    <a:pt x="23488" y="28948"/>
                  </a:lnTo>
                  <a:lnTo>
                    <a:pt x="24761" y="25497"/>
                  </a:lnTo>
                  <a:lnTo>
                    <a:pt x="25219" y="23502"/>
                  </a:lnTo>
                  <a:lnTo>
                    <a:pt x="25303" y="20414"/>
                  </a:lnTo>
                  <a:lnTo>
                    <a:pt x="25307" y="17934"/>
                  </a:lnTo>
                  <a:lnTo>
                    <a:pt x="25732" y="17332"/>
                  </a:lnTo>
                  <a:lnTo>
                    <a:pt x="26645" y="17772"/>
                  </a:lnTo>
                  <a:lnTo>
                    <a:pt x="26917" y="17723"/>
                  </a:lnTo>
                  <a:lnTo>
                    <a:pt x="27042" y="19245"/>
                  </a:lnTo>
                  <a:lnTo>
                    <a:pt x="27430" y="21669"/>
                  </a:lnTo>
                  <a:lnTo>
                    <a:pt x="27889" y="22928"/>
                  </a:lnTo>
                  <a:lnTo>
                    <a:pt x="28378" y="23226"/>
                  </a:lnTo>
                  <a:lnTo>
                    <a:pt x="28953" y="23232"/>
                  </a:lnTo>
                  <a:lnTo>
                    <a:pt x="30379" y="21750"/>
                  </a:lnTo>
                  <a:lnTo>
                    <a:pt x="31309" y="21108"/>
                  </a:lnTo>
                  <a:lnTo>
                    <a:pt x="31835" y="21284"/>
                  </a:lnTo>
                  <a:lnTo>
                    <a:pt x="32147" y="22293"/>
                  </a:lnTo>
                  <a:lnTo>
                    <a:pt x="32814" y="24940"/>
                  </a:lnTo>
                  <a:lnTo>
                    <a:pt x="33194" y="25239"/>
                  </a:lnTo>
                  <a:lnTo>
                    <a:pt x="33653" y="24936"/>
                  </a:lnTo>
                  <a:lnTo>
                    <a:pt x="33815" y="24484"/>
                  </a:lnTo>
                  <a:lnTo>
                    <a:pt x="33668" y="23466"/>
                  </a:lnTo>
                  <a:lnTo>
                    <a:pt x="33474" y="21254"/>
                  </a:lnTo>
                  <a:lnTo>
                    <a:pt x="33207" y="19543"/>
                  </a:lnTo>
                  <a:lnTo>
                    <a:pt x="32858" y="18740"/>
                  </a:lnTo>
                  <a:lnTo>
                    <a:pt x="32787" y="17697"/>
                  </a:lnTo>
                  <a:lnTo>
                    <a:pt x="33008" y="15819"/>
                  </a:lnTo>
                  <a:lnTo>
                    <a:pt x="33256" y="14249"/>
                  </a:lnTo>
                  <a:lnTo>
                    <a:pt x="33741" y="13822"/>
                  </a:lnTo>
                  <a:lnTo>
                    <a:pt x="34299" y="13623"/>
                  </a:lnTo>
                  <a:lnTo>
                    <a:pt x="35037" y="15285"/>
                  </a:lnTo>
                  <a:lnTo>
                    <a:pt x="35910" y="15810"/>
                  </a:lnTo>
                  <a:lnTo>
                    <a:pt x="36560" y="15722"/>
                  </a:lnTo>
                  <a:lnTo>
                    <a:pt x="36673" y="14752"/>
                  </a:lnTo>
                  <a:lnTo>
                    <a:pt x="36633" y="13689"/>
                  </a:lnTo>
                  <a:lnTo>
                    <a:pt x="36245" y="12324"/>
                  </a:lnTo>
                  <a:lnTo>
                    <a:pt x="36323" y="10261"/>
                  </a:lnTo>
                  <a:lnTo>
                    <a:pt x="36773" y="6417"/>
                  </a:lnTo>
                  <a:lnTo>
                    <a:pt x="37028" y="6707"/>
                  </a:lnTo>
                  <a:lnTo>
                    <a:pt x="37993" y="6749"/>
                  </a:lnTo>
                  <a:lnTo>
                    <a:pt x="39046" y="6966"/>
                  </a:lnTo>
                  <a:lnTo>
                    <a:pt x="39723" y="8534"/>
                  </a:lnTo>
                  <a:lnTo>
                    <a:pt x="40388" y="9068"/>
                  </a:lnTo>
                  <a:lnTo>
                    <a:pt x="41335" y="9238"/>
                  </a:lnTo>
                  <a:lnTo>
                    <a:pt x="41968" y="9016"/>
                  </a:lnTo>
                  <a:lnTo>
                    <a:pt x="42274" y="8426"/>
                  </a:lnTo>
                  <a:lnTo>
                    <a:pt x="42643" y="6589"/>
                  </a:lnTo>
                  <a:lnTo>
                    <a:pt x="43320" y="4312"/>
                  </a:lnTo>
                  <a:lnTo>
                    <a:pt x="44383" y="3145"/>
                  </a:lnTo>
                  <a:lnTo>
                    <a:pt x="46198" y="2927"/>
                  </a:lnTo>
                  <a:lnTo>
                    <a:pt x="47105" y="2503"/>
                  </a:lnTo>
                  <a:lnTo>
                    <a:pt x="48046" y="2527"/>
                  </a:lnTo>
                  <a:lnTo>
                    <a:pt x="48757" y="2880"/>
                  </a:lnTo>
                  <a:lnTo>
                    <a:pt x="49490" y="2838"/>
                  </a:lnTo>
                  <a:lnTo>
                    <a:pt x="51354" y="1253"/>
                  </a:lnTo>
                  <a:lnTo>
                    <a:pt x="53276" y="0"/>
                  </a:lnTo>
                  <a:lnTo>
                    <a:pt x="53542" y="210"/>
                  </a:lnTo>
                  <a:lnTo>
                    <a:pt x="53582" y="627"/>
                  </a:lnTo>
                  <a:lnTo>
                    <a:pt x="53238" y="1594"/>
                  </a:lnTo>
                  <a:lnTo>
                    <a:pt x="52904" y="2877"/>
                  </a:lnTo>
                  <a:lnTo>
                    <a:pt x="53128" y="4340"/>
                  </a:lnTo>
                  <a:lnTo>
                    <a:pt x="54223" y="7276"/>
                  </a:lnTo>
                  <a:lnTo>
                    <a:pt x="54820" y="9524"/>
                  </a:lnTo>
                  <a:lnTo>
                    <a:pt x="55379" y="11213"/>
                  </a:lnTo>
                  <a:lnTo>
                    <a:pt x="56254" y="12103"/>
                  </a:lnTo>
                  <a:lnTo>
                    <a:pt x="57402" y="12647"/>
                  </a:lnTo>
                  <a:lnTo>
                    <a:pt x="58374" y="12844"/>
                  </a:lnTo>
                  <a:lnTo>
                    <a:pt x="59391" y="13481"/>
                  </a:lnTo>
                  <a:lnTo>
                    <a:pt x="62883" y="15054"/>
                  </a:lnTo>
                  <a:lnTo>
                    <a:pt x="64640" y="15490"/>
                  </a:lnTo>
                  <a:lnTo>
                    <a:pt x="65971" y="1555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2"/>
            <p:cNvSpPr/>
            <p:nvPr/>
          </p:nvSpPr>
          <p:spPr>
            <a:xfrm>
              <a:off x="2942022" y="2334215"/>
              <a:ext cx="1132" cy="2826"/>
            </a:xfrm>
            <a:custGeom>
              <a:avLst/>
              <a:pathLst>
                <a:path w="1132" h="2826">
                  <a:moveTo>
                    <a:pt x="0" y="1630"/>
                  </a:moveTo>
                  <a:lnTo>
                    <a:pt x="283" y="2826"/>
                  </a:lnTo>
                  <a:lnTo>
                    <a:pt x="849" y="2610"/>
                  </a:lnTo>
                  <a:lnTo>
                    <a:pt x="1132" y="1086"/>
                  </a:lnTo>
                  <a:lnTo>
                    <a:pt x="1027" y="0"/>
                  </a:lnTo>
                  <a:lnTo>
                    <a:pt x="425" y="21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3"/>
            <p:cNvSpPr/>
            <p:nvPr/>
          </p:nvSpPr>
          <p:spPr>
            <a:xfrm>
              <a:off x="2069713" y="3086756"/>
              <a:ext cx="20464" cy="23854"/>
            </a:xfrm>
            <a:custGeom>
              <a:avLst/>
              <a:pathLst>
                <a:path w="20464" h="23854">
                  <a:moveTo>
                    <a:pt x="10363" y="1914"/>
                  </a:moveTo>
                  <a:lnTo>
                    <a:pt x="11535" y="2976"/>
                  </a:lnTo>
                  <a:lnTo>
                    <a:pt x="12745" y="3524"/>
                  </a:lnTo>
                  <a:lnTo>
                    <a:pt x="13268" y="3556"/>
                  </a:lnTo>
                  <a:lnTo>
                    <a:pt x="13760" y="3894"/>
                  </a:lnTo>
                  <a:lnTo>
                    <a:pt x="14864" y="6439"/>
                  </a:lnTo>
                  <a:lnTo>
                    <a:pt x="15754" y="7831"/>
                  </a:lnTo>
                  <a:lnTo>
                    <a:pt x="19127" y="10943"/>
                  </a:lnTo>
                  <a:lnTo>
                    <a:pt x="20253" y="16308"/>
                  </a:lnTo>
                  <a:lnTo>
                    <a:pt x="20464" y="17986"/>
                  </a:lnTo>
                  <a:lnTo>
                    <a:pt x="19593" y="18981"/>
                  </a:lnTo>
                  <a:lnTo>
                    <a:pt x="18496" y="19325"/>
                  </a:lnTo>
                  <a:lnTo>
                    <a:pt x="17447" y="19384"/>
                  </a:lnTo>
                  <a:lnTo>
                    <a:pt x="16478" y="18357"/>
                  </a:lnTo>
                  <a:lnTo>
                    <a:pt x="16055" y="17569"/>
                  </a:lnTo>
                  <a:lnTo>
                    <a:pt x="15047" y="17191"/>
                  </a:lnTo>
                  <a:lnTo>
                    <a:pt x="15297" y="16468"/>
                  </a:lnTo>
                  <a:lnTo>
                    <a:pt x="14850" y="16130"/>
                  </a:lnTo>
                  <a:lnTo>
                    <a:pt x="14288" y="16207"/>
                  </a:lnTo>
                  <a:lnTo>
                    <a:pt x="13875" y="18264"/>
                  </a:lnTo>
                  <a:lnTo>
                    <a:pt x="13414" y="19899"/>
                  </a:lnTo>
                  <a:lnTo>
                    <a:pt x="12532" y="19742"/>
                  </a:lnTo>
                  <a:lnTo>
                    <a:pt x="12192" y="18348"/>
                  </a:lnTo>
                  <a:lnTo>
                    <a:pt x="11728" y="18974"/>
                  </a:lnTo>
                  <a:lnTo>
                    <a:pt x="11354" y="20009"/>
                  </a:lnTo>
                  <a:lnTo>
                    <a:pt x="10906" y="23854"/>
                  </a:lnTo>
                  <a:lnTo>
                    <a:pt x="10186" y="21945"/>
                  </a:lnTo>
                  <a:lnTo>
                    <a:pt x="9402" y="20345"/>
                  </a:lnTo>
                  <a:lnTo>
                    <a:pt x="8418" y="19684"/>
                  </a:lnTo>
                  <a:lnTo>
                    <a:pt x="6429" y="19576"/>
                  </a:lnTo>
                  <a:lnTo>
                    <a:pt x="5492" y="19053"/>
                  </a:lnTo>
                  <a:lnTo>
                    <a:pt x="4711" y="15800"/>
                  </a:lnTo>
                  <a:lnTo>
                    <a:pt x="4404" y="14868"/>
                  </a:lnTo>
                  <a:lnTo>
                    <a:pt x="3619" y="14025"/>
                  </a:lnTo>
                  <a:lnTo>
                    <a:pt x="2836" y="10294"/>
                  </a:lnTo>
                  <a:lnTo>
                    <a:pt x="2555" y="9782"/>
                  </a:lnTo>
                  <a:lnTo>
                    <a:pt x="436" y="8987"/>
                  </a:lnTo>
                  <a:lnTo>
                    <a:pt x="0" y="6944"/>
                  </a:lnTo>
                  <a:lnTo>
                    <a:pt x="129" y="5096"/>
                  </a:lnTo>
                  <a:lnTo>
                    <a:pt x="836" y="2835"/>
                  </a:lnTo>
                  <a:lnTo>
                    <a:pt x="1180" y="2190"/>
                  </a:lnTo>
                  <a:lnTo>
                    <a:pt x="2355" y="2286"/>
                  </a:lnTo>
                  <a:lnTo>
                    <a:pt x="3473" y="1607"/>
                  </a:lnTo>
                  <a:lnTo>
                    <a:pt x="3967" y="636"/>
                  </a:lnTo>
                  <a:lnTo>
                    <a:pt x="4480" y="0"/>
                  </a:lnTo>
                  <a:lnTo>
                    <a:pt x="8535" y="1630"/>
                  </a:lnTo>
                  <a:lnTo>
                    <a:pt x="9471" y="16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4"/>
            <p:cNvSpPr/>
            <p:nvPr/>
          </p:nvSpPr>
          <p:spPr>
            <a:xfrm>
              <a:off x="2801348" y="2178296"/>
              <a:ext cx="2171" cy="2852"/>
            </a:xfrm>
            <a:custGeom>
              <a:avLst/>
              <a:pathLst>
                <a:path w="2171" h="2852">
                  <a:moveTo>
                    <a:pt x="2087" y="1037"/>
                  </a:moveTo>
                  <a:lnTo>
                    <a:pt x="2171" y="2527"/>
                  </a:lnTo>
                  <a:lnTo>
                    <a:pt x="1750" y="2852"/>
                  </a:lnTo>
                  <a:lnTo>
                    <a:pt x="1392" y="2333"/>
                  </a:lnTo>
                  <a:lnTo>
                    <a:pt x="674" y="2333"/>
                  </a:lnTo>
                  <a:lnTo>
                    <a:pt x="0" y="2659"/>
                  </a:lnTo>
                  <a:lnTo>
                    <a:pt x="147" y="0"/>
                  </a:lnTo>
                  <a:lnTo>
                    <a:pt x="1476" y="32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5"/>
            <p:cNvSpPr/>
            <p:nvPr/>
          </p:nvSpPr>
          <p:spPr>
            <a:xfrm>
              <a:off x="3158848" y="2647953"/>
              <a:ext cx="41742" cy="123566"/>
            </a:xfrm>
            <a:custGeom>
              <a:avLst/>
              <a:pathLst>
                <a:path w="41742" h="123566">
                  <a:moveTo>
                    <a:pt x="40325" y="36868"/>
                  </a:moveTo>
                  <a:lnTo>
                    <a:pt x="38899" y="40326"/>
                  </a:lnTo>
                  <a:lnTo>
                    <a:pt x="38565" y="40697"/>
                  </a:lnTo>
                  <a:lnTo>
                    <a:pt x="36713" y="42128"/>
                  </a:lnTo>
                  <a:lnTo>
                    <a:pt x="32923" y="45055"/>
                  </a:lnTo>
                  <a:lnTo>
                    <a:pt x="30385" y="47014"/>
                  </a:lnTo>
                  <a:lnTo>
                    <a:pt x="27139" y="49520"/>
                  </a:lnTo>
                  <a:lnTo>
                    <a:pt x="24443" y="51602"/>
                  </a:lnTo>
                  <a:lnTo>
                    <a:pt x="21773" y="53664"/>
                  </a:lnTo>
                  <a:lnTo>
                    <a:pt x="19302" y="55573"/>
                  </a:lnTo>
                  <a:lnTo>
                    <a:pt x="20712" y="59601"/>
                  </a:lnTo>
                  <a:lnTo>
                    <a:pt x="22868" y="65758"/>
                  </a:lnTo>
                  <a:lnTo>
                    <a:pt x="24305" y="69867"/>
                  </a:lnTo>
                  <a:lnTo>
                    <a:pt x="26001" y="75150"/>
                  </a:lnTo>
                  <a:lnTo>
                    <a:pt x="27516" y="79868"/>
                  </a:lnTo>
                  <a:lnTo>
                    <a:pt x="29122" y="84871"/>
                  </a:lnTo>
                  <a:lnTo>
                    <a:pt x="27996" y="86566"/>
                  </a:lnTo>
                  <a:lnTo>
                    <a:pt x="26139" y="89358"/>
                  </a:lnTo>
                  <a:lnTo>
                    <a:pt x="25948" y="89866"/>
                  </a:lnTo>
                  <a:lnTo>
                    <a:pt x="25791" y="90388"/>
                  </a:lnTo>
                  <a:lnTo>
                    <a:pt x="25022" y="95373"/>
                  </a:lnTo>
                  <a:lnTo>
                    <a:pt x="24418" y="99299"/>
                  </a:lnTo>
                  <a:lnTo>
                    <a:pt x="24211" y="99791"/>
                  </a:lnTo>
                  <a:lnTo>
                    <a:pt x="21617" y="101232"/>
                  </a:lnTo>
                  <a:lnTo>
                    <a:pt x="18999" y="102687"/>
                  </a:lnTo>
                  <a:lnTo>
                    <a:pt x="17347" y="103604"/>
                  </a:lnTo>
                  <a:lnTo>
                    <a:pt x="16853" y="104620"/>
                  </a:lnTo>
                  <a:lnTo>
                    <a:pt x="15776" y="109511"/>
                  </a:lnTo>
                  <a:lnTo>
                    <a:pt x="14663" y="114564"/>
                  </a:lnTo>
                  <a:lnTo>
                    <a:pt x="12805" y="118693"/>
                  </a:lnTo>
                  <a:lnTo>
                    <a:pt x="10744" y="123269"/>
                  </a:lnTo>
                  <a:lnTo>
                    <a:pt x="10235" y="123566"/>
                  </a:lnTo>
                  <a:lnTo>
                    <a:pt x="8744" y="122863"/>
                  </a:lnTo>
                  <a:lnTo>
                    <a:pt x="6196" y="121663"/>
                  </a:lnTo>
                  <a:lnTo>
                    <a:pt x="3733" y="120504"/>
                  </a:lnTo>
                  <a:lnTo>
                    <a:pt x="2047" y="119711"/>
                  </a:lnTo>
                  <a:lnTo>
                    <a:pt x="0" y="118748"/>
                  </a:lnTo>
                  <a:lnTo>
                    <a:pt x="302" y="114879"/>
                  </a:lnTo>
                  <a:lnTo>
                    <a:pt x="217" y="112794"/>
                  </a:lnTo>
                  <a:lnTo>
                    <a:pt x="703" y="105937"/>
                  </a:lnTo>
                  <a:lnTo>
                    <a:pt x="986" y="102691"/>
                  </a:lnTo>
                  <a:lnTo>
                    <a:pt x="1128" y="100299"/>
                  </a:lnTo>
                  <a:lnTo>
                    <a:pt x="1834" y="95458"/>
                  </a:lnTo>
                  <a:lnTo>
                    <a:pt x="1748" y="93874"/>
                  </a:lnTo>
                  <a:lnTo>
                    <a:pt x="1897" y="88289"/>
                  </a:lnTo>
                  <a:lnTo>
                    <a:pt x="1825" y="87208"/>
                  </a:lnTo>
                  <a:lnTo>
                    <a:pt x="2146" y="84164"/>
                  </a:lnTo>
                  <a:lnTo>
                    <a:pt x="2747" y="79744"/>
                  </a:lnTo>
                  <a:lnTo>
                    <a:pt x="3336" y="75940"/>
                  </a:lnTo>
                  <a:lnTo>
                    <a:pt x="3550" y="74227"/>
                  </a:lnTo>
                  <a:lnTo>
                    <a:pt x="4155" y="70620"/>
                  </a:lnTo>
                  <a:lnTo>
                    <a:pt x="4696" y="66183"/>
                  </a:lnTo>
                  <a:lnTo>
                    <a:pt x="4411" y="63759"/>
                  </a:lnTo>
                  <a:lnTo>
                    <a:pt x="4325" y="63285"/>
                  </a:lnTo>
                  <a:lnTo>
                    <a:pt x="4538" y="60481"/>
                  </a:lnTo>
                  <a:lnTo>
                    <a:pt x="4804" y="55933"/>
                  </a:lnTo>
                  <a:lnTo>
                    <a:pt x="4947" y="53479"/>
                  </a:lnTo>
                  <a:lnTo>
                    <a:pt x="5274" y="50229"/>
                  </a:lnTo>
                  <a:lnTo>
                    <a:pt x="5847" y="47476"/>
                  </a:lnTo>
                  <a:lnTo>
                    <a:pt x="5582" y="40993"/>
                  </a:lnTo>
                  <a:lnTo>
                    <a:pt x="5614" y="37503"/>
                  </a:lnTo>
                  <a:lnTo>
                    <a:pt x="5972" y="33518"/>
                  </a:lnTo>
                  <a:lnTo>
                    <a:pt x="5774" y="28860"/>
                  </a:lnTo>
                  <a:lnTo>
                    <a:pt x="5943" y="22230"/>
                  </a:lnTo>
                  <a:lnTo>
                    <a:pt x="5980" y="21610"/>
                  </a:lnTo>
                  <a:lnTo>
                    <a:pt x="6188" y="20808"/>
                  </a:lnTo>
                  <a:lnTo>
                    <a:pt x="6349" y="20392"/>
                  </a:lnTo>
                  <a:lnTo>
                    <a:pt x="7534" y="19009"/>
                  </a:lnTo>
                  <a:lnTo>
                    <a:pt x="8042" y="18831"/>
                  </a:lnTo>
                  <a:lnTo>
                    <a:pt x="9074" y="19456"/>
                  </a:lnTo>
                  <a:lnTo>
                    <a:pt x="9668" y="20847"/>
                  </a:lnTo>
                  <a:lnTo>
                    <a:pt x="10658" y="24774"/>
                  </a:lnTo>
                  <a:lnTo>
                    <a:pt x="12199" y="25917"/>
                  </a:lnTo>
                  <a:lnTo>
                    <a:pt x="12819" y="27029"/>
                  </a:lnTo>
                  <a:lnTo>
                    <a:pt x="13663" y="29114"/>
                  </a:lnTo>
                  <a:lnTo>
                    <a:pt x="14693" y="29870"/>
                  </a:lnTo>
                  <a:lnTo>
                    <a:pt x="17954" y="31172"/>
                  </a:lnTo>
                  <a:lnTo>
                    <a:pt x="20555" y="26791"/>
                  </a:lnTo>
                  <a:lnTo>
                    <a:pt x="22753" y="23090"/>
                  </a:lnTo>
                  <a:lnTo>
                    <a:pt x="25251" y="18886"/>
                  </a:lnTo>
                  <a:lnTo>
                    <a:pt x="26950" y="16026"/>
                  </a:lnTo>
                  <a:lnTo>
                    <a:pt x="29850" y="11150"/>
                  </a:lnTo>
                  <a:lnTo>
                    <a:pt x="31758" y="8066"/>
                  </a:lnTo>
                  <a:lnTo>
                    <a:pt x="34271" y="4006"/>
                  </a:lnTo>
                  <a:lnTo>
                    <a:pt x="36750" y="0"/>
                  </a:lnTo>
                  <a:lnTo>
                    <a:pt x="37437" y="6540"/>
                  </a:lnTo>
                  <a:lnTo>
                    <a:pt x="38109" y="12929"/>
                  </a:lnTo>
                  <a:lnTo>
                    <a:pt x="38806" y="19547"/>
                  </a:lnTo>
                  <a:lnTo>
                    <a:pt x="39483" y="25975"/>
                  </a:lnTo>
                  <a:lnTo>
                    <a:pt x="38751" y="26583"/>
                  </a:lnTo>
                  <a:lnTo>
                    <a:pt x="39325" y="31515"/>
                  </a:lnTo>
                  <a:lnTo>
                    <a:pt x="40274" y="30760"/>
                  </a:lnTo>
                  <a:lnTo>
                    <a:pt x="41306" y="30176"/>
                  </a:lnTo>
                  <a:lnTo>
                    <a:pt x="41742" y="3334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6"/>
            <p:cNvSpPr/>
            <p:nvPr/>
          </p:nvSpPr>
          <p:spPr>
            <a:xfrm>
              <a:off x="4011859" y="2912646"/>
              <a:ext cx="2452" cy="4384"/>
            </a:xfrm>
            <a:custGeom>
              <a:avLst/>
              <a:pathLst>
                <a:path w="2452" h="4384">
                  <a:moveTo>
                    <a:pt x="2008" y="3969"/>
                  </a:moveTo>
                  <a:lnTo>
                    <a:pt x="1401" y="4384"/>
                  </a:lnTo>
                  <a:lnTo>
                    <a:pt x="673" y="3875"/>
                  </a:lnTo>
                  <a:lnTo>
                    <a:pt x="8" y="3735"/>
                  </a:lnTo>
                  <a:lnTo>
                    <a:pt x="0" y="2856"/>
                  </a:lnTo>
                  <a:lnTo>
                    <a:pt x="697" y="1949"/>
                  </a:lnTo>
                  <a:lnTo>
                    <a:pt x="710" y="683"/>
                  </a:lnTo>
                  <a:lnTo>
                    <a:pt x="881" y="0"/>
                  </a:lnTo>
                  <a:lnTo>
                    <a:pt x="2452" y="1549"/>
                  </a:lnTo>
                  <a:lnTo>
                    <a:pt x="2387" y="268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4015752" y="2907544"/>
              <a:ext cx="2300" cy="7447"/>
            </a:xfrm>
            <a:custGeom>
              <a:avLst/>
              <a:pathLst>
                <a:path w="2300" h="7447">
                  <a:moveTo>
                    <a:pt x="2003" y="2103"/>
                  </a:moveTo>
                  <a:lnTo>
                    <a:pt x="1437" y="6768"/>
                  </a:lnTo>
                  <a:lnTo>
                    <a:pt x="969" y="7447"/>
                  </a:lnTo>
                  <a:lnTo>
                    <a:pt x="489" y="7077"/>
                  </a:lnTo>
                  <a:lnTo>
                    <a:pt x="0" y="4469"/>
                  </a:lnTo>
                  <a:lnTo>
                    <a:pt x="342" y="3471"/>
                  </a:lnTo>
                  <a:lnTo>
                    <a:pt x="821" y="3996"/>
                  </a:lnTo>
                  <a:lnTo>
                    <a:pt x="1209" y="3796"/>
                  </a:lnTo>
                  <a:lnTo>
                    <a:pt x="2087" y="0"/>
                  </a:lnTo>
                  <a:lnTo>
                    <a:pt x="2300" y="61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4027136" y="2899128"/>
              <a:ext cx="1684" cy="4575"/>
            </a:xfrm>
            <a:custGeom>
              <a:avLst/>
              <a:pathLst>
                <a:path w="1684" h="4575">
                  <a:moveTo>
                    <a:pt x="1684" y="3804"/>
                  </a:moveTo>
                  <a:lnTo>
                    <a:pt x="869" y="4575"/>
                  </a:lnTo>
                  <a:lnTo>
                    <a:pt x="0" y="4119"/>
                  </a:lnTo>
                  <a:lnTo>
                    <a:pt x="140" y="0"/>
                  </a:lnTo>
                  <a:lnTo>
                    <a:pt x="442" y="577"/>
                  </a:lnTo>
                  <a:lnTo>
                    <a:pt x="630" y="1986"/>
                  </a:lnTo>
                  <a:lnTo>
                    <a:pt x="1277" y="280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4189013" y="2844328"/>
              <a:ext cx="913" cy="3273"/>
            </a:xfrm>
            <a:custGeom>
              <a:avLst/>
              <a:pathLst>
                <a:path w="913" h="3273">
                  <a:moveTo>
                    <a:pt x="779" y="3249"/>
                  </a:moveTo>
                  <a:lnTo>
                    <a:pt x="603" y="3273"/>
                  </a:lnTo>
                  <a:lnTo>
                    <a:pt x="0" y="145"/>
                  </a:lnTo>
                  <a:lnTo>
                    <a:pt x="174" y="0"/>
                  </a:lnTo>
                  <a:lnTo>
                    <a:pt x="524" y="487"/>
                  </a:lnTo>
                  <a:lnTo>
                    <a:pt x="913" y="229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4050024" y="2839736"/>
              <a:ext cx="6555" cy="23259"/>
            </a:xfrm>
            <a:custGeom>
              <a:avLst/>
              <a:pathLst>
                <a:path w="6555" h="23259">
                  <a:moveTo>
                    <a:pt x="5855" y="6769"/>
                  </a:moveTo>
                  <a:lnTo>
                    <a:pt x="4929" y="8124"/>
                  </a:lnTo>
                  <a:lnTo>
                    <a:pt x="4588" y="9740"/>
                  </a:lnTo>
                  <a:lnTo>
                    <a:pt x="3731" y="10291"/>
                  </a:lnTo>
                  <a:lnTo>
                    <a:pt x="2899" y="12569"/>
                  </a:lnTo>
                  <a:lnTo>
                    <a:pt x="2089" y="12983"/>
                  </a:lnTo>
                  <a:lnTo>
                    <a:pt x="2110" y="14813"/>
                  </a:lnTo>
                  <a:lnTo>
                    <a:pt x="2452" y="16363"/>
                  </a:lnTo>
                  <a:lnTo>
                    <a:pt x="1913" y="16634"/>
                  </a:lnTo>
                  <a:lnTo>
                    <a:pt x="1350" y="18521"/>
                  </a:lnTo>
                  <a:lnTo>
                    <a:pt x="1305" y="19892"/>
                  </a:lnTo>
                  <a:lnTo>
                    <a:pt x="1506" y="20998"/>
                  </a:lnTo>
                  <a:lnTo>
                    <a:pt x="1479" y="21551"/>
                  </a:lnTo>
                  <a:lnTo>
                    <a:pt x="766" y="23187"/>
                  </a:lnTo>
                  <a:lnTo>
                    <a:pt x="32" y="23259"/>
                  </a:lnTo>
                  <a:lnTo>
                    <a:pt x="0" y="21493"/>
                  </a:lnTo>
                  <a:lnTo>
                    <a:pt x="49" y="20173"/>
                  </a:lnTo>
                  <a:lnTo>
                    <a:pt x="743" y="16960"/>
                  </a:lnTo>
                  <a:lnTo>
                    <a:pt x="761" y="13236"/>
                  </a:lnTo>
                  <a:lnTo>
                    <a:pt x="1405" y="12805"/>
                  </a:lnTo>
                  <a:lnTo>
                    <a:pt x="1641" y="12287"/>
                  </a:lnTo>
                  <a:lnTo>
                    <a:pt x="2655" y="9638"/>
                  </a:lnTo>
                  <a:lnTo>
                    <a:pt x="2843" y="8508"/>
                  </a:lnTo>
                  <a:lnTo>
                    <a:pt x="2318" y="7411"/>
                  </a:lnTo>
                  <a:lnTo>
                    <a:pt x="2356" y="6114"/>
                  </a:lnTo>
                  <a:lnTo>
                    <a:pt x="2475" y="5563"/>
                  </a:lnTo>
                  <a:lnTo>
                    <a:pt x="3313" y="5981"/>
                  </a:lnTo>
                  <a:lnTo>
                    <a:pt x="3652" y="6944"/>
                  </a:lnTo>
                  <a:lnTo>
                    <a:pt x="3817" y="7049"/>
                  </a:lnTo>
                  <a:lnTo>
                    <a:pt x="4306" y="6326"/>
                  </a:lnTo>
                  <a:lnTo>
                    <a:pt x="4536" y="5036"/>
                  </a:lnTo>
                  <a:lnTo>
                    <a:pt x="5449" y="2511"/>
                  </a:lnTo>
                  <a:lnTo>
                    <a:pt x="5817" y="0"/>
                  </a:lnTo>
                  <a:lnTo>
                    <a:pt x="6555" y="2061"/>
                  </a:lnTo>
                  <a:lnTo>
                    <a:pt x="6356" y="476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4061879" y="2809349"/>
              <a:ext cx="1284" cy="6139"/>
            </a:xfrm>
            <a:custGeom>
              <a:avLst/>
              <a:pathLst>
                <a:path w="1284" h="6139">
                  <a:moveTo>
                    <a:pt x="1108" y="5598"/>
                  </a:moveTo>
                  <a:lnTo>
                    <a:pt x="706" y="6139"/>
                  </a:lnTo>
                  <a:lnTo>
                    <a:pt x="165" y="5391"/>
                  </a:lnTo>
                  <a:lnTo>
                    <a:pt x="0" y="2004"/>
                  </a:lnTo>
                  <a:lnTo>
                    <a:pt x="238" y="362"/>
                  </a:lnTo>
                  <a:lnTo>
                    <a:pt x="661" y="0"/>
                  </a:lnTo>
                  <a:lnTo>
                    <a:pt x="1028" y="2928"/>
                  </a:lnTo>
                  <a:lnTo>
                    <a:pt x="1284" y="413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4064856" y="2801009"/>
              <a:ext cx="1327" cy="3276"/>
            </a:xfrm>
            <a:custGeom>
              <a:avLst/>
              <a:pathLst>
                <a:path w="1327" h="3276">
                  <a:moveTo>
                    <a:pt x="1264" y="2586"/>
                  </a:moveTo>
                  <a:lnTo>
                    <a:pt x="1327" y="3276"/>
                  </a:lnTo>
                  <a:lnTo>
                    <a:pt x="384" y="2699"/>
                  </a:lnTo>
                  <a:lnTo>
                    <a:pt x="0" y="0"/>
                  </a:lnTo>
                  <a:lnTo>
                    <a:pt x="624" y="481"/>
                  </a:lnTo>
                  <a:lnTo>
                    <a:pt x="815" y="141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4064588" y="2791406"/>
              <a:ext cx="5287" cy="11516"/>
            </a:xfrm>
            <a:custGeom>
              <a:avLst/>
              <a:pathLst>
                <a:path w="5287" h="11516">
                  <a:moveTo>
                    <a:pt x="2767" y="9115"/>
                  </a:moveTo>
                  <a:lnTo>
                    <a:pt x="1939" y="11516"/>
                  </a:lnTo>
                  <a:lnTo>
                    <a:pt x="1060" y="9355"/>
                  </a:lnTo>
                  <a:lnTo>
                    <a:pt x="0" y="7911"/>
                  </a:lnTo>
                  <a:lnTo>
                    <a:pt x="504" y="7521"/>
                  </a:lnTo>
                  <a:lnTo>
                    <a:pt x="799" y="6942"/>
                  </a:lnTo>
                  <a:lnTo>
                    <a:pt x="829" y="6025"/>
                  </a:lnTo>
                  <a:lnTo>
                    <a:pt x="1517" y="4664"/>
                  </a:lnTo>
                  <a:lnTo>
                    <a:pt x="2883" y="3611"/>
                  </a:lnTo>
                  <a:lnTo>
                    <a:pt x="3316" y="3545"/>
                  </a:lnTo>
                  <a:lnTo>
                    <a:pt x="3806" y="2553"/>
                  </a:lnTo>
                  <a:lnTo>
                    <a:pt x="3965" y="1660"/>
                  </a:lnTo>
                  <a:lnTo>
                    <a:pt x="4166" y="1229"/>
                  </a:lnTo>
                  <a:lnTo>
                    <a:pt x="5046" y="0"/>
                  </a:lnTo>
                  <a:lnTo>
                    <a:pt x="5287" y="1413"/>
                  </a:lnTo>
                  <a:lnTo>
                    <a:pt x="5247" y="2522"/>
                  </a:lnTo>
                  <a:lnTo>
                    <a:pt x="4586" y="3138"/>
                  </a:lnTo>
                  <a:lnTo>
                    <a:pt x="3941" y="4618"/>
                  </a:lnTo>
                  <a:lnTo>
                    <a:pt x="3346" y="6463"/>
                  </a:lnTo>
                  <a:lnTo>
                    <a:pt x="2808" y="7244"/>
                  </a:lnTo>
                  <a:lnTo>
                    <a:pt x="2638" y="776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4076350" y="2733843"/>
              <a:ext cx="2741" cy="6622"/>
            </a:xfrm>
            <a:custGeom>
              <a:avLst/>
              <a:pathLst>
                <a:path w="2741" h="6622">
                  <a:moveTo>
                    <a:pt x="2256" y="5984"/>
                  </a:moveTo>
                  <a:lnTo>
                    <a:pt x="1154" y="6622"/>
                  </a:lnTo>
                  <a:lnTo>
                    <a:pt x="553" y="5934"/>
                  </a:lnTo>
                  <a:lnTo>
                    <a:pt x="0" y="2285"/>
                  </a:lnTo>
                  <a:lnTo>
                    <a:pt x="1048" y="0"/>
                  </a:lnTo>
                  <a:lnTo>
                    <a:pt x="2456" y="2262"/>
                  </a:lnTo>
                  <a:lnTo>
                    <a:pt x="2741" y="291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4080986" y="2723118"/>
              <a:ext cx="2040" cy="13064"/>
            </a:xfrm>
            <a:custGeom>
              <a:avLst/>
              <a:pathLst>
                <a:path w="2040" h="13064">
                  <a:moveTo>
                    <a:pt x="859" y="12751"/>
                  </a:moveTo>
                  <a:lnTo>
                    <a:pt x="17" y="13064"/>
                  </a:lnTo>
                  <a:lnTo>
                    <a:pt x="0" y="11353"/>
                  </a:lnTo>
                  <a:lnTo>
                    <a:pt x="669" y="7486"/>
                  </a:lnTo>
                  <a:lnTo>
                    <a:pt x="740" y="4647"/>
                  </a:lnTo>
                  <a:lnTo>
                    <a:pt x="1364" y="1069"/>
                  </a:lnTo>
                  <a:lnTo>
                    <a:pt x="1629" y="282"/>
                  </a:lnTo>
                  <a:lnTo>
                    <a:pt x="1826" y="0"/>
                  </a:lnTo>
                  <a:lnTo>
                    <a:pt x="2040" y="1110"/>
                  </a:lnTo>
                  <a:lnTo>
                    <a:pt x="1798" y="5495"/>
                  </a:lnTo>
                  <a:lnTo>
                    <a:pt x="1175" y="881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4069608" y="2694791"/>
              <a:ext cx="1026" cy="4357"/>
            </a:xfrm>
            <a:custGeom>
              <a:avLst/>
              <a:pathLst>
                <a:path w="1026" h="4357">
                  <a:moveTo>
                    <a:pt x="299" y="3840"/>
                  </a:moveTo>
                  <a:lnTo>
                    <a:pt x="0" y="4357"/>
                  </a:lnTo>
                  <a:lnTo>
                    <a:pt x="192" y="2034"/>
                  </a:lnTo>
                  <a:lnTo>
                    <a:pt x="966" y="0"/>
                  </a:lnTo>
                  <a:lnTo>
                    <a:pt x="1026" y="131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4074943" y="2672922"/>
              <a:ext cx="2112" cy="3187"/>
            </a:xfrm>
            <a:custGeom>
              <a:avLst/>
              <a:pathLst>
                <a:path w="2112" h="3187">
                  <a:moveTo>
                    <a:pt x="1339" y="3057"/>
                  </a:moveTo>
                  <a:lnTo>
                    <a:pt x="489" y="3187"/>
                  </a:lnTo>
                  <a:lnTo>
                    <a:pt x="138" y="2842"/>
                  </a:lnTo>
                  <a:lnTo>
                    <a:pt x="0" y="1903"/>
                  </a:lnTo>
                  <a:lnTo>
                    <a:pt x="1189" y="0"/>
                  </a:lnTo>
                  <a:lnTo>
                    <a:pt x="2112" y="339"/>
                  </a:lnTo>
                  <a:lnTo>
                    <a:pt x="1700" y="205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4072236" y="2672508"/>
              <a:ext cx="2301" cy="10259"/>
            </a:xfrm>
            <a:custGeom>
              <a:avLst/>
              <a:pathLst>
                <a:path w="2301" h="10259">
                  <a:moveTo>
                    <a:pt x="1176" y="9205"/>
                  </a:moveTo>
                  <a:lnTo>
                    <a:pt x="416" y="10259"/>
                  </a:lnTo>
                  <a:lnTo>
                    <a:pt x="319" y="9249"/>
                  </a:lnTo>
                  <a:lnTo>
                    <a:pt x="0" y="8789"/>
                  </a:lnTo>
                  <a:lnTo>
                    <a:pt x="549" y="7368"/>
                  </a:lnTo>
                  <a:lnTo>
                    <a:pt x="530" y="6723"/>
                  </a:lnTo>
                  <a:lnTo>
                    <a:pt x="183" y="5762"/>
                  </a:lnTo>
                  <a:lnTo>
                    <a:pt x="587" y="2138"/>
                  </a:lnTo>
                  <a:lnTo>
                    <a:pt x="476" y="578"/>
                  </a:lnTo>
                  <a:lnTo>
                    <a:pt x="1996" y="0"/>
                  </a:lnTo>
                  <a:lnTo>
                    <a:pt x="2273" y="1465"/>
                  </a:lnTo>
                  <a:lnTo>
                    <a:pt x="2301" y="592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4059632" y="2665337"/>
              <a:ext cx="2359" cy="5843"/>
            </a:xfrm>
            <a:custGeom>
              <a:avLst/>
              <a:pathLst>
                <a:path w="2359" h="5843">
                  <a:moveTo>
                    <a:pt x="155" y="0"/>
                  </a:moveTo>
                  <a:lnTo>
                    <a:pt x="528" y="797"/>
                  </a:lnTo>
                  <a:lnTo>
                    <a:pt x="1075" y="340"/>
                  </a:lnTo>
                  <a:lnTo>
                    <a:pt x="1508" y="233"/>
                  </a:lnTo>
                  <a:lnTo>
                    <a:pt x="1821" y="620"/>
                  </a:lnTo>
                  <a:lnTo>
                    <a:pt x="2213" y="2676"/>
                  </a:lnTo>
                  <a:lnTo>
                    <a:pt x="2359" y="3892"/>
                  </a:lnTo>
                  <a:lnTo>
                    <a:pt x="1655" y="4064"/>
                  </a:lnTo>
                  <a:lnTo>
                    <a:pt x="1358" y="4348"/>
                  </a:lnTo>
                  <a:lnTo>
                    <a:pt x="974" y="5843"/>
                  </a:lnTo>
                  <a:lnTo>
                    <a:pt x="421" y="5293"/>
                  </a:lnTo>
                  <a:lnTo>
                    <a:pt x="78" y="4593"/>
                  </a:lnTo>
                  <a:lnTo>
                    <a:pt x="0" y="360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4166535" y="2655132"/>
              <a:ext cx="1006" cy="2475"/>
            </a:xfrm>
            <a:custGeom>
              <a:avLst/>
              <a:pathLst>
                <a:path w="1006" h="2475">
                  <a:moveTo>
                    <a:pt x="693" y="2162"/>
                  </a:moveTo>
                  <a:lnTo>
                    <a:pt x="527" y="2475"/>
                  </a:lnTo>
                  <a:lnTo>
                    <a:pt x="64" y="1507"/>
                  </a:lnTo>
                  <a:lnTo>
                    <a:pt x="0" y="652"/>
                  </a:lnTo>
                  <a:lnTo>
                    <a:pt x="81" y="121"/>
                  </a:lnTo>
                  <a:lnTo>
                    <a:pt x="383" y="0"/>
                  </a:lnTo>
                  <a:lnTo>
                    <a:pt x="1006" y="105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4062979" y="2655034"/>
              <a:ext cx="1775" cy="8955"/>
            </a:xfrm>
            <a:custGeom>
              <a:avLst/>
              <a:pathLst>
                <a:path w="1775" h="8955">
                  <a:moveTo>
                    <a:pt x="766" y="8636"/>
                  </a:moveTo>
                  <a:lnTo>
                    <a:pt x="525" y="8955"/>
                  </a:lnTo>
                  <a:lnTo>
                    <a:pt x="214" y="6292"/>
                  </a:lnTo>
                  <a:lnTo>
                    <a:pt x="0" y="5339"/>
                  </a:lnTo>
                  <a:lnTo>
                    <a:pt x="362" y="4830"/>
                  </a:lnTo>
                  <a:lnTo>
                    <a:pt x="1081" y="0"/>
                  </a:lnTo>
                  <a:lnTo>
                    <a:pt x="1214" y="1917"/>
                  </a:lnTo>
                  <a:lnTo>
                    <a:pt x="1494" y="3819"/>
                  </a:lnTo>
                  <a:lnTo>
                    <a:pt x="1775" y="4120"/>
                  </a:lnTo>
                  <a:lnTo>
                    <a:pt x="1502" y="5507"/>
                  </a:lnTo>
                  <a:lnTo>
                    <a:pt x="1099" y="601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4066566" y="2648283"/>
              <a:ext cx="1918" cy="5472"/>
            </a:xfrm>
            <a:custGeom>
              <a:avLst/>
              <a:pathLst>
                <a:path w="1918" h="5472">
                  <a:moveTo>
                    <a:pt x="1166" y="4077"/>
                  </a:moveTo>
                  <a:lnTo>
                    <a:pt x="490" y="5472"/>
                  </a:lnTo>
                  <a:lnTo>
                    <a:pt x="0" y="5466"/>
                  </a:lnTo>
                  <a:lnTo>
                    <a:pt x="447" y="3839"/>
                  </a:lnTo>
                  <a:lnTo>
                    <a:pt x="507" y="3063"/>
                  </a:lnTo>
                  <a:lnTo>
                    <a:pt x="879" y="880"/>
                  </a:lnTo>
                  <a:lnTo>
                    <a:pt x="1611" y="96"/>
                  </a:lnTo>
                  <a:lnTo>
                    <a:pt x="1918" y="0"/>
                  </a:lnTo>
                  <a:lnTo>
                    <a:pt x="1323" y="226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4069493" y="2633587"/>
              <a:ext cx="1162" cy="4464"/>
            </a:xfrm>
            <a:custGeom>
              <a:avLst/>
              <a:pathLst>
                <a:path w="1162" h="4464">
                  <a:moveTo>
                    <a:pt x="1162" y="3237"/>
                  </a:moveTo>
                  <a:lnTo>
                    <a:pt x="497" y="4464"/>
                  </a:lnTo>
                  <a:lnTo>
                    <a:pt x="0" y="3507"/>
                  </a:lnTo>
                  <a:lnTo>
                    <a:pt x="242" y="871"/>
                  </a:lnTo>
                  <a:lnTo>
                    <a:pt x="408" y="0"/>
                  </a:lnTo>
                  <a:lnTo>
                    <a:pt x="976" y="86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4068582" y="2631536"/>
              <a:ext cx="23346" cy="86065"/>
            </a:xfrm>
            <a:custGeom>
              <a:avLst/>
              <a:pathLst>
                <a:path w="23346" h="86065">
                  <a:moveTo>
                    <a:pt x="15329" y="9609"/>
                  </a:moveTo>
                  <a:lnTo>
                    <a:pt x="16623" y="10490"/>
                  </a:lnTo>
                  <a:lnTo>
                    <a:pt x="17169" y="10545"/>
                  </a:lnTo>
                  <a:lnTo>
                    <a:pt x="17676" y="10145"/>
                  </a:lnTo>
                  <a:lnTo>
                    <a:pt x="18446" y="8988"/>
                  </a:lnTo>
                  <a:lnTo>
                    <a:pt x="19255" y="8137"/>
                  </a:lnTo>
                  <a:lnTo>
                    <a:pt x="19832" y="8568"/>
                  </a:lnTo>
                  <a:lnTo>
                    <a:pt x="20344" y="9601"/>
                  </a:lnTo>
                  <a:lnTo>
                    <a:pt x="20612" y="11050"/>
                  </a:lnTo>
                  <a:lnTo>
                    <a:pt x="20482" y="12571"/>
                  </a:lnTo>
                  <a:lnTo>
                    <a:pt x="19568" y="15836"/>
                  </a:lnTo>
                  <a:lnTo>
                    <a:pt x="18817" y="19316"/>
                  </a:lnTo>
                  <a:lnTo>
                    <a:pt x="20544" y="19965"/>
                  </a:lnTo>
                  <a:lnTo>
                    <a:pt x="22270" y="19892"/>
                  </a:lnTo>
                  <a:lnTo>
                    <a:pt x="21867" y="22047"/>
                  </a:lnTo>
                  <a:lnTo>
                    <a:pt x="21801" y="23926"/>
                  </a:lnTo>
                  <a:lnTo>
                    <a:pt x="22329" y="24820"/>
                  </a:lnTo>
                  <a:lnTo>
                    <a:pt x="22777" y="26024"/>
                  </a:lnTo>
                  <a:lnTo>
                    <a:pt x="22660" y="27114"/>
                  </a:lnTo>
                  <a:lnTo>
                    <a:pt x="22403" y="28192"/>
                  </a:lnTo>
                  <a:lnTo>
                    <a:pt x="23346" y="29807"/>
                  </a:lnTo>
                  <a:lnTo>
                    <a:pt x="23285" y="30890"/>
                  </a:lnTo>
                  <a:lnTo>
                    <a:pt x="23039" y="32026"/>
                  </a:lnTo>
                  <a:lnTo>
                    <a:pt x="20688" y="39446"/>
                  </a:lnTo>
                  <a:lnTo>
                    <a:pt x="19999" y="43205"/>
                  </a:lnTo>
                  <a:lnTo>
                    <a:pt x="19518" y="47346"/>
                  </a:lnTo>
                  <a:lnTo>
                    <a:pt x="19079" y="50373"/>
                  </a:lnTo>
                  <a:lnTo>
                    <a:pt x="18757" y="53514"/>
                  </a:lnTo>
                  <a:lnTo>
                    <a:pt x="18511" y="56906"/>
                  </a:lnTo>
                  <a:lnTo>
                    <a:pt x="18075" y="60406"/>
                  </a:lnTo>
                  <a:lnTo>
                    <a:pt x="18219" y="63511"/>
                  </a:lnTo>
                  <a:lnTo>
                    <a:pt x="18072" y="66691"/>
                  </a:lnTo>
                  <a:lnTo>
                    <a:pt x="16892" y="74555"/>
                  </a:lnTo>
                  <a:lnTo>
                    <a:pt x="16051" y="74409"/>
                  </a:lnTo>
                  <a:lnTo>
                    <a:pt x="14994" y="73457"/>
                  </a:lnTo>
                  <a:lnTo>
                    <a:pt x="14331" y="73604"/>
                  </a:lnTo>
                  <a:lnTo>
                    <a:pt x="13988" y="75353"/>
                  </a:lnTo>
                  <a:lnTo>
                    <a:pt x="14596" y="78944"/>
                  </a:lnTo>
                  <a:lnTo>
                    <a:pt x="12710" y="83201"/>
                  </a:lnTo>
                  <a:lnTo>
                    <a:pt x="10629" y="86065"/>
                  </a:lnTo>
                  <a:lnTo>
                    <a:pt x="10614" y="84761"/>
                  </a:lnTo>
                  <a:lnTo>
                    <a:pt x="10809" y="83732"/>
                  </a:lnTo>
                  <a:lnTo>
                    <a:pt x="11110" y="82906"/>
                  </a:lnTo>
                  <a:lnTo>
                    <a:pt x="11327" y="81909"/>
                  </a:lnTo>
                  <a:lnTo>
                    <a:pt x="11629" y="78561"/>
                  </a:lnTo>
                  <a:lnTo>
                    <a:pt x="11480" y="75189"/>
                  </a:lnTo>
                  <a:lnTo>
                    <a:pt x="10852" y="70968"/>
                  </a:lnTo>
                  <a:lnTo>
                    <a:pt x="10806" y="69450"/>
                  </a:lnTo>
                  <a:lnTo>
                    <a:pt x="11241" y="68837"/>
                  </a:lnTo>
                  <a:lnTo>
                    <a:pt x="11533" y="68662"/>
                  </a:lnTo>
                  <a:lnTo>
                    <a:pt x="11692" y="68072"/>
                  </a:lnTo>
                  <a:lnTo>
                    <a:pt x="11697" y="66677"/>
                  </a:lnTo>
                  <a:lnTo>
                    <a:pt x="11499" y="65642"/>
                  </a:lnTo>
                  <a:lnTo>
                    <a:pt x="10906" y="65306"/>
                  </a:lnTo>
                  <a:lnTo>
                    <a:pt x="10334" y="65284"/>
                  </a:lnTo>
                  <a:lnTo>
                    <a:pt x="9934" y="66850"/>
                  </a:lnTo>
                  <a:lnTo>
                    <a:pt x="9382" y="69874"/>
                  </a:lnTo>
                  <a:lnTo>
                    <a:pt x="9114" y="72930"/>
                  </a:lnTo>
                  <a:lnTo>
                    <a:pt x="9232" y="74602"/>
                  </a:lnTo>
                  <a:lnTo>
                    <a:pt x="9477" y="76100"/>
                  </a:lnTo>
                  <a:lnTo>
                    <a:pt x="10233" y="78609"/>
                  </a:lnTo>
                  <a:lnTo>
                    <a:pt x="10011" y="80085"/>
                  </a:lnTo>
                  <a:lnTo>
                    <a:pt x="9697" y="81238"/>
                  </a:lnTo>
                  <a:lnTo>
                    <a:pt x="7023" y="78626"/>
                  </a:lnTo>
                  <a:lnTo>
                    <a:pt x="6445" y="78440"/>
                  </a:lnTo>
                  <a:lnTo>
                    <a:pt x="5966" y="77888"/>
                  </a:lnTo>
                  <a:lnTo>
                    <a:pt x="5452" y="74442"/>
                  </a:lnTo>
                  <a:lnTo>
                    <a:pt x="6541" y="73612"/>
                  </a:lnTo>
                  <a:lnTo>
                    <a:pt x="6864" y="73195"/>
                  </a:lnTo>
                  <a:lnTo>
                    <a:pt x="6984" y="72099"/>
                  </a:lnTo>
                  <a:lnTo>
                    <a:pt x="7132" y="68740"/>
                  </a:lnTo>
                  <a:lnTo>
                    <a:pt x="6622" y="65937"/>
                  </a:lnTo>
                  <a:lnTo>
                    <a:pt x="6192" y="64940"/>
                  </a:lnTo>
                  <a:lnTo>
                    <a:pt x="5843" y="63794"/>
                  </a:lnTo>
                  <a:lnTo>
                    <a:pt x="6064" y="61426"/>
                  </a:lnTo>
                  <a:lnTo>
                    <a:pt x="5919" y="58446"/>
                  </a:lnTo>
                  <a:lnTo>
                    <a:pt x="5906" y="54281"/>
                  </a:lnTo>
                  <a:lnTo>
                    <a:pt x="6094" y="53564"/>
                  </a:lnTo>
                  <a:lnTo>
                    <a:pt x="7105" y="52723"/>
                  </a:lnTo>
                  <a:lnTo>
                    <a:pt x="7833" y="50493"/>
                  </a:lnTo>
                  <a:lnTo>
                    <a:pt x="8478" y="47953"/>
                  </a:lnTo>
                  <a:lnTo>
                    <a:pt x="9423" y="43488"/>
                  </a:lnTo>
                  <a:lnTo>
                    <a:pt x="10194" y="38666"/>
                  </a:lnTo>
                  <a:lnTo>
                    <a:pt x="9452" y="38455"/>
                  </a:lnTo>
                  <a:lnTo>
                    <a:pt x="8823" y="37552"/>
                  </a:lnTo>
                  <a:lnTo>
                    <a:pt x="9511" y="35271"/>
                  </a:lnTo>
                  <a:lnTo>
                    <a:pt x="9298" y="32391"/>
                  </a:lnTo>
                  <a:lnTo>
                    <a:pt x="8271" y="28852"/>
                  </a:lnTo>
                  <a:lnTo>
                    <a:pt x="7706" y="24679"/>
                  </a:lnTo>
                  <a:lnTo>
                    <a:pt x="6799" y="22841"/>
                  </a:lnTo>
                  <a:lnTo>
                    <a:pt x="6320" y="22166"/>
                  </a:lnTo>
                  <a:lnTo>
                    <a:pt x="5737" y="23144"/>
                  </a:lnTo>
                  <a:lnTo>
                    <a:pt x="5256" y="24317"/>
                  </a:lnTo>
                  <a:lnTo>
                    <a:pt x="5701" y="27031"/>
                  </a:lnTo>
                  <a:lnTo>
                    <a:pt x="5650" y="29430"/>
                  </a:lnTo>
                  <a:lnTo>
                    <a:pt x="5719" y="31808"/>
                  </a:lnTo>
                  <a:lnTo>
                    <a:pt x="6172" y="31941"/>
                  </a:lnTo>
                  <a:lnTo>
                    <a:pt x="6729" y="31349"/>
                  </a:lnTo>
                  <a:lnTo>
                    <a:pt x="7175" y="31769"/>
                  </a:lnTo>
                  <a:lnTo>
                    <a:pt x="7435" y="33019"/>
                  </a:lnTo>
                  <a:lnTo>
                    <a:pt x="7505" y="34629"/>
                  </a:lnTo>
                  <a:lnTo>
                    <a:pt x="7309" y="36225"/>
                  </a:lnTo>
                  <a:lnTo>
                    <a:pt x="6898" y="37018"/>
                  </a:lnTo>
                  <a:lnTo>
                    <a:pt x="6397" y="36955"/>
                  </a:lnTo>
                  <a:lnTo>
                    <a:pt x="5892" y="36093"/>
                  </a:lnTo>
                  <a:lnTo>
                    <a:pt x="5498" y="34865"/>
                  </a:lnTo>
                  <a:lnTo>
                    <a:pt x="4557" y="34187"/>
                  </a:lnTo>
                  <a:lnTo>
                    <a:pt x="3563" y="35637"/>
                  </a:lnTo>
                  <a:lnTo>
                    <a:pt x="2619" y="38592"/>
                  </a:lnTo>
                  <a:lnTo>
                    <a:pt x="1811" y="40091"/>
                  </a:lnTo>
                  <a:lnTo>
                    <a:pt x="2192" y="37897"/>
                  </a:lnTo>
                  <a:lnTo>
                    <a:pt x="2371" y="35531"/>
                  </a:lnTo>
                  <a:lnTo>
                    <a:pt x="1979" y="33867"/>
                  </a:lnTo>
                  <a:lnTo>
                    <a:pt x="1057" y="31101"/>
                  </a:lnTo>
                  <a:lnTo>
                    <a:pt x="843" y="29501"/>
                  </a:lnTo>
                  <a:lnTo>
                    <a:pt x="790" y="27565"/>
                  </a:lnTo>
                  <a:lnTo>
                    <a:pt x="952" y="25643"/>
                  </a:lnTo>
                  <a:lnTo>
                    <a:pt x="1900" y="27842"/>
                  </a:lnTo>
                  <a:lnTo>
                    <a:pt x="2386" y="30586"/>
                  </a:lnTo>
                  <a:lnTo>
                    <a:pt x="3083" y="31791"/>
                  </a:lnTo>
                  <a:lnTo>
                    <a:pt x="3957" y="31801"/>
                  </a:lnTo>
                  <a:lnTo>
                    <a:pt x="3285" y="27769"/>
                  </a:lnTo>
                  <a:lnTo>
                    <a:pt x="3044" y="26754"/>
                  </a:lnTo>
                  <a:lnTo>
                    <a:pt x="2102" y="24945"/>
                  </a:lnTo>
                  <a:lnTo>
                    <a:pt x="816" y="21900"/>
                  </a:lnTo>
                  <a:lnTo>
                    <a:pt x="0" y="20433"/>
                  </a:lnTo>
                  <a:lnTo>
                    <a:pt x="289" y="17260"/>
                  </a:lnTo>
                  <a:lnTo>
                    <a:pt x="768" y="16630"/>
                  </a:lnTo>
                  <a:lnTo>
                    <a:pt x="1173" y="16782"/>
                  </a:lnTo>
                  <a:lnTo>
                    <a:pt x="2538" y="17906"/>
                  </a:lnTo>
                  <a:lnTo>
                    <a:pt x="2667" y="16327"/>
                  </a:lnTo>
                  <a:lnTo>
                    <a:pt x="2466" y="15482"/>
                  </a:lnTo>
                  <a:lnTo>
                    <a:pt x="2361" y="14501"/>
                  </a:lnTo>
                  <a:lnTo>
                    <a:pt x="3259" y="13128"/>
                  </a:lnTo>
                  <a:lnTo>
                    <a:pt x="4729" y="11997"/>
                  </a:lnTo>
                  <a:lnTo>
                    <a:pt x="5031" y="11467"/>
                  </a:lnTo>
                  <a:lnTo>
                    <a:pt x="5292" y="10330"/>
                  </a:lnTo>
                  <a:lnTo>
                    <a:pt x="5651" y="9736"/>
                  </a:lnTo>
                  <a:lnTo>
                    <a:pt x="6681" y="9753"/>
                  </a:lnTo>
                  <a:lnTo>
                    <a:pt x="7546" y="8666"/>
                  </a:lnTo>
                  <a:lnTo>
                    <a:pt x="8261" y="5719"/>
                  </a:lnTo>
                  <a:lnTo>
                    <a:pt x="8432" y="4101"/>
                  </a:lnTo>
                  <a:lnTo>
                    <a:pt x="8687" y="2752"/>
                  </a:lnTo>
                  <a:lnTo>
                    <a:pt x="10473" y="363"/>
                  </a:lnTo>
                  <a:lnTo>
                    <a:pt x="10916" y="0"/>
                  </a:lnTo>
                  <a:lnTo>
                    <a:pt x="12109" y="295"/>
                  </a:lnTo>
                  <a:lnTo>
                    <a:pt x="13200" y="1647"/>
                  </a:lnTo>
                  <a:lnTo>
                    <a:pt x="13737" y="4490"/>
                  </a:lnTo>
                  <a:lnTo>
                    <a:pt x="14209" y="753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4093775" y="2630945"/>
              <a:ext cx="2348" cy="2977"/>
            </a:xfrm>
            <a:custGeom>
              <a:avLst/>
              <a:pathLst>
                <a:path w="2348" h="2977">
                  <a:moveTo>
                    <a:pt x="628" y="77"/>
                  </a:moveTo>
                  <a:lnTo>
                    <a:pt x="1095" y="1158"/>
                  </a:lnTo>
                  <a:lnTo>
                    <a:pt x="2209" y="717"/>
                  </a:lnTo>
                  <a:lnTo>
                    <a:pt x="2348" y="1022"/>
                  </a:lnTo>
                  <a:lnTo>
                    <a:pt x="2023" y="2005"/>
                  </a:lnTo>
                  <a:lnTo>
                    <a:pt x="1532" y="2977"/>
                  </a:lnTo>
                  <a:lnTo>
                    <a:pt x="641" y="2255"/>
                  </a:lnTo>
                  <a:lnTo>
                    <a:pt x="78" y="2214"/>
                  </a:lnTo>
                  <a:lnTo>
                    <a:pt x="0" y="591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4096278" y="2624301"/>
              <a:ext cx="1129" cy="2882"/>
            </a:xfrm>
            <a:custGeom>
              <a:avLst/>
              <a:pathLst>
                <a:path w="1129" h="2882">
                  <a:moveTo>
                    <a:pt x="1129" y="1698"/>
                  </a:moveTo>
                  <a:lnTo>
                    <a:pt x="850" y="2882"/>
                  </a:lnTo>
                  <a:lnTo>
                    <a:pt x="0" y="2523"/>
                  </a:lnTo>
                  <a:lnTo>
                    <a:pt x="339" y="1497"/>
                  </a:lnTo>
                  <a:lnTo>
                    <a:pt x="601" y="253"/>
                  </a:lnTo>
                  <a:lnTo>
                    <a:pt x="793" y="0"/>
                  </a:lnTo>
                  <a:lnTo>
                    <a:pt x="953" y="135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4064798" y="2619927"/>
              <a:ext cx="1448" cy="7028"/>
            </a:xfrm>
            <a:custGeom>
              <a:avLst/>
              <a:pathLst>
                <a:path w="1448" h="7028">
                  <a:moveTo>
                    <a:pt x="894" y="5829"/>
                  </a:moveTo>
                  <a:lnTo>
                    <a:pt x="269" y="7028"/>
                  </a:lnTo>
                  <a:lnTo>
                    <a:pt x="0" y="5189"/>
                  </a:lnTo>
                  <a:lnTo>
                    <a:pt x="273" y="0"/>
                  </a:lnTo>
                  <a:lnTo>
                    <a:pt x="1448" y="1060"/>
                  </a:lnTo>
                  <a:lnTo>
                    <a:pt x="1428" y="265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4092160" y="2618812"/>
              <a:ext cx="26017" cy="47467"/>
            </a:xfrm>
            <a:custGeom>
              <a:avLst/>
              <a:pathLst>
                <a:path w="26017" h="47467">
                  <a:moveTo>
                    <a:pt x="22349" y="3015"/>
                  </a:moveTo>
                  <a:lnTo>
                    <a:pt x="23679" y="4244"/>
                  </a:lnTo>
                  <a:lnTo>
                    <a:pt x="25042" y="3894"/>
                  </a:lnTo>
                  <a:lnTo>
                    <a:pt x="25020" y="9291"/>
                  </a:lnTo>
                  <a:lnTo>
                    <a:pt x="25214" y="11103"/>
                  </a:lnTo>
                  <a:lnTo>
                    <a:pt x="25598" y="12725"/>
                  </a:lnTo>
                  <a:lnTo>
                    <a:pt x="25401" y="15087"/>
                  </a:lnTo>
                  <a:lnTo>
                    <a:pt x="26017" y="15894"/>
                  </a:lnTo>
                  <a:lnTo>
                    <a:pt x="24189" y="18589"/>
                  </a:lnTo>
                  <a:lnTo>
                    <a:pt x="22538" y="22161"/>
                  </a:lnTo>
                  <a:lnTo>
                    <a:pt x="21860" y="24572"/>
                  </a:lnTo>
                  <a:lnTo>
                    <a:pt x="21246" y="27153"/>
                  </a:lnTo>
                  <a:lnTo>
                    <a:pt x="20890" y="29886"/>
                  </a:lnTo>
                  <a:lnTo>
                    <a:pt x="20660" y="32834"/>
                  </a:lnTo>
                  <a:lnTo>
                    <a:pt x="20107" y="31665"/>
                  </a:lnTo>
                  <a:lnTo>
                    <a:pt x="18516" y="26891"/>
                  </a:lnTo>
                  <a:lnTo>
                    <a:pt x="17510" y="25581"/>
                  </a:lnTo>
                  <a:lnTo>
                    <a:pt x="15891" y="24882"/>
                  </a:lnTo>
                  <a:lnTo>
                    <a:pt x="15376" y="25040"/>
                  </a:lnTo>
                  <a:lnTo>
                    <a:pt x="12049" y="29502"/>
                  </a:lnTo>
                  <a:lnTo>
                    <a:pt x="11606" y="32763"/>
                  </a:lnTo>
                  <a:lnTo>
                    <a:pt x="10699" y="37682"/>
                  </a:lnTo>
                  <a:lnTo>
                    <a:pt x="10269" y="39305"/>
                  </a:lnTo>
                  <a:lnTo>
                    <a:pt x="9792" y="39771"/>
                  </a:lnTo>
                  <a:lnTo>
                    <a:pt x="9454" y="40615"/>
                  </a:lnTo>
                  <a:lnTo>
                    <a:pt x="9081" y="44808"/>
                  </a:lnTo>
                  <a:lnTo>
                    <a:pt x="8049" y="47391"/>
                  </a:lnTo>
                  <a:lnTo>
                    <a:pt x="7418" y="47467"/>
                  </a:lnTo>
                  <a:lnTo>
                    <a:pt x="6340" y="46760"/>
                  </a:lnTo>
                  <a:lnTo>
                    <a:pt x="5856" y="47158"/>
                  </a:lnTo>
                  <a:lnTo>
                    <a:pt x="6502" y="43020"/>
                  </a:lnTo>
                  <a:lnTo>
                    <a:pt x="5473" y="42517"/>
                  </a:lnTo>
                  <a:lnTo>
                    <a:pt x="4446" y="42603"/>
                  </a:lnTo>
                  <a:lnTo>
                    <a:pt x="4422" y="39912"/>
                  </a:lnTo>
                  <a:lnTo>
                    <a:pt x="3799" y="38384"/>
                  </a:lnTo>
                  <a:lnTo>
                    <a:pt x="4260" y="36402"/>
                  </a:lnTo>
                  <a:lnTo>
                    <a:pt x="4273" y="34786"/>
                  </a:lnTo>
                  <a:lnTo>
                    <a:pt x="4544" y="33896"/>
                  </a:lnTo>
                  <a:lnTo>
                    <a:pt x="4637" y="32593"/>
                  </a:lnTo>
                  <a:lnTo>
                    <a:pt x="4603" y="31479"/>
                  </a:lnTo>
                  <a:lnTo>
                    <a:pt x="3968" y="31139"/>
                  </a:lnTo>
                  <a:lnTo>
                    <a:pt x="3581" y="30351"/>
                  </a:lnTo>
                  <a:lnTo>
                    <a:pt x="3655" y="27419"/>
                  </a:lnTo>
                  <a:lnTo>
                    <a:pt x="3290" y="27312"/>
                  </a:lnTo>
                  <a:lnTo>
                    <a:pt x="2388" y="27823"/>
                  </a:lnTo>
                  <a:lnTo>
                    <a:pt x="511" y="30088"/>
                  </a:lnTo>
                  <a:lnTo>
                    <a:pt x="0" y="30092"/>
                  </a:lnTo>
                  <a:lnTo>
                    <a:pt x="786" y="28479"/>
                  </a:lnTo>
                  <a:lnTo>
                    <a:pt x="2454" y="26265"/>
                  </a:lnTo>
                  <a:lnTo>
                    <a:pt x="3204" y="24996"/>
                  </a:lnTo>
                  <a:lnTo>
                    <a:pt x="4839" y="21437"/>
                  </a:lnTo>
                  <a:lnTo>
                    <a:pt x="5868" y="19752"/>
                  </a:lnTo>
                  <a:lnTo>
                    <a:pt x="6405" y="16768"/>
                  </a:lnTo>
                  <a:lnTo>
                    <a:pt x="6571" y="14956"/>
                  </a:lnTo>
                  <a:lnTo>
                    <a:pt x="6919" y="13363"/>
                  </a:lnTo>
                  <a:lnTo>
                    <a:pt x="7226" y="10813"/>
                  </a:lnTo>
                  <a:lnTo>
                    <a:pt x="7756" y="9962"/>
                  </a:lnTo>
                  <a:lnTo>
                    <a:pt x="8676" y="7773"/>
                  </a:lnTo>
                  <a:lnTo>
                    <a:pt x="9205" y="7986"/>
                  </a:lnTo>
                  <a:lnTo>
                    <a:pt x="9793" y="10675"/>
                  </a:lnTo>
                  <a:lnTo>
                    <a:pt x="10585" y="12738"/>
                  </a:lnTo>
                  <a:lnTo>
                    <a:pt x="11156" y="12564"/>
                  </a:lnTo>
                  <a:lnTo>
                    <a:pt x="12173" y="11506"/>
                  </a:lnTo>
                  <a:lnTo>
                    <a:pt x="12662" y="11268"/>
                  </a:lnTo>
                  <a:lnTo>
                    <a:pt x="13838" y="11394"/>
                  </a:lnTo>
                  <a:lnTo>
                    <a:pt x="14895" y="10083"/>
                  </a:lnTo>
                  <a:lnTo>
                    <a:pt x="15325" y="8540"/>
                  </a:lnTo>
                  <a:lnTo>
                    <a:pt x="15486" y="6610"/>
                  </a:lnTo>
                  <a:lnTo>
                    <a:pt x="15093" y="3384"/>
                  </a:lnTo>
                  <a:lnTo>
                    <a:pt x="15602" y="3709"/>
                  </a:lnTo>
                  <a:lnTo>
                    <a:pt x="16089" y="3576"/>
                  </a:lnTo>
                  <a:lnTo>
                    <a:pt x="17237" y="1523"/>
                  </a:lnTo>
                  <a:lnTo>
                    <a:pt x="18417" y="305"/>
                  </a:lnTo>
                  <a:lnTo>
                    <a:pt x="19643" y="0"/>
                  </a:lnTo>
                  <a:lnTo>
                    <a:pt x="21021" y="116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4112825" y="2613612"/>
              <a:ext cx="1827" cy="3289"/>
            </a:xfrm>
            <a:custGeom>
              <a:avLst/>
              <a:pathLst>
                <a:path w="1827" h="3289">
                  <a:moveTo>
                    <a:pt x="1631" y="1499"/>
                  </a:moveTo>
                  <a:lnTo>
                    <a:pt x="1452" y="2086"/>
                  </a:lnTo>
                  <a:lnTo>
                    <a:pt x="1280" y="1933"/>
                  </a:lnTo>
                  <a:lnTo>
                    <a:pt x="670" y="3289"/>
                  </a:lnTo>
                  <a:lnTo>
                    <a:pt x="537" y="1989"/>
                  </a:lnTo>
                  <a:lnTo>
                    <a:pt x="59" y="1123"/>
                  </a:lnTo>
                  <a:lnTo>
                    <a:pt x="0" y="447"/>
                  </a:lnTo>
                  <a:lnTo>
                    <a:pt x="1382" y="0"/>
                  </a:lnTo>
                  <a:lnTo>
                    <a:pt x="1827" y="35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4117494" y="2613301"/>
              <a:ext cx="3237" cy="10105"/>
            </a:xfrm>
            <a:custGeom>
              <a:avLst/>
              <a:pathLst>
                <a:path w="3237" h="10105">
                  <a:moveTo>
                    <a:pt x="2547" y="7587"/>
                  </a:moveTo>
                  <a:lnTo>
                    <a:pt x="1504" y="10105"/>
                  </a:lnTo>
                  <a:lnTo>
                    <a:pt x="603" y="9929"/>
                  </a:lnTo>
                  <a:lnTo>
                    <a:pt x="150" y="8804"/>
                  </a:lnTo>
                  <a:lnTo>
                    <a:pt x="0" y="7410"/>
                  </a:lnTo>
                  <a:lnTo>
                    <a:pt x="859" y="5223"/>
                  </a:lnTo>
                  <a:lnTo>
                    <a:pt x="1599" y="2135"/>
                  </a:lnTo>
                  <a:lnTo>
                    <a:pt x="2270" y="763"/>
                  </a:lnTo>
                  <a:lnTo>
                    <a:pt x="2815" y="0"/>
                  </a:lnTo>
                  <a:lnTo>
                    <a:pt x="3237" y="25"/>
                  </a:lnTo>
                  <a:lnTo>
                    <a:pt x="2284" y="433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4065569" y="2609115"/>
              <a:ext cx="2052" cy="11259"/>
            </a:xfrm>
            <a:custGeom>
              <a:avLst/>
              <a:pathLst>
                <a:path w="2052" h="11259">
                  <a:moveTo>
                    <a:pt x="1143" y="9837"/>
                  </a:moveTo>
                  <a:lnTo>
                    <a:pt x="948" y="11259"/>
                  </a:lnTo>
                  <a:lnTo>
                    <a:pt x="295" y="10252"/>
                  </a:lnTo>
                  <a:lnTo>
                    <a:pt x="0" y="9340"/>
                  </a:lnTo>
                  <a:lnTo>
                    <a:pt x="602" y="4866"/>
                  </a:lnTo>
                  <a:lnTo>
                    <a:pt x="532" y="3169"/>
                  </a:lnTo>
                  <a:lnTo>
                    <a:pt x="569" y="2343"/>
                  </a:lnTo>
                  <a:lnTo>
                    <a:pt x="1772" y="0"/>
                  </a:lnTo>
                  <a:lnTo>
                    <a:pt x="1978" y="450"/>
                  </a:lnTo>
                  <a:lnTo>
                    <a:pt x="2052" y="1096"/>
                  </a:lnTo>
                  <a:lnTo>
                    <a:pt x="1946" y="2099"/>
                  </a:lnTo>
                  <a:lnTo>
                    <a:pt x="2006" y="4318"/>
                  </a:lnTo>
                  <a:lnTo>
                    <a:pt x="1103" y="798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4162669" y="2606476"/>
              <a:ext cx="860" cy="2846"/>
            </a:xfrm>
            <a:custGeom>
              <a:avLst/>
              <a:pathLst>
                <a:path w="860" h="2846">
                  <a:moveTo>
                    <a:pt x="860" y="1458"/>
                  </a:moveTo>
                  <a:lnTo>
                    <a:pt x="757" y="2846"/>
                  </a:lnTo>
                  <a:lnTo>
                    <a:pt x="244" y="2540"/>
                  </a:lnTo>
                  <a:lnTo>
                    <a:pt x="0" y="1636"/>
                  </a:lnTo>
                  <a:lnTo>
                    <a:pt x="30" y="12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4103286" y="2560254"/>
              <a:ext cx="1839" cy="5130"/>
            </a:xfrm>
            <a:custGeom>
              <a:avLst/>
              <a:pathLst>
                <a:path w="1839" h="5130">
                  <a:moveTo>
                    <a:pt x="1735" y="4026"/>
                  </a:moveTo>
                  <a:lnTo>
                    <a:pt x="1295" y="5130"/>
                  </a:lnTo>
                  <a:lnTo>
                    <a:pt x="474" y="4768"/>
                  </a:lnTo>
                  <a:lnTo>
                    <a:pt x="0" y="3177"/>
                  </a:lnTo>
                  <a:lnTo>
                    <a:pt x="155" y="1380"/>
                  </a:lnTo>
                  <a:lnTo>
                    <a:pt x="1016" y="0"/>
                  </a:lnTo>
                  <a:lnTo>
                    <a:pt x="1839" y="277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4151693" y="2501871"/>
              <a:ext cx="3364" cy="14666"/>
            </a:xfrm>
            <a:custGeom>
              <a:avLst/>
              <a:pathLst>
                <a:path w="3364" h="14666">
                  <a:moveTo>
                    <a:pt x="1142" y="14591"/>
                  </a:moveTo>
                  <a:lnTo>
                    <a:pt x="228" y="14666"/>
                  </a:lnTo>
                  <a:lnTo>
                    <a:pt x="0" y="14376"/>
                  </a:lnTo>
                  <a:lnTo>
                    <a:pt x="553" y="13643"/>
                  </a:lnTo>
                  <a:lnTo>
                    <a:pt x="602" y="12414"/>
                  </a:lnTo>
                  <a:lnTo>
                    <a:pt x="933" y="10235"/>
                  </a:lnTo>
                  <a:lnTo>
                    <a:pt x="927" y="9606"/>
                  </a:lnTo>
                  <a:lnTo>
                    <a:pt x="201" y="9495"/>
                  </a:lnTo>
                  <a:lnTo>
                    <a:pt x="238" y="7016"/>
                  </a:lnTo>
                  <a:lnTo>
                    <a:pt x="780" y="4573"/>
                  </a:lnTo>
                  <a:lnTo>
                    <a:pt x="2269" y="722"/>
                  </a:lnTo>
                  <a:lnTo>
                    <a:pt x="2676" y="0"/>
                  </a:lnTo>
                  <a:lnTo>
                    <a:pt x="2738" y="1682"/>
                  </a:lnTo>
                  <a:lnTo>
                    <a:pt x="2284" y="5661"/>
                  </a:lnTo>
                  <a:lnTo>
                    <a:pt x="2195" y="7098"/>
                  </a:lnTo>
                  <a:lnTo>
                    <a:pt x="3364" y="7398"/>
                  </a:lnTo>
                  <a:lnTo>
                    <a:pt x="2612" y="1217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4081168" y="2407620"/>
              <a:ext cx="106749" cy="236942"/>
            </a:xfrm>
            <a:custGeom>
              <a:avLst/>
              <a:pathLst>
                <a:path w="106749" h="236942">
                  <a:moveTo>
                    <a:pt x="99405" y="3927"/>
                  </a:moveTo>
                  <a:lnTo>
                    <a:pt x="99785" y="4484"/>
                  </a:lnTo>
                  <a:lnTo>
                    <a:pt x="101580" y="2979"/>
                  </a:lnTo>
                  <a:lnTo>
                    <a:pt x="101238" y="7517"/>
                  </a:lnTo>
                  <a:lnTo>
                    <a:pt x="101046" y="12092"/>
                  </a:lnTo>
                  <a:lnTo>
                    <a:pt x="101178" y="19685"/>
                  </a:lnTo>
                  <a:lnTo>
                    <a:pt x="101339" y="23114"/>
                  </a:lnTo>
                  <a:lnTo>
                    <a:pt x="101650" y="26429"/>
                  </a:lnTo>
                  <a:lnTo>
                    <a:pt x="102414" y="28805"/>
                  </a:lnTo>
                  <a:lnTo>
                    <a:pt x="103414" y="30492"/>
                  </a:lnTo>
                  <a:lnTo>
                    <a:pt x="104864" y="35884"/>
                  </a:lnTo>
                  <a:lnTo>
                    <a:pt x="105641" y="42501"/>
                  </a:lnTo>
                  <a:lnTo>
                    <a:pt x="106190" y="45714"/>
                  </a:lnTo>
                  <a:lnTo>
                    <a:pt x="106601" y="49084"/>
                  </a:lnTo>
                  <a:lnTo>
                    <a:pt x="106726" y="50627"/>
                  </a:lnTo>
                  <a:lnTo>
                    <a:pt x="106737" y="52173"/>
                  </a:lnTo>
                  <a:lnTo>
                    <a:pt x="106614" y="54287"/>
                  </a:lnTo>
                  <a:lnTo>
                    <a:pt x="106749" y="55995"/>
                  </a:lnTo>
                  <a:lnTo>
                    <a:pt x="106593" y="61366"/>
                  </a:lnTo>
                  <a:lnTo>
                    <a:pt x="105944" y="67574"/>
                  </a:lnTo>
                  <a:lnTo>
                    <a:pt x="105861" y="70747"/>
                  </a:lnTo>
                  <a:lnTo>
                    <a:pt x="105296" y="71376"/>
                  </a:lnTo>
                  <a:lnTo>
                    <a:pt x="104955" y="72842"/>
                  </a:lnTo>
                  <a:lnTo>
                    <a:pt x="104663" y="73521"/>
                  </a:lnTo>
                  <a:lnTo>
                    <a:pt x="104339" y="74048"/>
                  </a:lnTo>
                  <a:lnTo>
                    <a:pt x="103868" y="74179"/>
                  </a:lnTo>
                  <a:lnTo>
                    <a:pt x="103532" y="74780"/>
                  </a:lnTo>
                  <a:lnTo>
                    <a:pt x="103399" y="76462"/>
                  </a:lnTo>
                  <a:lnTo>
                    <a:pt x="103183" y="78022"/>
                  </a:lnTo>
                  <a:lnTo>
                    <a:pt x="102774" y="79459"/>
                  </a:lnTo>
                  <a:lnTo>
                    <a:pt x="102453" y="81044"/>
                  </a:lnTo>
                  <a:lnTo>
                    <a:pt x="102188" y="84910"/>
                  </a:lnTo>
                  <a:lnTo>
                    <a:pt x="102092" y="88875"/>
                  </a:lnTo>
                  <a:lnTo>
                    <a:pt x="101695" y="91643"/>
                  </a:lnTo>
                  <a:lnTo>
                    <a:pt x="100740" y="92365"/>
                  </a:lnTo>
                  <a:lnTo>
                    <a:pt x="99645" y="92316"/>
                  </a:lnTo>
                  <a:lnTo>
                    <a:pt x="98243" y="93600"/>
                  </a:lnTo>
                  <a:lnTo>
                    <a:pt x="97944" y="94350"/>
                  </a:lnTo>
                  <a:lnTo>
                    <a:pt x="96837" y="99186"/>
                  </a:lnTo>
                  <a:lnTo>
                    <a:pt x="96518" y="102023"/>
                  </a:lnTo>
                  <a:lnTo>
                    <a:pt x="96508" y="105075"/>
                  </a:lnTo>
                  <a:lnTo>
                    <a:pt x="96816" y="108827"/>
                  </a:lnTo>
                  <a:lnTo>
                    <a:pt x="97234" y="112497"/>
                  </a:lnTo>
                  <a:lnTo>
                    <a:pt x="97550" y="119328"/>
                  </a:lnTo>
                  <a:lnTo>
                    <a:pt x="97217" y="129747"/>
                  </a:lnTo>
                  <a:lnTo>
                    <a:pt x="96897" y="133074"/>
                  </a:lnTo>
                  <a:lnTo>
                    <a:pt x="96193" y="135329"/>
                  </a:lnTo>
                  <a:lnTo>
                    <a:pt x="95659" y="136375"/>
                  </a:lnTo>
                  <a:lnTo>
                    <a:pt x="95199" y="137659"/>
                  </a:lnTo>
                  <a:lnTo>
                    <a:pt x="94604" y="141057"/>
                  </a:lnTo>
                  <a:lnTo>
                    <a:pt x="93618" y="147827"/>
                  </a:lnTo>
                  <a:lnTo>
                    <a:pt x="93536" y="149525"/>
                  </a:lnTo>
                  <a:lnTo>
                    <a:pt x="93540" y="151290"/>
                  </a:lnTo>
                  <a:lnTo>
                    <a:pt x="93275" y="153588"/>
                  </a:lnTo>
                  <a:lnTo>
                    <a:pt x="93101" y="155848"/>
                  </a:lnTo>
                  <a:lnTo>
                    <a:pt x="93263" y="158475"/>
                  </a:lnTo>
                  <a:lnTo>
                    <a:pt x="93567" y="160933"/>
                  </a:lnTo>
                  <a:lnTo>
                    <a:pt x="94889" y="167243"/>
                  </a:lnTo>
                  <a:lnTo>
                    <a:pt x="95408" y="169110"/>
                  </a:lnTo>
                  <a:lnTo>
                    <a:pt x="95990" y="170811"/>
                  </a:lnTo>
                  <a:lnTo>
                    <a:pt x="93733" y="172693"/>
                  </a:lnTo>
                  <a:lnTo>
                    <a:pt x="93325" y="173557"/>
                  </a:lnTo>
                  <a:lnTo>
                    <a:pt x="91985" y="177155"/>
                  </a:lnTo>
                  <a:lnTo>
                    <a:pt x="91557" y="180568"/>
                  </a:lnTo>
                  <a:lnTo>
                    <a:pt x="91591" y="184343"/>
                  </a:lnTo>
                  <a:lnTo>
                    <a:pt x="91365" y="185698"/>
                  </a:lnTo>
                  <a:lnTo>
                    <a:pt x="90997" y="186871"/>
                  </a:lnTo>
                  <a:lnTo>
                    <a:pt x="90613" y="187652"/>
                  </a:lnTo>
                  <a:lnTo>
                    <a:pt x="89115" y="189382"/>
                  </a:lnTo>
                  <a:lnTo>
                    <a:pt x="88156" y="191102"/>
                  </a:lnTo>
                  <a:lnTo>
                    <a:pt x="87200" y="193790"/>
                  </a:lnTo>
                  <a:lnTo>
                    <a:pt x="86822" y="195199"/>
                  </a:lnTo>
                  <a:lnTo>
                    <a:pt x="86087" y="194748"/>
                  </a:lnTo>
                  <a:lnTo>
                    <a:pt x="85657" y="193505"/>
                  </a:lnTo>
                  <a:lnTo>
                    <a:pt x="86080" y="191941"/>
                  </a:lnTo>
                  <a:lnTo>
                    <a:pt x="85950" y="190100"/>
                  </a:lnTo>
                  <a:lnTo>
                    <a:pt x="86159" y="185368"/>
                  </a:lnTo>
                  <a:lnTo>
                    <a:pt x="85919" y="183466"/>
                  </a:lnTo>
                  <a:lnTo>
                    <a:pt x="86685" y="182031"/>
                  </a:lnTo>
                  <a:lnTo>
                    <a:pt x="87050" y="179734"/>
                  </a:lnTo>
                  <a:lnTo>
                    <a:pt x="87848" y="177895"/>
                  </a:lnTo>
                  <a:lnTo>
                    <a:pt x="88417" y="176264"/>
                  </a:lnTo>
                  <a:lnTo>
                    <a:pt x="88519" y="174942"/>
                  </a:lnTo>
                  <a:lnTo>
                    <a:pt x="88007" y="173518"/>
                  </a:lnTo>
                  <a:lnTo>
                    <a:pt x="87467" y="172488"/>
                  </a:lnTo>
                  <a:lnTo>
                    <a:pt x="86720" y="172483"/>
                  </a:lnTo>
                  <a:lnTo>
                    <a:pt x="85999" y="172788"/>
                  </a:lnTo>
                  <a:lnTo>
                    <a:pt x="85533" y="174146"/>
                  </a:lnTo>
                  <a:lnTo>
                    <a:pt x="85377" y="175994"/>
                  </a:lnTo>
                  <a:lnTo>
                    <a:pt x="85414" y="176857"/>
                  </a:lnTo>
                  <a:lnTo>
                    <a:pt x="85355" y="177611"/>
                  </a:lnTo>
                  <a:lnTo>
                    <a:pt x="84222" y="180143"/>
                  </a:lnTo>
                  <a:lnTo>
                    <a:pt x="84372" y="182792"/>
                  </a:lnTo>
                  <a:lnTo>
                    <a:pt x="84703" y="184137"/>
                  </a:lnTo>
                  <a:lnTo>
                    <a:pt x="85127" y="184775"/>
                  </a:lnTo>
                  <a:lnTo>
                    <a:pt x="85000" y="185687"/>
                  </a:lnTo>
                  <a:lnTo>
                    <a:pt x="84463" y="187822"/>
                  </a:lnTo>
                  <a:lnTo>
                    <a:pt x="84087" y="188033"/>
                  </a:lnTo>
                  <a:lnTo>
                    <a:pt x="83396" y="185045"/>
                  </a:lnTo>
                  <a:lnTo>
                    <a:pt x="82534" y="183411"/>
                  </a:lnTo>
                  <a:lnTo>
                    <a:pt x="81468" y="183424"/>
                  </a:lnTo>
                  <a:lnTo>
                    <a:pt x="80371" y="184017"/>
                  </a:lnTo>
                  <a:lnTo>
                    <a:pt x="79538" y="186006"/>
                  </a:lnTo>
                  <a:lnTo>
                    <a:pt x="79263" y="187656"/>
                  </a:lnTo>
                  <a:lnTo>
                    <a:pt x="79087" y="189363"/>
                  </a:lnTo>
                  <a:lnTo>
                    <a:pt x="79146" y="193518"/>
                  </a:lnTo>
                  <a:lnTo>
                    <a:pt x="78801" y="196985"/>
                  </a:lnTo>
                  <a:lnTo>
                    <a:pt x="78124" y="200033"/>
                  </a:lnTo>
                  <a:lnTo>
                    <a:pt x="77806" y="201145"/>
                  </a:lnTo>
                  <a:lnTo>
                    <a:pt x="76980" y="203213"/>
                  </a:lnTo>
                  <a:lnTo>
                    <a:pt x="76411" y="203484"/>
                  </a:lnTo>
                  <a:lnTo>
                    <a:pt x="76004" y="202545"/>
                  </a:lnTo>
                  <a:lnTo>
                    <a:pt x="75676" y="201121"/>
                  </a:lnTo>
                  <a:lnTo>
                    <a:pt x="76094" y="195905"/>
                  </a:lnTo>
                  <a:lnTo>
                    <a:pt x="76077" y="192977"/>
                  </a:lnTo>
                  <a:lnTo>
                    <a:pt x="77047" y="191487"/>
                  </a:lnTo>
                  <a:lnTo>
                    <a:pt x="76252" y="189405"/>
                  </a:lnTo>
                  <a:lnTo>
                    <a:pt x="75278" y="188567"/>
                  </a:lnTo>
                  <a:lnTo>
                    <a:pt x="73908" y="189678"/>
                  </a:lnTo>
                  <a:lnTo>
                    <a:pt x="73523" y="190928"/>
                  </a:lnTo>
                  <a:lnTo>
                    <a:pt x="73259" y="192612"/>
                  </a:lnTo>
                  <a:lnTo>
                    <a:pt x="72524" y="194739"/>
                  </a:lnTo>
                  <a:lnTo>
                    <a:pt x="71712" y="196733"/>
                  </a:lnTo>
                  <a:lnTo>
                    <a:pt x="70794" y="200132"/>
                  </a:lnTo>
                  <a:lnTo>
                    <a:pt x="70177" y="204161"/>
                  </a:lnTo>
                  <a:lnTo>
                    <a:pt x="68158" y="202843"/>
                  </a:lnTo>
                  <a:lnTo>
                    <a:pt x="67055" y="202549"/>
                  </a:lnTo>
                  <a:lnTo>
                    <a:pt x="65942" y="202651"/>
                  </a:lnTo>
                  <a:lnTo>
                    <a:pt x="63970" y="202155"/>
                  </a:lnTo>
                  <a:lnTo>
                    <a:pt x="61804" y="202977"/>
                  </a:lnTo>
                  <a:lnTo>
                    <a:pt x="59340" y="204560"/>
                  </a:lnTo>
                  <a:lnTo>
                    <a:pt x="59487" y="203419"/>
                  </a:lnTo>
                  <a:lnTo>
                    <a:pt x="61513" y="200994"/>
                  </a:lnTo>
                  <a:lnTo>
                    <a:pt x="61586" y="200282"/>
                  </a:lnTo>
                  <a:lnTo>
                    <a:pt x="61392" y="198955"/>
                  </a:lnTo>
                  <a:lnTo>
                    <a:pt x="60887" y="198890"/>
                  </a:lnTo>
                  <a:lnTo>
                    <a:pt x="59675" y="199353"/>
                  </a:lnTo>
                  <a:lnTo>
                    <a:pt x="59056" y="199150"/>
                  </a:lnTo>
                  <a:lnTo>
                    <a:pt x="58804" y="197726"/>
                  </a:lnTo>
                  <a:lnTo>
                    <a:pt x="58393" y="197111"/>
                  </a:lnTo>
                  <a:lnTo>
                    <a:pt x="58119" y="197694"/>
                  </a:lnTo>
                  <a:lnTo>
                    <a:pt x="58209" y="200461"/>
                  </a:lnTo>
                  <a:lnTo>
                    <a:pt x="57909" y="200831"/>
                  </a:lnTo>
                  <a:lnTo>
                    <a:pt x="57509" y="200119"/>
                  </a:lnTo>
                  <a:lnTo>
                    <a:pt x="57636" y="197969"/>
                  </a:lnTo>
                  <a:lnTo>
                    <a:pt x="57363" y="194818"/>
                  </a:lnTo>
                  <a:lnTo>
                    <a:pt x="57332" y="192862"/>
                  </a:lnTo>
                  <a:lnTo>
                    <a:pt x="57757" y="191182"/>
                  </a:lnTo>
                  <a:lnTo>
                    <a:pt x="57322" y="190474"/>
                  </a:lnTo>
                  <a:lnTo>
                    <a:pt x="56864" y="190747"/>
                  </a:lnTo>
                  <a:lnTo>
                    <a:pt x="56281" y="191553"/>
                  </a:lnTo>
                  <a:lnTo>
                    <a:pt x="55766" y="192702"/>
                  </a:lnTo>
                  <a:lnTo>
                    <a:pt x="54679" y="198451"/>
                  </a:lnTo>
                  <a:lnTo>
                    <a:pt x="54257" y="201737"/>
                  </a:lnTo>
                  <a:lnTo>
                    <a:pt x="55053" y="204376"/>
                  </a:lnTo>
                  <a:lnTo>
                    <a:pt x="57223" y="208065"/>
                  </a:lnTo>
                  <a:lnTo>
                    <a:pt x="57595" y="208970"/>
                  </a:lnTo>
                  <a:lnTo>
                    <a:pt x="57604" y="210539"/>
                  </a:lnTo>
                  <a:lnTo>
                    <a:pt x="57340" y="212206"/>
                  </a:lnTo>
                  <a:lnTo>
                    <a:pt x="56748" y="212939"/>
                  </a:lnTo>
                  <a:lnTo>
                    <a:pt x="54367" y="214167"/>
                  </a:lnTo>
                  <a:lnTo>
                    <a:pt x="52304" y="216556"/>
                  </a:lnTo>
                  <a:lnTo>
                    <a:pt x="51708" y="218978"/>
                  </a:lnTo>
                  <a:lnTo>
                    <a:pt x="49830" y="228335"/>
                  </a:lnTo>
                  <a:lnTo>
                    <a:pt x="48327" y="234733"/>
                  </a:lnTo>
                  <a:lnTo>
                    <a:pt x="46203" y="236942"/>
                  </a:lnTo>
                  <a:lnTo>
                    <a:pt x="43872" y="234979"/>
                  </a:lnTo>
                  <a:lnTo>
                    <a:pt x="43309" y="232752"/>
                  </a:lnTo>
                  <a:lnTo>
                    <a:pt x="42853" y="229997"/>
                  </a:lnTo>
                  <a:lnTo>
                    <a:pt x="41986" y="227507"/>
                  </a:lnTo>
                  <a:lnTo>
                    <a:pt x="41205" y="224794"/>
                  </a:lnTo>
                  <a:lnTo>
                    <a:pt x="40749" y="221576"/>
                  </a:lnTo>
                  <a:lnTo>
                    <a:pt x="40820" y="216386"/>
                  </a:lnTo>
                  <a:lnTo>
                    <a:pt x="40481" y="213260"/>
                  </a:lnTo>
                  <a:lnTo>
                    <a:pt x="40787" y="212428"/>
                  </a:lnTo>
                  <a:lnTo>
                    <a:pt x="42072" y="210529"/>
                  </a:lnTo>
                  <a:lnTo>
                    <a:pt x="42492" y="209466"/>
                  </a:lnTo>
                  <a:lnTo>
                    <a:pt x="43218" y="206994"/>
                  </a:lnTo>
                  <a:lnTo>
                    <a:pt x="43478" y="205619"/>
                  </a:lnTo>
                  <a:lnTo>
                    <a:pt x="43517" y="203536"/>
                  </a:lnTo>
                  <a:lnTo>
                    <a:pt x="42933" y="202448"/>
                  </a:lnTo>
                  <a:lnTo>
                    <a:pt x="41425" y="202488"/>
                  </a:lnTo>
                  <a:lnTo>
                    <a:pt x="39920" y="203136"/>
                  </a:lnTo>
                  <a:lnTo>
                    <a:pt x="38845" y="202226"/>
                  </a:lnTo>
                  <a:lnTo>
                    <a:pt x="37452" y="199707"/>
                  </a:lnTo>
                  <a:lnTo>
                    <a:pt x="37020" y="199170"/>
                  </a:lnTo>
                  <a:lnTo>
                    <a:pt x="35518" y="199011"/>
                  </a:lnTo>
                  <a:lnTo>
                    <a:pt x="34445" y="199479"/>
                  </a:lnTo>
                  <a:lnTo>
                    <a:pt x="33392" y="200398"/>
                  </a:lnTo>
                  <a:lnTo>
                    <a:pt x="32279" y="200688"/>
                  </a:lnTo>
                  <a:lnTo>
                    <a:pt x="31908" y="201167"/>
                  </a:lnTo>
                  <a:lnTo>
                    <a:pt x="30621" y="204256"/>
                  </a:lnTo>
                  <a:lnTo>
                    <a:pt x="29600" y="206201"/>
                  </a:lnTo>
                  <a:lnTo>
                    <a:pt x="28717" y="207166"/>
                  </a:lnTo>
                  <a:lnTo>
                    <a:pt x="26809" y="207424"/>
                  </a:lnTo>
                  <a:lnTo>
                    <a:pt x="25854" y="208050"/>
                  </a:lnTo>
                  <a:lnTo>
                    <a:pt x="24852" y="209072"/>
                  </a:lnTo>
                  <a:lnTo>
                    <a:pt x="24573" y="208982"/>
                  </a:lnTo>
                  <a:lnTo>
                    <a:pt x="23518" y="210395"/>
                  </a:lnTo>
                  <a:lnTo>
                    <a:pt x="22308" y="211617"/>
                  </a:lnTo>
                  <a:lnTo>
                    <a:pt x="21660" y="212845"/>
                  </a:lnTo>
                  <a:lnTo>
                    <a:pt x="20474" y="212043"/>
                  </a:lnTo>
                  <a:lnTo>
                    <a:pt x="18125" y="214240"/>
                  </a:lnTo>
                  <a:lnTo>
                    <a:pt x="16990" y="214510"/>
                  </a:lnTo>
                  <a:lnTo>
                    <a:pt x="15816" y="213299"/>
                  </a:lnTo>
                  <a:lnTo>
                    <a:pt x="14728" y="211340"/>
                  </a:lnTo>
                  <a:lnTo>
                    <a:pt x="13683" y="212180"/>
                  </a:lnTo>
                  <a:lnTo>
                    <a:pt x="12967" y="215074"/>
                  </a:lnTo>
                  <a:lnTo>
                    <a:pt x="12619" y="220835"/>
                  </a:lnTo>
                  <a:lnTo>
                    <a:pt x="12210" y="223430"/>
                  </a:lnTo>
                  <a:lnTo>
                    <a:pt x="12086" y="226546"/>
                  </a:lnTo>
                  <a:lnTo>
                    <a:pt x="11545" y="226053"/>
                  </a:lnTo>
                  <a:lnTo>
                    <a:pt x="8401" y="220444"/>
                  </a:lnTo>
                  <a:lnTo>
                    <a:pt x="8183" y="220244"/>
                  </a:lnTo>
                  <a:lnTo>
                    <a:pt x="5642" y="221209"/>
                  </a:lnTo>
                  <a:lnTo>
                    <a:pt x="4986" y="221675"/>
                  </a:lnTo>
                  <a:lnTo>
                    <a:pt x="4167" y="222810"/>
                  </a:lnTo>
                  <a:lnTo>
                    <a:pt x="3301" y="223318"/>
                  </a:lnTo>
                  <a:lnTo>
                    <a:pt x="2510" y="222502"/>
                  </a:lnTo>
                  <a:lnTo>
                    <a:pt x="1755" y="221172"/>
                  </a:lnTo>
                  <a:lnTo>
                    <a:pt x="1029" y="221567"/>
                  </a:lnTo>
                  <a:lnTo>
                    <a:pt x="284" y="222499"/>
                  </a:lnTo>
                  <a:lnTo>
                    <a:pt x="0" y="214045"/>
                  </a:lnTo>
                  <a:lnTo>
                    <a:pt x="144" y="212930"/>
                  </a:lnTo>
                  <a:lnTo>
                    <a:pt x="601" y="211448"/>
                  </a:lnTo>
                  <a:lnTo>
                    <a:pt x="1105" y="210181"/>
                  </a:lnTo>
                  <a:lnTo>
                    <a:pt x="2335" y="209744"/>
                  </a:lnTo>
                  <a:lnTo>
                    <a:pt x="3581" y="210155"/>
                  </a:lnTo>
                  <a:lnTo>
                    <a:pt x="4471" y="209573"/>
                  </a:lnTo>
                  <a:lnTo>
                    <a:pt x="5222" y="207899"/>
                  </a:lnTo>
                  <a:lnTo>
                    <a:pt x="6016" y="205525"/>
                  </a:lnTo>
                  <a:lnTo>
                    <a:pt x="6909" y="203595"/>
                  </a:lnTo>
                  <a:lnTo>
                    <a:pt x="8121" y="202070"/>
                  </a:lnTo>
                  <a:lnTo>
                    <a:pt x="9294" y="200320"/>
                  </a:lnTo>
                  <a:lnTo>
                    <a:pt x="10323" y="197866"/>
                  </a:lnTo>
                  <a:lnTo>
                    <a:pt x="11300" y="195188"/>
                  </a:lnTo>
                  <a:lnTo>
                    <a:pt x="12199" y="193223"/>
                  </a:lnTo>
                  <a:lnTo>
                    <a:pt x="13173" y="191573"/>
                  </a:lnTo>
                  <a:lnTo>
                    <a:pt x="14659" y="187614"/>
                  </a:lnTo>
                  <a:lnTo>
                    <a:pt x="16629" y="183166"/>
                  </a:lnTo>
                  <a:lnTo>
                    <a:pt x="17385" y="179872"/>
                  </a:lnTo>
                  <a:lnTo>
                    <a:pt x="17855" y="178965"/>
                  </a:lnTo>
                  <a:lnTo>
                    <a:pt x="19551" y="177125"/>
                  </a:lnTo>
                  <a:lnTo>
                    <a:pt x="21800" y="175720"/>
                  </a:lnTo>
                  <a:lnTo>
                    <a:pt x="22860" y="175787"/>
                  </a:lnTo>
                  <a:lnTo>
                    <a:pt x="23911" y="178674"/>
                  </a:lnTo>
                  <a:lnTo>
                    <a:pt x="24477" y="178279"/>
                  </a:lnTo>
                  <a:lnTo>
                    <a:pt x="25050" y="177533"/>
                  </a:lnTo>
                  <a:lnTo>
                    <a:pt x="26208" y="177121"/>
                  </a:lnTo>
                  <a:lnTo>
                    <a:pt x="27399" y="177598"/>
                  </a:lnTo>
                  <a:lnTo>
                    <a:pt x="28562" y="177610"/>
                  </a:lnTo>
                  <a:lnTo>
                    <a:pt x="29725" y="177245"/>
                  </a:lnTo>
                  <a:lnTo>
                    <a:pt x="31963" y="176298"/>
                  </a:lnTo>
                  <a:lnTo>
                    <a:pt x="33141" y="175155"/>
                  </a:lnTo>
                  <a:lnTo>
                    <a:pt x="34290" y="173678"/>
                  </a:lnTo>
                  <a:lnTo>
                    <a:pt x="38387" y="172635"/>
                  </a:lnTo>
                  <a:lnTo>
                    <a:pt x="41195" y="170158"/>
                  </a:lnTo>
                  <a:lnTo>
                    <a:pt x="41639" y="170334"/>
                  </a:lnTo>
                  <a:lnTo>
                    <a:pt x="42071" y="170905"/>
                  </a:lnTo>
                  <a:lnTo>
                    <a:pt x="42103" y="172740"/>
                  </a:lnTo>
                  <a:lnTo>
                    <a:pt x="41750" y="174743"/>
                  </a:lnTo>
                  <a:lnTo>
                    <a:pt x="42093" y="175955"/>
                  </a:lnTo>
                  <a:lnTo>
                    <a:pt x="42662" y="176704"/>
                  </a:lnTo>
                  <a:lnTo>
                    <a:pt x="45305" y="176935"/>
                  </a:lnTo>
                  <a:lnTo>
                    <a:pt x="46059" y="177366"/>
                  </a:lnTo>
                  <a:lnTo>
                    <a:pt x="47162" y="175995"/>
                  </a:lnTo>
                  <a:lnTo>
                    <a:pt x="48201" y="174300"/>
                  </a:lnTo>
                  <a:lnTo>
                    <a:pt x="49288" y="172065"/>
                  </a:lnTo>
                  <a:lnTo>
                    <a:pt x="50049" y="169550"/>
                  </a:lnTo>
                  <a:lnTo>
                    <a:pt x="49347" y="166403"/>
                  </a:lnTo>
                  <a:lnTo>
                    <a:pt x="49193" y="162962"/>
                  </a:lnTo>
                  <a:lnTo>
                    <a:pt x="49781" y="159231"/>
                  </a:lnTo>
                  <a:lnTo>
                    <a:pt x="50635" y="156084"/>
                  </a:lnTo>
                  <a:lnTo>
                    <a:pt x="51650" y="154183"/>
                  </a:lnTo>
                  <a:lnTo>
                    <a:pt x="52584" y="151994"/>
                  </a:lnTo>
                  <a:lnTo>
                    <a:pt x="54476" y="145782"/>
                  </a:lnTo>
                  <a:lnTo>
                    <a:pt x="55844" y="140757"/>
                  </a:lnTo>
                  <a:lnTo>
                    <a:pt x="56336" y="134582"/>
                  </a:lnTo>
                  <a:lnTo>
                    <a:pt x="56047" y="127273"/>
                  </a:lnTo>
                  <a:lnTo>
                    <a:pt x="57241" y="121843"/>
                  </a:lnTo>
                  <a:lnTo>
                    <a:pt x="58384" y="120911"/>
                  </a:lnTo>
                  <a:lnTo>
                    <a:pt x="60656" y="118435"/>
                  </a:lnTo>
                  <a:lnTo>
                    <a:pt x="61848" y="117708"/>
                  </a:lnTo>
                  <a:lnTo>
                    <a:pt x="62027" y="118790"/>
                  </a:lnTo>
                  <a:lnTo>
                    <a:pt x="61991" y="120208"/>
                  </a:lnTo>
                  <a:lnTo>
                    <a:pt x="60208" y="124768"/>
                  </a:lnTo>
                  <a:lnTo>
                    <a:pt x="59187" y="126642"/>
                  </a:lnTo>
                  <a:lnTo>
                    <a:pt x="58575" y="127223"/>
                  </a:lnTo>
                  <a:lnTo>
                    <a:pt x="58016" y="128053"/>
                  </a:lnTo>
                  <a:lnTo>
                    <a:pt x="57784" y="129657"/>
                  </a:lnTo>
                  <a:lnTo>
                    <a:pt x="58693" y="132344"/>
                  </a:lnTo>
                  <a:lnTo>
                    <a:pt x="58925" y="134328"/>
                  </a:lnTo>
                  <a:lnTo>
                    <a:pt x="58868" y="136234"/>
                  </a:lnTo>
                  <a:lnTo>
                    <a:pt x="58907" y="137945"/>
                  </a:lnTo>
                  <a:lnTo>
                    <a:pt x="59936" y="139811"/>
                  </a:lnTo>
                  <a:lnTo>
                    <a:pt x="61114" y="140428"/>
                  </a:lnTo>
                  <a:lnTo>
                    <a:pt x="61608" y="140411"/>
                  </a:lnTo>
                  <a:lnTo>
                    <a:pt x="62040" y="139920"/>
                  </a:lnTo>
                  <a:lnTo>
                    <a:pt x="63386" y="135358"/>
                  </a:lnTo>
                  <a:lnTo>
                    <a:pt x="63688" y="134566"/>
                  </a:lnTo>
                  <a:lnTo>
                    <a:pt x="67525" y="131226"/>
                  </a:lnTo>
                  <a:lnTo>
                    <a:pt x="69413" y="128670"/>
                  </a:lnTo>
                  <a:lnTo>
                    <a:pt x="70456" y="128011"/>
                  </a:lnTo>
                  <a:lnTo>
                    <a:pt x="71435" y="126681"/>
                  </a:lnTo>
                  <a:lnTo>
                    <a:pt x="73631" y="121547"/>
                  </a:lnTo>
                  <a:lnTo>
                    <a:pt x="74444" y="119183"/>
                  </a:lnTo>
                  <a:lnTo>
                    <a:pt x="75180" y="116568"/>
                  </a:lnTo>
                  <a:lnTo>
                    <a:pt x="75768" y="113531"/>
                  </a:lnTo>
                  <a:lnTo>
                    <a:pt x="76232" y="110243"/>
                  </a:lnTo>
                  <a:lnTo>
                    <a:pt x="76868" y="108197"/>
                  </a:lnTo>
                  <a:lnTo>
                    <a:pt x="80350" y="103317"/>
                  </a:lnTo>
                  <a:lnTo>
                    <a:pt x="81472" y="100660"/>
                  </a:lnTo>
                  <a:lnTo>
                    <a:pt x="81828" y="99373"/>
                  </a:lnTo>
                  <a:lnTo>
                    <a:pt x="82259" y="95644"/>
                  </a:lnTo>
                  <a:lnTo>
                    <a:pt x="82557" y="91772"/>
                  </a:lnTo>
                  <a:lnTo>
                    <a:pt x="82980" y="88736"/>
                  </a:lnTo>
                  <a:lnTo>
                    <a:pt x="83551" y="85889"/>
                  </a:lnTo>
                  <a:lnTo>
                    <a:pt x="84316" y="82989"/>
                  </a:lnTo>
                  <a:lnTo>
                    <a:pt x="85175" y="80297"/>
                  </a:lnTo>
                  <a:lnTo>
                    <a:pt x="85683" y="77535"/>
                  </a:lnTo>
                  <a:lnTo>
                    <a:pt x="86420" y="70936"/>
                  </a:lnTo>
                  <a:lnTo>
                    <a:pt x="86744" y="67283"/>
                  </a:lnTo>
                  <a:lnTo>
                    <a:pt x="86997" y="65965"/>
                  </a:lnTo>
                  <a:lnTo>
                    <a:pt x="87367" y="64857"/>
                  </a:lnTo>
                  <a:lnTo>
                    <a:pt x="87691" y="63456"/>
                  </a:lnTo>
                  <a:lnTo>
                    <a:pt x="87938" y="61888"/>
                  </a:lnTo>
                  <a:lnTo>
                    <a:pt x="88050" y="60334"/>
                  </a:lnTo>
                  <a:lnTo>
                    <a:pt x="88210" y="55586"/>
                  </a:lnTo>
                  <a:lnTo>
                    <a:pt x="88113" y="51896"/>
                  </a:lnTo>
                  <a:lnTo>
                    <a:pt x="87536" y="48770"/>
                  </a:lnTo>
                  <a:lnTo>
                    <a:pt x="87061" y="47882"/>
                  </a:lnTo>
                  <a:lnTo>
                    <a:pt x="86541" y="47830"/>
                  </a:lnTo>
                  <a:lnTo>
                    <a:pt x="85764" y="48100"/>
                  </a:lnTo>
                  <a:lnTo>
                    <a:pt x="85102" y="46826"/>
                  </a:lnTo>
                  <a:lnTo>
                    <a:pt x="85236" y="45701"/>
                  </a:lnTo>
                  <a:lnTo>
                    <a:pt x="85911" y="45492"/>
                  </a:lnTo>
                  <a:lnTo>
                    <a:pt x="86372" y="44910"/>
                  </a:lnTo>
                  <a:lnTo>
                    <a:pt x="86703" y="43845"/>
                  </a:lnTo>
                  <a:lnTo>
                    <a:pt x="87322" y="40440"/>
                  </a:lnTo>
                  <a:lnTo>
                    <a:pt x="87694" y="36794"/>
                  </a:lnTo>
                  <a:lnTo>
                    <a:pt x="87726" y="35183"/>
                  </a:lnTo>
                  <a:lnTo>
                    <a:pt x="87242" y="32245"/>
                  </a:lnTo>
                  <a:lnTo>
                    <a:pt x="86856" y="28712"/>
                  </a:lnTo>
                  <a:lnTo>
                    <a:pt x="86846" y="26804"/>
                  </a:lnTo>
                  <a:lnTo>
                    <a:pt x="87267" y="24608"/>
                  </a:lnTo>
                  <a:lnTo>
                    <a:pt x="87869" y="22824"/>
                  </a:lnTo>
                  <a:lnTo>
                    <a:pt x="88408" y="22404"/>
                  </a:lnTo>
                  <a:lnTo>
                    <a:pt x="88992" y="22280"/>
                  </a:lnTo>
                  <a:lnTo>
                    <a:pt x="89522" y="21590"/>
                  </a:lnTo>
                  <a:lnTo>
                    <a:pt x="90013" y="20589"/>
                  </a:lnTo>
                  <a:lnTo>
                    <a:pt x="90291" y="19486"/>
                  </a:lnTo>
                  <a:lnTo>
                    <a:pt x="90724" y="16485"/>
                  </a:lnTo>
                  <a:lnTo>
                    <a:pt x="90890" y="14771"/>
                  </a:lnTo>
                  <a:lnTo>
                    <a:pt x="90618" y="10184"/>
                  </a:lnTo>
                  <a:lnTo>
                    <a:pt x="90898" y="8931"/>
                  </a:lnTo>
                  <a:lnTo>
                    <a:pt x="91297" y="8149"/>
                  </a:lnTo>
                  <a:lnTo>
                    <a:pt x="91830" y="8743"/>
                  </a:lnTo>
                  <a:lnTo>
                    <a:pt x="92375" y="8861"/>
                  </a:lnTo>
                  <a:lnTo>
                    <a:pt x="93011" y="8679"/>
                  </a:lnTo>
                  <a:lnTo>
                    <a:pt x="93621" y="9164"/>
                  </a:lnTo>
                  <a:lnTo>
                    <a:pt x="93737" y="10340"/>
                  </a:lnTo>
                  <a:lnTo>
                    <a:pt x="94119" y="18093"/>
                  </a:lnTo>
                  <a:lnTo>
                    <a:pt x="94340" y="19140"/>
                  </a:lnTo>
                  <a:lnTo>
                    <a:pt x="94784" y="19952"/>
                  </a:lnTo>
                  <a:lnTo>
                    <a:pt x="95286" y="19834"/>
                  </a:lnTo>
                  <a:lnTo>
                    <a:pt x="95718" y="18628"/>
                  </a:lnTo>
                  <a:lnTo>
                    <a:pt x="96010" y="17021"/>
                  </a:lnTo>
                  <a:lnTo>
                    <a:pt x="96586" y="16689"/>
                  </a:lnTo>
                  <a:lnTo>
                    <a:pt x="98341" y="18417"/>
                  </a:lnTo>
                  <a:lnTo>
                    <a:pt x="98962" y="17184"/>
                  </a:lnTo>
                  <a:lnTo>
                    <a:pt x="99368" y="15279"/>
                  </a:lnTo>
                  <a:lnTo>
                    <a:pt x="99721" y="11904"/>
                  </a:lnTo>
                  <a:lnTo>
                    <a:pt x="99549" y="8863"/>
                  </a:lnTo>
                  <a:lnTo>
                    <a:pt x="99127" y="7740"/>
                  </a:lnTo>
                  <a:lnTo>
                    <a:pt x="98692" y="7944"/>
                  </a:lnTo>
                  <a:lnTo>
                    <a:pt x="98307" y="8778"/>
                  </a:lnTo>
                  <a:lnTo>
                    <a:pt x="97878" y="9234"/>
                  </a:lnTo>
                  <a:lnTo>
                    <a:pt x="95284" y="10837"/>
                  </a:lnTo>
                  <a:lnTo>
                    <a:pt x="95296" y="7443"/>
                  </a:lnTo>
                  <a:lnTo>
                    <a:pt x="95851" y="2367"/>
                  </a:lnTo>
                  <a:lnTo>
                    <a:pt x="96158" y="761"/>
                  </a:lnTo>
                  <a:lnTo>
                    <a:pt x="96594" y="0"/>
                  </a:lnTo>
                  <a:lnTo>
                    <a:pt x="97683" y="881"/>
                  </a:lnTo>
                  <a:lnTo>
                    <a:pt x="98219" y="146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4163098" y="2386060"/>
              <a:ext cx="1411" cy="4715"/>
            </a:xfrm>
            <a:custGeom>
              <a:avLst/>
              <a:pathLst>
                <a:path w="1411" h="4715">
                  <a:moveTo>
                    <a:pt x="670" y="4556"/>
                  </a:moveTo>
                  <a:lnTo>
                    <a:pt x="450" y="4715"/>
                  </a:lnTo>
                  <a:lnTo>
                    <a:pt x="221" y="4465"/>
                  </a:lnTo>
                  <a:lnTo>
                    <a:pt x="0" y="2232"/>
                  </a:lnTo>
                  <a:lnTo>
                    <a:pt x="190" y="1053"/>
                  </a:lnTo>
                  <a:lnTo>
                    <a:pt x="810" y="229"/>
                  </a:lnTo>
                  <a:lnTo>
                    <a:pt x="1411" y="0"/>
                  </a:lnTo>
                  <a:lnTo>
                    <a:pt x="899" y="410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4179671" y="2297039"/>
              <a:ext cx="1863" cy="4008"/>
            </a:xfrm>
            <a:custGeom>
              <a:avLst/>
              <a:pathLst>
                <a:path w="1863" h="4008">
                  <a:moveTo>
                    <a:pt x="1538" y="3797"/>
                  </a:moveTo>
                  <a:lnTo>
                    <a:pt x="871" y="4008"/>
                  </a:lnTo>
                  <a:lnTo>
                    <a:pt x="95" y="2775"/>
                  </a:lnTo>
                  <a:lnTo>
                    <a:pt x="0" y="1230"/>
                  </a:lnTo>
                  <a:lnTo>
                    <a:pt x="561" y="0"/>
                  </a:lnTo>
                  <a:lnTo>
                    <a:pt x="1119" y="454"/>
                  </a:lnTo>
                  <a:lnTo>
                    <a:pt x="1679" y="2047"/>
                  </a:lnTo>
                  <a:lnTo>
                    <a:pt x="1863" y="287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4178097" y="2290609"/>
              <a:ext cx="971" cy="5795"/>
            </a:xfrm>
            <a:custGeom>
              <a:avLst/>
              <a:pathLst>
                <a:path w="971" h="5795">
                  <a:moveTo>
                    <a:pt x="971" y="3918"/>
                  </a:moveTo>
                  <a:lnTo>
                    <a:pt x="598" y="5795"/>
                  </a:lnTo>
                  <a:lnTo>
                    <a:pt x="100" y="3005"/>
                  </a:lnTo>
                  <a:lnTo>
                    <a:pt x="0" y="0"/>
                  </a:lnTo>
                  <a:lnTo>
                    <a:pt x="288" y="18"/>
                  </a:lnTo>
                  <a:lnTo>
                    <a:pt x="817" y="470"/>
                  </a:lnTo>
                  <a:lnTo>
                    <a:pt x="944" y="193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4167034" y="2289307"/>
              <a:ext cx="57798" cy="120745"/>
            </a:xfrm>
            <a:custGeom>
              <a:avLst/>
              <a:pathLst>
                <a:path w="57798" h="120745">
                  <a:moveTo>
                    <a:pt x="38487" y="41148"/>
                  </a:moveTo>
                  <a:lnTo>
                    <a:pt x="39691" y="41298"/>
                  </a:lnTo>
                  <a:lnTo>
                    <a:pt x="40229" y="41158"/>
                  </a:lnTo>
                  <a:lnTo>
                    <a:pt x="41151" y="41603"/>
                  </a:lnTo>
                  <a:lnTo>
                    <a:pt x="44808" y="46095"/>
                  </a:lnTo>
                  <a:lnTo>
                    <a:pt x="45912" y="46666"/>
                  </a:lnTo>
                  <a:lnTo>
                    <a:pt x="47052" y="46733"/>
                  </a:lnTo>
                  <a:lnTo>
                    <a:pt x="47853" y="46371"/>
                  </a:lnTo>
                  <a:lnTo>
                    <a:pt x="48558" y="45138"/>
                  </a:lnTo>
                  <a:lnTo>
                    <a:pt x="50766" y="39695"/>
                  </a:lnTo>
                  <a:lnTo>
                    <a:pt x="53085" y="34738"/>
                  </a:lnTo>
                  <a:lnTo>
                    <a:pt x="53342" y="34930"/>
                  </a:lnTo>
                  <a:lnTo>
                    <a:pt x="53343" y="36292"/>
                  </a:lnTo>
                  <a:lnTo>
                    <a:pt x="53173" y="37814"/>
                  </a:lnTo>
                  <a:lnTo>
                    <a:pt x="52147" y="42354"/>
                  </a:lnTo>
                  <a:lnTo>
                    <a:pt x="51005" y="48464"/>
                  </a:lnTo>
                  <a:lnTo>
                    <a:pt x="50761" y="51562"/>
                  </a:lnTo>
                  <a:lnTo>
                    <a:pt x="51132" y="54577"/>
                  </a:lnTo>
                  <a:lnTo>
                    <a:pt x="51848" y="57068"/>
                  </a:lnTo>
                  <a:lnTo>
                    <a:pt x="52414" y="60475"/>
                  </a:lnTo>
                  <a:lnTo>
                    <a:pt x="53066" y="65214"/>
                  </a:lnTo>
                  <a:lnTo>
                    <a:pt x="53982" y="65814"/>
                  </a:lnTo>
                  <a:lnTo>
                    <a:pt x="54480" y="65888"/>
                  </a:lnTo>
                  <a:lnTo>
                    <a:pt x="55397" y="64468"/>
                  </a:lnTo>
                  <a:lnTo>
                    <a:pt x="56266" y="62663"/>
                  </a:lnTo>
                  <a:lnTo>
                    <a:pt x="57012" y="62443"/>
                  </a:lnTo>
                  <a:lnTo>
                    <a:pt x="57798" y="62749"/>
                  </a:lnTo>
                  <a:lnTo>
                    <a:pt x="56765" y="64005"/>
                  </a:lnTo>
                  <a:lnTo>
                    <a:pt x="55791" y="65546"/>
                  </a:lnTo>
                  <a:lnTo>
                    <a:pt x="54956" y="68460"/>
                  </a:lnTo>
                  <a:lnTo>
                    <a:pt x="54645" y="69005"/>
                  </a:lnTo>
                  <a:lnTo>
                    <a:pt x="53681" y="68827"/>
                  </a:lnTo>
                  <a:lnTo>
                    <a:pt x="53130" y="68932"/>
                  </a:lnTo>
                  <a:lnTo>
                    <a:pt x="52002" y="70150"/>
                  </a:lnTo>
                  <a:lnTo>
                    <a:pt x="51012" y="71528"/>
                  </a:lnTo>
                  <a:lnTo>
                    <a:pt x="50067" y="73219"/>
                  </a:lnTo>
                  <a:lnTo>
                    <a:pt x="49034" y="74126"/>
                  </a:lnTo>
                  <a:lnTo>
                    <a:pt x="47936" y="74340"/>
                  </a:lnTo>
                  <a:lnTo>
                    <a:pt x="46240" y="75722"/>
                  </a:lnTo>
                  <a:lnTo>
                    <a:pt x="45139" y="75820"/>
                  </a:lnTo>
                  <a:lnTo>
                    <a:pt x="43075" y="74614"/>
                  </a:lnTo>
                  <a:lnTo>
                    <a:pt x="42072" y="74933"/>
                  </a:lnTo>
                  <a:lnTo>
                    <a:pt x="39881" y="77658"/>
                  </a:lnTo>
                  <a:lnTo>
                    <a:pt x="37889" y="81596"/>
                  </a:lnTo>
                  <a:lnTo>
                    <a:pt x="36148" y="86011"/>
                  </a:lnTo>
                  <a:lnTo>
                    <a:pt x="34691" y="91325"/>
                  </a:lnTo>
                  <a:lnTo>
                    <a:pt x="34106" y="94095"/>
                  </a:lnTo>
                  <a:lnTo>
                    <a:pt x="33755" y="97191"/>
                  </a:lnTo>
                  <a:lnTo>
                    <a:pt x="33707" y="99240"/>
                  </a:lnTo>
                  <a:lnTo>
                    <a:pt x="33578" y="101211"/>
                  </a:lnTo>
                  <a:lnTo>
                    <a:pt x="33242" y="102584"/>
                  </a:lnTo>
                  <a:lnTo>
                    <a:pt x="32836" y="103697"/>
                  </a:lnTo>
                  <a:lnTo>
                    <a:pt x="31636" y="103046"/>
                  </a:lnTo>
                  <a:lnTo>
                    <a:pt x="29662" y="100205"/>
                  </a:lnTo>
                  <a:lnTo>
                    <a:pt x="25834" y="96080"/>
                  </a:lnTo>
                  <a:lnTo>
                    <a:pt x="21794" y="89763"/>
                  </a:lnTo>
                  <a:lnTo>
                    <a:pt x="19520" y="86592"/>
                  </a:lnTo>
                  <a:lnTo>
                    <a:pt x="15244" y="87541"/>
                  </a:lnTo>
                  <a:lnTo>
                    <a:pt x="11202" y="93593"/>
                  </a:lnTo>
                  <a:lnTo>
                    <a:pt x="10839" y="93078"/>
                  </a:lnTo>
                  <a:lnTo>
                    <a:pt x="9293" y="88928"/>
                  </a:lnTo>
                  <a:lnTo>
                    <a:pt x="8545" y="87285"/>
                  </a:lnTo>
                  <a:lnTo>
                    <a:pt x="7651" y="86820"/>
                  </a:lnTo>
                  <a:lnTo>
                    <a:pt x="6986" y="86873"/>
                  </a:lnTo>
                  <a:lnTo>
                    <a:pt x="6340" y="87173"/>
                  </a:lnTo>
                  <a:lnTo>
                    <a:pt x="5427" y="89308"/>
                  </a:lnTo>
                  <a:lnTo>
                    <a:pt x="5092" y="90845"/>
                  </a:lnTo>
                  <a:lnTo>
                    <a:pt x="4832" y="92590"/>
                  </a:lnTo>
                  <a:lnTo>
                    <a:pt x="4752" y="93825"/>
                  </a:lnTo>
                  <a:lnTo>
                    <a:pt x="4862" y="95034"/>
                  </a:lnTo>
                  <a:lnTo>
                    <a:pt x="5726" y="97771"/>
                  </a:lnTo>
                  <a:lnTo>
                    <a:pt x="6793" y="99808"/>
                  </a:lnTo>
                  <a:lnTo>
                    <a:pt x="7276" y="100196"/>
                  </a:lnTo>
                  <a:lnTo>
                    <a:pt x="8300" y="100054"/>
                  </a:lnTo>
                  <a:lnTo>
                    <a:pt x="8776" y="100264"/>
                  </a:lnTo>
                  <a:lnTo>
                    <a:pt x="10492" y="104359"/>
                  </a:lnTo>
                  <a:lnTo>
                    <a:pt x="12371" y="108193"/>
                  </a:lnTo>
                  <a:lnTo>
                    <a:pt x="12787" y="109462"/>
                  </a:lnTo>
                  <a:lnTo>
                    <a:pt x="12092" y="110800"/>
                  </a:lnTo>
                  <a:lnTo>
                    <a:pt x="11330" y="111462"/>
                  </a:lnTo>
                  <a:lnTo>
                    <a:pt x="10446" y="111289"/>
                  </a:lnTo>
                  <a:lnTo>
                    <a:pt x="9570" y="110782"/>
                  </a:lnTo>
                  <a:lnTo>
                    <a:pt x="8065" y="109152"/>
                  </a:lnTo>
                  <a:lnTo>
                    <a:pt x="7422" y="110541"/>
                  </a:lnTo>
                  <a:lnTo>
                    <a:pt x="6424" y="113390"/>
                  </a:lnTo>
                  <a:lnTo>
                    <a:pt x="5871" y="116486"/>
                  </a:lnTo>
                  <a:lnTo>
                    <a:pt x="5422" y="117907"/>
                  </a:lnTo>
                  <a:lnTo>
                    <a:pt x="4318" y="119777"/>
                  </a:lnTo>
                  <a:lnTo>
                    <a:pt x="3150" y="120745"/>
                  </a:lnTo>
                  <a:lnTo>
                    <a:pt x="2540" y="120425"/>
                  </a:lnTo>
                  <a:lnTo>
                    <a:pt x="2073" y="119252"/>
                  </a:lnTo>
                  <a:lnTo>
                    <a:pt x="1810" y="117846"/>
                  </a:lnTo>
                  <a:lnTo>
                    <a:pt x="1676" y="116219"/>
                  </a:lnTo>
                  <a:lnTo>
                    <a:pt x="1926" y="112693"/>
                  </a:lnTo>
                  <a:lnTo>
                    <a:pt x="2531" y="109517"/>
                  </a:lnTo>
                  <a:lnTo>
                    <a:pt x="2763" y="106275"/>
                  </a:lnTo>
                  <a:lnTo>
                    <a:pt x="2268" y="101713"/>
                  </a:lnTo>
                  <a:lnTo>
                    <a:pt x="1953" y="100761"/>
                  </a:lnTo>
                  <a:lnTo>
                    <a:pt x="713" y="98087"/>
                  </a:lnTo>
                  <a:lnTo>
                    <a:pt x="139" y="95486"/>
                  </a:lnTo>
                  <a:lnTo>
                    <a:pt x="0" y="92249"/>
                  </a:lnTo>
                  <a:lnTo>
                    <a:pt x="73" y="90460"/>
                  </a:lnTo>
                  <a:lnTo>
                    <a:pt x="377" y="86513"/>
                  </a:lnTo>
                  <a:lnTo>
                    <a:pt x="675" y="84519"/>
                  </a:lnTo>
                  <a:lnTo>
                    <a:pt x="1246" y="83862"/>
                  </a:lnTo>
                  <a:lnTo>
                    <a:pt x="1866" y="83468"/>
                  </a:lnTo>
                  <a:lnTo>
                    <a:pt x="2824" y="82044"/>
                  </a:lnTo>
                  <a:lnTo>
                    <a:pt x="3876" y="80196"/>
                  </a:lnTo>
                  <a:lnTo>
                    <a:pt x="4881" y="78088"/>
                  </a:lnTo>
                  <a:lnTo>
                    <a:pt x="5877" y="75510"/>
                  </a:lnTo>
                  <a:lnTo>
                    <a:pt x="6398" y="72679"/>
                  </a:lnTo>
                  <a:lnTo>
                    <a:pt x="5542" y="69209"/>
                  </a:lnTo>
                  <a:lnTo>
                    <a:pt x="5368" y="67147"/>
                  </a:lnTo>
                  <a:lnTo>
                    <a:pt x="5494" y="65196"/>
                  </a:lnTo>
                  <a:lnTo>
                    <a:pt x="6402" y="64160"/>
                  </a:lnTo>
                  <a:lnTo>
                    <a:pt x="7341" y="64942"/>
                  </a:lnTo>
                  <a:lnTo>
                    <a:pt x="9226" y="67801"/>
                  </a:lnTo>
                  <a:lnTo>
                    <a:pt x="9596" y="68082"/>
                  </a:lnTo>
                  <a:lnTo>
                    <a:pt x="10891" y="68215"/>
                  </a:lnTo>
                  <a:lnTo>
                    <a:pt x="12663" y="68837"/>
                  </a:lnTo>
                  <a:lnTo>
                    <a:pt x="13691" y="68685"/>
                  </a:lnTo>
                  <a:lnTo>
                    <a:pt x="14183" y="68254"/>
                  </a:lnTo>
                  <a:lnTo>
                    <a:pt x="14932" y="65890"/>
                  </a:lnTo>
                  <a:lnTo>
                    <a:pt x="15299" y="62881"/>
                  </a:lnTo>
                  <a:lnTo>
                    <a:pt x="15165" y="59010"/>
                  </a:lnTo>
                  <a:lnTo>
                    <a:pt x="15158" y="55164"/>
                  </a:lnTo>
                  <a:lnTo>
                    <a:pt x="15630" y="52032"/>
                  </a:lnTo>
                  <a:lnTo>
                    <a:pt x="17110" y="46998"/>
                  </a:lnTo>
                  <a:lnTo>
                    <a:pt x="17533" y="44030"/>
                  </a:lnTo>
                  <a:lnTo>
                    <a:pt x="17688" y="36815"/>
                  </a:lnTo>
                  <a:lnTo>
                    <a:pt x="18221" y="33636"/>
                  </a:lnTo>
                  <a:lnTo>
                    <a:pt x="18650" y="30346"/>
                  </a:lnTo>
                  <a:lnTo>
                    <a:pt x="18855" y="23437"/>
                  </a:lnTo>
                  <a:lnTo>
                    <a:pt x="18248" y="16797"/>
                  </a:lnTo>
                  <a:lnTo>
                    <a:pt x="17639" y="13542"/>
                  </a:lnTo>
                  <a:lnTo>
                    <a:pt x="16940" y="10447"/>
                  </a:lnTo>
                  <a:lnTo>
                    <a:pt x="17043" y="7492"/>
                  </a:lnTo>
                  <a:lnTo>
                    <a:pt x="17608" y="4754"/>
                  </a:lnTo>
                  <a:lnTo>
                    <a:pt x="17622" y="3928"/>
                  </a:lnTo>
                  <a:lnTo>
                    <a:pt x="17757" y="3198"/>
                  </a:lnTo>
                  <a:lnTo>
                    <a:pt x="18816" y="2677"/>
                  </a:lnTo>
                  <a:lnTo>
                    <a:pt x="19310" y="2090"/>
                  </a:lnTo>
                  <a:lnTo>
                    <a:pt x="19783" y="774"/>
                  </a:lnTo>
                  <a:lnTo>
                    <a:pt x="20350" y="0"/>
                  </a:lnTo>
                  <a:lnTo>
                    <a:pt x="20765" y="768"/>
                  </a:lnTo>
                  <a:lnTo>
                    <a:pt x="21106" y="2115"/>
                  </a:lnTo>
                  <a:lnTo>
                    <a:pt x="22598" y="5433"/>
                  </a:lnTo>
                  <a:lnTo>
                    <a:pt x="24948" y="11362"/>
                  </a:lnTo>
                  <a:lnTo>
                    <a:pt x="27718" y="20398"/>
                  </a:lnTo>
                  <a:lnTo>
                    <a:pt x="29455" y="24803"/>
                  </a:lnTo>
                  <a:lnTo>
                    <a:pt x="31284" y="28798"/>
                  </a:lnTo>
                  <a:lnTo>
                    <a:pt x="33337" y="32884"/>
                  </a:lnTo>
                  <a:lnTo>
                    <a:pt x="35484" y="36403"/>
                  </a:lnTo>
                  <a:lnTo>
                    <a:pt x="36855" y="38064"/>
                  </a:lnTo>
                  <a:lnTo>
                    <a:pt x="37860" y="4071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3560854" y="2580300"/>
              <a:ext cx="9926" cy="16305"/>
            </a:xfrm>
            <a:custGeom>
              <a:avLst/>
              <a:pathLst>
                <a:path w="9926" h="16305">
                  <a:moveTo>
                    <a:pt x="9926" y="4899"/>
                  </a:moveTo>
                  <a:lnTo>
                    <a:pt x="8941" y="6455"/>
                  </a:lnTo>
                  <a:lnTo>
                    <a:pt x="7735" y="8361"/>
                  </a:lnTo>
                  <a:lnTo>
                    <a:pt x="6311" y="10612"/>
                  </a:lnTo>
                  <a:lnTo>
                    <a:pt x="5057" y="12593"/>
                  </a:lnTo>
                  <a:lnTo>
                    <a:pt x="3861" y="14484"/>
                  </a:lnTo>
                  <a:lnTo>
                    <a:pt x="2708" y="16305"/>
                  </a:lnTo>
                  <a:lnTo>
                    <a:pt x="2284" y="13751"/>
                  </a:lnTo>
                  <a:lnTo>
                    <a:pt x="2038" y="12271"/>
                  </a:lnTo>
                  <a:lnTo>
                    <a:pt x="1546" y="9310"/>
                  </a:lnTo>
                  <a:lnTo>
                    <a:pt x="1108" y="6677"/>
                  </a:lnTo>
                  <a:lnTo>
                    <a:pt x="441" y="2656"/>
                  </a:lnTo>
                  <a:lnTo>
                    <a:pt x="0" y="0"/>
                  </a:lnTo>
                  <a:lnTo>
                    <a:pt x="1076" y="1431"/>
                  </a:lnTo>
                  <a:lnTo>
                    <a:pt x="3106" y="3240"/>
                  </a:lnTo>
                  <a:lnTo>
                    <a:pt x="5075" y="4537"/>
                  </a:lnTo>
                  <a:lnTo>
                    <a:pt x="6533" y="5500"/>
                  </a:lnTo>
                  <a:lnTo>
                    <a:pt x="7240" y="5563"/>
                  </a:lnTo>
                  <a:lnTo>
                    <a:pt x="7745" y="5611"/>
                  </a:lnTo>
                  <a:lnTo>
                    <a:pt x="9201" y="535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3303479" y="2301942"/>
              <a:ext cx="1820" cy="7548"/>
            </a:xfrm>
            <a:custGeom>
              <a:avLst/>
              <a:pathLst>
                <a:path w="1820" h="7548">
                  <a:moveTo>
                    <a:pt x="1820" y="6716"/>
                  </a:moveTo>
                  <a:lnTo>
                    <a:pt x="1476" y="7548"/>
                  </a:lnTo>
                  <a:lnTo>
                    <a:pt x="963" y="7426"/>
                  </a:lnTo>
                  <a:lnTo>
                    <a:pt x="0" y="4283"/>
                  </a:lnTo>
                  <a:lnTo>
                    <a:pt x="268" y="1099"/>
                  </a:lnTo>
                  <a:lnTo>
                    <a:pt x="617" y="447"/>
                  </a:lnTo>
                  <a:lnTo>
                    <a:pt x="1103" y="0"/>
                  </a:lnTo>
                  <a:lnTo>
                    <a:pt x="1167" y="699"/>
                  </a:lnTo>
                  <a:lnTo>
                    <a:pt x="482" y="2125"/>
                  </a:lnTo>
                  <a:lnTo>
                    <a:pt x="420" y="3924"/>
                  </a:lnTo>
                  <a:lnTo>
                    <a:pt x="990" y="592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3305988" y="2301910"/>
              <a:ext cx="899" cy="3676"/>
            </a:xfrm>
            <a:custGeom>
              <a:avLst/>
              <a:pathLst>
                <a:path w="899" h="3676">
                  <a:moveTo>
                    <a:pt x="534" y="3278"/>
                  </a:moveTo>
                  <a:lnTo>
                    <a:pt x="202" y="3676"/>
                  </a:lnTo>
                  <a:lnTo>
                    <a:pt x="0" y="1790"/>
                  </a:lnTo>
                  <a:lnTo>
                    <a:pt x="372" y="209"/>
                  </a:lnTo>
                  <a:lnTo>
                    <a:pt x="899" y="0"/>
                  </a:lnTo>
                  <a:lnTo>
                    <a:pt x="718" y="24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3328082" y="2288760"/>
              <a:ext cx="1333" cy="3744"/>
            </a:xfrm>
            <a:custGeom>
              <a:avLst/>
              <a:pathLst>
                <a:path w="1333" h="3744">
                  <a:moveTo>
                    <a:pt x="1231" y="3433"/>
                  </a:moveTo>
                  <a:lnTo>
                    <a:pt x="1062" y="3744"/>
                  </a:lnTo>
                  <a:lnTo>
                    <a:pt x="423" y="2950"/>
                  </a:lnTo>
                  <a:lnTo>
                    <a:pt x="0" y="1597"/>
                  </a:lnTo>
                  <a:lnTo>
                    <a:pt x="524" y="0"/>
                  </a:lnTo>
                  <a:lnTo>
                    <a:pt x="1012" y="294"/>
                  </a:lnTo>
                  <a:lnTo>
                    <a:pt x="1333" y="198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3270928" y="1997360"/>
              <a:ext cx="391407" cy="436763"/>
            </a:xfrm>
            <a:custGeom>
              <a:avLst/>
              <a:pathLst>
                <a:path w="391407" h="436763">
                  <a:moveTo>
                    <a:pt x="391407" y="186271"/>
                  </a:moveTo>
                  <a:lnTo>
                    <a:pt x="390514" y="185678"/>
                  </a:lnTo>
                  <a:lnTo>
                    <a:pt x="388770" y="185558"/>
                  </a:lnTo>
                  <a:lnTo>
                    <a:pt x="387707" y="185923"/>
                  </a:lnTo>
                  <a:lnTo>
                    <a:pt x="387207" y="186130"/>
                  </a:lnTo>
                  <a:lnTo>
                    <a:pt x="386460" y="187337"/>
                  </a:lnTo>
                  <a:lnTo>
                    <a:pt x="385930" y="188545"/>
                  </a:lnTo>
                  <a:lnTo>
                    <a:pt x="385694" y="190598"/>
                  </a:lnTo>
                  <a:lnTo>
                    <a:pt x="385975" y="192921"/>
                  </a:lnTo>
                  <a:lnTo>
                    <a:pt x="385592" y="197754"/>
                  </a:lnTo>
                  <a:lnTo>
                    <a:pt x="385071" y="199575"/>
                  </a:lnTo>
                  <a:lnTo>
                    <a:pt x="383972" y="202735"/>
                  </a:lnTo>
                  <a:lnTo>
                    <a:pt x="383336" y="203422"/>
                  </a:lnTo>
                  <a:lnTo>
                    <a:pt x="382271" y="203987"/>
                  </a:lnTo>
                  <a:lnTo>
                    <a:pt x="381243" y="204924"/>
                  </a:lnTo>
                  <a:lnTo>
                    <a:pt x="379230" y="205834"/>
                  </a:lnTo>
                  <a:lnTo>
                    <a:pt x="377054" y="206297"/>
                  </a:lnTo>
                  <a:lnTo>
                    <a:pt x="376281" y="206977"/>
                  </a:lnTo>
                  <a:lnTo>
                    <a:pt x="375731" y="209141"/>
                  </a:lnTo>
                  <a:lnTo>
                    <a:pt x="375340" y="210952"/>
                  </a:lnTo>
                  <a:lnTo>
                    <a:pt x="375098" y="212327"/>
                  </a:lnTo>
                  <a:lnTo>
                    <a:pt x="374482" y="216823"/>
                  </a:lnTo>
                  <a:lnTo>
                    <a:pt x="374133" y="220848"/>
                  </a:lnTo>
                  <a:lnTo>
                    <a:pt x="374475" y="225846"/>
                  </a:lnTo>
                  <a:lnTo>
                    <a:pt x="374732" y="231401"/>
                  </a:lnTo>
                  <a:lnTo>
                    <a:pt x="374716" y="233317"/>
                  </a:lnTo>
                  <a:lnTo>
                    <a:pt x="375246" y="236161"/>
                  </a:lnTo>
                  <a:lnTo>
                    <a:pt x="375515" y="237905"/>
                  </a:lnTo>
                  <a:lnTo>
                    <a:pt x="375389" y="240380"/>
                  </a:lnTo>
                  <a:lnTo>
                    <a:pt x="374625" y="242335"/>
                  </a:lnTo>
                  <a:lnTo>
                    <a:pt x="374168" y="244926"/>
                  </a:lnTo>
                  <a:lnTo>
                    <a:pt x="373736" y="246027"/>
                  </a:lnTo>
                  <a:lnTo>
                    <a:pt x="372492" y="246523"/>
                  </a:lnTo>
                  <a:lnTo>
                    <a:pt x="371321" y="246829"/>
                  </a:lnTo>
                  <a:lnTo>
                    <a:pt x="370139" y="249050"/>
                  </a:lnTo>
                  <a:lnTo>
                    <a:pt x="369193" y="250586"/>
                  </a:lnTo>
                  <a:lnTo>
                    <a:pt x="367713" y="252538"/>
                  </a:lnTo>
                  <a:lnTo>
                    <a:pt x="367020" y="252906"/>
                  </a:lnTo>
                  <a:lnTo>
                    <a:pt x="366634" y="251912"/>
                  </a:lnTo>
                  <a:lnTo>
                    <a:pt x="366380" y="249696"/>
                  </a:lnTo>
                  <a:lnTo>
                    <a:pt x="365871" y="248721"/>
                  </a:lnTo>
                  <a:lnTo>
                    <a:pt x="365156" y="248644"/>
                  </a:lnTo>
                  <a:lnTo>
                    <a:pt x="364581" y="248620"/>
                  </a:lnTo>
                  <a:lnTo>
                    <a:pt x="362720" y="248018"/>
                  </a:lnTo>
                  <a:lnTo>
                    <a:pt x="361531" y="248060"/>
                  </a:lnTo>
                  <a:lnTo>
                    <a:pt x="360636" y="248536"/>
                  </a:lnTo>
                  <a:lnTo>
                    <a:pt x="359616" y="248776"/>
                  </a:lnTo>
                  <a:lnTo>
                    <a:pt x="357853" y="247968"/>
                  </a:lnTo>
                  <a:lnTo>
                    <a:pt x="356713" y="247282"/>
                  </a:lnTo>
                  <a:lnTo>
                    <a:pt x="355945" y="246627"/>
                  </a:lnTo>
                  <a:lnTo>
                    <a:pt x="354113" y="244694"/>
                  </a:lnTo>
                  <a:lnTo>
                    <a:pt x="351705" y="242391"/>
                  </a:lnTo>
                  <a:lnTo>
                    <a:pt x="350717" y="241717"/>
                  </a:lnTo>
                  <a:lnTo>
                    <a:pt x="350132" y="242410"/>
                  </a:lnTo>
                  <a:lnTo>
                    <a:pt x="350042" y="243724"/>
                  </a:lnTo>
                  <a:lnTo>
                    <a:pt x="349888" y="246914"/>
                  </a:lnTo>
                  <a:lnTo>
                    <a:pt x="349607" y="248908"/>
                  </a:lnTo>
                  <a:lnTo>
                    <a:pt x="347926" y="259001"/>
                  </a:lnTo>
                  <a:lnTo>
                    <a:pt x="346889" y="266027"/>
                  </a:lnTo>
                  <a:lnTo>
                    <a:pt x="345571" y="272764"/>
                  </a:lnTo>
                  <a:lnTo>
                    <a:pt x="345155" y="277282"/>
                  </a:lnTo>
                  <a:lnTo>
                    <a:pt x="344366" y="283011"/>
                  </a:lnTo>
                  <a:lnTo>
                    <a:pt x="343582" y="287159"/>
                  </a:lnTo>
                  <a:lnTo>
                    <a:pt x="343266" y="289423"/>
                  </a:lnTo>
                  <a:lnTo>
                    <a:pt x="343237" y="290345"/>
                  </a:lnTo>
                  <a:lnTo>
                    <a:pt x="343375" y="291639"/>
                  </a:lnTo>
                  <a:lnTo>
                    <a:pt x="344577" y="293056"/>
                  </a:lnTo>
                  <a:lnTo>
                    <a:pt x="345835" y="293924"/>
                  </a:lnTo>
                  <a:lnTo>
                    <a:pt x="346115" y="294466"/>
                  </a:lnTo>
                  <a:lnTo>
                    <a:pt x="346251" y="295939"/>
                  </a:lnTo>
                  <a:lnTo>
                    <a:pt x="346206" y="298341"/>
                  </a:lnTo>
                  <a:lnTo>
                    <a:pt x="345974" y="300621"/>
                  </a:lnTo>
                  <a:lnTo>
                    <a:pt x="345609" y="302410"/>
                  </a:lnTo>
                  <a:lnTo>
                    <a:pt x="345248" y="303294"/>
                  </a:lnTo>
                  <a:lnTo>
                    <a:pt x="344837" y="303350"/>
                  </a:lnTo>
                  <a:lnTo>
                    <a:pt x="344049" y="302202"/>
                  </a:lnTo>
                  <a:lnTo>
                    <a:pt x="343344" y="300919"/>
                  </a:lnTo>
                  <a:lnTo>
                    <a:pt x="342798" y="300528"/>
                  </a:lnTo>
                  <a:lnTo>
                    <a:pt x="341415" y="301244"/>
                  </a:lnTo>
                  <a:lnTo>
                    <a:pt x="340132" y="302219"/>
                  </a:lnTo>
                  <a:lnTo>
                    <a:pt x="339706" y="302250"/>
                  </a:lnTo>
                  <a:lnTo>
                    <a:pt x="338961" y="301622"/>
                  </a:lnTo>
                  <a:lnTo>
                    <a:pt x="338213" y="300323"/>
                  </a:lnTo>
                  <a:lnTo>
                    <a:pt x="337917" y="297817"/>
                  </a:lnTo>
                  <a:lnTo>
                    <a:pt x="337274" y="296679"/>
                  </a:lnTo>
                  <a:lnTo>
                    <a:pt x="336409" y="297817"/>
                  </a:lnTo>
                  <a:lnTo>
                    <a:pt x="333840" y="299727"/>
                  </a:lnTo>
                  <a:lnTo>
                    <a:pt x="331009" y="302004"/>
                  </a:lnTo>
                  <a:lnTo>
                    <a:pt x="329211" y="303182"/>
                  </a:lnTo>
                  <a:lnTo>
                    <a:pt x="328507" y="302997"/>
                  </a:lnTo>
                  <a:lnTo>
                    <a:pt x="327110" y="303264"/>
                  </a:lnTo>
                  <a:lnTo>
                    <a:pt x="325903" y="303900"/>
                  </a:lnTo>
                  <a:lnTo>
                    <a:pt x="324997" y="304783"/>
                  </a:lnTo>
                  <a:lnTo>
                    <a:pt x="323202" y="305998"/>
                  </a:lnTo>
                  <a:lnTo>
                    <a:pt x="321577" y="306812"/>
                  </a:lnTo>
                  <a:lnTo>
                    <a:pt x="320529" y="308654"/>
                  </a:lnTo>
                  <a:lnTo>
                    <a:pt x="319776" y="310436"/>
                  </a:lnTo>
                  <a:lnTo>
                    <a:pt x="319809" y="311114"/>
                  </a:lnTo>
                  <a:lnTo>
                    <a:pt x="320355" y="312168"/>
                  </a:lnTo>
                  <a:lnTo>
                    <a:pt x="320980" y="312994"/>
                  </a:lnTo>
                  <a:lnTo>
                    <a:pt x="322237" y="312801"/>
                  </a:lnTo>
                  <a:lnTo>
                    <a:pt x="323460" y="312673"/>
                  </a:lnTo>
                  <a:lnTo>
                    <a:pt x="324477" y="313789"/>
                  </a:lnTo>
                  <a:lnTo>
                    <a:pt x="325386" y="314505"/>
                  </a:lnTo>
                  <a:lnTo>
                    <a:pt x="325637" y="315434"/>
                  </a:lnTo>
                  <a:lnTo>
                    <a:pt x="325386" y="316337"/>
                  </a:lnTo>
                  <a:lnTo>
                    <a:pt x="324859" y="316549"/>
                  </a:lnTo>
                  <a:lnTo>
                    <a:pt x="324675" y="317184"/>
                  </a:lnTo>
                  <a:lnTo>
                    <a:pt x="324767" y="318030"/>
                  </a:lnTo>
                  <a:lnTo>
                    <a:pt x="324421" y="320240"/>
                  </a:lnTo>
                  <a:lnTo>
                    <a:pt x="324241" y="323598"/>
                  </a:lnTo>
                  <a:lnTo>
                    <a:pt x="324419" y="326903"/>
                  </a:lnTo>
                  <a:lnTo>
                    <a:pt x="324520" y="329953"/>
                  </a:lnTo>
                  <a:lnTo>
                    <a:pt x="324459" y="331490"/>
                  </a:lnTo>
                  <a:lnTo>
                    <a:pt x="324423" y="333677"/>
                  </a:lnTo>
                  <a:lnTo>
                    <a:pt x="324813" y="335157"/>
                  </a:lnTo>
                  <a:lnTo>
                    <a:pt x="325156" y="337977"/>
                  </a:lnTo>
                  <a:lnTo>
                    <a:pt x="325776" y="339740"/>
                  </a:lnTo>
                  <a:lnTo>
                    <a:pt x="326713" y="345856"/>
                  </a:lnTo>
                  <a:lnTo>
                    <a:pt x="327264" y="349430"/>
                  </a:lnTo>
                  <a:lnTo>
                    <a:pt x="327774" y="353481"/>
                  </a:lnTo>
                  <a:lnTo>
                    <a:pt x="327405" y="355670"/>
                  </a:lnTo>
                  <a:lnTo>
                    <a:pt x="327427" y="356938"/>
                  </a:lnTo>
                  <a:lnTo>
                    <a:pt x="328024" y="357996"/>
                  </a:lnTo>
                  <a:lnTo>
                    <a:pt x="328285" y="360062"/>
                  </a:lnTo>
                  <a:lnTo>
                    <a:pt x="328562" y="361326"/>
                  </a:lnTo>
                  <a:lnTo>
                    <a:pt x="328485" y="362586"/>
                  </a:lnTo>
                  <a:lnTo>
                    <a:pt x="328229" y="363072"/>
                  </a:lnTo>
                  <a:lnTo>
                    <a:pt x="326939" y="362310"/>
                  </a:lnTo>
                  <a:lnTo>
                    <a:pt x="325882" y="363565"/>
                  </a:lnTo>
                  <a:lnTo>
                    <a:pt x="324759" y="364826"/>
                  </a:lnTo>
                  <a:lnTo>
                    <a:pt x="324608" y="365497"/>
                  </a:lnTo>
                  <a:lnTo>
                    <a:pt x="324577" y="366230"/>
                  </a:lnTo>
                  <a:lnTo>
                    <a:pt x="324694" y="366875"/>
                  </a:lnTo>
                  <a:lnTo>
                    <a:pt x="325340" y="368005"/>
                  </a:lnTo>
                  <a:lnTo>
                    <a:pt x="326235" y="368709"/>
                  </a:lnTo>
                  <a:lnTo>
                    <a:pt x="326189" y="369839"/>
                  </a:lnTo>
                  <a:lnTo>
                    <a:pt x="325084" y="370362"/>
                  </a:lnTo>
                  <a:lnTo>
                    <a:pt x="323414" y="372091"/>
                  </a:lnTo>
                  <a:lnTo>
                    <a:pt x="322952" y="373946"/>
                  </a:lnTo>
                  <a:lnTo>
                    <a:pt x="322594" y="375984"/>
                  </a:lnTo>
                  <a:lnTo>
                    <a:pt x="322564" y="377165"/>
                  </a:lnTo>
                  <a:lnTo>
                    <a:pt x="322731" y="380332"/>
                  </a:lnTo>
                  <a:lnTo>
                    <a:pt x="322986" y="383847"/>
                  </a:lnTo>
                  <a:lnTo>
                    <a:pt x="323460" y="387548"/>
                  </a:lnTo>
                  <a:lnTo>
                    <a:pt x="323498" y="388693"/>
                  </a:lnTo>
                  <a:lnTo>
                    <a:pt x="323248" y="389509"/>
                  </a:lnTo>
                  <a:lnTo>
                    <a:pt x="323021" y="390034"/>
                  </a:lnTo>
                  <a:lnTo>
                    <a:pt x="321693" y="386697"/>
                  </a:lnTo>
                  <a:lnTo>
                    <a:pt x="320249" y="383442"/>
                  </a:lnTo>
                  <a:lnTo>
                    <a:pt x="319118" y="382693"/>
                  </a:lnTo>
                  <a:lnTo>
                    <a:pt x="317147" y="382156"/>
                  </a:lnTo>
                  <a:lnTo>
                    <a:pt x="316106" y="382129"/>
                  </a:lnTo>
                  <a:lnTo>
                    <a:pt x="315511" y="381362"/>
                  </a:lnTo>
                  <a:lnTo>
                    <a:pt x="314930" y="379480"/>
                  </a:lnTo>
                  <a:lnTo>
                    <a:pt x="314235" y="377777"/>
                  </a:lnTo>
                  <a:lnTo>
                    <a:pt x="313346" y="375969"/>
                  </a:lnTo>
                  <a:lnTo>
                    <a:pt x="312979" y="373221"/>
                  </a:lnTo>
                  <a:lnTo>
                    <a:pt x="312612" y="372727"/>
                  </a:lnTo>
                  <a:lnTo>
                    <a:pt x="311970" y="373079"/>
                  </a:lnTo>
                  <a:lnTo>
                    <a:pt x="310894" y="372994"/>
                  </a:lnTo>
                  <a:lnTo>
                    <a:pt x="310290" y="372752"/>
                  </a:lnTo>
                  <a:lnTo>
                    <a:pt x="309390" y="372281"/>
                  </a:lnTo>
                  <a:lnTo>
                    <a:pt x="307955" y="371162"/>
                  </a:lnTo>
                  <a:lnTo>
                    <a:pt x="306820" y="370100"/>
                  </a:lnTo>
                  <a:lnTo>
                    <a:pt x="305395" y="369898"/>
                  </a:lnTo>
                  <a:lnTo>
                    <a:pt x="304569" y="370109"/>
                  </a:lnTo>
                  <a:lnTo>
                    <a:pt x="302003" y="370310"/>
                  </a:lnTo>
                  <a:lnTo>
                    <a:pt x="299874" y="369197"/>
                  </a:lnTo>
                  <a:lnTo>
                    <a:pt x="298151" y="368989"/>
                  </a:lnTo>
                  <a:lnTo>
                    <a:pt x="297091" y="369054"/>
                  </a:lnTo>
                  <a:lnTo>
                    <a:pt x="296582" y="368915"/>
                  </a:lnTo>
                  <a:lnTo>
                    <a:pt x="295710" y="368924"/>
                  </a:lnTo>
                  <a:lnTo>
                    <a:pt x="294431" y="368682"/>
                  </a:lnTo>
                  <a:lnTo>
                    <a:pt x="292718" y="366967"/>
                  </a:lnTo>
                  <a:lnTo>
                    <a:pt x="292052" y="366881"/>
                  </a:lnTo>
                  <a:lnTo>
                    <a:pt x="291629" y="366943"/>
                  </a:lnTo>
                  <a:lnTo>
                    <a:pt x="288768" y="368204"/>
                  </a:lnTo>
                  <a:lnTo>
                    <a:pt x="287448" y="368497"/>
                  </a:lnTo>
                  <a:lnTo>
                    <a:pt x="284650" y="368354"/>
                  </a:lnTo>
                  <a:lnTo>
                    <a:pt x="281901" y="368213"/>
                  </a:lnTo>
                  <a:lnTo>
                    <a:pt x="281018" y="367947"/>
                  </a:lnTo>
                  <a:lnTo>
                    <a:pt x="280530" y="368083"/>
                  </a:lnTo>
                  <a:lnTo>
                    <a:pt x="279493" y="371110"/>
                  </a:lnTo>
                  <a:lnTo>
                    <a:pt x="279050" y="371579"/>
                  </a:lnTo>
                  <a:lnTo>
                    <a:pt x="276460" y="370918"/>
                  </a:lnTo>
                  <a:lnTo>
                    <a:pt x="273398" y="368925"/>
                  </a:lnTo>
                  <a:lnTo>
                    <a:pt x="271186" y="366745"/>
                  </a:lnTo>
                  <a:lnTo>
                    <a:pt x="269308" y="364440"/>
                  </a:lnTo>
                  <a:lnTo>
                    <a:pt x="266824" y="360798"/>
                  </a:lnTo>
                  <a:lnTo>
                    <a:pt x="265336" y="358997"/>
                  </a:lnTo>
                  <a:lnTo>
                    <a:pt x="265122" y="360035"/>
                  </a:lnTo>
                  <a:lnTo>
                    <a:pt x="264728" y="360365"/>
                  </a:lnTo>
                  <a:lnTo>
                    <a:pt x="264155" y="360527"/>
                  </a:lnTo>
                  <a:lnTo>
                    <a:pt x="262838" y="360338"/>
                  </a:lnTo>
                  <a:lnTo>
                    <a:pt x="262230" y="362183"/>
                  </a:lnTo>
                  <a:lnTo>
                    <a:pt x="260620" y="363503"/>
                  </a:lnTo>
                  <a:lnTo>
                    <a:pt x="259596" y="364685"/>
                  </a:lnTo>
                  <a:lnTo>
                    <a:pt x="259060" y="366018"/>
                  </a:lnTo>
                  <a:lnTo>
                    <a:pt x="258040" y="374876"/>
                  </a:lnTo>
                  <a:lnTo>
                    <a:pt x="257768" y="378112"/>
                  </a:lnTo>
                  <a:lnTo>
                    <a:pt x="258451" y="383563"/>
                  </a:lnTo>
                  <a:lnTo>
                    <a:pt x="257669" y="383245"/>
                  </a:lnTo>
                  <a:lnTo>
                    <a:pt x="256750" y="381850"/>
                  </a:lnTo>
                  <a:lnTo>
                    <a:pt x="256432" y="380754"/>
                  </a:lnTo>
                  <a:lnTo>
                    <a:pt x="255547" y="380081"/>
                  </a:lnTo>
                  <a:lnTo>
                    <a:pt x="252319" y="379068"/>
                  </a:lnTo>
                  <a:lnTo>
                    <a:pt x="251716" y="377818"/>
                  </a:lnTo>
                  <a:lnTo>
                    <a:pt x="251337" y="376800"/>
                  </a:lnTo>
                  <a:lnTo>
                    <a:pt x="250502" y="376135"/>
                  </a:lnTo>
                  <a:lnTo>
                    <a:pt x="249320" y="375623"/>
                  </a:lnTo>
                  <a:lnTo>
                    <a:pt x="246750" y="373261"/>
                  </a:lnTo>
                  <a:lnTo>
                    <a:pt x="245654" y="373172"/>
                  </a:lnTo>
                  <a:lnTo>
                    <a:pt x="242337" y="371355"/>
                  </a:lnTo>
                  <a:lnTo>
                    <a:pt x="241796" y="371375"/>
                  </a:lnTo>
                  <a:lnTo>
                    <a:pt x="241548" y="371452"/>
                  </a:lnTo>
                  <a:lnTo>
                    <a:pt x="240260" y="372641"/>
                  </a:lnTo>
                  <a:lnTo>
                    <a:pt x="239429" y="372987"/>
                  </a:lnTo>
                  <a:lnTo>
                    <a:pt x="238542" y="372508"/>
                  </a:lnTo>
                  <a:lnTo>
                    <a:pt x="236952" y="373974"/>
                  </a:lnTo>
                  <a:lnTo>
                    <a:pt x="236094" y="375927"/>
                  </a:lnTo>
                  <a:lnTo>
                    <a:pt x="235384" y="378318"/>
                  </a:lnTo>
                  <a:lnTo>
                    <a:pt x="234703" y="379827"/>
                  </a:lnTo>
                  <a:lnTo>
                    <a:pt x="234503" y="382084"/>
                  </a:lnTo>
                  <a:lnTo>
                    <a:pt x="234027" y="383257"/>
                  </a:lnTo>
                  <a:lnTo>
                    <a:pt x="233455" y="385603"/>
                  </a:lnTo>
                  <a:lnTo>
                    <a:pt x="233455" y="386971"/>
                  </a:lnTo>
                  <a:lnTo>
                    <a:pt x="233973" y="388301"/>
                  </a:lnTo>
                  <a:lnTo>
                    <a:pt x="233142" y="389526"/>
                  </a:lnTo>
                  <a:lnTo>
                    <a:pt x="232221" y="389911"/>
                  </a:lnTo>
                  <a:lnTo>
                    <a:pt x="231747" y="390666"/>
                  </a:lnTo>
                  <a:lnTo>
                    <a:pt x="231240" y="392474"/>
                  </a:lnTo>
                  <a:lnTo>
                    <a:pt x="230767" y="394032"/>
                  </a:lnTo>
                  <a:lnTo>
                    <a:pt x="230488" y="394585"/>
                  </a:lnTo>
                  <a:lnTo>
                    <a:pt x="230064" y="394484"/>
                  </a:lnTo>
                  <a:lnTo>
                    <a:pt x="229573" y="393277"/>
                  </a:lnTo>
                  <a:lnTo>
                    <a:pt x="228870" y="393328"/>
                  </a:lnTo>
                  <a:lnTo>
                    <a:pt x="228033" y="394823"/>
                  </a:lnTo>
                  <a:lnTo>
                    <a:pt x="227043" y="397245"/>
                  </a:lnTo>
                  <a:lnTo>
                    <a:pt x="225790" y="400953"/>
                  </a:lnTo>
                  <a:lnTo>
                    <a:pt x="224486" y="402917"/>
                  </a:lnTo>
                  <a:lnTo>
                    <a:pt x="222834" y="404593"/>
                  </a:lnTo>
                  <a:lnTo>
                    <a:pt x="221640" y="405338"/>
                  </a:lnTo>
                  <a:lnTo>
                    <a:pt x="220690" y="406610"/>
                  </a:lnTo>
                  <a:lnTo>
                    <a:pt x="219112" y="409186"/>
                  </a:lnTo>
                  <a:lnTo>
                    <a:pt x="218799" y="410702"/>
                  </a:lnTo>
                  <a:lnTo>
                    <a:pt x="217654" y="411598"/>
                  </a:lnTo>
                  <a:lnTo>
                    <a:pt x="216734" y="412633"/>
                  </a:lnTo>
                  <a:lnTo>
                    <a:pt x="215882" y="414356"/>
                  </a:lnTo>
                  <a:lnTo>
                    <a:pt x="215675" y="417394"/>
                  </a:lnTo>
                  <a:lnTo>
                    <a:pt x="215132" y="419140"/>
                  </a:lnTo>
                  <a:lnTo>
                    <a:pt x="213827" y="421539"/>
                  </a:lnTo>
                  <a:lnTo>
                    <a:pt x="212730" y="423961"/>
                  </a:lnTo>
                  <a:lnTo>
                    <a:pt x="212016" y="426335"/>
                  </a:lnTo>
                  <a:lnTo>
                    <a:pt x="211259" y="428855"/>
                  </a:lnTo>
                  <a:lnTo>
                    <a:pt x="211020" y="430243"/>
                  </a:lnTo>
                  <a:lnTo>
                    <a:pt x="210994" y="432138"/>
                  </a:lnTo>
                  <a:lnTo>
                    <a:pt x="211351" y="433730"/>
                  </a:lnTo>
                  <a:lnTo>
                    <a:pt x="211418" y="435246"/>
                  </a:lnTo>
                  <a:lnTo>
                    <a:pt x="211149" y="436349"/>
                  </a:lnTo>
                  <a:lnTo>
                    <a:pt x="210409" y="436763"/>
                  </a:lnTo>
                  <a:lnTo>
                    <a:pt x="209634" y="436444"/>
                  </a:lnTo>
                  <a:lnTo>
                    <a:pt x="208450" y="435360"/>
                  </a:lnTo>
                  <a:lnTo>
                    <a:pt x="207184" y="433420"/>
                  </a:lnTo>
                  <a:lnTo>
                    <a:pt x="206723" y="432466"/>
                  </a:lnTo>
                  <a:lnTo>
                    <a:pt x="206102" y="430834"/>
                  </a:lnTo>
                  <a:lnTo>
                    <a:pt x="206192" y="429318"/>
                  </a:lnTo>
                  <a:lnTo>
                    <a:pt x="206512" y="426373"/>
                  </a:lnTo>
                  <a:lnTo>
                    <a:pt x="206731" y="424353"/>
                  </a:lnTo>
                  <a:lnTo>
                    <a:pt x="206214" y="423388"/>
                  </a:lnTo>
                  <a:lnTo>
                    <a:pt x="205833" y="422355"/>
                  </a:lnTo>
                  <a:lnTo>
                    <a:pt x="205561" y="421356"/>
                  </a:lnTo>
                  <a:lnTo>
                    <a:pt x="205026" y="419390"/>
                  </a:lnTo>
                  <a:lnTo>
                    <a:pt x="204353" y="419872"/>
                  </a:lnTo>
                  <a:lnTo>
                    <a:pt x="203770" y="420355"/>
                  </a:lnTo>
                  <a:lnTo>
                    <a:pt x="203097" y="419665"/>
                  </a:lnTo>
                  <a:lnTo>
                    <a:pt x="201106" y="419964"/>
                  </a:lnTo>
                  <a:lnTo>
                    <a:pt x="199602" y="420189"/>
                  </a:lnTo>
                  <a:lnTo>
                    <a:pt x="198193" y="420401"/>
                  </a:lnTo>
                  <a:lnTo>
                    <a:pt x="196402" y="420668"/>
                  </a:lnTo>
                  <a:lnTo>
                    <a:pt x="194244" y="420991"/>
                  </a:lnTo>
                  <a:lnTo>
                    <a:pt x="193625" y="420557"/>
                  </a:lnTo>
                  <a:lnTo>
                    <a:pt x="193239" y="419905"/>
                  </a:lnTo>
                  <a:lnTo>
                    <a:pt x="192845" y="417198"/>
                  </a:lnTo>
                  <a:lnTo>
                    <a:pt x="192620" y="414897"/>
                  </a:lnTo>
                  <a:lnTo>
                    <a:pt x="192201" y="410591"/>
                  </a:lnTo>
                  <a:lnTo>
                    <a:pt x="191921" y="407263"/>
                  </a:lnTo>
                  <a:lnTo>
                    <a:pt x="191588" y="403295"/>
                  </a:lnTo>
                  <a:lnTo>
                    <a:pt x="191368" y="398917"/>
                  </a:lnTo>
                  <a:lnTo>
                    <a:pt x="191210" y="395801"/>
                  </a:lnTo>
                  <a:lnTo>
                    <a:pt x="189577" y="395698"/>
                  </a:lnTo>
                  <a:lnTo>
                    <a:pt x="188273" y="395616"/>
                  </a:lnTo>
                  <a:lnTo>
                    <a:pt x="186508" y="395505"/>
                  </a:lnTo>
                  <a:lnTo>
                    <a:pt x="186524" y="393026"/>
                  </a:lnTo>
                  <a:lnTo>
                    <a:pt x="186543" y="389903"/>
                  </a:lnTo>
                  <a:lnTo>
                    <a:pt x="186566" y="386348"/>
                  </a:lnTo>
                  <a:lnTo>
                    <a:pt x="186895" y="381680"/>
                  </a:lnTo>
                  <a:lnTo>
                    <a:pt x="187019" y="377767"/>
                  </a:lnTo>
                  <a:lnTo>
                    <a:pt x="187171" y="372996"/>
                  </a:lnTo>
                  <a:lnTo>
                    <a:pt x="187271" y="369842"/>
                  </a:lnTo>
                  <a:lnTo>
                    <a:pt x="187381" y="366372"/>
                  </a:lnTo>
                  <a:lnTo>
                    <a:pt x="186471" y="367442"/>
                  </a:lnTo>
                  <a:lnTo>
                    <a:pt x="185465" y="368627"/>
                  </a:lnTo>
                  <a:lnTo>
                    <a:pt x="184523" y="369736"/>
                  </a:lnTo>
                  <a:lnTo>
                    <a:pt x="183875" y="366924"/>
                  </a:lnTo>
                  <a:lnTo>
                    <a:pt x="183246" y="364192"/>
                  </a:lnTo>
                  <a:lnTo>
                    <a:pt x="182289" y="360038"/>
                  </a:lnTo>
                  <a:lnTo>
                    <a:pt x="181573" y="356924"/>
                  </a:lnTo>
                  <a:lnTo>
                    <a:pt x="180326" y="355107"/>
                  </a:lnTo>
                  <a:lnTo>
                    <a:pt x="179403" y="353763"/>
                  </a:lnTo>
                  <a:lnTo>
                    <a:pt x="178446" y="351497"/>
                  </a:lnTo>
                  <a:lnTo>
                    <a:pt x="177619" y="349149"/>
                  </a:lnTo>
                  <a:lnTo>
                    <a:pt x="176833" y="346921"/>
                  </a:lnTo>
                  <a:lnTo>
                    <a:pt x="175894" y="344982"/>
                  </a:lnTo>
                  <a:lnTo>
                    <a:pt x="174994" y="345595"/>
                  </a:lnTo>
                  <a:lnTo>
                    <a:pt x="173977" y="346805"/>
                  </a:lnTo>
                  <a:lnTo>
                    <a:pt x="172997" y="347973"/>
                  </a:lnTo>
                  <a:lnTo>
                    <a:pt x="171958" y="349209"/>
                  </a:lnTo>
                  <a:lnTo>
                    <a:pt x="171449" y="349814"/>
                  </a:lnTo>
                  <a:lnTo>
                    <a:pt x="170248" y="349584"/>
                  </a:lnTo>
                  <a:lnTo>
                    <a:pt x="169196" y="349384"/>
                  </a:lnTo>
                  <a:lnTo>
                    <a:pt x="167317" y="349026"/>
                  </a:lnTo>
                  <a:lnTo>
                    <a:pt x="165729" y="348721"/>
                  </a:lnTo>
                  <a:lnTo>
                    <a:pt x="164110" y="348411"/>
                  </a:lnTo>
                  <a:lnTo>
                    <a:pt x="161852" y="347980"/>
                  </a:lnTo>
                  <a:lnTo>
                    <a:pt x="159566" y="347544"/>
                  </a:lnTo>
                  <a:lnTo>
                    <a:pt x="158034" y="348120"/>
                  </a:lnTo>
                  <a:lnTo>
                    <a:pt x="156097" y="348847"/>
                  </a:lnTo>
                  <a:lnTo>
                    <a:pt x="154061" y="349612"/>
                  </a:lnTo>
                  <a:lnTo>
                    <a:pt x="152378" y="350244"/>
                  </a:lnTo>
                  <a:lnTo>
                    <a:pt x="150249" y="351043"/>
                  </a:lnTo>
                  <a:lnTo>
                    <a:pt x="148654" y="351640"/>
                  </a:lnTo>
                  <a:lnTo>
                    <a:pt x="147868" y="351558"/>
                  </a:lnTo>
                  <a:lnTo>
                    <a:pt x="146881" y="349043"/>
                  </a:lnTo>
                  <a:lnTo>
                    <a:pt x="145301" y="345015"/>
                  </a:lnTo>
                  <a:lnTo>
                    <a:pt x="144343" y="342574"/>
                  </a:lnTo>
                  <a:lnTo>
                    <a:pt x="143404" y="340180"/>
                  </a:lnTo>
                  <a:lnTo>
                    <a:pt x="142050" y="336730"/>
                  </a:lnTo>
                  <a:lnTo>
                    <a:pt x="140958" y="334120"/>
                  </a:lnTo>
                  <a:lnTo>
                    <a:pt x="139893" y="331569"/>
                  </a:lnTo>
                  <a:lnTo>
                    <a:pt x="139281" y="329216"/>
                  </a:lnTo>
                  <a:lnTo>
                    <a:pt x="138976" y="326257"/>
                  </a:lnTo>
                  <a:lnTo>
                    <a:pt x="138424" y="324915"/>
                  </a:lnTo>
                  <a:lnTo>
                    <a:pt x="137187" y="323104"/>
                  </a:lnTo>
                  <a:lnTo>
                    <a:pt x="135859" y="321161"/>
                  </a:lnTo>
                  <a:lnTo>
                    <a:pt x="134531" y="319217"/>
                  </a:lnTo>
                  <a:lnTo>
                    <a:pt x="133202" y="317272"/>
                  </a:lnTo>
                  <a:lnTo>
                    <a:pt x="131875" y="315329"/>
                  </a:lnTo>
                  <a:lnTo>
                    <a:pt x="130546" y="313385"/>
                  </a:lnTo>
                  <a:lnTo>
                    <a:pt x="129218" y="311442"/>
                  </a:lnTo>
                  <a:lnTo>
                    <a:pt x="127890" y="309497"/>
                  </a:lnTo>
                  <a:lnTo>
                    <a:pt x="126562" y="307555"/>
                  </a:lnTo>
                  <a:lnTo>
                    <a:pt x="125234" y="305611"/>
                  </a:lnTo>
                  <a:lnTo>
                    <a:pt x="123907" y="303668"/>
                  </a:lnTo>
                  <a:lnTo>
                    <a:pt x="122577" y="301724"/>
                  </a:lnTo>
                  <a:lnTo>
                    <a:pt x="121250" y="299779"/>
                  </a:lnTo>
                  <a:lnTo>
                    <a:pt x="119922" y="297836"/>
                  </a:lnTo>
                  <a:lnTo>
                    <a:pt x="118593" y="295892"/>
                  </a:lnTo>
                  <a:lnTo>
                    <a:pt x="117266" y="293947"/>
                  </a:lnTo>
                  <a:lnTo>
                    <a:pt x="115938" y="292004"/>
                  </a:lnTo>
                  <a:lnTo>
                    <a:pt x="114845" y="290592"/>
                  </a:lnTo>
                  <a:lnTo>
                    <a:pt x="113828" y="290959"/>
                  </a:lnTo>
                  <a:lnTo>
                    <a:pt x="112306" y="291949"/>
                  </a:lnTo>
                  <a:lnTo>
                    <a:pt x="110711" y="292985"/>
                  </a:lnTo>
                  <a:lnTo>
                    <a:pt x="109132" y="294010"/>
                  </a:lnTo>
                  <a:lnTo>
                    <a:pt x="106303" y="295849"/>
                  </a:lnTo>
                  <a:lnTo>
                    <a:pt x="104482" y="297031"/>
                  </a:lnTo>
                  <a:lnTo>
                    <a:pt x="103059" y="298029"/>
                  </a:lnTo>
                  <a:lnTo>
                    <a:pt x="101544" y="299091"/>
                  </a:lnTo>
                  <a:lnTo>
                    <a:pt x="99557" y="300483"/>
                  </a:lnTo>
                  <a:lnTo>
                    <a:pt x="97893" y="301652"/>
                  </a:lnTo>
                  <a:lnTo>
                    <a:pt x="95940" y="303020"/>
                  </a:lnTo>
                  <a:lnTo>
                    <a:pt x="94213" y="304231"/>
                  </a:lnTo>
                  <a:lnTo>
                    <a:pt x="92759" y="305249"/>
                  </a:lnTo>
                  <a:lnTo>
                    <a:pt x="91246" y="306311"/>
                  </a:lnTo>
                  <a:lnTo>
                    <a:pt x="90046" y="307152"/>
                  </a:lnTo>
                  <a:lnTo>
                    <a:pt x="90047" y="313935"/>
                  </a:lnTo>
                  <a:lnTo>
                    <a:pt x="90049" y="320718"/>
                  </a:lnTo>
                  <a:lnTo>
                    <a:pt x="90050" y="327500"/>
                  </a:lnTo>
                  <a:lnTo>
                    <a:pt x="90051" y="334283"/>
                  </a:lnTo>
                  <a:lnTo>
                    <a:pt x="90052" y="341066"/>
                  </a:lnTo>
                  <a:lnTo>
                    <a:pt x="90053" y="347850"/>
                  </a:lnTo>
                  <a:lnTo>
                    <a:pt x="90053" y="354633"/>
                  </a:lnTo>
                  <a:lnTo>
                    <a:pt x="90054" y="361414"/>
                  </a:lnTo>
                  <a:lnTo>
                    <a:pt x="90055" y="368197"/>
                  </a:lnTo>
                  <a:lnTo>
                    <a:pt x="90056" y="374979"/>
                  </a:lnTo>
                  <a:lnTo>
                    <a:pt x="90057" y="381762"/>
                  </a:lnTo>
                  <a:lnTo>
                    <a:pt x="90058" y="388545"/>
                  </a:lnTo>
                  <a:lnTo>
                    <a:pt x="90059" y="395328"/>
                  </a:lnTo>
                  <a:lnTo>
                    <a:pt x="90060" y="402110"/>
                  </a:lnTo>
                  <a:lnTo>
                    <a:pt x="90062" y="408894"/>
                  </a:lnTo>
                  <a:lnTo>
                    <a:pt x="90063" y="415677"/>
                  </a:lnTo>
                  <a:lnTo>
                    <a:pt x="89654" y="415621"/>
                  </a:lnTo>
                  <a:lnTo>
                    <a:pt x="88733" y="416015"/>
                  </a:lnTo>
                  <a:lnTo>
                    <a:pt x="87190" y="416960"/>
                  </a:lnTo>
                  <a:lnTo>
                    <a:pt x="85908" y="417435"/>
                  </a:lnTo>
                  <a:lnTo>
                    <a:pt x="85348" y="417153"/>
                  </a:lnTo>
                  <a:lnTo>
                    <a:pt x="84842" y="416443"/>
                  </a:lnTo>
                  <a:lnTo>
                    <a:pt x="84400" y="414947"/>
                  </a:lnTo>
                  <a:lnTo>
                    <a:pt x="83740" y="413131"/>
                  </a:lnTo>
                  <a:lnTo>
                    <a:pt x="83066" y="411662"/>
                  </a:lnTo>
                  <a:lnTo>
                    <a:pt x="82226" y="408643"/>
                  </a:lnTo>
                  <a:lnTo>
                    <a:pt x="81645" y="406325"/>
                  </a:lnTo>
                  <a:lnTo>
                    <a:pt x="80208" y="401263"/>
                  </a:lnTo>
                  <a:lnTo>
                    <a:pt x="80009" y="399668"/>
                  </a:lnTo>
                  <a:lnTo>
                    <a:pt x="79740" y="398040"/>
                  </a:lnTo>
                  <a:lnTo>
                    <a:pt x="79261" y="396678"/>
                  </a:lnTo>
                  <a:lnTo>
                    <a:pt x="77570" y="393338"/>
                  </a:lnTo>
                  <a:lnTo>
                    <a:pt x="75598" y="390325"/>
                  </a:lnTo>
                  <a:lnTo>
                    <a:pt x="73666" y="387376"/>
                  </a:lnTo>
                  <a:lnTo>
                    <a:pt x="73119" y="386661"/>
                  </a:lnTo>
                  <a:lnTo>
                    <a:pt x="72216" y="385744"/>
                  </a:lnTo>
                  <a:lnTo>
                    <a:pt x="71102" y="385724"/>
                  </a:lnTo>
                  <a:lnTo>
                    <a:pt x="70345" y="385904"/>
                  </a:lnTo>
                  <a:lnTo>
                    <a:pt x="68027" y="386877"/>
                  </a:lnTo>
                  <a:lnTo>
                    <a:pt x="66253" y="388018"/>
                  </a:lnTo>
                  <a:lnTo>
                    <a:pt x="63843" y="389566"/>
                  </a:lnTo>
                  <a:lnTo>
                    <a:pt x="61976" y="391283"/>
                  </a:lnTo>
                  <a:lnTo>
                    <a:pt x="61559" y="391787"/>
                  </a:lnTo>
                  <a:lnTo>
                    <a:pt x="60194" y="393859"/>
                  </a:lnTo>
                  <a:lnTo>
                    <a:pt x="58525" y="397293"/>
                  </a:lnTo>
                  <a:lnTo>
                    <a:pt x="56573" y="402139"/>
                  </a:lnTo>
                  <a:lnTo>
                    <a:pt x="56320" y="399021"/>
                  </a:lnTo>
                  <a:lnTo>
                    <a:pt x="56234" y="394221"/>
                  </a:lnTo>
                  <a:lnTo>
                    <a:pt x="56268" y="392676"/>
                  </a:lnTo>
                  <a:lnTo>
                    <a:pt x="56797" y="388642"/>
                  </a:lnTo>
                  <a:lnTo>
                    <a:pt x="57336" y="385873"/>
                  </a:lnTo>
                  <a:lnTo>
                    <a:pt x="57770" y="382996"/>
                  </a:lnTo>
                  <a:lnTo>
                    <a:pt x="57963" y="379230"/>
                  </a:lnTo>
                  <a:lnTo>
                    <a:pt x="57560" y="373187"/>
                  </a:lnTo>
                  <a:lnTo>
                    <a:pt x="57113" y="371849"/>
                  </a:lnTo>
                  <a:lnTo>
                    <a:pt x="56574" y="371411"/>
                  </a:lnTo>
                  <a:lnTo>
                    <a:pt x="56000" y="371287"/>
                  </a:lnTo>
                  <a:lnTo>
                    <a:pt x="54944" y="371533"/>
                  </a:lnTo>
                  <a:lnTo>
                    <a:pt x="54450" y="372016"/>
                  </a:lnTo>
                  <a:lnTo>
                    <a:pt x="53591" y="369979"/>
                  </a:lnTo>
                  <a:lnTo>
                    <a:pt x="52552" y="369653"/>
                  </a:lnTo>
                  <a:lnTo>
                    <a:pt x="52003" y="370221"/>
                  </a:lnTo>
                  <a:lnTo>
                    <a:pt x="51448" y="370515"/>
                  </a:lnTo>
                  <a:lnTo>
                    <a:pt x="50847" y="369953"/>
                  </a:lnTo>
                  <a:lnTo>
                    <a:pt x="50327" y="368746"/>
                  </a:lnTo>
                  <a:lnTo>
                    <a:pt x="50008" y="367447"/>
                  </a:lnTo>
                  <a:lnTo>
                    <a:pt x="49760" y="365972"/>
                  </a:lnTo>
                  <a:lnTo>
                    <a:pt x="48945" y="363026"/>
                  </a:lnTo>
                  <a:lnTo>
                    <a:pt x="48134" y="361418"/>
                  </a:lnTo>
                  <a:lnTo>
                    <a:pt x="47153" y="361062"/>
                  </a:lnTo>
                  <a:lnTo>
                    <a:pt x="45556" y="361154"/>
                  </a:lnTo>
                  <a:lnTo>
                    <a:pt x="45051" y="360955"/>
                  </a:lnTo>
                  <a:lnTo>
                    <a:pt x="45022" y="359283"/>
                  </a:lnTo>
                  <a:lnTo>
                    <a:pt x="45224" y="355591"/>
                  </a:lnTo>
                  <a:lnTo>
                    <a:pt x="45229" y="353665"/>
                  </a:lnTo>
                  <a:lnTo>
                    <a:pt x="45112" y="351847"/>
                  </a:lnTo>
                  <a:lnTo>
                    <a:pt x="44847" y="350353"/>
                  </a:lnTo>
                  <a:lnTo>
                    <a:pt x="44509" y="349059"/>
                  </a:lnTo>
                  <a:lnTo>
                    <a:pt x="43554" y="346930"/>
                  </a:lnTo>
                  <a:lnTo>
                    <a:pt x="42835" y="343934"/>
                  </a:lnTo>
                  <a:lnTo>
                    <a:pt x="41633" y="337776"/>
                  </a:lnTo>
                  <a:lnTo>
                    <a:pt x="40584" y="330855"/>
                  </a:lnTo>
                  <a:lnTo>
                    <a:pt x="40122" y="329813"/>
                  </a:lnTo>
                  <a:lnTo>
                    <a:pt x="39183" y="328718"/>
                  </a:lnTo>
                  <a:lnTo>
                    <a:pt x="37133" y="327841"/>
                  </a:lnTo>
                  <a:lnTo>
                    <a:pt x="35781" y="326933"/>
                  </a:lnTo>
                  <a:lnTo>
                    <a:pt x="35247" y="326058"/>
                  </a:lnTo>
                  <a:lnTo>
                    <a:pt x="35026" y="324540"/>
                  </a:lnTo>
                  <a:lnTo>
                    <a:pt x="35029" y="322914"/>
                  </a:lnTo>
                  <a:lnTo>
                    <a:pt x="35141" y="320992"/>
                  </a:lnTo>
                  <a:lnTo>
                    <a:pt x="35457" y="319367"/>
                  </a:lnTo>
                  <a:lnTo>
                    <a:pt x="36534" y="318112"/>
                  </a:lnTo>
                  <a:lnTo>
                    <a:pt x="38870" y="317836"/>
                  </a:lnTo>
                  <a:lnTo>
                    <a:pt x="40869" y="317972"/>
                  </a:lnTo>
                  <a:lnTo>
                    <a:pt x="42681" y="320876"/>
                  </a:lnTo>
                  <a:lnTo>
                    <a:pt x="43276" y="321546"/>
                  </a:lnTo>
                  <a:lnTo>
                    <a:pt x="43914" y="321736"/>
                  </a:lnTo>
                  <a:lnTo>
                    <a:pt x="45199" y="320819"/>
                  </a:lnTo>
                  <a:lnTo>
                    <a:pt x="45832" y="320559"/>
                  </a:lnTo>
                  <a:lnTo>
                    <a:pt x="47437" y="320861"/>
                  </a:lnTo>
                  <a:lnTo>
                    <a:pt x="46958" y="319485"/>
                  </a:lnTo>
                  <a:lnTo>
                    <a:pt x="46355" y="318764"/>
                  </a:lnTo>
                  <a:lnTo>
                    <a:pt x="45733" y="318826"/>
                  </a:lnTo>
                  <a:lnTo>
                    <a:pt x="45194" y="318268"/>
                  </a:lnTo>
                  <a:lnTo>
                    <a:pt x="44309" y="315601"/>
                  </a:lnTo>
                  <a:lnTo>
                    <a:pt x="42768" y="312570"/>
                  </a:lnTo>
                  <a:lnTo>
                    <a:pt x="42410" y="311316"/>
                  </a:lnTo>
                  <a:lnTo>
                    <a:pt x="42302" y="309312"/>
                  </a:lnTo>
                  <a:lnTo>
                    <a:pt x="42599" y="307584"/>
                  </a:lnTo>
                  <a:lnTo>
                    <a:pt x="43689" y="305813"/>
                  </a:lnTo>
                  <a:lnTo>
                    <a:pt x="44614" y="303407"/>
                  </a:lnTo>
                  <a:lnTo>
                    <a:pt x="45038" y="300212"/>
                  </a:lnTo>
                  <a:lnTo>
                    <a:pt x="45417" y="298741"/>
                  </a:lnTo>
                  <a:lnTo>
                    <a:pt x="46208" y="296428"/>
                  </a:lnTo>
                  <a:lnTo>
                    <a:pt x="47399" y="296871"/>
                  </a:lnTo>
                  <a:lnTo>
                    <a:pt x="49255" y="295199"/>
                  </a:lnTo>
                  <a:lnTo>
                    <a:pt x="52294" y="295526"/>
                  </a:lnTo>
                  <a:lnTo>
                    <a:pt x="55928" y="295045"/>
                  </a:lnTo>
                  <a:lnTo>
                    <a:pt x="56930" y="295223"/>
                  </a:lnTo>
                  <a:lnTo>
                    <a:pt x="59247" y="296852"/>
                  </a:lnTo>
                  <a:lnTo>
                    <a:pt x="60581" y="297555"/>
                  </a:lnTo>
                  <a:lnTo>
                    <a:pt x="62197" y="297915"/>
                  </a:lnTo>
                  <a:lnTo>
                    <a:pt x="63365" y="297192"/>
                  </a:lnTo>
                  <a:lnTo>
                    <a:pt x="62263" y="294965"/>
                  </a:lnTo>
                  <a:lnTo>
                    <a:pt x="59877" y="292324"/>
                  </a:lnTo>
                  <a:lnTo>
                    <a:pt x="59264" y="290078"/>
                  </a:lnTo>
                  <a:lnTo>
                    <a:pt x="60357" y="283968"/>
                  </a:lnTo>
                  <a:lnTo>
                    <a:pt x="61839" y="278403"/>
                  </a:lnTo>
                  <a:lnTo>
                    <a:pt x="62739" y="271790"/>
                  </a:lnTo>
                  <a:lnTo>
                    <a:pt x="62486" y="265218"/>
                  </a:lnTo>
                  <a:lnTo>
                    <a:pt x="62054" y="263409"/>
                  </a:lnTo>
                  <a:lnTo>
                    <a:pt x="62194" y="261276"/>
                  </a:lnTo>
                  <a:lnTo>
                    <a:pt x="62712" y="259477"/>
                  </a:lnTo>
                  <a:lnTo>
                    <a:pt x="63075" y="257684"/>
                  </a:lnTo>
                  <a:lnTo>
                    <a:pt x="62761" y="255527"/>
                  </a:lnTo>
                  <a:lnTo>
                    <a:pt x="62106" y="252158"/>
                  </a:lnTo>
                  <a:lnTo>
                    <a:pt x="61771" y="251068"/>
                  </a:lnTo>
                  <a:lnTo>
                    <a:pt x="60631" y="249252"/>
                  </a:lnTo>
                  <a:lnTo>
                    <a:pt x="58340" y="249171"/>
                  </a:lnTo>
                  <a:lnTo>
                    <a:pt x="56470" y="248180"/>
                  </a:lnTo>
                  <a:lnTo>
                    <a:pt x="55866" y="248978"/>
                  </a:lnTo>
                  <a:lnTo>
                    <a:pt x="55525" y="250205"/>
                  </a:lnTo>
                  <a:lnTo>
                    <a:pt x="55097" y="251013"/>
                  </a:lnTo>
                  <a:lnTo>
                    <a:pt x="53640" y="252647"/>
                  </a:lnTo>
                  <a:lnTo>
                    <a:pt x="53154" y="252968"/>
                  </a:lnTo>
                  <a:lnTo>
                    <a:pt x="52647" y="252644"/>
                  </a:lnTo>
                  <a:lnTo>
                    <a:pt x="51932" y="250803"/>
                  </a:lnTo>
                  <a:lnTo>
                    <a:pt x="51297" y="251010"/>
                  </a:lnTo>
                  <a:lnTo>
                    <a:pt x="49369" y="249862"/>
                  </a:lnTo>
                  <a:lnTo>
                    <a:pt x="48461" y="247370"/>
                  </a:lnTo>
                  <a:lnTo>
                    <a:pt x="48126" y="247020"/>
                  </a:lnTo>
                  <a:lnTo>
                    <a:pt x="45007" y="245029"/>
                  </a:lnTo>
                  <a:lnTo>
                    <a:pt x="43923" y="244649"/>
                  </a:lnTo>
                  <a:lnTo>
                    <a:pt x="41442" y="246702"/>
                  </a:lnTo>
                  <a:lnTo>
                    <a:pt x="39642" y="249333"/>
                  </a:lnTo>
                  <a:lnTo>
                    <a:pt x="39134" y="249715"/>
                  </a:lnTo>
                  <a:lnTo>
                    <a:pt x="38202" y="251383"/>
                  </a:lnTo>
                  <a:lnTo>
                    <a:pt x="37678" y="251648"/>
                  </a:lnTo>
                  <a:lnTo>
                    <a:pt x="37138" y="251364"/>
                  </a:lnTo>
                  <a:lnTo>
                    <a:pt x="36629" y="251465"/>
                  </a:lnTo>
                  <a:lnTo>
                    <a:pt x="35542" y="253964"/>
                  </a:lnTo>
                  <a:lnTo>
                    <a:pt x="33574" y="256874"/>
                  </a:lnTo>
                  <a:lnTo>
                    <a:pt x="32596" y="258711"/>
                  </a:lnTo>
                  <a:lnTo>
                    <a:pt x="31505" y="259852"/>
                  </a:lnTo>
                  <a:lnTo>
                    <a:pt x="30296" y="260566"/>
                  </a:lnTo>
                  <a:lnTo>
                    <a:pt x="29055" y="260682"/>
                  </a:lnTo>
                  <a:lnTo>
                    <a:pt x="28602" y="261343"/>
                  </a:lnTo>
                  <a:lnTo>
                    <a:pt x="27187" y="261578"/>
                  </a:lnTo>
                  <a:lnTo>
                    <a:pt x="26324" y="262113"/>
                  </a:lnTo>
                  <a:lnTo>
                    <a:pt x="26293" y="263106"/>
                  </a:lnTo>
                  <a:lnTo>
                    <a:pt x="26465" y="265332"/>
                  </a:lnTo>
                  <a:lnTo>
                    <a:pt x="25732" y="264546"/>
                  </a:lnTo>
                  <a:lnTo>
                    <a:pt x="24961" y="266056"/>
                  </a:lnTo>
                  <a:lnTo>
                    <a:pt x="25217" y="267490"/>
                  </a:lnTo>
                  <a:lnTo>
                    <a:pt x="24756" y="267146"/>
                  </a:lnTo>
                  <a:lnTo>
                    <a:pt x="22590" y="264388"/>
                  </a:lnTo>
                  <a:lnTo>
                    <a:pt x="20814" y="262443"/>
                  </a:lnTo>
                  <a:lnTo>
                    <a:pt x="19236" y="260715"/>
                  </a:lnTo>
                  <a:lnTo>
                    <a:pt x="19004" y="260400"/>
                  </a:lnTo>
                  <a:lnTo>
                    <a:pt x="18573" y="259558"/>
                  </a:lnTo>
                  <a:lnTo>
                    <a:pt x="18265" y="258248"/>
                  </a:lnTo>
                  <a:lnTo>
                    <a:pt x="18200" y="256809"/>
                  </a:lnTo>
                  <a:lnTo>
                    <a:pt x="18356" y="255755"/>
                  </a:lnTo>
                  <a:lnTo>
                    <a:pt x="18739" y="255081"/>
                  </a:lnTo>
                  <a:lnTo>
                    <a:pt x="19189" y="254821"/>
                  </a:lnTo>
                  <a:lnTo>
                    <a:pt x="19591" y="255035"/>
                  </a:lnTo>
                  <a:lnTo>
                    <a:pt x="20038" y="255681"/>
                  </a:lnTo>
                  <a:lnTo>
                    <a:pt x="20834" y="256463"/>
                  </a:lnTo>
                  <a:lnTo>
                    <a:pt x="21865" y="256609"/>
                  </a:lnTo>
                  <a:lnTo>
                    <a:pt x="22506" y="256007"/>
                  </a:lnTo>
                  <a:lnTo>
                    <a:pt x="22593" y="254564"/>
                  </a:lnTo>
                  <a:lnTo>
                    <a:pt x="21367" y="249236"/>
                  </a:lnTo>
                  <a:lnTo>
                    <a:pt x="20238" y="244935"/>
                  </a:lnTo>
                  <a:lnTo>
                    <a:pt x="19145" y="240153"/>
                  </a:lnTo>
                  <a:lnTo>
                    <a:pt x="18682" y="238419"/>
                  </a:lnTo>
                  <a:lnTo>
                    <a:pt x="17342" y="234415"/>
                  </a:lnTo>
                  <a:lnTo>
                    <a:pt x="16021" y="230472"/>
                  </a:lnTo>
                  <a:lnTo>
                    <a:pt x="14976" y="226960"/>
                  </a:lnTo>
                  <a:lnTo>
                    <a:pt x="14427" y="225878"/>
                  </a:lnTo>
                  <a:lnTo>
                    <a:pt x="12742" y="225426"/>
                  </a:lnTo>
                  <a:lnTo>
                    <a:pt x="9527" y="224561"/>
                  </a:lnTo>
                  <a:lnTo>
                    <a:pt x="8390" y="224149"/>
                  </a:lnTo>
                  <a:lnTo>
                    <a:pt x="7480" y="225191"/>
                  </a:lnTo>
                  <a:lnTo>
                    <a:pt x="6568" y="226011"/>
                  </a:lnTo>
                  <a:lnTo>
                    <a:pt x="5699" y="224487"/>
                  </a:lnTo>
                  <a:lnTo>
                    <a:pt x="5014" y="221997"/>
                  </a:lnTo>
                  <a:lnTo>
                    <a:pt x="4653" y="219900"/>
                  </a:lnTo>
                  <a:lnTo>
                    <a:pt x="4829" y="217761"/>
                  </a:lnTo>
                  <a:lnTo>
                    <a:pt x="4901" y="214602"/>
                  </a:lnTo>
                  <a:lnTo>
                    <a:pt x="4378" y="211486"/>
                  </a:lnTo>
                  <a:lnTo>
                    <a:pt x="3798" y="209949"/>
                  </a:lnTo>
                  <a:lnTo>
                    <a:pt x="2345" y="208793"/>
                  </a:lnTo>
                  <a:lnTo>
                    <a:pt x="497" y="206173"/>
                  </a:lnTo>
                  <a:lnTo>
                    <a:pt x="0" y="201398"/>
                  </a:lnTo>
                  <a:lnTo>
                    <a:pt x="898" y="194551"/>
                  </a:lnTo>
                  <a:lnTo>
                    <a:pt x="2343" y="189704"/>
                  </a:lnTo>
                  <a:lnTo>
                    <a:pt x="3393" y="187673"/>
                  </a:lnTo>
                  <a:lnTo>
                    <a:pt x="3894" y="185900"/>
                  </a:lnTo>
                  <a:lnTo>
                    <a:pt x="4058" y="184365"/>
                  </a:lnTo>
                  <a:lnTo>
                    <a:pt x="3931" y="182899"/>
                  </a:lnTo>
                  <a:lnTo>
                    <a:pt x="3309" y="181342"/>
                  </a:lnTo>
                  <a:lnTo>
                    <a:pt x="2343" y="179827"/>
                  </a:lnTo>
                  <a:lnTo>
                    <a:pt x="1854" y="177959"/>
                  </a:lnTo>
                  <a:lnTo>
                    <a:pt x="2057" y="173965"/>
                  </a:lnTo>
                  <a:lnTo>
                    <a:pt x="2695" y="168211"/>
                  </a:lnTo>
                  <a:lnTo>
                    <a:pt x="3680" y="163609"/>
                  </a:lnTo>
                  <a:lnTo>
                    <a:pt x="5003" y="161058"/>
                  </a:lnTo>
                  <a:lnTo>
                    <a:pt x="6144" y="159231"/>
                  </a:lnTo>
                  <a:lnTo>
                    <a:pt x="6595" y="157528"/>
                  </a:lnTo>
                  <a:lnTo>
                    <a:pt x="6618" y="155113"/>
                  </a:lnTo>
                  <a:lnTo>
                    <a:pt x="6590" y="152831"/>
                  </a:lnTo>
                  <a:lnTo>
                    <a:pt x="6895" y="151174"/>
                  </a:lnTo>
                  <a:lnTo>
                    <a:pt x="7375" y="149857"/>
                  </a:lnTo>
                  <a:lnTo>
                    <a:pt x="7883" y="148680"/>
                  </a:lnTo>
                  <a:lnTo>
                    <a:pt x="8598" y="147357"/>
                  </a:lnTo>
                  <a:lnTo>
                    <a:pt x="9521" y="147036"/>
                  </a:lnTo>
                  <a:lnTo>
                    <a:pt x="10542" y="148088"/>
                  </a:lnTo>
                  <a:lnTo>
                    <a:pt x="11925" y="150915"/>
                  </a:lnTo>
                  <a:lnTo>
                    <a:pt x="13954" y="156491"/>
                  </a:lnTo>
                  <a:lnTo>
                    <a:pt x="15114" y="160143"/>
                  </a:lnTo>
                  <a:lnTo>
                    <a:pt x="15532" y="161268"/>
                  </a:lnTo>
                  <a:lnTo>
                    <a:pt x="16591" y="163445"/>
                  </a:lnTo>
                  <a:lnTo>
                    <a:pt x="17545" y="164324"/>
                  </a:lnTo>
                  <a:lnTo>
                    <a:pt x="19139" y="162959"/>
                  </a:lnTo>
                  <a:lnTo>
                    <a:pt x="20667" y="161375"/>
                  </a:lnTo>
                  <a:lnTo>
                    <a:pt x="21160" y="160368"/>
                  </a:lnTo>
                  <a:lnTo>
                    <a:pt x="21477" y="158869"/>
                  </a:lnTo>
                  <a:lnTo>
                    <a:pt x="21234" y="156306"/>
                  </a:lnTo>
                  <a:lnTo>
                    <a:pt x="20915" y="154634"/>
                  </a:lnTo>
                  <a:lnTo>
                    <a:pt x="20575" y="152506"/>
                  </a:lnTo>
                  <a:lnTo>
                    <a:pt x="20105" y="148804"/>
                  </a:lnTo>
                  <a:lnTo>
                    <a:pt x="19773" y="142995"/>
                  </a:lnTo>
                  <a:lnTo>
                    <a:pt x="19380" y="141152"/>
                  </a:lnTo>
                  <a:lnTo>
                    <a:pt x="19669" y="140940"/>
                  </a:lnTo>
                  <a:lnTo>
                    <a:pt x="20434" y="141324"/>
                  </a:lnTo>
                  <a:lnTo>
                    <a:pt x="21142" y="141489"/>
                  </a:lnTo>
                  <a:lnTo>
                    <a:pt x="22155" y="140210"/>
                  </a:lnTo>
                  <a:lnTo>
                    <a:pt x="23548" y="137802"/>
                  </a:lnTo>
                  <a:lnTo>
                    <a:pt x="26093" y="134090"/>
                  </a:lnTo>
                  <a:lnTo>
                    <a:pt x="26632" y="131639"/>
                  </a:lnTo>
                  <a:lnTo>
                    <a:pt x="27066" y="128910"/>
                  </a:lnTo>
                  <a:lnTo>
                    <a:pt x="27772" y="127238"/>
                  </a:lnTo>
                  <a:lnTo>
                    <a:pt x="29390" y="126685"/>
                  </a:lnTo>
                  <a:lnTo>
                    <a:pt x="30889" y="125811"/>
                  </a:lnTo>
                  <a:lnTo>
                    <a:pt x="31947" y="123882"/>
                  </a:lnTo>
                  <a:lnTo>
                    <a:pt x="33606" y="122185"/>
                  </a:lnTo>
                  <a:lnTo>
                    <a:pt x="34971" y="121153"/>
                  </a:lnTo>
                  <a:lnTo>
                    <a:pt x="35571" y="120206"/>
                  </a:lnTo>
                  <a:lnTo>
                    <a:pt x="35998" y="118783"/>
                  </a:lnTo>
                  <a:lnTo>
                    <a:pt x="37561" y="114768"/>
                  </a:lnTo>
                  <a:lnTo>
                    <a:pt x="38788" y="112299"/>
                  </a:lnTo>
                  <a:lnTo>
                    <a:pt x="39867" y="109758"/>
                  </a:lnTo>
                  <a:lnTo>
                    <a:pt x="40230" y="108161"/>
                  </a:lnTo>
                  <a:lnTo>
                    <a:pt x="41081" y="108457"/>
                  </a:lnTo>
                  <a:lnTo>
                    <a:pt x="42383" y="109566"/>
                  </a:lnTo>
                  <a:lnTo>
                    <a:pt x="43783" y="110576"/>
                  </a:lnTo>
                  <a:lnTo>
                    <a:pt x="44806" y="112142"/>
                  </a:lnTo>
                  <a:lnTo>
                    <a:pt x="45006" y="113746"/>
                  </a:lnTo>
                  <a:lnTo>
                    <a:pt x="45106" y="115010"/>
                  </a:lnTo>
                  <a:lnTo>
                    <a:pt x="45524" y="115662"/>
                  </a:lnTo>
                  <a:lnTo>
                    <a:pt x="46018" y="115782"/>
                  </a:lnTo>
                  <a:lnTo>
                    <a:pt x="46763" y="115464"/>
                  </a:lnTo>
                  <a:lnTo>
                    <a:pt x="48067" y="115407"/>
                  </a:lnTo>
                  <a:lnTo>
                    <a:pt x="49666" y="113330"/>
                  </a:lnTo>
                  <a:lnTo>
                    <a:pt x="51894" y="109830"/>
                  </a:lnTo>
                  <a:lnTo>
                    <a:pt x="53932" y="108747"/>
                  </a:lnTo>
                  <a:lnTo>
                    <a:pt x="55008" y="109576"/>
                  </a:lnTo>
                  <a:lnTo>
                    <a:pt x="55892" y="112149"/>
                  </a:lnTo>
                  <a:lnTo>
                    <a:pt x="56595" y="114574"/>
                  </a:lnTo>
                  <a:lnTo>
                    <a:pt x="57316" y="115476"/>
                  </a:lnTo>
                  <a:lnTo>
                    <a:pt x="57764" y="115502"/>
                  </a:lnTo>
                  <a:lnTo>
                    <a:pt x="57931" y="115538"/>
                  </a:lnTo>
                  <a:lnTo>
                    <a:pt x="58892" y="114995"/>
                  </a:lnTo>
                  <a:lnTo>
                    <a:pt x="59713" y="115094"/>
                  </a:lnTo>
                  <a:lnTo>
                    <a:pt x="60503" y="115910"/>
                  </a:lnTo>
                  <a:lnTo>
                    <a:pt x="61808" y="116006"/>
                  </a:lnTo>
                  <a:lnTo>
                    <a:pt x="63624" y="115378"/>
                  </a:lnTo>
                  <a:lnTo>
                    <a:pt x="63816" y="115122"/>
                  </a:lnTo>
                  <a:lnTo>
                    <a:pt x="64689" y="115454"/>
                  </a:lnTo>
                  <a:lnTo>
                    <a:pt x="65752" y="116573"/>
                  </a:lnTo>
                  <a:lnTo>
                    <a:pt x="66579" y="117901"/>
                  </a:lnTo>
                  <a:lnTo>
                    <a:pt x="68054" y="122267"/>
                  </a:lnTo>
                  <a:lnTo>
                    <a:pt x="68903" y="123393"/>
                  </a:lnTo>
                  <a:lnTo>
                    <a:pt x="70637" y="124945"/>
                  </a:lnTo>
                  <a:lnTo>
                    <a:pt x="71451" y="126304"/>
                  </a:lnTo>
                  <a:lnTo>
                    <a:pt x="72396" y="128503"/>
                  </a:lnTo>
                  <a:lnTo>
                    <a:pt x="72890" y="129835"/>
                  </a:lnTo>
                  <a:lnTo>
                    <a:pt x="73916" y="132247"/>
                  </a:lnTo>
                  <a:lnTo>
                    <a:pt x="75104" y="136199"/>
                  </a:lnTo>
                  <a:lnTo>
                    <a:pt x="75315" y="139343"/>
                  </a:lnTo>
                  <a:lnTo>
                    <a:pt x="75585" y="142007"/>
                  </a:lnTo>
                  <a:lnTo>
                    <a:pt x="76026" y="143266"/>
                  </a:lnTo>
                  <a:lnTo>
                    <a:pt x="76391" y="143425"/>
                  </a:lnTo>
                  <a:lnTo>
                    <a:pt x="76784" y="142985"/>
                  </a:lnTo>
                  <a:lnTo>
                    <a:pt x="77168" y="141776"/>
                  </a:lnTo>
                  <a:lnTo>
                    <a:pt x="77301" y="139750"/>
                  </a:lnTo>
                  <a:lnTo>
                    <a:pt x="77185" y="136178"/>
                  </a:lnTo>
                  <a:lnTo>
                    <a:pt x="76881" y="133257"/>
                  </a:lnTo>
                  <a:lnTo>
                    <a:pt x="76490" y="132329"/>
                  </a:lnTo>
                  <a:lnTo>
                    <a:pt x="76302" y="131302"/>
                  </a:lnTo>
                  <a:lnTo>
                    <a:pt x="76561" y="129997"/>
                  </a:lnTo>
                  <a:lnTo>
                    <a:pt x="77221" y="129366"/>
                  </a:lnTo>
                  <a:lnTo>
                    <a:pt x="78043" y="129764"/>
                  </a:lnTo>
                  <a:lnTo>
                    <a:pt x="79397" y="131441"/>
                  </a:lnTo>
                  <a:lnTo>
                    <a:pt x="80809" y="133556"/>
                  </a:lnTo>
                  <a:lnTo>
                    <a:pt x="82543" y="137251"/>
                  </a:lnTo>
                  <a:lnTo>
                    <a:pt x="84138" y="139599"/>
                  </a:lnTo>
                  <a:lnTo>
                    <a:pt x="85879" y="141474"/>
                  </a:lnTo>
                  <a:lnTo>
                    <a:pt x="87263" y="142034"/>
                  </a:lnTo>
                  <a:lnTo>
                    <a:pt x="88334" y="141467"/>
                  </a:lnTo>
                  <a:lnTo>
                    <a:pt x="89599" y="139939"/>
                  </a:lnTo>
                  <a:lnTo>
                    <a:pt x="90758" y="138173"/>
                  </a:lnTo>
                  <a:lnTo>
                    <a:pt x="91284" y="136319"/>
                  </a:lnTo>
                  <a:lnTo>
                    <a:pt x="91664" y="134299"/>
                  </a:lnTo>
                  <a:lnTo>
                    <a:pt x="93410" y="131597"/>
                  </a:lnTo>
                  <a:lnTo>
                    <a:pt x="95004" y="129131"/>
                  </a:lnTo>
                  <a:lnTo>
                    <a:pt x="95730" y="129575"/>
                  </a:lnTo>
                  <a:lnTo>
                    <a:pt x="96242" y="130273"/>
                  </a:lnTo>
                  <a:lnTo>
                    <a:pt x="97878" y="128775"/>
                  </a:lnTo>
                  <a:lnTo>
                    <a:pt x="98448" y="128362"/>
                  </a:lnTo>
                  <a:lnTo>
                    <a:pt x="100006" y="127782"/>
                  </a:lnTo>
                  <a:lnTo>
                    <a:pt x="101614" y="128643"/>
                  </a:lnTo>
                  <a:lnTo>
                    <a:pt x="102898" y="131288"/>
                  </a:lnTo>
                  <a:lnTo>
                    <a:pt x="104144" y="132992"/>
                  </a:lnTo>
                  <a:lnTo>
                    <a:pt x="105256" y="132794"/>
                  </a:lnTo>
                  <a:lnTo>
                    <a:pt x="106179" y="131920"/>
                  </a:lnTo>
                  <a:lnTo>
                    <a:pt x="106786" y="130271"/>
                  </a:lnTo>
                  <a:lnTo>
                    <a:pt x="107246" y="128323"/>
                  </a:lnTo>
                  <a:lnTo>
                    <a:pt x="107958" y="127000"/>
                  </a:lnTo>
                  <a:lnTo>
                    <a:pt x="109941" y="127674"/>
                  </a:lnTo>
                  <a:lnTo>
                    <a:pt x="111187" y="127573"/>
                  </a:lnTo>
                  <a:lnTo>
                    <a:pt x="111319" y="127293"/>
                  </a:lnTo>
                  <a:lnTo>
                    <a:pt x="112960" y="127822"/>
                  </a:lnTo>
                  <a:lnTo>
                    <a:pt x="114770" y="130564"/>
                  </a:lnTo>
                  <a:lnTo>
                    <a:pt x="115896" y="133599"/>
                  </a:lnTo>
                  <a:lnTo>
                    <a:pt x="117333" y="137473"/>
                  </a:lnTo>
                  <a:lnTo>
                    <a:pt x="118003" y="138737"/>
                  </a:lnTo>
                  <a:lnTo>
                    <a:pt x="118975" y="139278"/>
                  </a:lnTo>
                  <a:lnTo>
                    <a:pt x="119739" y="139512"/>
                  </a:lnTo>
                  <a:lnTo>
                    <a:pt x="120764" y="140112"/>
                  </a:lnTo>
                  <a:lnTo>
                    <a:pt x="123469" y="140924"/>
                  </a:lnTo>
                  <a:lnTo>
                    <a:pt x="123881" y="141401"/>
                  </a:lnTo>
                  <a:lnTo>
                    <a:pt x="124158" y="142035"/>
                  </a:lnTo>
                  <a:lnTo>
                    <a:pt x="123907" y="144155"/>
                  </a:lnTo>
                  <a:lnTo>
                    <a:pt x="124149" y="144693"/>
                  </a:lnTo>
                  <a:lnTo>
                    <a:pt x="126342" y="143184"/>
                  </a:lnTo>
                  <a:lnTo>
                    <a:pt x="126931" y="142059"/>
                  </a:lnTo>
                  <a:lnTo>
                    <a:pt x="127656" y="138863"/>
                  </a:lnTo>
                  <a:lnTo>
                    <a:pt x="128303" y="135639"/>
                  </a:lnTo>
                  <a:lnTo>
                    <a:pt x="128785" y="134445"/>
                  </a:lnTo>
                  <a:lnTo>
                    <a:pt x="129298" y="134132"/>
                  </a:lnTo>
                  <a:lnTo>
                    <a:pt x="129812" y="134608"/>
                  </a:lnTo>
                  <a:lnTo>
                    <a:pt x="130529" y="136511"/>
                  </a:lnTo>
                  <a:lnTo>
                    <a:pt x="131504" y="138450"/>
                  </a:lnTo>
                  <a:lnTo>
                    <a:pt x="132818" y="139189"/>
                  </a:lnTo>
                  <a:lnTo>
                    <a:pt x="133623" y="139483"/>
                  </a:lnTo>
                  <a:lnTo>
                    <a:pt x="134868" y="139645"/>
                  </a:lnTo>
                  <a:lnTo>
                    <a:pt x="137793" y="138705"/>
                  </a:lnTo>
                  <a:lnTo>
                    <a:pt x="140529" y="136362"/>
                  </a:lnTo>
                  <a:lnTo>
                    <a:pt x="142092" y="133814"/>
                  </a:lnTo>
                  <a:lnTo>
                    <a:pt x="142819" y="129997"/>
                  </a:lnTo>
                  <a:lnTo>
                    <a:pt x="143272" y="125659"/>
                  </a:lnTo>
                  <a:lnTo>
                    <a:pt x="143973" y="122921"/>
                  </a:lnTo>
                  <a:lnTo>
                    <a:pt x="143681" y="120116"/>
                  </a:lnTo>
                  <a:lnTo>
                    <a:pt x="142302" y="117453"/>
                  </a:lnTo>
                  <a:lnTo>
                    <a:pt x="141839" y="116650"/>
                  </a:lnTo>
                  <a:lnTo>
                    <a:pt x="138491" y="115159"/>
                  </a:lnTo>
                  <a:lnTo>
                    <a:pt x="138284" y="114085"/>
                  </a:lnTo>
                  <a:lnTo>
                    <a:pt x="138094" y="113838"/>
                  </a:lnTo>
                  <a:lnTo>
                    <a:pt x="134795" y="111478"/>
                  </a:lnTo>
                  <a:lnTo>
                    <a:pt x="133202" y="110466"/>
                  </a:lnTo>
                  <a:lnTo>
                    <a:pt x="132756" y="108908"/>
                  </a:lnTo>
                  <a:lnTo>
                    <a:pt x="132460" y="106867"/>
                  </a:lnTo>
                  <a:lnTo>
                    <a:pt x="131430" y="105046"/>
                  </a:lnTo>
                  <a:lnTo>
                    <a:pt x="129383" y="103391"/>
                  </a:lnTo>
                  <a:lnTo>
                    <a:pt x="129025" y="102131"/>
                  </a:lnTo>
                  <a:lnTo>
                    <a:pt x="129364" y="100854"/>
                  </a:lnTo>
                  <a:lnTo>
                    <a:pt x="130981" y="99435"/>
                  </a:lnTo>
                  <a:lnTo>
                    <a:pt x="132825" y="96448"/>
                  </a:lnTo>
                  <a:lnTo>
                    <a:pt x="133535" y="95835"/>
                  </a:lnTo>
                  <a:lnTo>
                    <a:pt x="135179" y="95702"/>
                  </a:lnTo>
                  <a:lnTo>
                    <a:pt x="136698" y="93262"/>
                  </a:lnTo>
                  <a:lnTo>
                    <a:pt x="137748" y="91868"/>
                  </a:lnTo>
                  <a:lnTo>
                    <a:pt x="138295" y="90205"/>
                  </a:lnTo>
                  <a:lnTo>
                    <a:pt x="138151" y="88494"/>
                  </a:lnTo>
                  <a:lnTo>
                    <a:pt x="136630" y="83321"/>
                  </a:lnTo>
                  <a:lnTo>
                    <a:pt x="136179" y="80190"/>
                  </a:lnTo>
                  <a:lnTo>
                    <a:pt x="136448" y="78153"/>
                  </a:lnTo>
                  <a:lnTo>
                    <a:pt x="137322" y="75945"/>
                  </a:lnTo>
                  <a:lnTo>
                    <a:pt x="137817" y="74742"/>
                  </a:lnTo>
                  <a:lnTo>
                    <a:pt x="138411" y="72579"/>
                  </a:lnTo>
                  <a:lnTo>
                    <a:pt x="138804" y="71424"/>
                  </a:lnTo>
                  <a:lnTo>
                    <a:pt x="140337" y="70933"/>
                  </a:lnTo>
                  <a:lnTo>
                    <a:pt x="142201" y="70728"/>
                  </a:lnTo>
                  <a:lnTo>
                    <a:pt x="143478" y="71245"/>
                  </a:lnTo>
                  <a:lnTo>
                    <a:pt x="145264" y="71515"/>
                  </a:lnTo>
                  <a:lnTo>
                    <a:pt x="146891" y="71913"/>
                  </a:lnTo>
                  <a:lnTo>
                    <a:pt x="147714" y="72272"/>
                  </a:lnTo>
                  <a:lnTo>
                    <a:pt x="148318" y="71611"/>
                  </a:lnTo>
                  <a:lnTo>
                    <a:pt x="148757" y="70450"/>
                  </a:lnTo>
                  <a:lnTo>
                    <a:pt x="148741" y="68913"/>
                  </a:lnTo>
                  <a:lnTo>
                    <a:pt x="148103" y="67423"/>
                  </a:lnTo>
                  <a:lnTo>
                    <a:pt x="145714" y="65471"/>
                  </a:lnTo>
                  <a:lnTo>
                    <a:pt x="144692" y="63859"/>
                  </a:lnTo>
                  <a:lnTo>
                    <a:pt x="143887" y="64036"/>
                  </a:lnTo>
                  <a:lnTo>
                    <a:pt x="142547" y="63536"/>
                  </a:lnTo>
                  <a:lnTo>
                    <a:pt x="141337" y="62478"/>
                  </a:lnTo>
                  <a:lnTo>
                    <a:pt x="140263" y="62125"/>
                  </a:lnTo>
                  <a:lnTo>
                    <a:pt x="139913" y="60659"/>
                  </a:lnTo>
                  <a:lnTo>
                    <a:pt x="140136" y="58607"/>
                  </a:lnTo>
                  <a:lnTo>
                    <a:pt x="140549" y="57434"/>
                  </a:lnTo>
                  <a:lnTo>
                    <a:pt x="141344" y="56848"/>
                  </a:lnTo>
                  <a:lnTo>
                    <a:pt x="142203" y="57141"/>
                  </a:lnTo>
                  <a:lnTo>
                    <a:pt x="143141" y="56288"/>
                  </a:lnTo>
                  <a:lnTo>
                    <a:pt x="143410" y="55789"/>
                  </a:lnTo>
                  <a:lnTo>
                    <a:pt x="143491" y="55147"/>
                  </a:lnTo>
                  <a:lnTo>
                    <a:pt x="143339" y="54225"/>
                  </a:lnTo>
                  <a:lnTo>
                    <a:pt x="142906" y="53463"/>
                  </a:lnTo>
                  <a:lnTo>
                    <a:pt x="142289" y="53263"/>
                  </a:lnTo>
                  <a:lnTo>
                    <a:pt x="141579" y="53909"/>
                  </a:lnTo>
                  <a:lnTo>
                    <a:pt x="140732" y="54329"/>
                  </a:lnTo>
                  <a:lnTo>
                    <a:pt x="139295" y="53380"/>
                  </a:lnTo>
                  <a:lnTo>
                    <a:pt x="138151" y="52238"/>
                  </a:lnTo>
                  <a:lnTo>
                    <a:pt x="138209" y="51184"/>
                  </a:lnTo>
                  <a:lnTo>
                    <a:pt x="139055" y="49617"/>
                  </a:lnTo>
                  <a:lnTo>
                    <a:pt x="139436" y="48346"/>
                  </a:lnTo>
                  <a:lnTo>
                    <a:pt x="139436" y="46587"/>
                  </a:lnTo>
                  <a:lnTo>
                    <a:pt x="139436" y="44534"/>
                  </a:lnTo>
                  <a:lnTo>
                    <a:pt x="139730" y="42130"/>
                  </a:lnTo>
                  <a:lnTo>
                    <a:pt x="140569" y="40485"/>
                  </a:lnTo>
                  <a:lnTo>
                    <a:pt x="141556" y="39605"/>
                  </a:lnTo>
                  <a:lnTo>
                    <a:pt x="144098" y="41211"/>
                  </a:lnTo>
                  <a:lnTo>
                    <a:pt x="147276" y="42642"/>
                  </a:lnTo>
                  <a:lnTo>
                    <a:pt x="147824" y="42409"/>
                  </a:lnTo>
                  <a:lnTo>
                    <a:pt x="147984" y="41654"/>
                  </a:lnTo>
                  <a:lnTo>
                    <a:pt x="148348" y="40983"/>
                  </a:lnTo>
                  <a:lnTo>
                    <a:pt x="152759" y="40671"/>
                  </a:lnTo>
                  <a:lnTo>
                    <a:pt x="153617" y="39748"/>
                  </a:lnTo>
                  <a:lnTo>
                    <a:pt x="154044" y="39013"/>
                  </a:lnTo>
                  <a:lnTo>
                    <a:pt x="158286" y="37952"/>
                  </a:lnTo>
                  <a:lnTo>
                    <a:pt x="158792" y="36946"/>
                  </a:lnTo>
                  <a:lnTo>
                    <a:pt x="159414" y="36007"/>
                  </a:lnTo>
                  <a:lnTo>
                    <a:pt x="160389" y="36024"/>
                  </a:lnTo>
                  <a:lnTo>
                    <a:pt x="161552" y="35647"/>
                  </a:lnTo>
                  <a:lnTo>
                    <a:pt x="163171" y="34503"/>
                  </a:lnTo>
                  <a:lnTo>
                    <a:pt x="164318" y="33874"/>
                  </a:lnTo>
                  <a:lnTo>
                    <a:pt x="164509" y="33821"/>
                  </a:lnTo>
                  <a:lnTo>
                    <a:pt x="165719" y="34073"/>
                  </a:lnTo>
                  <a:lnTo>
                    <a:pt x="167227" y="33169"/>
                  </a:lnTo>
                  <a:lnTo>
                    <a:pt x="167549" y="32795"/>
                  </a:lnTo>
                  <a:lnTo>
                    <a:pt x="167794" y="32110"/>
                  </a:lnTo>
                  <a:lnTo>
                    <a:pt x="169106" y="30795"/>
                  </a:lnTo>
                  <a:lnTo>
                    <a:pt x="171623" y="29709"/>
                  </a:lnTo>
                  <a:lnTo>
                    <a:pt x="172237" y="30359"/>
                  </a:lnTo>
                  <a:lnTo>
                    <a:pt x="173437" y="30652"/>
                  </a:lnTo>
                  <a:lnTo>
                    <a:pt x="174969" y="30170"/>
                  </a:lnTo>
                  <a:lnTo>
                    <a:pt x="176099" y="29341"/>
                  </a:lnTo>
                  <a:lnTo>
                    <a:pt x="176759" y="30165"/>
                  </a:lnTo>
                  <a:lnTo>
                    <a:pt x="177652" y="31009"/>
                  </a:lnTo>
                  <a:lnTo>
                    <a:pt x="178320" y="30293"/>
                  </a:lnTo>
                  <a:lnTo>
                    <a:pt x="178650" y="28026"/>
                  </a:lnTo>
                  <a:lnTo>
                    <a:pt x="179085" y="25812"/>
                  </a:lnTo>
                  <a:lnTo>
                    <a:pt x="179840" y="24763"/>
                  </a:lnTo>
                  <a:lnTo>
                    <a:pt x="180438" y="24382"/>
                  </a:lnTo>
                  <a:lnTo>
                    <a:pt x="180979" y="23529"/>
                  </a:lnTo>
                  <a:lnTo>
                    <a:pt x="181388" y="22643"/>
                  </a:lnTo>
                  <a:lnTo>
                    <a:pt x="183607" y="22779"/>
                  </a:lnTo>
                  <a:lnTo>
                    <a:pt x="185592" y="20574"/>
                  </a:lnTo>
                  <a:lnTo>
                    <a:pt x="185981" y="21573"/>
                  </a:lnTo>
                  <a:lnTo>
                    <a:pt x="188557" y="21340"/>
                  </a:lnTo>
                  <a:lnTo>
                    <a:pt x="191756" y="19921"/>
                  </a:lnTo>
                  <a:lnTo>
                    <a:pt x="193670" y="19257"/>
                  </a:lnTo>
                  <a:lnTo>
                    <a:pt x="196975" y="17771"/>
                  </a:lnTo>
                  <a:lnTo>
                    <a:pt x="198504" y="16570"/>
                  </a:lnTo>
                  <a:lnTo>
                    <a:pt x="200689" y="15811"/>
                  </a:lnTo>
                  <a:lnTo>
                    <a:pt x="202696" y="15282"/>
                  </a:lnTo>
                  <a:lnTo>
                    <a:pt x="204008" y="13180"/>
                  </a:lnTo>
                  <a:lnTo>
                    <a:pt x="205066" y="12880"/>
                  </a:lnTo>
                  <a:lnTo>
                    <a:pt x="206353" y="12706"/>
                  </a:lnTo>
                  <a:lnTo>
                    <a:pt x="207142" y="12200"/>
                  </a:lnTo>
                  <a:lnTo>
                    <a:pt x="207657" y="11422"/>
                  </a:lnTo>
                  <a:lnTo>
                    <a:pt x="207990" y="9962"/>
                  </a:lnTo>
                  <a:lnTo>
                    <a:pt x="207810" y="8107"/>
                  </a:lnTo>
                  <a:lnTo>
                    <a:pt x="207626" y="6756"/>
                  </a:lnTo>
                  <a:lnTo>
                    <a:pt x="208547" y="6000"/>
                  </a:lnTo>
                  <a:lnTo>
                    <a:pt x="209859" y="5766"/>
                  </a:lnTo>
                  <a:lnTo>
                    <a:pt x="210689" y="5459"/>
                  </a:lnTo>
                  <a:lnTo>
                    <a:pt x="212497" y="2396"/>
                  </a:lnTo>
                  <a:lnTo>
                    <a:pt x="213748" y="923"/>
                  </a:lnTo>
                  <a:lnTo>
                    <a:pt x="215039" y="0"/>
                  </a:lnTo>
                  <a:lnTo>
                    <a:pt x="217632" y="504"/>
                  </a:lnTo>
                  <a:lnTo>
                    <a:pt x="219999" y="966"/>
                  </a:lnTo>
                  <a:lnTo>
                    <a:pt x="222374" y="2429"/>
                  </a:lnTo>
                  <a:lnTo>
                    <a:pt x="223623" y="4253"/>
                  </a:lnTo>
                  <a:lnTo>
                    <a:pt x="224695" y="5629"/>
                  </a:lnTo>
                  <a:lnTo>
                    <a:pt x="225711" y="6289"/>
                  </a:lnTo>
                  <a:lnTo>
                    <a:pt x="226625" y="6711"/>
                  </a:lnTo>
                  <a:lnTo>
                    <a:pt x="227691" y="6087"/>
                  </a:lnTo>
                  <a:lnTo>
                    <a:pt x="228442" y="5240"/>
                  </a:lnTo>
                  <a:lnTo>
                    <a:pt x="228882" y="4031"/>
                  </a:lnTo>
                  <a:lnTo>
                    <a:pt x="229546" y="3168"/>
                  </a:lnTo>
                  <a:lnTo>
                    <a:pt x="231967" y="2494"/>
                  </a:lnTo>
                  <a:lnTo>
                    <a:pt x="232469" y="3795"/>
                  </a:lnTo>
                  <a:lnTo>
                    <a:pt x="233621" y="7730"/>
                  </a:lnTo>
                  <a:lnTo>
                    <a:pt x="234406" y="12975"/>
                  </a:lnTo>
                  <a:lnTo>
                    <a:pt x="235699" y="19932"/>
                  </a:lnTo>
                  <a:lnTo>
                    <a:pt x="236268" y="23352"/>
                  </a:lnTo>
                  <a:lnTo>
                    <a:pt x="236015" y="25145"/>
                  </a:lnTo>
                  <a:lnTo>
                    <a:pt x="236021" y="27604"/>
                  </a:lnTo>
                  <a:lnTo>
                    <a:pt x="235947" y="30303"/>
                  </a:lnTo>
                  <a:lnTo>
                    <a:pt x="234992" y="33363"/>
                  </a:lnTo>
                  <a:lnTo>
                    <a:pt x="235380" y="34790"/>
                  </a:lnTo>
                  <a:lnTo>
                    <a:pt x="237719" y="36382"/>
                  </a:lnTo>
                  <a:lnTo>
                    <a:pt x="240995" y="35800"/>
                  </a:lnTo>
                  <a:lnTo>
                    <a:pt x="243016" y="34516"/>
                  </a:lnTo>
                  <a:lnTo>
                    <a:pt x="244141" y="34984"/>
                  </a:lnTo>
                  <a:lnTo>
                    <a:pt x="244729" y="34216"/>
                  </a:lnTo>
                  <a:lnTo>
                    <a:pt x="245111" y="31947"/>
                  </a:lnTo>
                  <a:lnTo>
                    <a:pt x="245887" y="31439"/>
                  </a:lnTo>
                  <a:lnTo>
                    <a:pt x="246686" y="33020"/>
                  </a:lnTo>
                  <a:lnTo>
                    <a:pt x="247266" y="35699"/>
                  </a:lnTo>
                  <a:lnTo>
                    <a:pt x="247822" y="37425"/>
                  </a:lnTo>
                  <a:lnTo>
                    <a:pt x="247780" y="39475"/>
                  </a:lnTo>
                  <a:lnTo>
                    <a:pt x="247985" y="42111"/>
                  </a:lnTo>
                  <a:lnTo>
                    <a:pt x="248394" y="42779"/>
                  </a:lnTo>
                  <a:lnTo>
                    <a:pt x="249196" y="41776"/>
                  </a:lnTo>
                  <a:lnTo>
                    <a:pt x="249731" y="41181"/>
                  </a:lnTo>
                  <a:lnTo>
                    <a:pt x="249859" y="40380"/>
                  </a:lnTo>
                  <a:lnTo>
                    <a:pt x="249632" y="39391"/>
                  </a:lnTo>
                  <a:lnTo>
                    <a:pt x="249523" y="38389"/>
                  </a:lnTo>
                  <a:lnTo>
                    <a:pt x="249700" y="37468"/>
                  </a:lnTo>
                  <a:lnTo>
                    <a:pt x="250081" y="37092"/>
                  </a:lnTo>
                  <a:lnTo>
                    <a:pt x="251222" y="37382"/>
                  </a:lnTo>
                  <a:lnTo>
                    <a:pt x="252886" y="37890"/>
                  </a:lnTo>
                  <a:lnTo>
                    <a:pt x="254859" y="41629"/>
                  </a:lnTo>
                  <a:lnTo>
                    <a:pt x="255922" y="42307"/>
                  </a:lnTo>
                  <a:lnTo>
                    <a:pt x="256371" y="42372"/>
                  </a:lnTo>
                  <a:lnTo>
                    <a:pt x="257372" y="42159"/>
                  </a:lnTo>
                  <a:lnTo>
                    <a:pt x="258573" y="41081"/>
                  </a:lnTo>
                  <a:lnTo>
                    <a:pt x="259384" y="39732"/>
                  </a:lnTo>
                  <a:lnTo>
                    <a:pt x="259653" y="39070"/>
                  </a:lnTo>
                  <a:lnTo>
                    <a:pt x="260119" y="39185"/>
                  </a:lnTo>
                  <a:lnTo>
                    <a:pt x="260561" y="39808"/>
                  </a:lnTo>
                  <a:lnTo>
                    <a:pt x="260591" y="41173"/>
                  </a:lnTo>
                  <a:lnTo>
                    <a:pt x="260239" y="43146"/>
                  </a:lnTo>
                  <a:lnTo>
                    <a:pt x="259040" y="44952"/>
                  </a:lnTo>
                  <a:lnTo>
                    <a:pt x="257552" y="46632"/>
                  </a:lnTo>
                  <a:lnTo>
                    <a:pt x="256651" y="49712"/>
                  </a:lnTo>
                  <a:lnTo>
                    <a:pt x="256459" y="52928"/>
                  </a:lnTo>
                  <a:lnTo>
                    <a:pt x="256854" y="54560"/>
                  </a:lnTo>
                  <a:lnTo>
                    <a:pt x="257191" y="55652"/>
                  </a:lnTo>
                  <a:lnTo>
                    <a:pt x="257287" y="57183"/>
                  </a:lnTo>
                  <a:lnTo>
                    <a:pt x="257624" y="57385"/>
                  </a:lnTo>
                  <a:lnTo>
                    <a:pt x="258230" y="56754"/>
                  </a:lnTo>
                  <a:lnTo>
                    <a:pt x="259893" y="53582"/>
                  </a:lnTo>
                  <a:lnTo>
                    <a:pt x="260741" y="52798"/>
                  </a:lnTo>
                  <a:lnTo>
                    <a:pt x="261970" y="52297"/>
                  </a:lnTo>
                  <a:lnTo>
                    <a:pt x="263986" y="52543"/>
                  </a:lnTo>
                  <a:lnTo>
                    <a:pt x="265344" y="53576"/>
                  </a:lnTo>
                  <a:lnTo>
                    <a:pt x="265992" y="55016"/>
                  </a:lnTo>
                  <a:lnTo>
                    <a:pt x="266706" y="56200"/>
                  </a:lnTo>
                  <a:lnTo>
                    <a:pt x="267197" y="55704"/>
                  </a:lnTo>
                  <a:lnTo>
                    <a:pt x="267453" y="54336"/>
                  </a:lnTo>
                  <a:lnTo>
                    <a:pt x="267464" y="52771"/>
                  </a:lnTo>
                  <a:lnTo>
                    <a:pt x="267671" y="51484"/>
                  </a:lnTo>
                  <a:lnTo>
                    <a:pt x="269877" y="48318"/>
                  </a:lnTo>
                  <a:lnTo>
                    <a:pt x="271345" y="46212"/>
                  </a:lnTo>
                  <a:lnTo>
                    <a:pt x="271851" y="45965"/>
                  </a:lnTo>
                  <a:lnTo>
                    <a:pt x="272833" y="46402"/>
                  </a:lnTo>
                  <a:lnTo>
                    <a:pt x="273441" y="46181"/>
                  </a:lnTo>
                  <a:lnTo>
                    <a:pt x="275056" y="44199"/>
                  </a:lnTo>
                  <a:lnTo>
                    <a:pt x="276564" y="41944"/>
                  </a:lnTo>
                  <a:lnTo>
                    <a:pt x="276712" y="40419"/>
                  </a:lnTo>
                  <a:lnTo>
                    <a:pt x="276767" y="39037"/>
                  </a:lnTo>
                  <a:lnTo>
                    <a:pt x="277142" y="38412"/>
                  </a:lnTo>
                  <a:lnTo>
                    <a:pt x="279254" y="37928"/>
                  </a:lnTo>
                  <a:lnTo>
                    <a:pt x="279600" y="37669"/>
                  </a:lnTo>
                  <a:lnTo>
                    <a:pt x="281406" y="36098"/>
                  </a:lnTo>
                  <a:lnTo>
                    <a:pt x="283904" y="33421"/>
                  </a:lnTo>
                  <a:lnTo>
                    <a:pt x="285116" y="31843"/>
                  </a:lnTo>
                  <a:lnTo>
                    <a:pt x="287326" y="31141"/>
                  </a:lnTo>
                  <a:lnTo>
                    <a:pt x="287736" y="30687"/>
                  </a:lnTo>
                  <a:lnTo>
                    <a:pt x="288471" y="29622"/>
                  </a:lnTo>
                  <a:lnTo>
                    <a:pt x="289853" y="28152"/>
                  </a:lnTo>
                  <a:lnTo>
                    <a:pt x="290603" y="27989"/>
                  </a:lnTo>
                  <a:lnTo>
                    <a:pt x="290138" y="31550"/>
                  </a:lnTo>
                  <a:lnTo>
                    <a:pt x="289312" y="35669"/>
                  </a:lnTo>
                  <a:lnTo>
                    <a:pt x="288846" y="36768"/>
                  </a:lnTo>
                  <a:lnTo>
                    <a:pt x="286607" y="36584"/>
                  </a:lnTo>
                  <a:lnTo>
                    <a:pt x="286611" y="37706"/>
                  </a:lnTo>
                  <a:lnTo>
                    <a:pt x="286962" y="39427"/>
                  </a:lnTo>
                  <a:lnTo>
                    <a:pt x="287213" y="40394"/>
                  </a:lnTo>
                  <a:lnTo>
                    <a:pt x="287486" y="41261"/>
                  </a:lnTo>
                  <a:lnTo>
                    <a:pt x="288087" y="42759"/>
                  </a:lnTo>
                  <a:lnTo>
                    <a:pt x="290443" y="46301"/>
                  </a:lnTo>
                  <a:lnTo>
                    <a:pt x="293440" y="50809"/>
                  </a:lnTo>
                  <a:lnTo>
                    <a:pt x="296678" y="55871"/>
                  </a:lnTo>
                  <a:lnTo>
                    <a:pt x="298938" y="59406"/>
                  </a:lnTo>
                  <a:lnTo>
                    <a:pt x="299852" y="61230"/>
                  </a:lnTo>
                  <a:lnTo>
                    <a:pt x="300434" y="62656"/>
                  </a:lnTo>
                  <a:lnTo>
                    <a:pt x="302102" y="67804"/>
                  </a:lnTo>
                  <a:lnTo>
                    <a:pt x="303684" y="72688"/>
                  </a:lnTo>
                  <a:lnTo>
                    <a:pt x="306352" y="81294"/>
                  </a:lnTo>
                  <a:lnTo>
                    <a:pt x="308716" y="89609"/>
                  </a:lnTo>
                  <a:lnTo>
                    <a:pt x="311318" y="98758"/>
                  </a:lnTo>
                  <a:lnTo>
                    <a:pt x="312824" y="104056"/>
                  </a:lnTo>
                  <a:lnTo>
                    <a:pt x="315901" y="115137"/>
                  </a:lnTo>
                  <a:lnTo>
                    <a:pt x="316723" y="118539"/>
                  </a:lnTo>
                  <a:lnTo>
                    <a:pt x="318281" y="124980"/>
                  </a:lnTo>
                  <a:lnTo>
                    <a:pt x="319659" y="131024"/>
                  </a:lnTo>
                  <a:lnTo>
                    <a:pt x="320875" y="136370"/>
                  </a:lnTo>
                  <a:lnTo>
                    <a:pt x="321641" y="136853"/>
                  </a:lnTo>
                  <a:lnTo>
                    <a:pt x="321701" y="135403"/>
                  </a:lnTo>
                  <a:lnTo>
                    <a:pt x="321838" y="134436"/>
                  </a:lnTo>
                  <a:lnTo>
                    <a:pt x="322231" y="133894"/>
                  </a:lnTo>
                  <a:lnTo>
                    <a:pt x="323125" y="132315"/>
                  </a:lnTo>
                  <a:lnTo>
                    <a:pt x="323607" y="131936"/>
                  </a:lnTo>
                  <a:lnTo>
                    <a:pt x="324326" y="132099"/>
                  </a:lnTo>
                  <a:lnTo>
                    <a:pt x="325080" y="131295"/>
                  </a:lnTo>
                  <a:lnTo>
                    <a:pt x="325355" y="129779"/>
                  </a:lnTo>
                  <a:lnTo>
                    <a:pt x="325176" y="126971"/>
                  </a:lnTo>
                  <a:lnTo>
                    <a:pt x="325060" y="125678"/>
                  </a:lnTo>
                  <a:lnTo>
                    <a:pt x="325315" y="124290"/>
                  </a:lnTo>
                  <a:lnTo>
                    <a:pt x="325728" y="123746"/>
                  </a:lnTo>
                  <a:lnTo>
                    <a:pt x="326302" y="123308"/>
                  </a:lnTo>
                  <a:lnTo>
                    <a:pt x="326828" y="123082"/>
                  </a:lnTo>
                  <a:lnTo>
                    <a:pt x="327261" y="121513"/>
                  </a:lnTo>
                  <a:lnTo>
                    <a:pt x="328076" y="121038"/>
                  </a:lnTo>
                  <a:lnTo>
                    <a:pt x="328824" y="121331"/>
                  </a:lnTo>
                  <a:lnTo>
                    <a:pt x="329442" y="121392"/>
                  </a:lnTo>
                  <a:lnTo>
                    <a:pt x="329988" y="122534"/>
                  </a:lnTo>
                  <a:lnTo>
                    <a:pt x="330291" y="124100"/>
                  </a:lnTo>
                  <a:lnTo>
                    <a:pt x="330879" y="124221"/>
                  </a:lnTo>
                  <a:lnTo>
                    <a:pt x="331845" y="124062"/>
                  </a:lnTo>
                  <a:lnTo>
                    <a:pt x="331977" y="125377"/>
                  </a:lnTo>
                  <a:lnTo>
                    <a:pt x="331702" y="127570"/>
                  </a:lnTo>
                  <a:lnTo>
                    <a:pt x="331367" y="129266"/>
                  </a:lnTo>
                  <a:lnTo>
                    <a:pt x="331309" y="130631"/>
                  </a:lnTo>
                  <a:lnTo>
                    <a:pt x="331819" y="131295"/>
                  </a:lnTo>
                  <a:lnTo>
                    <a:pt x="333689" y="130701"/>
                  </a:lnTo>
                  <a:lnTo>
                    <a:pt x="334354" y="130994"/>
                  </a:lnTo>
                  <a:lnTo>
                    <a:pt x="334564" y="132374"/>
                  </a:lnTo>
                  <a:lnTo>
                    <a:pt x="334829" y="133518"/>
                  </a:lnTo>
                  <a:lnTo>
                    <a:pt x="334963" y="134918"/>
                  </a:lnTo>
                  <a:lnTo>
                    <a:pt x="334769" y="136471"/>
                  </a:lnTo>
                  <a:lnTo>
                    <a:pt x="335101" y="137395"/>
                  </a:lnTo>
                  <a:lnTo>
                    <a:pt x="336715" y="137417"/>
                  </a:lnTo>
                  <a:lnTo>
                    <a:pt x="337851" y="136670"/>
                  </a:lnTo>
                  <a:lnTo>
                    <a:pt x="339598" y="136612"/>
                  </a:lnTo>
                  <a:lnTo>
                    <a:pt x="341178" y="138252"/>
                  </a:lnTo>
                  <a:lnTo>
                    <a:pt x="342272" y="137998"/>
                  </a:lnTo>
                  <a:lnTo>
                    <a:pt x="343373" y="137335"/>
                  </a:lnTo>
                  <a:lnTo>
                    <a:pt x="344984" y="137757"/>
                  </a:lnTo>
                  <a:lnTo>
                    <a:pt x="346116" y="136460"/>
                  </a:lnTo>
                  <a:lnTo>
                    <a:pt x="346897" y="134840"/>
                  </a:lnTo>
                  <a:lnTo>
                    <a:pt x="347143" y="133565"/>
                  </a:lnTo>
                  <a:lnTo>
                    <a:pt x="347550" y="132859"/>
                  </a:lnTo>
                  <a:lnTo>
                    <a:pt x="349070" y="132866"/>
                  </a:lnTo>
                  <a:lnTo>
                    <a:pt x="350034" y="132744"/>
                  </a:lnTo>
                  <a:lnTo>
                    <a:pt x="350741" y="130872"/>
                  </a:lnTo>
                  <a:lnTo>
                    <a:pt x="351389" y="130027"/>
                  </a:lnTo>
                  <a:lnTo>
                    <a:pt x="352480" y="129868"/>
                  </a:lnTo>
                  <a:lnTo>
                    <a:pt x="353284" y="129868"/>
                  </a:lnTo>
                  <a:lnTo>
                    <a:pt x="355439" y="131607"/>
                  </a:lnTo>
                  <a:lnTo>
                    <a:pt x="356749" y="133042"/>
                  </a:lnTo>
                  <a:lnTo>
                    <a:pt x="358114" y="135085"/>
                  </a:lnTo>
                  <a:lnTo>
                    <a:pt x="358935" y="136367"/>
                  </a:lnTo>
                  <a:lnTo>
                    <a:pt x="359485" y="139257"/>
                  </a:lnTo>
                  <a:lnTo>
                    <a:pt x="360417" y="141388"/>
                  </a:lnTo>
                  <a:lnTo>
                    <a:pt x="361154" y="143875"/>
                  </a:lnTo>
                  <a:lnTo>
                    <a:pt x="361333" y="146331"/>
                  </a:lnTo>
                  <a:lnTo>
                    <a:pt x="361941" y="150740"/>
                  </a:lnTo>
                  <a:lnTo>
                    <a:pt x="362570" y="152190"/>
                  </a:lnTo>
                  <a:lnTo>
                    <a:pt x="363317" y="152190"/>
                  </a:lnTo>
                  <a:lnTo>
                    <a:pt x="364260" y="152793"/>
                  </a:lnTo>
                  <a:lnTo>
                    <a:pt x="365301" y="153276"/>
                  </a:lnTo>
                  <a:lnTo>
                    <a:pt x="367528" y="156559"/>
                  </a:lnTo>
                  <a:lnTo>
                    <a:pt x="368346" y="156657"/>
                  </a:lnTo>
                  <a:lnTo>
                    <a:pt x="368975" y="157442"/>
                  </a:lnTo>
                  <a:lnTo>
                    <a:pt x="369073" y="158953"/>
                  </a:lnTo>
                  <a:lnTo>
                    <a:pt x="368838" y="160703"/>
                  </a:lnTo>
                  <a:lnTo>
                    <a:pt x="369084" y="162385"/>
                  </a:lnTo>
                  <a:lnTo>
                    <a:pt x="369811" y="164528"/>
                  </a:lnTo>
                  <a:lnTo>
                    <a:pt x="370389" y="166623"/>
                  </a:lnTo>
                  <a:lnTo>
                    <a:pt x="371096" y="169161"/>
                  </a:lnTo>
                  <a:lnTo>
                    <a:pt x="371312" y="170609"/>
                  </a:lnTo>
                  <a:lnTo>
                    <a:pt x="371882" y="171092"/>
                  </a:lnTo>
                  <a:lnTo>
                    <a:pt x="372648" y="170370"/>
                  </a:lnTo>
                  <a:lnTo>
                    <a:pt x="373868" y="170918"/>
                  </a:lnTo>
                  <a:lnTo>
                    <a:pt x="377541" y="172361"/>
                  </a:lnTo>
                  <a:lnTo>
                    <a:pt x="378051" y="172541"/>
                  </a:lnTo>
                  <a:lnTo>
                    <a:pt x="378444" y="174052"/>
                  </a:lnTo>
                  <a:lnTo>
                    <a:pt x="378974" y="173931"/>
                  </a:lnTo>
                  <a:lnTo>
                    <a:pt x="379583" y="173870"/>
                  </a:lnTo>
                  <a:lnTo>
                    <a:pt x="380428" y="174052"/>
                  </a:lnTo>
                  <a:lnTo>
                    <a:pt x="381018" y="172662"/>
                  </a:lnTo>
                  <a:lnTo>
                    <a:pt x="381501" y="171446"/>
                  </a:lnTo>
                  <a:lnTo>
                    <a:pt x="382708" y="169940"/>
                  </a:lnTo>
                  <a:lnTo>
                    <a:pt x="383711" y="167892"/>
                  </a:lnTo>
                  <a:lnTo>
                    <a:pt x="384556" y="166079"/>
                  </a:lnTo>
                  <a:lnTo>
                    <a:pt x="385184" y="165838"/>
                  </a:lnTo>
                  <a:lnTo>
                    <a:pt x="385695" y="166683"/>
                  </a:lnTo>
                  <a:lnTo>
                    <a:pt x="385714" y="168253"/>
                  </a:lnTo>
                  <a:lnTo>
                    <a:pt x="385086" y="169401"/>
                  </a:lnTo>
                  <a:lnTo>
                    <a:pt x="384595" y="170790"/>
                  </a:lnTo>
                  <a:lnTo>
                    <a:pt x="384712" y="172179"/>
                  </a:lnTo>
                  <a:lnTo>
                    <a:pt x="385557" y="172300"/>
                  </a:lnTo>
                  <a:lnTo>
                    <a:pt x="386497" y="174389"/>
                  </a:lnTo>
                  <a:lnTo>
                    <a:pt x="387851" y="179289"/>
                  </a:lnTo>
                  <a:lnTo>
                    <a:pt x="388313" y="180316"/>
                  </a:lnTo>
                  <a:lnTo>
                    <a:pt x="388982" y="181283"/>
                  </a:lnTo>
                  <a:lnTo>
                    <a:pt x="389727" y="181720"/>
                  </a:lnTo>
                  <a:lnTo>
                    <a:pt x="390550" y="182419"/>
                  </a:lnTo>
                  <a:lnTo>
                    <a:pt x="391157" y="18444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3216593" y="3694247"/>
              <a:ext cx="1749" cy="3863"/>
            </a:xfrm>
            <a:custGeom>
              <a:avLst/>
              <a:pathLst>
                <a:path w="1749" h="3863">
                  <a:moveTo>
                    <a:pt x="356" y="3601"/>
                  </a:moveTo>
                  <a:lnTo>
                    <a:pt x="0" y="3863"/>
                  </a:lnTo>
                  <a:lnTo>
                    <a:pt x="184" y="2164"/>
                  </a:lnTo>
                  <a:lnTo>
                    <a:pt x="1237" y="0"/>
                  </a:lnTo>
                  <a:lnTo>
                    <a:pt x="1666" y="487"/>
                  </a:lnTo>
                  <a:lnTo>
                    <a:pt x="1749" y="984"/>
                  </a:lnTo>
                  <a:lnTo>
                    <a:pt x="1725" y="1434"/>
                  </a:lnTo>
                  <a:lnTo>
                    <a:pt x="1546" y="187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3148746" y="3471778"/>
              <a:ext cx="76755" cy="300947"/>
            </a:xfrm>
            <a:custGeom>
              <a:avLst/>
              <a:pathLst>
                <a:path w="76755" h="300947">
                  <a:moveTo>
                    <a:pt x="76755" y="44753"/>
                  </a:moveTo>
                  <a:lnTo>
                    <a:pt x="75572" y="49957"/>
                  </a:lnTo>
                  <a:lnTo>
                    <a:pt x="74154" y="56196"/>
                  </a:lnTo>
                  <a:lnTo>
                    <a:pt x="71542" y="67685"/>
                  </a:lnTo>
                  <a:lnTo>
                    <a:pt x="69554" y="73731"/>
                  </a:lnTo>
                  <a:lnTo>
                    <a:pt x="68052" y="78300"/>
                  </a:lnTo>
                  <a:lnTo>
                    <a:pt x="67915" y="79121"/>
                  </a:lnTo>
                  <a:lnTo>
                    <a:pt x="67920" y="84213"/>
                  </a:lnTo>
                  <a:lnTo>
                    <a:pt x="67936" y="96664"/>
                  </a:lnTo>
                  <a:lnTo>
                    <a:pt x="67968" y="121568"/>
                  </a:lnTo>
                  <a:lnTo>
                    <a:pt x="67999" y="146471"/>
                  </a:lnTo>
                  <a:lnTo>
                    <a:pt x="68031" y="171372"/>
                  </a:lnTo>
                  <a:lnTo>
                    <a:pt x="68047" y="183824"/>
                  </a:lnTo>
                  <a:lnTo>
                    <a:pt x="68052" y="188008"/>
                  </a:lnTo>
                  <a:lnTo>
                    <a:pt x="69370" y="193243"/>
                  </a:lnTo>
                  <a:lnTo>
                    <a:pt x="70658" y="198356"/>
                  </a:lnTo>
                  <a:lnTo>
                    <a:pt x="72361" y="205123"/>
                  </a:lnTo>
                  <a:lnTo>
                    <a:pt x="73274" y="208750"/>
                  </a:lnTo>
                  <a:lnTo>
                    <a:pt x="73425" y="209959"/>
                  </a:lnTo>
                  <a:lnTo>
                    <a:pt x="73378" y="212386"/>
                  </a:lnTo>
                  <a:lnTo>
                    <a:pt x="71976" y="217459"/>
                  </a:lnTo>
                  <a:lnTo>
                    <a:pt x="70828" y="219765"/>
                  </a:lnTo>
                  <a:lnTo>
                    <a:pt x="69284" y="220867"/>
                  </a:lnTo>
                  <a:lnTo>
                    <a:pt x="68821" y="220656"/>
                  </a:lnTo>
                  <a:lnTo>
                    <a:pt x="68213" y="219929"/>
                  </a:lnTo>
                  <a:lnTo>
                    <a:pt x="67975" y="221147"/>
                  </a:lnTo>
                  <a:lnTo>
                    <a:pt x="67796" y="223043"/>
                  </a:lnTo>
                  <a:lnTo>
                    <a:pt x="67455" y="222645"/>
                  </a:lnTo>
                  <a:lnTo>
                    <a:pt x="67197" y="222085"/>
                  </a:lnTo>
                  <a:lnTo>
                    <a:pt x="67351" y="225452"/>
                  </a:lnTo>
                  <a:lnTo>
                    <a:pt x="67510" y="227115"/>
                  </a:lnTo>
                  <a:lnTo>
                    <a:pt x="67278" y="229365"/>
                  </a:lnTo>
                  <a:lnTo>
                    <a:pt x="66527" y="231328"/>
                  </a:lnTo>
                  <a:lnTo>
                    <a:pt x="66461" y="232984"/>
                  </a:lnTo>
                  <a:lnTo>
                    <a:pt x="64835" y="237330"/>
                  </a:lnTo>
                  <a:lnTo>
                    <a:pt x="62531" y="237809"/>
                  </a:lnTo>
                  <a:lnTo>
                    <a:pt x="61320" y="239964"/>
                  </a:lnTo>
                  <a:lnTo>
                    <a:pt x="60782" y="241730"/>
                  </a:lnTo>
                  <a:lnTo>
                    <a:pt x="60371" y="245591"/>
                  </a:lnTo>
                  <a:lnTo>
                    <a:pt x="60515" y="251507"/>
                  </a:lnTo>
                  <a:lnTo>
                    <a:pt x="59875" y="256060"/>
                  </a:lnTo>
                  <a:lnTo>
                    <a:pt x="59753" y="258343"/>
                  </a:lnTo>
                  <a:lnTo>
                    <a:pt x="58563" y="261301"/>
                  </a:lnTo>
                  <a:lnTo>
                    <a:pt x="58035" y="264013"/>
                  </a:lnTo>
                  <a:lnTo>
                    <a:pt x="57646" y="266772"/>
                  </a:lnTo>
                  <a:lnTo>
                    <a:pt x="57306" y="267981"/>
                  </a:lnTo>
                  <a:lnTo>
                    <a:pt x="56904" y="274165"/>
                  </a:lnTo>
                  <a:lnTo>
                    <a:pt x="56349" y="277919"/>
                  </a:lnTo>
                  <a:lnTo>
                    <a:pt x="56199" y="279163"/>
                  </a:lnTo>
                  <a:lnTo>
                    <a:pt x="56063" y="280288"/>
                  </a:lnTo>
                  <a:lnTo>
                    <a:pt x="55633" y="282493"/>
                  </a:lnTo>
                  <a:lnTo>
                    <a:pt x="55355" y="284008"/>
                  </a:lnTo>
                  <a:lnTo>
                    <a:pt x="55154" y="285004"/>
                  </a:lnTo>
                  <a:lnTo>
                    <a:pt x="53749" y="294624"/>
                  </a:lnTo>
                  <a:lnTo>
                    <a:pt x="52653" y="298970"/>
                  </a:lnTo>
                  <a:lnTo>
                    <a:pt x="51793" y="298471"/>
                  </a:lnTo>
                  <a:lnTo>
                    <a:pt x="51222" y="300153"/>
                  </a:lnTo>
                  <a:lnTo>
                    <a:pt x="51161" y="300947"/>
                  </a:lnTo>
                  <a:lnTo>
                    <a:pt x="50857" y="300499"/>
                  </a:lnTo>
                  <a:lnTo>
                    <a:pt x="50139" y="298912"/>
                  </a:lnTo>
                  <a:lnTo>
                    <a:pt x="48663" y="295646"/>
                  </a:lnTo>
                  <a:lnTo>
                    <a:pt x="47187" y="292379"/>
                  </a:lnTo>
                  <a:lnTo>
                    <a:pt x="45711" y="289113"/>
                  </a:lnTo>
                  <a:lnTo>
                    <a:pt x="44235" y="285849"/>
                  </a:lnTo>
                  <a:lnTo>
                    <a:pt x="42760" y="282582"/>
                  </a:lnTo>
                  <a:lnTo>
                    <a:pt x="41284" y="279316"/>
                  </a:lnTo>
                  <a:lnTo>
                    <a:pt x="39808" y="276049"/>
                  </a:lnTo>
                  <a:lnTo>
                    <a:pt x="38332" y="272783"/>
                  </a:lnTo>
                  <a:lnTo>
                    <a:pt x="37467" y="270867"/>
                  </a:lnTo>
                  <a:lnTo>
                    <a:pt x="37083" y="269736"/>
                  </a:lnTo>
                  <a:lnTo>
                    <a:pt x="36783" y="267479"/>
                  </a:lnTo>
                  <a:lnTo>
                    <a:pt x="36638" y="266919"/>
                  </a:lnTo>
                  <a:lnTo>
                    <a:pt x="36244" y="266209"/>
                  </a:lnTo>
                  <a:lnTo>
                    <a:pt x="35782" y="266053"/>
                  </a:lnTo>
                  <a:lnTo>
                    <a:pt x="35649" y="265626"/>
                  </a:lnTo>
                  <a:lnTo>
                    <a:pt x="35654" y="264538"/>
                  </a:lnTo>
                  <a:lnTo>
                    <a:pt x="35814" y="262972"/>
                  </a:lnTo>
                  <a:lnTo>
                    <a:pt x="36357" y="259973"/>
                  </a:lnTo>
                  <a:lnTo>
                    <a:pt x="36416" y="258213"/>
                  </a:lnTo>
                  <a:lnTo>
                    <a:pt x="36309" y="256211"/>
                  </a:lnTo>
                  <a:lnTo>
                    <a:pt x="36139" y="253007"/>
                  </a:lnTo>
                  <a:lnTo>
                    <a:pt x="35992" y="252280"/>
                  </a:lnTo>
                  <a:lnTo>
                    <a:pt x="35014" y="250601"/>
                  </a:lnTo>
                  <a:lnTo>
                    <a:pt x="32965" y="247086"/>
                  </a:lnTo>
                  <a:lnTo>
                    <a:pt x="30915" y="243568"/>
                  </a:lnTo>
                  <a:lnTo>
                    <a:pt x="28866" y="240054"/>
                  </a:lnTo>
                  <a:lnTo>
                    <a:pt x="26816" y="236536"/>
                  </a:lnTo>
                  <a:lnTo>
                    <a:pt x="24768" y="233019"/>
                  </a:lnTo>
                  <a:lnTo>
                    <a:pt x="22717" y="229504"/>
                  </a:lnTo>
                  <a:lnTo>
                    <a:pt x="20669" y="225989"/>
                  </a:lnTo>
                  <a:lnTo>
                    <a:pt x="18620" y="222471"/>
                  </a:lnTo>
                  <a:lnTo>
                    <a:pt x="16571" y="218954"/>
                  </a:lnTo>
                  <a:lnTo>
                    <a:pt x="14521" y="215439"/>
                  </a:lnTo>
                  <a:lnTo>
                    <a:pt x="12473" y="211922"/>
                  </a:lnTo>
                  <a:lnTo>
                    <a:pt x="10423" y="208404"/>
                  </a:lnTo>
                  <a:lnTo>
                    <a:pt x="8374" y="204889"/>
                  </a:lnTo>
                  <a:lnTo>
                    <a:pt x="6324" y="201372"/>
                  </a:lnTo>
                  <a:lnTo>
                    <a:pt x="4275" y="197857"/>
                  </a:lnTo>
                  <a:lnTo>
                    <a:pt x="2226" y="194339"/>
                  </a:lnTo>
                  <a:lnTo>
                    <a:pt x="1457" y="193018"/>
                  </a:lnTo>
                  <a:lnTo>
                    <a:pt x="763" y="191901"/>
                  </a:lnTo>
                  <a:lnTo>
                    <a:pt x="30" y="191901"/>
                  </a:lnTo>
                  <a:lnTo>
                    <a:pt x="0" y="186865"/>
                  </a:lnTo>
                  <a:lnTo>
                    <a:pt x="234" y="174047"/>
                  </a:lnTo>
                  <a:lnTo>
                    <a:pt x="206" y="162793"/>
                  </a:lnTo>
                  <a:lnTo>
                    <a:pt x="414" y="157156"/>
                  </a:lnTo>
                  <a:lnTo>
                    <a:pt x="1319" y="153588"/>
                  </a:lnTo>
                  <a:lnTo>
                    <a:pt x="1735" y="150990"/>
                  </a:lnTo>
                  <a:lnTo>
                    <a:pt x="2035" y="147365"/>
                  </a:lnTo>
                  <a:lnTo>
                    <a:pt x="2508" y="144409"/>
                  </a:lnTo>
                  <a:lnTo>
                    <a:pt x="3581" y="142008"/>
                  </a:lnTo>
                  <a:lnTo>
                    <a:pt x="3774" y="140684"/>
                  </a:lnTo>
                  <a:lnTo>
                    <a:pt x="4911" y="136664"/>
                  </a:lnTo>
                  <a:lnTo>
                    <a:pt x="5592" y="131497"/>
                  </a:lnTo>
                  <a:lnTo>
                    <a:pt x="6107" y="129741"/>
                  </a:lnTo>
                  <a:lnTo>
                    <a:pt x="6748" y="128119"/>
                  </a:lnTo>
                  <a:lnTo>
                    <a:pt x="7201" y="127267"/>
                  </a:lnTo>
                  <a:lnTo>
                    <a:pt x="7948" y="126411"/>
                  </a:lnTo>
                  <a:lnTo>
                    <a:pt x="8533" y="125925"/>
                  </a:lnTo>
                  <a:lnTo>
                    <a:pt x="8639" y="125517"/>
                  </a:lnTo>
                  <a:lnTo>
                    <a:pt x="8688" y="124680"/>
                  </a:lnTo>
                  <a:lnTo>
                    <a:pt x="8494" y="121480"/>
                  </a:lnTo>
                  <a:lnTo>
                    <a:pt x="8744" y="120429"/>
                  </a:lnTo>
                  <a:lnTo>
                    <a:pt x="9142" y="118292"/>
                  </a:lnTo>
                  <a:lnTo>
                    <a:pt x="9597" y="116298"/>
                  </a:lnTo>
                  <a:lnTo>
                    <a:pt x="10009" y="115034"/>
                  </a:lnTo>
                  <a:lnTo>
                    <a:pt x="10240" y="113732"/>
                  </a:lnTo>
                  <a:lnTo>
                    <a:pt x="10348" y="111478"/>
                  </a:lnTo>
                  <a:lnTo>
                    <a:pt x="10365" y="109882"/>
                  </a:lnTo>
                  <a:lnTo>
                    <a:pt x="10359" y="107274"/>
                  </a:lnTo>
                  <a:lnTo>
                    <a:pt x="10229" y="101349"/>
                  </a:lnTo>
                  <a:lnTo>
                    <a:pt x="9747" y="96392"/>
                  </a:lnTo>
                  <a:lnTo>
                    <a:pt x="9450" y="90844"/>
                  </a:lnTo>
                  <a:lnTo>
                    <a:pt x="9669" y="89019"/>
                  </a:lnTo>
                  <a:lnTo>
                    <a:pt x="9288" y="85768"/>
                  </a:lnTo>
                  <a:lnTo>
                    <a:pt x="9101" y="85589"/>
                  </a:lnTo>
                  <a:lnTo>
                    <a:pt x="8791" y="84878"/>
                  </a:lnTo>
                  <a:lnTo>
                    <a:pt x="8396" y="81816"/>
                  </a:lnTo>
                  <a:lnTo>
                    <a:pt x="8099" y="79019"/>
                  </a:lnTo>
                  <a:lnTo>
                    <a:pt x="7914" y="78315"/>
                  </a:lnTo>
                  <a:lnTo>
                    <a:pt x="6625" y="75868"/>
                  </a:lnTo>
                  <a:lnTo>
                    <a:pt x="5985" y="70099"/>
                  </a:lnTo>
                  <a:lnTo>
                    <a:pt x="5266" y="68814"/>
                  </a:lnTo>
                  <a:lnTo>
                    <a:pt x="4876" y="63080"/>
                  </a:lnTo>
                  <a:lnTo>
                    <a:pt x="4801" y="61449"/>
                  </a:lnTo>
                  <a:lnTo>
                    <a:pt x="5208" y="55730"/>
                  </a:lnTo>
                  <a:lnTo>
                    <a:pt x="5169" y="54420"/>
                  </a:lnTo>
                  <a:lnTo>
                    <a:pt x="4738" y="53211"/>
                  </a:lnTo>
                  <a:lnTo>
                    <a:pt x="3529" y="51980"/>
                  </a:lnTo>
                  <a:lnTo>
                    <a:pt x="2547" y="49621"/>
                  </a:lnTo>
                  <a:lnTo>
                    <a:pt x="2674" y="48797"/>
                  </a:lnTo>
                  <a:lnTo>
                    <a:pt x="2747" y="47943"/>
                  </a:lnTo>
                  <a:lnTo>
                    <a:pt x="2230" y="47370"/>
                  </a:lnTo>
                  <a:lnTo>
                    <a:pt x="731" y="37588"/>
                  </a:lnTo>
                  <a:lnTo>
                    <a:pt x="2661" y="31711"/>
                  </a:lnTo>
                  <a:lnTo>
                    <a:pt x="4616" y="25755"/>
                  </a:lnTo>
                  <a:lnTo>
                    <a:pt x="7112" y="18225"/>
                  </a:lnTo>
                  <a:lnTo>
                    <a:pt x="9405" y="11308"/>
                  </a:lnTo>
                  <a:lnTo>
                    <a:pt x="11387" y="5331"/>
                  </a:lnTo>
                  <a:lnTo>
                    <a:pt x="13154" y="0"/>
                  </a:lnTo>
                  <a:lnTo>
                    <a:pt x="13111" y="1015"/>
                  </a:lnTo>
                  <a:lnTo>
                    <a:pt x="13119" y="2370"/>
                  </a:lnTo>
                  <a:lnTo>
                    <a:pt x="13339" y="3197"/>
                  </a:lnTo>
                  <a:lnTo>
                    <a:pt x="13702" y="3764"/>
                  </a:lnTo>
                  <a:lnTo>
                    <a:pt x="14208" y="3165"/>
                  </a:lnTo>
                  <a:lnTo>
                    <a:pt x="14651" y="2334"/>
                  </a:lnTo>
                  <a:lnTo>
                    <a:pt x="15080" y="2162"/>
                  </a:lnTo>
                  <a:lnTo>
                    <a:pt x="17737" y="4381"/>
                  </a:lnTo>
                  <a:lnTo>
                    <a:pt x="18183" y="6315"/>
                  </a:lnTo>
                  <a:lnTo>
                    <a:pt x="18155" y="8397"/>
                  </a:lnTo>
                  <a:lnTo>
                    <a:pt x="18268" y="9909"/>
                  </a:lnTo>
                  <a:lnTo>
                    <a:pt x="18066" y="11427"/>
                  </a:lnTo>
                  <a:lnTo>
                    <a:pt x="17844" y="16009"/>
                  </a:lnTo>
                  <a:lnTo>
                    <a:pt x="17911" y="20219"/>
                  </a:lnTo>
                  <a:lnTo>
                    <a:pt x="18704" y="23333"/>
                  </a:lnTo>
                  <a:lnTo>
                    <a:pt x="19417" y="25780"/>
                  </a:lnTo>
                  <a:lnTo>
                    <a:pt x="19984" y="29208"/>
                  </a:lnTo>
                  <a:lnTo>
                    <a:pt x="20399" y="30263"/>
                  </a:lnTo>
                  <a:lnTo>
                    <a:pt x="20976" y="30807"/>
                  </a:lnTo>
                  <a:lnTo>
                    <a:pt x="22802" y="30954"/>
                  </a:lnTo>
                  <a:lnTo>
                    <a:pt x="25505" y="31175"/>
                  </a:lnTo>
                  <a:lnTo>
                    <a:pt x="28106" y="31385"/>
                  </a:lnTo>
                  <a:lnTo>
                    <a:pt x="28343" y="31468"/>
                  </a:lnTo>
                  <a:lnTo>
                    <a:pt x="28894" y="31936"/>
                  </a:lnTo>
                  <a:lnTo>
                    <a:pt x="31288" y="36574"/>
                  </a:lnTo>
                  <a:lnTo>
                    <a:pt x="33479" y="40820"/>
                  </a:lnTo>
                  <a:lnTo>
                    <a:pt x="35334" y="44511"/>
                  </a:lnTo>
                  <a:lnTo>
                    <a:pt x="37136" y="48095"/>
                  </a:lnTo>
                  <a:lnTo>
                    <a:pt x="38886" y="51579"/>
                  </a:lnTo>
                  <a:lnTo>
                    <a:pt x="40244" y="54472"/>
                  </a:lnTo>
                  <a:lnTo>
                    <a:pt x="41581" y="55353"/>
                  </a:lnTo>
                  <a:lnTo>
                    <a:pt x="43757" y="55772"/>
                  </a:lnTo>
                  <a:lnTo>
                    <a:pt x="45261" y="55912"/>
                  </a:lnTo>
                  <a:lnTo>
                    <a:pt x="46652" y="57127"/>
                  </a:lnTo>
                  <a:lnTo>
                    <a:pt x="48719" y="58261"/>
                  </a:lnTo>
                  <a:lnTo>
                    <a:pt x="50263" y="58844"/>
                  </a:lnTo>
                  <a:lnTo>
                    <a:pt x="51197" y="59497"/>
                  </a:lnTo>
                  <a:lnTo>
                    <a:pt x="53783" y="60167"/>
                  </a:lnTo>
                  <a:lnTo>
                    <a:pt x="54210" y="59780"/>
                  </a:lnTo>
                  <a:lnTo>
                    <a:pt x="55350" y="56570"/>
                  </a:lnTo>
                  <a:lnTo>
                    <a:pt x="56627" y="51357"/>
                  </a:lnTo>
                  <a:lnTo>
                    <a:pt x="57126" y="48484"/>
                  </a:lnTo>
                  <a:lnTo>
                    <a:pt x="58779" y="45633"/>
                  </a:lnTo>
                  <a:lnTo>
                    <a:pt x="61681" y="41651"/>
                  </a:lnTo>
                  <a:lnTo>
                    <a:pt x="63726" y="38846"/>
                  </a:lnTo>
                  <a:lnTo>
                    <a:pt x="66000" y="36027"/>
                  </a:lnTo>
                  <a:lnTo>
                    <a:pt x="67032" y="38471"/>
                  </a:lnTo>
                  <a:lnTo>
                    <a:pt x="68456" y="42397"/>
                  </a:lnTo>
                  <a:lnTo>
                    <a:pt x="69095" y="44333"/>
                  </a:lnTo>
                  <a:lnTo>
                    <a:pt x="69607" y="45189"/>
                  </a:lnTo>
                  <a:lnTo>
                    <a:pt x="70380" y="45763"/>
                  </a:lnTo>
                  <a:lnTo>
                    <a:pt x="71323" y="45777"/>
                  </a:lnTo>
                  <a:lnTo>
                    <a:pt x="71837" y="45685"/>
                  </a:lnTo>
                  <a:lnTo>
                    <a:pt x="72890" y="45180"/>
                  </a:lnTo>
                  <a:lnTo>
                    <a:pt x="75348" y="447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3488388" y="2356358"/>
              <a:ext cx="105914" cy="119167"/>
            </a:xfrm>
            <a:custGeom>
              <a:avLst/>
              <a:pathLst>
                <a:path w="105914" h="119167">
                  <a:moveTo>
                    <a:pt x="105560" y="31036"/>
                  </a:moveTo>
                  <a:lnTo>
                    <a:pt x="105751" y="32815"/>
                  </a:lnTo>
                  <a:lnTo>
                    <a:pt x="105914" y="34884"/>
                  </a:lnTo>
                  <a:lnTo>
                    <a:pt x="105808" y="35367"/>
                  </a:lnTo>
                  <a:lnTo>
                    <a:pt x="105626" y="35694"/>
                  </a:lnTo>
                  <a:lnTo>
                    <a:pt x="102679" y="36209"/>
                  </a:lnTo>
                  <a:lnTo>
                    <a:pt x="102013" y="36777"/>
                  </a:lnTo>
                  <a:lnTo>
                    <a:pt x="101299" y="39640"/>
                  </a:lnTo>
                  <a:lnTo>
                    <a:pt x="98778" y="41941"/>
                  </a:lnTo>
                  <a:lnTo>
                    <a:pt x="97341" y="43121"/>
                  </a:lnTo>
                  <a:lnTo>
                    <a:pt x="96756" y="43069"/>
                  </a:lnTo>
                  <a:lnTo>
                    <a:pt x="95361" y="44951"/>
                  </a:lnTo>
                  <a:lnTo>
                    <a:pt x="91459" y="49651"/>
                  </a:lnTo>
                  <a:lnTo>
                    <a:pt x="89542" y="52621"/>
                  </a:lnTo>
                  <a:lnTo>
                    <a:pt x="88578" y="53863"/>
                  </a:lnTo>
                  <a:lnTo>
                    <a:pt x="87804" y="55219"/>
                  </a:lnTo>
                  <a:lnTo>
                    <a:pt x="87673" y="56591"/>
                  </a:lnTo>
                  <a:lnTo>
                    <a:pt x="87649" y="57884"/>
                  </a:lnTo>
                  <a:lnTo>
                    <a:pt x="85507" y="63966"/>
                  </a:lnTo>
                  <a:lnTo>
                    <a:pt x="83901" y="64703"/>
                  </a:lnTo>
                  <a:lnTo>
                    <a:pt x="82544" y="64557"/>
                  </a:lnTo>
                  <a:lnTo>
                    <a:pt x="81622" y="65482"/>
                  </a:lnTo>
                  <a:lnTo>
                    <a:pt x="80299" y="66414"/>
                  </a:lnTo>
                  <a:lnTo>
                    <a:pt x="77436" y="65776"/>
                  </a:lnTo>
                  <a:lnTo>
                    <a:pt x="76456" y="65883"/>
                  </a:lnTo>
                  <a:lnTo>
                    <a:pt x="74578" y="65043"/>
                  </a:lnTo>
                  <a:lnTo>
                    <a:pt x="73819" y="65486"/>
                  </a:lnTo>
                  <a:lnTo>
                    <a:pt x="73015" y="66723"/>
                  </a:lnTo>
                  <a:lnTo>
                    <a:pt x="71903" y="71575"/>
                  </a:lnTo>
                  <a:lnTo>
                    <a:pt x="71449" y="72712"/>
                  </a:lnTo>
                  <a:lnTo>
                    <a:pt x="71244" y="73817"/>
                  </a:lnTo>
                  <a:lnTo>
                    <a:pt x="71074" y="76178"/>
                  </a:lnTo>
                  <a:lnTo>
                    <a:pt x="70649" y="78674"/>
                  </a:lnTo>
                  <a:lnTo>
                    <a:pt x="70100" y="80643"/>
                  </a:lnTo>
                  <a:lnTo>
                    <a:pt x="69709" y="82467"/>
                  </a:lnTo>
                  <a:lnTo>
                    <a:pt x="68903" y="84232"/>
                  </a:lnTo>
                  <a:lnTo>
                    <a:pt x="68155" y="85341"/>
                  </a:lnTo>
                  <a:lnTo>
                    <a:pt x="67576" y="83021"/>
                  </a:lnTo>
                  <a:lnTo>
                    <a:pt x="67074" y="83682"/>
                  </a:lnTo>
                  <a:lnTo>
                    <a:pt x="66599" y="84625"/>
                  </a:lnTo>
                  <a:lnTo>
                    <a:pt x="65692" y="84298"/>
                  </a:lnTo>
                  <a:lnTo>
                    <a:pt x="65134" y="84774"/>
                  </a:lnTo>
                  <a:lnTo>
                    <a:pt x="63862" y="86790"/>
                  </a:lnTo>
                  <a:lnTo>
                    <a:pt x="61989" y="86713"/>
                  </a:lnTo>
                  <a:lnTo>
                    <a:pt x="61785" y="86021"/>
                  </a:lnTo>
                  <a:lnTo>
                    <a:pt x="61414" y="80485"/>
                  </a:lnTo>
                  <a:lnTo>
                    <a:pt x="61089" y="77863"/>
                  </a:lnTo>
                  <a:lnTo>
                    <a:pt x="60820" y="77276"/>
                  </a:lnTo>
                  <a:lnTo>
                    <a:pt x="60486" y="77206"/>
                  </a:lnTo>
                  <a:lnTo>
                    <a:pt x="57796" y="81558"/>
                  </a:lnTo>
                  <a:lnTo>
                    <a:pt x="56549" y="82331"/>
                  </a:lnTo>
                  <a:lnTo>
                    <a:pt x="55522" y="82467"/>
                  </a:lnTo>
                  <a:lnTo>
                    <a:pt x="54187" y="81167"/>
                  </a:lnTo>
                  <a:lnTo>
                    <a:pt x="53894" y="81489"/>
                  </a:lnTo>
                  <a:lnTo>
                    <a:pt x="53663" y="82193"/>
                  </a:lnTo>
                  <a:lnTo>
                    <a:pt x="53568" y="83087"/>
                  </a:lnTo>
                  <a:lnTo>
                    <a:pt x="53958" y="85556"/>
                  </a:lnTo>
                  <a:lnTo>
                    <a:pt x="53849" y="86042"/>
                  </a:lnTo>
                  <a:lnTo>
                    <a:pt x="53246" y="86002"/>
                  </a:lnTo>
                  <a:lnTo>
                    <a:pt x="52401" y="86572"/>
                  </a:lnTo>
                  <a:lnTo>
                    <a:pt x="51759" y="87707"/>
                  </a:lnTo>
                  <a:lnTo>
                    <a:pt x="49825" y="91695"/>
                  </a:lnTo>
                  <a:lnTo>
                    <a:pt x="48198" y="93030"/>
                  </a:lnTo>
                  <a:lnTo>
                    <a:pt x="46684" y="93554"/>
                  </a:lnTo>
                  <a:lnTo>
                    <a:pt x="46062" y="93995"/>
                  </a:lnTo>
                  <a:lnTo>
                    <a:pt x="45785" y="94476"/>
                  </a:lnTo>
                  <a:lnTo>
                    <a:pt x="45277" y="96376"/>
                  </a:lnTo>
                  <a:lnTo>
                    <a:pt x="44756" y="99357"/>
                  </a:lnTo>
                  <a:lnTo>
                    <a:pt x="44483" y="100812"/>
                  </a:lnTo>
                  <a:lnTo>
                    <a:pt x="44282" y="101655"/>
                  </a:lnTo>
                  <a:lnTo>
                    <a:pt x="44325" y="102757"/>
                  </a:lnTo>
                  <a:lnTo>
                    <a:pt x="44736" y="104184"/>
                  </a:lnTo>
                  <a:lnTo>
                    <a:pt x="45045" y="107377"/>
                  </a:lnTo>
                  <a:lnTo>
                    <a:pt x="44972" y="108204"/>
                  </a:lnTo>
                  <a:lnTo>
                    <a:pt x="44642" y="109540"/>
                  </a:lnTo>
                  <a:lnTo>
                    <a:pt x="44163" y="110850"/>
                  </a:lnTo>
                  <a:lnTo>
                    <a:pt x="43132" y="111640"/>
                  </a:lnTo>
                  <a:lnTo>
                    <a:pt x="42324" y="112035"/>
                  </a:lnTo>
                  <a:lnTo>
                    <a:pt x="41785" y="111776"/>
                  </a:lnTo>
                  <a:lnTo>
                    <a:pt x="40774" y="111689"/>
                  </a:lnTo>
                  <a:lnTo>
                    <a:pt x="39976" y="112217"/>
                  </a:lnTo>
                  <a:lnTo>
                    <a:pt x="39483" y="113114"/>
                  </a:lnTo>
                  <a:lnTo>
                    <a:pt x="38510" y="114231"/>
                  </a:lnTo>
                  <a:lnTo>
                    <a:pt x="37302" y="114604"/>
                  </a:lnTo>
                  <a:lnTo>
                    <a:pt x="35765" y="114747"/>
                  </a:lnTo>
                  <a:lnTo>
                    <a:pt x="35026" y="114649"/>
                  </a:lnTo>
                  <a:lnTo>
                    <a:pt x="32790" y="113893"/>
                  </a:lnTo>
                  <a:lnTo>
                    <a:pt x="32054" y="114153"/>
                  </a:lnTo>
                  <a:lnTo>
                    <a:pt x="31351" y="114739"/>
                  </a:lnTo>
                  <a:lnTo>
                    <a:pt x="30077" y="115345"/>
                  </a:lnTo>
                  <a:lnTo>
                    <a:pt x="29399" y="117210"/>
                  </a:lnTo>
                  <a:lnTo>
                    <a:pt x="29039" y="118926"/>
                  </a:lnTo>
                  <a:lnTo>
                    <a:pt x="28849" y="119167"/>
                  </a:lnTo>
                  <a:lnTo>
                    <a:pt x="28055" y="117594"/>
                  </a:lnTo>
                  <a:lnTo>
                    <a:pt x="27447" y="116119"/>
                  </a:lnTo>
                  <a:lnTo>
                    <a:pt x="27049" y="114893"/>
                  </a:lnTo>
                  <a:lnTo>
                    <a:pt x="26552" y="114929"/>
                  </a:lnTo>
                  <a:lnTo>
                    <a:pt x="24772" y="117155"/>
                  </a:lnTo>
                  <a:lnTo>
                    <a:pt x="24510" y="117085"/>
                  </a:lnTo>
                  <a:lnTo>
                    <a:pt x="24001" y="116239"/>
                  </a:lnTo>
                  <a:lnTo>
                    <a:pt x="24094" y="114137"/>
                  </a:lnTo>
                  <a:lnTo>
                    <a:pt x="24064" y="112800"/>
                  </a:lnTo>
                  <a:lnTo>
                    <a:pt x="23491" y="112088"/>
                  </a:lnTo>
                  <a:lnTo>
                    <a:pt x="22276" y="111911"/>
                  </a:lnTo>
                  <a:lnTo>
                    <a:pt x="21863" y="111150"/>
                  </a:lnTo>
                  <a:lnTo>
                    <a:pt x="21887" y="110019"/>
                  </a:lnTo>
                  <a:lnTo>
                    <a:pt x="21998" y="108933"/>
                  </a:lnTo>
                  <a:lnTo>
                    <a:pt x="21860" y="108096"/>
                  </a:lnTo>
                  <a:lnTo>
                    <a:pt x="21546" y="107461"/>
                  </a:lnTo>
                  <a:lnTo>
                    <a:pt x="20911" y="107633"/>
                  </a:lnTo>
                  <a:lnTo>
                    <a:pt x="20183" y="108494"/>
                  </a:lnTo>
                  <a:lnTo>
                    <a:pt x="19647" y="109481"/>
                  </a:lnTo>
                  <a:lnTo>
                    <a:pt x="18973" y="109938"/>
                  </a:lnTo>
                  <a:lnTo>
                    <a:pt x="18159" y="110123"/>
                  </a:lnTo>
                  <a:lnTo>
                    <a:pt x="17650" y="110719"/>
                  </a:lnTo>
                  <a:lnTo>
                    <a:pt x="17071" y="113128"/>
                  </a:lnTo>
                  <a:lnTo>
                    <a:pt x="15095" y="113635"/>
                  </a:lnTo>
                  <a:lnTo>
                    <a:pt x="14458" y="113087"/>
                  </a:lnTo>
                  <a:lnTo>
                    <a:pt x="13935" y="111373"/>
                  </a:lnTo>
                  <a:lnTo>
                    <a:pt x="13254" y="108621"/>
                  </a:lnTo>
                  <a:lnTo>
                    <a:pt x="12871" y="108282"/>
                  </a:lnTo>
                  <a:lnTo>
                    <a:pt x="12229" y="107943"/>
                  </a:lnTo>
                  <a:lnTo>
                    <a:pt x="11180" y="108104"/>
                  </a:lnTo>
                  <a:lnTo>
                    <a:pt x="9764" y="109264"/>
                  </a:lnTo>
                  <a:lnTo>
                    <a:pt x="9423" y="108308"/>
                  </a:lnTo>
                  <a:lnTo>
                    <a:pt x="9056" y="108037"/>
                  </a:lnTo>
                  <a:lnTo>
                    <a:pt x="8726" y="108823"/>
                  </a:lnTo>
                  <a:lnTo>
                    <a:pt x="8388" y="108734"/>
                  </a:lnTo>
                  <a:lnTo>
                    <a:pt x="6987" y="108956"/>
                  </a:lnTo>
                  <a:lnTo>
                    <a:pt x="5219" y="108848"/>
                  </a:lnTo>
                  <a:lnTo>
                    <a:pt x="4209" y="108311"/>
                  </a:lnTo>
                  <a:lnTo>
                    <a:pt x="3554" y="108344"/>
                  </a:lnTo>
                  <a:lnTo>
                    <a:pt x="2251" y="109576"/>
                  </a:lnTo>
                  <a:lnTo>
                    <a:pt x="1561" y="109565"/>
                  </a:lnTo>
                  <a:lnTo>
                    <a:pt x="659" y="109791"/>
                  </a:lnTo>
                  <a:lnTo>
                    <a:pt x="491" y="105623"/>
                  </a:lnTo>
                  <a:lnTo>
                    <a:pt x="0" y="102809"/>
                  </a:lnTo>
                  <a:lnTo>
                    <a:pt x="150" y="100859"/>
                  </a:lnTo>
                  <a:lnTo>
                    <a:pt x="477" y="98179"/>
                  </a:lnTo>
                  <a:lnTo>
                    <a:pt x="751" y="96679"/>
                  </a:lnTo>
                  <a:lnTo>
                    <a:pt x="1310" y="97314"/>
                  </a:lnTo>
                  <a:lnTo>
                    <a:pt x="1949" y="98416"/>
                  </a:lnTo>
                  <a:lnTo>
                    <a:pt x="2376" y="98122"/>
                  </a:lnTo>
                  <a:lnTo>
                    <a:pt x="2487" y="97214"/>
                  </a:lnTo>
                  <a:lnTo>
                    <a:pt x="2325" y="96027"/>
                  </a:lnTo>
                  <a:lnTo>
                    <a:pt x="2303" y="95136"/>
                  </a:lnTo>
                  <a:lnTo>
                    <a:pt x="2543" y="93966"/>
                  </a:lnTo>
                  <a:lnTo>
                    <a:pt x="2895" y="92874"/>
                  </a:lnTo>
                  <a:lnTo>
                    <a:pt x="5154" y="91081"/>
                  </a:lnTo>
                  <a:lnTo>
                    <a:pt x="7091" y="89773"/>
                  </a:lnTo>
                  <a:lnTo>
                    <a:pt x="8098" y="90645"/>
                  </a:lnTo>
                  <a:lnTo>
                    <a:pt x="10049" y="92652"/>
                  </a:lnTo>
                  <a:lnTo>
                    <a:pt x="11053" y="93685"/>
                  </a:lnTo>
                  <a:lnTo>
                    <a:pt x="11750" y="94295"/>
                  </a:lnTo>
                  <a:lnTo>
                    <a:pt x="12363" y="97230"/>
                  </a:lnTo>
                  <a:lnTo>
                    <a:pt x="12764" y="97094"/>
                  </a:lnTo>
                  <a:lnTo>
                    <a:pt x="13171" y="96503"/>
                  </a:lnTo>
                  <a:lnTo>
                    <a:pt x="13411" y="95780"/>
                  </a:lnTo>
                  <a:lnTo>
                    <a:pt x="13605" y="93284"/>
                  </a:lnTo>
                  <a:lnTo>
                    <a:pt x="14511" y="91874"/>
                  </a:lnTo>
                  <a:lnTo>
                    <a:pt x="16509" y="90206"/>
                  </a:lnTo>
                  <a:lnTo>
                    <a:pt x="16649" y="89230"/>
                  </a:lnTo>
                  <a:lnTo>
                    <a:pt x="16621" y="88691"/>
                  </a:lnTo>
                  <a:lnTo>
                    <a:pt x="16934" y="88218"/>
                  </a:lnTo>
                  <a:lnTo>
                    <a:pt x="17933" y="87735"/>
                  </a:lnTo>
                  <a:lnTo>
                    <a:pt x="19953" y="87272"/>
                  </a:lnTo>
                  <a:lnTo>
                    <a:pt x="20641" y="87618"/>
                  </a:lnTo>
                  <a:lnTo>
                    <a:pt x="21422" y="88599"/>
                  </a:lnTo>
                  <a:lnTo>
                    <a:pt x="22027" y="89574"/>
                  </a:lnTo>
                  <a:lnTo>
                    <a:pt x="22605" y="89537"/>
                  </a:lnTo>
                  <a:lnTo>
                    <a:pt x="23080" y="89333"/>
                  </a:lnTo>
                  <a:lnTo>
                    <a:pt x="23282" y="89603"/>
                  </a:lnTo>
                  <a:lnTo>
                    <a:pt x="23435" y="90472"/>
                  </a:lnTo>
                  <a:lnTo>
                    <a:pt x="23682" y="91248"/>
                  </a:lnTo>
                  <a:lnTo>
                    <a:pt x="24452" y="90193"/>
                  </a:lnTo>
                  <a:lnTo>
                    <a:pt x="25152" y="88826"/>
                  </a:lnTo>
                  <a:lnTo>
                    <a:pt x="25703" y="88629"/>
                  </a:lnTo>
                  <a:lnTo>
                    <a:pt x="26212" y="88108"/>
                  </a:lnTo>
                  <a:lnTo>
                    <a:pt x="26360" y="87195"/>
                  </a:lnTo>
                  <a:lnTo>
                    <a:pt x="26759" y="85682"/>
                  </a:lnTo>
                  <a:lnTo>
                    <a:pt x="27900" y="82789"/>
                  </a:lnTo>
                  <a:lnTo>
                    <a:pt x="28492" y="82321"/>
                  </a:lnTo>
                  <a:lnTo>
                    <a:pt x="28876" y="82323"/>
                  </a:lnTo>
                  <a:lnTo>
                    <a:pt x="28894" y="82789"/>
                  </a:lnTo>
                  <a:lnTo>
                    <a:pt x="29080" y="83214"/>
                  </a:lnTo>
                  <a:lnTo>
                    <a:pt x="30077" y="83881"/>
                  </a:lnTo>
                  <a:lnTo>
                    <a:pt x="30380" y="83121"/>
                  </a:lnTo>
                  <a:lnTo>
                    <a:pt x="30541" y="82066"/>
                  </a:lnTo>
                  <a:lnTo>
                    <a:pt x="30192" y="80392"/>
                  </a:lnTo>
                  <a:lnTo>
                    <a:pt x="30186" y="79691"/>
                  </a:lnTo>
                  <a:lnTo>
                    <a:pt x="30316" y="79050"/>
                  </a:lnTo>
                  <a:lnTo>
                    <a:pt x="30503" y="78668"/>
                  </a:lnTo>
                  <a:lnTo>
                    <a:pt x="32094" y="80255"/>
                  </a:lnTo>
                  <a:lnTo>
                    <a:pt x="32446" y="80223"/>
                  </a:lnTo>
                  <a:lnTo>
                    <a:pt x="33171" y="79332"/>
                  </a:lnTo>
                  <a:lnTo>
                    <a:pt x="33837" y="77763"/>
                  </a:lnTo>
                  <a:lnTo>
                    <a:pt x="34077" y="76531"/>
                  </a:lnTo>
                  <a:lnTo>
                    <a:pt x="37337" y="72523"/>
                  </a:lnTo>
                  <a:lnTo>
                    <a:pt x="37568" y="71796"/>
                  </a:lnTo>
                  <a:lnTo>
                    <a:pt x="37522" y="71268"/>
                  </a:lnTo>
                  <a:lnTo>
                    <a:pt x="36156" y="70334"/>
                  </a:lnTo>
                  <a:lnTo>
                    <a:pt x="35540" y="70857"/>
                  </a:lnTo>
                  <a:lnTo>
                    <a:pt x="34969" y="70859"/>
                  </a:lnTo>
                  <a:lnTo>
                    <a:pt x="34627" y="70274"/>
                  </a:lnTo>
                  <a:lnTo>
                    <a:pt x="32967" y="70044"/>
                  </a:lnTo>
                  <a:lnTo>
                    <a:pt x="32602" y="69634"/>
                  </a:lnTo>
                  <a:lnTo>
                    <a:pt x="31502" y="66742"/>
                  </a:lnTo>
                  <a:lnTo>
                    <a:pt x="30746" y="65641"/>
                  </a:lnTo>
                  <a:lnTo>
                    <a:pt x="30138" y="64916"/>
                  </a:lnTo>
                  <a:lnTo>
                    <a:pt x="29473" y="65020"/>
                  </a:lnTo>
                  <a:lnTo>
                    <a:pt x="28686" y="65779"/>
                  </a:lnTo>
                  <a:lnTo>
                    <a:pt x="28439" y="65434"/>
                  </a:lnTo>
                  <a:lnTo>
                    <a:pt x="28375" y="64225"/>
                  </a:lnTo>
                  <a:lnTo>
                    <a:pt x="28378" y="62700"/>
                  </a:lnTo>
                  <a:lnTo>
                    <a:pt x="28217" y="61067"/>
                  </a:lnTo>
                  <a:lnTo>
                    <a:pt x="27748" y="60688"/>
                  </a:lnTo>
                  <a:lnTo>
                    <a:pt x="27142" y="61332"/>
                  </a:lnTo>
                  <a:lnTo>
                    <a:pt x="26239" y="60673"/>
                  </a:lnTo>
                  <a:lnTo>
                    <a:pt x="25471" y="60438"/>
                  </a:lnTo>
                  <a:lnTo>
                    <a:pt x="25273" y="57000"/>
                  </a:lnTo>
                  <a:lnTo>
                    <a:pt x="24963" y="55532"/>
                  </a:lnTo>
                  <a:lnTo>
                    <a:pt x="24643" y="53993"/>
                  </a:lnTo>
                  <a:lnTo>
                    <a:pt x="24309" y="53553"/>
                  </a:lnTo>
                  <a:lnTo>
                    <a:pt x="23760" y="52785"/>
                  </a:lnTo>
                  <a:lnTo>
                    <a:pt x="23728" y="50966"/>
                  </a:lnTo>
                  <a:lnTo>
                    <a:pt x="23611" y="50451"/>
                  </a:lnTo>
                  <a:lnTo>
                    <a:pt x="23417" y="50208"/>
                  </a:lnTo>
                  <a:lnTo>
                    <a:pt x="23153" y="50416"/>
                  </a:lnTo>
                  <a:lnTo>
                    <a:pt x="22814" y="51329"/>
                  </a:lnTo>
                  <a:lnTo>
                    <a:pt x="22981" y="53334"/>
                  </a:lnTo>
                  <a:lnTo>
                    <a:pt x="22853" y="55343"/>
                  </a:lnTo>
                  <a:lnTo>
                    <a:pt x="22654" y="56353"/>
                  </a:lnTo>
                  <a:lnTo>
                    <a:pt x="22270" y="57098"/>
                  </a:lnTo>
                  <a:lnTo>
                    <a:pt x="21831" y="57115"/>
                  </a:lnTo>
                  <a:lnTo>
                    <a:pt x="21071" y="56098"/>
                  </a:lnTo>
                  <a:lnTo>
                    <a:pt x="20951" y="62181"/>
                  </a:lnTo>
                  <a:lnTo>
                    <a:pt x="20803" y="62555"/>
                  </a:lnTo>
                  <a:lnTo>
                    <a:pt x="19897" y="61695"/>
                  </a:lnTo>
                  <a:lnTo>
                    <a:pt x="19172" y="62065"/>
                  </a:lnTo>
                  <a:lnTo>
                    <a:pt x="18089" y="61690"/>
                  </a:lnTo>
                  <a:lnTo>
                    <a:pt x="17274" y="60688"/>
                  </a:lnTo>
                  <a:lnTo>
                    <a:pt x="16665" y="60409"/>
                  </a:lnTo>
                  <a:lnTo>
                    <a:pt x="15683" y="59555"/>
                  </a:lnTo>
                  <a:lnTo>
                    <a:pt x="14933" y="58444"/>
                  </a:lnTo>
                  <a:lnTo>
                    <a:pt x="14471" y="54365"/>
                  </a:lnTo>
                  <a:lnTo>
                    <a:pt x="14033" y="52909"/>
                  </a:lnTo>
                  <a:lnTo>
                    <a:pt x="13620" y="52598"/>
                  </a:lnTo>
                  <a:lnTo>
                    <a:pt x="11942" y="54007"/>
                  </a:lnTo>
                  <a:lnTo>
                    <a:pt x="11331" y="52917"/>
                  </a:lnTo>
                  <a:lnTo>
                    <a:pt x="10199" y="51520"/>
                  </a:lnTo>
                  <a:lnTo>
                    <a:pt x="9342" y="50999"/>
                  </a:lnTo>
                  <a:lnTo>
                    <a:pt x="9112" y="50244"/>
                  </a:lnTo>
                  <a:lnTo>
                    <a:pt x="9150" y="49315"/>
                  </a:lnTo>
                  <a:lnTo>
                    <a:pt x="11785" y="44776"/>
                  </a:lnTo>
                  <a:lnTo>
                    <a:pt x="12822" y="41651"/>
                  </a:lnTo>
                  <a:lnTo>
                    <a:pt x="13476" y="40331"/>
                  </a:lnTo>
                  <a:lnTo>
                    <a:pt x="14407" y="39452"/>
                  </a:lnTo>
                  <a:lnTo>
                    <a:pt x="15134" y="38937"/>
                  </a:lnTo>
                  <a:lnTo>
                    <a:pt x="15504" y="36072"/>
                  </a:lnTo>
                  <a:lnTo>
                    <a:pt x="15646" y="35741"/>
                  </a:lnTo>
                  <a:lnTo>
                    <a:pt x="16162" y="35529"/>
                  </a:lnTo>
                  <a:lnTo>
                    <a:pt x="17334" y="34353"/>
                  </a:lnTo>
                  <a:lnTo>
                    <a:pt x="19221" y="31838"/>
                  </a:lnTo>
                  <a:lnTo>
                    <a:pt x="19258" y="31147"/>
                  </a:lnTo>
                  <a:lnTo>
                    <a:pt x="19069" y="30551"/>
                  </a:lnTo>
                  <a:lnTo>
                    <a:pt x="18274" y="29264"/>
                  </a:lnTo>
                  <a:lnTo>
                    <a:pt x="17371" y="28240"/>
                  </a:lnTo>
                  <a:lnTo>
                    <a:pt x="16822" y="28775"/>
                  </a:lnTo>
                  <a:lnTo>
                    <a:pt x="16513" y="29303"/>
                  </a:lnTo>
                  <a:lnTo>
                    <a:pt x="15994" y="27973"/>
                  </a:lnTo>
                  <a:lnTo>
                    <a:pt x="15994" y="26605"/>
                  </a:lnTo>
                  <a:lnTo>
                    <a:pt x="16566" y="24259"/>
                  </a:lnTo>
                  <a:lnTo>
                    <a:pt x="17043" y="23086"/>
                  </a:lnTo>
                  <a:lnTo>
                    <a:pt x="17243" y="20829"/>
                  </a:lnTo>
                  <a:lnTo>
                    <a:pt x="17924" y="19320"/>
                  </a:lnTo>
                  <a:lnTo>
                    <a:pt x="18633" y="16929"/>
                  </a:lnTo>
                  <a:lnTo>
                    <a:pt x="19492" y="14976"/>
                  </a:lnTo>
                  <a:lnTo>
                    <a:pt x="21082" y="13510"/>
                  </a:lnTo>
                  <a:lnTo>
                    <a:pt x="21968" y="13989"/>
                  </a:lnTo>
                  <a:lnTo>
                    <a:pt x="22800" y="13643"/>
                  </a:lnTo>
                  <a:lnTo>
                    <a:pt x="24088" y="12454"/>
                  </a:lnTo>
                  <a:lnTo>
                    <a:pt x="24336" y="12377"/>
                  </a:lnTo>
                  <a:lnTo>
                    <a:pt x="24877" y="12357"/>
                  </a:lnTo>
                  <a:lnTo>
                    <a:pt x="28194" y="14174"/>
                  </a:lnTo>
                  <a:lnTo>
                    <a:pt x="29289" y="14263"/>
                  </a:lnTo>
                  <a:lnTo>
                    <a:pt x="31860" y="16625"/>
                  </a:lnTo>
                  <a:lnTo>
                    <a:pt x="33042" y="17137"/>
                  </a:lnTo>
                  <a:lnTo>
                    <a:pt x="33876" y="17802"/>
                  </a:lnTo>
                  <a:lnTo>
                    <a:pt x="34256" y="18820"/>
                  </a:lnTo>
                  <a:lnTo>
                    <a:pt x="34858" y="20071"/>
                  </a:lnTo>
                  <a:lnTo>
                    <a:pt x="38086" y="21083"/>
                  </a:lnTo>
                  <a:lnTo>
                    <a:pt x="38971" y="21756"/>
                  </a:lnTo>
                  <a:lnTo>
                    <a:pt x="39290" y="22852"/>
                  </a:lnTo>
                  <a:lnTo>
                    <a:pt x="40209" y="24248"/>
                  </a:lnTo>
                  <a:lnTo>
                    <a:pt x="40991" y="24565"/>
                  </a:lnTo>
                  <a:lnTo>
                    <a:pt x="40307" y="19114"/>
                  </a:lnTo>
                  <a:lnTo>
                    <a:pt x="40580" y="15878"/>
                  </a:lnTo>
                  <a:lnTo>
                    <a:pt x="41599" y="7020"/>
                  </a:lnTo>
                  <a:lnTo>
                    <a:pt x="42135" y="5687"/>
                  </a:lnTo>
                  <a:lnTo>
                    <a:pt x="43160" y="4505"/>
                  </a:lnTo>
                  <a:lnTo>
                    <a:pt x="44770" y="3185"/>
                  </a:lnTo>
                  <a:lnTo>
                    <a:pt x="45377" y="1340"/>
                  </a:lnTo>
                  <a:lnTo>
                    <a:pt x="46694" y="1529"/>
                  </a:lnTo>
                  <a:lnTo>
                    <a:pt x="47268" y="1367"/>
                  </a:lnTo>
                  <a:lnTo>
                    <a:pt x="47661" y="1037"/>
                  </a:lnTo>
                  <a:lnTo>
                    <a:pt x="47875" y="0"/>
                  </a:lnTo>
                  <a:lnTo>
                    <a:pt x="49363" y="1800"/>
                  </a:lnTo>
                  <a:lnTo>
                    <a:pt x="51848" y="5442"/>
                  </a:lnTo>
                  <a:lnTo>
                    <a:pt x="53725" y="7747"/>
                  </a:lnTo>
                  <a:lnTo>
                    <a:pt x="55937" y="9928"/>
                  </a:lnTo>
                  <a:lnTo>
                    <a:pt x="59000" y="11920"/>
                  </a:lnTo>
                  <a:lnTo>
                    <a:pt x="61590" y="12581"/>
                  </a:lnTo>
                  <a:lnTo>
                    <a:pt x="62033" y="12112"/>
                  </a:lnTo>
                  <a:lnTo>
                    <a:pt x="63069" y="9085"/>
                  </a:lnTo>
                  <a:lnTo>
                    <a:pt x="63558" y="8949"/>
                  </a:lnTo>
                  <a:lnTo>
                    <a:pt x="64441" y="9215"/>
                  </a:lnTo>
                  <a:lnTo>
                    <a:pt x="67190" y="9356"/>
                  </a:lnTo>
                  <a:lnTo>
                    <a:pt x="69988" y="9499"/>
                  </a:lnTo>
                  <a:lnTo>
                    <a:pt x="71308" y="9206"/>
                  </a:lnTo>
                  <a:lnTo>
                    <a:pt x="74168" y="7945"/>
                  </a:lnTo>
                  <a:lnTo>
                    <a:pt x="74592" y="7883"/>
                  </a:lnTo>
                  <a:lnTo>
                    <a:pt x="75257" y="7970"/>
                  </a:lnTo>
                  <a:lnTo>
                    <a:pt x="76971" y="9684"/>
                  </a:lnTo>
                  <a:lnTo>
                    <a:pt x="78250" y="9926"/>
                  </a:lnTo>
                  <a:lnTo>
                    <a:pt x="79122" y="9917"/>
                  </a:lnTo>
                  <a:lnTo>
                    <a:pt x="79630" y="10056"/>
                  </a:lnTo>
                  <a:lnTo>
                    <a:pt x="80691" y="9991"/>
                  </a:lnTo>
                  <a:lnTo>
                    <a:pt x="82413" y="10199"/>
                  </a:lnTo>
                  <a:lnTo>
                    <a:pt x="84542" y="11313"/>
                  </a:lnTo>
                  <a:lnTo>
                    <a:pt x="87108" y="11111"/>
                  </a:lnTo>
                  <a:lnTo>
                    <a:pt x="87934" y="10900"/>
                  </a:lnTo>
                  <a:lnTo>
                    <a:pt x="89360" y="11102"/>
                  </a:lnTo>
                  <a:lnTo>
                    <a:pt x="90495" y="12164"/>
                  </a:lnTo>
                  <a:lnTo>
                    <a:pt x="91929" y="13284"/>
                  </a:lnTo>
                  <a:lnTo>
                    <a:pt x="92830" y="13754"/>
                  </a:lnTo>
                  <a:lnTo>
                    <a:pt x="93433" y="13996"/>
                  </a:lnTo>
                  <a:lnTo>
                    <a:pt x="94509" y="14081"/>
                  </a:lnTo>
                  <a:lnTo>
                    <a:pt x="95151" y="13729"/>
                  </a:lnTo>
                  <a:lnTo>
                    <a:pt x="95518" y="14223"/>
                  </a:lnTo>
                  <a:lnTo>
                    <a:pt x="95885" y="16971"/>
                  </a:lnTo>
                  <a:lnTo>
                    <a:pt x="96774" y="18779"/>
                  </a:lnTo>
                  <a:lnTo>
                    <a:pt x="97469" y="20482"/>
                  </a:lnTo>
                  <a:lnTo>
                    <a:pt x="98050" y="22365"/>
                  </a:lnTo>
                  <a:lnTo>
                    <a:pt x="98646" y="23131"/>
                  </a:lnTo>
                  <a:lnTo>
                    <a:pt x="99687" y="23158"/>
                  </a:lnTo>
                  <a:lnTo>
                    <a:pt x="101657" y="23695"/>
                  </a:lnTo>
                  <a:lnTo>
                    <a:pt x="102789" y="24444"/>
                  </a:lnTo>
                  <a:lnTo>
                    <a:pt x="104233" y="276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3500441" y="2455574"/>
              <a:ext cx="2103" cy="2835"/>
            </a:xfrm>
            <a:custGeom>
              <a:avLst/>
              <a:pathLst>
                <a:path w="2103" h="2835">
                  <a:moveTo>
                    <a:pt x="2103" y="1696"/>
                  </a:moveTo>
                  <a:lnTo>
                    <a:pt x="2071" y="1089"/>
                  </a:lnTo>
                  <a:lnTo>
                    <a:pt x="1743" y="805"/>
                  </a:lnTo>
                  <a:lnTo>
                    <a:pt x="810" y="476"/>
                  </a:lnTo>
                  <a:lnTo>
                    <a:pt x="143" y="8"/>
                  </a:lnTo>
                  <a:lnTo>
                    <a:pt x="0" y="0"/>
                  </a:lnTo>
                  <a:lnTo>
                    <a:pt x="61" y="581"/>
                  </a:lnTo>
                  <a:lnTo>
                    <a:pt x="344" y="1611"/>
                  </a:lnTo>
                  <a:lnTo>
                    <a:pt x="737" y="2712"/>
                  </a:lnTo>
                  <a:lnTo>
                    <a:pt x="1243" y="28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09"/>
            <p:cNvSpPr/>
            <p:nvPr/>
          </p:nvSpPr>
          <p:spPr>
            <a:xfrm>
              <a:off x="3511844" y="2452247"/>
              <a:ext cx="1163" cy="2605"/>
            </a:xfrm>
            <a:custGeom>
              <a:avLst/>
              <a:pathLst>
                <a:path w="1163" h="2605">
                  <a:moveTo>
                    <a:pt x="1064" y="1331"/>
                  </a:moveTo>
                  <a:lnTo>
                    <a:pt x="1163" y="0"/>
                  </a:lnTo>
                  <a:lnTo>
                    <a:pt x="926" y="60"/>
                  </a:lnTo>
                  <a:lnTo>
                    <a:pt x="649" y="424"/>
                  </a:lnTo>
                  <a:lnTo>
                    <a:pt x="118" y="787"/>
                  </a:lnTo>
                  <a:lnTo>
                    <a:pt x="0" y="1454"/>
                  </a:lnTo>
                  <a:lnTo>
                    <a:pt x="354" y="2301"/>
                  </a:lnTo>
                  <a:lnTo>
                    <a:pt x="807" y="26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3505034" y="2447608"/>
              <a:ext cx="2577" cy="7944"/>
            </a:xfrm>
            <a:custGeom>
              <a:avLst/>
              <a:pathLst>
                <a:path w="2577" h="7944">
                  <a:moveTo>
                    <a:pt x="2360" y="7674"/>
                  </a:moveTo>
                  <a:lnTo>
                    <a:pt x="2451" y="7254"/>
                  </a:lnTo>
                  <a:lnTo>
                    <a:pt x="2102" y="5096"/>
                  </a:lnTo>
                  <a:lnTo>
                    <a:pt x="2577" y="3077"/>
                  </a:lnTo>
                  <a:lnTo>
                    <a:pt x="1630" y="2737"/>
                  </a:lnTo>
                  <a:lnTo>
                    <a:pt x="1150" y="2139"/>
                  </a:lnTo>
                  <a:lnTo>
                    <a:pt x="610" y="92"/>
                  </a:lnTo>
                  <a:lnTo>
                    <a:pt x="430" y="0"/>
                  </a:lnTo>
                  <a:lnTo>
                    <a:pt x="150" y="562"/>
                  </a:lnTo>
                  <a:lnTo>
                    <a:pt x="0" y="1900"/>
                  </a:lnTo>
                  <a:lnTo>
                    <a:pt x="132" y="3351"/>
                  </a:lnTo>
                  <a:lnTo>
                    <a:pt x="517" y="4329"/>
                  </a:lnTo>
                  <a:lnTo>
                    <a:pt x="809" y="4720"/>
                  </a:lnTo>
                  <a:lnTo>
                    <a:pt x="798" y="5199"/>
                  </a:lnTo>
                  <a:lnTo>
                    <a:pt x="490" y="7599"/>
                  </a:lnTo>
                  <a:lnTo>
                    <a:pt x="996" y="7900"/>
                  </a:lnTo>
                  <a:lnTo>
                    <a:pt x="1880" y="79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3815193" y="3315473"/>
              <a:ext cx="911" cy="3022"/>
            </a:xfrm>
            <a:custGeom>
              <a:avLst/>
              <a:pathLst>
                <a:path w="911" h="3022">
                  <a:moveTo>
                    <a:pt x="911" y="1875"/>
                  </a:moveTo>
                  <a:lnTo>
                    <a:pt x="560" y="3022"/>
                  </a:lnTo>
                  <a:lnTo>
                    <a:pt x="0" y="66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3812986" y="3297508"/>
              <a:ext cx="497" cy="3381"/>
            </a:xfrm>
            <a:custGeom>
              <a:avLst/>
              <a:pathLst>
                <a:path w="497" h="3381">
                  <a:moveTo>
                    <a:pt x="497" y="3099"/>
                  </a:moveTo>
                  <a:lnTo>
                    <a:pt x="326" y="3381"/>
                  </a:lnTo>
                  <a:lnTo>
                    <a:pt x="165" y="3373"/>
                  </a:lnTo>
                  <a:lnTo>
                    <a:pt x="0" y="2940"/>
                  </a:lnTo>
                  <a:lnTo>
                    <a:pt x="15" y="1236"/>
                  </a:lnTo>
                  <a:lnTo>
                    <a:pt x="136" y="196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3806510" y="3199549"/>
              <a:ext cx="50815" cy="126879"/>
            </a:xfrm>
            <a:custGeom>
              <a:avLst/>
              <a:pathLst>
                <a:path w="50815" h="126879">
                  <a:moveTo>
                    <a:pt x="20252" y="126879"/>
                  </a:moveTo>
                  <a:lnTo>
                    <a:pt x="18676" y="123036"/>
                  </a:lnTo>
                  <a:lnTo>
                    <a:pt x="15548" y="121696"/>
                  </a:lnTo>
                  <a:lnTo>
                    <a:pt x="15209" y="120002"/>
                  </a:lnTo>
                  <a:lnTo>
                    <a:pt x="14908" y="119672"/>
                  </a:lnTo>
                  <a:lnTo>
                    <a:pt x="14620" y="121875"/>
                  </a:lnTo>
                  <a:lnTo>
                    <a:pt x="12903" y="123991"/>
                  </a:lnTo>
                  <a:lnTo>
                    <a:pt x="12184" y="122713"/>
                  </a:lnTo>
                  <a:lnTo>
                    <a:pt x="11656" y="121164"/>
                  </a:lnTo>
                  <a:lnTo>
                    <a:pt x="11735" y="119271"/>
                  </a:lnTo>
                  <a:lnTo>
                    <a:pt x="12232" y="117724"/>
                  </a:lnTo>
                  <a:lnTo>
                    <a:pt x="13085" y="116614"/>
                  </a:lnTo>
                  <a:lnTo>
                    <a:pt x="13479" y="112727"/>
                  </a:lnTo>
                  <a:lnTo>
                    <a:pt x="12830" y="107747"/>
                  </a:lnTo>
                  <a:lnTo>
                    <a:pt x="12260" y="106297"/>
                  </a:lnTo>
                  <a:lnTo>
                    <a:pt x="11658" y="105147"/>
                  </a:lnTo>
                  <a:lnTo>
                    <a:pt x="11026" y="106999"/>
                  </a:lnTo>
                  <a:lnTo>
                    <a:pt x="10494" y="110168"/>
                  </a:lnTo>
                  <a:lnTo>
                    <a:pt x="9939" y="111798"/>
                  </a:lnTo>
                  <a:lnTo>
                    <a:pt x="9156" y="112162"/>
                  </a:lnTo>
                  <a:lnTo>
                    <a:pt x="8009" y="112030"/>
                  </a:lnTo>
                  <a:lnTo>
                    <a:pt x="7563" y="107301"/>
                  </a:lnTo>
                  <a:lnTo>
                    <a:pt x="7415" y="103244"/>
                  </a:lnTo>
                  <a:lnTo>
                    <a:pt x="7572" y="98614"/>
                  </a:lnTo>
                  <a:lnTo>
                    <a:pt x="7746" y="95869"/>
                  </a:lnTo>
                  <a:lnTo>
                    <a:pt x="6641" y="92086"/>
                  </a:lnTo>
                  <a:lnTo>
                    <a:pt x="6580" y="88484"/>
                  </a:lnTo>
                  <a:lnTo>
                    <a:pt x="6046" y="86625"/>
                  </a:lnTo>
                  <a:lnTo>
                    <a:pt x="5889" y="87565"/>
                  </a:lnTo>
                  <a:lnTo>
                    <a:pt x="5904" y="88599"/>
                  </a:lnTo>
                  <a:lnTo>
                    <a:pt x="5752" y="87849"/>
                  </a:lnTo>
                  <a:lnTo>
                    <a:pt x="4007" y="77279"/>
                  </a:lnTo>
                  <a:lnTo>
                    <a:pt x="3715" y="72377"/>
                  </a:lnTo>
                  <a:lnTo>
                    <a:pt x="4015" y="68603"/>
                  </a:lnTo>
                  <a:lnTo>
                    <a:pt x="4190" y="67336"/>
                  </a:lnTo>
                  <a:lnTo>
                    <a:pt x="3687" y="65349"/>
                  </a:lnTo>
                  <a:lnTo>
                    <a:pt x="2979" y="63091"/>
                  </a:lnTo>
                  <a:lnTo>
                    <a:pt x="1729" y="60135"/>
                  </a:lnTo>
                  <a:lnTo>
                    <a:pt x="1643" y="55456"/>
                  </a:lnTo>
                  <a:lnTo>
                    <a:pt x="1365" y="49939"/>
                  </a:lnTo>
                  <a:lnTo>
                    <a:pt x="989" y="48079"/>
                  </a:lnTo>
                  <a:lnTo>
                    <a:pt x="415" y="44681"/>
                  </a:lnTo>
                  <a:lnTo>
                    <a:pt x="106" y="41866"/>
                  </a:lnTo>
                  <a:lnTo>
                    <a:pt x="0" y="34427"/>
                  </a:lnTo>
                  <a:lnTo>
                    <a:pt x="159" y="33827"/>
                  </a:lnTo>
                  <a:lnTo>
                    <a:pt x="1045" y="33612"/>
                  </a:lnTo>
                  <a:lnTo>
                    <a:pt x="2183" y="33076"/>
                  </a:lnTo>
                  <a:lnTo>
                    <a:pt x="2363" y="31874"/>
                  </a:lnTo>
                  <a:lnTo>
                    <a:pt x="2163" y="30882"/>
                  </a:lnTo>
                  <a:lnTo>
                    <a:pt x="2890" y="29198"/>
                  </a:lnTo>
                  <a:lnTo>
                    <a:pt x="3933" y="25506"/>
                  </a:lnTo>
                  <a:lnTo>
                    <a:pt x="4740" y="21648"/>
                  </a:lnTo>
                  <a:lnTo>
                    <a:pt x="5321" y="19212"/>
                  </a:lnTo>
                  <a:lnTo>
                    <a:pt x="5667" y="16794"/>
                  </a:lnTo>
                  <a:lnTo>
                    <a:pt x="6838" y="13372"/>
                  </a:lnTo>
                  <a:lnTo>
                    <a:pt x="8456" y="11005"/>
                  </a:lnTo>
                  <a:lnTo>
                    <a:pt x="9553" y="10453"/>
                  </a:lnTo>
                  <a:lnTo>
                    <a:pt x="10697" y="9646"/>
                  </a:lnTo>
                  <a:lnTo>
                    <a:pt x="11792" y="8499"/>
                  </a:lnTo>
                  <a:lnTo>
                    <a:pt x="12311" y="8391"/>
                  </a:lnTo>
                  <a:lnTo>
                    <a:pt x="13672" y="9778"/>
                  </a:lnTo>
                  <a:lnTo>
                    <a:pt x="14407" y="10132"/>
                  </a:lnTo>
                  <a:lnTo>
                    <a:pt x="15179" y="10114"/>
                  </a:lnTo>
                  <a:lnTo>
                    <a:pt x="15978" y="10258"/>
                  </a:lnTo>
                  <a:lnTo>
                    <a:pt x="16675" y="10115"/>
                  </a:lnTo>
                  <a:lnTo>
                    <a:pt x="18342" y="9147"/>
                  </a:lnTo>
                  <a:lnTo>
                    <a:pt x="20110" y="9913"/>
                  </a:lnTo>
                  <a:lnTo>
                    <a:pt x="21688" y="9309"/>
                  </a:lnTo>
                  <a:lnTo>
                    <a:pt x="23642" y="8192"/>
                  </a:lnTo>
                  <a:lnTo>
                    <a:pt x="24602" y="8896"/>
                  </a:lnTo>
                  <a:lnTo>
                    <a:pt x="25476" y="10016"/>
                  </a:lnTo>
                  <a:lnTo>
                    <a:pt x="25598" y="12281"/>
                  </a:lnTo>
                  <a:lnTo>
                    <a:pt x="25800" y="13315"/>
                  </a:lnTo>
                  <a:lnTo>
                    <a:pt x="26091" y="14115"/>
                  </a:lnTo>
                  <a:lnTo>
                    <a:pt x="26479" y="14113"/>
                  </a:lnTo>
                  <a:lnTo>
                    <a:pt x="26978" y="12532"/>
                  </a:lnTo>
                  <a:lnTo>
                    <a:pt x="27393" y="10903"/>
                  </a:lnTo>
                  <a:lnTo>
                    <a:pt x="27529" y="10603"/>
                  </a:lnTo>
                  <a:lnTo>
                    <a:pt x="27551" y="11405"/>
                  </a:lnTo>
                  <a:lnTo>
                    <a:pt x="27757" y="13170"/>
                  </a:lnTo>
                  <a:lnTo>
                    <a:pt x="28129" y="14908"/>
                  </a:lnTo>
                  <a:lnTo>
                    <a:pt x="28505" y="16062"/>
                  </a:lnTo>
                  <a:lnTo>
                    <a:pt x="29133" y="17596"/>
                  </a:lnTo>
                  <a:lnTo>
                    <a:pt x="29542" y="17670"/>
                  </a:lnTo>
                  <a:lnTo>
                    <a:pt x="30877" y="16220"/>
                  </a:lnTo>
                  <a:lnTo>
                    <a:pt x="32878" y="18323"/>
                  </a:lnTo>
                  <a:lnTo>
                    <a:pt x="33112" y="19384"/>
                  </a:lnTo>
                  <a:lnTo>
                    <a:pt x="33760" y="21525"/>
                  </a:lnTo>
                  <a:lnTo>
                    <a:pt x="34462" y="23064"/>
                  </a:lnTo>
                  <a:lnTo>
                    <a:pt x="36023" y="23163"/>
                  </a:lnTo>
                  <a:lnTo>
                    <a:pt x="36579" y="19382"/>
                  </a:lnTo>
                  <a:lnTo>
                    <a:pt x="36310" y="17078"/>
                  </a:lnTo>
                  <a:lnTo>
                    <a:pt x="35420" y="13066"/>
                  </a:lnTo>
                  <a:lnTo>
                    <a:pt x="35178" y="10698"/>
                  </a:lnTo>
                  <a:lnTo>
                    <a:pt x="35461" y="10280"/>
                  </a:lnTo>
                  <a:lnTo>
                    <a:pt x="36969" y="9831"/>
                  </a:lnTo>
                  <a:lnTo>
                    <a:pt x="37214" y="9365"/>
                  </a:lnTo>
                  <a:lnTo>
                    <a:pt x="37547" y="6762"/>
                  </a:lnTo>
                  <a:lnTo>
                    <a:pt x="37957" y="7058"/>
                  </a:lnTo>
                  <a:lnTo>
                    <a:pt x="38793" y="7395"/>
                  </a:lnTo>
                  <a:lnTo>
                    <a:pt x="39678" y="5615"/>
                  </a:lnTo>
                  <a:lnTo>
                    <a:pt x="40201" y="3748"/>
                  </a:lnTo>
                  <a:lnTo>
                    <a:pt x="40487" y="4599"/>
                  </a:lnTo>
                  <a:lnTo>
                    <a:pt x="40799" y="5909"/>
                  </a:lnTo>
                  <a:lnTo>
                    <a:pt x="41141" y="6668"/>
                  </a:lnTo>
                  <a:lnTo>
                    <a:pt x="41778" y="7794"/>
                  </a:lnTo>
                  <a:lnTo>
                    <a:pt x="42477" y="9376"/>
                  </a:lnTo>
                  <a:lnTo>
                    <a:pt x="42913" y="10932"/>
                  </a:lnTo>
                  <a:lnTo>
                    <a:pt x="43263" y="11535"/>
                  </a:lnTo>
                  <a:lnTo>
                    <a:pt x="44159" y="11101"/>
                  </a:lnTo>
                  <a:lnTo>
                    <a:pt x="44399" y="11161"/>
                  </a:lnTo>
                  <a:lnTo>
                    <a:pt x="44919" y="9280"/>
                  </a:lnTo>
                  <a:lnTo>
                    <a:pt x="45284" y="8255"/>
                  </a:lnTo>
                  <a:lnTo>
                    <a:pt x="45594" y="8548"/>
                  </a:lnTo>
                  <a:lnTo>
                    <a:pt x="46046" y="8521"/>
                  </a:lnTo>
                  <a:lnTo>
                    <a:pt x="46981" y="6121"/>
                  </a:lnTo>
                  <a:lnTo>
                    <a:pt x="47516" y="3928"/>
                  </a:lnTo>
                  <a:lnTo>
                    <a:pt x="47808" y="3330"/>
                  </a:lnTo>
                  <a:lnTo>
                    <a:pt x="48646" y="4425"/>
                  </a:lnTo>
                  <a:lnTo>
                    <a:pt x="48981" y="4201"/>
                  </a:lnTo>
                  <a:lnTo>
                    <a:pt x="49466" y="1184"/>
                  </a:lnTo>
                  <a:lnTo>
                    <a:pt x="49988" y="0"/>
                  </a:lnTo>
                  <a:lnTo>
                    <a:pt x="50140" y="1628"/>
                  </a:lnTo>
                  <a:lnTo>
                    <a:pt x="49735" y="4707"/>
                  </a:lnTo>
                  <a:lnTo>
                    <a:pt x="49305" y="7501"/>
                  </a:lnTo>
                  <a:lnTo>
                    <a:pt x="48498" y="9939"/>
                  </a:lnTo>
                  <a:lnTo>
                    <a:pt x="48458" y="11737"/>
                  </a:lnTo>
                  <a:lnTo>
                    <a:pt x="48180" y="17093"/>
                  </a:lnTo>
                  <a:lnTo>
                    <a:pt x="48288" y="18798"/>
                  </a:lnTo>
                  <a:lnTo>
                    <a:pt x="48475" y="20258"/>
                  </a:lnTo>
                  <a:lnTo>
                    <a:pt x="48738" y="21040"/>
                  </a:lnTo>
                  <a:lnTo>
                    <a:pt x="49439" y="26282"/>
                  </a:lnTo>
                  <a:lnTo>
                    <a:pt x="50076" y="31052"/>
                  </a:lnTo>
                  <a:lnTo>
                    <a:pt x="50704" y="34968"/>
                  </a:lnTo>
                  <a:lnTo>
                    <a:pt x="50815" y="37447"/>
                  </a:lnTo>
                  <a:lnTo>
                    <a:pt x="50238" y="43721"/>
                  </a:lnTo>
                  <a:lnTo>
                    <a:pt x="49564" y="49486"/>
                  </a:lnTo>
                  <a:lnTo>
                    <a:pt x="49624" y="52360"/>
                  </a:lnTo>
                  <a:lnTo>
                    <a:pt x="49912" y="55237"/>
                  </a:lnTo>
                  <a:lnTo>
                    <a:pt x="50220" y="59073"/>
                  </a:lnTo>
                  <a:lnTo>
                    <a:pt x="50334" y="63976"/>
                  </a:lnTo>
                  <a:lnTo>
                    <a:pt x="50167" y="67173"/>
                  </a:lnTo>
                  <a:lnTo>
                    <a:pt x="49863" y="69160"/>
                  </a:lnTo>
                  <a:lnTo>
                    <a:pt x="49282" y="71194"/>
                  </a:lnTo>
                  <a:lnTo>
                    <a:pt x="48776" y="72235"/>
                  </a:lnTo>
                  <a:lnTo>
                    <a:pt x="48167" y="70505"/>
                  </a:lnTo>
                  <a:lnTo>
                    <a:pt x="47683" y="70430"/>
                  </a:lnTo>
                  <a:lnTo>
                    <a:pt x="47033" y="70949"/>
                  </a:lnTo>
                  <a:lnTo>
                    <a:pt x="46522" y="71745"/>
                  </a:lnTo>
                  <a:lnTo>
                    <a:pt x="45481" y="74735"/>
                  </a:lnTo>
                  <a:lnTo>
                    <a:pt x="44328" y="77642"/>
                  </a:lnTo>
                  <a:lnTo>
                    <a:pt x="42732" y="78385"/>
                  </a:lnTo>
                  <a:lnTo>
                    <a:pt x="42111" y="80544"/>
                  </a:lnTo>
                  <a:lnTo>
                    <a:pt x="41446" y="80842"/>
                  </a:lnTo>
                  <a:lnTo>
                    <a:pt x="40184" y="80951"/>
                  </a:lnTo>
                  <a:lnTo>
                    <a:pt x="39359" y="81456"/>
                  </a:lnTo>
                  <a:lnTo>
                    <a:pt x="39397" y="82541"/>
                  </a:lnTo>
                  <a:lnTo>
                    <a:pt x="39329" y="87663"/>
                  </a:lnTo>
                  <a:lnTo>
                    <a:pt x="39346" y="88862"/>
                  </a:lnTo>
                  <a:lnTo>
                    <a:pt x="39218" y="89181"/>
                  </a:lnTo>
                  <a:lnTo>
                    <a:pt x="38648" y="89333"/>
                  </a:lnTo>
                  <a:lnTo>
                    <a:pt x="37680" y="88550"/>
                  </a:lnTo>
                  <a:lnTo>
                    <a:pt x="36370" y="87282"/>
                  </a:lnTo>
                  <a:lnTo>
                    <a:pt x="35439" y="87083"/>
                  </a:lnTo>
                  <a:lnTo>
                    <a:pt x="34960" y="89315"/>
                  </a:lnTo>
                  <a:lnTo>
                    <a:pt x="34674" y="90188"/>
                  </a:lnTo>
                  <a:lnTo>
                    <a:pt x="34321" y="90322"/>
                  </a:lnTo>
                  <a:lnTo>
                    <a:pt x="33952" y="90717"/>
                  </a:lnTo>
                  <a:lnTo>
                    <a:pt x="33828" y="91713"/>
                  </a:lnTo>
                  <a:lnTo>
                    <a:pt x="33798" y="92959"/>
                  </a:lnTo>
                  <a:lnTo>
                    <a:pt x="33977" y="95089"/>
                  </a:lnTo>
                  <a:lnTo>
                    <a:pt x="34044" y="98477"/>
                  </a:lnTo>
                  <a:lnTo>
                    <a:pt x="33997" y="100785"/>
                  </a:lnTo>
                  <a:lnTo>
                    <a:pt x="34338" y="102247"/>
                  </a:lnTo>
                  <a:lnTo>
                    <a:pt x="36337" y="107157"/>
                  </a:lnTo>
                  <a:lnTo>
                    <a:pt x="36928" y="108384"/>
                  </a:lnTo>
                  <a:lnTo>
                    <a:pt x="36995" y="109117"/>
                  </a:lnTo>
                  <a:lnTo>
                    <a:pt x="36645" y="111787"/>
                  </a:lnTo>
                  <a:lnTo>
                    <a:pt x="36957" y="115541"/>
                  </a:lnTo>
                  <a:lnTo>
                    <a:pt x="36330" y="115472"/>
                  </a:lnTo>
                  <a:lnTo>
                    <a:pt x="35286" y="113860"/>
                  </a:lnTo>
                  <a:lnTo>
                    <a:pt x="34786" y="112875"/>
                  </a:lnTo>
                  <a:lnTo>
                    <a:pt x="34181" y="113662"/>
                  </a:lnTo>
                  <a:lnTo>
                    <a:pt x="33970" y="113512"/>
                  </a:lnTo>
                  <a:lnTo>
                    <a:pt x="33561" y="111665"/>
                  </a:lnTo>
                  <a:lnTo>
                    <a:pt x="33026" y="109777"/>
                  </a:lnTo>
                  <a:lnTo>
                    <a:pt x="32475" y="109657"/>
                  </a:lnTo>
                  <a:lnTo>
                    <a:pt x="31310" y="110400"/>
                  </a:lnTo>
                  <a:lnTo>
                    <a:pt x="30119" y="110917"/>
                  </a:lnTo>
                  <a:lnTo>
                    <a:pt x="29668" y="110911"/>
                  </a:lnTo>
                  <a:lnTo>
                    <a:pt x="29483" y="111251"/>
                  </a:lnTo>
                  <a:lnTo>
                    <a:pt x="28792" y="114056"/>
                  </a:lnTo>
                  <a:lnTo>
                    <a:pt x="28500" y="113574"/>
                  </a:lnTo>
                  <a:lnTo>
                    <a:pt x="27300" y="112508"/>
                  </a:lnTo>
                  <a:lnTo>
                    <a:pt x="26206" y="112100"/>
                  </a:lnTo>
                  <a:lnTo>
                    <a:pt x="25981" y="112824"/>
                  </a:lnTo>
                  <a:lnTo>
                    <a:pt x="26114" y="115114"/>
                  </a:lnTo>
                  <a:lnTo>
                    <a:pt x="26354" y="117347"/>
                  </a:lnTo>
                  <a:lnTo>
                    <a:pt x="26213" y="118297"/>
                  </a:lnTo>
                  <a:lnTo>
                    <a:pt x="25612" y="119471"/>
                  </a:lnTo>
                  <a:lnTo>
                    <a:pt x="24818" y="121589"/>
                  </a:lnTo>
                  <a:lnTo>
                    <a:pt x="24330" y="123237"/>
                  </a:lnTo>
                  <a:lnTo>
                    <a:pt x="23992" y="123641"/>
                  </a:lnTo>
                  <a:lnTo>
                    <a:pt x="22783" y="123569"/>
                  </a:lnTo>
                  <a:lnTo>
                    <a:pt x="21578" y="123784"/>
                  </a:lnTo>
                  <a:lnTo>
                    <a:pt x="21095" y="125339"/>
                  </a:lnTo>
                  <a:lnTo>
                    <a:pt x="20643" y="1265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1363304" y="3970713"/>
              <a:ext cx="351" cy="1895"/>
            </a:xfrm>
            <a:custGeom>
              <a:avLst/>
              <a:pathLst>
                <a:path w="351" h="1895">
                  <a:moveTo>
                    <a:pt x="351" y="1428"/>
                  </a:moveTo>
                  <a:lnTo>
                    <a:pt x="271" y="1895"/>
                  </a:lnTo>
                  <a:lnTo>
                    <a:pt x="119" y="1731"/>
                  </a:lnTo>
                  <a:lnTo>
                    <a:pt x="30" y="1136"/>
                  </a:lnTo>
                  <a:lnTo>
                    <a:pt x="0" y="490"/>
                  </a:lnTo>
                  <a:lnTo>
                    <a:pt x="157" y="0"/>
                  </a:lnTo>
                  <a:lnTo>
                    <a:pt x="269" y="64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1323803" y="3799825"/>
              <a:ext cx="630" cy="660"/>
            </a:xfrm>
            <a:custGeom>
              <a:avLst/>
              <a:pathLst>
                <a:path w="630" h="660">
                  <a:moveTo>
                    <a:pt x="616" y="507"/>
                  </a:moveTo>
                  <a:lnTo>
                    <a:pt x="392" y="660"/>
                  </a:lnTo>
                  <a:lnTo>
                    <a:pt x="130" y="655"/>
                  </a:lnTo>
                  <a:lnTo>
                    <a:pt x="0" y="268"/>
                  </a:lnTo>
                  <a:lnTo>
                    <a:pt x="164" y="0"/>
                  </a:lnTo>
                  <a:lnTo>
                    <a:pt x="535" y="54"/>
                  </a:lnTo>
                  <a:lnTo>
                    <a:pt x="630" y="28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1144867" y="3771753"/>
              <a:ext cx="380" cy="1009"/>
            </a:xfrm>
            <a:custGeom>
              <a:avLst/>
              <a:pathLst>
                <a:path w="380" h="1009">
                  <a:moveTo>
                    <a:pt x="266" y="461"/>
                  </a:moveTo>
                  <a:lnTo>
                    <a:pt x="380" y="854"/>
                  </a:lnTo>
                  <a:lnTo>
                    <a:pt x="326" y="1009"/>
                  </a:lnTo>
                  <a:lnTo>
                    <a:pt x="161" y="891"/>
                  </a:lnTo>
                  <a:lnTo>
                    <a:pt x="110" y="655"/>
                  </a:lnTo>
                  <a:lnTo>
                    <a:pt x="280" y="773"/>
                  </a:lnTo>
                  <a:lnTo>
                    <a:pt x="169" y="429"/>
                  </a:lnTo>
                  <a:lnTo>
                    <a:pt x="0" y="66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1167097" y="3766862"/>
              <a:ext cx="455" cy="900"/>
            </a:xfrm>
            <a:custGeom>
              <a:avLst/>
              <a:pathLst>
                <a:path w="455" h="900">
                  <a:moveTo>
                    <a:pt x="132" y="507"/>
                  </a:moveTo>
                  <a:lnTo>
                    <a:pt x="192" y="709"/>
                  </a:lnTo>
                  <a:lnTo>
                    <a:pt x="455" y="617"/>
                  </a:lnTo>
                  <a:lnTo>
                    <a:pt x="379" y="819"/>
                  </a:lnTo>
                  <a:lnTo>
                    <a:pt x="125" y="900"/>
                  </a:lnTo>
                  <a:lnTo>
                    <a:pt x="0" y="386"/>
                  </a:lnTo>
                  <a:lnTo>
                    <a:pt x="154" y="0"/>
                  </a:lnTo>
                  <a:lnTo>
                    <a:pt x="130" y="25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1176387" y="3765390"/>
              <a:ext cx="289" cy="660"/>
            </a:xfrm>
            <a:custGeom>
              <a:avLst/>
              <a:pathLst>
                <a:path w="289" h="660">
                  <a:moveTo>
                    <a:pt x="276" y="571"/>
                  </a:moveTo>
                  <a:lnTo>
                    <a:pt x="71" y="660"/>
                  </a:lnTo>
                  <a:lnTo>
                    <a:pt x="1" y="461"/>
                  </a:lnTo>
                  <a:lnTo>
                    <a:pt x="0" y="150"/>
                  </a:lnTo>
                  <a:lnTo>
                    <a:pt x="216" y="0"/>
                  </a:lnTo>
                  <a:lnTo>
                    <a:pt x="289" y="28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1332580" y="3753184"/>
              <a:ext cx="689" cy="1855"/>
            </a:xfrm>
            <a:custGeom>
              <a:avLst/>
              <a:pathLst>
                <a:path w="689" h="1855">
                  <a:moveTo>
                    <a:pt x="565" y="1682"/>
                  </a:moveTo>
                  <a:lnTo>
                    <a:pt x="538" y="1855"/>
                  </a:lnTo>
                  <a:lnTo>
                    <a:pt x="422" y="1618"/>
                  </a:lnTo>
                  <a:lnTo>
                    <a:pt x="196" y="1183"/>
                  </a:lnTo>
                  <a:lnTo>
                    <a:pt x="4" y="704"/>
                  </a:lnTo>
                  <a:lnTo>
                    <a:pt x="0" y="502"/>
                  </a:lnTo>
                  <a:lnTo>
                    <a:pt x="269" y="222"/>
                  </a:lnTo>
                  <a:lnTo>
                    <a:pt x="613" y="0"/>
                  </a:lnTo>
                  <a:lnTo>
                    <a:pt x="689" y="311"/>
                  </a:lnTo>
                  <a:lnTo>
                    <a:pt x="624" y="73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177976" y="3726116"/>
              <a:ext cx="151" cy="833"/>
            </a:xfrm>
            <a:custGeom>
              <a:avLst/>
              <a:pathLst>
                <a:path w="151" h="833">
                  <a:moveTo>
                    <a:pt x="111" y="603"/>
                  </a:moveTo>
                  <a:lnTo>
                    <a:pt x="66" y="833"/>
                  </a:lnTo>
                  <a:lnTo>
                    <a:pt x="0" y="646"/>
                  </a:lnTo>
                  <a:lnTo>
                    <a:pt x="47" y="297"/>
                  </a:lnTo>
                  <a:lnTo>
                    <a:pt x="86" y="0"/>
                  </a:lnTo>
                  <a:lnTo>
                    <a:pt x="151" y="15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1171910" y="3715667"/>
              <a:ext cx="961" cy="2790"/>
            </a:xfrm>
            <a:custGeom>
              <a:avLst/>
              <a:pathLst>
                <a:path w="961" h="2790">
                  <a:moveTo>
                    <a:pt x="288" y="147"/>
                  </a:moveTo>
                  <a:lnTo>
                    <a:pt x="602" y="712"/>
                  </a:lnTo>
                  <a:lnTo>
                    <a:pt x="845" y="1471"/>
                  </a:lnTo>
                  <a:lnTo>
                    <a:pt x="961" y="2527"/>
                  </a:lnTo>
                  <a:lnTo>
                    <a:pt x="953" y="2790"/>
                  </a:lnTo>
                  <a:lnTo>
                    <a:pt x="771" y="2781"/>
                  </a:lnTo>
                  <a:lnTo>
                    <a:pt x="548" y="2452"/>
                  </a:lnTo>
                  <a:lnTo>
                    <a:pt x="282" y="1797"/>
                  </a:lnTo>
                  <a:lnTo>
                    <a:pt x="473" y="1864"/>
                  </a:lnTo>
                  <a:lnTo>
                    <a:pt x="694" y="2317"/>
                  </a:lnTo>
                  <a:lnTo>
                    <a:pt x="856" y="2519"/>
                  </a:lnTo>
                  <a:lnTo>
                    <a:pt x="844" y="2002"/>
                  </a:lnTo>
                  <a:lnTo>
                    <a:pt x="648" y="1096"/>
                  </a:lnTo>
                  <a:lnTo>
                    <a:pt x="528" y="784"/>
                  </a:lnTo>
                  <a:lnTo>
                    <a:pt x="380" y="522"/>
                  </a:lnTo>
                  <a:lnTo>
                    <a:pt x="208" y="346"/>
                  </a:lnTo>
                  <a:lnTo>
                    <a:pt x="27" y="588"/>
                  </a:lnTo>
                  <a:lnTo>
                    <a:pt x="0" y="375"/>
                  </a:lnTo>
                  <a:lnTo>
                    <a:pt x="23" y="19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4502511" y="3667569"/>
              <a:ext cx="597" cy="3832"/>
            </a:xfrm>
            <a:custGeom>
              <a:avLst/>
              <a:pathLst>
                <a:path w="597" h="3832">
                  <a:moveTo>
                    <a:pt x="542" y="2311"/>
                  </a:moveTo>
                  <a:lnTo>
                    <a:pt x="597" y="3832"/>
                  </a:lnTo>
                  <a:lnTo>
                    <a:pt x="376" y="3627"/>
                  </a:lnTo>
                  <a:lnTo>
                    <a:pt x="304" y="3035"/>
                  </a:lnTo>
                  <a:lnTo>
                    <a:pt x="232" y="1503"/>
                  </a:lnTo>
                  <a:lnTo>
                    <a:pt x="0" y="0"/>
                  </a:lnTo>
                  <a:lnTo>
                    <a:pt x="262" y="403"/>
                  </a:lnTo>
                  <a:lnTo>
                    <a:pt x="478" y="15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4452580" y="3659094"/>
              <a:ext cx="310" cy="859"/>
            </a:xfrm>
            <a:custGeom>
              <a:avLst/>
              <a:pathLst>
                <a:path w="310" h="859">
                  <a:moveTo>
                    <a:pt x="180" y="859"/>
                  </a:moveTo>
                  <a:lnTo>
                    <a:pt x="0" y="554"/>
                  </a:lnTo>
                  <a:lnTo>
                    <a:pt x="25" y="170"/>
                  </a:lnTo>
                  <a:lnTo>
                    <a:pt x="151" y="0"/>
                  </a:lnTo>
                  <a:lnTo>
                    <a:pt x="310" y="28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4499409" y="3651557"/>
              <a:ext cx="1102" cy="7009"/>
            </a:xfrm>
            <a:custGeom>
              <a:avLst/>
              <a:pathLst>
                <a:path w="1102" h="7009">
                  <a:moveTo>
                    <a:pt x="1102" y="6204"/>
                  </a:moveTo>
                  <a:lnTo>
                    <a:pt x="791" y="7009"/>
                  </a:lnTo>
                  <a:lnTo>
                    <a:pt x="673" y="6276"/>
                  </a:lnTo>
                  <a:lnTo>
                    <a:pt x="823" y="5373"/>
                  </a:lnTo>
                  <a:lnTo>
                    <a:pt x="564" y="1633"/>
                  </a:lnTo>
                  <a:lnTo>
                    <a:pt x="132" y="1122"/>
                  </a:lnTo>
                  <a:lnTo>
                    <a:pt x="0" y="0"/>
                  </a:lnTo>
                  <a:lnTo>
                    <a:pt x="429" y="1027"/>
                  </a:lnTo>
                  <a:lnTo>
                    <a:pt x="776" y="1489"/>
                  </a:lnTo>
                  <a:lnTo>
                    <a:pt x="974" y="395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4485718" y="3603779"/>
              <a:ext cx="1121" cy="5603"/>
            </a:xfrm>
            <a:custGeom>
              <a:avLst/>
              <a:pathLst>
                <a:path w="1121" h="5603">
                  <a:moveTo>
                    <a:pt x="604" y="353"/>
                  </a:moveTo>
                  <a:lnTo>
                    <a:pt x="1121" y="1526"/>
                  </a:lnTo>
                  <a:lnTo>
                    <a:pt x="1053" y="2330"/>
                  </a:lnTo>
                  <a:lnTo>
                    <a:pt x="879" y="3246"/>
                  </a:lnTo>
                  <a:lnTo>
                    <a:pt x="203" y="5603"/>
                  </a:lnTo>
                  <a:lnTo>
                    <a:pt x="0" y="5387"/>
                  </a:lnTo>
                  <a:lnTo>
                    <a:pt x="659" y="3260"/>
                  </a:lnTo>
                  <a:lnTo>
                    <a:pt x="914" y="1843"/>
                  </a:lnTo>
                  <a:lnTo>
                    <a:pt x="535" y="769"/>
                  </a:lnTo>
                  <a:lnTo>
                    <a:pt x="324" y="1008"/>
                  </a:lnTo>
                  <a:lnTo>
                    <a:pt x="193" y="0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4486116" y="3593069"/>
              <a:ext cx="1543" cy="1452"/>
            </a:xfrm>
            <a:custGeom>
              <a:avLst/>
              <a:pathLst>
                <a:path w="1543" h="1452">
                  <a:moveTo>
                    <a:pt x="260" y="1343"/>
                  </a:moveTo>
                  <a:lnTo>
                    <a:pt x="0" y="1452"/>
                  </a:lnTo>
                  <a:lnTo>
                    <a:pt x="166" y="851"/>
                  </a:lnTo>
                  <a:lnTo>
                    <a:pt x="1269" y="183"/>
                  </a:lnTo>
                  <a:lnTo>
                    <a:pt x="1365" y="0"/>
                  </a:lnTo>
                  <a:lnTo>
                    <a:pt x="1543" y="366"/>
                  </a:lnTo>
                  <a:lnTo>
                    <a:pt x="1539" y="714"/>
                  </a:lnTo>
                  <a:lnTo>
                    <a:pt x="1459" y="887"/>
                  </a:lnTo>
                  <a:lnTo>
                    <a:pt x="913" y="900"/>
                  </a:lnTo>
                  <a:lnTo>
                    <a:pt x="484" y="121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4485942" y="3580606"/>
              <a:ext cx="499" cy="2843"/>
            </a:xfrm>
            <a:custGeom>
              <a:avLst/>
              <a:pathLst>
                <a:path w="499" h="2843">
                  <a:moveTo>
                    <a:pt x="347" y="2716"/>
                  </a:moveTo>
                  <a:lnTo>
                    <a:pt x="0" y="2843"/>
                  </a:lnTo>
                  <a:lnTo>
                    <a:pt x="261" y="2418"/>
                  </a:lnTo>
                  <a:lnTo>
                    <a:pt x="332" y="1832"/>
                  </a:lnTo>
                  <a:lnTo>
                    <a:pt x="292" y="0"/>
                  </a:lnTo>
                  <a:lnTo>
                    <a:pt x="427" y="145"/>
                  </a:lnTo>
                  <a:lnTo>
                    <a:pt x="475" y="903"/>
                  </a:lnTo>
                  <a:lnTo>
                    <a:pt x="499" y="200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4485360" y="3576635"/>
              <a:ext cx="874" cy="3579"/>
            </a:xfrm>
            <a:custGeom>
              <a:avLst/>
              <a:pathLst>
                <a:path w="874" h="3579">
                  <a:moveTo>
                    <a:pt x="827" y="2895"/>
                  </a:moveTo>
                  <a:lnTo>
                    <a:pt x="874" y="3579"/>
                  </a:lnTo>
                  <a:lnTo>
                    <a:pt x="325" y="1722"/>
                  </a:lnTo>
                  <a:lnTo>
                    <a:pt x="0" y="525"/>
                  </a:lnTo>
                  <a:lnTo>
                    <a:pt x="19" y="0"/>
                  </a:lnTo>
                  <a:lnTo>
                    <a:pt x="167" y="330"/>
                  </a:lnTo>
                  <a:lnTo>
                    <a:pt x="350" y="916"/>
                  </a:lnTo>
                  <a:lnTo>
                    <a:pt x="469" y="138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1307931" y="3574106"/>
              <a:ext cx="3875" cy="8792"/>
            </a:xfrm>
            <a:custGeom>
              <a:avLst/>
              <a:pathLst>
                <a:path w="3875" h="8792">
                  <a:moveTo>
                    <a:pt x="2276" y="5133"/>
                  </a:moveTo>
                  <a:lnTo>
                    <a:pt x="3875" y="8553"/>
                  </a:lnTo>
                  <a:lnTo>
                    <a:pt x="3199" y="8792"/>
                  </a:lnTo>
                  <a:lnTo>
                    <a:pt x="1526" y="7143"/>
                  </a:lnTo>
                  <a:lnTo>
                    <a:pt x="0" y="3759"/>
                  </a:lnTo>
                  <a:lnTo>
                    <a:pt x="456" y="3027"/>
                  </a:lnTo>
                  <a:lnTo>
                    <a:pt x="680" y="4243"/>
                  </a:lnTo>
                  <a:lnTo>
                    <a:pt x="1375" y="5378"/>
                  </a:lnTo>
                  <a:lnTo>
                    <a:pt x="1785" y="3002"/>
                  </a:lnTo>
                  <a:lnTo>
                    <a:pt x="2055" y="2458"/>
                  </a:lnTo>
                  <a:lnTo>
                    <a:pt x="834" y="0"/>
                  </a:lnTo>
                  <a:lnTo>
                    <a:pt x="1317" y="125"/>
                  </a:lnTo>
                  <a:lnTo>
                    <a:pt x="2471" y="179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4483608" y="3543237"/>
              <a:ext cx="1313" cy="1815"/>
            </a:xfrm>
            <a:custGeom>
              <a:avLst/>
              <a:pathLst>
                <a:path w="1313" h="1815">
                  <a:moveTo>
                    <a:pt x="901" y="672"/>
                  </a:moveTo>
                  <a:lnTo>
                    <a:pt x="190" y="1815"/>
                  </a:lnTo>
                  <a:lnTo>
                    <a:pt x="0" y="1209"/>
                  </a:lnTo>
                  <a:lnTo>
                    <a:pt x="258" y="1184"/>
                  </a:lnTo>
                  <a:lnTo>
                    <a:pt x="735" y="85"/>
                  </a:lnTo>
                  <a:lnTo>
                    <a:pt x="1313" y="0"/>
                  </a:lnTo>
                  <a:lnTo>
                    <a:pt x="1247" y="60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4484921" y="3541027"/>
              <a:ext cx="793" cy="1562"/>
            </a:xfrm>
            <a:custGeom>
              <a:avLst/>
              <a:pathLst>
                <a:path w="793" h="1562">
                  <a:moveTo>
                    <a:pt x="793" y="578"/>
                  </a:moveTo>
                  <a:lnTo>
                    <a:pt x="183" y="1562"/>
                  </a:lnTo>
                  <a:lnTo>
                    <a:pt x="0" y="1403"/>
                  </a:lnTo>
                  <a:lnTo>
                    <a:pt x="724" y="0"/>
                  </a:lnTo>
                  <a:lnTo>
                    <a:pt x="721" y="1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1290337" y="3518133"/>
              <a:ext cx="1439" cy="3751"/>
            </a:xfrm>
            <a:custGeom>
              <a:avLst/>
              <a:pathLst>
                <a:path w="1439" h="3751">
                  <a:moveTo>
                    <a:pt x="672" y="0"/>
                  </a:moveTo>
                  <a:lnTo>
                    <a:pt x="1439" y="2491"/>
                  </a:lnTo>
                  <a:lnTo>
                    <a:pt x="1290" y="3751"/>
                  </a:lnTo>
                  <a:lnTo>
                    <a:pt x="737" y="3635"/>
                  </a:lnTo>
                  <a:lnTo>
                    <a:pt x="483" y="3197"/>
                  </a:lnTo>
                  <a:lnTo>
                    <a:pt x="916" y="2980"/>
                  </a:lnTo>
                  <a:lnTo>
                    <a:pt x="987" y="2516"/>
                  </a:lnTo>
                  <a:lnTo>
                    <a:pt x="790" y="1783"/>
                  </a:lnTo>
                  <a:lnTo>
                    <a:pt x="527" y="1271"/>
                  </a:lnTo>
                  <a:lnTo>
                    <a:pt x="344" y="1271"/>
                  </a:lnTo>
                  <a:lnTo>
                    <a:pt x="300" y="2272"/>
                  </a:lnTo>
                  <a:lnTo>
                    <a:pt x="0" y="1486"/>
                  </a:lnTo>
                  <a:lnTo>
                    <a:pt x="173" y="708"/>
                  </a:lnTo>
                  <a:lnTo>
                    <a:pt x="384" y="19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2220788" y="3125796"/>
              <a:ext cx="890" cy="2967"/>
            </a:xfrm>
            <a:custGeom>
              <a:avLst/>
              <a:pathLst>
                <a:path w="890" h="2967">
                  <a:moveTo>
                    <a:pt x="890" y="2338"/>
                  </a:moveTo>
                  <a:lnTo>
                    <a:pt x="408" y="2967"/>
                  </a:lnTo>
                  <a:lnTo>
                    <a:pt x="0" y="2110"/>
                  </a:lnTo>
                  <a:lnTo>
                    <a:pt x="92" y="56"/>
                  </a:lnTo>
                  <a:lnTo>
                    <a:pt x="482" y="0"/>
                  </a:lnTo>
                  <a:lnTo>
                    <a:pt x="872" y="91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2218715" y="3119840"/>
              <a:ext cx="2017" cy="5264"/>
            </a:xfrm>
            <a:custGeom>
              <a:avLst/>
              <a:pathLst>
                <a:path w="2017" h="5264">
                  <a:moveTo>
                    <a:pt x="2017" y="4804"/>
                  </a:moveTo>
                  <a:lnTo>
                    <a:pt x="1768" y="5264"/>
                  </a:lnTo>
                  <a:lnTo>
                    <a:pt x="1331" y="3444"/>
                  </a:lnTo>
                  <a:lnTo>
                    <a:pt x="624" y="2947"/>
                  </a:lnTo>
                  <a:lnTo>
                    <a:pt x="15" y="1871"/>
                  </a:lnTo>
                  <a:lnTo>
                    <a:pt x="0" y="1640"/>
                  </a:lnTo>
                  <a:lnTo>
                    <a:pt x="10" y="1100"/>
                  </a:lnTo>
                  <a:lnTo>
                    <a:pt x="129" y="477"/>
                  </a:lnTo>
                  <a:lnTo>
                    <a:pt x="440" y="0"/>
                  </a:lnTo>
                  <a:lnTo>
                    <a:pt x="1218" y="1457"/>
                  </a:lnTo>
                  <a:lnTo>
                    <a:pt x="1583" y="3299"/>
                  </a:lnTo>
                  <a:lnTo>
                    <a:pt x="1922" y="414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4035757" y="2642604"/>
              <a:ext cx="7360" cy="10392"/>
            </a:xfrm>
            <a:custGeom>
              <a:avLst/>
              <a:pathLst>
                <a:path w="7360" h="10392">
                  <a:moveTo>
                    <a:pt x="1550" y="9739"/>
                  </a:moveTo>
                  <a:lnTo>
                    <a:pt x="1119" y="10392"/>
                  </a:lnTo>
                  <a:lnTo>
                    <a:pt x="717" y="9998"/>
                  </a:lnTo>
                  <a:lnTo>
                    <a:pt x="609" y="9691"/>
                  </a:lnTo>
                  <a:lnTo>
                    <a:pt x="125" y="7997"/>
                  </a:lnTo>
                  <a:lnTo>
                    <a:pt x="0" y="7127"/>
                  </a:lnTo>
                  <a:lnTo>
                    <a:pt x="324" y="5471"/>
                  </a:lnTo>
                  <a:lnTo>
                    <a:pt x="1654" y="2742"/>
                  </a:lnTo>
                  <a:lnTo>
                    <a:pt x="5094" y="115"/>
                  </a:lnTo>
                  <a:lnTo>
                    <a:pt x="5712" y="0"/>
                  </a:lnTo>
                  <a:lnTo>
                    <a:pt x="7071" y="1125"/>
                  </a:lnTo>
                  <a:lnTo>
                    <a:pt x="7360" y="3231"/>
                  </a:lnTo>
                  <a:lnTo>
                    <a:pt x="7111" y="5048"/>
                  </a:lnTo>
                  <a:lnTo>
                    <a:pt x="6799" y="6266"/>
                  </a:lnTo>
                  <a:lnTo>
                    <a:pt x="5225" y="8319"/>
                  </a:lnTo>
                  <a:lnTo>
                    <a:pt x="4000" y="930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4040376" y="2617704"/>
              <a:ext cx="1190" cy="2938"/>
            </a:xfrm>
            <a:custGeom>
              <a:avLst/>
              <a:pathLst>
                <a:path w="1190" h="2938">
                  <a:moveTo>
                    <a:pt x="1027" y="1533"/>
                  </a:moveTo>
                  <a:lnTo>
                    <a:pt x="1190" y="2938"/>
                  </a:lnTo>
                  <a:lnTo>
                    <a:pt x="413" y="2673"/>
                  </a:lnTo>
                  <a:lnTo>
                    <a:pt x="0" y="1323"/>
                  </a:lnTo>
                  <a:lnTo>
                    <a:pt x="55" y="164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4035208" y="2612757"/>
              <a:ext cx="2607" cy="6150"/>
            </a:xfrm>
            <a:custGeom>
              <a:avLst/>
              <a:pathLst>
                <a:path w="2607" h="6150">
                  <a:moveTo>
                    <a:pt x="1202" y="5697"/>
                  </a:moveTo>
                  <a:lnTo>
                    <a:pt x="587" y="6150"/>
                  </a:lnTo>
                  <a:lnTo>
                    <a:pt x="242" y="5133"/>
                  </a:lnTo>
                  <a:lnTo>
                    <a:pt x="0" y="4863"/>
                  </a:lnTo>
                  <a:lnTo>
                    <a:pt x="137" y="3527"/>
                  </a:lnTo>
                  <a:lnTo>
                    <a:pt x="1138" y="904"/>
                  </a:lnTo>
                  <a:lnTo>
                    <a:pt x="1334" y="0"/>
                  </a:lnTo>
                  <a:lnTo>
                    <a:pt x="2261" y="543"/>
                  </a:lnTo>
                  <a:lnTo>
                    <a:pt x="2607" y="1931"/>
                  </a:lnTo>
                  <a:lnTo>
                    <a:pt x="2180" y="404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4050866" y="2609246"/>
              <a:ext cx="593" cy="2897"/>
            </a:xfrm>
            <a:custGeom>
              <a:avLst/>
              <a:pathLst>
                <a:path w="593" h="2897">
                  <a:moveTo>
                    <a:pt x="593" y="1982"/>
                  </a:moveTo>
                  <a:lnTo>
                    <a:pt x="485" y="2897"/>
                  </a:lnTo>
                  <a:lnTo>
                    <a:pt x="0" y="15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4034237" y="2602370"/>
              <a:ext cx="1580" cy="6142"/>
            </a:xfrm>
            <a:custGeom>
              <a:avLst/>
              <a:pathLst>
                <a:path w="1580" h="6142">
                  <a:moveTo>
                    <a:pt x="1580" y="5427"/>
                  </a:moveTo>
                  <a:lnTo>
                    <a:pt x="1454" y="6142"/>
                  </a:lnTo>
                  <a:lnTo>
                    <a:pt x="1035" y="5928"/>
                  </a:lnTo>
                  <a:lnTo>
                    <a:pt x="606" y="3894"/>
                  </a:lnTo>
                  <a:lnTo>
                    <a:pt x="428" y="2284"/>
                  </a:lnTo>
                  <a:lnTo>
                    <a:pt x="0" y="1399"/>
                  </a:lnTo>
                  <a:lnTo>
                    <a:pt x="681" y="0"/>
                  </a:lnTo>
                  <a:lnTo>
                    <a:pt x="1548" y="251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4051779" y="2602188"/>
              <a:ext cx="2245" cy="6434"/>
            </a:xfrm>
            <a:custGeom>
              <a:avLst/>
              <a:pathLst>
                <a:path w="2245" h="6434">
                  <a:moveTo>
                    <a:pt x="2245" y="3402"/>
                  </a:moveTo>
                  <a:lnTo>
                    <a:pt x="2138" y="6292"/>
                  </a:lnTo>
                  <a:lnTo>
                    <a:pt x="1459" y="6434"/>
                  </a:lnTo>
                  <a:lnTo>
                    <a:pt x="1053" y="4572"/>
                  </a:lnTo>
                  <a:lnTo>
                    <a:pt x="621" y="5481"/>
                  </a:lnTo>
                  <a:lnTo>
                    <a:pt x="396" y="5497"/>
                  </a:lnTo>
                  <a:lnTo>
                    <a:pt x="58" y="3181"/>
                  </a:lnTo>
                  <a:lnTo>
                    <a:pt x="0" y="1373"/>
                  </a:lnTo>
                  <a:lnTo>
                    <a:pt x="799" y="0"/>
                  </a:lnTo>
                  <a:lnTo>
                    <a:pt x="1282" y="826"/>
                  </a:lnTo>
                  <a:lnTo>
                    <a:pt x="1978" y="12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4058095" y="2599452"/>
              <a:ext cx="2420" cy="8176"/>
            </a:xfrm>
            <a:custGeom>
              <a:avLst/>
              <a:pathLst>
                <a:path w="2420" h="8176">
                  <a:moveTo>
                    <a:pt x="2420" y="6354"/>
                  </a:moveTo>
                  <a:lnTo>
                    <a:pt x="1513" y="8176"/>
                  </a:lnTo>
                  <a:lnTo>
                    <a:pt x="291" y="5732"/>
                  </a:lnTo>
                  <a:lnTo>
                    <a:pt x="0" y="4381"/>
                  </a:lnTo>
                  <a:lnTo>
                    <a:pt x="929" y="2402"/>
                  </a:lnTo>
                  <a:lnTo>
                    <a:pt x="1718" y="141"/>
                  </a:lnTo>
                  <a:lnTo>
                    <a:pt x="223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4037227" y="2552204"/>
              <a:ext cx="951" cy="5456"/>
            </a:xfrm>
            <a:custGeom>
              <a:avLst/>
              <a:pathLst>
                <a:path w="951" h="5456">
                  <a:moveTo>
                    <a:pt x="951" y="3545"/>
                  </a:moveTo>
                  <a:lnTo>
                    <a:pt x="819" y="5456"/>
                  </a:lnTo>
                  <a:lnTo>
                    <a:pt x="182" y="4195"/>
                  </a:lnTo>
                  <a:lnTo>
                    <a:pt x="0" y="0"/>
                  </a:lnTo>
                  <a:lnTo>
                    <a:pt x="654" y="122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4080409" y="2524394"/>
              <a:ext cx="1192" cy="3102"/>
            </a:xfrm>
            <a:custGeom>
              <a:avLst/>
              <a:pathLst>
                <a:path w="1192" h="3102">
                  <a:moveTo>
                    <a:pt x="1016" y="2223"/>
                  </a:moveTo>
                  <a:lnTo>
                    <a:pt x="580" y="3102"/>
                  </a:lnTo>
                  <a:lnTo>
                    <a:pt x="62" y="2223"/>
                  </a:lnTo>
                  <a:lnTo>
                    <a:pt x="0" y="1294"/>
                  </a:lnTo>
                  <a:lnTo>
                    <a:pt x="270" y="487"/>
                  </a:lnTo>
                  <a:lnTo>
                    <a:pt x="898" y="0"/>
                  </a:lnTo>
                  <a:lnTo>
                    <a:pt x="1192" y="7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4037715" y="2516447"/>
              <a:ext cx="1455" cy="6440"/>
            </a:xfrm>
            <a:custGeom>
              <a:avLst/>
              <a:pathLst>
                <a:path w="1455" h="6440">
                  <a:moveTo>
                    <a:pt x="1455" y="2536"/>
                  </a:moveTo>
                  <a:lnTo>
                    <a:pt x="1410" y="6440"/>
                  </a:lnTo>
                  <a:lnTo>
                    <a:pt x="879" y="6273"/>
                  </a:lnTo>
                  <a:lnTo>
                    <a:pt x="519" y="5880"/>
                  </a:lnTo>
                  <a:lnTo>
                    <a:pt x="364" y="5119"/>
                  </a:lnTo>
                  <a:lnTo>
                    <a:pt x="0" y="1496"/>
                  </a:lnTo>
                  <a:lnTo>
                    <a:pt x="406" y="0"/>
                  </a:lnTo>
                  <a:lnTo>
                    <a:pt x="1194" y="11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4035708" y="2492784"/>
              <a:ext cx="32804" cy="127332"/>
            </a:xfrm>
            <a:custGeom>
              <a:avLst/>
              <a:pathLst>
                <a:path w="32804" h="127332">
                  <a:moveTo>
                    <a:pt x="21285" y="0"/>
                  </a:moveTo>
                  <a:lnTo>
                    <a:pt x="23633" y="13219"/>
                  </a:lnTo>
                  <a:lnTo>
                    <a:pt x="25879" y="21759"/>
                  </a:lnTo>
                  <a:lnTo>
                    <a:pt x="27793" y="27947"/>
                  </a:lnTo>
                  <a:lnTo>
                    <a:pt x="30519" y="39857"/>
                  </a:lnTo>
                  <a:lnTo>
                    <a:pt x="31318" y="46226"/>
                  </a:lnTo>
                  <a:lnTo>
                    <a:pt x="31394" y="50171"/>
                  </a:lnTo>
                  <a:lnTo>
                    <a:pt x="31849" y="55597"/>
                  </a:lnTo>
                  <a:lnTo>
                    <a:pt x="31460" y="58708"/>
                  </a:lnTo>
                  <a:lnTo>
                    <a:pt x="31575" y="63611"/>
                  </a:lnTo>
                  <a:lnTo>
                    <a:pt x="31404" y="66128"/>
                  </a:lnTo>
                  <a:lnTo>
                    <a:pt x="31071" y="67984"/>
                  </a:lnTo>
                  <a:lnTo>
                    <a:pt x="31059" y="71546"/>
                  </a:lnTo>
                  <a:lnTo>
                    <a:pt x="31166" y="73452"/>
                  </a:lnTo>
                  <a:lnTo>
                    <a:pt x="31176" y="75979"/>
                  </a:lnTo>
                  <a:lnTo>
                    <a:pt x="31390" y="76964"/>
                  </a:lnTo>
                  <a:lnTo>
                    <a:pt x="31703" y="77329"/>
                  </a:lnTo>
                  <a:lnTo>
                    <a:pt x="32198" y="76409"/>
                  </a:lnTo>
                  <a:lnTo>
                    <a:pt x="32804" y="76026"/>
                  </a:lnTo>
                  <a:lnTo>
                    <a:pt x="32697" y="79066"/>
                  </a:lnTo>
                  <a:lnTo>
                    <a:pt x="31964" y="86756"/>
                  </a:lnTo>
                  <a:lnTo>
                    <a:pt x="31326" y="92358"/>
                  </a:lnTo>
                  <a:lnTo>
                    <a:pt x="30460" y="97236"/>
                  </a:lnTo>
                  <a:lnTo>
                    <a:pt x="29356" y="101696"/>
                  </a:lnTo>
                  <a:lnTo>
                    <a:pt x="28035" y="103443"/>
                  </a:lnTo>
                  <a:lnTo>
                    <a:pt x="27105" y="104069"/>
                  </a:lnTo>
                  <a:lnTo>
                    <a:pt x="25333" y="104294"/>
                  </a:lnTo>
                  <a:lnTo>
                    <a:pt x="23861" y="103535"/>
                  </a:lnTo>
                  <a:lnTo>
                    <a:pt x="22595" y="104085"/>
                  </a:lnTo>
                  <a:lnTo>
                    <a:pt x="22087" y="105017"/>
                  </a:lnTo>
                  <a:lnTo>
                    <a:pt x="21710" y="106605"/>
                  </a:lnTo>
                  <a:lnTo>
                    <a:pt x="21987" y="109076"/>
                  </a:lnTo>
                  <a:lnTo>
                    <a:pt x="21951" y="110899"/>
                  </a:lnTo>
                  <a:lnTo>
                    <a:pt x="21411" y="110759"/>
                  </a:lnTo>
                  <a:lnTo>
                    <a:pt x="20337" y="109699"/>
                  </a:lnTo>
                  <a:lnTo>
                    <a:pt x="19148" y="109555"/>
                  </a:lnTo>
                  <a:lnTo>
                    <a:pt x="18592" y="109031"/>
                  </a:lnTo>
                  <a:lnTo>
                    <a:pt x="18032" y="106419"/>
                  </a:lnTo>
                  <a:lnTo>
                    <a:pt x="17460" y="106516"/>
                  </a:lnTo>
                  <a:lnTo>
                    <a:pt x="16465" y="108064"/>
                  </a:lnTo>
                  <a:lnTo>
                    <a:pt x="14942" y="108407"/>
                  </a:lnTo>
                  <a:lnTo>
                    <a:pt x="14406" y="109244"/>
                  </a:lnTo>
                  <a:lnTo>
                    <a:pt x="14216" y="110328"/>
                  </a:lnTo>
                  <a:lnTo>
                    <a:pt x="14439" y="111696"/>
                  </a:lnTo>
                  <a:lnTo>
                    <a:pt x="15205" y="113494"/>
                  </a:lnTo>
                  <a:lnTo>
                    <a:pt x="14948" y="115311"/>
                  </a:lnTo>
                  <a:lnTo>
                    <a:pt x="14150" y="116222"/>
                  </a:lnTo>
                  <a:lnTo>
                    <a:pt x="13506" y="113985"/>
                  </a:lnTo>
                  <a:lnTo>
                    <a:pt x="13104" y="111794"/>
                  </a:lnTo>
                  <a:lnTo>
                    <a:pt x="12655" y="111670"/>
                  </a:lnTo>
                  <a:lnTo>
                    <a:pt x="11957" y="112296"/>
                  </a:lnTo>
                  <a:lnTo>
                    <a:pt x="11816" y="114662"/>
                  </a:lnTo>
                  <a:lnTo>
                    <a:pt x="12141" y="116274"/>
                  </a:lnTo>
                  <a:lnTo>
                    <a:pt x="12676" y="118142"/>
                  </a:lnTo>
                  <a:lnTo>
                    <a:pt x="11926" y="120291"/>
                  </a:lnTo>
                  <a:lnTo>
                    <a:pt x="11728" y="121824"/>
                  </a:lnTo>
                  <a:lnTo>
                    <a:pt x="11190" y="122928"/>
                  </a:lnTo>
                  <a:lnTo>
                    <a:pt x="9737" y="120480"/>
                  </a:lnTo>
                  <a:lnTo>
                    <a:pt x="9944" y="118740"/>
                  </a:lnTo>
                  <a:lnTo>
                    <a:pt x="10575" y="117066"/>
                  </a:lnTo>
                  <a:lnTo>
                    <a:pt x="10652" y="115332"/>
                  </a:lnTo>
                  <a:lnTo>
                    <a:pt x="10445" y="114304"/>
                  </a:lnTo>
                  <a:lnTo>
                    <a:pt x="8366" y="118685"/>
                  </a:lnTo>
                  <a:lnTo>
                    <a:pt x="7084" y="123650"/>
                  </a:lnTo>
                  <a:lnTo>
                    <a:pt x="6400" y="123289"/>
                  </a:lnTo>
                  <a:lnTo>
                    <a:pt x="6113" y="122012"/>
                  </a:lnTo>
                  <a:lnTo>
                    <a:pt x="5712" y="121492"/>
                  </a:lnTo>
                  <a:lnTo>
                    <a:pt x="4328" y="124694"/>
                  </a:lnTo>
                  <a:lnTo>
                    <a:pt x="4074" y="127235"/>
                  </a:lnTo>
                  <a:lnTo>
                    <a:pt x="3565" y="127332"/>
                  </a:lnTo>
                  <a:lnTo>
                    <a:pt x="3343" y="126257"/>
                  </a:lnTo>
                  <a:lnTo>
                    <a:pt x="3325" y="123960"/>
                  </a:lnTo>
                  <a:lnTo>
                    <a:pt x="3087" y="122022"/>
                  </a:lnTo>
                  <a:lnTo>
                    <a:pt x="1654" y="119194"/>
                  </a:lnTo>
                  <a:lnTo>
                    <a:pt x="998" y="116724"/>
                  </a:lnTo>
                  <a:lnTo>
                    <a:pt x="1350" y="115343"/>
                  </a:lnTo>
                  <a:lnTo>
                    <a:pt x="2547" y="116093"/>
                  </a:lnTo>
                  <a:lnTo>
                    <a:pt x="3499" y="115995"/>
                  </a:lnTo>
                  <a:lnTo>
                    <a:pt x="3311" y="114824"/>
                  </a:lnTo>
                  <a:lnTo>
                    <a:pt x="3002" y="114268"/>
                  </a:lnTo>
                  <a:lnTo>
                    <a:pt x="3634" y="113609"/>
                  </a:lnTo>
                  <a:lnTo>
                    <a:pt x="4160" y="112258"/>
                  </a:lnTo>
                  <a:lnTo>
                    <a:pt x="3724" y="111892"/>
                  </a:lnTo>
                  <a:lnTo>
                    <a:pt x="3056" y="112672"/>
                  </a:lnTo>
                  <a:lnTo>
                    <a:pt x="2501" y="112287"/>
                  </a:lnTo>
                  <a:lnTo>
                    <a:pt x="2281" y="109054"/>
                  </a:lnTo>
                  <a:lnTo>
                    <a:pt x="1604" y="105735"/>
                  </a:lnTo>
                  <a:lnTo>
                    <a:pt x="1255" y="102514"/>
                  </a:lnTo>
                  <a:lnTo>
                    <a:pt x="1922" y="100660"/>
                  </a:lnTo>
                  <a:lnTo>
                    <a:pt x="2262" y="97778"/>
                  </a:lnTo>
                  <a:lnTo>
                    <a:pt x="2883" y="93606"/>
                  </a:lnTo>
                  <a:lnTo>
                    <a:pt x="3193" y="92257"/>
                  </a:lnTo>
                  <a:lnTo>
                    <a:pt x="4053" y="91275"/>
                  </a:lnTo>
                  <a:lnTo>
                    <a:pt x="4359" y="90196"/>
                  </a:lnTo>
                  <a:lnTo>
                    <a:pt x="3887" y="89642"/>
                  </a:lnTo>
                  <a:lnTo>
                    <a:pt x="3133" y="89152"/>
                  </a:lnTo>
                  <a:lnTo>
                    <a:pt x="3152" y="87948"/>
                  </a:lnTo>
                  <a:lnTo>
                    <a:pt x="3666" y="87290"/>
                  </a:lnTo>
                  <a:lnTo>
                    <a:pt x="4239" y="85964"/>
                  </a:lnTo>
                  <a:lnTo>
                    <a:pt x="5353" y="84350"/>
                  </a:lnTo>
                  <a:lnTo>
                    <a:pt x="5695" y="81303"/>
                  </a:lnTo>
                  <a:lnTo>
                    <a:pt x="5374" y="80536"/>
                  </a:lnTo>
                  <a:lnTo>
                    <a:pt x="4681" y="79812"/>
                  </a:lnTo>
                  <a:lnTo>
                    <a:pt x="4836" y="78273"/>
                  </a:lnTo>
                  <a:lnTo>
                    <a:pt x="5123" y="77101"/>
                  </a:lnTo>
                  <a:lnTo>
                    <a:pt x="5016" y="76398"/>
                  </a:lnTo>
                  <a:lnTo>
                    <a:pt x="4196" y="74416"/>
                  </a:lnTo>
                  <a:lnTo>
                    <a:pt x="3652" y="72610"/>
                  </a:lnTo>
                  <a:lnTo>
                    <a:pt x="3813" y="70551"/>
                  </a:lnTo>
                  <a:lnTo>
                    <a:pt x="3688" y="67437"/>
                  </a:lnTo>
                  <a:lnTo>
                    <a:pt x="3762" y="64823"/>
                  </a:lnTo>
                  <a:lnTo>
                    <a:pt x="3727" y="63406"/>
                  </a:lnTo>
                  <a:lnTo>
                    <a:pt x="3327" y="60214"/>
                  </a:lnTo>
                  <a:lnTo>
                    <a:pt x="3145" y="57018"/>
                  </a:lnTo>
                  <a:lnTo>
                    <a:pt x="2619" y="57484"/>
                  </a:lnTo>
                  <a:lnTo>
                    <a:pt x="2194" y="58278"/>
                  </a:lnTo>
                  <a:lnTo>
                    <a:pt x="674" y="57153"/>
                  </a:lnTo>
                  <a:lnTo>
                    <a:pt x="195" y="57083"/>
                  </a:lnTo>
                  <a:lnTo>
                    <a:pt x="0" y="54710"/>
                  </a:lnTo>
                  <a:lnTo>
                    <a:pt x="544" y="51784"/>
                  </a:lnTo>
                  <a:lnTo>
                    <a:pt x="1836" y="49206"/>
                  </a:lnTo>
                  <a:lnTo>
                    <a:pt x="2578" y="48885"/>
                  </a:lnTo>
                  <a:lnTo>
                    <a:pt x="3138" y="47750"/>
                  </a:lnTo>
                  <a:lnTo>
                    <a:pt x="4010" y="47392"/>
                  </a:lnTo>
                  <a:lnTo>
                    <a:pt x="5058" y="49142"/>
                  </a:lnTo>
                  <a:lnTo>
                    <a:pt x="5998" y="49494"/>
                  </a:lnTo>
                  <a:lnTo>
                    <a:pt x="6520" y="52518"/>
                  </a:lnTo>
                  <a:lnTo>
                    <a:pt x="6840" y="53157"/>
                  </a:lnTo>
                  <a:lnTo>
                    <a:pt x="6907" y="52046"/>
                  </a:lnTo>
                  <a:lnTo>
                    <a:pt x="7666" y="50744"/>
                  </a:lnTo>
                  <a:lnTo>
                    <a:pt x="7847" y="49761"/>
                  </a:lnTo>
                  <a:lnTo>
                    <a:pt x="7683" y="49223"/>
                  </a:lnTo>
                  <a:lnTo>
                    <a:pt x="6810" y="48688"/>
                  </a:lnTo>
                  <a:lnTo>
                    <a:pt x="6026" y="44935"/>
                  </a:lnTo>
                  <a:lnTo>
                    <a:pt x="5917" y="43296"/>
                  </a:lnTo>
                  <a:lnTo>
                    <a:pt x="5632" y="42251"/>
                  </a:lnTo>
                  <a:lnTo>
                    <a:pt x="6056" y="39256"/>
                  </a:lnTo>
                  <a:lnTo>
                    <a:pt x="5149" y="35835"/>
                  </a:lnTo>
                  <a:lnTo>
                    <a:pt x="4708" y="34758"/>
                  </a:lnTo>
                  <a:lnTo>
                    <a:pt x="4771" y="31684"/>
                  </a:lnTo>
                  <a:lnTo>
                    <a:pt x="4298" y="29726"/>
                  </a:lnTo>
                  <a:lnTo>
                    <a:pt x="4034" y="28653"/>
                  </a:lnTo>
                  <a:lnTo>
                    <a:pt x="3872" y="26798"/>
                  </a:lnTo>
                  <a:lnTo>
                    <a:pt x="4010" y="25965"/>
                  </a:lnTo>
                  <a:lnTo>
                    <a:pt x="4423" y="25647"/>
                  </a:lnTo>
                  <a:lnTo>
                    <a:pt x="4550" y="24868"/>
                  </a:lnTo>
                  <a:lnTo>
                    <a:pt x="4845" y="24310"/>
                  </a:lnTo>
                  <a:lnTo>
                    <a:pt x="4864" y="23506"/>
                  </a:lnTo>
                  <a:lnTo>
                    <a:pt x="4866" y="20868"/>
                  </a:lnTo>
                  <a:lnTo>
                    <a:pt x="5708" y="19043"/>
                  </a:lnTo>
                  <a:lnTo>
                    <a:pt x="6906" y="15288"/>
                  </a:lnTo>
                  <a:lnTo>
                    <a:pt x="7493" y="13233"/>
                  </a:lnTo>
                  <a:lnTo>
                    <a:pt x="8163" y="11314"/>
                  </a:lnTo>
                  <a:lnTo>
                    <a:pt x="8938" y="10033"/>
                  </a:lnTo>
                  <a:lnTo>
                    <a:pt x="9700" y="9422"/>
                  </a:lnTo>
                  <a:lnTo>
                    <a:pt x="10897" y="9164"/>
                  </a:lnTo>
                  <a:lnTo>
                    <a:pt x="13191" y="9410"/>
                  </a:lnTo>
                  <a:lnTo>
                    <a:pt x="13641" y="9187"/>
                  </a:lnTo>
                  <a:lnTo>
                    <a:pt x="15237" y="8988"/>
                  </a:lnTo>
                  <a:lnTo>
                    <a:pt x="15613" y="9329"/>
                  </a:lnTo>
                  <a:lnTo>
                    <a:pt x="16773" y="9544"/>
                  </a:lnTo>
                  <a:lnTo>
                    <a:pt x="18058" y="9304"/>
                  </a:lnTo>
                  <a:lnTo>
                    <a:pt x="18705" y="8749"/>
                  </a:lnTo>
                  <a:lnTo>
                    <a:pt x="19305" y="7804"/>
                  </a:lnTo>
                  <a:lnTo>
                    <a:pt x="19829" y="6100"/>
                  </a:lnTo>
                  <a:lnTo>
                    <a:pt x="20368" y="2944"/>
                  </a:lnTo>
                  <a:lnTo>
                    <a:pt x="20947" y="4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3015399" y="2355746"/>
              <a:ext cx="16568" cy="41583"/>
            </a:xfrm>
            <a:custGeom>
              <a:avLst/>
              <a:pathLst>
                <a:path w="16568" h="41583">
                  <a:moveTo>
                    <a:pt x="14721" y="29945"/>
                  </a:moveTo>
                  <a:lnTo>
                    <a:pt x="13075" y="30768"/>
                  </a:lnTo>
                  <a:lnTo>
                    <a:pt x="12519" y="31733"/>
                  </a:lnTo>
                  <a:lnTo>
                    <a:pt x="12190" y="33420"/>
                  </a:lnTo>
                  <a:lnTo>
                    <a:pt x="12085" y="34297"/>
                  </a:lnTo>
                  <a:lnTo>
                    <a:pt x="11794" y="34323"/>
                  </a:lnTo>
                  <a:lnTo>
                    <a:pt x="11311" y="33453"/>
                  </a:lnTo>
                  <a:lnTo>
                    <a:pt x="10699" y="32092"/>
                  </a:lnTo>
                  <a:lnTo>
                    <a:pt x="9904" y="32202"/>
                  </a:lnTo>
                  <a:lnTo>
                    <a:pt x="7197" y="35164"/>
                  </a:lnTo>
                  <a:lnTo>
                    <a:pt x="6930" y="36721"/>
                  </a:lnTo>
                  <a:lnTo>
                    <a:pt x="6870" y="40091"/>
                  </a:lnTo>
                  <a:lnTo>
                    <a:pt x="6686" y="41000"/>
                  </a:lnTo>
                  <a:lnTo>
                    <a:pt x="6397" y="41583"/>
                  </a:lnTo>
                  <a:lnTo>
                    <a:pt x="5278" y="41217"/>
                  </a:lnTo>
                  <a:lnTo>
                    <a:pt x="5159" y="40996"/>
                  </a:lnTo>
                  <a:lnTo>
                    <a:pt x="5306" y="39703"/>
                  </a:lnTo>
                  <a:lnTo>
                    <a:pt x="5248" y="36877"/>
                  </a:lnTo>
                  <a:lnTo>
                    <a:pt x="4743" y="32196"/>
                  </a:lnTo>
                  <a:lnTo>
                    <a:pt x="4383" y="30662"/>
                  </a:lnTo>
                  <a:lnTo>
                    <a:pt x="3641" y="29139"/>
                  </a:lnTo>
                  <a:lnTo>
                    <a:pt x="3064" y="28139"/>
                  </a:lnTo>
                  <a:lnTo>
                    <a:pt x="2028" y="27247"/>
                  </a:lnTo>
                  <a:lnTo>
                    <a:pt x="1502" y="24679"/>
                  </a:lnTo>
                  <a:lnTo>
                    <a:pt x="711" y="21760"/>
                  </a:lnTo>
                  <a:lnTo>
                    <a:pt x="331" y="21092"/>
                  </a:lnTo>
                  <a:lnTo>
                    <a:pt x="392" y="20802"/>
                  </a:lnTo>
                  <a:lnTo>
                    <a:pt x="574" y="18602"/>
                  </a:lnTo>
                  <a:lnTo>
                    <a:pt x="348" y="16997"/>
                  </a:lnTo>
                  <a:lnTo>
                    <a:pt x="0" y="15633"/>
                  </a:lnTo>
                  <a:lnTo>
                    <a:pt x="238" y="14804"/>
                  </a:lnTo>
                  <a:lnTo>
                    <a:pt x="966" y="14813"/>
                  </a:lnTo>
                  <a:lnTo>
                    <a:pt x="1567" y="14964"/>
                  </a:lnTo>
                  <a:lnTo>
                    <a:pt x="1784" y="13659"/>
                  </a:lnTo>
                  <a:lnTo>
                    <a:pt x="3026" y="12799"/>
                  </a:lnTo>
                  <a:lnTo>
                    <a:pt x="4223" y="11913"/>
                  </a:lnTo>
                  <a:lnTo>
                    <a:pt x="4396" y="11288"/>
                  </a:lnTo>
                  <a:lnTo>
                    <a:pt x="4123" y="9943"/>
                  </a:lnTo>
                  <a:lnTo>
                    <a:pt x="4283" y="9102"/>
                  </a:lnTo>
                  <a:lnTo>
                    <a:pt x="5715" y="6704"/>
                  </a:lnTo>
                  <a:lnTo>
                    <a:pt x="5951" y="5618"/>
                  </a:lnTo>
                  <a:lnTo>
                    <a:pt x="6038" y="4764"/>
                  </a:lnTo>
                  <a:lnTo>
                    <a:pt x="5846" y="3862"/>
                  </a:lnTo>
                  <a:lnTo>
                    <a:pt x="5577" y="2442"/>
                  </a:lnTo>
                  <a:lnTo>
                    <a:pt x="5707" y="1845"/>
                  </a:lnTo>
                  <a:lnTo>
                    <a:pt x="6451" y="1025"/>
                  </a:lnTo>
                  <a:lnTo>
                    <a:pt x="7055" y="73"/>
                  </a:lnTo>
                  <a:lnTo>
                    <a:pt x="7413" y="0"/>
                  </a:lnTo>
                  <a:lnTo>
                    <a:pt x="7636" y="683"/>
                  </a:lnTo>
                  <a:lnTo>
                    <a:pt x="7636" y="1392"/>
                  </a:lnTo>
                  <a:lnTo>
                    <a:pt x="7834" y="2589"/>
                  </a:lnTo>
                  <a:lnTo>
                    <a:pt x="8279" y="3233"/>
                  </a:lnTo>
                  <a:lnTo>
                    <a:pt x="9019" y="4286"/>
                  </a:lnTo>
                  <a:lnTo>
                    <a:pt x="9878" y="5005"/>
                  </a:lnTo>
                  <a:lnTo>
                    <a:pt x="10551" y="6443"/>
                  </a:lnTo>
                  <a:lnTo>
                    <a:pt x="11470" y="9008"/>
                  </a:lnTo>
                  <a:lnTo>
                    <a:pt x="11609" y="10278"/>
                  </a:lnTo>
                  <a:lnTo>
                    <a:pt x="12436" y="11417"/>
                  </a:lnTo>
                  <a:lnTo>
                    <a:pt x="13204" y="12692"/>
                  </a:lnTo>
                  <a:lnTo>
                    <a:pt x="13085" y="15060"/>
                  </a:lnTo>
                  <a:lnTo>
                    <a:pt x="15699" y="17126"/>
                  </a:lnTo>
                  <a:lnTo>
                    <a:pt x="16288" y="17111"/>
                  </a:lnTo>
                  <a:lnTo>
                    <a:pt x="16568" y="17471"/>
                  </a:lnTo>
                  <a:lnTo>
                    <a:pt x="16561" y="18012"/>
                  </a:lnTo>
                  <a:lnTo>
                    <a:pt x="16354" y="19668"/>
                  </a:lnTo>
                  <a:lnTo>
                    <a:pt x="15281" y="24757"/>
                  </a:lnTo>
                  <a:lnTo>
                    <a:pt x="15193" y="25814"/>
                  </a:lnTo>
                  <a:lnTo>
                    <a:pt x="14425" y="26921"/>
                  </a:lnTo>
                  <a:lnTo>
                    <a:pt x="14319" y="27559"/>
                  </a:lnTo>
                  <a:lnTo>
                    <a:pt x="14536" y="289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3285081" y="2748223"/>
              <a:ext cx="2564" cy="11137"/>
            </a:xfrm>
            <a:custGeom>
              <a:avLst/>
              <a:pathLst>
                <a:path w="2564" h="11137">
                  <a:moveTo>
                    <a:pt x="1864" y="10476"/>
                  </a:moveTo>
                  <a:lnTo>
                    <a:pt x="1315" y="11137"/>
                  </a:lnTo>
                  <a:lnTo>
                    <a:pt x="944" y="10857"/>
                  </a:lnTo>
                  <a:lnTo>
                    <a:pt x="587" y="9265"/>
                  </a:lnTo>
                  <a:lnTo>
                    <a:pt x="0" y="5316"/>
                  </a:lnTo>
                  <a:lnTo>
                    <a:pt x="320" y="3843"/>
                  </a:lnTo>
                  <a:lnTo>
                    <a:pt x="307" y="3210"/>
                  </a:lnTo>
                  <a:lnTo>
                    <a:pt x="371" y="2734"/>
                  </a:lnTo>
                  <a:lnTo>
                    <a:pt x="552" y="2431"/>
                  </a:lnTo>
                  <a:lnTo>
                    <a:pt x="741" y="569"/>
                  </a:lnTo>
                  <a:lnTo>
                    <a:pt x="993" y="0"/>
                  </a:lnTo>
                  <a:lnTo>
                    <a:pt x="1406" y="1256"/>
                  </a:lnTo>
                  <a:lnTo>
                    <a:pt x="2564" y="5797"/>
                  </a:lnTo>
                  <a:lnTo>
                    <a:pt x="2556" y="7649"/>
                  </a:lnTo>
                  <a:lnTo>
                    <a:pt x="2487" y="839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3270180" y="2744723"/>
              <a:ext cx="18372" cy="46219"/>
            </a:xfrm>
            <a:custGeom>
              <a:avLst/>
              <a:pathLst>
                <a:path w="18372" h="46219">
                  <a:moveTo>
                    <a:pt x="18372" y="45930"/>
                  </a:moveTo>
                  <a:lnTo>
                    <a:pt x="16701" y="46001"/>
                  </a:lnTo>
                  <a:lnTo>
                    <a:pt x="14595" y="46091"/>
                  </a:lnTo>
                  <a:lnTo>
                    <a:pt x="12887" y="46151"/>
                  </a:lnTo>
                  <a:lnTo>
                    <a:pt x="10958" y="46219"/>
                  </a:lnTo>
                  <a:lnTo>
                    <a:pt x="10110" y="43417"/>
                  </a:lnTo>
                  <a:lnTo>
                    <a:pt x="9823" y="40357"/>
                  </a:lnTo>
                  <a:lnTo>
                    <a:pt x="9516" y="37216"/>
                  </a:lnTo>
                  <a:lnTo>
                    <a:pt x="8669" y="32733"/>
                  </a:lnTo>
                  <a:lnTo>
                    <a:pt x="5838" y="31651"/>
                  </a:lnTo>
                  <a:lnTo>
                    <a:pt x="4333" y="31075"/>
                  </a:lnTo>
                  <a:lnTo>
                    <a:pt x="1858" y="30219"/>
                  </a:lnTo>
                  <a:lnTo>
                    <a:pt x="0" y="29580"/>
                  </a:lnTo>
                  <a:lnTo>
                    <a:pt x="1560" y="24751"/>
                  </a:lnTo>
                  <a:lnTo>
                    <a:pt x="2286" y="22157"/>
                  </a:lnTo>
                  <a:lnTo>
                    <a:pt x="3599" y="16541"/>
                  </a:lnTo>
                  <a:lnTo>
                    <a:pt x="4273" y="12542"/>
                  </a:lnTo>
                  <a:lnTo>
                    <a:pt x="4924" y="8105"/>
                  </a:lnTo>
                  <a:lnTo>
                    <a:pt x="5485" y="4648"/>
                  </a:lnTo>
                  <a:lnTo>
                    <a:pt x="5603" y="4018"/>
                  </a:lnTo>
                  <a:lnTo>
                    <a:pt x="5929" y="2846"/>
                  </a:lnTo>
                  <a:lnTo>
                    <a:pt x="6650" y="1649"/>
                  </a:lnTo>
                  <a:lnTo>
                    <a:pt x="7689" y="520"/>
                  </a:lnTo>
                  <a:lnTo>
                    <a:pt x="9454" y="24"/>
                  </a:lnTo>
                  <a:lnTo>
                    <a:pt x="10693" y="0"/>
                  </a:lnTo>
                  <a:lnTo>
                    <a:pt x="10972" y="50"/>
                  </a:lnTo>
                  <a:lnTo>
                    <a:pt x="11752" y="611"/>
                  </a:lnTo>
                  <a:lnTo>
                    <a:pt x="13913" y="3383"/>
                  </a:lnTo>
                  <a:lnTo>
                    <a:pt x="13864" y="4474"/>
                  </a:lnTo>
                  <a:lnTo>
                    <a:pt x="14172" y="7727"/>
                  </a:lnTo>
                  <a:lnTo>
                    <a:pt x="14861" y="11280"/>
                  </a:lnTo>
                  <a:lnTo>
                    <a:pt x="15426" y="14159"/>
                  </a:lnTo>
                  <a:lnTo>
                    <a:pt x="15497" y="15508"/>
                  </a:lnTo>
                  <a:lnTo>
                    <a:pt x="14978" y="15312"/>
                  </a:lnTo>
                  <a:lnTo>
                    <a:pt x="14582" y="14768"/>
                  </a:lnTo>
                  <a:lnTo>
                    <a:pt x="13826" y="14201"/>
                  </a:lnTo>
                  <a:lnTo>
                    <a:pt x="12363" y="18022"/>
                  </a:lnTo>
                  <a:lnTo>
                    <a:pt x="11477" y="20104"/>
                  </a:lnTo>
                  <a:lnTo>
                    <a:pt x="11451" y="20811"/>
                  </a:lnTo>
                  <a:lnTo>
                    <a:pt x="12631" y="21617"/>
                  </a:lnTo>
                  <a:lnTo>
                    <a:pt x="13496" y="21591"/>
                  </a:lnTo>
                  <a:lnTo>
                    <a:pt x="14100" y="21032"/>
                  </a:lnTo>
                  <a:lnTo>
                    <a:pt x="14612" y="21923"/>
                  </a:lnTo>
                  <a:lnTo>
                    <a:pt x="14948" y="24284"/>
                  </a:lnTo>
                  <a:lnTo>
                    <a:pt x="15083" y="26197"/>
                  </a:lnTo>
                  <a:lnTo>
                    <a:pt x="15885" y="33033"/>
                  </a:lnTo>
                  <a:lnTo>
                    <a:pt x="16549" y="35341"/>
                  </a:lnTo>
                  <a:lnTo>
                    <a:pt x="17379" y="39419"/>
                  </a:lnTo>
                  <a:lnTo>
                    <a:pt x="17687" y="41530"/>
                  </a:lnTo>
                  <a:lnTo>
                    <a:pt x="17864" y="4331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3785314" y="2969356"/>
              <a:ext cx="72469" cy="253355"/>
            </a:xfrm>
            <a:custGeom>
              <a:avLst/>
              <a:pathLst>
                <a:path w="72469" h="253355">
                  <a:moveTo>
                    <a:pt x="19347" y="3429"/>
                  </a:moveTo>
                  <a:lnTo>
                    <a:pt x="19881" y="6241"/>
                  </a:lnTo>
                  <a:lnTo>
                    <a:pt x="21019" y="9369"/>
                  </a:lnTo>
                  <a:lnTo>
                    <a:pt x="22378" y="13832"/>
                  </a:lnTo>
                  <a:lnTo>
                    <a:pt x="22809" y="15882"/>
                  </a:lnTo>
                  <a:lnTo>
                    <a:pt x="23722" y="17462"/>
                  </a:lnTo>
                  <a:lnTo>
                    <a:pt x="23983" y="19015"/>
                  </a:lnTo>
                  <a:lnTo>
                    <a:pt x="24190" y="21391"/>
                  </a:lnTo>
                  <a:lnTo>
                    <a:pt x="24282" y="23161"/>
                  </a:lnTo>
                  <a:lnTo>
                    <a:pt x="24486" y="24207"/>
                  </a:lnTo>
                  <a:lnTo>
                    <a:pt x="24806" y="24618"/>
                  </a:lnTo>
                  <a:lnTo>
                    <a:pt x="25222" y="24151"/>
                  </a:lnTo>
                  <a:lnTo>
                    <a:pt x="25535" y="23213"/>
                  </a:lnTo>
                  <a:lnTo>
                    <a:pt x="25796" y="20604"/>
                  </a:lnTo>
                  <a:lnTo>
                    <a:pt x="25966" y="20326"/>
                  </a:lnTo>
                  <a:lnTo>
                    <a:pt x="26247" y="22472"/>
                  </a:lnTo>
                  <a:lnTo>
                    <a:pt x="26545" y="22841"/>
                  </a:lnTo>
                  <a:lnTo>
                    <a:pt x="26944" y="23116"/>
                  </a:lnTo>
                  <a:lnTo>
                    <a:pt x="27251" y="24050"/>
                  </a:lnTo>
                  <a:lnTo>
                    <a:pt x="27343" y="25679"/>
                  </a:lnTo>
                  <a:lnTo>
                    <a:pt x="27242" y="27347"/>
                  </a:lnTo>
                  <a:lnTo>
                    <a:pt x="26866" y="29221"/>
                  </a:lnTo>
                  <a:lnTo>
                    <a:pt x="26654" y="31183"/>
                  </a:lnTo>
                  <a:lnTo>
                    <a:pt x="26508" y="34210"/>
                  </a:lnTo>
                  <a:lnTo>
                    <a:pt x="26305" y="36325"/>
                  </a:lnTo>
                  <a:lnTo>
                    <a:pt x="26618" y="38197"/>
                  </a:lnTo>
                  <a:lnTo>
                    <a:pt x="28740" y="47385"/>
                  </a:lnTo>
                  <a:lnTo>
                    <a:pt x="29762" y="48892"/>
                  </a:lnTo>
                  <a:lnTo>
                    <a:pt x="32192" y="50689"/>
                  </a:lnTo>
                  <a:lnTo>
                    <a:pt x="33068" y="51930"/>
                  </a:lnTo>
                  <a:lnTo>
                    <a:pt x="33841" y="53134"/>
                  </a:lnTo>
                  <a:lnTo>
                    <a:pt x="34604" y="52547"/>
                  </a:lnTo>
                  <a:lnTo>
                    <a:pt x="35335" y="49812"/>
                  </a:lnTo>
                  <a:lnTo>
                    <a:pt x="36215" y="48278"/>
                  </a:lnTo>
                  <a:lnTo>
                    <a:pt x="37850" y="45920"/>
                  </a:lnTo>
                  <a:lnTo>
                    <a:pt x="38324" y="45793"/>
                  </a:lnTo>
                  <a:lnTo>
                    <a:pt x="39227" y="46725"/>
                  </a:lnTo>
                  <a:lnTo>
                    <a:pt x="40710" y="49470"/>
                  </a:lnTo>
                  <a:lnTo>
                    <a:pt x="41785" y="52051"/>
                  </a:lnTo>
                  <a:lnTo>
                    <a:pt x="42448" y="53403"/>
                  </a:lnTo>
                  <a:lnTo>
                    <a:pt x="42956" y="54623"/>
                  </a:lnTo>
                  <a:lnTo>
                    <a:pt x="42879" y="55996"/>
                  </a:lnTo>
                  <a:lnTo>
                    <a:pt x="42471" y="57336"/>
                  </a:lnTo>
                  <a:lnTo>
                    <a:pt x="41950" y="58083"/>
                  </a:lnTo>
                  <a:lnTo>
                    <a:pt x="41270" y="59379"/>
                  </a:lnTo>
                  <a:lnTo>
                    <a:pt x="40885" y="60689"/>
                  </a:lnTo>
                  <a:lnTo>
                    <a:pt x="41120" y="61181"/>
                  </a:lnTo>
                  <a:lnTo>
                    <a:pt x="42119" y="61509"/>
                  </a:lnTo>
                  <a:lnTo>
                    <a:pt x="43299" y="62666"/>
                  </a:lnTo>
                  <a:lnTo>
                    <a:pt x="43660" y="64025"/>
                  </a:lnTo>
                  <a:lnTo>
                    <a:pt x="43713" y="65192"/>
                  </a:lnTo>
                  <a:lnTo>
                    <a:pt x="43857" y="67092"/>
                  </a:lnTo>
                  <a:lnTo>
                    <a:pt x="44067" y="67665"/>
                  </a:lnTo>
                  <a:lnTo>
                    <a:pt x="45162" y="67325"/>
                  </a:lnTo>
                  <a:lnTo>
                    <a:pt x="45500" y="67750"/>
                  </a:lnTo>
                  <a:lnTo>
                    <a:pt x="45893" y="68736"/>
                  </a:lnTo>
                  <a:lnTo>
                    <a:pt x="46282" y="71285"/>
                  </a:lnTo>
                  <a:lnTo>
                    <a:pt x="46270" y="73197"/>
                  </a:lnTo>
                  <a:lnTo>
                    <a:pt x="45480" y="75293"/>
                  </a:lnTo>
                  <a:lnTo>
                    <a:pt x="45186" y="76569"/>
                  </a:lnTo>
                  <a:lnTo>
                    <a:pt x="45057" y="78574"/>
                  </a:lnTo>
                  <a:lnTo>
                    <a:pt x="44494" y="80979"/>
                  </a:lnTo>
                  <a:lnTo>
                    <a:pt x="43001" y="84998"/>
                  </a:lnTo>
                  <a:lnTo>
                    <a:pt x="42601" y="85240"/>
                  </a:lnTo>
                  <a:lnTo>
                    <a:pt x="39847" y="83025"/>
                  </a:lnTo>
                  <a:lnTo>
                    <a:pt x="38572" y="83162"/>
                  </a:lnTo>
                  <a:lnTo>
                    <a:pt x="37953" y="83235"/>
                  </a:lnTo>
                  <a:lnTo>
                    <a:pt x="37657" y="83331"/>
                  </a:lnTo>
                  <a:lnTo>
                    <a:pt x="37479" y="84178"/>
                  </a:lnTo>
                  <a:lnTo>
                    <a:pt x="37845" y="86611"/>
                  </a:lnTo>
                  <a:lnTo>
                    <a:pt x="37954" y="89022"/>
                  </a:lnTo>
                  <a:lnTo>
                    <a:pt x="37614" y="90857"/>
                  </a:lnTo>
                  <a:lnTo>
                    <a:pt x="36696" y="92464"/>
                  </a:lnTo>
                  <a:lnTo>
                    <a:pt x="36353" y="93235"/>
                  </a:lnTo>
                  <a:lnTo>
                    <a:pt x="36307" y="94269"/>
                  </a:lnTo>
                  <a:lnTo>
                    <a:pt x="36564" y="95347"/>
                  </a:lnTo>
                  <a:lnTo>
                    <a:pt x="37410" y="96458"/>
                  </a:lnTo>
                  <a:lnTo>
                    <a:pt x="38393" y="97503"/>
                  </a:lnTo>
                  <a:lnTo>
                    <a:pt x="41635" y="103759"/>
                  </a:lnTo>
                  <a:lnTo>
                    <a:pt x="42329" y="105229"/>
                  </a:lnTo>
                  <a:lnTo>
                    <a:pt x="43245" y="107399"/>
                  </a:lnTo>
                  <a:lnTo>
                    <a:pt x="44237" y="109090"/>
                  </a:lnTo>
                  <a:lnTo>
                    <a:pt x="46897" y="111309"/>
                  </a:lnTo>
                  <a:lnTo>
                    <a:pt x="48070" y="112771"/>
                  </a:lnTo>
                  <a:lnTo>
                    <a:pt x="48371" y="113594"/>
                  </a:lnTo>
                  <a:lnTo>
                    <a:pt x="48361" y="114605"/>
                  </a:lnTo>
                  <a:lnTo>
                    <a:pt x="48054" y="115897"/>
                  </a:lnTo>
                  <a:lnTo>
                    <a:pt x="47799" y="118167"/>
                  </a:lnTo>
                  <a:lnTo>
                    <a:pt x="47788" y="119530"/>
                  </a:lnTo>
                  <a:lnTo>
                    <a:pt x="48064" y="120855"/>
                  </a:lnTo>
                  <a:lnTo>
                    <a:pt x="48533" y="122821"/>
                  </a:lnTo>
                  <a:lnTo>
                    <a:pt x="49590" y="125876"/>
                  </a:lnTo>
                  <a:lnTo>
                    <a:pt x="50169" y="127226"/>
                  </a:lnTo>
                  <a:lnTo>
                    <a:pt x="50808" y="127534"/>
                  </a:lnTo>
                  <a:lnTo>
                    <a:pt x="51368" y="128271"/>
                  </a:lnTo>
                  <a:lnTo>
                    <a:pt x="51948" y="130542"/>
                  </a:lnTo>
                  <a:lnTo>
                    <a:pt x="52620" y="133312"/>
                  </a:lnTo>
                  <a:lnTo>
                    <a:pt x="52709" y="135246"/>
                  </a:lnTo>
                  <a:lnTo>
                    <a:pt x="52993" y="137723"/>
                  </a:lnTo>
                  <a:lnTo>
                    <a:pt x="53610" y="140577"/>
                  </a:lnTo>
                  <a:lnTo>
                    <a:pt x="54457" y="143337"/>
                  </a:lnTo>
                  <a:lnTo>
                    <a:pt x="55641" y="146758"/>
                  </a:lnTo>
                  <a:lnTo>
                    <a:pt x="56322" y="149172"/>
                  </a:lnTo>
                  <a:lnTo>
                    <a:pt x="56637" y="150108"/>
                  </a:lnTo>
                  <a:lnTo>
                    <a:pt x="59168" y="155973"/>
                  </a:lnTo>
                  <a:lnTo>
                    <a:pt x="59782" y="158133"/>
                  </a:lnTo>
                  <a:lnTo>
                    <a:pt x="60672" y="162304"/>
                  </a:lnTo>
                  <a:lnTo>
                    <a:pt x="61050" y="162916"/>
                  </a:lnTo>
                  <a:lnTo>
                    <a:pt x="61405" y="163736"/>
                  </a:lnTo>
                  <a:lnTo>
                    <a:pt x="61633" y="166025"/>
                  </a:lnTo>
                  <a:lnTo>
                    <a:pt x="61707" y="167667"/>
                  </a:lnTo>
                  <a:lnTo>
                    <a:pt x="61827" y="172700"/>
                  </a:lnTo>
                  <a:lnTo>
                    <a:pt x="62284" y="174196"/>
                  </a:lnTo>
                  <a:lnTo>
                    <a:pt x="62705" y="176033"/>
                  </a:lnTo>
                  <a:lnTo>
                    <a:pt x="62887" y="177372"/>
                  </a:lnTo>
                  <a:lnTo>
                    <a:pt x="63269" y="178366"/>
                  </a:lnTo>
                  <a:lnTo>
                    <a:pt x="63686" y="178556"/>
                  </a:lnTo>
                  <a:lnTo>
                    <a:pt x="64187" y="177440"/>
                  </a:lnTo>
                  <a:lnTo>
                    <a:pt x="64579" y="176378"/>
                  </a:lnTo>
                  <a:lnTo>
                    <a:pt x="64758" y="176692"/>
                  </a:lnTo>
                  <a:lnTo>
                    <a:pt x="65159" y="180211"/>
                  </a:lnTo>
                  <a:lnTo>
                    <a:pt x="65524" y="181494"/>
                  </a:lnTo>
                  <a:lnTo>
                    <a:pt x="66209" y="182714"/>
                  </a:lnTo>
                  <a:lnTo>
                    <a:pt x="66861" y="183660"/>
                  </a:lnTo>
                  <a:lnTo>
                    <a:pt x="68280" y="187900"/>
                  </a:lnTo>
                  <a:lnTo>
                    <a:pt x="69041" y="189445"/>
                  </a:lnTo>
                  <a:lnTo>
                    <a:pt x="69556" y="189937"/>
                  </a:lnTo>
                  <a:lnTo>
                    <a:pt x="70001" y="190657"/>
                  </a:lnTo>
                  <a:lnTo>
                    <a:pt x="70133" y="191992"/>
                  </a:lnTo>
                  <a:lnTo>
                    <a:pt x="69959" y="193357"/>
                  </a:lnTo>
                  <a:lnTo>
                    <a:pt x="69657" y="194241"/>
                  </a:lnTo>
                  <a:lnTo>
                    <a:pt x="68006" y="196697"/>
                  </a:lnTo>
                  <a:lnTo>
                    <a:pt x="67785" y="197765"/>
                  </a:lnTo>
                  <a:lnTo>
                    <a:pt x="68012" y="199396"/>
                  </a:lnTo>
                  <a:lnTo>
                    <a:pt x="68427" y="201441"/>
                  </a:lnTo>
                  <a:lnTo>
                    <a:pt x="68876" y="203195"/>
                  </a:lnTo>
                  <a:lnTo>
                    <a:pt x="69447" y="204915"/>
                  </a:lnTo>
                  <a:lnTo>
                    <a:pt x="70608" y="207713"/>
                  </a:lnTo>
                  <a:lnTo>
                    <a:pt x="71615" y="209906"/>
                  </a:lnTo>
                  <a:lnTo>
                    <a:pt x="72167" y="212321"/>
                  </a:lnTo>
                  <a:lnTo>
                    <a:pt x="72469" y="213936"/>
                  </a:lnTo>
                  <a:lnTo>
                    <a:pt x="72282" y="215868"/>
                  </a:lnTo>
                  <a:lnTo>
                    <a:pt x="71859" y="217977"/>
                  </a:lnTo>
                  <a:lnTo>
                    <a:pt x="71528" y="219792"/>
                  </a:lnTo>
                  <a:lnTo>
                    <a:pt x="70961" y="220844"/>
                  </a:lnTo>
                  <a:lnTo>
                    <a:pt x="70808" y="222072"/>
                  </a:lnTo>
                  <a:lnTo>
                    <a:pt x="71042" y="223962"/>
                  </a:lnTo>
                  <a:lnTo>
                    <a:pt x="71233" y="225265"/>
                  </a:lnTo>
                  <a:lnTo>
                    <a:pt x="71129" y="226874"/>
                  </a:lnTo>
                  <a:lnTo>
                    <a:pt x="71184" y="230192"/>
                  </a:lnTo>
                  <a:lnTo>
                    <a:pt x="70662" y="231377"/>
                  </a:lnTo>
                  <a:lnTo>
                    <a:pt x="70177" y="234394"/>
                  </a:lnTo>
                  <a:lnTo>
                    <a:pt x="69842" y="234617"/>
                  </a:lnTo>
                  <a:lnTo>
                    <a:pt x="69004" y="233522"/>
                  </a:lnTo>
                  <a:lnTo>
                    <a:pt x="68712" y="234121"/>
                  </a:lnTo>
                  <a:lnTo>
                    <a:pt x="68177" y="236314"/>
                  </a:lnTo>
                  <a:lnTo>
                    <a:pt x="67242" y="238713"/>
                  </a:lnTo>
                  <a:lnTo>
                    <a:pt x="66790" y="238741"/>
                  </a:lnTo>
                  <a:lnTo>
                    <a:pt x="66480" y="238448"/>
                  </a:lnTo>
                  <a:lnTo>
                    <a:pt x="66115" y="239472"/>
                  </a:lnTo>
                  <a:lnTo>
                    <a:pt x="65595" y="241354"/>
                  </a:lnTo>
                  <a:lnTo>
                    <a:pt x="65356" y="241293"/>
                  </a:lnTo>
                  <a:lnTo>
                    <a:pt x="64459" y="241727"/>
                  </a:lnTo>
                  <a:lnTo>
                    <a:pt x="64109" y="241124"/>
                  </a:lnTo>
                  <a:lnTo>
                    <a:pt x="63673" y="239569"/>
                  </a:lnTo>
                  <a:lnTo>
                    <a:pt x="62974" y="237986"/>
                  </a:lnTo>
                  <a:lnTo>
                    <a:pt x="62337" y="236861"/>
                  </a:lnTo>
                  <a:lnTo>
                    <a:pt x="61995" y="236102"/>
                  </a:lnTo>
                  <a:lnTo>
                    <a:pt x="61683" y="234792"/>
                  </a:lnTo>
                  <a:lnTo>
                    <a:pt x="61397" y="233941"/>
                  </a:lnTo>
                  <a:lnTo>
                    <a:pt x="60874" y="235808"/>
                  </a:lnTo>
                  <a:lnTo>
                    <a:pt x="59989" y="237588"/>
                  </a:lnTo>
                  <a:lnTo>
                    <a:pt x="59153" y="237250"/>
                  </a:lnTo>
                  <a:lnTo>
                    <a:pt x="58743" y="236955"/>
                  </a:lnTo>
                  <a:lnTo>
                    <a:pt x="58410" y="239557"/>
                  </a:lnTo>
                  <a:lnTo>
                    <a:pt x="58165" y="240023"/>
                  </a:lnTo>
                  <a:lnTo>
                    <a:pt x="56657" y="240472"/>
                  </a:lnTo>
                  <a:lnTo>
                    <a:pt x="56374" y="240891"/>
                  </a:lnTo>
                  <a:lnTo>
                    <a:pt x="56616" y="243258"/>
                  </a:lnTo>
                  <a:lnTo>
                    <a:pt x="57506" y="247271"/>
                  </a:lnTo>
                  <a:lnTo>
                    <a:pt x="57775" y="249575"/>
                  </a:lnTo>
                  <a:lnTo>
                    <a:pt x="57219" y="253355"/>
                  </a:lnTo>
                  <a:lnTo>
                    <a:pt x="55658" y="253257"/>
                  </a:lnTo>
                  <a:lnTo>
                    <a:pt x="54956" y="251718"/>
                  </a:lnTo>
                  <a:lnTo>
                    <a:pt x="54308" y="249576"/>
                  </a:lnTo>
                  <a:lnTo>
                    <a:pt x="54075" y="248516"/>
                  </a:lnTo>
                  <a:lnTo>
                    <a:pt x="52073" y="246412"/>
                  </a:lnTo>
                  <a:lnTo>
                    <a:pt x="50738" y="247862"/>
                  </a:lnTo>
                  <a:lnTo>
                    <a:pt x="50330" y="247789"/>
                  </a:lnTo>
                  <a:lnTo>
                    <a:pt x="49701" y="246255"/>
                  </a:lnTo>
                  <a:lnTo>
                    <a:pt x="49325" y="245101"/>
                  </a:lnTo>
                  <a:lnTo>
                    <a:pt x="48953" y="243362"/>
                  </a:lnTo>
                  <a:lnTo>
                    <a:pt x="48747" y="241598"/>
                  </a:lnTo>
                  <a:lnTo>
                    <a:pt x="48725" y="240795"/>
                  </a:lnTo>
                  <a:lnTo>
                    <a:pt x="49305" y="240156"/>
                  </a:lnTo>
                  <a:lnTo>
                    <a:pt x="50253" y="238713"/>
                  </a:lnTo>
                  <a:lnTo>
                    <a:pt x="51026" y="237090"/>
                  </a:lnTo>
                  <a:lnTo>
                    <a:pt x="51535" y="235362"/>
                  </a:lnTo>
                  <a:lnTo>
                    <a:pt x="51744" y="233573"/>
                  </a:lnTo>
                  <a:lnTo>
                    <a:pt x="51772" y="231488"/>
                  </a:lnTo>
                  <a:lnTo>
                    <a:pt x="51991" y="226107"/>
                  </a:lnTo>
                  <a:lnTo>
                    <a:pt x="52219" y="223473"/>
                  </a:lnTo>
                  <a:lnTo>
                    <a:pt x="52091" y="220248"/>
                  </a:lnTo>
                  <a:lnTo>
                    <a:pt x="51678" y="217707"/>
                  </a:lnTo>
                  <a:lnTo>
                    <a:pt x="51678" y="213895"/>
                  </a:lnTo>
                  <a:lnTo>
                    <a:pt x="51826" y="212033"/>
                  </a:lnTo>
                  <a:lnTo>
                    <a:pt x="51896" y="210813"/>
                  </a:lnTo>
                  <a:lnTo>
                    <a:pt x="52479" y="209267"/>
                  </a:lnTo>
                  <a:lnTo>
                    <a:pt x="52881" y="207049"/>
                  </a:lnTo>
                  <a:lnTo>
                    <a:pt x="53105" y="204163"/>
                  </a:lnTo>
                  <a:lnTo>
                    <a:pt x="53125" y="202077"/>
                  </a:lnTo>
                  <a:lnTo>
                    <a:pt x="52943" y="200795"/>
                  </a:lnTo>
                  <a:lnTo>
                    <a:pt x="52370" y="199574"/>
                  </a:lnTo>
                  <a:lnTo>
                    <a:pt x="51405" y="198417"/>
                  </a:lnTo>
                  <a:lnTo>
                    <a:pt x="50798" y="196955"/>
                  </a:lnTo>
                  <a:lnTo>
                    <a:pt x="50551" y="195188"/>
                  </a:lnTo>
                  <a:lnTo>
                    <a:pt x="50574" y="193637"/>
                  </a:lnTo>
                  <a:lnTo>
                    <a:pt x="50868" y="192299"/>
                  </a:lnTo>
                  <a:lnTo>
                    <a:pt x="50142" y="190809"/>
                  </a:lnTo>
                  <a:lnTo>
                    <a:pt x="48393" y="189164"/>
                  </a:lnTo>
                  <a:lnTo>
                    <a:pt x="47416" y="187193"/>
                  </a:lnTo>
                  <a:lnTo>
                    <a:pt x="47211" y="184896"/>
                  </a:lnTo>
                  <a:lnTo>
                    <a:pt x="46481" y="181883"/>
                  </a:lnTo>
                  <a:lnTo>
                    <a:pt x="45226" y="178157"/>
                  </a:lnTo>
                  <a:lnTo>
                    <a:pt x="44565" y="172794"/>
                  </a:lnTo>
                  <a:lnTo>
                    <a:pt x="44497" y="165796"/>
                  </a:lnTo>
                  <a:lnTo>
                    <a:pt x="44646" y="160100"/>
                  </a:lnTo>
                  <a:lnTo>
                    <a:pt x="45194" y="153506"/>
                  </a:lnTo>
                  <a:lnTo>
                    <a:pt x="44460" y="148737"/>
                  </a:lnTo>
                  <a:lnTo>
                    <a:pt x="43654" y="146224"/>
                  </a:lnTo>
                  <a:lnTo>
                    <a:pt x="42533" y="144376"/>
                  </a:lnTo>
                  <a:lnTo>
                    <a:pt x="41465" y="141725"/>
                  </a:lnTo>
                  <a:lnTo>
                    <a:pt x="40451" y="138273"/>
                  </a:lnTo>
                  <a:lnTo>
                    <a:pt x="39235" y="133174"/>
                  </a:lnTo>
                  <a:lnTo>
                    <a:pt x="37818" y="126427"/>
                  </a:lnTo>
                  <a:lnTo>
                    <a:pt x="36865" y="123404"/>
                  </a:lnTo>
                  <a:lnTo>
                    <a:pt x="36377" y="124104"/>
                  </a:lnTo>
                  <a:lnTo>
                    <a:pt x="35352" y="123478"/>
                  </a:lnTo>
                  <a:lnTo>
                    <a:pt x="33789" y="121526"/>
                  </a:lnTo>
                  <a:lnTo>
                    <a:pt x="32427" y="120474"/>
                  </a:lnTo>
                  <a:lnTo>
                    <a:pt x="31264" y="120321"/>
                  </a:lnTo>
                  <a:lnTo>
                    <a:pt x="30507" y="120762"/>
                  </a:lnTo>
                  <a:lnTo>
                    <a:pt x="30156" y="121794"/>
                  </a:lnTo>
                  <a:lnTo>
                    <a:pt x="30129" y="122814"/>
                  </a:lnTo>
                  <a:lnTo>
                    <a:pt x="30423" y="123818"/>
                  </a:lnTo>
                  <a:lnTo>
                    <a:pt x="30266" y="124602"/>
                  </a:lnTo>
                  <a:lnTo>
                    <a:pt x="29655" y="125163"/>
                  </a:lnTo>
                  <a:lnTo>
                    <a:pt x="29164" y="126278"/>
                  </a:lnTo>
                  <a:lnTo>
                    <a:pt x="28612" y="128746"/>
                  </a:lnTo>
                  <a:lnTo>
                    <a:pt x="28229" y="131988"/>
                  </a:lnTo>
                  <a:lnTo>
                    <a:pt x="27653" y="133237"/>
                  </a:lnTo>
                  <a:lnTo>
                    <a:pt x="26761" y="133513"/>
                  </a:lnTo>
                  <a:lnTo>
                    <a:pt x="25884" y="134439"/>
                  </a:lnTo>
                  <a:lnTo>
                    <a:pt x="25020" y="136015"/>
                  </a:lnTo>
                  <a:lnTo>
                    <a:pt x="24613" y="137211"/>
                  </a:lnTo>
                  <a:lnTo>
                    <a:pt x="24660" y="138027"/>
                  </a:lnTo>
                  <a:lnTo>
                    <a:pt x="24473" y="138209"/>
                  </a:lnTo>
                  <a:lnTo>
                    <a:pt x="24052" y="137755"/>
                  </a:lnTo>
                  <a:lnTo>
                    <a:pt x="23853" y="136683"/>
                  </a:lnTo>
                  <a:lnTo>
                    <a:pt x="23873" y="134994"/>
                  </a:lnTo>
                  <a:lnTo>
                    <a:pt x="23434" y="133862"/>
                  </a:lnTo>
                  <a:lnTo>
                    <a:pt x="22532" y="133285"/>
                  </a:lnTo>
                  <a:lnTo>
                    <a:pt x="21504" y="131473"/>
                  </a:lnTo>
                  <a:lnTo>
                    <a:pt x="20349" y="128428"/>
                  </a:lnTo>
                  <a:lnTo>
                    <a:pt x="19547" y="126806"/>
                  </a:lnTo>
                  <a:lnTo>
                    <a:pt x="19097" y="126606"/>
                  </a:lnTo>
                  <a:lnTo>
                    <a:pt x="18454" y="127812"/>
                  </a:lnTo>
                  <a:lnTo>
                    <a:pt x="17617" y="130422"/>
                  </a:lnTo>
                  <a:lnTo>
                    <a:pt x="16925" y="131458"/>
                  </a:lnTo>
                  <a:lnTo>
                    <a:pt x="16378" y="130920"/>
                  </a:lnTo>
                  <a:lnTo>
                    <a:pt x="15957" y="131843"/>
                  </a:lnTo>
                  <a:lnTo>
                    <a:pt x="15662" y="134228"/>
                  </a:lnTo>
                  <a:lnTo>
                    <a:pt x="15118" y="136098"/>
                  </a:lnTo>
                  <a:lnTo>
                    <a:pt x="13927" y="138134"/>
                  </a:lnTo>
                  <a:lnTo>
                    <a:pt x="13845" y="138375"/>
                  </a:lnTo>
                  <a:lnTo>
                    <a:pt x="12485" y="141141"/>
                  </a:lnTo>
                  <a:lnTo>
                    <a:pt x="11390" y="143911"/>
                  </a:lnTo>
                  <a:lnTo>
                    <a:pt x="10118" y="147634"/>
                  </a:lnTo>
                  <a:lnTo>
                    <a:pt x="9519" y="148209"/>
                  </a:lnTo>
                  <a:lnTo>
                    <a:pt x="8948" y="147310"/>
                  </a:lnTo>
                  <a:lnTo>
                    <a:pt x="8084" y="146390"/>
                  </a:lnTo>
                  <a:lnTo>
                    <a:pt x="7629" y="145126"/>
                  </a:lnTo>
                  <a:lnTo>
                    <a:pt x="8499" y="138824"/>
                  </a:lnTo>
                  <a:lnTo>
                    <a:pt x="9597" y="131839"/>
                  </a:lnTo>
                  <a:lnTo>
                    <a:pt x="9892" y="128616"/>
                  </a:lnTo>
                  <a:lnTo>
                    <a:pt x="9938" y="126265"/>
                  </a:lnTo>
                  <a:lnTo>
                    <a:pt x="9830" y="124354"/>
                  </a:lnTo>
                  <a:lnTo>
                    <a:pt x="9400" y="122354"/>
                  </a:lnTo>
                  <a:lnTo>
                    <a:pt x="8994" y="120803"/>
                  </a:lnTo>
                  <a:lnTo>
                    <a:pt x="8960" y="119770"/>
                  </a:lnTo>
                  <a:lnTo>
                    <a:pt x="9089" y="118676"/>
                  </a:lnTo>
                  <a:lnTo>
                    <a:pt x="9531" y="117065"/>
                  </a:lnTo>
                  <a:lnTo>
                    <a:pt x="10100" y="114560"/>
                  </a:lnTo>
                  <a:lnTo>
                    <a:pt x="10628" y="109405"/>
                  </a:lnTo>
                  <a:lnTo>
                    <a:pt x="11261" y="103956"/>
                  </a:lnTo>
                  <a:lnTo>
                    <a:pt x="11199" y="100654"/>
                  </a:lnTo>
                  <a:lnTo>
                    <a:pt x="10686" y="97031"/>
                  </a:lnTo>
                  <a:lnTo>
                    <a:pt x="10407" y="93591"/>
                  </a:lnTo>
                  <a:lnTo>
                    <a:pt x="10631" y="88902"/>
                  </a:lnTo>
                  <a:lnTo>
                    <a:pt x="10545" y="87078"/>
                  </a:lnTo>
                  <a:lnTo>
                    <a:pt x="9995" y="86166"/>
                  </a:lnTo>
                  <a:lnTo>
                    <a:pt x="8186" y="85233"/>
                  </a:lnTo>
                  <a:lnTo>
                    <a:pt x="7605" y="85393"/>
                  </a:lnTo>
                  <a:lnTo>
                    <a:pt x="7145" y="85993"/>
                  </a:lnTo>
                  <a:lnTo>
                    <a:pt x="6651" y="87267"/>
                  </a:lnTo>
                  <a:lnTo>
                    <a:pt x="6047" y="88071"/>
                  </a:lnTo>
                  <a:lnTo>
                    <a:pt x="4908" y="88511"/>
                  </a:lnTo>
                  <a:lnTo>
                    <a:pt x="3832" y="86927"/>
                  </a:lnTo>
                  <a:lnTo>
                    <a:pt x="2933" y="84237"/>
                  </a:lnTo>
                  <a:lnTo>
                    <a:pt x="2717" y="80939"/>
                  </a:lnTo>
                  <a:lnTo>
                    <a:pt x="3377" y="77015"/>
                  </a:lnTo>
                  <a:lnTo>
                    <a:pt x="3841" y="73840"/>
                  </a:lnTo>
                  <a:lnTo>
                    <a:pt x="4115" y="71112"/>
                  </a:lnTo>
                  <a:lnTo>
                    <a:pt x="4085" y="69821"/>
                  </a:lnTo>
                  <a:lnTo>
                    <a:pt x="3889" y="68475"/>
                  </a:lnTo>
                  <a:lnTo>
                    <a:pt x="3621" y="68293"/>
                  </a:lnTo>
                  <a:lnTo>
                    <a:pt x="3043" y="66619"/>
                  </a:lnTo>
                  <a:lnTo>
                    <a:pt x="2482" y="63674"/>
                  </a:lnTo>
                  <a:lnTo>
                    <a:pt x="1951" y="62330"/>
                  </a:lnTo>
                  <a:lnTo>
                    <a:pt x="1452" y="62583"/>
                  </a:lnTo>
                  <a:lnTo>
                    <a:pt x="991" y="63697"/>
                  </a:lnTo>
                  <a:lnTo>
                    <a:pt x="569" y="65673"/>
                  </a:lnTo>
                  <a:lnTo>
                    <a:pt x="238" y="66481"/>
                  </a:lnTo>
                  <a:lnTo>
                    <a:pt x="0" y="66118"/>
                  </a:lnTo>
                  <a:lnTo>
                    <a:pt x="72" y="64375"/>
                  </a:lnTo>
                  <a:lnTo>
                    <a:pt x="141" y="62734"/>
                  </a:lnTo>
                  <a:lnTo>
                    <a:pt x="662" y="56324"/>
                  </a:lnTo>
                  <a:lnTo>
                    <a:pt x="1291" y="52153"/>
                  </a:lnTo>
                  <a:lnTo>
                    <a:pt x="2029" y="50220"/>
                  </a:lnTo>
                  <a:lnTo>
                    <a:pt x="2811" y="49406"/>
                  </a:lnTo>
                  <a:lnTo>
                    <a:pt x="3638" y="49709"/>
                  </a:lnTo>
                  <a:lnTo>
                    <a:pt x="4328" y="49351"/>
                  </a:lnTo>
                  <a:lnTo>
                    <a:pt x="4883" y="48333"/>
                  </a:lnTo>
                  <a:lnTo>
                    <a:pt x="4833" y="47751"/>
                  </a:lnTo>
                  <a:lnTo>
                    <a:pt x="4175" y="47604"/>
                  </a:lnTo>
                  <a:lnTo>
                    <a:pt x="3915" y="46490"/>
                  </a:lnTo>
                  <a:lnTo>
                    <a:pt x="4049" y="44408"/>
                  </a:lnTo>
                  <a:lnTo>
                    <a:pt x="4342" y="43055"/>
                  </a:lnTo>
                  <a:lnTo>
                    <a:pt x="4794" y="42430"/>
                  </a:lnTo>
                  <a:lnTo>
                    <a:pt x="5232" y="40331"/>
                  </a:lnTo>
                  <a:lnTo>
                    <a:pt x="5654" y="36755"/>
                  </a:lnTo>
                  <a:lnTo>
                    <a:pt x="6169" y="34945"/>
                  </a:lnTo>
                  <a:lnTo>
                    <a:pt x="6773" y="34899"/>
                  </a:lnTo>
                  <a:lnTo>
                    <a:pt x="7812" y="33362"/>
                  </a:lnTo>
                  <a:lnTo>
                    <a:pt x="9281" y="30335"/>
                  </a:lnTo>
                  <a:lnTo>
                    <a:pt x="9843" y="27415"/>
                  </a:lnTo>
                  <a:lnTo>
                    <a:pt x="10399" y="28756"/>
                  </a:lnTo>
                  <a:lnTo>
                    <a:pt x="10194" y="32141"/>
                  </a:lnTo>
                  <a:lnTo>
                    <a:pt x="10484" y="32857"/>
                  </a:lnTo>
                  <a:lnTo>
                    <a:pt x="10622" y="34065"/>
                  </a:lnTo>
                  <a:lnTo>
                    <a:pt x="10545" y="35962"/>
                  </a:lnTo>
                  <a:lnTo>
                    <a:pt x="10666" y="37572"/>
                  </a:lnTo>
                  <a:lnTo>
                    <a:pt x="10891" y="38353"/>
                  </a:lnTo>
                  <a:lnTo>
                    <a:pt x="11214" y="38742"/>
                  </a:lnTo>
                  <a:lnTo>
                    <a:pt x="12772" y="37363"/>
                  </a:lnTo>
                  <a:lnTo>
                    <a:pt x="13722" y="37260"/>
                  </a:lnTo>
                  <a:lnTo>
                    <a:pt x="14121" y="38168"/>
                  </a:lnTo>
                  <a:lnTo>
                    <a:pt x="14485" y="38734"/>
                  </a:lnTo>
                  <a:lnTo>
                    <a:pt x="14935" y="39171"/>
                  </a:lnTo>
                  <a:lnTo>
                    <a:pt x="15284" y="39746"/>
                  </a:lnTo>
                  <a:lnTo>
                    <a:pt x="15508" y="39562"/>
                  </a:lnTo>
                  <a:lnTo>
                    <a:pt x="16040" y="38151"/>
                  </a:lnTo>
                  <a:lnTo>
                    <a:pt x="16205" y="37901"/>
                  </a:lnTo>
                  <a:lnTo>
                    <a:pt x="16219" y="37210"/>
                  </a:lnTo>
                  <a:lnTo>
                    <a:pt x="15844" y="35942"/>
                  </a:lnTo>
                  <a:lnTo>
                    <a:pt x="15458" y="34877"/>
                  </a:lnTo>
                  <a:lnTo>
                    <a:pt x="15471" y="32511"/>
                  </a:lnTo>
                  <a:lnTo>
                    <a:pt x="15656" y="28409"/>
                  </a:lnTo>
                  <a:lnTo>
                    <a:pt x="15692" y="26283"/>
                  </a:lnTo>
                  <a:lnTo>
                    <a:pt x="15660" y="21195"/>
                  </a:lnTo>
                  <a:lnTo>
                    <a:pt x="15589" y="19760"/>
                  </a:lnTo>
                  <a:lnTo>
                    <a:pt x="15234" y="18107"/>
                  </a:lnTo>
                  <a:lnTo>
                    <a:pt x="14305" y="14939"/>
                  </a:lnTo>
                  <a:lnTo>
                    <a:pt x="14044" y="13001"/>
                  </a:lnTo>
                  <a:lnTo>
                    <a:pt x="13894" y="11062"/>
                  </a:lnTo>
                  <a:lnTo>
                    <a:pt x="13909" y="9835"/>
                  </a:lnTo>
                  <a:lnTo>
                    <a:pt x="13674" y="8433"/>
                  </a:lnTo>
                  <a:lnTo>
                    <a:pt x="13551" y="7139"/>
                  </a:lnTo>
                  <a:lnTo>
                    <a:pt x="13968" y="6468"/>
                  </a:lnTo>
                  <a:lnTo>
                    <a:pt x="14468" y="4959"/>
                  </a:lnTo>
                  <a:lnTo>
                    <a:pt x="14720" y="2654"/>
                  </a:lnTo>
                  <a:lnTo>
                    <a:pt x="14964" y="973"/>
                  </a:lnTo>
                  <a:lnTo>
                    <a:pt x="15310" y="256"/>
                  </a:lnTo>
                  <a:lnTo>
                    <a:pt x="15610" y="0"/>
                  </a:lnTo>
                  <a:lnTo>
                    <a:pt x="15814" y="145"/>
                  </a:lnTo>
                  <a:lnTo>
                    <a:pt x="16601" y="3155"/>
                  </a:lnTo>
                  <a:lnTo>
                    <a:pt x="17597" y="1650"/>
                  </a:lnTo>
                  <a:lnTo>
                    <a:pt x="18357" y="1656"/>
                  </a:lnTo>
                  <a:lnTo>
                    <a:pt x="19002" y="245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3160365" y="2609347"/>
              <a:ext cx="14193" cy="47367"/>
            </a:xfrm>
            <a:custGeom>
              <a:avLst/>
              <a:pathLst>
                <a:path w="14193" h="47367">
                  <a:moveTo>
                    <a:pt x="7311" y="36846"/>
                  </a:moveTo>
                  <a:lnTo>
                    <a:pt x="7038" y="37321"/>
                  </a:lnTo>
                  <a:lnTo>
                    <a:pt x="6526" y="38677"/>
                  </a:lnTo>
                  <a:lnTo>
                    <a:pt x="6017" y="39775"/>
                  </a:lnTo>
                  <a:lnTo>
                    <a:pt x="4986" y="41476"/>
                  </a:lnTo>
                  <a:lnTo>
                    <a:pt x="4752" y="42494"/>
                  </a:lnTo>
                  <a:lnTo>
                    <a:pt x="4525" y="41582"/>
                  </a:lnTo>
                  <a:lnTo>
                    <a:pt x="4075" y="42202"/>
                  </a:lnTo>
                  <a:lnTo>
                    <a:pt x="3697" y="46073"/>
                  </a:lnTo>
                  <a:lnTo>
                    <a:pt x="2909" y="47367"/>
                  </a:lnTo>
                  <a:lnTo>
                    <a:pt x="1925" y="47253"/>
                  </a:lnTo>
                  <a:lnTo>
                    <a:pt x="1103" y="46886"/>
                  </a:lnTo>
                  <a:lnTo>
                    <a:pt x="0" y="47131"/>
                  </a:lnTo>
                  <a:lnTo>
                    <a:pt x="446" y="44876"/>
                  </a:lnTo>
                  <a:lnTo>
                    <a:pt x="912" y="41951"/>
                  </a:lnTo>
                  <a:lnTo>
                    <a:pt x="1372" y="38002"/>
                  </a:lnTo>
                  <a:lnTo>
                    <a:pt x="2183" y="34727"/>
                  </a:lnTo>
                  <a:lnTo>
                    <a:pt x="3867" y="23608"/>
                  </a:lnTo>
                  <a:lnTo>
                    <a:pt x="4837" y="19104"/>
                  </a:lnTo>
                  <a:lnTo>
                    <a:pt x="5184" y="12719"/>
                  </a:lnTo>
                  <a:lnTo>
                    <a:pt x="6688" y="7130"/>
                  </a:lnTo>
                  <a:lnTo>
                    <a:pt x="7813" y="5478"/>
                  </a:lnTo>
                  <a:lnTo>
                    <a:pt x="8357" y="3879"/>
                  </a:lnTo>
                  <a:lnTo>
                    <a:pt x="8341" y="1463"/>
                  </a:lnTo>
                  <a:lnTo>
                    <a:pt x="10022" y="1480"/>
                  </a:lnTo>
                  <a:lnTo>
                    <a:pt x="11103" y="1354"/>
                  </a:lnTo>
                  <a:lnTo>
                    <a:pt x="11418" y="0"/>
                  </a:lnTo>
                  <a:lnTo>
                    <a:pt x="12260" y="614"/>
                  </a:lnTo>
                  <a:lnTo>
                    <a:pt x="12732" y="1927"/>
                  </a:lnTo>
                  <a:lnTo>
                    <a:pt x="12306" y="3304"/>
                  </a:lnTo>
                  <a:lnTo>
                    <a:pt x="11706" y="4886"/>
                  </a:lnTo>
                  <a:lnTo>
                    <a:pt x="11741" y="5292"/>
                  </a:lnTo>
                  <a:lnTo>
                    <a:pt x="12188" y="5423"/>
                  </a:lnTo>
                  <a:lnTo>
                    <a:pt x="12949" y="6280"/>
                  </a:lnTo>
                  <a:lnTo>
                    <a:pt x="13418" y="7279"/>
                  </a:lnTo>
                  <a:lnTo>
                    <a:pt x="14193" y="13517"/>
                  </a:lnTo>
                  <a:lnTo>
                    <a:pt x="13714" y="16086"/>
                  </a:lnTo>
                  <a:lnTo>
                    <a:pt x="12968" y="18375"/>
                  </a:lnTo>
                  <a:lnTo>
                    <a:pt x="12634" y="18582"/>
                  </a:lnTo>
                  <a:lnTo>
                    <a:pt x="11981" y="19720"/>
                  </a:lnTo>
                  <a:lnTo>
                    <a:pt x="11433" y="21277"/>
                  </a:lnTo>
                  <a:lnTo>
                    <a:pt x="11240" y="22262"/>
                  </a:lnTo>
                  <a:lnTo>
                    <a:pt x="11282" y="23181"/>
                  </a:lnTo>
                  <a:lnTo>
                    <a:pt x="12057" y="24336"/>
                  </a:lnTo>
                  <a:lnTo>
                    <a:pt x="12079" y="24802"/>
                  </a:lnTo>
                  <a:lnTo>
                    <a:pt x="11920" y="25165"/>
                  </a:lnTo>
                  <a:lnTo>
                    <a:pt x="11294" y="24913"/>
                  </a:lnTo>
                  <a:lnTo>
                    <a:pt x="10486" y="24796"/>
                  </a:lnTo>
                  <a:lnTo>
                    <a:pt x="10009" y="24797"/>
                  </a:lnTo>
                  <a:lnTo>
                    <a:pt x="9455" y="25031"/>
                  </a:lnTo>
                  <a:lnTo>
                    <a:pt x="8750" y="26439"/>
                  </a:lnTo>
                  <a:lnTo>
                    <a:pt x="8436" y="27364"/>
                  </a:lnTo>
                  <a:lnTo>
                    <a:pt x="8266" y="27961"/>
                  </a:lnTo>
                  <a:lnTo>
                    <a:pt x="8015" y="29878"/>
                  </a:lnTo>
                  <a:lnTo>
                    <a:pt x="8297" y="31192"/>
                  </a:lnTo>
                  <a:lnTo>
                    <a:pt x="8825" y="31935"/>
                  </a:lnTo>
                  <a:lnTo>
                    <a:pt x="8901" y="32316"/>
                  </a:lnTo>
                  <a:lnTo>
                    <a:pt x="8783" y="32982"/>
                  </a:lnTo>
                  <a:lnTo>
                    <a:pt x="8258" y="33808"/>
                  </a:lnTo>
                  <a:lnTo>
                    <a:pt x="7863" y="34821"/>
                  </a:lnTo>
                  <a:lnTo>
                    <a:pt x="7750" y="3585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2712213" y="3381789"/>
              <a:ext cx="39489" cy="123703"/>
            </a:xfrm>
            <a:custGeom>
              <a:avLst/>
              <a:pathLst>
                <a:path w="39489" h="123703">
                  <a:moveTo>
                    <a:pt x="29043" y="28934"/>
                  </a:moveTo>
                  <a:lnTo>
                    <a:pt x="29227" y="29273"/>
                  </a:lnTo>
                  <a:lnTo>
                    <a:pt x="29517" y="30178"/>
                  </a:lnTo>
                  <a:lnTo>
                    <a:pt x="29790" y="33268"/>
                  </a:lnTo>
                  <a:lnTo>
                    <a:pt x="30868" y="43250"/>
                  </a:lnTo>
                  <a:lnTo>
                    <a:pt x="30813" y="46000"/>
                  </a:lnTo>
                  <a:lnTo>
                    <a:pt x="30600" y="47800"/>
                  </a:lnTo>
                  <a:lnTo>
                    <a:pt x="30594" y="49562"/>
                  </a:lnTo>
                  <a:lnTo>
                    <a:pt x="30522" y="51301"/>
                  </a:lnTo>
                  <a:lnTo>
                    <a:pt x="29862" y="54150"/>
                  </a:lnTo>
                  <a:lnTo>
                    <a:pt x="27917" y="59981"/>
                  </a:lnTo>
                  <a:lnTo>
                    <a:pt x="28068" y="60491"/>
                  </a:lnTo>
                  <a:lnTo>
                    <a:pt x="28533" y="61155"/>
                  </a:lnTo>
                  <a:lnTo>
                    <a:pt x="29006" y="61500"/>
                  </a:lnTo>
                  <a:lnTo>
                    <a:pt x="29394" y="61320"/>
                  </a:lnTo>
                  <a:lnTo>
                    <a:pt x="29881" y="62777"/>
                  </a:lnTo>
                  <a:lnTo>
                    <a:pt x="30404" y="64606"/>
                  </a:lnTo>
                  <a:lnTo>
                    <a:pt x="30959" y="65559"/>
                  </a:lnTo>
                  <a:lnTo>
                    <a:pt x="31760" y="66395"/>
                  </a:lnTo>
                  <a:lnTo>
                    <a:pt x="32460" y="66489"/>
                  </a:lnTo>
                  <a:lnTo>
                    <a:pt x="33057" y="66169"/>
                  </a:lnTo>
                  <a:lnTo>
                    <a:pt x="33897" y="66531"/>
                  </a:lnTo>
                  <a:lnTo>
                    <a:pt x="34790" y="68046"/>
                  </a:lnTo>
                  <a:lnTo>
                    <a:pt x="35109" y="70549"/>
                  </a:lnTo>
                  <a:lnTo>
                    <a:pt x="35323" y="72729"/>
                  </a:lnTo>
                  <a:lnTo>
                    <a:pt x="35633" y="73836"/>
                  </a:lnTo>
                  <a:lnTo>
                    <a:pt x="35676" y="75722"/>
                  </a:lnTo>
                  <a:lnTo>
                    <a:pt x="36312" y="77378"/>
                  </a:lnTo>
                  <a:lnTo>
                    <a:pt x="37218" y="77713"/>
                  </a:lnTo>
                  <a:lnTo>
                    <a:pt x="38393" y="79654"/>
                  </a:lnTo>
                  <a:lnTo>
                    <a:pt x="38692" y="79551"/>
                  </a:lnTo>
                  <a:lnTo>
                    <a:pt x="38820" y="79309"/>
                  </a:lnTo>
                  <a:lnTo>
                    <a:pt x="38965" y="79675"/>
                  </a:lnTo>
                  <a:lnTo>
                    <a:pt x="39260" y="85289"/>
                  </a:lnTo>
                  <a:lnTo>
                    <a:pt x="39489" y="88266"/>
                  </a:lnTo>
                  <a:lnTo>
                    <a:pt x="39368" y="89468"/>
                  </a:lnTo>
                  <a:lnTo>
                    <a:pt x="39210" y="90414"/>
                  </a:lnTo>
                  <a:lnTo>
                    <a:pt x="39201" y="94946"/>
                  </a:lnTo>
                  <a:lnTo>
                    <a:pt x="38669" y="97549"/>
                  </a:lnTo>
                  <a:lnTo>
                    <a:pt x="38583" y="100404"/>
                  </a:lnTo>
                  <a:lnTo>
                    <a:pt x="38433" y="101329"/>
                  </a:lnTo>
                  <a:lnTo>
                    <a:pt x="37864" y="102151"/>
                  </a:lnTo>
                  <a:lnTo>
                    <a:pt x="37860" y="104345"/>
                  </a:lnTo>
                  <a:lnTo>
                    <a:pt x="37709" y="106995"/>
                  </a:lnTo>
                  <a:lnTo>
                    <a:pt x="37650" y="109809"/>
                  </a:lnTo>
                  <a:lnTo>
                    <a:pt x="37809" y="117173"/>
                  </a:lnTo>
                  <a:lnTo>
                    <a:pt x="37838" y="122666"/>
                  </a:lnTo>
                  <a:lnTo>
                    <a:pt x="38094" y="123703"/>
                  </a:lnTo>
                  <a:lnTo>
                    <a:pt x="36988" y="123246"/>
                  </a:lnTo>
                  <a:lnTo>
                    <a:pt x="33737" y="119053"/>
                  </a:lnTo>
                  <a:lnTo>
                    <a:pt x="31229" y="116650"/>
                  </a:lnTo>
                  <a:lnTo>
                    <a:pt x="22835" y="102921"/>
                  </a:lnTo>
                  <a:lnTo>
                    <a:pt x="20503" y="97412"/>
                  </a:lnTo>
                  <a:lnTo>
                    <a:pt x="17815" y="89208"/>
                  </a:lnTo>
                  <a:lnTo>
                    <a:pt x="11835" y="72692"/>
                  </a:lnTo>
                  <a:lnTo>
                    <a:pt x="10472" y="70041"/>
                  </a:lnTo>
                  <a:lnTo>
                    <a:pt x="8752" y="68753"/>
                  </a:lnTo>
                  <a:lnTo>
                    <a:pt x="7689" y="67348"/>
                  </a:lnTo>
                  <a:lnTo>
                    <a:pt x="6940" y="65821"/>
                  </a:lnTo>
                  <a:lnTo>
                    <a:pt x="6330" y="61243"/>
                  </a:lnTo>
                  <a:lnTo>
                    <a:pt x="4835" y="58516"/>
                  </a:lnTo>
                  <a:lnTo>
                    <a:pt x="2075" y="54649"/>
                  </a:lnTo>
                  <a:lnTo>
                    <a:pt x="0" y="48199"/>
                  </a:lnTo>
                  <a:lnTo>
                    <a:pt x="509" y="46878"/>
                  </a:lnTo>
                  <a:lnTo>
                    <a:pt x="1258" y="42639"/>
                  </a:lnTo>
                  <a:lnTo>
                    <a:pt x="2305" y="38563"/>
                  </a:lnTo>
                  <a:lnTo>
                    <a:pt x="3282" y="36147"/>
                  </a:lnTo>
                  <a:lnTo>
                    <a:pt x="4058" y="33659"/>
                  </a:lnTo>
                  <a:lnTo>
                    <a:pt x="4876" y="31755"/>
                  </a:lnTo>
                  <a:lnTo>
                    <a:pt x="6051" y="29533"/>
                  </a:lnTo>
                  <a:lnTo>
                    <a:pt x="7846" y="23676"/>
                  </a:lnTo>
                  <a:lnTo>
                    <a:pt x="8268" y="22998"/>
                  </a:lnTo>
                  <a:lnTo>
                    <a:pt x="8555" y="18948"/>
                  </a:lnTo>
                  <a:lnTo>
                    <a:pt x="9004" y="13786"/>
                  </a:lnTo>
                  <a:lnTo>
                    <a:pt x="9524" y="12186"/>
                  </a:lnTo>
                  <a:lnTo>
                    <a:pt x="10747" y="11230"/>
                  </a:lnTo>
                  <a:lnTo>
                    <a:pt x="11033" y="10334"/>
                  </a:lnTo>
                  <a:lnTo>
                    <a:pt x="11467" y="6703"/>
                  </a:lnTo>
                  <a:lnTo>
                    <a:pt x="11745" y="2470"/>
                  </a:lnTo>
                  <a:lnTo>
                    <a:pt x="11770" y="1552"/>
                  </a:lnTo>
                  <a:lnTo>
                    <a:pt x="12252" y="1444"/>
                  </a:lnTo>
                  <a:lnTo>
                    <a:pt x="13075" y="530"/>
                  </a:lnTo>
                  <a:lnTo>
                    <a:pt x="13553" y="940"/>
                  </a:lnTo>
                  <a:lnTo>
                    <a:pt x="13765" y="2159"/>
                  </a:lnTo>
                  <a:lnTo>
                    <a:pt x="13874" y="3185"/>
                  </a:lnTo>
                  <a:lnTo>
                    <a:pt x="16369" y="546"/>
                  </a:lnTo>
                  <a:lnTo>
                    <a:pt x="16588" y="0"/>
                  </a:lnTo>
                  <a:lnTo>
                    <a:pt x="16720" y="92"/>
                  </a:lnTo>
                  <a:lnTo>
                    <a:pt x="17034" y="2474"/>
                  </a:lnTo>
                  <a:lnTo>
                    <a:pt x="17214" y="2328"/>
                  </a:lnTo>
                  <a:lnTo>
                    <a:pt x="17365" y="1640"/>
                  </a:lnTo>
                  <a:lnTo>
                    <a:pt x="17531" y="1574"/>
                  </a:lnTo>
                  <a:lnTo>
                    <a:pt x="17727" y="1895"/>
                  </a:lnTo>
                  <a:lnTo>
                    <a:pt x="17922" y="3003"/>
                  </a:lnTo>
                  <a:lnTo>
                    <a:pt x="18240" y="3999"/>
                  </a:lnTo>
                  <a:lnTo>
                    <a:pt x="18781" y="4700"/>
                  </a:lnTo>
                  <a:lnTo>
                    <a:pt x="19124" y="5661"/>
                  </a:lnTo>
                  <a:lnTo>
                    <a:pt x="19086" y="8205"/>
                  </a:lnTo>
                  <a:lnTo>
                    <a:pt x="19217" y="10679"/>
                  </a:lnTo>
                  <a:lnTo>
                    <a:pt x="19452" y="11249"/>
                  </a:lnTo>
                  <a:lnTo>
                    <a:pt x="19577" y="12727"/>
                  </a:lnTo>
                  <a:lnTo>
                    <a:pt x="19640" y="14348"/>
                  </a:lnTo>
                  <a:lnTo>
                    <a:pt x="19769" y="15201"/>
                  </a:lnTo>
                  <a:lnTo>
                    <a:pt x="19861" y="16836"/>
                  </a:lnTo>
                  <a:lnTo>
                    <a:pt x="19815" y="18592"/>
                  </a:lnTo>
                  <a:lnTo>
                    <a:pt x="19911" y="19827"/>
                  </a:lnTo>
                  <a:lnTo>
                    <a:pt x="20309" y="21956"/>
                  </a:lnTo>
                  <a:lnTo>
                    <a:pt x="20557" y="24640"/>
                  </a:lnTo>
                  <a:lnTo>
                    <a:pt x="20559" y="26539"/>
                  </a:lnTo>
                  <a:lnTo>
                    <a:pt x="20414" y="28539"/>
                  </a:lnTo>
                  <a:lnTo>
                    <a:pt x="20150" y="30368"/>
                  </a:lnTo>
                  <a:lnTo>
                    <a:pt x="19686" y="32361"/>
                  </a:lnTo>
                  <a:lnTo>
                    <a:pt x="19647" y="33148"/>
                  </a:lnTo>
                  <a:lnTo>
                    <a:pt x="19923" y="33664"/>
                  </a:lnTo>
                  <a:lnTo>
                    <a:pt x="20341" y="33767"/>
                  </a:lnTo>
                  <a:lnTo>
                    <a:pt x="20690" y="33360"/>
                  </a:lnTo>
                  <a:lnTo>
                    <a:pt x="21575" y="34275"/>
                  </a:lnTo>
                  <a:lnTo>
                    <a:pt x="22037" y="35588"/>
                  </a:lnTo>
                  <a:lnTo>
                    <a:pt x="22444" y="37210"/>
                  </a:lnTo>
                  <a:lnTo>
                    <a:pt x="22810" y="38032"/>
                  </a:lnTo>
                  <a:lnTo>
                    <a:pt x="22976" y="39057"/>
                  </a:lnTo>
                  <a:lnTo>
                    <a:pt x="23603" y="38774"/>
                  </a:lnTo>
                  <a:lnTo>
                    <a:pt x="24331" y="37787"/>
                  </a:lnTo>
                  <a:lnTo>
                    <a:pt x="24481" y="37322"/>
                  </a:lnTo>
                  <a:lnTo>
                    <a:pt x="24698" y="37572"/>
                  </a:lnTo>
                  <a:lnTo>
                    <a:pt x="25167" y="37675"/>
                  </a:lnTo>
                  <a:lnTo>
                    <a:pt x="25495" y="35898"/>
                  </a:lnTo>
                  <a:lnTo>
                    <a:pt x="25760" y="33855"/>
                  </a:lnTo>
                  <a:lnTo>
                    <a:pt x="26325" y="31644"/>
                  </a:lnTo>
                  <a:lnTo>
                    <a:pt x="26603" y="30789"/>
                  </a:lnTo>
                  <a:lnTo>
                    <a:pt x="26676" y="29375"/>
                  </a:lnTo>
                  <a:lnTo>
                    <a:pt x="26707" y="27552"/>
                  </a:lnTo>
                  <a:lnTo>
                    <a:pt x="26910" y="25967"/>
                  </a:lnTo>
                  <a:lnTo>
                    <a:pt x="27377" y="25096"/>
                  </a:lnTo>
                  <a:lnTo>
                    <a:pt x="27881" y="25109"/>
                  </a:lnTo>
                  <a:lnTo>
                    <a:pt x="28155" y="25431"/>
                  </a:lnTo>
                  <a:lnTo>
                    <a:pt x="28294" y="26966"/>
                  </a:lnTo>
                  <a:lnTo>
                    <a:pt x="28699" y="2813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2912348" y="2653575"/>
              <a:ext cx="152282" cy="404387"/>
            </a:xfrm>
            <a:custGeom>
              <a:avLst/>
              <a:pathLst>
                <a:path w="152282" h="404387">
                  <a:moveTo>
                    <a:pt x="152282" y="45120"/>
                  </a:moveTo>
                  <a:lnTo>
                    <a:pt x="151912" y="45949"/>
                  </a:lnTo>
                  <a:lnTo>
                    <a:pt x="151386" y="47714"/>
                  </a:lnTo>
                  <a:lnTo>
                    <a:pt x="151053" y="49285"/>
                  </a:lnTo>
                  <a:lnTo>
                    <a:pt x="150162" y="51842"/>
                  </a:lnTo>
                  <a:lnTo>
                    <a:pt x="149420" y="54580"/>
                  </a:lnTo>
                  <a:lnTo>
                    <a:pt x="149489" y="58588"/>
                  </a:lnTo>
                  <a:lnTo>
                    <a:pt x="149658" y="62664"/>
                  </a:lnTo>
                  <a:lnTo>
                    <a:pt x="150158" y="66646"/>
                  </a:lnTo>
                  <a:lnTo>
                    <a:pt x="150585" y="71076"/>
                  </a:lnTo>
                  <a:lnTo>
                    <a:pt x="150465" y="73973"/>
                  </a:lnTo>
                  <a:lnTo>
                    <a:pt x="150096" y="77534"/>
                  </a:lnTo>
                  <a:lnTo>
                    <a:pt x="149658" y="80503"/>
                  </a:lnTo>
                  <a:lnTo>
                    <a:pt x="148206" y="86618"/>
                  </a:lnTo>
                  <a:lnTo>
                    <a:pt x="147982" y="88081"/>
                  </a:lnTo>
                  <a:lnTo>
                    <a:pt x="148063" y="90136"/>
                  </a:lnTo>
                  <a:lnTo>
                    <a:pt x="148948" y="97390"/>
                  </a:lnTo>
                  <a:lnTo>
                    <a:pt x="149017" y="99674"/>
                  </a:lnTo>
                  <a:lnTo>
                    <a:pt x="149546" y="106721"/>
                  </a:lnTo>
                  <a:lnTo>
                    <a:pt x="150029" y="112453"/>
                  </a:lnTo>
                  <a:lnTo>
                    <a:pt x="150563" y="116958"/>
                  </a:lnTo>
                  <a:lnTo>
                    <a:pt x="150646" y="118197"/>
                  </a:lnTo>
                  <a:lnTo>
                    <a:pt x="150646" y="124833"/>
                  </a:lnTo>
                  <a:lnTo>
                    <a:pt x="150646" y="131468"/>
                  </a:lnTo>
                  <a:lnTo>
                    <a:pt x="150646" y="138104"/>
                  </a:lnTo>
                  <a:lnTo>
                    <a:pt x="150646" y="144739"/>
                  </a:lnTo>
                  <a:lnTo>
                    <a:pt x="150646" y="151375"/>
                  </a:lnTo>
                  <a:lnTo>
                    <a:pt x="150646" y="158010"/>
                  </a:lnTo>
                  <a:lnTo>
                    <a:pt x="150646" y="164646"/>
                  </a:lnTo>
                  <a:lnTo>
                    <a:pt x="150646" y="171282"/>
                  </a:lnTo>
                  <a:lnTo>
                    <a:pt x="150646" y="177917"/>
                  </a:lnTo>
                  <a:lnTo>
                    <a:pt x="150646" y="184554"/>
                  </a:lnTo>
                  <a:lnTo>
                    <a:pt x="150646" y="191190"/>
                  </a:lnTo>
                  <a:lnTo>
                    <a:pt x="150646" y="197825"/>
                  </a:lnTo>
                  <a:lnTo>
                    <a:pt x="150646" y="204461"/>
                  </a:lnTo>
                  <a:lnTo>
                    <a:pt x="150646" y="211096"/>
                  </a:lnTo>
                  <a:lnTo>
                    <a:pt x="150646" y="217732"/>
                  </a:lnTo>
                  <a:lnTo>
                    <a:pt x="150646" y="224367"/>
                  </a:lnTo>
                  <a:lnTo>
                    <a:pt x="150646" y="231003"/>
                  </a:lnTo>
                  <a:lnTo>
                    <a:pt x="150646" y="237638"/>
                  </a:lnTo>
                  <a:lnTo>
                    <a:pt x="150646" y="244274"/>
                  </a:lnTo>
                  <a:lnTo>
                    <a:pt x="150646" y="250910"/>
                  </a:lnTo>
                  <a:lnTo>
                    <a:pt x="150646" y="257545"/>
                  </a:lnTo>
                  <a:lnTo>
                    <a:pt x="150646" y="264181"/>
                  </a:lnTo>
                  <a:lnTo>
                    <a:pt x="150646" y="270816"/>
                  </a:lnTo>
                  <a:lnTo>
                    <a:pt x="150646" y="277452"/>
                  </a:lnTo>
                  <a:lnTo>
                    <a:pt x="150646" y="284087"/>
                  </a:lnTo>
                  <a:lnTo>
                    <a:pt x="150646" y="290724"/>
                  </a:lnTo>
                  <a:lnTo>
                    <a:pt x="150646" y="297360"/>
                  </a:lnTo>
                  <a:lnTo>
                    <a:pt x="150646" y="303995"/>
                  </a:lnTo>
                  <a:lnTo>
                    <a:pt x="150646" y="310631"/>
                  </a:lnTo>
                  <a:lnTo>
                    <a:pt x="150646" y="317267"/>
                  </a:lnTo>
                  <a:lnTo>
                    <a:pt x="150646" y="323902"/>
                  </a:lnTo>
                  <a:lnTo>
                    <a:pt x="150646" y="330538"/>
                  </a:lnTo>
                  <a:lnTo>
                    <a:pt x="150644" y="345262"/>
                  </a:lnTo>
                  <a:lnTo>
                    <a:pt x="150642" y="359987"/>
                  </a:lnTo>
                  <a:lnTo>
                    <a:pt x="150640" y="374711"/>
                  </a:lnTo>
                  <a:lnTo>
                    <a:pt x="150518" y="389647"/>
                  </a:lnTo>
                  <a:lnTo>
                    <a:pt x="148148" y="389644"/>
                  </a:lnTo>
                  <a:lnTo>
                    <a:pt x="145775" y="389640"/>
                  </a:lnTo>
                  <a:lnTo>
                    <a:pt x="143404" y="389636"/>
                  </a:lnTo>
                  <a:lnTo>
                    <a:pt x="141032" y="389633"/>
                  </a:lnTo>
                  <a:lnTo>
                    <a:pt x="141032" y="393322"/>
                  </a:lnTo>
                  <a:lnTo>
                    <a:pt x="141032" y="397010"/>
                  </a:lnTo>
                  <a:lnTo>
                    <a:pt x="141032" y="400698"/>
                  </a:lnTo>
                  <a:lnTo>
                    <a:pt x="141032" y="404387"/>
                  </a:lnTo>
                  <a:lnTo>
                    <a:pt x="136427" y="397397"/>
                  </a:lnTo>
                  <a:lnTo>
                    <a:pt x="131821" y="390406"/>
                  </a:lnTo>
                  <a:lnTo>
                    <a:pt x="127215" y="383416"/>
                  </a:lnTo>
                  <a:lnTo>
                    <a:pt x="122610" y="376425"/>
                  </a:lnTo>
                  <a:lnTo>
                    <a:pt x="118004" y="369435"/>
                  </a:lnTo>
                  <a:lnTo>
                    <a:pt x="113399" y="362443"/>
                  </a:lnTo>
                  <a:lnTo>
                    <a:pt x="108793" y="355454"/>
                  </a:lnTo>
                  <a:lnTo>
                    <a:pt x="104187" y="348462"/>
                  </a:lnTo>
                  <a:lnTo>
                    <a:pt x="99581" y="341471"/>
                  </a:lnTo>
                  <a:lnTo>
                    <a:pt x="94975" y="334481"/>
                  </a:lnTo>
                  <a:lnTo>
                    <a:pt x="90370" y="327490"/>
                  </a:lnTo>
                  <a:lnTo>
                    <a:pt x="85764" y="320500"/>
                  </a:lnTo>
                  <a:lnTo>
                    <a:pt x="81158" y="313509"/>
                  </a:lnTo>
                  <a:lnTo>
                    <a:pt x="76553" y="306519"/>
                  </a:lnTo>
                  <a:lnTo>
                    <a:pt x="71947" y="299528"/>
                  </a:lnTo>
                  <a:lnTo>
                    <a:pt x="67341" y="292538"/>
                  </a:lnTo>
                  <a:lnTo>
                    <a:pt x="64159" y="287710"/>
                  </a:lnTo>
                  <a:lnTo>
                    <a:pt x="60728" y="292423"/>
                  </a:lnTo>
                  <a:lnTo>
                    <a:pt x="58039" y="296118"/>
                  </a:lnTo>
                  <a:lnTo>
                    <a:pt x="54496" y="300976"/>
                  </a:lnTo>
                  <a:lnTo>
                    <a:pt x="50427" y="307292"/>
                  </a:lnTo>
                  <a:lnTo>
                    <a:pt x="47304" y="312140"/>
                  </a:lnTo>
                  <a:lnTo>
                    <a:pt x="47157" y="312104"/>
                  </a:lnTo>
                  <a:lnTo>
                    <a:pt x="47014" y="311984"/>
                  </a:lnTo>
                  <a:lnTo>
                    <a:pt x="43765" y="303759"/>
                  </a:lnTo>
                  <a:lnTo>
                    <a:pt x="41227" y="297334"/>
                  </a:lnTo>
                  <a:lnTo>
                    <a:pt x="40098" y="295542"/>
                  </a:lnTo>
                  <a:lnTo>
                    <a:pt x="35314" y="292259"/>
                  </a:lnTo>
                  <a:lnTo>
                    <a:pt x="30557" y="288997"/>
                  </a:lnTo>
                  <a:lnTo>
                    <a:pt x="25549" y="285563"/>
                  </a:lnTo>
                  <a:lnTo>
                    <a:pt x="24637" y="280335"/>
                  </a:lnTo>
                  <a:lnTo>
                    <a:pt x="23618" y="274491"/>
                  </a:lnTo>
                  <a:lnTo>
                    <a:pt x="22245" y="267189"/>
                  </a:lnTo>
                  <a:lnTo>
                    <a:pt x="21406" y="262723"/>
                  </a:lnTo>
                  <a:lnTo>
                    <a:pt x="21124" y="262028"/>
                  </a:lnTo>
                  <a:lnTo>
                    <a:pt x="17284" y="258492"/>
                  </a:lnTo>
                  <a:lnTo>
                    <a:pt x="13227" y="255025"/>
                  </a:lnTo>
                  <a:lnTo>
                    <a:pt x="10851" y="257127"/>
                  </a:lnTo>
                  <a:lnTo>
                    <a:pt x="10437" y="256968"/>
                  </a:lnTo>
                  <a:lnTo>
                    <a:pt x="9762" y="255649"/>
                  </a:lnTo>
                  <a:lnTo>
                    <a:pt x="9090" y="253853"/>
                  </a:lnTo>
                  <a:lnTo>
                    <a:pt x="8733" y="251335"/>
                  </a:lnTo>
                  <a:lnTo>
                    <a:pt x="7780" y="247966"/>
                  </a:lnTo>
                  <a:lnTo>
                    <a:pt x="6901" y="240260"/>
                  </a:lnTo>
                  <a:lnTo>
                    <a:pt x="6814" y="234128"/>
                  </a:lnTo>
                  <a:lnTo>
                    <a:pt x="6637" y="231955"/>
                  </a:lnTo>
                  <a:lnTo>
                    <a:pt x="4526" y="223321"/>
                  </a:lnTo>
                  <a:lnTo>
                    <a:pt x="2605" y="215465"/>
                  </a:lnTo>
                  <a:lnTo>
                    <a:pt x="1326" y="210235"/>
                  </a:lnTo>
                  <a:lnTo>
                    <a:pt x="1077" y="207873"/>
                  </a:lnTo>
                  <a:lnTo>
                    <a:pt x="1227" y="204964"/>
                  </a:lnTo>
                  <a:lnTo>
                    <a:pt x="1741" y="202357"/>
                  </a:lnTo>
                  <a:lnTo>
                    <a:pt x="3602" y="199270"/>
                  </a:lnTo>
                  <a:lnTo>
                    <a:pt x="5279" y="195909"/>
                  </a:lnTo>
                  <a:lnTo>
                    <a:pt x="5508" y="193579"/>
                  </a:lnTo>
                  <a:lnTo>
                    <a:pt x="5616" y="187163"/>
                  </a:lnTo>
                  <a:lnTo>
                    <a:pt x="5065" y="185157"/>
                  </a:lnTo>
                  <a:lnTo>
                    <a:pt x="4664" y="181347"/>
                  </a:lnTo>
                  <a:lnTo>
                    <a:pt x="4251" y="176189"/>
                  </a:lnTo>
                  <a:lnTo>
                    <a:pt x="4204" y="172893"/>
                  </a:lnTo>
                  <a:lnTo>
                    <a:pt x="4951" y="166330"/>
                  </a:lnTo>
                  <a:lnTo>
                    <a:pt x="5823" y="159453"/>
                  </a:lnTo>
                  <a:lnTo>
                    <a:pt x="5267" y="151841"/>
                  </a:lnTo>
                  <a:lnTo>
                    <a:pt x="4858" y="136567"/>
                  </a:lnTo>
                  <a:lnTo>
                    <a:pt x="5117" y="124547"/>
                  </a:lnTo>
                  <a:lnTo>
                    <a:pt x="4907" y="120180"/>
                  </a:lnTo>
                  <a:lnTo>
                    <a:pt x="4758" y="118343"/>
                  </a:lnTo>
                  <a:lnTo>
                    <a:pt x="4188" y="112670"/>
                  </a:lnTo>
                  <a:lnTo>
                    <a:pt x="3484" y="106818"/>
                  </a:lnTo>
                  <a:lnTo>
                    <a:pt x="3171" y="104766"/>
                  </a:lnTo>
                  <a:lnTo>
                    <a:pt x="2268" y="100052"/>
                  </a:lnTo>
                  <a:lnTo>
                    <a:pt x="776" y="94210"/>
                  </a:lnTo>
                  <a:lnTo>
                    <a:pt x="0" y="90618"/>
                  </a:lnTo>
                  <a:lnTo>
                    <a:pt x="1064" y="88725"/>
                  </a:lnTo>
                  <a:lnTo>
                    <a:pt x="2004" y="87244"/>
                  </a:lnTo>
                  <a:lnTo>
                    <a:pt x="3150" y="85680"/>
                  </a:lnTo>
                  <a:lnTo>
                    <a:pt x="4779" y="83910"/>
                  </a:lnTo>
                  <a:lnTo>
                    <a:pt x="5621" y="82578"/>
                  </a:lnTo>
                  <a:lnTo>
                    <a:pt x="5982" y="81454"/>
                  </a:lnTo>
                  <a:lnTo>
                    <a:pt x="7205" y="76882"/>
                  </a:lnTo>
                  <a:lnTo>
                    <a:pt x="7842" y="74344"/>
                  </a:lnTo>
                  <a:lnTo>
                    <a:pt x="8711" y="70880"/>
                  </a:lnTo>
                  <a:lnTo>
                    <a:pt x="9092" y="68464"/>
                  </a:lnTo>
                  <a:lnTo>
                    <a:pt x="9102" y="66222"/>
                  </a:lnTo>
                  <a:lnTo>
                    <a:pt x="8970" y="63524"/>
                  </a:lnTo>
                  <a:lnTo>
                    <a:pt x="8290" y="57057"/>
                  </a:lnTo>
                  <a:lnTo>
                    <a:pt x="7735" y="50770"/>
                  </a:lnTo>
                  <a:lnTo>
                    <a:pt x="8167" y="48346"/>
                  </a:lnTo>
                  <a:lnTo>
                    <a:pt x="8515" y="47184"/>
                  </a:lnTo>
                  <a:lnTo>
                    <a:pt x="9270" y="44234"/>
                  </a:lnTo>
                  <a:lnTo>
                    <a:pt x="9573" y="43646"/>
                  </a:lnTo>
                  <a:lnTo>
                    <a:pt x="11204" y="42724"/>
                  </a:lnTo>
                  <a:lnTo>
                    <a:pt x="11857" y="40759"/>
                  </a:lnTo>
                  <a:lnTo>
                    <a:pt x="12355" y="38301"/>
                  </a:lnTo>
                  <a:lnTo>
                    <a:pt x="12484" y="37007"/>
                  </a:lnTo>
                  <a:lnTo>
                    <a:pt x="13197" y="35652"/>
                  </a:lnTo>
                  <a:lnTo>
                    <a:pt x="14048" y="34298"/>
                  </a:lnTo>
                  <a:lnTo>
                    <a:pt x="14575" y="32541"/>
                  </a:lnTo>
                  <a:lnTo>
                    <a:pt x="16294" y="29821"/>
                  </a:lnTo>
                  <a:lnTo>
                    <a:pt x="17862" y="27338"/>
                  </a:lnTo>
                  <a:lnTo>
                    <a:pt x="19686" y="24724"/>
                  </a:lnTo>
                  <a:lnTo>
                    <a:pt x="21099" y="22701"/>
                  </a:lnTo>
                  <a:lnTo>
                    <a:pt x="21396" y="20938"/>
                  </a:lnTo>
                  <a:lnTo>
                    <a:pt x="21376" y="19413"/>
                  </a:lnTo>
                  <a:lnTo>
                    <a:pt x="20608" y="15937"/>
                  </a:lnTo>
                  <a:lnTo>
                    <a:pt x="20608" y="11826"/>
                  </a:lnTo>
                  <a:lnTo>
                    <a:pt x="20659" y="8408"/>
                  </a:lnTo>
                  <a:lnTo>
                    <a:pt x="20736" y="6388"/>
                  </a:lnTo>
                  <a:lnTo>
                    <a:pt x="21074" y="779"/>
                  </a:lnTo>
                  <a:lnTo>
                    <a:pt x="21095" y="0"/>
                  </a:lnTo>
                  <a:lnTo>
                    <a:pt x="22562" y="1862"/>
                  </a:lnTo>
                  <a:lnTo>
                    <a:pt x="24065" y="2607"/>
                  </a:lnTo>
                  <a:lnTo>
                    <a:pt x="28549" y="9555"/>
                  </a:lnTo>
                  <a:lnTo>
                    <a:pt x="29963" y="10425"/>
                  </a:lnTo>
                  <a:lnTo>
                    <a:pt x="33102" y="11254"/>
                  </a:lnTo>
                  <a:lnTo>
                    <a:pt x="36799" y="8408"/>
                  </a:lnTo>
                  <a:lnTo>
                    <a:pt x="38197" y="7898"/>
                  </a:lnTo>
                  <a:lnTo>
                    <a:pt x="40628" y="10568"/>
                  </a:lnTo>
                  <a:lnTo>
                    <a:pt x="41699" y="11320"/>
                  </a:lnTo>
                  <a:lnTo>
                    <a:pt x="43502" y="11528"/>
                  </a:lnTo>
                  <a:lnTo>
                    <a:pt x="46582" y="13952"/>
                  </a:lnTo>
                  <a:lnTo>
                    <a:pt x="47365" y="14794"/>
                  </a:lnTo>
                  <a:lnTo>
                    <a:pt x="49160" y="18664"/>
                  </a:lnTo>
                  <a:lnTo>
                    <a:pt x="50021" y="19822"/>
                  </a:lnTo>
                  <a:lnTo>
                    <a:pt x="56396" y="23366"/>
                  </a:lnTo>
                  <a:lnTo>
                    <a:pt x="57265" y="25715"/>
                  </a:lnTo>
                  <a:lnTo>
                    <a:pt x="58151" y="30206"/>
                  </a:lnTo>
                  <a:lnTo>
                    <a:pt x="58189" y="35776"/>
                  </a:lnTo>
                  <a:lnTo>
                    <a:pt x="58679" y="39823"/>
                  </a:lnTo>
                  <a:lnTo>
                    <a:pt x="59471" y="45066"/>
                  </a:lnTo>
                  <a:lnTo>
                    <a:pt x="60427" y="48780"/>
                  </a:lnTo>
                  <a:lnTo>
                    <a:pt x="61486" y="51873"/>
                  </a:lnTo>
                  <a:lnTo>
                    <a:pt x="62700" y="53807"/>
                  </a:lnTo>
                  <a:lnTo>
                    <a:pt x="65495" y="56659"/>
                  </a:lnTo>
                  <a:lnTo>
                    <a:pt x="68648" y="57757"/>
                  </a:lnTo>
                  <a:lnTo>
                    <a:pt x="71826" y="58128"/>
                  </a:lnTo>
                  <a:lnTo>
                    <a:pt x="77283" y="62066"/>
                  </a:lnTo>
                  <a:lnTo>
                    <a:pt x="81910" y="66613"/>
                  </a:lnTo>
                  <a:lnTo>
                    <a:pt x="83053" y="68850"/>
                  </a:lnTo>
                  <a:lnTo>
                    <a:pt x="85371" y="71054"/>
                  </a:lnTo>
                  <a:lnTo>
                    <a:pt x="89979" y="81740"/>
                  </a:lnTo>
                  <a:lnTo>
                    <a:pt x="92542" y="85441"/>
                  </a:lnTo>
                  <a:lnTo>
                    <a:pt x="94343" y="86159"/>
                  </a:lnTo>
                  <a:lnTo>
                    <a:pt x="95958" y="85510"/>
                  </a:lnTo>
                  <a:lnTo>
                    <a:pt x="98824" y="81796"/>
                  </a:lnTo>
                  <a:lnTo>
                    <a:pt x="100011" y="79591"/>
                  </a:lnTo>
                  <a:lnTo>
                    <a:pt x="102894" y="70363"/>
                  </a:lnTo>
                  <a:lnTo>
                    <a:pt x="103839" y="65546"/>
                  </a:lnTo>
                  <a:lnTo>
                    <a:pt x="104219" y="62151"/>
                  </a:lnTo>
                  <a:lnTo>
                    <a:pt x="104124" y="58696"/>
                  </a:lnTo>
                  <a:lnTo>
                    <a:pt x="103765" y="55593"/>
                  </a:lnTo>
                  <a:lnTo>
                    <a:pt x="102960" y="52339"/>
                  </a:lnTo>
                  <a:lnTo>
                    <a:pt x="102394" y="48044"/>
                  </a:lnTo>
                  <a:lnTo>
                    <a:pt x="102059" y="40316"/>
                  </a:lnTo>
                  <a:lnTo>
                    <a:pt x="102512" y="34952"/>
                  </a:lnTo>
                  <a:lnTo>
                    <a:pt x="103065" y="31737"/>
                  </a:lnTo>
                  <a:lnTo>
                    <a:pt x="103935" y="28461"/>
                  </a:lnTo>
                  <a:lnTo>
                    <a:pt x="106330" y="22196"/>
                  </a:lnTo>
                  <a:lnTo>
                    <a:pt x="108738" y="17781"/>
                  </a:lnTo>
                  <a:lnTo>
                    <a:pt x="112980" y="12008"/>
                  </a:lnTo>
                  <a:lnTo>
                    <a:pt x="115445" y="11945"/>
                  </a:lnTo>
                  <a:lnTo>
                    <a:pt x="116464" y="11310"/>
                  </a:lnTo>
                  <a:lnTo>
                    <a:pt x="118494" y="7228"/>
                  </a:lnTo>
                  <a:lnTo>
                    <a:pt x="119316" y="7075"/>
                  </a:lnTo>
                  <a:lnTo>
                    <a:pt x="120451" y="8075"/>
                  </a:lnTo>
                  <a:lnTo>
                    <a:pt x="123796" y="7791"/>
                  </a:lnTo>
                  <a:lnTo>
                    <a:pt x="125269" y="8925"/>
                  </a:lnTo>
                  <a:lnTo>
                    <a:pt x="127027" y="11464"/>
                  </a:lnTo>
                  <a:lnTo>
                    <a:pt x="129244" y="13043"/>
                  </a:lnTo>
                  <a:lnTo>
                    <a:pt x="130809" y="14620"/>
                  </a:lnTo>
                  <a:lnTo>
                    <a:pt x="132479" y="16641"/>
                  </a:lnTo>
                  <a:lnTo>
                    <a:pt x="132855" y="21682"/>
                  </a:lnTo>
                  <a:lnTo>
                    <a:pt x="132670" y="23181"/>
                  </a:lnTo>
                  <a:lnTo>
                    <a:pt x="132630" y="25131"/>
                  </a:lnTo>
                  <a:lnTo>
                    <a:pt x="134361" y="28606"/>
                  </a:lnTo>
                  <a:lnTo>
                    <a:pt x="139277" y="30235"/>
                  </a:lnTo>
                  <a:lnTo>
                    <a:pt x="140245" y="31166"/>
                  </a:lnTo>
                  <a:lnTo>
                    <a:pt x="141596" y="33831"/>
                  </a:lnTo>
                  <a:lnTo>
                    <a:pt x="142469" y="34652"/>
                  </a:lnTo>
                  <a:lnTo>
                    <a:pt x="145834" y="35027"/>
                  </a:lnTo>
                  <a:lnTo>
                    <a:pt x="147796" y="34453"/>
                  </a:lnTo>
                  <a:lnTo>
                    <a:pt x="149668" y="35389"/>
                  </a:lnTo>
                  <a:lnTo>
                    <a:pt x="150361" y="36292"/>
                  </a:lnTo>
                  <a:lnTo>
                    <a:pt x="151076" y="38371"/>
                  </a:lnTo>
                  <a:lnTo>
                    <a:pt x="151941" y="434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2235706" y="3217625"/>
              <a:ext cx="1791" cy="11103"/>
            </a:xfrm>
            <a:custGeom>
              <a:avLst/>
              <a:pathLst>
                <a:path w="1791" h="11103">
                  <a:moveTo>
                    <a:pt x="1710" y="8019"/>
                  </a:moveTo>
                  <a:lnTo>
                    <a:pt x="1170" y="11103"/>
                  </a:lnTo>
                  <a:lnTo>
                    <a:pt x="120" y="9167"/>
                  </a:lnTo>
                  <a:lnTo>
                    <a:pt x="0" y="6730"/>
                  </a:lnTo>
                  <a:lnTo>
                    <a:pt x="92" y="5253"/>
                  </a:lnTo>
                  <a:lnTo>
                    <a:pt x="735" y="2435"/>
                  </a:lnTo>
                  <a:lnTo>
                    <a:pt x="1235" y="605"/>
                  </a:lnTo>
                  <a:lnTo>
                    <a:pt x="1586" y="0"/>
                  </a:lnTo>
                  <a:lnTo>
                    <a:pt x="1791" y="24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2913975" y="2237264"/>
              <a:ext cx="1259" cy="6305"/>
            </a:xfrm>
            <a:custGeom>
              <a:avLst/>
              <a:pathLst>
                <a:path w="1259" h="6305">
                  <a:moveTo>
                    <a:pt x="968" y="6305"/>
                  </a:moveTo>
                  <a:lnTo>
                    <a:pt x="219" y="6146"/>
                  </a:lnTo>
                  <a:lnTo>
                    <a:pt x="78" y="6160"/>
                  </a:lnTo>
                  <a:lnTo>
                    <a:pt x="0" y="5119"/>
                  </a:lnTo>
                  <a:lnTo>
                    <a:pt x="46" y="2898"/>
                  </a:lnTo>
                  <a:lnTo>
                    <a:pt x="461" y="0"/>
                  </a:lnTo>
                  <a:lnTo>
                    <a:pt x="551" y="476"/>
                  </a:lnTo>
                  <a:lnTo>
                    <a:pt x="602" y="1082"/>
                  </a:lnTo>
                  <a:lnTo>
                    <a:pt x="688" y="1728"/>
                  </a:lnTo>
                  <a:lnTo>
                    <a:pt x="733" y="2519"/>
                  </a:lnTo>
                  <a:lnTo>
                    <a:pt x="888" y="3334"/>
                  </a:lnTo>
                  <a:lnTo>
                    <a:pt x="1169" y="4097"/>
                  </a:lnTo>
                  <a:lnTo>
                    <a:pt x="1259" y="4834"/>
                  </a:lnTo>
                  <a:lnTo>
                    <a:pt x="1117" y="57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3589510" y="3365038"/>
              <a:ext cx="1500" cy="3829"/>
            </a:xfrm>
            <a:custGeom>
              <a:avLst/>
              <a:pathLst>
                <a:path w="1500" h="3829">
                  <a:moveTo>
                    <a:pt x="1222" y="1591"/>
                  </a:moveTo>
                  <a:lnTo>
                    <a:pt x="1500" y="3829"/>
                  </a:lnTo>
                  <a:lnTo>
                    <a:pt x="706" y="2296"/>
                  </a:lnTo>
                  <a:lnTo>
                    <a:pt x="183" y="1028"/>
                  </a:lnTo>
                  <a:lnTo>
                    <a:pt x="0" y="0"/>
                  </a:lnTo>
                  <a:lnTo>
                    <a:pt x="1079" y="114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3590452" y="3346134"/>
              <a:ext cx="1190" cy="3679"/>
            </a:xfrm>
            <a:custGeom>
              <a:avLst/>
              <a:pathLst>
                <a:path w="1190" h="3679">
                  <a:moveTo>
                    <a:pt x="1190" y="3358"/>
                  </a:moveTo>
                  <a:lnTo>
                    <a:pt x="587" y="3679"/>
                  </a:lnTo>
                  <a:lnTo>
                    <a:pt x="112" y="1712"/>
                  </a:lnTo>
                  <a:lnTo>
                    <a:pt x="0" y="877"/>
                  </a:lnTo>
                  <a:lnTo>
                    <a:pt x="123" y="294"/>
                  </a:lnTo>
                  <a:lnTo>
                    <a:pt x="255" y="0"/>
                  </a:lnTo>
                  <a:lnTo>
                    <a:pt x="411" y="93"/>
                  </a:lnTo>
                  <a:lnTo>
                    <a:pt x="636" y="192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3589127" y="3344114"/>
              <a:ext cx="20853" cy="114157"/>
            </a:xfrm>
            <a:custGeom>
              <a:avLst/>
              <a:pathLst>
                <a:path w="20853" h="114157">
                  <a:moveTo>
                    <a:pt x="2639" y="0"/>
                  </a:moveTo>
                  <a:lnTo>
                    <a:pt x="3562" y="154"/>
                  </a:lnTo>
                  <a:lnTo>
                    <a:pt x="4548" y="79"/>
                  </a:lnTo>
                  <a:lnTo>
                    <a:pt x="5239" y="483"/>
                  </a:lnTo>
                  <a:lnTo>
                    <a:pt x="6423" y="5034"/>
                  </a:lnTo>
                  <a:lnTo>
                    <a:pt x="9645" y="13188"/>
                  </a:lnTo>
                  <a:lnTo>
                    <a:pt x="11398" y="21476"/>
                  </a:lnTo>
                  <a:lnTo>
                    <a:pt x="11557" y="23290"/>
                  </a:lnTo>
                  <a:lnTo>
                    <a:pt x="11802" y="24856"/>
                  </a:lnTo>
                  <a:lnTo>
                    <a:pt x="12222" y="25286"/>
                  </a:lnTo>
                  <a:lnTo>
                    <a:pt x="12576" y="26005"/>
                  </a:lnTo>
                  <a:lnTo>
                    <a:pt x="14328" y="34003"/>
                  </a:lnTo>
                  <a:lnTo>
                    <a:pt x="14530" y="35585"/>
                  </a:lnTo>
                  <a:lnTo>
                    <a:pt x="14501" y="37328"/>
                  </a:lnTo>
                  <a:lnTo>
                    <a:pt x="14604" y="38625"/>
                  </a:lnTo>
                  <a:lnTo>
                    <a:pt x="15062" y="39273"/>
                  </a:lnTo>
                  <a:lnTo>
                    <a:pt x="15633" y="39614"/>
                  </a:lnTo>
                  <a:lnTo>
                    <a:pt x="16007" y="40814"/>
                  </a:lnTo>
                  <a:lnTo>
                    <a:pt x="16481" y="47203"/>
                  </a:lnTo>
                  <a:lnTo>
                    <a:pt x="16481" y="49194"/>
                  </a:lnTo>
                  <a:lnTo>
                    <a:pt x="16613" y="50050"/>
                  </a:lnTo>
                  <a:lnTo>
                    <a:pt x="18819" y="59991"/>
                  </a:lnTo>
                  <a:lnTo>
                    <a:pt x="18947" y="61200"/>
                  </a:lnTo>
                  <a:lnTo>
                    <a:pt x="18924" y="62104"/>
                  </a:lnTo>
                  <a:lnTo>
                    <a:pt x="18987" y="62886"/>
                  </a:lnTo>
                  <a:lnTo>
                    <a:pt x="19415" y="64644"/>
                  </a:lnTo>
                  <a:lnTo>
                    <a:pt x="20081" y="69378"/>
                  </a:lnTo>
                  <a:lnTo>
                    <a:pt x="20421" y="70453"/>
                  </a:lnTo>
                  <a:lnTo>
                    <a:pt x="20826" y="74592"/>
                  </a:lnTo>
                  <a:lnTo>
                    <a:pt x="20853" y="82507"/>
                  </a:lnTo>
                  <a:lnTo>
                    <a:pt x="20704" y="86029"/>
                  </a:lnTo>
                  <a:lnTo>
                    <a:pt x="20291" y="90316"/>
                  </a:lnTo>
                  <a:lnTo>
                    <a:pt x="19803" y="94509"/>
                  </a:lnTo>
                  <a:lnTo>
                    <a:pt x="19274" y="97536"/>
                  </a:lnTo>
                  <a:lnTo>
                    <a:pt x="18550" y="100098"/>
                  </a:lnTo>
                  <a:lnTo>
                    <a:pt x="16075" y="105542"/>
                  </a:lnTo>
                  <a:lnTo>
                    <a:pt x="15366" y="106637"/>
                  </a:lnTo>
                  <a:lnTo>
                    <a:pt x="12144" y="110049"/>
                  </a:lnTo>
                  <a:lnTo>
                    <a:pt x="9770" y="113280"/>
                  </a:lnTo>
                  <a:lnTo>
                    <a:pt x="7575" y="114157"/>
                  </a:lnTo>
                  <a:lnTo>
                    <a:pt x="5379" y="112372"/>
                  </a:lnTo>
                  <a:lnTo>
                    <a:pt x="3725" y="108135"/>
                  </a:lnTo>
                  <a:lnTo>
                    <a:pt x="2878" y="101893"/>
                  </a:lnTo>
                  <a:lnTo>
                    <a:pt x="2299" y="95389"/>
                  </a:lnTo>
                  <a:lnTo>
                    <a:pt x="1457" y="88156"/>
                  </a:lnTo>
                  <a:lnTo>
                    <a:pt x="810" y="65820"/>
                  </a:lnTo>
                  <a:lnTo>
                    <a:pt x="501" y="59577"/>
                  </a:lnTo>
                  <a:lnTo>
                    <a:pt x="0" y="51622"/>
                  </a:lnTo>
                  <a:lnTo>
                    <a:pt x="49" y="48175"/>
                  </a:lnTo>
                  <a:lnTo>
                    <a:pt x="403" y="44868"/>
                  </a:lnTo>
                  <a:lnTo>
                    <a:pt x="402" y="52119"/>
                  </a:lnTo>
                  <a:lnTo>
                    <a:pt x="727" y="53018"/>
                  </a:lnTo>
                  <a:lnTo>
                    <a:pt x="971" y="52085"/>
                  </a:lnTo>
                  <a:lnTo>
                    <a:pt x="1193" y="44578"/>
                  </a:lnTo>
                  <a:lnTo>
                    <a:pt x="1375" y="41401"/>
                  </a:lnTo>
                  <a:lnTo>
                    <a:pt x="2249" y="33130"/>
                  </a:lnTo>
                  <a:lnTo>
                    <a:pt x="2267" y="31662"/>
                  </a:lnTo>
                  <a:lnTo>
                    <a:pt x="2116" y="28552"/>
                  </a:lnTo>
                  <a:lnTo>
                    <a:pt x="2125" y="26992"/>
                  </a:lnTo>
                  <a:lnTo>
                    <a:pt x="3432" y="21187"/>
                  </a:lnTo>
                  <a:lnTo>
                    <a:pt x="3766" y="17810"/>
                  </a:lnTo>
                  <a:lnTo>
                    <a:pt x="3946" y="14356"/>
                  </a:lnTo>
                  <a:lnTo>
                    <a:pt x="3875" y="10620"/>
                  </a:lnTo>
                  <a:lnTo>
                    <a:pt x="3638" y="6940"/>
                  </a:lnTo>
                  <a:lnTo>
                    <a:pt x="4694" y="8113"/>
                  </a:lnTo>
                  <a:lnTo>
                    <a:pt x="5274" y="9394"/>
                  </a:lnTo>
                  <a:lnTo>
                    <a:pt x="5865" y="10261"/>
                  </a:lnTo>
                  <a:lnTo>
                    <a:pt x="6346" y="9817"/>
                  </a:lnTo>
                  <a:lnTo>
                    <a:pt x="6926" y="9802"/>
                  </a:lnTo>
                  <a:lnTo>
                    <a:pt x="6513" y="7798"/>
                  </a:lnTo>
                  <a:lnTo>
                    <a:pt x="5285" y="5951"/>
                  </a:lnTo>
                  <a:lnTo>
                    <a:pt x="3249" y="4810"/>
                  </a:lnTo>
                  <a:lnTo>
                    <a:pt x="2611" y="3348"/>
                  </a:lnTo>
                  <a:lnTo>
                    <a:pt x="2366" y="2079"/>
                  </a:lnTo>
                  <a:lnTo>
                    <a:pt x="2491" y="59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3082909" y="4478633"/>
              <a:ext cx="22486" cy="60887"/>
            </a:xfrm>
            <a:custGeom>
              <a:avLst/>
              <a:pathLst>
                <a:path w="22486" h="60887">
                  <a:moveTo>
                    <a:pt x="16200" y="44920"/>
                  </a:moveTo>
                  <a:lnTo>
                    <a:pt x="15214" y="45711"/>
                  </a:lnTo>
                  <a:lnTo>
                    <a:pt x="14659" y="45544"/>
                  </a:lnTo>
                  <a:lnTo>
                    <a:pt x="13919" y="45717"/>
                  </a:lnTo>
                  <a:lnTo>
                    <a:pt x="13337" y="46118"/>
                  </a:lnTo>
                  <a:lnTo>
                    <a:pt x="12885" y="46268"/>
                  </a:lnTo>
                  <a:lnTo>
                    <a:pt x="12148" y="48363"/>
                  </a:lnTo>
                  <a:lnTo>
                    <a:pt x="10809" y="54019"/>
                  </a:lnTo>
                  <a:lnTo>
                    <a:pt x="10452" y="55202"/>
                  </a:lnTo>
                  <a:lnTo>
                    <a:pt x="10353" y="57424"/>
                  </a:lnTo>
                  <a:lnTo>
                    <a:pt x="10042" y="59181"/>
                  </a:lnTo>
                  <a:lnTo>
                    <a:pt x="9662" y="60555"/>
                  </a:lnTo>
                  <a:lnTo>
                    <a:pt x="9290" y="60887"/>
                  </a:lnTo>
                  <a:lnTo>
                    <a:pt x="8172" y="60341"/>
                  </a:lnTo>
                  <a:lnTo>
                    <a:pt x="6742" y="59637"/>
                  </a:lnTo>
                  <a:lnTo>
                    <a:pt x="5910" y="57932"/>
                  </a:lnTo>
                  <a:lnTo>
                    <a:pt x="5171" y="55690"/>
                  </a:lnTo>
                  <a:lnTo>
                    <a:pt x="4780" y="54059"/>
                  </a:lnTo>
                  <a:lnTo>
                    <a:pt x="4372" y="53165"/>
                  </a:lnTo>
                  <a:lnTo>
                    <a:pt x="4232" y="52663"/>
                  </a:lnTo>
                  <a:lnTo>
                    <a:pt x="3650" y="51910"/>
                  </a:lnTo>
                  <a:lnTo>
                    <a:pt x="3430" y="51520"/>
                  </a:lnTo>
                  <a:lnTo>
                    <a:pt x="3237" y="51243"/>
                  </a:lnTo>
                  <a:lnTo>
                    <a:pt x="3002" y="50158"/>
                  </a:lnTo>
                  <a:lnTo>
                    <a:pt x="2864" y="49217"/>
                  </a:lnTo>
                  <a:lnTo>
                    <a:pt x="2918" y="46594"/>
                  </a:lnTo>
                  <a:lnTo>
                    <a:pt x="2508" y="45030"/>
                  </a:lnTo>
                  <a:lnTo>
                    <a:pt x="1807" y="42361"/>
                  </a:lnTo>
                  <a:lnTo>
                    <a:pt x="1363" y="40174"/>
                  </a:lnTo>
                  <a:lnTo>
                    <a:pt x="756" y="37187"/>
                  </a:lnTo>
                  <a:lnTo>
                    <a:pt x="384" y="34630"/>
                  </a:lnTo>
                  <a:lnTo>
                    <a:pt x="0" y="31981"/>
                  </a:lnTo>
                  <a:lnTo>
                    <a:pt x="49" y="30844"/>
                  </a:lnTo>
                  <a:lnTo>
                    <a:pt x="417" y="30068"/>
                  </a:lnTo>
                  <a:lnTo>
                    <a:pt x="1496" y="28735"/>
                  </a:lnTo>
                  <a:lnTo>
                    <a:pt x="2333" y="27705"/>
                  </a:lnTo>
                  <a:lnTo>
                    <a:pt x="2932" y="25812"/>
                  </a:lnTo>
                  <a:lnTo>
                    <a:pt x="3587" y="22998"/>
                  </a:lnTo>
                  <a:lnTo>
                    <a:pt x="3905" y="21304"/>
                  </a:lnTo>
                  <a:lnTo>
                    <a:pt x="4222" y="20531"/>
                  </a:lnTo>
                  <a:lnTo>
                    <a:pt x="4570" y="19336"/>
                  </a:lnTo>
                  <a:lnTo>
                    <a:pt x="5176" y="16687"/>
                  </a:lnTo>
                  <a:lnTo>
                    <a:pt x="5851" y="13747"/>
                  </a:lnTo>
                  <a:lnTo>
                    <a:pt x="6573" y="10587"/>
                  </a:lnTo>
                  <a:lnTo>
                    <a:pt x="7485" y="9672"/>
                  </a:lnTo>
                  <a:lnTo>
                    <a:pt x="8730" y="8616"/>
                  </a:lnTo>
                  <a:lnTo>
                    <a:pt x="9927" y="5857"/>
                  </a:lnTo>
                  <a:lnTo>
                    <a:pt x="11352" y="3531"/>
                  </a:lnTo>
                  <a:lnTo>
                    <a:pt x="13652" y="1007"/>
                  </a:lnTo>
                  <a:lnTo>
                    <a:pt x="14724" y="366"/>
                  </a:lnTo>
                  <a:lnTo>
                    <a:pt x="15132" y="0"/>
                  </a:lnTo>
                  <a:lnTo>
                    <a:pt x="15390" y="476"/>
                  </a:lnTo>
                  <a:lnTo>
                    <a:pt x="15664" y="1921"/>
                  </a:lnTo>
                  <a:lnTo>
                    <a:pt x="16055" y="3130"/>
                  </a:lnTo>
                  <a:lnTo>
                    <a:pt x="16962" y="5234"/>
                  </a:lnTo>
                  <a:lnTo>
                    <a:pt x="17347" y="5742"/>
                  </a:lnTo>
                  <a:lnTo>
                    <a:pt x="18284" y="8856"/>
                  </a:lnTo>
                  <a:lnTo>
                    <a:pt x="19287" y="10991"/>
                  </a:lnTo>
                  <a:lnTo>
                    <a:pt x="20441" y="13449"/>
                  </a:lnTo>
                  <a:lnTo>
                    <a:pt x="21227" y="14673"/>
                  </a:lnTo>
                  <a:lnTo>
                    <a:pt x="21627" y="15014"/>
                  </a:lnTo>
                  <a:lnTo>
                    <a:pt x="21959" y="17195"/>
                  </a:lnTo>
                  <a:lnTo>
                    <a:pt x="22295" y="18814"/>
                  </a:lnTo>
                  <a:lnTo>
                    <a:pt x="22486" y="20329"/>
                  </a:lnTo>
                  <a:lnTo>
                    <a:pt x="22447" y="21806"/>
                  </a:lnTo>
                  <a:lnTo>
                    <a:pt x="22083" y="25419"/>
                  </a:lnTo>
                  <a:lnTo>
                    <a:pt x="21551" y="29110"/>
                  </a:lnTo>
                  <a:lnTo>
                    <a:pt x="21125" y="30645"/>
                  </a:lnTo>
                  <a:lnTo>
                    <a:pt x="20605" y="31615"/>
                  </a:lnTo>
                  <a:lnTo>
                    <a:pt x="20096" y="33072"/>
                  </a:lnTo>
                  <a:lnTo>
                    <a:pt x="19902" y="36033"/>
                  </a:lnTo>
                  <a:lnTo>
                    <a:pt x="19672" y="39516"/>
                  </a:lnTo>
                  <a:lnTo>
                    <a:pt x="19008" y="40950"/>
                  </a:lnTo>
                  <a:lnTo>
                    <a:pt x="18492" y="41890"/>
                  </a:lnTo>
                  <a:lnTo>
                    <a:pt x="17778" y="430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3023766" y="1990655"/>
              <a:ext cx="2075" cy="9975"/>
            </a:xfrm>
            <a:custGeom>
              <a:avLst/>
              <a:pathLst>
                <a:path w="2075" h="9975">
                  <a:moveTo>
                    <a:pt x="557" y="9975"/>
                  </a:moveTo>
                  <a:lnTo>
                    <a:pt x="0" y="9746"/>
                  </a:lnTo>
                  <a:lnTo>
                    <a:pt x="1098" y="6339"/>
                  </a:lnTo>
                  <a:lnTo>
                    <a:pt x="1517" y="4127"/>
                  </a:lnTo>
                  <a:lnTo>
                    <a:pt x="1808" y="986"/>
                  </a:lnTo>
                  <a:lnTo>
                    <a:pt x="2067" y="0"/>
                  </a:lnTo>
                  <a:lnTo>
                    <a:pt x="2075" y="1428"/>
                  </a:lnTo>
                  <a:lnTo>
                    <a:pt x="1962" y="3804"/>
                  </a:lnTo>
                  <a:lnTo>
                    <a:pt x="1268" y="78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3025173" y="1967173"/>
              <a:ext cx="55082" cy="74410"/>
            </a:xfrm>
            <a:custGeom>
              <a:avLst/>
              <a:pathLst>
                <a:path w="55082" h="74410">
                  <a:moveTo>
                    <a:pt x="53331" y="21974"/>
                  </a:moveTo>
                  <a:lnTo>
                    <a:pt x="53305" y="23300"/>
                  </a:lnTo>
                  <a:lnTo>
                    <a:pt x="53072" y="25551"/>
                  </a:lnTo>
                  <a:lnTo>
                    <a:pt x="52616" y="28456"/>
                  </a:lnTo>
                  <a:lnTo>
                    <a:pt x="52139" y="30709"/>
                  </a:lnTo>
                  <a:lnTo>
                    <a:pt x="52024" y="31579"/>
                  </a:lnTo>
                  <a:lnTo>
                    <a:pt x="52386" y="32302"/>
                  </a:lnTo>
                  <a:lnTo>
                    <a:pt x="54174" y="32643"/>
                  </a:lnTo>
                  <a:lnTo>
                    <a:pt x="54933" y="33030"/>
                  </a:lnTo>
                  <a:lnTo>
                    <a:pt x="55082" y="33629"/>
                  </a:lnTo>
                  <a:lnTo>
                    <a:pt x="54685" y="34407"/>
                  </a:lnTo>
                  <a:lnTo>
                    <a:pt x="54114" y="35053"/>
                  </a:lnTo>
                  <a:lnTo>
                    <a:pt x="53859" y="35665"/>
                  </a:lnTo>
                  <a:lnTo>
                    <a:pt x="53404" y="37852"/>
                  </a:lnTo>
                  <a:lnTo>
                    <a:pt x="50430" y="37574"/>
                  </a:lnTo>
                  <a:lnTo>
                    <a:pt x="50036" y="38019"/>
                  </a:lnTo>
                  <a:lnTo>
                    <a:pt x="49848" y="39035"/>
                  </a:lnTo>
                  <a:lnTo>
                    <a:pt x="49700" y="40210"/>
                  </a:lnTo>
                  <a:lnTo>
                    <a:pt x="49309" y="41602"/>
                  </a:lnTo>
                  <a:lnTo>
                    <a:pt x="48518" y="42812"/>
                  </a:lnTo>
                  <a:lnTo>
                    <a:pt x="47283" y="43260"/>
                  </a:lnTo>
                  <a:lnTo>
                    <a:pt x="46272" y="44084"/>
                  </a:lnTo>
                  <a:lnTo>
                    <a:pt x="45518" y="46626"/>
                  </a:lnTo>
                  <a:lnTo>
                    <a:pt x="44957" y="50035"/>
                  </a:lnTo>
                  <a:lnTo>
                    <a:pt x="44971" y="52453"/>
                  </a:lnTo>
                  <a:lnTo>
                    <a:pt x="45045" y="53802"/>
                  </a:lnTo>
                  <a:lnTo>
                    <a:pt x="44979" y="54574"/>
                  </a:lnTo>
                  <a:lnTo>
                    <a:pt x="44598" y="55415"/>
                  </a:lnTo>
                  <a:lnTo>
                    <a:pt x="43975" y="57643"/>
                  </a:lnTo>
                  <a:lnTo>
                    <a:pt x="43468" y="60106"/>
                  </a:lnTo>
                  <a:lnTo>
                    <a:pt x="43273" y="61442"/>
                  </a:lnTo>
                  <a:lnTo>
                    <a:pt x="43371" y="62067"/>
                  </a:lnTo>
                  <a:lnTo>
                    <a:pt x="43942" y="62084"/>
                  </a:lnTo>
                  <a:lnTo>
                    <a:pt x="44765" y="62591"/>
                  </a:lnTo>
                  <a:lnTo>
                    <a:pt x="45203" y="63575"/>
                  </a:lnTo>
                  <a:lnTo>
                    <a:pt x="45366" y="64712"/>
                  </a:lnTo>
                  <a:lnTo>
                    <a:pt x="45368" y="65935"/>
                  </a:lnTo>
                  <a:lnTo>
                    <a:pt x="45214" y="66609"/>
                  </a:lnTo>
                  <a:lnTo>
                    <a:pt x="44554" y="67097"/>
                  </a:lnTo>
                  <a:lnTo>
                    <a:pt x="43520" y="67114"/>
                  </a:lnTo>
                  <a:lnTo>
                    <a:pt x="42917" y="66531"/>
                  </a:lnTo>
                  <a:lnTo>
                    <a:pt x="42792" y="66069"/>
                  </a:lnTo>
                  <a:lnTo>
                    <a:pt x="43081" y="64891"/>
                  </a:lnTo>
                  <a:lnTo>
                    <a:pt x="42872" y="63419"/>
                  </a:lnTo>
                  <a:lnTo>
                    <a:pt x="42444" y="62596"/>
                  </a:lnTo>
                  <a:lnTo>
                    <a:pt x="41574" y="63824"/>
                  </a:lnTo>
                  <a:lnTo>
                    <a:pt x="40738" y="63823"/>
                  </a:lnTo>
                  <a:lnTo>
                    <a:pt x="39737" y="64917"/>
                  </a:lnTo>
                  <a:lnTo>
                    <a:pt x="39082" y="66670"/>
                  </a:lnTo>
                  <a:lnTo>
                    <a:pt x="38454" y="67316"/>
                  </a:lnTo>
                  <a:lnTo>
                    <a:pt x="36757" y="66958"/>
                  </a:lnTo>
                  <a:lnTo>
                    <a:pt x="36335" y="67732"/>
                  </a:lnTo>
                  <a:lnTo>
                    <a:pt x="35985" y="71300"/>
                  </a:lnTo>
                  <a:lnTo>
                    <a:pt x="35782" y="71996"/>
                  </a:lnTo>
                  <a:lnTo>
                    <a:pt x="34365" y="71843"/>
                  </a:lnTo>
                  <a:lnTo>
                    <a:pt x="32998" y="73262"/>
                  </a:lnTo>
                  <a:lnTo>
                    <a:pt x="31454" y="74410"/>
                  </a:lnTo>
                  <a:lnTo>
                    <a:pt x="30672" y="73612"/>
                  </a:lnTo>
                  <a:lnTo>
                    <a:pt x="30237" y="72712"/>
                  </a:lnTo>
                  <a:lnTo>
                    <a:pt x="29396" y="72872"/>
                  </a:lnTo>
                  <a:lnTo>
                    <a:pt x="28479" y="73268"/>
                  </a:lnTo>
                  <a:lnTo>
                    <a:pt x="27863" y="73051"/>
                  </a:lnTo>
                  <a:lnTo>
                    <a:pt x="27172" y="73148"/>
                  </a:lnTo>
                  <a:lnTo>
                    <a:pt x="25837" y="73840"/>
                  </a:lnTo>
                  <a:lnTo>
                    <a:pt x="24159" y="73617"/>
                  </a:lnTo>
                  <a:lnTo>
                    <a:pt x="23443" y="73027"/>
                  </a:lnTo>
                  <a:lnTo>
                    <a:pt x="23376" y="72461"/>
                  </a:lnTo>
                  <a:lnTo>
                    <a:pt x="23427" y="71072"/>
                  </a:lnTo>
                  <a:lnTo>
                    <a:pt x="23411" y="68913"/>
                  </a:lnTo>
                  <a:lnTo>
                    <a:pt x="23145" y="67009"/>
                  </a:lnTo>
                  <a:lnTo>
                    <a:pt x="22342" y="65323"/>
                  </a:lnTo>
                  <a:lnTo>
                    <a:pt x="21498" y="64146"/>
                  </a:lnTo>
                  <a:lnTo>
                    <a:pt x="20421" y="62931"/>
                  </a:lnTo>
                  <a:lnTo>
                    <a:pt x="19625" y="62399"/>
                  </a:lnTo>
                  <a:lnTo>
                    <a:pt x="19189" y="62259"/>
                  </a:lnTo>
                  <a:lnTo>
                    <a:pt x="19091" y="61559"/>
                  </a:lnTo>
                  <a:lnTo>
                    <a:pt x="18933" y="60954"/>
                  </a:lnTo>
                  <a:lnTo>
                    <a:pt x="18560" y="60422"/>
                  </a:lnTo>
                  <a:lnTo>
                    <a:pt x="17764" y="59708"/>
                  </a:lnTo>
                  <a:lnTo>
                    <a:pt x="17089" y="59552"/>
                  </a:lnTo>
                  <a:lnTo>
                    <a:pt x="16536" y="60705"/>
                  </a:lnTo>
                  <a:lnTo>
                    <a:pt x="16133" y="59262"/>
                  </a:lnTo>
                  <a:lnTo>
                    <a:pt x="15706" y="56679"/>
                  </a:lnTo>
                  <a:lnTo>
                    <a:pt x="15750" y="54613"/>
                  </a:lnTo>
                  <a:lnTo>
                    <a:pt x="15993" y="52554"/>
                  </a:lnTo>
                  <a:lnTo>
                    <a:pt x="17161" y="46472"/>
                  </a:lnTo>
                  <a:lnTo>
                    <a:pt x="17098" y="45502"/>
                  </a:lnTo>
                  <a:lnTo>
                    <a:pt x="16251" y="43801"/>
                  </a:lnTo>
                  <a:lnTo>
                    <a:pt x="15202" y="42564"/>
                  </a:lnTo>
                  <a:lnTo>
                    <a:pt x="14624" y="39951"/>
                  </a:lnTo>
                  <a:lnTo>
                    <a:pt x="12500" y="39800"/>
                  </a:lnTo>
                  <a:lnTo>
                    <a:pt x="10496" y="39944"/>
                  </a:lnTo>
                  <a:lnTo>
                    <a:pt x="9866" y="39817"/>
                  </a:lnTo>
                  <a:lnTo>
                    <a:pt x="7958" y="38722"/>
                  </a:lnTo>
                  <a:lnTo>
                    <a:pt x="6120" y="36960"/>
                  </a:lnTo>
                  <a:lnTo>
                    <a:pt x="4889" y="35927"/>
                  </a:lnTo>
                  <a:lnTo>
                    <a:pt x="3854" y="34772"/>
                  </a:lnTo>
                  <a:lnTo>
                    <a:pt x="3299" y="33557"/>
                  </a:lnTo>
                  <a:lnTo>
                    <a:pt x="2417" y="33884"/>
                  </a:lnTo>
                  <a:lnTo>
                    <a:pt x="1823" y="33894"/>
                  </a:lnTo>
                  <a:lnTo>
                    <a:pt x="1828" y="33685"/>
                  </a:lnTo>
                  <a:lnTo>
                    <a:pt x="1489" y="31540"/>
                  </a:lnTo>
                  <a:lnTo>
                    <a:pt x="1843" y="28253"/>
                  </a:lnTo>
                  <a:lnTo>
                    <a:pt x="1201" y="23445"/>
                  </a:lnTo>
                  <a:lnTo>
                    <a:pt x="152" y="17663"/>
                  </a:lnTo>
                  <a:lnTo>
                    <a:pt x="74" y="11471"/>
                  </a:lnTo>
                  <a:lnTo>
                    <a:pt x="0" y="10079"/>
                  </a:lnTo>
                  <a:lnTo>
                    <a:pt x="2581" y="6590"/>
                  </a:lnTo>
                  <a:lnTo>
                    <a:pt x="5839" y="2855"/>
                  </a:lnTo>
                  <a:lnTo>
                    <a:pt x="6580" y="2517"/>
                  </a:lnTo>
                  <a:lnTo>
                    <a:pt x="9582" y="307"/>
                  </a:lnTo>
                  <a:lnTo>
                    <a:pt x="9983" y="131"/>
                  </a:lnTo>
                  <a:lnTo>
                    <a:pt x="12688" y="541"/>
                  </a:lnTo>
                  <a:lnTo>
                    <a:pt x="14812" y="1066"/>
                  </a:lnTo>
                  <a:lnTo>
                    <a:pt x="16604" y="1001"/>
                  </a:lnTo>
                  <a:lnTo>
                    <a:pt x="17588" y="435"/>
                  </a:lnTo>
                  <a:lnTo>
                    <a:pt x="18479" y="908"/>
                  </a:lnTo>
                  <a:lnTo>
                    <a:pt x="19197" y="2573"/>
                  </a:lnTo>
                  <a:lnTo>
                    <a:pt x="19936" y="2379"/>
                  </a:lnTo>
                  <a:lnTo>
                    <a:pt x="20667" y="1301"/>
                  </a:lnTo>
                  <a:lnTo>
                    <a:pt x="24674" y="2285"/>
                  </a:lnTo>
                  <a:lnTo>
                    <a:pt x="25578" y="2262"/>
                  </a:lnTo>
                  <a:lnTo>
                    <a:pt x="26597" y="2421"/>
                  </a:lnTo>
                  <a:lnTo>
                    <a:pt x="28476" y="3425"/>
                  </a:lnTo>
                  <a:lnTo>
                    <a:pt x="29558" y="4341"/>
                  </a:lnTo>
                  <a:lnTo>
                    <a:pt x="31934" y="3787"/>
                  </a:lnTo>
                  <a:lnTo>
                    <a:pt x="32951" y="3755"/>
                  </a:lnTo>
                  <a:lnTo>
                    <a:pt x="33483" y="3394"/>
                  </a:lnTo>
                  <a:lnTo>
                    <a:pt x="35122" y="883"/>
                  </a:lnTo>
                  <a:lnTo>
                    <a:pt x="35831" y="451"/>
                  </a:lnTo>
                  <a:lnTo>
                    <a:pt x="36483" y="0"/>
                  </a:lnTo>
                  <a:lnTo>
                    <a:pt x="37079" y="383"/>
                  </a:lnTo>
                  <a:lnTo>
                    <a:pt x="37471" y="2529"/>
                  </a:lnTo>
                  <a:lnTo>
                    <a:pt x="38683" y="6228"/>
                  </a:lnTo>
                  <a:lnTo>
                    <a:pt x="40000" y="6877"/>
                  </a:lnTo>
                  <a:lnTo>
                    <a:pt x="43642" y="8303"/>
                  </a:lnTo>
                  <a:lnTo>
                    <a:pt x="44387" y="9052"/>
                  </a:lnTo>
                  <a:lnTo>
                    <a:pt x="46436" y="12317"/>
                  </a:lnTo>
                  <a:lnTo>
                    <a:pt x="47665" y="13918"/>
                  </a:lnTo>
                  <a:lnTo>
                    <a:pt x="48447" y="15197"/>
                  </a:lnTo>
                  <a:lnTo>
                    <a:pt x="49639" y="17702"/>
                  </a:lnTo>
                  <a:lnTo>
                    <a:pt x="50329" y="19524"/>
                  </a:lnTo>
                  <a:lnTo>
                    <a:pt x="51480" y="20902"/>
                  </a:lnTo>
                  <a:lnTo>
                    <a:pt x="52844" y="218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2877881" y="2151677"/>
              <a:ext cx="7390" cy="21326"/>
            </a:xfrm>
            <a:custGeom>
              <a:avLst/>
              <a:pathLst>
                <a:path w="7390" h="21326">
                  <a:moveTo>
                    <a:pt x="3763" y="1364"/>
                  </a:moveTo>
                  <a:lnTo>
                    <a:pt x="3684" y="2155"/>
                  </a:lnTo>
                  <a:lnTo>
                    <a:pt x="3699" y="3924"/>
                  </a:lnTo>
                  <a:lnTo>
                    <a:pt x="3972" y="5699"/>
                  </a:lnTo>
                  <a:lnTo>
                    <a:pt x="4613" y="7447"/>
                  </a:lnTo>
                  <a:lnTo>
                    <a:pt x="5105" y="8717"/>
                  </a:lnTo>
                  <a:lnTo>
                    <a:pt x="5764" y="9730"/>
                  </a:lnTo>
                  <a:lnTo>
                    <a:pt x="6882" y="10692"/>
                  </a:lnTo>
                  <a:lnTo>
                    <a:pt x="7328" y="10894"/>
                  </a:lnTo>
                  <a:lnTo>
                    <a:pt x="7390" y="12197"/>
                  </a:lnTo>
                  <a:lnTo>
                    <a:pt x="7304" y="13574"/>
                  </a:lnTo>
                  <a:lnTo>
                    <a:pt x="6918" y="14335"/>
                  </a:lnTo>
                  <a:lnTo>
                    <a:pt x="6554" y="15431"/>
                  </a:lnTo>
                  <a:lnTo>
                    <a:pt x="6280" y="16771"/>
                  </a:lnTo>
                  <a:lnTo>
                    <a:pt x="5993" y="19339"/>
                  </a:lnTo>
                  <a:lnTo>
                    <a:pt x="5954" y="21111"/>
                  </a:lnTo>
                  <a:lnTo>
                    <a:pt x="5310" y="20378"/>
                  </a:lnTo>
                  <a:lnTo>
                    <a:pt x="4972" y="19882"/>
                  </a:lnTo>
                  <a:lnTo>
                    <a:pt x="4384" y="19746"/>
                  </a:lnTo>
                  <a:lnTo>
                    <a:pt x="3796" y="20151"/>
                  </a:lnTo>
                  <a:lnTo>
                    <a:pt x="3356" y="21055"/>
                  </a:lnTo>
                  <a:lnTo>
                    <a:pt x="2753" y="21326"/>
                  </a:lnTo>
                  <a:lnTo>
                    <a:pt x="2254" y="21055"/>
                  </a:lnTo>
                  <a:lnTo>
                    <a:pt x="1960" y="20378"/>
                  </a:lnTo>
                  <a:lnTo>
                    <a:pt x="1695" y="20017"/>
                  </a:lnTo>
                  <a:lnTo>
                    <a:pt x="946" y="19564"/>
                  </a:lnTo>
                  <a:lnTo>
                    <a:pt x="622" y="18583"/>
                  </a:lnTo>
                  <a:lnTo>
                    <a:pt x="869" y="18124"/>
                  </a:lnTo>
                  <a:lnTo>
                    <a:pt x="1082" y="17400"/>
                  </a:lnTo>
                  <a:lnTo>
                    <a:pt x="1264" y="16380"/>
                  </a:lnTo>
                  <a:lnTo>
                    <a:pt x="1493" y="15436"/>
                  </a:lnTo>
                  <a:lnTo>
                    <a:pt x="756" y="12854"/>
                  </a:lnTo>
                  <a:lnTo>
                    <a:pt x="605" y="12064"/>
                  </a:lnTo>
                  <a:lnTo>
                    <a:pt x="0" y="10604"/>
                  </a:lnTo>
                  <a:lnTo>
                    <a:pt x="7" y="9864"/>
                  </a:lnTo>
                  <a:lnTo>
                    <a:pt x="152" y="9160"/>
                  </a:lnTo>
                  <a:lnTo>
                    <a:pt x="98" y="8615"/>
                  </a:lnTo>
                  <a:lnTo>
                    <a:pt x="183" y="7315"/>
                  </a:lnTo>
                  <a:lnTo>
                    <a:pt x="606" y="6085"/>
                  </a:lnTo>
                  <a:lnTo>
                    <a:pt x="888" y="4565"/>
                  </a:lnTo>
                  <a:lnTo>
                    <a:pt x="1364" y="2493"/>
                  </a:lnTo>
                  <a:lnTo>
                    <a:pt x="2415" y="0"/>
                  </a:lnTo>
                  <a:lnTo>
                    <a:pt x="3170" y="380"/>
                  </a:lnTo>
                  <a:lnTo>
                    <a:pt x="3499" y="3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3024873" y="1918351"/>
              <a:ext cx="69094" cy="70796"/>
            </a:xfrm>
            <a:custGeom>
              <a:avLst/>
              <a:pathLst>
                <a:path w="69094" h="70796">
                  <a:moveTo>
                    <a:pt x="60921" y="15817"/>
                  </a:moveTo>
                  <a:lnTo>
                    <a:pt x="62054" y="15938"/>
                  </a:lnTo>
                  <a:lnTo>
                    <a:pt x="62452" y="16407"/>
                  </a:lnTo>
                  <a:lnTo>
                    <a:pt x="62716" y="18723"/>
                  </a:lnTo>
                  <a:lnTo>
                    <a:pt x="64005" y="20545"/>
                  </a:lnTo>
                  <a:lnTo>
                    <a:pt x="65199" y="22057"/>
                  </a:lnTo>
                  <a:lnTo>
                    <a:pt x="65504" y="22756"/>
                  </a:lnTo>
                  <a:lnTo>
                    <a:pt x="65597" y="24103"/>
                  </a:lnTo>
                  <a:lnTo>
                    <a:pt x="65520" y="25676"/>
                  </a:lnTo>
                  <a:lnTo>
                    <a:pt x="65369" y="26491"/>
                  </a:lnTo>
                  <a:lnTo>
                    <a:pt x="64871" y="27430"/>
                  </a:lnTo>
                  <a:lnTo>
                    <a:pt x="64435" y="29808"/>
                  </a:lnTo>
                  <a:lnTo>
                    <a:pt x="64374" y="32070"/>
                  </a:lnTo>
                  <a:lnTo>
                    <a:pt x="63685" y="35983"/>
                  </a:lnTo>
                  <a:lnTo>
                    <a:pt x="63841" y="36056"/>
                  </a:lnTo>
                  <a:lnTo>
                    <a:pt x="65287" y="35350"/>
                  </a:lnTo>
                  <a:lnTo>
                    <a:pt x="65696" y="35754"/>
                  </a:lnTo>
                  <a:lnTo>
                    <a:pt x="66013" y="36618"/>
                  </a:lnTo>
                  <a:lnTo>
                    <a:pt x="66114" y="39074"/>
                  </a:lnTo>
                  <a:lnTo>
                    <a:pt x="66588" y="40178"/>
                  </a:lnTo>
                  <a:lnTo>
                    <a:pt x="67071" y="41903"/>
                  </a:lnTo>
                  <a:lnTo>
                    <a:pt x="67224" y="43247"/>
                  </a:lnTo>
                  <a:lnTo>
                    <a:pt x="68143" y="44847"/>
                  </a:lnTo>
                  <a:lnTo>
                    <a:pt x="68217" y="45881"/>
                  </a:lnTo>
                  <a:lnTo>
                    <a:pt x="68779" y="49540"/>
                  </a:lnTo>
                  <a:lnTo>
                    <a:pt x="68994" y="51647"/>
                  </a:lnTo>
                  <a:lnTo>
                    <a:pt x="69094" y="53277"/>
                  </a:lnTo>
                  <a:lnTo>
                    <a:pt x="68818" y="55348"/>
                  </a:lnTo>
                  <a:lnTo>
                    <a:pt x="68574" y="56749"/>
                  </a:lnTo>
                  <a:lnTo>
                    <a:pt x="68285" y="56663"/>
                  </a:lnTo>
                  <a:lnTo>
                    <a:pt x="67459" y="57033"/>
                  </a:lnTo>
                  <a:lnTo>
                    <a:pt x="66154" y="58721"/>
                  </a:lnTo>
                  <a:lnTo>
                    <a:pt x="64212" y="62699"/>
                  </a:lnTo>
                  <a:lnTo>
                    <a:pt x="63713" y="63580"/>
                  </a:lnTo>
                  <a:lnTo>
                    <a:pt x="63205" y="66610"/>
                  </a:lnTo>
                  <a:lnTo>
                    <a:pt x="63083" y="66918"/>
                  </a:lnTo>
                  <a:lnTo>
                    <a:pt x="61952" y="66778"/>
                  </a:lnTo>
                  <a:lnTo>
                    <a:pt x="61644" y="66705"/>
                  </a:lnTo>
                  <a:lnTo>
                    <a:pt x="60510" y="66766"/>
                  </a:lnTo>
                  <a:lnTo>
                    <a:pt x="58043" y="65978"/>
                  </a:lnTo>
                  <a:lnTo>
                    <a:pt x="57086" y="66499"/>
                  </a:lnTo>
                  <a:lnTo>
                    <a:pt x="55831" y="69564"/>
                  </a:lnTo>
                  <a:lnTo>
                    <a:pt x="55345" y="70014"/>
                  </a:lnTo>
                  <a:lnTo>
                    <a:pt x="53887" y="70438"/>
                  </a:lnTo>
                  <a:lnTo>
                    <a:pt x="53630" y="70796"/>
                  </a:lnTo>
                  <a:lnTo>
                    <a:pt x="53143" y="70652"/>
                  </a:lnTo>
                  <a:lnTo>
                    <a:pt x="51780" y="69724"/>
                  </a:lnTo>
                  <a:lnTo>
                    <a:pt x="50628" y="68346"/>
                  </a:lnTo>
                  <a:lnTo>
                    <a:pt x="49939" y="66524"/>
                  </a:lnTo>
                  <a:lnTo>
                    <a:pt x="48747" y="64019"/>
                  </a:lnTo>
                  <a:lnTo>
                    <a:pt x="47965" y="62741"/>
                  </a:lnTo>
                  <a:lnTo>
                    <a:pt x="46736" y="61139"/>
                  </a:lnTo>
                  <a:lnTo>
                    <a:pt x="44686" y="57874"/>
                  </a:lnTo>
                  <a:lnTo>
                    <a:pt x="43942" y="57125"/>
                  </a:lnTo>
                  <a:lnTo>
                    <a:pt x="40300" y="55700"/>
                  </a:lnTo>
                  <a:lnTo>
                    <a:pt x="38983" y="55050"/>
                  </a:lnTo>
                  <a:lnTo>
                    <a:pt x="37771" y="51351"/>
                  </a:lnTo>
                  <a:lnTo>
                    <a:pt x="37378" y="49205"/>
                  </a:lnTo>
                  <a:lnTo>
                    <a:pt x="36782" y="48822"/>
                  </a:lnTo>
                  <a:lnTo>
                    <a:pt x="36131" y="49273"/>
                  </a:lnTo>
                  <a:lnTo>
                    <a:pt x="35422" y="49705"/>
                  </a:lnTo>
                  <a:lnTo>
                    <a:pt x="33783" y="52217"/>
                  </a:lnTo>
                  <a:lnTo>
                    <a:pt x="33250" y="52577"/>
                  </a:lnTo>
                  <a:lnTo>
                    <a:pt x="32233" y="52609"/>
                  </a:lnTo>
                  <a:lnTo>
                    <a:pt x="29857" y="53163"/>
                  </a:lnTo>
                  <a:lnTo>
                    <a:pt x="28776" y="52247"/>
                  </a:lnTo>
                  <a:lnTo>
                    <a:pt x="26896" y="51243"/>
                  </a:lnTo>
                  <a:lnTo>
                    <a:pt x="25878" y="51084"/>
                  </a:lnTo>
                  <a:lnTo>
                    <a:pt x="24973" y="51107"/>
                  </a:lnTo>
                  <a:lnTo>
                    <a:pt x="20966" y="50123"/>
                  </a:lnTo>
                  <a:lnTo>
                    <a:pt x="20235" y="51201"/>
                  </a:lnTo>
                  <a:lnTo>
                    <a:pt x="19496" y="51396"/>
                  </a:lnTo>
                  <a:lnTo>
                    <a:pt x="18778" y="49731"/>
                  </a:lnTo>
                  <a:lnTo>
                    <a:pt x="17887" y="49257"/>
                  </a:lnTo>
                  <a:lnTo>
                    <a:pt x="16903" y="49823"/>
                  </a:lnTo>
                  <a:lnTo>
                    <a:pt x="15112" y="49888"/>
                  </a:lnTo>
                  <a:lnTo>
                    <a:pt x="12987" y="49363"/>
                  </a:lnTo>
                  <a:lnTo>
                    <a:pt x="10283" y="48953"/>
                  </a:lnTo>
                  <a:lnTo>
                    <a:pt x="9882" y="49129"/>
                  </a:lnTo>
                  <a:lnTo>
                    <a:pt x="6879" y="51339"/>
                  </a:lnTo>
                  <a:lnTo>
                    <a:pt x="6139" y="51677"/>
                  </a:lnTo>
                  <a:lnTo>
                    <a:pt x="2881" y="55413"/>
                  </a:lnTo>
                  <a:lnTo>
                    <a:pt x="299" y="58901"/>
                  </a:lnTo>
                  <a:lnTo>
                    <a:pt x="0" y="53320"/>
                  </a:lnTo>
                  <a:lnTo>
                    <a:pt x="158" y="42162"/>
                  </a:lnTo>
                  <a:lnTo>
                    <a:pt x="541" y="36631"/>
                  </a:lnTo>
                  <a:lnTo>
                    <a:pt x="2331" y="33409"/>
                  </a:lnTo>
                  <a:lnTo>
                    <a:pt x="3228" y="30900"/>
                  </a:lnTo>
                  <a:lnTo>
                    <a:pt x="3750" y="27552"/>
                  </a:lnTo>
                  <a:lnTo>
                    <a:pt x="3908" y="24454"/>
                  </a:lnTo>
                  <a:lnTo>
                    <a:pt x="4270" y="21894"/>
                  </a:lnTo>
                  <a:lnTo>
                    <a:pt x="6861" y="14550"/>
                  </a:lnTo>
                  <a:lnTo>
                    <a:pt x="8916" y="13757"/>
                  </a:lnTo>
                  <a:lnTo>
                    <a:pt x="11695" y="11720"/>
                  </a:lnTo>
                  <a:lnTo>
                    <a:pt x="14801" y="10021"/>
                  </a:lnTo>
                  <a:lnTo>
                    <a:pt x="15401" y="12181"/>
                  </a:lnTo>
                  <a:lnTo>
                    <a:pt x="15705" y="13830"/>
                  </a:lnTo>
                  <a:lnTo>
                    <a:pt x="19447" y="19837"/>
                  </a:lnTo>
                  <a:lnTo>
                    <a:pt x="20398" y="21854"/>
                  </a:lnTo>
                  <a:lnTo>
                    <a:pt x="21845" y="28771"/>
                  </a:lnTo>
                  <a:lnTo>
                    <a:pt x="25310" y="32278"/>
                  </a:lnTo>
                  <a:lnTo>
                    <a:pt x="28035" y="31172"/>
                  </a:lnTo>
                  <a:lnTo>
                    <a:pt x="29219" y="29469"/>
                  </a:lnTo>
                  <a:lnTo>
                    <a:pt x="31401" y="26331"/>
                  </a:lnTo>
                  <a:lnTo>
                    <a:pt x="32375" y="24034"/>
                  </a:lnTo>
                  <a:lnTo>
                    <a:pt x="32573" y="21819"/>
                  </a:lnTo>
                  <a:lnTo>
                    <a:pt x="32186" y="12354"/>
                  </a:lnTo>
                  <a:lnTo>
                    <a:pt x="31596" y="8252"/>
                  </a:lnTo>
                  <a:lnTo>
                    <a:pt x="31798" y="5697"/>
                  </a:lnTo>
                  <a:lnTo>
                    <a:pt x="32182" y="5828"/>
                  </a:lnTo>
                  <a:lnTo>
                    <a:pt x="33108" y="4596"/>
                  </a:lnTo>
                  <a:lnTo>
                    <a:pt x="36155" y="2309"/>
                  </a:lnTo>
                  <a:lnTo>
                    <a:pt x="36763" y="2207"/>
                  </a:lnTo>
                  <a:lnTo>
                    <a:pt x="37458" y="1738"/>
                  </a:lnTo>
                  <a:lnTo>
                    <a:pt x="39378" y="0"/>
                  </a:lnTo>
                  <a:lnTo>
                    <a:pt x="39995" y="924"/>
                  </a:lnTo>
                  <a:lnTo>
                    <a:pt x="40509" y="1974"/>
                  </a:lnTo>
                  <a:lnTo>
                    <a:pt x="40794" y="1988"/>
                  </a:lnTo>
                  <a:lnTo>
                    <a:pt x="40932" y="1597"/>
                  </a:lnTo>
                  <a:lnTo>
                    <a:pt x="40893" y="921"/>
                  </a:lnTo>
                  <a:lnTo>
                    <a:pt x="41027" y="441"/>
                  </a:lnTo>
                  <a:lnTo>
                    <a:pt x="41580" y="708"/>
                  </a:lnTo>
                  <a:lnTo>
                    <a:pt x="43803" y="3565"/>
                  </a:lnTo>
                  <a:lnTo>
                    <a:pt x="44657" y="4232"/>
                  </a:lnTo>
                  <a:lnTo>
                    <a:pt x="45241" y="4420"/>
                  </a:lnTo>
                  <a:lnTo>
                    <a:pt x="45941" y="5758"/>
                  </a:lnTo>
                  <a:lnTo>
                    <a:pt x="47839" y="6655"/>
                  </a:lnTo>
                  <a:lnTo>
                    <a:pt x="48071" y="7348"/>
                  </a:lnTo>
                  <a:lnTo>
                    <a:pt x="48216" y="8211"/>
                  </a:lnTo>
                  <a:lnTo>
                    <a:pt x="49992" y="11839"/>
                  </a:lnTo>
                  <a:lnTo>
                    <a:pt x="50789" y="13661"/>
                  </a:lnTo>
                  <a:lnTo>
                    <a:pt x="52367" y="15334"/>
                  </a:lnTo>
                  <a:lnTo>
                    <a:pt x="53045" y="15732"/>
                  </a:lnTo>
                  <a:lnTo>
                    <a:pt x="55805" y="14027"/>
                  </a:lnTo>
                  <a:lnTo>
                    <a:pt x="56575" y="13434"/>
                  </a:lnTo>
                  <a:lnTo>
                    <a:pt x="57211" y="13424"/>
                  </a:lnTo>
                  <a:lnTo>
                    <a:pt x="57859" y="14321"/>
                  </a:lnTo>
                  <a:lnTo>
                    <a:pt x="59337" y="15515"/>
                  </a:lnTo>
                  <a:lnTo>
                    <a:pt x="60677" y="1589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3913791" y="2976723"/>
              <a:ext cx="640" cy="1489"/>
            </a:xfrm>
            <a:custGeom>
              <a:avLst/>
              <a:pathLst>
                <a:path w="640" h="1489">
                  <a:moveTo>
                    <a:pt x="0" y="1489"/>
                  </a:moveTo>
                  <a:lnTo>
                    <a:pt x="20" y="841"/>
                  </a:lnTo>
                  <a:lnTo>
                    <a:pt x="146" y="129"/>
                  </a:lnTo>
                  <a:lnTo>
                    <a:pt x="462" y="0"/>
                  </a:lnTo>
                  <a:lnTo>
                    <a:pt x="640" y="722"/>
                  </a:lnTo>
                  <a:lnTo>
                    <a:pt x="191" y="13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2215999" y="3098779"/>
              <a:ext cx="1092" cy="1370"/>
            </a:xfrm>
            <a:custGeom>
              <a:avLst/>
              <a:pathLst>
                <a:path w="1092" h="1370">
                  <a:moveTo>
                    <a:pt x="1075" y="1370"/>
                  </a:moveTo>
                  <a:lnTo>
                    <a:pt x="0" y="1370"/>
                  </a:lnTo>
                  <a:lnTo>
                    <a:pt x="77" y="727"/>
                  </a:lnTo>
                  <a:lnTo>
                    <a:pt x="576" y="0"/>
                  </a:lnTo>
                  <a:lnTo>
                    <a:pt x="944" y="66"/>
                  </a:lnTo>
                  <a:lnTo>
                    <a:pt x="1092" y="32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2659381" y="2572376"/>
              <a:ext cx="153218" cy="428732"/>
            </a:xfrm>
            <a:custGeom>
              <a:avLst/>
              <a:pathLst>
                <a:path w="153218" h="428732">
                  <a:moveTo>
                    <a:pt x="142123" y="24398"/>
                  </a:moveTo>
                  <a:lnTo>
                    <a:pt x="142400" y="26597"/>
                  </a:lnTo>
                  <a:lnTo>
                    <a:pt x="142967" y="28338"/>
                  </a:lnTo>
                  <a:lnTo>
                    <a:pt x="144995" y="32336"/>
                  </a:lnTo>
                  <a:lnTo>
                    <a:pt x="146199" y="34808"/>
                  </a:lnTo>
                  <a:lnTo>
                    <a:pt x="146232" y="35656"/>
                  </a:lnTo>
                  <a:lnTo>
                    <a:pt x="145845" y="37682"/>
                  </a:lnTo>
                  <a:lnTo>
                    <a:pt x="145679" y="39080"/>
                  </a:lnTo>
                  <a:lnTo>
                    <a:pt x="145997" y="40565"/>
                  </a:lnTo>
                  <a:lnTo>
                    <a:pt x="146739" y="42367"/>
                  </a:lnTo>
                  <a:lnTo>
                    <a:pt x="146798" y="43225"/>
                  </a:lnTo>
                  <a:lnTo>
                    <a:pt x="146620" y="44224"/>
                  </a:lnTo>
                  <a:lnTo>
                    <a:pt x="146236" y="46154"/>
                  </a:lnTo>
                  <a:lnTo>
                    <a:pt x="147052" y="51823"/>
                  </a:lnTo>
                  <a:lnTo>
                    <a:pt x="147189" y="57313"/>
                  </a:lnTo>
                  <a:lnTo>
                    <a:pt x="146977" y="61216"/>
                  </a:lnTo>
                  <a:lnTo>
                    <a:pt x="146983" y="63472"/>
                  </a:lnTo>
                  <a:lnTo>
                    <a:pt x="147090" y="65393"/>
                  </a:lnTo>
                  <a:lnTo>
                    <a:pt x="147779" y="69828"/>
                  </a:lnTo>
                  <a:lnTo>
                    <a:pt x="147318" y="77159"/>
                  </a:lnTo>
                  <a:lnTo>
                    <a:pt x="147838" y="81157"/>
                  </a:lnTo>
                  <a:lnTo>
                    <a:pt x="148553" y="84400"/>
                  </a:lnTo>
                  <a:lnTo>
                    <a:pt x="148945" y="90190"/>
                  </a:lnTo>
                  <a:lnTo>
                    <a:pt x="149522" y="92933"/>
                  </a:lnTo>
                  <a:lnTo>
                    <a:pt x="150462" y="95340"/>
                  </a:lnTo>
                  <a:lnTo>
                    <a:pt x="150998" y="96158"/>
                  </a:lnTo>
                  <a:lnTo>
                    <a:pt x="152038" y="98143"/>
                  </a:lnTo>
                  <a:lnTo>
                    <a:pt x="152780" y="99804"/>
                  </a:lnTo>
                  <a:lnTo>
                    <a:pt x="153218" y="102286"/>
                  </a:lnTo>
                  <a:lnTo>
                    <a:pt x="152285" y="104329"/>
                  </a:lnTo>
                  <a:lnTo>
                    <a:pt x="151537" y="106148"/>
                  </a:lnTo>
                  <a:lnTo>
                    <a:pt x="151328" y="108112"/>
                  </a:lnTo>
                  <a:lnTo>
                    <a:pt x="151676" y="111261"/>
                  </a:lnTo>
                  <a:lnTo>
                    <a:pt x="151676" y="112955"/>
                  </a:lnTo>
                  <a:lnTo>
                    <a:pt x="151201" y="113493"/>
                  </a:lnTo>
                  <a:lnTo>
                    <a:pt x="149262" y="113320"/>
                  </a:lnTo>
                  <a:lnTo>
                    <a:pt x="147742" y="113182"/>
                  </a:lnTo>
                  <a:lnTo>
                    <a:pt x="145993" y="113027"/>
                  </a:lnTo>
                  <a:lnTo>
                    <a:pt x="143534" y="112724"/>
                  </a:lnTo>
                  <a:lnTo>
                    <a:pt x="142011" y="112538"/>
                  </a:lnTo>
                  <a:lnTo>
                    <a:pt x="139923" y="112283"/>
                  </a:lnTo>
                  <a:lnTo>
                    <a:pt x="139204" y="112410"/>
                  </a:lnTo>
                  <a:lnTo>
                    <a:pt x="137287" y="113294"/>
                  </a:lnTo>
                  <a:lnTo>
                    <a:pt x="135933" y="113916"/>
                  </a:lnTo>
                  <a:lnTo>
                    <a:pt x="135705" y="114089"/>
                  </a:lnTo>
                  <a:lnTo>
                    <a:pt x="135285" y="114867"/>
                  </a:lnTo>
                  <a:lnTo>
                    <a:pt x="134994" y="117189"/>
                  </a:lnTo>
                  <a:lnTo>
                    <a:pt x="134734" y="119841"/>
                  </a:lnTo>
                  <a:lnTo>
                    <a:pt x="134453" y="121021"/>
                  </a:lnTo>
                  <a:lnTo>
                    <a:pt x="130392" y="124854"/>
                  </a:lnTo>
                  <a:lnTo>
                    <a:pt x="128808" y="125379"/>
                  </a:lnTo>
                  <a:lnTo>
                    <a:pt x="127888" y="124986"/>
                  </a:lnTo>
                  <a:lnTo>
                    <a:pt x="127236" y="125297"/>
                  </a:lnTo>
                  <a:lnTo>
                    <a:pt x="126672" y="126114"/>
                  </a:lnTo>
                  <a:lnTo>
                    <a:pt x="126481" y="127356"/>
                  </a:lnTo>
                  <a:lnTo>
                    <a:pt x="126453" y="128936"/>
                  </a:lnTo>
                  <a:lnTo>
                    <a:pt x="126573" y="130533"/>
                  </a:lnTo>
                  <a:lnTo>
                    <a:pt x="126964" y="132757"/>
                  </a:lnTo>
                  <a:lnTo>
                    <a:pt x="127034" y="134981"/>
                  </a:lnTo>
                  <a:lnTo>
                    <a:pt x="126784" y="136547"/>
                  </a:lnTo>
                  <a:lnTo>
                    <a:pt x="126724" y="138124"/>
                  </a:lnTo>
                  <a:lnTo>
                    <a:pt x="126608" y="139828"/>
                  </a:lnTo>
                  <a:lnTo>
                    <a:pt x="126816" y="140750"/>
                  </a:lnTo>
                  <a:lnTo>
                    <a:pt x="127208" y="140891"/>
                  </a:lnTo>
                  <a:lnTo>
                    <a:pt x="127601" y="141672"/>
                  </a:lnTo>
                  <a:lnTo>
                    <a:pt x="128155" y="142382"/>
                  </a:lnTo>
                  <a:lnTo>
                    <a:pt x="128617" y="143729"/>
                  </a:lnTo>
                  <a:lnTo>
                    <a:pt x="128594" y="145645"/>
                  </a:lnTo>
                  <a:lnTo>
                    <a:pt x="128210" y="146736"/>
                  </a:lnTo>
                  <a:lnTo>
                    <a:pt x="127872" y="147313"/>
                  </a:lnTo>
                  <a:lnTo>
                    <a:pt x="126352" y="147823"/>
                  </a:lnTo>
                  <a:lnTo>
                    <a:pt x="125148" y="148228"/>
                  </a:lnTo>
                  <a:lnTo>
                    <a:pt x="123576" y="151300"/>
                  </a:lnTo>
                  <a:lnTo>
                    <a:pt x="121903" y="154571"/>
                  </a:lnTo>
                  <a:lnTo>
                    <a:pt x="119920" y="156738"/>
                  </a:lnTo>
                  <a:lnTo>
                    <a:pt x="119050" y="157351"/>
                  </a:lnTo>
                  <a:lnTo>
                    <a:pt x="117522" y="158899"/>
                  </a:lnTo>
                  <a:lnTo>
                    <a:pt x="115698" y="161470"/>
                  </a:lnTo>
                  <a:lnTo>
                    <a:pt x="114798" y="165577"/>
                  </a:lnTo>
                  <a:lnTo>
                    <a:pt x="113661" y="170312"/>
                  </a:lnTo>
                  <a:lnTo>
                    <a:pt x="112570" y="173489"/>
                  </a:lnTo>
                  <a:lnTo>
                    <a:pt x="111079" y="176494"/>
                  </a:lnTo>
                  <a:lnTo>
                    <a:pt x="109689" y="177646"/>
                  </a:lnTo>
                  <a:lnTo>
                    <a:pt x="107942" y="179092"/>
                  </a:lnTo>
                  <a:lnTo>
                    <a:pt x="105738" y="180208"/>
                  </a:lnTo>
                  <a:lnTo>
                    <a:pt x="104179" y="180572"/>
                  </a:lnTo>
                  <a:lnTo>
                    <a:pt x="103714" y="180816"/>
                  </a:lnTo>
                  <a:lnTo>
                    <a:pt x="102341" y="180886"/>
                  </a:lnTo>
                  <a:lnTo>
                    <a:pt x="101668" y="180655"/>
                  </a:lnTo>
                  <a:lnTo>
                    <a:pt x="101167" y="180530"/>
                  </a:lnTo>
                  <a:lnTo>
                    <a:pt x="100964" y="180862"/>
                  </a:lnTo>
                  <a:lnTo>
                    <a:pt x="100897" y="181611"/>
                  </a:lnTo>
                  <a:lnTo>
                    <a:pt x="100870" y="183318"/>
                  </a:lnTo>
                  <a:lnTo>
                    <a:pt x="100775" y="185273"/>
                  </a:lnTo>
                  <a:lnTo>
                    <a:pt x="100341" y="186927"/>
                  </a:lnTo>
                  <a:lnTo>
                    <a:pt x="100033" y="187663"/>
                  </a:lnTo>
                  <a:lnTo>
                    <a:pt x="99671" y="187963"/>
                  </a:lnTo>
                  <a:lnTo>
                    <a:pt x="98520" y="187519"/>
                  </a:lnTo>
                  <a:lnTo>
                    <a:pt x="97554" y="186994"/>
                  </a:lnTo>
                  <a:lnTo>
                    <a:pt x="95253" y="186297"/>
                  </a:lnTo>
                  <a:lnTo>
                    <a:pt x="94796" y="186463"/>
                  </a:lnTo>
                  <a:lnTo>
                    <a:pt x="94626" y="186668"/>
                  </a:lnTo>
                  <a:lnTo>
                    <a:pt x="93907" y="187783"/>
                  </a:lnTo>
                  <a:lnTo>
                    <a:pt x="92803" y="190152"/>
                  </a:lnTo>
                  <a:lnTo>
                    <a:pt x="92054" y="192213"/>
                  </a:lnTo>
                  <a:lnTo>
                    <a:pt x="91496" y="193181"/>
                  </a:lnTo>
                  <a:lnTo>
                    <a:pt x="90161" y="193684"/>
                  </a:lnTo>
                  <a:lnTo>
                    <a:pt x="89579" y="194443"/>
                  </a:lnTo>
                  <a:lnTo>
                    <a:pt x="87092" y="199607"/>
                  </a:lnTo>
                  <a:lnTo>
                    <a:pt x="86562" y="200858"/>
                  </a:lnTo>
                  <a:lnTo>
                    <a:pt x="84003" y="205347"/>
                  </a:lnTo>
                  <a:lnTo>
                    <a:pt x="83279" y="206834"/>
                  </a:lnTo>
                  <a:lnTo>
                    <a:pt x="82713" y="208312"/>
                  </a:lnTo>
                  <a:lnTo>
                    <a:pt x="81184" y="211630"/>
                  </a:lnTo>
                  <a:lnTo>
                    <a:pt x="80208" y="213086"/>
                  </a:lnTo>
                  <a:lnTo>
                    <a:pt x="80030" y="213949"/>
                  </a:lnTo>
                  <a:lnTo>
                    <a:pt x="79983" y="215977"/>
                  </a:lnTo>
                  <a:lnTo>
                    <a:pt x="79983" y="220454"/>
                  </a:lnTo>
                  <a:lnTo>
                    <a:pt x="79983" y="224755"/>
                  </a:lnTo>
                  <a:lnTo>
                    <a:pt x="79983" y="231010"/>
                  </a:lnTo>
                  <a:lnTo>
                    <a:pt x="79983" y="237263"/>
                  </a:lnTo>
                  <a:lnTo>
                    <a:pt x="79983" y="244472"/>
                  </a:lnTo>
                  <a:lnTo>
                    <a:pt x="78690" y="244488"/>
                  </a:lnTo>
                  <a:lnTo>
                    <a:pt x="78727" y="245730"/>
                  </a:lnTo>
                  <a:lnTo>
                    <a:pt x="79009" y="248183"/>
                  </a:lnTo>
                  <a:lnTo>
                    <a:pt x="79108" y="250260"/>
                  </a:lnTo>
                  <a:lnTo>
                    <a:pt x="78967" y="251560"/>
                  </a:lnTo>
                  <a:lnTo>
                    <a:pt x="78835" y="253204"/>
                  </a:lnTo>
                  <a:lnTo>
                    <a:pt x="78892" y="254762"/>
                  </a:lnTo>
                  <a:lnTo>
                    <a:pt x="79108" y="256464"/>
                  </a:lnTo>
                  <a:lnTo>
                    <a:pt x="79305" y="258225"/>
                  </a:lnTo>
                  <a:lnTo>
                    <a:pt x="79305" y="259408"/>
                  </a:lnTo>
                  <a:lnTo>
                    <a:pt x="78910" y="260302"/>
                  </a:lnTo>
                  <a:lnTo>
                    <a:pt x="78005" y="260793"/>
                  </a:lnTo>
                  <a:lnTo>
                    <a:pt x="76920" y="261197"/>
                  </a:lnTo>
                  <a:lnTo>
                    <a:pt x="76127" y="261197"/>
                  </a:lnTo>
                  <a:lnTo>
                    <a:pt x="74934" y="260908"/>
                  </a:lnTo>
                  <a:lnTo>
                    <a:pt x="74193" y="260966"/>
                  </a:lnTo>
                  <a:lnTo>
                    <a:pt x="73545" y="260966"/>
                  </a:lnTo>
                  <a:lnTo>
                    <a:pt x="72968" y="261255"/>
                  </a:lnTo>
                  <a:lnTo>
                    <a:pt x="72254" y="262380"/>
                  </a:lnTo>
                  <a:lnTo>
                    <a:pt x="71460" y="264140"/>
                  </a:lnTo>
                  <a:lnTo>
                    <a:pt x="70465" y="266506"/>
                  </a:lnTo>
                  <a:lnTo>
                    <a:pt x="69869" y="267978"/>
                  </a:lnTo>
                  <a:lnTo>
                    <a:pt x="69076" y="268296"/>
                  </a:lnTo>
                  <a:lnTo>
                    <a:pt x="68283" y="268296"/>
                  </a:lnTo>
                  <a:lnTo>
                    <a:pt x="67508" y="267112"/>
                  </a:lnTo>
                  <a:lnTo>
                    <a:pt x="67010" y="266506"/>
                  </a:lnTo>
                  <a:lnTo>
                    <a:pt x="66682" y="266564"/>
                  </a:lnTo>
                  <a:lnTo>
                    <a:pt x="66142" y="267401"/>
                  </a:lnTo>
                  <a:lnTo>
                    <a:pt x="65503" y="267978"/>
                  </a:lnTo>
                  <a:lnTo>
                    <a:pt x="64907" y="267978"/>
                  </a:lnTo>
                  <a:lnTo>
                    <a:pt x="63913" y="266795"/>
                  </a:lnTo>
                  <a:lnTo>
                    <a:pt x="62720" y="265035"/>
                  </a:lnTo>
                  <a:lnTo>
                    <a:pt x="62025" y="264140"/>
                  </a:lnTo>
                  <a:lnTo>
                    <a:pt x="61035" y="263852"/>
                  </a:lnTo>
                  <a:lnTo>
                    <a:pt x="60040" y="263275"/>
                  </a:lnTo>
                  <a:lnTo>
                    <a:pt x="59345" y="263563"/>
                  </a:lnTo>
                  <a:lnTo>
                    <a:pt x="58453" y="263563"/>
                  </a:lnTo>
                  <a:lnTo>
                    <a:pt x="57261" y="264746"/>
                  </a:lnTo>
                  <a:lnTo>
                    <a:pt x="56266" y="265612"/>
                  </a:lnTo>
                  <a:lnTo>
                    <a:pt x="55177" y="266506"/>
                  </a:lnTo>
                  <a:lnTo>
                    <a:pt x="53937" y="267314"/>
                  </a:lnTo>
                  <a:lnTo>
                    <a:pt x="54238" y="269969"/>
                  </a:lnTo>
                  <a:lnTo>
                    <a:pt x="54665" y="271412"/>
                  </a:lnTo>
                  <a:lnTo>
                    <a:pt x="54665" y="273201"/>
                  </a:lnTo>
                  <a:lnTo>
                    <a:pt x="54463" y="274702"/>
                  </a:lnTo>
                  <a:lnTo>
                    <a:pt x="53867" y="276173"/>
                  </a:lnTo>
                  <a:lnTo>
                    <a:pt x="53186" y="278049"/>
                  </a:lnTo>
                  <a:lnTo>
                    <a:pt x="52792" y="279521"/>
                  </a:lnTo>
                  <a:lnTo>
                    <a:pt x="52393" y="281570"/>
                  </a:lnTo>
                  <a:lnTo>
                    <a:pt x="52097" y="282753"/>
                  </a:lnTo>
                  <a:lnTo>
                    <a:pt x="51585" y="284686"/>
                  </a:lnTo>
                  <a:lnTo>
                    <a:pt x="51130" y="287110"/>
                  </a:lnTo>
                  <a:lnTo>
                    <a:pt x="50989" y="288611"/>
                  </a:lnTo>
                  <a:lnTo>
                    <a:pt x="50806" y="290342"/>
                  </a:lnTo>
                  <a:lnTo>
                    <a:pt x="50454" y="290861"/>
                  </a:lnTo>
                  <a:lnTo>
                    <a:pt x="49243" y="291323"/>
                  </a:lnTo>
                  <a:lnTo>
                    <a:pt x="48473" y="291929"/>
                  </a:lnTo>
                  <a:lnTo>
                    <a:pt x="47802" y="292506"/>
                  </a:lnTo>
                  <a:lnTo>
                    <a:pt x="47551" y="293526"/>
                  </a:lnTo>
                  <a:lnTo>
                    <a:pt x="47511" y="293689"/>
                  </a:lnTo>
                  <a:lnTo>
                    <a:pt x="47318" y="295767"/>
                  </a:lnTo>
                  <a:lnTo>
                    <a:pt x="47318" y="297239"/>
                  </a:lnTo>
                  <a:lnTo>
                    <a:pt x="47126" y="298422"/>
                  </a:lnTo>
                  <a:lnTo>
                    <a:pt x="46839" y="301365"/>
                  </a:lnTo>
                  <a:lnTo>
                    <a:pt x="46455" y="304049"/>
                  </a:lnTo>
                  <a:lnTo>
                    <a:pt x="46164" y="307598"/>
                  </a:lnTo>
                  <a:lnTo>
                    <a:pt x="45877" y="310541"/>
                  </a:lnTo>
                  <a:lnTo>
                    <a:pt x="45493" y="315275"/>
                  </a:lnTo>
                  <a:lnTo>
                    <a:pt x="45108" y="319689"/>
                  </a:lnTo>
                  <a:lnTo>
                    <a:pt x="44628" y="323844"/>
                  </a:lnTo>
                  <a:lnTo>
                    <a:pt x="44243" y="326499"/>
                  </a:lnTo>
                  <a:lnTo>
                    <a:pt x="43952" y="327971"/>
                  </a:lnTo>
                  <a:lnTo>
                    <a:pt x="43281" y="329760"/>
                  </a:lnTo>
                  <a:lnTo>
                    <a:pt x="42704" y="330914"/>
                  </a:lnTo>
                  <a:lnTo>
                    <a:pt x="42033" y="332415"/>
                  </a:lnTo>
                  <a:lnTo>
                    <a:pt x="41263" y="333886"/>
                  </a:lnTo>
                  <a:lnTo>
                    <a:pt x="40207" y="335647"/>
                  </a:lnTo>
                  <a:lnTo>
                    <a:pt x="39338" y="337147"/>
                  </a:lnTo>
                  <a:lnTo>
                    <a:pt x="38985" y="337822"/>
                  </a:lnTo>
                  <a:lnTo>
                    <a:pt x="38569" y="338619"/>
                  </a:lnTo>
                  <a:lnTo>
                    <a:pt x="37897" y="340668"/>
                  </a:lnTo>
                  <a:lnTo>
                    <a:pt x="37320" y="343640"/>
                  </a:lnTo>
                  <a:lnTo>
                    <a:pt x="36935" y="346006"/>
                  </a:lnTo>
                  <a:lnTo>
                    <a:pt x="36263" y="349844"/>
                  </a:lnTo>
                  <a:lnTo>
                    <a:pt x="35785" y="351922"/>
                  </a:lnTo>
                  <a:lnTo>
                    <a:pt x="35494" y="353076"/>
                  </a:lnTo>
                  <a:lnTo>
                    <a:pt x="34724" y="354259"/>
                  </a:lnTo>
                  <a:lnTo>
                    <a:pt x="33860" y="355154"/>
                  </a:lnTo>
                  <a:lnTo>
                    <a:pt x="32898" y="356337"/>
                  </a:lnTo>
                  <a:lnTo>
                    <a:pt x="32128" y="357520"/>
                  </a:lnTo>
                  <a:lnTo>
                    <a:pt x="31072" y="358703"/>
                  </a:lnTo>
                  <a:lnTo>
                    <a:pt x="30401" y="359886"/>
                  </a:lnTo>
                  <a:lnTo>
                    <a:pt x="29917" y="361646"/>
                  </a:lnTo>
                  <a:lnTo>
                    <a:pt x="29532" y="363724"/>
                  </a:lnTo>
                  <a:lnTo>
                    <a:pt x="29054" y="366696"/>
                  </a:lnTo>
                  <a:lnTo>
                    <a:pt x="28668" y="369928"/>
                  </a:lnTo>
                  <a:lnTo>
                    <a:pt x="28476" y="372006"/>
                  </a:lnTo>
                  <a:lnTo>
                    <a:pt x="27898" y="379105"/>
                  </a:lnTo>
                  <a:lnTo>
                    <a:pt x="27706" y="383231"/>
                  </a:lnTo>
                  <a:lnTo>
                    <a:pt x="27514" y="385886"/>
                  </a:lnTo>
                  <a:lnTo>
                    <a:pt x="27227" y="389147"/>
                  </a:lnTo>
                  <a:lnTo>
                    <a:pt x="27035" y="394168"/>
                  </a:lnTo>
                  <a:lnTo>
                    <a:pt x="27035" y="398294"/>
                  </a:lnTo>
                  <a:lnTo>
                    <a:pt x="26842" y="400660"/>
                  </a:lnTo>
                  <a:lnTo>
                    <a:pt x="26744" y="402449"/>
                  </a:lnTo>
                  <a:lnTo>
                    <a:pt x="26265" y="404498"/>
                  </a:lnTo>
                  <a:lnTo>
                    <a:pt x="25880" y="405970"/>
                  </a:lnTo>
                  <a:lnTo>
                    <a:pt x="25209" y="408048"/>
                  </a:lnTo>
                  <a:lnTo>
                    <a:pt x="24631" y="409231"/>
                  </a:lnTo>
                  <a:lnTo>
                    <a:pt x="24439" y="410414"/>
                  </a:lnTo>
                  <a:lnTo>
                    <a:pt x="23861" y="411884"/>
                  </a:lnTo>
                  <a:lnTo>
                    <a:pt x="23284" y="414252"/>
                  </a:lnTo>
                  <a:lnTo>
                    <a:pt x="22805" y="415723"/>
                  </a:lnTo>
                  <a:lnTo>
                    <a:pt x="22899" y="416907"/>
                  </a:lnTo>
                  <a:lnTo>
                    <a:pt x="22998" y="418984"/>
                  </a:lnTo>
                  <a:lnTo>
                    <a:pt x="22707" y="421062"/>
                  </a:lnTo>
                  <a:lnTo>
                    <a:pt x="22421" y="423428"/>
                  </a:lnTo>
                  <a:lnTo>
                    <a:pt x="21650" y="426371"/>
                  </a:lnTo>
                  <a:lnTo>
                    <a:pt x="20787" y="427843"/>
                  </a:lnTo>
                  <a:lnTo>
                    <a:pt x="19534" y="428132"/>
                  </a:lnTo>
                  <a:lnTo>
                    <a:pt x="17806" y="428132"/>
                  </a:lnTo>
                  <a:lnTo>
                    <a:pt x="16459" y="427843"/>
                  </a:lnTo>
                  <a:lnTo>
                    <a:pt x="14825" y="427843"/>
                  </a:lnTo>
                  <a:lnTo>
                    <a:pt x="13384" y="427266"/>
                  </a:lnTo>
                  <a:lnTo>
                    <a:pt x="12037" y="426660"/>
                  </a:lnTo>
                  <a:lnTo>
                    <a:pt x="10404" y="426371"/>
                  </a:lnTo>
                  <a:lnTo>
                    <a:pt x="9248" y="426371"/>
                  </a:lnTo>
                  <a:lnTo>
                    <a:pt x="7808" y="426949"/>
                  </a:lnTo>
                  <a:lnTo>
                    <a:pt x="4057" y="426949"/>
                  </a:lnTo>
                  <a:lnTo>
                    <a:pt x="2616" y="427266"/>
                  </a:lnTo>
                  <a:lnTo>
                    <a:pt x="499" y="428449"/>
                  </a:lnTo>
                  <a:lnTo>
                    <a:pt x="0" y="428732"/>
                  </a:lnTo>
                  <a:lnTo>
                    <a:pt x="694" y="414569"/>
                  </a:lnTo>
                  <a:lnTo>
                    <a:pt x="2017" y="406895"/>
                  </a:lnTo>
                  <a:lnTo>
                    <a:pt x="3067" y="403507"/>
                  </a:lnTo>
                  <a:lnTo>
                    <a:pt x="4697" y="401760"/>
                  </a:lnTo>
                  <a:lnTo>
                    <a:pt x="6194" y="394046"/>
                  </a:lnTo>
                  <a:lnTo>
                    <a:pt x="6717" y="386946"/>
                  </a:lnTo>
                  <a:lnTo>
                    <a:pt x="7702" y="383680"/>
                  </a:lnTo>
                  <a:lnTo>
                    <a:pt x="8011" y="381122"/>
                  </a:lnTo>
                  <a:lnTo>
                    <a:pt x="7621" y="379172"/>
                  </a:lnTo>
                  <a:lnTo>
                    <a:pt x="8550" y="375342"/>
                  </a:lnTo>
                  <a:lnTo>
                    <a:pt x="9674" y="369492"/>
                  </a:lnTo>
                  <a:lnTo>
                    <a:pt x="10194" y="365735"/>
                  </a:lnTo>
                  <a:lnTo>
                    <a:pt x="11508" y="359918"/>
                  </a:lnTo>
                  <a:lnTo>
                    <a:pt x="11669" y="358637"/>
                  </a:lnTo>
                  <a:lnTo>
                    <a:pt x="11550" y="357178"/>
                  </a:lnTo>
                  <a:lnTo>
                    <a:pt x="11035" y="358416"/>
                  </a:lnTo>
                  <a:lnTo>
                    <a:pt x="10483" y="360566"/>
                  </a:lnTo>
                  <a:lnTo>
                    <a:pt x="9828" y="362258"/>
                  </a:lnTo>
                  <a:lnTo>
                    <a:pt x="10096" y="360175"/>
                  </a:lnTo>
                  <a:lnTo>
                    <a:pt x="10611" y="357113"/>
                  </a:lnTo>
                  <a:lnTo>
                    <a:pt x="11779" y="353907"/>
                  </a:lnTo>
                  <a:lnTo>
                    <a:pt x="13620" y="350366"/>
                  </a:lnTo>
                  <a:lnTo>
                    <a:pt x="17443" y="338368"/>
                  </a:lnTo>
                  <a:lnTo>
                    <a:pt x="18883" y="336299"/>
                  </a:lnTo>
                  <a:lnTo>
                    <a:pt x="20176" y="331247"/>
                  </a:lnTo>
                  <a:lnTo>
                    <a:pt x="20640" y="326762"/>
                  </a:lnTo>
                  <a:lnTo>
                    <a:pt x="20767" y="316463"/>
                  </a:lnTo>
                  <a:lnTo>
                    <a:pt x="21228" y="311025"/>
                  </a:lnTo>
                  <a:lnTo>
                    <a:pt x="22073" y="306783"/>
                  </a:lnTo>
                  <a:lnTo>
                    <a:pt x="23080" y="299075"/>
                  </a:lnTo>
                  <a:lnTo>
                    <a:pt x="23844" y="295627"/>
                  </a:lnTo>
                  <a:lnTo>
                    <a:pt x="24346" y="288600"/>
                  </a:lnTo>
                  <a:lnTo>
                    <a:pt x="24891" y="285921"/>
                  </a:lnTo>
                  <a:lnTo>
                    <a:pt x="25866" y="284650"/>
                  </a:lnTo>
                  <a:lnTo>
                    <a:pt x="27252" y="281143"/>
                  </a:lnTo>
                  <a:lnTo>
                    <a:pt x="29331" y="278975"/>
                  </a:lnTo>
                  <a:lnTo>
                    <a:pt x="31794" y="274420"/>
                  </a:lnTo>
                  <a:lnTo>
                    <a:pt x="32948" y="271696"/>
                  </a:lnTo>
                  <a:lnTo>
                    <a:pt x="33718" y="267632"/>
                  </a:lnTo>
                  <a:lnTo>
                    <a:pt x="34544" y="259536"/>
                  </a:lnTo>
                  <a:lnTo>
                    <a:pt x="36021" y="251026"/>
                  </a:lnTo>
                  <a:lnTo>
                    <a:pt x="36792" y="244493"/>
                  </a:lnTo>
                  <a:lnTo>
                    <a:pt x="38092" y="241121"/>
                  </a:lnTo>
                  <a:lnTo>
                    <a:pt x="38975" y="236856"/>
                  </a:lnTo>
                  <a:lnTo>
                    <a:pt x="40467" y="234958"/>
                  </a:lnTo>
                  <a:lnTo>
                    <a:pt x="43590" y="234041"/>
                  </a:lnTo>
                  <a:lnTo>
                    <a:pt x="48231" y="230499"/>
                  </a:lnTo>
                  <a:lnTo>
                    <a:pt x="52398" y="225157"/>
                  </a:lnTo>
                  <a:lnTo>
                    <a:pt x="53576" y="223031"/>
                  </a:lnTo>
                  <a:lnTo>
                    <a:pt x="54836" y="218775"/>
                  </a:lnTo>
                  <a:lnTo>
                    <a:pt x="56933" y="213229"/>
                  </a:lnTo>
                  <a:lnTo>
                    <a:pt x="60847" y="206567"/>
                  </a:lnTo>
                  <a:lnTo>
                    <a:pt x="62648" y="202852"/>
                  </a:lnTo>
                  <a:lnTo>
                    <a:pt x="65396" y="193531"/>
                  </a:lnTo>
                  <a:lnTo>
                    <a:pt x="67224" y="185818"/>
                  </a:lnTo>
                  <a:lnTo>
                    <a:pt x="68741" y="180859"/>
                  </a:lnTo>
                  <a:lnTo>
                    <a:pt x="69791" y="176457"/>
                  </a:lnTo>
                  <a:lnTo>
                    <a:pt x="70525" y="171993"/>
                  </a:lnTo>
                  <a:lnTo>
                    <a:pt x="70941" y="164802"/>
                  </a:lnTo>
                  <a:lnTo>
                    <a:pt x="70661" y="161997"/>
                  </a:lnTo>
                  <a:lnTo>
                    <a:pt x="69506" y="157400"/>
                  </a:lnTo>
                  <a:lnTo>
                    <a:pt x="68729" y="156175"/>
                  </a:lnTo>
                  <a:lnTo>
                    <a:pt x="68522" y="154008"/>
                  </a:lnTo>
                  <a:lnTo>
                    <a:pt x="68936" y="150186"/>
                  </a:lnTo>
                  <a:lnTo>
                    <a:pt x="68927" y="143615"/>
                  </a:lnTo>
                  <a:lnTo>
                    <a:pt x="69164" y="133126"/>
                  </a:lnTo>
                  <a:lnTo>
                    <a:pt x="70450" y="124664"/>
                  </a:lnTo>
                  <a:lnTo>
                    <a:pt x="73598" y="113571"/>
                  </a:lnTo>
                  <a:lnTo>
                    <a:pt x="74183" y="109015"/>
                  </a:lnTo>
                  <a:lnTo>
                    <a:pt x="74543" y="101768"/>
                  </a:lnTo>
                  <a:lnTo>
                    <a:pt x="74575" y="99208"/>
                  </a:lnTo>
                  <a:lnTo>
                    <a:pt x="78513" y="88925"/>
                  </a:lnTo>
                  <a:lnTo>
                    <a:pt x="80820" y="81044"/>
                  </a:lnTo>
                  <a:lnTo>
                    <a:pt x="81622" y="79115"/>
                  </a:lnTo>
                  <a:lnTo>
                    <a:pt x="83657" y="75513"/>
                  </a:lnTo>
                  <a:lnTo>
                    <a:pt x="90759" y="67655"/>
                  </a:lnTo>
                  <a:lnTo>
                    <a:pt x="94775" y="62039"/>
                  </a:lnTo>
                  <a:lnTo>
                    <a:pt x="97118" y="57940"/>
                  </a:lnTo>
                  <a:lnTo>
                    <a:pt x="98514" y="53098"/>
                  </a:lnTo>
                  <a:lnTo>
                    <a:pt x="102385" y="34093"/>
                  </a:lnTo>
                  <a:lnTo>
                    <a:pt x="106187" y="7349"/>
                  </a:lnTo>
                  <a:lnTo>
                    <a:pt x="106502" y="4257"/>
                  </a:lnTo>
                  <a:lnTo>
                    <a:pt x="108203" y="3366"/>
                  </a:lnTo>
                  <a:lnTo>
                    <a:pt x="109405" y="2983"/>
                  </a:lnTo>
                  <a:lnTo>
                    <a:pt x="110372" y="2005"/>
                  </a:lnTo>
                  <a:lnTo>
                    <a:pt x="111573" y="0"/>
                  </a:lnTo>
                  <a:lnTo>
                    <a:pt x="112722" y="802"/>
                  </a:lnTo>
                  <a:lnTo>
                    <a:pt x="112147" y="2167"/>
                  </a:lnTo>
                  <a:lnTo>
                    <a:pt x="112147" y="5456"/>
                  </a:lnTo>
                  <a:lnTo>
                    <a:pt x="112964" y="9311"/>
                  </a:lnTo>
                  <a:lnTo>
                    <a:pt x="114380" y="13654"/>
                  </a:lnTo>
                  <a:lnTo>
                    <a:pt x="116958" y="19164"/>
                  </a:lnTo>
                  <a:lnTo>
                    <a:pt x="118966" y="21378"/>
                  </a:lnTo>
                  <a:lnTo>
                    <a:pt x="121834" y="22705"/>
                  </a:lnTo>
                  <a:lnTo>
                    <a:pt x="125176" y="20284"/>
                  </a:lnTo>
                  <a:lnTo>
                    <a:pt x="127045" y="20240"/>
                  </a:lnTo>
                  <a:lnTo>
                    <a:pt x="127956" y="19203"/>
                  </a:lnTo>
                  <a:lnTo>
                    <a:pt x="128942" y="20730"/>
                  </a:lnTo>
                  <a:lnTo>
                    <a:pt x="130826" y="21218"/>
                  </a:lnTo>
                  <a:lnTo>
                    <a:pt x="132640" y="20411"/>
                  </a:lnTo>
                  <a:lnTo>
                    <a:pt x="134014" y="18103"/>
                  </a:lnTo>
                  <a:lnTo>
                    <a:pt x="134888" y="15442"/>
                  </a:lnTo>
                  <a:lnTo>
                    <a:pt x="135025" y="16748"/>
                  </a:lnTo>
                  <a:lnTo>
                    <a:pt x="135066" y="18165"/>
                  </a:lnTo>
                  <a:lnTo>
                    <a:pt x="135332" y="18993"/>
                  </a:lnTo>
                  <a:lnTo>
                    <a:pt x="135875" y="22375"/>
                  </a:lnTo>
                  <a:lnTo>
                    <a:pt x="136159" y="23699"/>
                  </a:lnTo>
                  <a:lnTo>
                    <a:pt x="137203" y="23481"/>
                  </a:lnTo>
                  <a:lnTo>
                    <a:pt x="138112" y="24147"/>
                  </a:lnTo>
                  <a:lnTo>
                    <a:pt x="140160" y="2382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2893770" y="2340682"/>
              <a:ext cx="585" cy="1157"/>
            </a:xfrm>
            <a:custGeom>
              <a:avLst/>
              <a:pathLst>
                <a:path w="585" h="1157">
                  <a:moveTo>
                    <a:pt x="585" y="604"/>
                  </a:moveTo>
                  <a:lnTo>
                    <a:pt x="0" y="1157"/>
                  </a:lnTo>
                  <a:lnTo>
                    <a:pt x="22" y="522"/>
                  </a:lnTo>
                  <a:lnTo>
                    <a:pt x="166" y="164"/>
                  </a:lnTo>
                  <a:lnTo>
                    <a:pt x="352" y="0"/>
                  </a:lnTo>
                  <a:lnTo>
                    <a:pt x="568" y="27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3078748" y="2201599"/>
              <a:ext cx="33764" cy="89453"/>
            </a:xfrm>
            <a:custGeom>
              <a:avLst/>
              <a:pathLst>
                <a:path w="33764" h="89453">
                  <a:moveTo>
                    <a:pt x="15319" y="89453"/>
                  </a:moveTo>
                  <a:lnTo>
                    <a:pt x="14839" y="87582"/>
                  </a:lnTo>
                  <a:lnTo>
                    <a:pt x="14352" y="85946"/>
                  </a:lnTo>
                  <a:lnTo>
                    <a:pt x="13995" y="85064"/>
                  </a:lnTo>
                  <a:lnTo>
                    <a:pt x="14145" y="84657"/>
                  </a:lnTo>
                  <a:lnTo>
                    <a:pt x="14535" y="84198"/>
                  </a:lnTo>
                  <a:lnTo>
                    <a:pt x="14812" y="83642"/>
                  </a:lnTo>
                  <a:lnTo>
                    <a:pt x="14779" y="81692"/>
                  </a:lnTo>
                  <a:lnTo>
                    <a:pt x="14574" y="79453"/>
                  </a:lnTo>
                  <a:lnTo>
                    <a:pt x="14387" y="78369"/>
                  </a:lnTo>
                  <a:lnTo>
                    <a:pt x="14368" y="76670"/>
                  </a:lnTo>
                  <a:lnTo>
                    <a:pt x="14235" y="74024"/>
                  </a:lnTo>
                  <a:lnTo>
                    <a:pt x="14422" y="69117"/>
                  </a:lnTo>
                  <a:lnTo>
                    <a:pt x="15195" y="62944"/>
                  </a:lnTo>
                  <a:lnTo>
                    <a:pt x="15625" y="59880"/>
                  </a:lnTo>
                  <a:lnTo>
                    <a:pt x="15417" y="58202"/>
                  </a:lnTo>
                  <a:lnTo>
                    <a:pt x="15579" y="54279"/>
                  </a:lnTo>
                  <a:lnTo>
                    <a:pt x="15244" y="52341"/>
                  </a:lnTo>
                  <a:lnTo>
                    <a:pt x="14719" y="49809"/>
                  </a:lnTo>
                  <a:lnTo>
                    <a:pt x="13967" y="44303"/>
                  </a:lnTo>
                  <a:lnTo>
                    <a:pt x="13029" y="42388"/>
                  </a:lnTo>
                  <a:lnTo>
                    <a:pt x="11871" y="40282"/>
                  </a:lnTo>
                  <a:lnTo>
                    <a:pt x="11376" y="38692"/>
                  </a:lnTo>
                  <a:lnTo>
                    <a:pt x="11046" y="36940"/>
                  </a:lnTo>
                  <a:lnTo>
                    <a:pt x="10356" y="35202"/>
                  </a:lnTo>
                  <a:lnTo>
                    <a:pt x="9566" y="33603"/>
                  </a:lnTo>
                  <a:lnTo>
                    <a:pt x="8622" y="29611"/>
                  </a:lnTo>
                  <a:lnTo>
                    <a:pt x="8132" y="27807"/>
                  </a:lnTo>
                  <a:lnTo>
                    <a:pt x="7981" y="27321"/>
                  </a:lnTo>
                  <a:lnTo>
                    <a:pt x="6902" y="24761"/>
                  </a:lnTo>
                  <a:lnTo>
                    <a:pt x="6335" y="22450"/>
                  </a:lnTo>
                  <a:lnTo>
                    <a:pt x="6048" y="20551"/>
                  </a:lnTo>
                  <a:lnTo>
                    <a:pt x="5882" y="18792"/>
                  </a:lnTo>
                  <a:lnTo>
                    <a:pt x="5125" y="15319"/>
                  </a:lnTo>
                  <a:lnTo>
                    <a:pt x="4435" y="12708"/>
                  </a:lnTo>
                  <a:lnTo>
                    <a:pt x="3780" y="10851"/>
                  </a:lnTo>
                  <a:lnTo>
                    <a:pt x="3478" y="9535"/>
                  </a:lnTo>
                  <a:lnTo>
                    <a:pt x="2711" y="7877"/>
                  </a:lnTo>
                  <a:lnTo>
                    <a:pt x="1618" y="6557"/>
                  </a:lnTo>
                  <a:lnTo>
                    <a:pt x="911" y="6331"/>
                  </a:lnTo>
                  <a:lnTo>
                    <a:pt x="0" y="6437"/>
                  </a:lnTo>
                  <a:lnTo>
                    <a:pt x="206" y="5425"/>
                  </a:lnTo>
                  <a:lnTo>
                    <a:pt x="2193" y="2676"/>
                  </a:lnTo>
                  <a:lnTo>
                    <a:pt x="2707" y="3126"/>
                  </a:lnTo>
                  <a:lnTo>
                    <a:pt x="3744" y="3234"/>
                  </a:lnTo>
                  <a:lnTo>
                    <a:pt x="5860" y="3141"/>
                  </a:lnTo>
                  <a:lnTo>
                    <a:pt x="6902" y="1330"/>
                  </a:lnTo>
                  <a:lnTo>
                    <a:pt x="7545" y="1835"/>
                  </a:lnTo>
                  <a:lnTo>
                    <a:pt x="8070" y="1024"/>
                  </a:lnTo>
                  <a:lnTo>
                    <a:pt x="8943" y="0"/>
                  </a:lnTo>
                  <a:lnTo>
                    <a:pt x="9068" y="216"/>
                  </a:lnTo>
                  <a:lnTo>
                    <a:pt x="9178" y="379"/>
                  </a:lnTo>
                  <a:lnTo>
                    <a:pt x="10531" y="833"/>
                  </a:lnTo>
                  <a:lnTo>
                    <a:pt x="11546" y="1816"/>
                  </a:lnTo>
                  <a:lnTo>
                    <a:pt x="12225" y="3324"/>
                  </a:lnTo>
                  <a:lnTo>
                    <a:pt x="12924" y="4260"/>
                  </a:lnTo>
                  <a:lnTo>
                    <a:pt x="13646" y="4622"/>
                  </a:lnTo>
                  <a:lnTo>
                    <a:pt x="14046" y="5375"/>
                  </a:lnTo>
                  <a:lnTo>
                    <a:pt x="14127" y="6521"/>
                  </a:lnTo>
                  <a:lnTo>
                    <a:pt x="14803" y="7084"/>
                  </a:lnTo>
                  <a:lnTo>
                    <a:pt x="16074" y="7067"/>
                  </a:lnTo>
                  <a:lnTo>
                    <a:pt x="16614" y="7821"/>
                  </a:lnTo>
                  <a:lnTo>
                    <a:pt x="16420" y="9346"/>
                  </a:lnTo>
                  <a:lnTo>
                    <a:pt x="16550" y="9848"/>
                  </a:lnTo>
                  <a:lnTo>
                    <a:pt x="17002" y="9326"/>
                  </a:lnTo>
                  <a:lnTo>
                    <a:pt x="17344" y="9776"/>
                  </a:lnTo>
                  <a:lnTo>
                    <a:pt x="17526" y="10904"/>
                  </a:lnTo>
                  <a:lnTo>
                    <a:pt x="17728" y="11441"/>
                  </a:lnTo>
                  <a:lnTo>
                    <a:pt x="18376" y="9675"/>
                  </a:lnTo>
                  <a:lnTo>
                    <a:pt x="19061" y="9850"/>
                  </a:lnTo>
                  <a:lnTo>
                    <a:pt x="20716" y="10583"/>
                  </a:lnTo>
                  <a:lnTo>
                    <a:pt x="21600" y="14244"/>
                  </a:lnTo>
                  <a:lnTo>
                    <a:pt x="22151" y="15560"/>
                  </a:lnTo>
                  <a:lnTo>
                    <a:pt x="22634" y="16096"/>
                  </a:lnTo>
                  <a:lnTo>
                    <a:pt x="23245" y="15524"/>
                  </a:lnTo>
                  <a:lnTo>
                    <a:pt x="23784" y="14842"/>
                  </a:lnTo>
                  <a:lnTo>
                    <a:pt x="24096" y="15163"/>
                  </a:lnTo>
                  <a:lnTo>
                    <a:pt x="24763" y="17590"/>
                  </a:lnTo>
                  <a:lnTo>
                    <a:pt x="24920" y="20765"/>
                  </a:lnTo>
                  <a:lnTo>
                    <a:pt x="24916" y="22049"/>
                  </a:lnTo>
                  <a:lnTo>
                    <a:pt x="24679" y="24204"/>
                  </a:lnTo>
                  <a:lnTo>
                    <a:pt x="24341" y="26501"/>
                  </a:lnTo>
                  <a:lnTo>
                    <a:pt x="24072" y="27993"/>
                  </a:lnTo>
                  <a:lnTo>
                    <a:pt x="24187" y="29195"/>
                  </a:lnTo>
                  <a:lnTo>
                    <a:pt x="24426" y="30201"/>
                  </a:lnTo>
                  <a:lnTo>
                    <a:pt x="24819" y="30531"/>
                  </a:lnTo>
                  <a:lnTo>
                    <a:pt x="26099" y="32563"/>
                  </a:lnTo>
                  <a:lnTo>
                    <a:pt x="26576" y="33972"/>
                  </a:lnTo>
                  <a:lnTo>
                    <a:pt x="27271" y="35018"/>
                  </a:lnTo>
                  <a:lnTo>
                    <a:pt x="27799" y="35075"/>
                  </a:lnTo>
                  <a:lnTo>
                    <a:pt x="28073" y="35657"/>
                  </a:lnTo>
                  <a:lnTo>
                    <a:pt x="28171" y="36372"/>
                  </a:lnTo>
                  <a:lnTo>
                    <a:pt x="28099" y="38182"/>
                  </a:lnTo>
                  <a:lnTo>
                    <a:pt x="27802" y="39882"/>
                  </a:lnTo>
                  <a:lnTo>
                    <a:pt x="27842" y="40973"/>
                  </a:lnTo>
                  <a:lnTo>
                    <a:pt x="28307" y="42261"/>
                  </a:lnTo>
                  <a:lnTo>
                    <a:pt x="28357" y="43762"/>
                  </a:lnTo>
                  <a:lnTo>
                    <a:pt x="28389" y="44728"/>
                  </a:lnTo>
                  <a:lnTo>
                    <a:pt x="28637" y="45473"/>
                  </a:lnTo>
                  <a:lnTo>
                    <a:pt x="29809" y="47125"/>
                  </a:lnTo>
                  <a:lnTo>
                    <a:pt x="31329" y="48721"/>
                  </a:lnTo>
                  <a:lnTo>
                    <a:pt x="31716" y="50094"/>
                  </a:lnTo>
                  <a:lnTo>
                    <a:pt x="31951" y="51827"/>
                  </a:lnTo>
                  <a:lnTo>
                    <a:pt x="31877" y="54746"/>
                  </a:lnTo>
                  <a:lnTo>
                    <a:pt x="31776" y="57291"/>
                  </a:lnTo>
                  <a:lnTo>
                    <a:pt x="33764" y="60712"/>
                  </a:lnTo>
                  <a:lnTo>
                    <a:pt x="33537" y="61348"/>
                  </a:lnTo>
                  <a:lnTo>
                    <a:pt x="33231" y="62050"/>
                  </a:lnTo>
                  <a:lnTo>
                    <a:pt x="31331" y="62570"/>
                  </a:lnTo>
                  <a:lnTo>
                    <a:pt x="30945" y="62856"/>
                  </a:lnTo>
                  <a:lnTo>
                    <a:pt x="30119" y="60278"/>
                  </a:lnTo>
                  <a:lnTo>
                    <a:pt x="29685" y="59955"/>
                  </a:lnTo>
                  <a:lnTo>
                    <a:pt x="29279" y="60900"/>
                  </a:lnTo>
                  <a:lnTo>
                    <a:pt x="28802" y="61429"/>
                  </a:lnTo>
                  <a:lnTo>
                    <a:pt x="28226" y="61165"/>
                  </a:lnTo>
                  <a:lnTo>
                    <a:pt x="27611" y="60370"/>
                  </a:lnTo>
                  <a:lnTo>
                    <a:pt x="27301" y="59806"/>
                  </a:lnTo>
                  <a:lnTo>
                    <a:pt x="27051" y="59741"/>
                  </a:lnTo>
                  <a:lnTo>
                    <a:pt x="26667" y="60304"/>
                  </a:lnTo>
                  <a:lnTo>
                    <a:pt x="26154" y="60063"/>
                  </a:lnTo>
                  <a:lnTo>
                    <a:pt x="25821" y="59427"/>
                  </a:lnTo>
                  <a:lnTo>
                    <a:pt x="25338" y="61613"/>
                  </a:lnTo>
                  <a:lnTo>
                    <a:pt x="25042" y="62076"/>
                  </a:lnTo>
                  <a:lnTo>
                    <a:pt x="24857" y="62005"/>
                  </a:lnTo>
                  <a:lnTo>
                    <a:pt x="24820" y="58292"/>
                  </a:lnTo>
                  <a:lnTo>
                    <a:pt x="24681" y="57731"/>
                  </a:lnTo>
                  <a:lnTo>
                    <a:pt x="24297" y="57645"/>
                  </a:lnTo>
                  <a:lnTo>
                    <a:pt x="23370" y="58528"/>
                  </a:lnTo>
                  <a:lnTo>
                    <a:pt x="22490" y="59666"/>
                  </a:lnTo>
                  <a:lnTo>
                    <a:pt x="22193" y="60682"/>
                  </a:lnTo>
                  <a:lnTo>
                    <a:pt x="22223" y="62510"/>
                  </a:lnTo>
                  <a:lnTo>
                    <a:pt x="22349" y="64691"/>
                  </a:lnTo>
                  <a:lnTo>
                    <a:pt x="22950" y="68000"/>
                  </a:lnTo>
                  <a:lnTo>
                    <a:pt x="22620" y="69443"/>
                  </a:lnTo>
                  <a:lnTo>
                    <a:pt x="22388" y="71738"/>
                  </a:lnTo>
                  <a:lnTo>
                    <a:pt x="21443" y="73845"/>
                  </a:lnTo>
                  <a:lnTo>
                    <a:pt x="20379" y="75071"/>
                  </a:lnTo>
                  <a:lnTo>
                    <a:pt x="20288" y="77587"/>
                  </a:lnTo>
                  <a:lnTo>
                    <a:pt x="19694" y="79306"/>
                  </a:lnTo>
                  <a:lnTo>
                    <a:pt x="18682" y="81021"/>
                  </a:lnTo>
                  <a:lnTo>
                    <a:pt x="18003" y="83090"/>
                  </a:lnTo>
                  <a:lnTo>
                    <a:pt x="18174" y="84507"/>
                  </a:lnTo>
                  <a:lnTo>
                    <a:pt x="18216" y="85849"/>
                  </a:lnTo>
                  <a:lnTo>
                    <a:pt x="18100" y="86761"/>
                  </a:lnTo>
                  <a:lnTo>
                    <a:pt x="18074" y="87465"/>
                  </a:lnTo>
                  <a:lnTo>
                    <a:pt x="17808" y="87777"/>
                  </a:lnTo>
                  <a:lnTo>
                    <a:pt x="16260" y="88031"/>
                  </a:lnTo>
                  <a:lnTo>
                    <a:pt x="15823" y="8846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3301834" y="4127401"/>
              <a:ext cx="1913" cy="11559"/>
            </a:xfrm>
            <a:custGeom>
              <a:avLst/>
              <a:pathLst>
                <a:path w="1913" h="11559">
                  <a:moveTo>
                    <a:pt x="1080" y="6134"/>
                  </a:moveTo>
                  <a:lnTo>
                    <a:pt x="0" y="11559"/>
                  </a:lnTo>
                  <a:lnTo>
                    <a:pt x="304" y="7029"/>
                  </a:lnTo>
                  <a:lnTo>
                    <a:pt x="1556" y="504"/>
                  </a:lnTo>
                  <a:lnTo>
                    <a:pt x="191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3286137" y="4024065"/>
              <a:ext cx="1536" cy="5973"/>
            </a:xfrm>
            <a:custGeom>
              <a:avLst/>
              <a:pathLst>
                <a:path w="1536" h="5973">
                  <a:moveTo>
                    <a:pt x="1451" y="4894"/>
                  </a:moveTo>
                  <a:lnTo>
                    <a:pt x="1464" y="5973"/>
                  </a:lnTo>
                  <a:lnTo>
                    <a:pt x="199" y="5526"/>
                  </a:lnTo>
                  <a:lnTo>
                    <a:pt x="0" y="1823"/>
                  </a:lnTo>
                  <a:lnTo>
                    <a:pt x="619" y="1708"/>
                  </a:lnTo>
                  <a:lnTo>
                    <a:pt x="754" y="187"/>
                  </a:lnTo>
                  <a:lnTo>
                    <a:pt x="1131" y="0"/>
                  </a:lnTo>
                  <a:lnTo>
                    <a:pt x="1536" y="32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3238702" y="3991010"/>
              <a:ext cx="69464" cy="398643"/>
            </a:xfrm>
            <a:custGeom>
              <a:avLst/>
              <a:pathLst>
                <a:path w="69464" h="398643">
                  <a:moveTo>
                    <a:pt x="60384" y="10417"/>
                  </a:moveTo>
                  <a:lnTo>
                    <a:pt x="60826" y="13507"/>
                  </a:lnTo>
                  <a:lnTo>
                    <a:pt x="61341" y="16474"/>
                  </a:lnTo>
                  <a:lnTo>
                    <a:pt x="62948" y="23642"/>
                  </a:lnTo>
                  <a:lnTo>
                    <a:pt x="63636" y="26400"/>
                  </a:lnTo>
                  <a:lnTo>
                    <a:pt x="64222" y="29332"/>
                  </a:lnTo>
                  <a:lnTo>
                    <a:pt x="64508" y="35181"/>
                  </a:lnTo>
                  <a:lnTo>
                    <a:pt x="65529" y="44274"/>
                  </a:lnTo>
                  <a:lnTo>
                    <a:pt x="66494" y="57935"/>
                  </a:lnTo>
                  <a:lnTo>
                    <a:pt x="66790" y="71947"/>
                  </a:lnTo>
                  <a:lnTo>
                    <a:pt x="67086" y="78377"/>
                  </a:lnTo>
                  <a:lnTo>
                    <a:pt x="67837" y="84428"/>
                  </a:lnTo>
                  <a:lnTo>
                    <a:pt x="69066" y="90707"/>
                  </a:lnTo>
                  <a:lnTo>
                    <a:pt x="69464" y="97690"/>
                  </a:lnTo>
                  <a:lnTo>
                    <a:pt x="68713" y="104884"/>
                  </a:lnTo>
                  <a:lnTo>
                    <a:pt x="67626" y="111663"/>
                  </a:lnTo>
                  <a:lnTo>
                    <a:pt x="67345" y="112935"/>
                  </a:lnTo>
                  <a:lnTo>
                    <a:pt x="66832" y="114675"/>
                  </a:lnTo>
                  <a:lnTo>
                    <a:pt x="66601" y="114597"/>
                  </a:lnTo>
                  <a:lnTo>
                    <a:pt x="65731" y="112849"/>
                  </a:lnTo>
                  <a:lnTo>
                    <a:pt x="65019" y="109986"/>
                  </a:lnTo>
                  <a:lnTo>
                    <a:pt x="64117" y="103242"/>
                  </a:lnTo>
                  <a:lnTo>
                    <a:pt x="63790" y="99820"/>
                  </a:lnTo>
                  <a:lnTo>
                    <a:pt x="63413" y="99280"/>
                  </a:lnTo>
                  <a:lnTo>
                    <a:pt x="62360" y="99577"/>
                  </a:lnTo>
                  <a:lnTo>
                    <a:pt x="61596" y="101707"/>
                  </a:lnTo>
                  <a:lnTo>
                    <a:pt x="61457" y="103049"/>
                  </a:lnTo>
                  <a:lnTo>
                    <a:pt x="61622" y="106852"/>
                  </a:lnTo>
                  <a:lnTo>
                    <a:pt x="61911" y="110272"/>
                  </a:lnTo>
                  <a:lnTo>
                    <a:pt x="62040" y="113743"/>
                  </a:lnTo>
                  <a:lnTo>
                    <a:pt x="62062" y="118112"/>
                  </a:lnTo>
                  <a:lnTo>
                    <a:pt x="62346" y="119434"/>
                  </a:lnTo>
                  <a:lnTo>
                    <a:pt x="62765" y="120545"/>
                  </a:lnTo>
                  <a:lnTo>
                    <a:pt x="63199" y="123404"/>
                  </a:lnTo>
                  <a:lnTo>
                    <a:pt x="63276" y="130220"/>
                  </a:lnTo>
                  <a:lnTo>
                    <a:pt x="63009" y="133663"/>
                  </a:lnTo>
                  <a:lnTo>
                    <a:pt x="62266" y="136618"/>
                  </a:lnTo>
                  <a:lnTo>
                    <a:pt x="62310" y="138254"/>
                  </a:lnTo>
                  <a:lnTo>
                    <a:pt x="62585" y="139930"/>
                  </a:lnTo>
                  <a:lnTo>
                    <a:pt x="62321" y="140943"/>
                  </a:lnTo>
                  <a:lnTo>
                    <a:pt x="61333" y="142227"/>
                  </a:lnTo>
                  <a:lnTo>
                    <a:pt x="60932" y="143359"/>
                  </a:lnTo>
                  <a:lnTo>
                    <a:pt x="60397" y="146365"/>
                  </a:lnTo>
                  <a:lnTo>
                    <a:pt x="59529" y="152503"/>
                  </a:lnTo>
                  <a:lnTo>
                    <a:pt x="59412" y="155637"/>
                  </a:lnTo>
                  <a:lnTo>
                    <a:pt x="59955" y="165177"/>
                  </a:lnTo>
                  <a:lnTo>
                    <a:pt x="59803" y="171944"/>
                  </a:lnTo>
                  <a:lnTo>
                    <a:pt x="58698" y="184880"/>
                  </a:lnTo>
                  <a:lnTo>
                    <a:pt x="58064" y="191018"/>
                  </a:lnTo>
                  <a:lnTo>
                    <a:pt x="57164" y="198353"/>
                  </a:lnTo>
                  <a:lnTo>
                    <a:pt x="55787" y="208026"/>
                  </a:lnTo>
                  <a:lnTo>
                    <a:pt x="54422" y="220166"/>
                  </a:lnTo>
                  <a:lnTo>
                    <a:pt x="53262" y="232658"/>
                  </a:lnTo>
                  <a:lnTo>
                    <a:pt x="52405" y="240166"/>
                  </a:lnTo>
                  <a:lnTo>
                    <a:pt x="51432" y="247559"/>
                  </a:lnTo>
                  <a:lnTo>
                    <a:pt x="50100" y="260634"/>
                  </a:lnTo>
                  <a:lnTo>
                    <a:pt x="48968" y="273902"/>
                  </a:lnTo>
                  <a:lnTo>
                    <a:pt x="47287" y="288501"/>
                  </a:lnTo>
                  <a:lnTo>
                    <a:pt x="44966" y="304779"/>
                  </a:lnTo>
                  <a:lnTo>
                    <a:pt x="44715" y="306903"/>
                  </a:lnTo>
                  <a:lnTo>
                    <a:pt x="44234" y="315219"/>
                  </a:lnTo>
                  <a:lnTo>
                    <a:pt x="43713" y="322436"/>
                  </a:lnTo>
                  <a:lnTo>
                    <a:pt x="43091" y="329584"/>
                  </a:lnTo>
                  <a:lnTo>
                    <a:pt x="41790" y="341395"/>
                  </a:lnTo>
                  <a:lnTo>
                    <a:pt x="41641" y="345037"/>
                  </a:lnTo>
                  <a:lnTo>
                    <a:pt x="41347" y="348531"/>
                  </a:lnTo>
                  <a:lnTo>
                    <a:pt x="40093" y="355936"/>
                  </a:lnTo>
                  <a:lnTo>
                    <a:pt x="39564" y="358691"/>
                  </a:lnTo>
                  <a:lnTo>
                    <a:pt x="39189" y="361620"/>
                  </a:lnTo>
                  <a:lnTo>
                    <a:pt x="38979" y="365331"/>
                  </a:lnTo>
                  <a:lnTo>
                    <a:pt x="38605" y="368912"/>
                  </a:lnTo>
                  <a:lnTo>
                    <a:pt x="37687" y="375497"/>
                  </a:lnTo>
                  <a:lnTo>
                    <a:pt x="36318" y="381165"/>
                  </a:lnTo>
                  <a:lnTo>
                    <a:pt x="35388" y="383225"/>
                  </a:lnTo>
                  <a:lnTo>
                    <a:pt x="33372" y="386215"/>
                  </a:lnTo>
                  <a:lnTo>
                    <a:pt x="32351" y="386821"/>
                  </a:lnTo>
                  <a:lnTo>
                    <a:pt x="30086" y="386890"/>
                  </a:lnTo>
                  <a:lnTo>
                    <a:pt x="27894" y="388592"/>
                  </a:lnTo>
                  <a:lnTo>
                    <a:pt x="25608" y="391871"/>
                  </a:lnTo>
                  <a:lnTo>
                    <a:pt x="23409" y="395628"/>
                  </a:lnTo>
                  <a:lnTo>
                    <a:pt x="22567" y="397408"/>
                  </a:lnTo>
                  <a:lnTo>
                    <a:pt x="21639" y="398427"/>
                  </a:lnTo>
                  <a:lnTo>
                    <a:pt x="18733" y="398643"/>
                  </a:lnTo>
                  <a:lnTo>
                    <a:pt x="17863" y="397832"/>
                  </a:lnTo>
                  <a:lnTo>
                    <a:pt x="14956" y="391660"/>
                  </a:lnTo>
                  <a:lnTo>
                    <a:pt x="13830" y="390641"/>
                  </a:lnTo>
                  <a:lnTo>
                    <a:pt x="11696" y="389796"/>
                  </a:lnTo>
                  <a:lnTo>
                    <a:pt x="11051" y="389271"/>
                  </a:lnTo>
                  <a:lnTo>
                    <a:pt x="10467" y="388466"/>
                  </a:lnTo>
                  <a:lnTo>
                    <a:pt x="9604" y="385239"/>
                  </a:lnTo>
                  <a:lnTo>
                    <a:pt x="7892" y="382512"/>
                  </a:lnTo>
                  <a:lnTo>
                    <a:pt x="7481" y="381658"/>
                  </a:lnTo>
                  <a:lnTo>
                    <a:pt x="7221" y="379777"/>
                  </a:lnTo>
                  <a:lnTo>
                    <a:pt x="7044" y="377751"/>
                  </a:lnTo>
                  <a:lnTo>
                    <a:pt x="6600" y="375483"/>
                  </a:lnTo>
                  <a:lnTo>
                    <a:pt x="6272" y="371166"/>
                  </a:lnTo>
                  <a:lnTo>
                    <a:pt x="5714" y="368145"/>
                  </a:lnTo>
                  <a:lnTo>
                    <a:pt x="4137" y="362812"/>
                  </a:lnTo>
                  <a:lnTo>
                    <a:pt x="3969" y="361110"/>
                  </a:lnTo>
                  <a:lnTo>
                    <a:pt x="3842" y="355451"/>
                  </a:lnTo>
                  <a:lnTo>
                    <a:pt x="3893" y="351622"/>
                  </a:lnTo>
                  <a:lnTo>
                    <a:pt x="3739" y="344609"/>
                  </a:lnTo>
                  <a:lnTo>
                    <a:pt x="3918" y="341311"/>
                  </a:lnTo>
                  <a:lnTo>
                    <a:pt x="4471" y="338339"/>
                  </a:lnTo>
                  <a:lnTo>
                    <a:pt x="4245" y="335124"/>
                  </a:lnTo>
                  <a:lnTo>
                    <a:pt x="3657" y="331745"/>
                  </a:lnTo>
                  <a:lnTo>
                    <a:pt x="3437" y="328248"/>
                  </a:lnTo>
                  <a:lnTo>
                    <a:pt x="3003" y="325065"/>
                  </a:lnTo>
                  <a:lnTo>
                    <a:pt x="1352" y="319328"/>
                  </a:lnTo>
                  <a:lnTo>
                    <a:pt x="965" y="316506"/>
                  </a:lnTo>
                  <a:lnTo>
                    <a:pt x="696" y="313583"/>
                  </a:lnTo>
                  <a:lnTo>
                    <a:pt x="74" y="304473"/>
                  </a:lnTo>
                  <a:lnTo>
                    <a:pt x="0" y="301305"/>
                  </a:lnTo>
                  <a:lnTo>
                    <a:pt x="91" y="294595"/>
                  </a:lnTo>
                  <a:lnTo>
                    <a:pt x="321" y="291144"/>
                  </a:lnTo>
                  <a:lnTo>
                    <a:pt x="721" y="288740"/>
                  </a:lnTo>
                  <a:lnTo>
                    <a:pt x="822" y="286946"/>
                  </a:lnTo>
                  <a:lnTo>
                    <a:pt x="1082" y="285405"/>
                  </a:lnTo>
                  <a:lnTo>
                    <a:pt x="1474" y="284170"/>
                  </a:lnTo>
                  <a:lnTo>
                    <a:pt x="1736" y="282698"/>
                  </a:lnTo>
                  <a:lnTo>
                    <a:pt x="2352" y="274122"/>
                  </a:lnTo>
                  <a:lnTo>
                    <a:pt x="3133" y="272217"/>
                  </a:lnTo>
                  <a:lnTo>
                    <a:pt x="4292" y="271124"/>
                  </a:lnTo>
                  <a:lnTo>
                    <a:pt x="5220" y="268884"/>
                  </a:lnTo>
                  <a:lnTo>
                    <a:pt x="5754" y="265860"/>
                  </a:lnTo>
                  <a:lnTo>
                    <a:pt x="6287" y="259624"/>
                  </a:lnTo>
                  <a:lnTo>
                    <a:pt x="7748" y="253432"/>
                  </a:lnTo>
                  <a:lnTo>
                    <a:pt x="8268" y="250177"/>
                  </a:lnTo>
                  <a:lnTo>
                    <a:pt x="9445" y="245259"/>
                  </a:lnTo>
                  <a:lnTo>
                    <a:pt x="10488" y="238340"/>
                  </a:lnTo>
                  <a:lnTo>
                    <a:pt x="10805" y="235079"/>
                  </a:lnTo>
                  <a:lnTo>
                    <a:pt x="11032" y="231737"/>
                  </a:lnTo>
                  <a:lnTo>
                    <a:pt x="11297" y="224414"/>
                  </a:lnTo>
                  <a:lnTo>
                    <a:pt x="11496" y="220769"/>
                  </a:lnTo>
                  <a:lnTo>
                    <a:pt x="11456" y="217159"/>
                  </a:lnTo>
                  <a:lnTo>
                    <a:pt x="10857" y="213448"/>
                  </a:lnTo>
                  <a:lnTo>
                    <a:pt x="9437" y="206713"/>
                  </a:lnTo>
                  <a:lnTo>
                    <a:pt x="9391" y="205455"/>
                  </a:lnTo>
                  <a:lnTo>
                    <a:pt x="9503" y="200448"/>
                  </a:lnTo>
                  <a:lnTo>
                    <a:pt x="9382" y="196827"/>
                  </a:lnTo>
                  <a:lnTo>
                    <a:pt x="8859" y="193220"/>
                  </a:lnTo>
                  <a:lnTo>
                    <a:pt x="8187" y="189820"/>
                  </a:lnTo>
                  <a:lnTo>
                    <a:pt x="7526" y="183466"/>
                  </a:lnTo>
                  <a:lnTo>
                    <a:pt x="7205" y="172962"/>
                  </a:lnTo>
                  <a:lnTo>
                    <a:pt x="7273" y="169165"/>
                  </a:lnTo>
                  <a:lnTo>
                    <a:pt x="7079" y="165792"/>
                  </a:lnTo>
                  <a:lnTo>
                    <a:pt x="6599" y="162574"/>
                  </a:lnTo>
                  <a:lnTo>
                    <a:pt x="6943" y="156964"/>
                  </a:lnTo>
                  <a:lnTo>
                    <a:pt x="11192" y="136606"/>
                  </a:lnTo>
                  <a:lnTo>
                    <a:pt x="11330" y="134208"/>
                  </a:lnTo>
                  <a:lnTo>
                    <a:pt x="11159" y="127998"/>
                  </a:lnTo>
                  <a:lnTo>
                    <a:pt x="11247" y="124385"/>
                  </a:lnTo>
                  <a:lnTo>
                    <a:pt x="11395" y="123046"/>
                  </a:lnTo>
                  <a:lnTo>
                    <a:pt x="11719" y="122264"/>
                  </a:lnTo>
                  <a:lnTo>
                    <a:pt x="12447" y="121886"/>
                  </a:lnTo>
                  <a:lnTo>
                    <a:pt x="15882" y="121001"/>
                  </a:lnTo>
                  <a:lnTo>
                    <a:pt x="16323" y="120374"/>
                  </a:lnTo>
                  <a:lnTo>
                    <a:pt x="17180" y="118655"/>
                  </a:lnTo>
                  <a:lnTo>
                    <a:pt x="18358" y="115336"/>
                  </a:lnTo>
                  <a:lnTo>
                    <a:pt x="18897" y="114381"/>
                  </a:lnTo>
                  <a:lnTo>
                    <a:pt x="19363" y="114730"/>
                  </a:lnTo>
                  <a:lnTo>
                    <a:pt x="19661" y="116153"/>
                  </a:lnTo>
                  <a:lnTo>
                    <a:pt x="20045" y="116929"/>
                  </a:lnTo>
                  <a:lnTo>
                    <a:pt x="21430" y="115425"/>
                  </a:lnTo>
                  <a:lnTo>
                    <a:pt x="21964" y="115379"/>
                  </a:lnTo>
                  <a:lnTo>
                    <a:pt x="22506" y="115625"/>
                  </a:lnTo>
                  <a:lnTo>
                    <a:pt x="22761" y="114242"/>
                  </a:lnTo>
                  <a:lnTo>
                    <a:pt x="22913" y="112390"/>
                  </a:lnTo>
                  <a:lnTo>
                    <a:pt x="23115" y="111083"/>
                  </a:lnTo>
                  <a:lnTo>
                    <a:pt x="23486" y="110341"/>
                  </a:lnTo>
                  <a:lnTo>
                    <a:pt x="25272" y="109937"/>
                  </a:lnTo>
                  <a:lnTo>
                    <a:pt x="26410" y="109406"/>
                  </a:lnTo>
                  <a:lnTo>
                    <a:pt x="27883" y="108110"/>
                  </a:lnTo>
                  <a:lnTo>
                    <a:pt x="28200" y="108364"/>
                  </a:lnTo>
                  <a:lnTo>
                    <a:pt x="29388" y="113025"/>
                  </a:lnTo>
                  <a:lnTo>
                    <a:pt x="29748" y="113426"/>
                  </a:lnTo>
                  <a:lnTo>
                    <a:pt x="30210" y="113616"/>
                  </a:lnTo>
                  <a:lnTo>
                    <a:pt x="30614" y="112768"/>
                  </a:lnTo>
                  <a:lnTo>
                    <a:pt x="29650" y="110329"/>
                  </a:lnTo>
                  <a:lnTo>
                    <a:pt x="29504" y="108950"/>
                  </a:lnTo>
                  <a:lnTo>
                    <a:pt x="29555" y="107383"/>
                  </a:lnTo>
                  <a:lnTo>
                    <a:pt x="30071" y="104027"/>
                  </a:lnTo>
                  <a:lnTo>
                    <a:pt x="30936" y="101468"/>
                  </a:lnTo>
                  <a:lnTo>
                    <a:pt x="32855" y="97578"/>
                  </a:lnTo>
                  <a:lnTo>
                    <a:pt x="34848" y="93079"/>
                  </a:lnTo>
                  <a:lnTo>
                    <a:pt x="35427" y="92767"/>
                  </a:lnTo>
                  <a:lnTo>
                    <a:pt x="35917" y="93480"/>
                  </a:lnTo>
                  <a:lnTo>
                    <a:pt x="36293" y="98784"/>
                  </a:lnTo>
                  <a:lnTo>
                    <a:pt x="36246" y="99658"/>
                  </a:lnTo>
                  <a:lnTo>
                    <a:pt x="36564" y="99779"/>
                  </a:lnTo>
                  <a:lnTo>
                    <a:pt x="36936" y="99124"/>
                  </a:lnTo>
                  <a:lnTo>
                    <a:pt x="37265" y="96983"/>
                  </a:lnTo>
                  <a:lnTo>
                    <a:pt x="37282" y="95206"/>
                  </a:lnTo>
                  <a:lnTo>
                    <a:pt x="37014" y="93500"/>
                  </a:lnTo>
                  <a:lnTo>
                    <a:pt x="36883" y="92057"/>
                  </a:lnTo>
                  <a:lnTo>
                    <a:pt x="36872" y="90730"/>
                  </a:lnTo>
                  <a:lnTo>
                    <a:pt x="37882" y="87596"/>
                  </a:lnTo>
                  <a:lnTo>
                    <a:pt x="38679" y="84601"/>
                  </a:lnTo>
                  <a:lnTo>
                    <a:pt x="39047" y="81029"/>
                  </a:lnTo>
                  <a:lnTo>
                    <a:pt x="39366" y="79384"/>
                  </a:lnTo>
                  <a:lnTo>
                    <a:pt x="40203" y="77528"/>
                  </a:lnTo>
                  <a:lnTo>
                    <a:pt x="40450" y="77823"/>
                  </a:lnTo>
                  <a:lnTo>
                    <a:pt x="40645" y="79332"/>
                  </a:lnTo>
                  <a:lnTo>
                    <a:pt x="40754" y="80928"/>
                  </a:lnTo>
                  <a:lnTo>
                    <a:pt x="40539" y="82512"/>
                  </a:lnTo>
                  <a:lnTo>
                    <a:pt x="40232" y="84079"/>
                  </a:lnTo>
                  <a:lnTo>
                    <a:pt x="40108" y="86168"/>
                  </a:lnTo>
                  <a:lnTo>
                    <a:pt x="40581" y="86572"/>
                  </a:lnTo>
                  <a:lnTo>
                    <a:pt x="41027" y="86064"/>
                  </a:lnTo>
                  <a:lnTo>
                    <a:pt x="41679" y="82284"/>
                  </a:lnTo>
                  <a:lnTo>
                    <a:pt x="42424" y="78708"/>
                  </a:lnTo>
                  <a:lnTo>
                    <a:pt x="42866" y="76850"/>
                  </a:lnTo>
                  <a:lnTo>
                    <a:pt x="43423" y="75560"/>
                  </a:lnTo>
                  <a:lnTo>
                    <a:pt x="44350" y="75820"/>
                  </a:lnTo>
                  <a:lnTo>
                    <a:pt x="45251" y="76619"/>
                  </a:lnTo>
                  <a:lnTo>
                    <a:pt x="43784" y="72845"/>
                  </a:lnTo>
                  <a:lnTo>
                    <a:pt x="43417" y="67677"/>
                  </a:lnTo>
                  <a:lnTo>
                    <a:pt x="45165" y="58734"/>
                  </a:lnTo>
                  <a:lnTo>
                    <a:pt x="45182" y="56873"/>
                  </a:lnTo>
                  <a:lnTo>
                    <a:pt x="45434" y="56299"/>
                  </a:lnTo>
                  <a:lnTo>
                    <a:pt x="45553" y="55577"/>
                  </a:lnTo>
                  <a:lnTo>
                    <a:pt x="44648" y="52556"/>
                  </a:lnTo>
                  <a:lnTo>
                    <a:pt x="44477" y="51058"/>
                  </a:lnTo>
                  <a:lnTo>
                    <a:pt x="44596" y="48787"/>
                  </a:lnTo>
                  <a:lnTo>
                    <a:pt x="45029" y="46770"/>
                  </a:lnTo>
                  <a:lnTo>
                    <a:pt x="45421" y="45359"/>
                  </a:lnTo>
                  <a:lnTo>
                    <a:pt x="45979" y="44817"/>
                  </a:lnTo>
                  <a:lnTo>
                    <a:pt x="46422" y="45593"/>
                  </a:lnTo>
                  <a:lnTo>
                    <a:pt x="47395" y="48074"/>
                  </a:lnTo>
                  <a:lnTo>
                    <a:pt x="48050" y="48452"/>
                  </a:lnTo>
                  <a:lnTo>
                    <a:pt x="48842" y="46069"/>
                  </a:lnTo>
                  <a:lnTo>
                    <a:pt x="49490" y="43094"/>
                  </a:lnTo>
                  <a:lnTo>
                    <a:pt x="50465" y="41048"/>
                  </a:lnTo>
                  <a:lnTo>
                    <a:pt x="51570" y="39784"/>
                  </a:lnTo>
                  <a:lnTo>
                    <a:pt x="53253" y="35101"/>
                  </a:lnTo>
                  <a:lnTo>
                    <a:pt x="54348" y="25301"/>
                  </a:lnTo>
                  <a:lnTo>
                    <a:pt x="54435" y="22441"/>
                  </a:lnTo>
                  <a:lnTo>
                    <a:pt x="54193" y="18973"/>
                  </a:lnTo>
                  <a:lnTo>
                    <a:pt x="53804" y="15677"/>
                  </a:lnTo>
                  <a:lnTo>
                    <a:pt x="53155" y="11562"/>
                  </a:lnTo>
                  <a:lnTo>
                    <a:pt x="53324" y="10650"/>
                  </a:lnTo>
                  <a:lnTo>
                    <a:pt x="54244" y="11196"/>
                  </a:lnTo>
                  <a:lnTo>
                    <a:pt x="54553" y="10622"/>
                  </a:lnTo>
                  <a:lnTo>
                    <a:pt x="55553" y="6980"/>
                  </a:lnTo>
                  <a:lnTo>
                    <a:pt x="57200" y="0"/>
                  </a:lnTo>
                  <a:lnTo>
                    <a:pt x="57743" y="17"/>
                  </a:lnTo>
                  <a:lnTo>
                    <a:pt x="58210" y="1310"/>
                  </a:lnTo>
                  <a:lnTo>
                    <a:pt x="58384" y="3223"/>
                  </a:lnTo>
                  <a:lnTo>
                    <a:pt x="58709" y="4631"/>
                  </a:lnTo>
                  <a:lnTo>
                    <a:pt x="59822" y="79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3528313" y="3536858"/>
              <a:ext cx="583" cy="1786"/>
            </a:xfrm>
            <a:custGeom>
              <a:avLst/>
              <a:pathLst>
                <a:path w="583" h="1786">
                  <a:moveTo>
                    <a:pt x="332" y="1731"/>
                  </a:moveTo>
                  <a:lnTo>
                    <a:pt x="127" y="1786"/>
                  </a:lnTo>
                  <a:lnTo>
                    <a:pt x="0" y="1281"/>
                  </a:lnTo>
                  <a:lnTo>
                    <a:pt x="28" y="545"/>
                  </a:lnTo>
                  <a:lnTo>
                    <a:pt x="187" y="31"/>
                  </a:lnTo>
                  <a:lnTo>
                    <a:pt x="439" y="0"/>
                  </a:lnTo>
                  <a:lnTo>
                    <a:pt x="583" y="458"/>
                  </a:lnTo>
                  <a:lnTo>
                    <a:pt x="508" y="117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3529188" y="3508556"/>
              <a:ext cx="531" cy="2732"/>
            </a:xfrm>
            <a:custGeom>
              <a:avLst/>
              <a:pathLst>
                <a:path w="531" h="2732">
                  <a:moveTo>
                    <a:pt x="376" y="2455"/>
                  </a:moveTo>
                  <a:lnTo>
                    <a:pt x="209" y="2732"/>
                  </a:lnTo>
                  <a:lnTo>
                    <a:pt x="53" y="2621"/>
                  </a:lnTo>
                  <a:lnTo>
                    <a:pt x="0" y="2273"/>
                  </a:lnTo>
                  <a:lnTo>
                    <a:pt x="77" y="1758"/>
                  </a:lnTo>
                  <a:lnTo>
                    <a:pt x="208" y="1099"/>
                  </a:lnTo>
                  <a:lnTo>
                    <a:pt x="298" y="385"/>
                  </a:lnTo>
                  <a:lnTo>
                    <a:pt x="429" y="0"/>
                  </a:lnTo>
                  <a:lnTo>
                    <a:pt x="531" y="128"/>
                  </a:lnTo>
                  <a:lnTo>
                    <a:pt x="520" y="530"/>
                  </a:lnTo>
                  <a:lnTo>
                    <a:pt x="472" y="1082"/>
                  </a:lnTo>
                  <a:lnTo>
                    <a:pt x="442" y="17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1940153" y="3079197"/>
              <a:ext cx="2686" cy="3658"/>
            </a:xfrm>
            <a:custGeom>
              <a:avLst/>
              <a:pathLst>
                <a:path w="2686" h="3658">
                  <a:moveTo>
                    <a:pt x="1273" y="2975"/>
                  </a:moveTo>
                  <a:lnTo>
                    <a:pt x="192" y="3658"/>
                  </a:lnTo>
                  <a:lnTo>
                    <a:pt x="0" y="3018"/>
                  </a:lnTo>
                  <a:lnTo>
                    <a:pt x="2182" y="0"/>
                  </a:lnTo>
                  <a:lnTo>
                    <a:pt x="2555" y="128"/>
                  </a:lnTo>
                  <a:lnTo>
                    <a:pt x="2686" y="532"/>
                  </a:lnTo>
                  <a:lnTo>
                    <a:pt x="1556" y="196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1755113" y="3076682"/>
              <a:ext cx="1434" cy="4218"/>
            </a:xfrm>
            <a:custGeom>
              <a:avLst/>
              <a:pathLst>
                <a:path w="1434" h="4218">
                  <a:moveTo>
                    <a:pt x="1434" y="3595"/>
                  </a:moveTo>
                  <a:lnTo>
                    <a:pt x="854" y="4218"/>
                  </a:lnTo>
                  <a:lnTo>
                    <a:pt x="0" y="2408"/>
                  </a:lnTo>
                  <a:lnTo>
                    <a:pt x="228" y="975"/>
                  </a:lnTo>
                  <a:lnTo>
                    <a:pt x="713" y="0"/>
                  </a:lnTo>
                  <a:lnTo>
                    <a:pt x="1168" y="18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1986267" y="3025979"/>
              <a:ext cx="2541" cy="9068"/>
            </a:xfrm>
            <a:custGeom>
              <a:avLst/>
              <a:pathLst>
                <a:path w="2541" h="9068">
                  <a:moveTo>
                    <a:pt x="767" y="8147"/>
                  </a:moveTo>
                  <a:lnTo>
                    <a:pt x="269" y="9068"/>
                  </a:lnTo>
                  <a:lnTo>
                    <a:pt x="0" y="5813"/>
                  </a:lnTo>
                  <a:lnTo>
                    <a:pt x="398" y="2637"/>
                  </a:lnTo>
                  <a:lnTo>
                    <a:pt x="880" y="813"/>
                  </a:lnTo>
                  <a:lnTo>
                    <a:pt x="1834" y="598"/>
                  </a:lnTo>
                  <a:lnTo>
                    <a:pt x="2462" y="0"/>
                  </a:lnTo>
                  <a:lnTo>
                    <a:pt x="2541" y="806"/>
                  </a:lnTo>
                  <a:lnTo>
                    <a:pt x="2025" y="326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1988829" y="3005267"/>
              <a:ext cx="544" cy="2628"/>
            </a:xfrm>
            <a:custGeom>
              <a:avLst/>
              <a:pathLst>
                <a:path w="544" h="2628">
                  <a:moveTo>
                    <a:pt x="373" y="1201"/>
                  </a:moveTo>
                  <a:lnTo>
                    <a:pt x="544" y="2628"/>
                  </a:lnTo>
                  <a:lnTo>
                    <a:pt x="377" y="2458"/>
                  </a:lnTo>
                  <a:lnTo>
                    <a:pt x="158" y="1379"/>
                  </a:lnTo>
                  <a:lnTo>
                    <a:pt x="0" y="34"/>
                  </a:lnTo>
                  <a:lnTo>
                    <a:pt x="132" y="0"/>
                  </a:lnTo>
                  <a:lnTo>
                    <a:pt x="249" y="46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1797647" y="2992496"/>
              <a:ext cx="1318" cy="5426"/>
            </a:xfrm>
            <a:custGeom>
              <a:avLst/>
              <a:pathLst>
                <a:path w="1318" h="5426">
                  <a:moveTo>
                    <a:pt x="1318" y="2993"/>
                  </a:moveTo>
                  <a:lnTo>
                    <a:pt x="1038" y="5426"/>
                  </a:lnTo>
                  <a:lnTo>
                    <a:pt x="310" y="4452"/>
                  </a:lnTo>
                  <a:lnTo>
                    <a:pt x="49" y="2926"/>
                  </a:lnTo>
                  <a:lnTo>
                    <a:pt x="0" y="422"/>
                  </a:lnTo>
                  <a:lnTo>
                    <a:pt x="403" y="0"/>
                  </a:lnTo>
                  <a:lnTo>
                    <a:pt x="989" y="1057"/>
                  </a:lnTo>
                  <a:lnTo>
                    <a:pt x="1110" y="176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1766296" y="2914704"/>
              <a:ext cx="1025" cy="5829"/>
            </a:xfrm>
            <a:custGeom>
              <a:avLst/>
              <a:pathLst>
                <a:path w="1025" h="5829">
                  <a:moveTo>
                    <a:pt x="917" y="5725"/>
                  </a:moveTo>
                  <a:lnTo>
                    <a:pt x="708" y="5829"/>
                  </a:lnTo>
                  <a:lnTo>
                    <a:pt x="216" y="4260"/>
                  </a:lnTo>
                  <a:lnTo>
                    <a:pt x="0" y="411"/>
                  </a:lnTo>
                  <a:lnTo>
                    <a:pt x="97" y="0"/>
                  </a:lnTo>
                  <a:lnTo>
                    <a:pt x="1025" y="4770"/>
                  </a:lnTo>
                  <a:lnTo>
                    <a:pt x="1008" y="535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1745984" y="2908608"/>
              <a:ext cx="3022" cy="6049"/>
            </a:xfrm>
            <a:custGeom>
              <a:avLst/>
              <a:pathLst>
                <a:path w="3022" h="6049">
                  <a:moveTo>
                    <a:pt x="3022" y="4654"/>
                  </a:moveTo>
                  <a:lnTo>
                    <a:pt x="2893" y="6049"/>
                  </a:lnTo>
                  <a:lnTo>
                    <a:pt x="0" y="523"/>
                  </a:lnTo>
                  <a:lnTo>
                    <a:pt x="696" y="0"/>
                  </a:lnTo>
                  <a:lnTo>
                    <a:pt x="1503" y="38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1758577" y="2892748"/>
              <a:ext cx="1582" cy="5800"/>
            </a:xfrm>
            <a:custGeom>
              <a:avLst/>
              <a:pathLst>
                <a:path w="1582" h="5800">
                  <a:moveTo>
                    <a:pt x="1307" y="2493"/>
                  </a:moveTo>
                  <a:lnTo>
                    <a:pt x="1582" y="5800"/>
                  </a:lnTo>
                  <a:lnTo>
                    <a:pt x="1088" y="5312"/>
                  </a:lnTo>
                  <a:lnTo>
                    <a:pt x="442" y="3516"/>
                  </a:lnTo>
                  <a:lnTo>
                    <a:pt x="0" y="1217"/>
                  </a:lnTo>
                  <a:lnTo>
                    <a:pt x="39" y="188"/>
                  </a:lnTo>
                  <a:lnTo>
                    <a:pt x="126" y="0"/>
                  </a:lnTo>
                  <a:lnTo>
                    <a:pt x="1040" y="13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1743259" y="2886903"/>
              <a:ext cx="2302" cy="22193"/>
            </a:xfrm>
            <a:custGeom>
              <a:avLst/>
              <a:pathLst>
                <a:path w="2302" h="22193">
                  <a:moveTo>
                    <a:pt x="2302" y="21864"/>
                  </a:moveTo>
                  <a:lnTo>
                    <a:pt x="2109" y="22193"/>
                  </a:lnTo>
                  <a:lnTo>
                    <a:pt x="1287" y="18774"/>
                  </a:lnTo>
                  <a:lnTo>
                    <a:pt x="1165" y="16430"/>
                  </a:lnTo>
                  <a:lnTo>
                    <a:pt x="829" y="15439"/>
                  </a:lnTo>
                  <a:lnTo>
                    <a:pt x="0" y="14656"/>
                  </a:lnTo>
                  <a:lnTo>
                    <a:pt x="715" y="9884"/>
                  </a:lnTo>
                  <a:lnTo>
                    <a:pt x="1320" y="0"/>
                  </a:lnTo>
                  <a:lnTo>
                    <a:pt x="1587" y="1810"/>
                  </a:lnTo>
                  <a:lnTo>
                    <a:pt x="945" y="11825"/>
                  </a:lnTo>
                  <a:lnTo>
                    <a:pt x="978" y="13136"/>
                  </a:lnTo>
                  <a:lnTo>
                    <a:pt x="1278" y="14360"/>
                  </a:lnTo>
                  <a:lnTo>
                    <a:pt x="1601" y="16430"/>
                  </a:lnTo>
                  <a:lnTo>
                    <a:pt x="1639" y="18664"/>
                  </a:lnTo>
                  <a:lnTo>
                    <a:pt x="2204" y="207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1753566" y="2863558"/>
              <a:ext cx="1316" cy="7085"/>
            </a:xfrm>
            <a:custGeom>
              <a:avLst/>
              <a:pathLst>
                <a:path w="1316" h="7085">
                  <a:moveTo>
                    <a:pt x="1195" y="1627"/>
                  </a:moveTo>
                  <a:lnTo>
                    <a:pt x="1316" y="2693"/>
                  </a:lnTo>
                  <a:lnTo>
                    <a:pt x="1251" y="3002"/>
                  </a:lnTo>
                  <a:lnTo>
                    <a:pt x="859" y="2260"/>
                  </a:lnTo>
                  <a:lnTo>
                    <a:pt x="193" y="6677"/>
                  </a:lnTo>
                  <a:lnTo>
                    <a:pt x="0" y="7085"/>
                  </a:lnTo>
                  <a:lnTo>
                    <a:pt x="401" y="1035"/>
                  </a:lnTo>
                  <a:lnTo>
                    <a:pt x="820" y="173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1713878" y="2795812"/>
              <a:ext cx="1965" cy="9783"/>
            </a:xfrm>
            <a:custGeom>
              <a:avLst/>
              <a:pathLst>
                <a:path w="1965" h="9783">
                  <a:moveTo>
                    <a:pt x="1752" y="8834"/>
                  </a:moveTo>
                  <a:lnTo>
                    <a:pt x="1621" y="9783"/>
                  </a:lnTo>
                  <a:lnTo>
                    <a:pt x="0" y="7812"/>
                  </a:lnTo>
                  <a:lnTo>
                    <a:pt x="889" y="4367"/>
                  </a:lnTo>
                  <a:lnTo>
                    <a:pt x="759" y="756"/>
                  </a:lnTo>
                  <a:lnTo>
                    <a:pt x="1147" y="0"/>
                  </a:lnTo>
                  <a:lnTo>
                    <a:pt x="1499" y="1196"/>
                  </a:lnTo>
                  <a:lnTo>
                    <a:pt x="1965" y="579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1684571" y="2771604"/>
              <a:ext cx="1524" cy="8387"/>
            </a:xfrm>
            <a:custGeom>
              <a:avLst/>
              <a:pathLst>
                <a:path w="1524" h="8387">
                  <a:moveTo>
                    <a:pt x="1524" y="7258"/>
                  </a:moveTo>
                  <a:lnTo>
                    <a:pt x="1113" y="8387"/>
                  </a:lnTo>
                  <a:lnTo>
                    <a:pt x="12" y="2224"/>
                  </a:lnTo>
                  <a:lnTo>
                    <a:pt x="0" y="734"/>
                  </a:lnTo>
                  <a:lnTo>
                    <a:pt x="322" y="0"/>
                  </a:lnTo>
                  <a:lnTo>
                    <a:pt x="856" y="139"/>
                  </a:lnTo>
                  <a:lnTo>
                    <a:pt x="858" y="1686"/>
                  </a:lnTo>
                  <a:lnTo>
                    <a:pt x="1305" y="2989"/>
                  </a:lnTo>
                  <a:lnTo>
                    <a:pt x="1480" y="42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1741007" y="2770043"/>
              <a:ext cx="3152" cy="13920"/>
            </a:xfrm>
            <a:custGeom>
              <a:avLst/>
              <a:pathLst>
                <a:path w="3152" h="13920">
                  <a:moveTo>
                    <a:pt x="3152" y="6947"/>
                  </a:moveTo>
                  <a:lnTo>
                    <a:pt x="2428" y="13920"/>
                  </a:lnTo>
                  <a:lnTo>
                    <a:pt x="1689" y="13807"/>
                  </a:lnTo>
                  <a:lnTo>
                    <a:pt x="162" y="11607"/>
                  </a:lnTo>
                  <a:lnTo>
                    <a:pt x="0" y="10236"/>
                  </a:lnTo>
                  <a:lnTo>
                    <a:pt x="588" y="2148"/>
                  </a:lnTo>
                  <a:lnTo>
                    <a:pt x="1033" y="1086"/>
                  </a:lnTo>
                  <a:lnTo>
                    <a:pt x="2364" y="0"/>
                  </a:lnTo>
                  <a:lnTo>
                    <a:pt x="2572" y="994"/>
                  </a:lnTo>
                  <a:lnTo>
                    <a:pt x="2713" y="33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1730784" y="2760215"/>
              <a:ext cx="4218" cy="15905"/>
            </a:xfrm>
            <a:custGeom>
              <a:avLst/>
              <a:pathLst>
                <a:path w="4218" h="15905">
                  <a:moveTo>
                    <a:pt x="4218" y="15389"/>
                  </a:moveTo>
                  <a:lnTo>
                    <a:pt x="4149" y="15905"/>
                  </a:lnTo>
                  <a:lnTo>
                    <a:pt x="3169" y="14074"/>
                  </a:lnTo>
                  <a:lnTo>
                    <a:pt x="942" y="7843"/>
                  </a:lnTo>
                  <a:lnTo>
                    <a:pt x="132" y="4722"/>
                  </a:lnTo>
                  <a:lnTo>
                    <a:pt x="0" y="3260"/>
                  </a:lnTo>
                  <a:lnTo>
                    <a:pt x="69" y="0"/>
                  </a:lnTo>
                  <a:lnTo>
                    <a:pt x="830" y="388"/>
                  </a:lnTo>
                  <a:lnTo>
                    <a:pt x="1715" y="2573"/>
                  </a:lnTo>
                  <a:lnTo>
                    <a:pt x="2101" y="4596"/>
                  </a:lnTo>
                  <a:lnTo>
                    <a:pt x="2120" y="6918"/>
                  </a:lnTo>
                  <a:lnTo>
                    <a:pt x="3770" y="8013"/>
                  </a:lnTo>
                  <a:lnTo>
                    <a:pt x="4003" y="130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7"/>
            <p:cNvSpPr/>
            <p:nvPr/>
          </p:nvSpPr>
          <p:spPr>
            <a:xfrm>
              <a:off x="1719297" y="2694585"/>
              <a:ext cx="973" cy="2739"/>
            </a:xfrm>
            <a:custGeom>
              <a:avLst/>
              <a:pathLst>
                <a:path w="973" h="2739">
                  <a:moveTo>
                    <a:pt x="913" y="2614"/>
                  </a:moveTo>
                  <a:lnTo>
                    <a:pt x="595" y="2739"/>
                  </a:lnTo>
                  <a:lnTo>
                    <a:pt x="0" y="1379"/>
                  </a:lnTo>
                  <a:lnTo>
                    <a:pt x="44" y="126"/>
                  </a:lnTo>
                  <a:lnTo>
                    <a:pt x="174" y="0"/>
                  </a:lnTo>
                  <a:lnTo>
                    <a:pt x="770" y="1099"/>
                  </a:lnTo>
                  <a:lnTo>
                    <a:pt x="973" y="206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8"/>
            <p:cNvSpPr/>
            <p:nvPr/>
          </p:nvSpPr>
          <p:spPr>
            <a:xfrm>
              <a:off x="1696810" y="2667363"/>
              <a:ext cx="291837" cy="536903"/>
            </a:xfrm>
            <a:custGeom>
              <a:avLst/>
              <a:pathLst>
                <a:path w="291837" h="536903">
                  <a:moveTo>
                    <a:pt x="192100" y="199570"/>
                  </a:moveTo>
                  <a:lnTo>
                    <a:pt x="191925" y="205673"/>
                  </a:lnTo>
                  <a:lnTo>
                    <a:pt x="191344" y="210681"/>
                  </a:lnTo>
                  <a:lnTo>
                    <a:pt x="189429" y="221092"/>
                  </a:lnTo>
                  <a:lnTo>
                    <a:pt x="188631" y="227550"/>
                  </a:lnTo>
                  <a:lnTo>
                    <a:pt x="187087" y="246005"/>
                  </a:lnTo>
                  <a:lnTo>
                    <a:pt x="186613" y="258102"/>
                  </a:lnTo>
                  <a:lnTo>
                    <a:pt x="186501" y="263795"/>
                  </a:lnTo>
                  <a:lnTo>
                    <a:pt x="186366" y="264602"/>
                  </a:lnTo>
                  <a:lnTo>
                    <a:pt x="186513" y="265442"/>
                  </a:lnTo>
                  <a:lnTo>
                    <a:pt x="186143" y="278032"/>
                  </a:lnTo>
                  <a:lnTo>
                    <a:pt x="186342" y="288781"/>
                  </a:lnTo>
                  <a:lnTo>
                    <a:pt x="186216" y="290446"/>
                  </a:lnTo>
                  <a:lnTo>
                    <a:pt x="185655" y="293688"/>
                  </a:lnTo>
                  <a:lnTo>
                    <a:pt x="185259" y="298174"/>
                  </a:lnTo>
                  <a:lnTo>
                    <a:pt x="185415" y="300166"/>
                  </a:lnTo>
                  <a:lnTo>
                    <a:pt x="185407" y="301548"/>
                  </a:lnTo>
                  <a:lnTo>
                    <a:pt x="185985" y="308374"/>
                  </a:lnTo>
                  <a:lnTo>
                    <a:pt x="186168" y="313499"/>
                  </a:lnTo>
                  <a:lnTo>
                    <a:pt x="187884" y="322285"/>
                  </a:lnTo>
                  <a:lnTo>
                    <a:pt x="188848" y="325349"/>
                  </a:lnTo>
                  <a:lnTo>
                    <a:pt x="190044" y="328005"/>
                  </a:lnTo>
                  <a:lnTo>
                    <a:pt x="190483" y="329505"/>
                  </a:lnTo>
                  <a:lnTo>
                    <a:pt x="190268" y="333237"/>
                  </a:lnTo>
                  <a:lnTo>
                    <a:pt x="189780" y="335127"/>
                  </a:lnTo>
                  <a:lnTo>
                    <a:pt x="189572" y="338122"/>
                  </a:lnTo>
                  <a:lnTo>
                    <a:pt x="189333" y="335642"/>
                  </a:lnTo>
                  <a:lnTo>
                    <a:pt x="189426" y="332426"/>
                  </a:lnTo>
                  <a:lnTo>
                    <a:pt x="189807" y="330698"/>
                  </a:lnTo>
                  <a:lnTo>
                    <a:pt x="189820" y="329431"/>
                  </a:lnTo>
                  <a:lnTo>
                    <a:pt x="189117" y="328080"/>
                  </a:lnTo>
                  <a:lnTo>
                    <a:pt x="187830" y="323660"/>
                  </a:lnTo>
                  <a:lnTo>
                    <a:pt x="186259" y="315840"/>
                  </a:lnTo>
                  <a:lnTo>
                    <a:pt x="187377" y="328339"/>
                  </a:lnTo>
                  <a:lnTo>
                    <a:pt x="187761" y="330341"/>
                  </a:lnTo>
                  <a:lnTo>
                    <a:pt x="188059" y="331174"/>
                  </a:lnTo>
                  <a:lnTo>
                    <a:pt x="188559" y="332053"/>
                  </a:lnTo>
                  <a:lnTo>
                    <a:pt x="188689" y="333410"/>
                  </a:lnTo>
                  <a:lnTo>
                    <a:pt x="188694" y="334414"/>
                  </a:lnTo>
                  <a:lnTo>
                    <a:pt x="190073" y="343103"/>
                  </a:lnTo>
                  <a:lnTo>
                    <a:pt x="191632" y="352083"/>
                  </a:lnTo>
                  <a:lnTo>
                    <a:pt x="191715" y="354538"/>
                  </a:lnTo>
                  <a:lnTo>
                    <a:pt x="192339" y="357553"/>
                  </a:lnTo>
                  <a:lnTo>
                    <a:pt x="196307" y="370162"/>
                  </a:lnTo>
                  <a:lnTo>
                    <a:pt x="198735" y="379573"/>
                  </a:lnTo>
                  <a:lnTo>
                    <a:pt x="199578" y="388513"/>
                  </a:lnTo>
                  <a:lnTo>
                    <a:pt x="200088" y="391302"/>
                  </a:lnTo>
                  <a:lnTo>
                    <a:pt x="200336" y="395117"/>
                  </a:lnTo>
                  <a:lnTo>
                    <a:pt x="201928" y="399392"/>
                  </a:lnTo>
                  <a:lnTo>
                    <a:pt x="202414" y="402152"/>
                  </a:lnTo>
                  <a:lnTo>
                    <a:pt x="203267" y="403686"/>
                  </a:lnTo>
                  <a:lnTo>
                    <a:pt x="203956" y="408313"/>
                  </a:lnTo>
                  <a:lnTo>
                    <a:pt x="205253" y="411021"/>
                  </a:lnTo>
                  <a:lnTo>
                    <a:pt x="204943" y="411070"/>
                  </a:lnTo>
                  <a:lnTo>
                    <a:pt x="203810" y="409704"/>
                  </a:lnTo>
                  <a:lnTo>
                    <a:pt x="203885" y="410606"/>
                  </a:lnTo>
                  <a:lnTo>
                    <a:pt x="204840" y="412525"/>
                  </a:lnTo>
                  <a:lnTo>
                    <a:pt x="206707" y="414418"/>
                  </a:lnTo>
                  <a:lnTo>
                    <a:pt x="207174" y="414422"/>
                  </a:lnTo>
                  <a:lnTo>
                    <a:pt x="206437" y="413439"/>
                  </a:lnTo>
                  <a:lnTo>
                    <a:pt x="205813" y="412119"/>
                  </a:lnTo>
                  <a:lnTo>
                    <a:pt x="206032" y="411926"/>
                  </a:lnTo>
                  <a:lnTo>
                    <a:pt x="207336" y="413574"/>
                  </a:lnTo>
                  <a:lnTo>
                    <a:pt x="210985" y="414118"/>
                  </a:lnTo>
                  <a:lnTo>
                    <a:pt x="212592" y="417963"/>
                  </a:lnTo>
                  <a:lnTo>
                    <a:pt x="214674" y="419618"/>
                  </a:lnTo>
                  <a:lnTo>
                    <a:pt x="215794" y="424526"/>
                  </a:lnTo>
                  <a:lnTo>
                    <a:pt x="217096" y="429657"/>
                  </a:lnTo>
                  <a:lnTo>
                    <a:pt x="217927" y="429899"/>
                  </a:lnTo>
                  <a:lnTo>
                    <a:pt x="218576" y="429919"/>
                  </a:lnTo>
                  <a:lnTo>
                    <a:pt x="220530" y="429054"/>
                  </a:lnTo>
                  <a:lnTo>
                    <a:pt x="223567" y="425828"/>
                  </a:lnTo>
                  <a:lnTo>
                    <a:pt x="224612" y="424248"/>
                  </a:lnTo>
                  <a:lnTo>
                    <a:pt x="226651" y="422104"/>
                  </a:lnTo>
                  <a:lnTo>
                    <a:pt x="229770" y="421710"/>
                  </a:lnTo>
                  <a:lnTo>
                    <a:pt x="230737" y="422311"/>
                  </a:lnTo>
                  <a:lnTo>
                    <a:pt x="233069" y="420975"/>
                  </a:lnTo>
                  <a:lnTo>
                    <a:pt x="234181" y="419336"/>
                  </a:lnTo>
                  <a:lnTo>
                    <a:pt x="234566" y="417847"/>
                  </a:lnTo>
                  <a:lnTo>
                    <a:pt x="234748" y="416749"/>
                  </a:lnTo>
                  <a:lnTo>
                    <a:pt x="236909" y="415179"/>
                  </a:lnTo>
                  <a:lnTo>
                    <a:pt x="237335" y="414869"/>
                  </a:lnTo>
                  <a:lnTo>
                    <a:pt x="239525" y="414586"/>
                  </a:lnTo>
                  <a:lnTo>
                    <a:pt x="240582" y="414009"/>
                  </a:lnTo>
                  <a:lnTo>
                    <a:pt x="241826" y="413670"/>
                  </a:lnTo>
                  <a:lnTo>
                    <a:pt x="242724" y="415977"/>
                  </a:lnTo>
                  <a:lnTo>
                    <a:pt x="242724" y="417104"/>
                  </a:lnTo>
                  <a:lnTo>
                    <a:pt x="242125" y="418175"/>
                  </a:lnTo>
                  <a:lnTo>
                    <a:pt x="242405" y="419206"/>
                  </a:lnTo>
                  <a:lnTo>
                    <a:pt x="243469" y="420918"/>
                  </a:lnTo>
                  <a:lnTo>
                    <a:pt x="245423" y="421610"/>
                  </a:lnTo>
                  <a:lnTo>
                    <a:pt x="246055" y="421333"/>
                  </a:lnTo>
                  <a:lnTo>
                    <a:pt x="246953" y="418813"/>
                  </a:lnTo>
                  <a:lnTo>
                    <a:pt x="248542" y="416371"/>
                  </a:lnTo>
                  <a:lnTo>
                    <a:pt x="248508" y="413529"/>
                  </a:lnTo>
                  <a:lnTo>
                    <a:pt x="248224" y="411974"/>
                  </a:lnTo>
                  <a:lnTo>
                    <a:pt x="247763" y="411877"/>
                  </a:lnTo>
                  <a:lnTo>
                    <a:pt x="247652" y="411004"/>
                  </a:lnTo>
                  <a:lnTo>
                    <a:pt x="247975" y="408915"/>
                  </a:lnTo>
                  <a:lnTo>
                    <a:pt x="247890" y="408212"/>
                  </a:lnTo>
                  <a:lnTo>
                    <a:pt x="246905" y="410215"/>
                  </a:lnTo>
                  <a:lnTo>
                    <a:pt x="246677" y="410209"/>
                  </a:lnTo>
                  <a:lnTo>
                    <a:pt x="246786" y="409274"/>
                  </a:lnTo>
                  <a:lnTo>
                    <a:pt x="246990" y="408531"/>
                  </a:lnTo>
                  <a:lnTo>
                    <a:pt x="249881" y="404166"/>
                  </a:lnTo>
                  <a:lnTo>
                    <a:pt x="250621" y="402373"/>
                  </a:lnTo>
                  <a:lnTo>
                    <a:pt x="251620" y="400793"/>
                  </a:lnTo>
                  <a:lnTo>
                    <a:pt x="253695" y="394866"/>
                  </a:lnTo>
                  <a:lnTo>
                    <a:pt x="254138" y="383707"/>
                  </a:lnTo>
                  <a:lnTo>
                    <a:pt x="254552" y="381755"/>
                  </a:lnTo>
                  <a:lnTo>
                    <a:pt x="255927" y="378330"/>
                  </a:lnTo>
                  <a:lnTo>
                    <a:pt x="256075" y="377298"/>
                  </a:lnTo>
                  <a:lnTo>
                    <a:pt x="256164" y="374965"/>
                  </a:lnTo>
                  <a:lnTo>
                    <a:pt x="256126" y="369106"/>
                  </a:lnTo>
                  <a:lnTo>
                    <a:pt x="256203" y="364497"/>
                  </a:lnTo>
                  <a:lnTo>
                    <a:pt x="256147" y="359286"/>
                  </a:lnTo>
                  <a:lnTo>
                    <a:pt x="256394" y="354636"/>
                  </a:lnTo>
                  <a:lnTo>
                    <a:pt x="256618" y="353341"/>
                  </a:lnTo>
                  <a:lnTo>
                    <a:pt x="257407" y="345898"/>
                  </a:lnTo>
                  <a:lnTo>
                    <a:pt x="259043" y="342604"/>
                  </a:lnTo>
                  <a:lnTo>
                    <a:pt x="261882" y="338711"/>
                  </a:lnTo>
                  <a:lnTo>
                    <a:pt x="262534" y="338062"/>
                  </a:lnTo>
                  <a:lnTo>
                    <a:pt x="271581" y="333940"/>
                  </a:lnTo>
                  <a:lnTo>
                    <a:pt x="272851" y="332934"/>
                  </a:lnTo>
                  <a:lnTo>
                    <a:pt x="274406" y="330259"/>
                  </a:lnTo>
                  <a:lnTo>
                    <a:pt x="275542" y="329352"/>
                  </a:lnTo>
                  <a:lnTo>
                    <a:pt x="277616" y="329425"/>
                  </a:lnTo>
                  <a:lnTo>
                    <a:pt x="278253" y="329069"/>
                  </a:lnTo>
                  <a:lnTo>
                    <a:pt x="278378" y="328699"/>
                  </a:lnTo>
                  <a:lnTo>
                    <a:pt x="278381" y="328343"/>
                  </a:lnTo>
                  <a:lnTo>
                    <a:pt x="278764" y="327978"/>
                  </a:lnTo>
                  <a:lnTo>
                    <a:pt x="279963" y="328327"/>
                  </a:lnTo>
                  <a:lnTo>
                    <a:pt x="282204" y="329939"/>
                  </a:lnTo>
                  <a:lnTo>
                    <a:pt x="283021" y="330343"/>
                  </a:lnTo>
                  <a:lnTo>
                    <a:pt x="285024" y="332216"/>
                  </a:lnTo>
                  <a:lnTo>
                    <a:pt x="287231" y="332969"/>
                  </a:lnTo>
                  <a:lnTo>
                    <a:pt x="287548" y="332643"/>
                  </a:lnTo>
                  <a:lnTo>
                    <a:pt x="287839" y="332073"/>
                  </a:lnTo>
                  <a:lnTo>
                    <a:pt x="288063" y="330982"/>
                  </a:lnTo>
                  <a:lnTo>
                    <a:pt x="287833" y="330030"/>
                  </a:lnTo>
                  <a:lnTo>
                    <a:pt x="287618" y="330103"/>
                  </a:lnTo>
                  <a:lnTo>
                    <a:pt x="287244" y="330616"/>
                  </a:lnTo>
                  <a:lnTo>
                    <a:pt x="286799" y="330665"/>
                  </a:lnTo>
                  <a:lnTo>
                    <a:pt x="285925" y="329881"/>
                  </a:lnTo>
                  <a:lnTo>
                    <a:pt x="286100" y="329223"/>
                  </a:lnTo>
                  <a:lnTo>
                    <a:pt x="286992" y="329285"/>
                  </a:lnTo>
                  <a:lnTo>
                    <a:pt x="287562" y="328966"/>
                  </a:lnTo>
                  <a:lnTo>
                    <a:pt x="288408" y="327812"/>
                  </a:lnTo>
                  <a:lnTo>
                    <a:pt x="289308" y="328676"/>
                  </a:lnTo>
                  <a:lnTo>
                    <a:pt x="290491" y="332500"/>
                  </a:lnTo>
                  <a:lnTo>
                    <a:pt x="291334" y="333716"/>
                  </a:lnTo>
                  <a:lnTo>
                    <a:pt x="291401" y="339255"/>
                  </a:lnTo>
                  <a:lnTo>
                    <a:pt x="291528" y="340265"/>
                  </a:lnTo>
                  <a:lnTo>
                    <a:pt x="291837" y="341728"/>
                  </a:lnTo>
                  <a:lnTo>
                    <a:pt x="291416" y="346022"/>
                  </a:lnTo>
                  <a:lnTo>
                    <a:pt x="290943" y="349573"/>
                  </a:lnTo>
                  <a:lnTo>
                    <a:pt x="290352" y="352486"/>
                  </a:lnTo>
                  <a:lnTo>
                    <a:pt x="289070" y="357073"/>
                  </a:lnTo>
                  <a:lnTo>
                    <a:pt x="287516" y="360736"/>
                  </a:lnTo>
                  <a:lnTo>
                    <a:pt x="285592" y="368888"/>
                  </a:lnTo>
                  <a:lnTo>
                    <a:pt x="285151" y="372707"/>
                  </a:lnTo>
                  <a:lnTo>
                    <a:pt x="285164" y="375769"/>
                  </a:lnTo>
                  <a:lnTo>
                    <a:pt x="285490" y="378725"/>
                  </a:lnTo>
                  <a:lnTo>
                    <a:pt x="285396" y="379817"/>
                  </a:lnTo>
                  <a:lnTo>
                    <a:pt x="285161" y="380921"/>
                  </a:lnTo>
                  <a:lnTo>
                    <a:pt x="284770" y="380823"/>
                  </a:lnTo>
                  <a:lnTo>
                    <a:pt x="284011" y="382241"/>
                  </a:lnTo>
                  <a:lnTo>
                    <a:pt x="283031" y="386448"/>
                  </a:lnTo>
                  <a:lnTo>
                    <a:pt x="283008" y="387731"/>
                  </a:lnTo>
                  <a:lnTo>
                    <a:pt x="283439" y="388907"/>
                  </a:lnTo>
                  <a:lnTo>
                    <a:pt x="283997" y="388343"/>
                  </a:lnTo>
                  <a:lnTo>
                    <a:pt x="284724" y="388292"/>
                  </a:lnTo>
                  <a:lnTo>
                    <a:pt x="285130" y="387945"/>
                  </a:lnTo>
                  <a:lnTo>
                    <a:pt x="285559" y="388037"/>
                  </a:lnTo>
                  <a:lnTo>
                    <a:pt x="285463" y="390449"/>
                  </a:lnTo>
                  <a:lnTo>
                    <a:pt x="285003" y="392162"/>
                  </a:lnTo>
                  <a:lnTo>
                    <a:pt x="284712" y="392699"/>
                  </a:lnTo>
                  <a:lnTo>
                    <a:pt x="284192" y="392990"/>
                  </a:lnTo>
                  <a:lnTo>
                    <a:pt x="283610" y="393966"/>
                  </a:lnTo>
                  <a:lnTo>
                    <a:pt x="283310" y="394863"/>
                  </a:lnTo>
                  <a:lnTo>
                    <a:pt x="283338" y="397655"/>
                  </a:lnTo>
                  <a:lnTo>
                    <a:pt x="283662" y="397873"/>
                  </a:lnTo>
                  <a:lnTo>
                    <a:pt x="284348" y="395791"/>
                  </a:lnTo>
                  <a:lnTo>
                    <a:pt x="284745" y="395893"/>
                  </a:lnTo>
                  <a:lnTo>
                    <a:pt x="284826" y="396770"/>
                  </a:lnTo>
                  <a:lnTo>
                    <a:pt x="283936" y="403904"/>
                  </a:lnTo>
                  <a:lnTo>
                    <a:pt x="283365" y="411228"/>
                  </a:lnTo>
                  <a:lnTo>
                    <a:pt x="282591" y="415468"/>
                  </a:lnTo>
                  <a:lnTo>
                    <a:pt x="282319" y="421640"/>
                  </a:lnTo>
                  <a:lnTo>
                    <a:pt x="281912" y="424272"/>
                  </a:lnTo>
                  <a:lnTo>
                    <a:pt x="281440" y="426875"/>
                  </a:lnTo>
                  <a:lnTo>
                    <a:pt x="281164" y="426731"/>
                  </a:lnTo>
                  <a:lnTo>
                    <a:pt x="280417" y="421796"/>
                  </a:lnTo>
                  <a:lnTo>
                    <a:pt x="279654" y="420525"/>
                  </a:lnTo>
                  <a:lnTo>
                    <a:pt x="279486" y="419326"/>
                  </a:lnTo>
                  <a:lnTo>
                    <a:pt x="279922" y="413346"/>
                  </a:lnTo>
                  <a:lnTo>
                    <a:pt x="279724" y="410034"/>
                  </a:lnTo>
                  <a:lnTo>
                    <a:pt x="279320" y="410166"/>
                  </a:lnTo>
                  <a:lnTo>
                    <a:pt x="278810" y="411981"/>
                  </a:lnTo>
                  <a:lnTo>
                    <a:pt x="278137" y="413558"/>
                  </a:lnTo>
                  <a:lnTo>
                    <a:pt x="278151" y="415834"/>
                  </a:lnTo>
                  <a:lnTo>
                    <a:pt x="277378" y="419619"/>
                  </a:lnTo>
                  <a:lnTo>
                    <a:pt x="277187" y="420864"/>
                  </a:lnTo>
                  <a:lnTo>
                    <a:pt x="276449" y="420571"/>
                  </a:lnTo>
                  <a:lnTo>
                    <a:pt x="275595" y="420736"/>
                  </a:lnTo>
                  <a:lnTo>
                    <a:pt x="275001" y="421648"/>
                  </a:lnTo>
                  <a:lnTo>
                    <a:pt x="274394" y="426239"/>
                  </a:lnTo>
                  <a:lnTo>
                    <a:pt x="272880" y="432707"/>
                  </a:lnTo>
                  <a:lnTo>
                    <a:pt x="272277" y="435842"/>
                  </a:lnTo>
                  <a:lnTo>
                    <a:pt x="271787" y="436927"/>
                  </a:lnTo>
                  <a:lnTo>
                    <a:pt x="271398" y="437348"/>
                  </a:lnTo>
                  <a:lnTo>
                    <a:pt x="270967" y="436607"/>
                  </a:lnTo>
                  <a:lnTo>
                    <a:pt x="269930" y="434832"/>
                  </a:lnTo>
                  <a:lnTo>
                    <a:pt x="269132" y="435686"/>
                  </a:lnTo>
                  <a:lnTo>
                    <a:pt x="268855" y="437721"/>
                  </a:lnTo>
                  <a:lnTo>
                    <a:pt x="268863" y="440295"/>
                  </a:lnTo>
                  <a:lnTo>
                    <a:pt x="266844" y="440290"/>
                  </a:lnTo>
                  <a:lnTo>
                    <a:pt x="263409" y="440280"/>
                  </a:lnTo>
                  <a:lnTo>
                    <a:pt x="259037" y="440269"/>
                  </a:lnTo>
                  <a:lnTo>
                    <a:pt x="254822" y="440257"/>
                  </a:lnTo>
                  <a:lnTo>
                    <a:pt x="251292" y="440249"/>
                  </a:lnTo>
                  <a:lnTo>
                    <a:pt x="251280" y="446030"/>
                  </a:lnTo>
                  <a:lnTo>
                    <a:pt x="251269" y="451151"/>
                  </a:lnTo>
                  <a:lnTo>
                    <a:pt x="251256" y="456913"/>
                  </a:lnTo>
                  <a:lnTo>
                    <a:pt x="249309" y="456864"/>
                  </a:lnTo>
                  <a:lnTo>
                    <a:pt x="247250" y="456812"/>
                  </a:lnTo>
                  <a:lnTo>
                    <a:pt x="247416" y="457386"/>
                  </a:lnTo>
                  <a:lnTo>
                    <a:pt x="248119" y="458469"/>
                  </a:lnTo>
                  <a:lnTo>
                    <a:pt x="249033" y="461056"/>
                  </a:lnTo>
                  <a:lnTo>
                    <a:pt x="250113" y="465077"/>
                  </a:lnTo>
                  <a:lnTo>
                    <a:pt x="251420" y="468278"/>
                  </a:lnTo>
                  <a:lnTo>
                    <a:pt x="252957" y="470663"/>
                  </a:lnTo>
                  <a:lnTo>
                    <a:pt x="253969" y="472998"/>
                  </a:lnTo>
                  <a:lnTo>
                    <a:pt x="254457" y="475279"/>
                  </a:lnTo>
                  <a:lnTo>
                    <a:pt x="254703" y="477222"/>
                  </a:lnTo>
                  <a:lnTo>
                    <a:pt x="254706" y="478830"/>
                  </a:lnTo>
                  <a:lnTo>
                    <a:pt x="255266" y="480098"/>
                  </a:lnTo>
                  <a:lnTo>
                    <a:pt x="256273" y="480933"/>
                  </a:lnTo>
                  <a:lnTo>
                    <a:pt x="256793" y="482367"/>
                  </a:lnTo>
                  <a:lnTo>
                    <a:pt x="256793" y="483540"/>
                  </a:lnTo>
                  <a:lnTo>
                    <a:pt x="256474" y="486198"/>
                  </a:lnTo>
                  <a:lnTo>
                    <a:pt x="256381" y="489124"/>
                  </a:lnTo>
                  <a:lnTo>
                    <a:pt x="256503" y="491773"/>
                  </a:lnTo>
                  <a:lnTo>
                    <a:pt x="255784" y="491818"/>
                  </a:lnTo>
                  <a:lnTo>
                    <a:pt x="254041" y="491822"/>
                  </a:lnTo>
                  <a:lnTo>
                    <a:pt x="251384" y="491830"/>
                  </a:lnTo>
                  <a:lnTo>
                    <a:pt x="248941" y="491834"/>
                  </a:lnTo>
                  <a:lnTo>
                    <a:pt x="247016" y="491840"/>
                  </a:lnTo>
                  <a:lnTo>
                    <a:pt x="244107" y="491848"/>
                  </a:lnTo>
                  <a:lnTo>
                    <a:pt x="243310" y="495920"/>
                  </a:lnTo>
                  <a:lnTo>
                    <a:pt x="241986" y="502691"/>
                  </a:lnTo>
                  <a:lnTo>
                    <a:pt x="240785" y="508827"/>
                  </a:lnTo>
                  <a:lnTo>
                    <a:pt x="239775" y="513988"/>
                  </a:lnTo>
                  <a:lnTo>
                    <a:pt x="239611" y="515345"/>
                  </a:lnTo>
                  <a:lnTo>
                    <a:pt x="239610" y="516447"/>
                  </a:lnTo>
                  <a:lnTo>
                    <a:pt x="240855" y="521278"/>
                  </a:lnTo>
                  <a:lnTo>
                    <a:pt x="240625" y="522680"/>
                  </a:lnTo>
                  <a:lnTo>
                    <a:pt x="240188" y="523413"/>
                  </a:lnTo>
                  <a:lnTo>
                    <a:pt x="240050" y="524547"/>
                  </a:lnTo>
                  <a:lnTo>
                    <a:pt x="240078" y="526387"/>
                  </a:lnTo>
                  <a:lnTo>
                    <a:pt x="239783" y="528838"/>
                  </a:lnTo>
                  <a:lnTo>
                    <a:pt x="239878" y="530523"/>
                  </a:lnTo>
                  <a:lnTo>
                    <a:pt x="240037" y="532601"/>
                  </a:lnTo>
                  <a:lnTo>
                    <a:pt x="239776" y="534402"/>
                  </a:lnTo>
                  <a:lnTo>
                    <a:pt x="239565" y="536147"/>
                  </a:lnTo>
                  <a:lnTo>
                    <a:pt x="239314" y="536903"/>
                  </a:lnTo>
                  <a:lnTo>
                    <a:pt x="239031" y="536243"/>
                  </a:lnTo>
                  <a:lnTo>
                    <a:pt x="236470" y="528209"/>
                  </a:lnTo>
                  <a:lnTo>
                    <a:pt x="233798" y="519376"/>
                  </a:lnTo>
                  <a:lnTo>
                    <a:pt x="232745" y="516493"/>
                  </a:lnTo>
                  <a:lnTo>
                    <a:pt x="231726" y="514303"/>
                  </a:lnTo>
                  <a:lnTo>
                    <a:pt x="230356" y="510231"/>
                  </a:lnTo>
                  <a:lnTo>
                    <a:pt x="226758" y="501297"/>
                  </a:lnTo>
                  <a:lnTo>
                    <a:pt x="224901" y="497217"/>
                  </a:lnTo>
                  <a:lnTo>
                    <a:pt x="223154" y="492339"/>
                  </a:lnTo>
                  <a:lnTo>
                    <a:pt x="221588" y="489629"/>
                  </a:lnTo>
                  <a:lnTo>
                    <a:pt x="220041" y="487862"/>
                  </a:lnTo>
                  <a:lnTo>
                    <a:pt x="219355" y="486849"/>
                  </a:lnTo>
                  <a:lnTo>
                    <a:pt x="218750" y="485507"/>
                  </a:lnTo>
                  <a:lnTo>
                    <a:pt x="218415" y="485431"/>
                  </a:lnTo>
                  <a:lnTo>
                    <a:pt x="218248" y="487236"/>
                  </a:lnTo>
                  <a:lnTo>
                    <a:pt x="218788" y="488147"/>
                  </a:lnTo>
                  <a:lnTo>
                    <a:pt x="219436" y="488918"/>
                  </a:lnTo>
                  <a:lnTo>
                    <a:pt x="219948" y="488971"/>
                  </a:lnTo>
                  <a:lnTo>
                    <a:pt x="220488" y="489619"/>
                  </a:lnTo>
                  <a:lnTo>
                    <a:pt x="222075" y="492088"/>
                  </a:lnTo>
                  <a:lnTo>
                    <a:pt x="222335" y="493362"/>
                  </a:lnTo>
                  <a:lnTo>
                    <a:pt x="217821" y="488409"/>
                  </a:lnTo>
                  <a:lnTo>
                    <a:pt x="215987" y="487955"/>
                  </a:lnTo>
                  <a:lnTo>
                    <a:pt x="215788" y="487178"/>
                  </a:lnTo>
                  <a:lnTo>
                    <a:pt x="216703" y="484589"/>
                  </a:lnTo>
                  <a:lnTo>
                    <a:pt x="216417" y="483652"/>
                  </a:lnTo>
                  <a:lnTo>
                    <a:pt x="216091" y="483526"/>
                  </a:lnTo>
                  <a:lnTo>
                    <a:pt x="215110" y="485317"/>
                  </a:lnTo>
                  <a:lnTo>
                    <a:pt x="214744" y="485436"/>
                  </a:lnTo>
                  <a:lnTo>
                    <a:pt x="214681" y="484258"/>
                  </a:lnTo>
                  <a:lnTo>
                    <a:pt x="214724" y="483148"/>
                  </a:lnTo>
                  <a:lnTo>
                    <a:pt x="214092" y="481519"/>
                  </a:lnTo>
                  <a:lnTo>
                    <a:pt x="213691" y="481585"/>
                  </a:lnTo>
                  <a:lnTo>
                    <a:pt x="213361" y="482720"/>
                  </a:lnTo>
                  <a:lnTo>
                    <a:pt x="212507" y="484872"/>
                  </a:lnTo>
                  <a:lnTo>
                    <a:pt x="212533" y="485718"/>
                  </a:lnTo>
                  <a:lnTo>
                    <a:pt x="214214" y="486635"/>
                  </a:lnTo>
                  <a:lnTo>
                    <a:pt x="214793" y="487152"/>
                  </a:lnTo>
                  <a:lnTo>
                    <a:pt x="214662" y="487726"/>
                  </a:lnTo>
                  <a:lnTo>
                    <a:pt x="213221" y="487716"/>
                  </a:lnTo>
                  <a:lnTo>
                    <a:pt x="211442" y="488693"/>
                  </a:lnTo>
                  <a:lnTo>
                    <a:pt x="208269" y="494669"/>
                  </a:lnTo>
                  <a:lnTo>
                    <a:pt x="205314" y="497237"/>
                  </a:lnTo>
                  <a:lnTo>
                    <a:pt x="201066" y="502991"/>
                  </a:lnTo>
                  <a:lnTo>
                    <a:pt x="199191" y="503286"/>
                  </a:lnTo>
                  <a:lnTo>
                    <a:pt x="198209" y="504208"/>
                  </a:lnTo>
                  <a:lnTo>
                    <a:pt x="195352" y="502006"/>
                  </a:lnTo>
                  <a:lnTo>
                    <a:pt x="191731" y="496602"/>
                  </a:lnTo>
                  <a:lnTo>
                    <a:pt x="186250" y="494901"/>
                  </a:lnTo>
                  <a:lnTo>
                    <a:pt x="182556" y="487826"/>
                  </a:lnTo>
                  <a:lnTo>
                    <a:pt x="178890" y="484914"/>
                  </a:lnTo>
                  <a:lnTo>
                    <a:pt x="176565" y="478120"/>
                  </a:lnTo>
                  <a:lnTo>
                    <a:pt x="175164" y="477830"/>
                  </a:lnTo>
                  <a:lnTo>
                    <a:pt x="174263" y="476740"/>
                  </a:lnTo>
                  <a:lnTo>
                    <a:pt x="170933" y="474279"/>
                  </a:lnTo>
                  <a:lnTo>
                    <a:pt x="167639" y="472657"/>
                  </a:lnTo>
                  <a:lnTo>
                    <a:pt x="164429" y="466721"/>
                  </a:lnTo>
                  <a:lnTo>
                    <a:pt x="162329" y="464840"/>
                  </a:lnTo>
                  <a:lnTo>
                    <a:pt x="160513" y="462480"/>
                  </a:lnTo>
                  <a:lnTo>
                    <a:pt x="156515" y="458448"/>
                  </a:lnTo>
                  <a:lnTo>
                    <a:pt x="155033" y="456213"/>
                  </a:lnTo>
                  <a:lnTo>
                    <a:pt x="153630" y="452756"/>
                  </a:lnTo>
                  <a:lnTo>
                    <a:pt x="151345" y="449178"/>
                  </a:lnTo>
                  <a:lnTo>
                    <a:pt x="150369" y="446190"/>
                  </a:lnTo>
                  <a:lnTo>
                    <a:pt x="149280" y="445120"/>
                  </a:lnTo>
                  <a:lnTo>
                    <a:pt x="147722" y="439492"/>
                  </a:lnTo>
                  <a:lnTo>
                    <a:pt x="146908" y="437120"/>
                  </a:lnTo>
                  <a:lnTo>
                    <a:pt x="146219" y="436012"/>
                  </a:lnTo>
                  <a:lnTo>
                    <a:pt x="145481" y="435630"/>
                  </a:lnTo>
                  <a:lnTo>
                    <a:pt x="143355" y="436082"/>
                  </a:lnTo>
                  <a:lnTo>
                    <a:pt x="140179" y="433600"/>
                  </a:lnTo>
                  <a:lnTo>
                    <a:pt x="138712" y="432967"/>
                  </a:lnTo>
                  <a:lnTo>
                    <a:pt x="135646" y="429302"/>
                  </a:lnTo>
                  <a:lnTo>
                    <a:pt x="131579" y="425209"/>
                  </a:lnTo>
                  <a:lnTo>
                    <a:pt x="130245" y="420511"/>
                  </a:lnTo>
                  <a:lnTo>
                    <a:pt x="129105" y="416120"/>
                  </a:lnTo>
                  <a:lnTo>
                    <a:pt x="127052" y="410343"/>
                  </a:lnTo>
                  <a:lnTo>
                    <a:pt x="125772" y="407880"/>
                  </a:lnTo>
                  <a:lnTo>
                    <a:pt x="123547" y="404950"/>
                  </a:lnTo>
                  <a:lnTo>
                    <a:pt x="122315" y="402579"/>
                  </a:lnTo>
                  <a:lnTo>
                    <a:pt x="120414" y="400757"/>
                  </a:lnTo>
                  <a:lnTo>
                    <a:pt x="117188" y="396133"/>
                  </a:lnTo>
                  <a:lnTo>
                    <a:pt x="116162" y="392176"/>
                  </a:lnTo>
                  <a:lnTo>
                    <a:pt x="115562" y="388662"/>
                  </a:lnTo>
                  <a:lnTo>
                    <a:pt x="113844" y="384398"/>
                  </a:lnTo>
                  <a:lnTo>
                    <a:pt x="111962" y="376432"/>
                  </a:lnTo>
                  <a:lnTo>
                    <a:pt x="111478" y="373498"/>
                  </a:lnTo>
                  <a:lnTo>
                    <a:pt x="111113" y="368993"/>
                  </a:lnTo>
                  <a:lnTo>
                    <a:pt x="110675" y="366379"/>
                  </a:lnTo>
                  <a:lnTo>
                    <a:pt x="110161" y="364331"/>
                  </a:lnTo>
                  <a:lnTo>
                    <a:pt x="110423" y="362842"/>
                  </a:lnTo>
                  <a:lnTo>
                    <a:pt x="111381" y="361011"/>
                  </a:lnTo>
                  <a:lnTo>
                    <a:pt x="112972" y="360600"/>
                  </a:lnTo>
                  <a:lnTo>
                    <a:pt x="114096" y="358615"/>
                  </a:lnTo>
                  <a:lnTo>
                    <a:pt x="114245" y="356986"/>
                  </a:lnTo>
                  <a:lnTo>
                    <a:pt x="114171" y="355972"/>
                  </a:lnTo>
                  <a:lnTo>
                    <a:pt x="113453" y="353476"/>
                  </a:lnTo>
                  <a:lnTo>
                    <a:pt x="112558" y="352813"/>
                  </a:lnTo>
                  <a:lnTo>
                    <a:pt x="111863" y="352777"/>
                  </a:lnTo>
                  <a:lnTo>
                    <a:pt x="111686" y="351828"/>
                  </a:lnTo>
                  <a:lnTo>
                    <a:pt x="112210" y="350792"/>
                  </a:lnTo>
                  <a:lnTo>
                    <a:pt x="112809" y="348359"/>
                  </a:lnTo>
                  <a:lnTo>
                    <a:pt x="113694" y="345391"/>
                  </a:lnTo>
                  <a:lnTo>
                    <a:pt x="114318" y="342654"/>
                  </a:lnTo>
                  <a:lnTo>
                    <a:pt x="114434" y="338798"/>
                  </a:lnTo>
                  <a:lnTo>
                    <a:pt x="114354" y="334935"/>
                  </a:lnTo>
                  <a:lnTo>
                    <a:pt x="114590" y="331673"/>
                  </a:lnTo>
                  <a:lnTo>
                    <a:pt x="112449" y="327907"/>
                  </a:lnTo>
                  <a:lnTo>
                    <a:pt x="112199" y="326306"/>
                  </a:lnTo>
                  <a:lnTo>
                    <a:pt x="111526" y="321992"/>
                  </a:lnTo>
                  <a:lnTo>
                    <a:pt x="110356" y="316979"/>
                  </a:lnTo>
                  <a:lnTo>
                    <a:pt x="110391" y="306968"/>
                  </a:lnTo>
                  <a:lnTo>
                    <a:pt x="108985" y="298086"/>
                  </a:lnTo>
                  <a:lnTo>
                    <a:pt x="107528" y="293668"/>
                  </a:lnTo>
                  <a:lnTo>
                    <a:pt x="106774" y="292130"/>
                  </a:lnTo>
                  <a:lnTo>
                    <a:pt x="104728" y="285278"/>
                  </a:lnTo>
                  <a:lnTo>
                    <a:pt x="103116" y="281298"/>
                  </a:lnTo>
                  <a:lnTo>
                    <a:pt x="101537" y="273797"/>
                  </a:lnTo>
                  <a:lnTo>
                    <a:pt x="99977" y="269033"/>
                  </a:lnTo>
                  <a:lnTo>
                    <a:pt x="97989" y="261038"/>
                  </a:lnTo>
                  <a:lnTo>
                    <a:pt x="96554" y="257053"/>
                  </a:lnTo>
                  <a:lnTo>
                    <a:pt x="90016" y="243584"/>
                  </a:lnTo>
                  <a:lnTo>
                    <a:pt x="90384" y="243584"/>
                  </a:lnTo>
                  <a:lnTo>
                    <a:pt x="92301" y="246890"/>
                  </a:lnTo>
                  <a:lnTo>
                    <a:pt x="92623" y="246614"/>
                  </a:lnTo>
                  <a:lnTo>
                    <a:pt x="92669" y="245001"/>
                  </a:lnTo>
                  <a:lnTo>
                    <a:pt x="92448" y="243075"/>
                  </a:lnTo>
                  <a:lnTo>
                    <a:pt x="92093" y="242613"/>
                  </a:lnTo>
                  <a:lnTo>
                    <a:pt x="91582" y="243046"/>
                  </a:lnTo>
                  <a:lnTo>
                    <a:pt x="90893" y="242649"/>
                  </a:lnTo>
                  <a:lnTo>
                    <a:pt x="90548" y="242015"/>
                  </a:lnTo>
                  <a:lnTo>
                    <a:pt x="89518" y="241602"/>
                  </a:lnTo>
                  <a:lnTo>
                    <a:pt x="88225" y="239360"/>
                  </a:lnTo>
                  <a:lnTo>
                    <a:pt x="87671" y="237035"/>
                  </a:lnTo>
                  <a:lnTo>
                    <a:pt x="87611" y="234381"/>
                  </a:lnTo>
                  <a:lnTo>
                    <a:pt x="85759" y="228725"/>
                  </a:lnTo>
                  <a:lnTo>
                    <a:pt x="85057" y="225571"/>
                  </a:lnTo>
                  <a:lnTo>
                    <a:pt x="85417" y="225803"/>
                  </a:lnTo>
                  <a:lnTo>
                    <a:pt x="85910" y="227074"/>
                  </a:lnTo>
                  <a:lnTo>
                    <a:pt x="86409" y="227436"/>
                  </a:lnTo>
                  <a:lnTo>
                    <a:pt x="86990" y="227446"/>
                  </a:lnTo>
                  <a:lnTo>
                    <a:pt x="87413" y="226936"/>
                  </a:lnTo>
                  <a:lnTo>
                    <a:pt x="87261" y="225999"/>
                  </a:lnTo>
                  <a:lnTo>
                    <a:pt x="86863" y="225217"/>
                  </a:lnTo>
                  <a:lnTo>
                    <a:pt x="84163" y="222238"/>
                  </a:lnTo>
                  <a:lnTo>
                    <a:pt x="83273" y="220146"/>
                  </a:lnTo>
                  <a:lnTo>
                    <a:pt x="81061" y="216666"/>
                  </a:lnTo>
                  <a:lnTo>
                    <a:pt x="80536" y="215445"/>
                  </a:lnTo>
                  <a:lnTo>
                    <a:pt x="80187" y="212082"/>
                  </a:lnTo>
                  <a:lnTo>
                    <a:pt x="79646" y="211926"/>
                  </a:lnTo>
                  <a:lnTo>
                    <a:pt x="79169" y="212864"/>
                  </a:lnTo>
                  <a:lnTo>
                    <a:pt x="77865" y="213783"/>
                  </a:lnTo>
                  <a:lnTo>
                    <a:pt x="77532" y="212712"/>
                  </a:lnTo>
                  <a:lnTo>
                    <a:pt x="77484" y="211682"/>
                  </a:lnTo>
                  <a:lnTo>
                    <a:pt x="78404" y="210591"/>
                  </a:lnTo>
                  <a:lnTo>
                    <a:pt x="79249" y="207413"/>
                  </a:lnTo>
                  <a:lnTo>
                    <a:pt x="79233" y="206308"/>
                  </a:lnTo>
                  <a:lnTo>
                    <a:pt x="78765" y="207583"/>
                  </a:lnTo>
                  <a:lnTo>
                    <a:pt x="78062" y="209010"/>
                  </a:lnTo>
                  <a:lnTo>
                    <a:pt x="77334" y="209806"/>
                  </a:lnTo>
                  <a:lnTo>
                    <a:pt x="76253" y="210472"/>
                  </a:lnTo>
                  <a:lnTo>
                    <a:pt x="75701" y="209991"/>
                  </a:lnTo>
                  <a:lnTo>
                    <a:pt x="75217" y="209271"/>
                  </a:lnTo>
                  <a:lnTo>
                    <a:pt x="74441" y="206494"/>
                  </a:lnTo>
                  <a:lnTo>
                    <a:pt x="74050" y="197469"/>
                  </a:lnTo>
                  <a:lnTo>
                    <a:pt x="74737" y="194339"/>
                  </a:lnTo>
                  <a:lnTo>
                    <a:pt x="75540" y="191247"/>
                  </a:lnTo>
                  <a:lnTo>
                    <a:pt x="76222" y="189412"/>
                  </a:lnTo>
                  <a:lnTo>
                    <a:pt x="76616" y="190797"/>
                  </a:lnTo>
                  <a:lnTo>
                    <a:pt x="77020" y="190963"/>
                  </a:lnTo>
                  <a:lnTo>
                    <a:pt x="76735" y="189398"/>
                  </a:lnTo>
                  <a:lnTo>
                    <a:pt x="76065" y="187933"/>
                  </a:lnTo>
                  <a:lnTo>
                    <a:pt x="75829" y="186473"/>
                  </a:lnTo>
                  <a:lnTo>
                    <a:pt x="75803" y="185136"/>
                  </a:lnTo>
                  <a:lnTo>
                    <a:pt x="75486" y="182655"/>
                  </a:lnTo>
                  <a:lnTo>
                    <a:pt x="73500" y="177441"/>
                  </a:lnTo>
                  <a:lnTo>
                    <a:pt x="71642" y="177841"/>
                  </a:lnTo>
                  <a:lnTo>
                    <a:pt x="70886" y="177660"/>
                  </a:lnTo>
                  <a:lnTo>
                    <a:pt x="70178" y="175675"/>
                  </a:lnTo>
                  <a:lnTo>
                    <a:pt x="69577" y="172328"/>
                  </a:lnTo>
                  <a:lnTo>
                    <a:pt x="69281" y="169527"/>
                  </a:lnTo>
                  <a:lnTo>
                    <a:pt x="69243" y="168035"/>
                  </a:lnTo>
                  <a:lnTo>
                    <a:pt x="69067" y="166538"/>
                  </a:lnTo>
                  <a:lnTo>
                    <a:pt x="65864" y="164089"/>
                  </a:lnTo>
                  <a:lnTo>
                    <a:pt x="64901" y="161988"/>
                  </a:lnTo>
                  <a:lnTo>
                    <a:pt x="63935" y="159348"/>
                  </a:lnTo>
                  <a:lnTo>
                    <a:pt x="63535" y="157192"/>
                  </a:lnTo>
                  <a:lnTo>
                    <a:pt x="63139" y="155581"/>
                  </a:lnTo>
                  <a:lnTo>
                    <a:pt x="62831" y="152797"/>
                  </a:lnTo>
                  <a:lnTo>
                    <a:pt x="62611" y="149560"/>
                  </a:lnTo>
                  <a:lnTo>
                    <a:pt x="62969" y="145371"/>
                  </a:lnTo>
                  <a:lnTo>
                    <a:pt x="63434" y="143346"/>
                  </a:lnTo>
                  <a:lnTo>
                    <a:pt x="61231" y="141839"/>
                  </a:lnTo>
                  <a:lnTo>
                    <a:pt x="60370" y="141769"/>
                  </a:lnTo>
                  <a:lnTo>
                    <a:pt x="59676" y="142617"/>
                  </a:lnTo>
                  <a:lnTo>
                    <a:pt x="59049" y="141520"/>
                  </a:lnTo>
                  <a:lnTo>
                    <a:pt x="57748" y="140308"/>
                  </a:lnTo>
                  <a:lnTo>
                    <a:pt x="56200" y="135928"/>
                  </a:lnTo>
                  <a:lnTo>
                    <a:pt x="54380" y="127987"/>
                  </a:lnTo>
                  <a:lnTo>
                    <a:pt x="52377" y="125429"/>
                  </a:lnTo>
                  <a:lnTo>
                    <a:pt x="51731" y="122668"/>
                  </a:lnTo>
                  <a:lnTo>
                    <a:pt x="50912" y="120181"/>
                  </a:lnTo>
                  <a:lnTo>
                    <a:pt x="50195" y="117098"/>
                  </a:lnTo>
                  <a:lnTo>
                    <a:pt x="50084" y="115756"/>
                  </a:lnTo>
                  <a:lnTo>
                    <a:pt x="49870" y="115009"/>
                  </a:lnTo>
                  <a:lnTo>
                    <a:pt x="48870" y="112860"/>
                  </a:lnTo>
                  <a:lnTo>
                    <a:pt x="47746" y="109226"/>
                  </a:lnTo>
                  <a:lnTo>
                    <a:pt x="47455" y="106298"/>
                  </a:lnTo>
                  <a:lnTo>
                    <a:pt x="47153" y="101821"/>
                  </a:lnTo>
                  <a:lnTo>
                    <a:pt x="46403" y="100243"/>
                  </a:lnTo>
                  <a:lnTo>
                    <a:pt x="45665" y="99510"/>
                  </a:lnTo>
                  <a:lnTo>
                    <a:pt x="45521" y="97382"/>
                  </a:lnTo>
                  <a:lnTo>
                    <a:pt x="45565" y="96188"/>
                  </a:lnTo>
                  <a:lnTo>
                    <a:pt x="45316" y="93933"/>
                  </a:lnTo>
                  <a:lnTo>
                    <a:pt x="43793" y="88523"/>
                  </a:lnTo>
                  <a:lnTo>
                    <a:pt x="43022" y="84074"/>
                  </a:lnTo>
                  <a:lnTo>
                    <a:pt x="42599" y="82692"/>
                  </a:lnTo>
                  <a:lnTo>
                    <a:pt x="42203" y="80665"/>
                  </a:lnTo>
                  <a:lnTo>
                    <a:pt x="42002" y="76521"/>
                  </a:lnTo>
                  <a:lnTo>
                    <a:pt x="41372" y="71366"/>
                  </a:lnTo>
                  <a:lnTo>
                    <a:pt x="40151" y="65165"/>
                  </a:lnTo>
                  <a:lnTo>
                    <a:pt x="39133" y="60998"/>
                  </a:lnTo>
                  <a:lnTo>
                    <a:pt x="38626" y="56793"/>
                  </a:lnTo>
                  <a:lnTo>
                    <a:pt x="38851" y="52515"/>
                  </a:lnTo>
                  <a:lnTo>
                    <a:pt x="38678" y="49882"/>
                  </a:lnTo>
                  <a:lnTo>
                    <a:pt x="38547" y="49265"/>
                  </a:lnTo>
                  <a:lnTo>
                    <a:pt x="38649" y="48402"/>
                  </a:lnTo>
                  <a:lnTo>
                    <a:pt x="38987" y="48887"/>
                  </a:lnTo>
                  <a:lnTo>
                    <a:pt x="39275" y="48115"/>
                  </a:lnTo>
                  <a:lnTo>
                    <a:pt x="39238" y="45389"/>
                  </a:lnTo>
                  <a:lnTo>
                    <a:pt x="38883" y="44564"/>
                  </a:lnTo>
                  <a:lnTo>
                    <a:pt x="37898" y="43711"/>
                  </a:lnTo>
                  <a:lnTo>
                    <a:pt x="37462" y="43123"/>
                  </a:lnTo>
                  <a:lnTo>
                    <a:pt x="35065" y="42010"/>
                  </a:lnTo>
                  <a:lnTo>
                    <a:pt x="33693" y="40465"/>
                  </a:lnTo>
                  <a:lnTo>
                    <a:pt x="33602" y="36868"/>
                  </a:lnTo>
                  <a:lnTo>
                    <a:pt x="32958" y="35222"/>
                  </a:lnTo>
                  <a:lnTo>
                    <a:pt x="32387" y="34205"/>
                  </a:lnTo>
                  <a:lnTo>
                    <a:pt x="30576" y="32089"/>
                  </a:lnTo>
                  <a:lnTo>
                    <a:pt x="30290" y="33171"/>
                  </a:lnTo>
                  <a:lnTo>
                    <a:pt x="30048" y="35168"/>
                  </a:lnTo>
                  <a:lnTo>
                    <a:pt x="29296" y="35606"/>
                  </a:lnTo>
                  <a:lnTo>
                    <a:pt x="28638" y="35694"/>
                  </a:lnTo>
                  <a:lnTo>
                    <a:pt x="27535" y="34303"/>
                  </a:lnTo>
                  <a:lnTo>
                    <a:pt x="24799" y="29010"/>
                  </a:lnTo>
                  <a:lnTo>
                    <a:pt x="24221" y="28162"/>
                  </a:lnTo>
                  <a:lnTo>
                    <a:pt x="23367" y="27713"/>
                  </a:lnTo>
                  <a:lnTo>
                    <a:pt x="22947" y="26855"/>
                  </a:lnTo>
                  <a:lnTo>
                    <a:pt x="21099" y="24070"/>
                  </a:lnTo>
                  <a:lnTo>
                    <a:pt x="21469" y="25551"/>
                  </a:lnTo>
                  <a:lnTo>
                    <a:pt x="22003" y="27090"/>
                  </a:lnTo>
                  <a:lnTo>
                    <a:pt x="22480" y="31564"/>
                  </a:lnTo>
                  <a:lnTo>
                    <a:pt x="21920" y="34790"/>
                  </a:lnTo>
                  <a:lnTo>
                    <a:pt x="21596" y="46065"/>
                  </a:lnTo>
                  <a:lnTo>
                    <a:pt x="21953" y="48308"/>
                  </a:lnTo>
                  <a:lnTo>
                    <a:pt x="22757" y="51905"/>
                  </a:lnTo>
                  <a:lnTo>
                    <a:pt x="23312" y="57624"/>
                  </a:lnTo>
                  <a:lnTo>
                    <a:pt x="23484" y="61879"/>
                  </a:lnTo>
                  <a:lnTo>
                    <a:pt x="23985" y="65257"/>
                  </a:lnTo>
                  <a:lnTo>
                    <a:pt x="23827" y="73198"/>
                  </a:lnTo>
                  <a:lnTo>
                    <a:pt x="24018" y="75616"/>
                  </a:lnTo>
                  <a:lnTo>
                    <a:pt x="24782" y="79577"/>
                  </a:lnTo>
                  <a:lnTo>
                    <a:pt x="26195" y="83294"/>
                  </a:lnTo>
                  <a:lnTo>
                    <a:pt x="26492" y="85252"/>
                  </a:lnTo>
                  <a:lnTo>
                    <a:pt x="28351" y="88085"/>
                  </a:lnTo>
                  <a:lnTo>
                    <a:pt x="29479" y="91773"/>
                  </a:lnTo>
                  <a:lnTo>
                    <a:pt x="31718" y="96799"/>
                  </a:lnTo>
                  <a:lnTo>
                    <a:pt x="32425" y="98925"/>
                  </a:lnTo>
                  <a:lnTo>
                    <a:pt x="34445" y="106763"/>
                  </a:lnTo>
                  <a:lnTo>
                    <a:pt x="34511" y="109093"/>
                  </a:lnTo>
                  <a:lnTo>
                    <a:pt x="34883" y="111950"/>
                  </a:lnTo>
                  <a:lnTo>
                    <a:pt x="36017" y="111360"/>
                  </a:lnTo>
                  <a:lnTo>
                    <a:pt x="36525" y="113535"/>
                  </a:lnTo>
                  <a:lnTo>
                    <a:pt x="36467" y="114540"/>
                  </a:lnTo>
                  <a:lnTo>
                    <a:pt x="36604" y="115306"/>
                  </a:lnTo>
                  <a:lnTo>
                    <a:pt x="37199" y="115137"/>
                  </a:lnTo>
                  <a:lnTo>
                    <a:pt x="37711" y="115730"/>
                  </a:lnTo>
                  <a:lnTo>
                    <a:pt x="38787" y="124211"/>
                  </a:lnTo>
                  <a:lnTo>
                    <a:pt x="39364" y="125368"/>
                  </a:lnTo>
                  <a:lnTo>
                    <a:pt x="40104" y="125863"/>
                  </a:lnTo>
                  <a:lnTo>
                    <a:pt x="40929" y="126798"/>
                  </a:lnTo>
                  <a:lnTo>
                    <a:pt x="40983" y="128972"/>
                  </a:lnTo>
                  <a:lnTo>
                    <a:pt x="40952" y="130705"/>
                  </a:lnTo>
                  <a:lnTo>
                    <a:pt x="41651" y="133213"/>
                  </a:lnTo>
                  <a:lnTo>
                    <a:pt x="41533" y="136609"/>
                  </a:lnTo>
                  <a:lnTo>
                    <a:pt x="42097" y="139485"/>
                  </a:lnTo>
                  <a:lnTo>
                    <a:pt x="42012" y="142269"/>
                  </a:lnTo>
                  <a:lnTo>
                    <a:pt x="42244" y="144475"/>
                  </a:lnTo>
                  <a:lnTo>
                    <a:pt x="43988" y="149454"/>
                  </a:lnTo>
                  <a:lnTo>
                    <a:pt x="46136" y="153415"/>
                  </a:lnTo>
                  <a:lnTo>
                    <a:pt x="46584" y="158615"/>
                  </a:lnTo>
                  <a:lnTo>
                    <a:pt x="47460" y="163366"/>
                  </a:lnTo>
                  <a:lnTo>
                    <a:pt x="48358" y="164570"/>
                  </a:lnTo>
                  <a:lnTo>
                    <a:pt x="49263" y="166545"/>
                  </a:lnTo>
                  <a:lnTo>
                    <a:pt x="49151" y="168595"/>
                  </a:lnTo>
                  <a:lnTo>
                    <a:pt x="49214" y="169855"/>
                  </a:lnTo>
                  <a:lnTo>
                    <a:pt x="50424" y="173604"/>
                  </a:lnTo>
                  <a:lnTo>
                    <a:pt x="50622" y="178382"/>
                  </a:lnTo>
                  <a:lnTo>
                    <a:pt x="51666" y="181508"/>
                  </a:lnTo>
                  <a:lnTo>
                    <a:pt x="51960" y="181754"/>
                  </a:lnTo>
                  <a:lnTo>
                    <a:pt x="52191" y="181264"/>
                  </a:lnTo>
                  <a:lnTo>
                    <a:pt x="51430" y="178123"/>
                  </a:lnTo>
                  <a:lnTo>
                    <a:pt x="51062" y="176085"/>
                  </a:lnTo>
                  <a:lnTo>
                    <a:pt x="51014" y="172869"/>
                  </a:lnTo>
                  <a:lnTo>
                    <a:pt x="51269" y="172437"/>
                  </a:lnTo>
                  <a:lnTo>
                    <a:pt x="53438" y="177522"/>
                  </a:lnTo>
                  <a:lnTo>
                    <a:pt x="53667" y="181316"/>
                  </a:lnTo>
                  <a:lnTo>
                    <a:pt x="54395" y="183460"/>
                  </a:lnTo>
                  <a:lnTo>
                    <a:pt x="54449" y="186362"/>
                  </a:lnTo>
                  <a:lnTo>
                    <a:pt x="54891" y="188090"/>
                  </a:lnTo>
                  <a:lnTo>
                    <a:pt x="55025" y="190600"/>
                  </a:lnTo>
                  <a:lnTo>
                    <a:pt x="55722" y="194725"/>
                  </a:lnTo>
                  <a:lnTo>
                    <a:pt x="55739" y="200460"/>
                  </a:lnTo>
                  <a:lnTo>
                    <a:pt x="56111" y="204643"/>
                  </a:lnTo>
                  <a:lnTo>
                    <a:pt x="57477" y="211060"/>
                  </a:lnTo>
                  <a:lnTo>
                    <a:pt x="58584" y="212409"/>
                  </a:lnTo>
                  <a:lnTo>
                    <a:pt x="58784" y="215560"/>
                  </a:lnTo>
                  <a:lnTo>
                    <a:pt x="59934" y="223718"/>
                  </a:lnTo>
                  <a:lnTo>
                    <a:pt x="61264" y="228140"/>
                  </a:lnTo>
                  <a:lnTo>
                    <a:pt x="61926" y="231890"/>
                  </a:lnTo>
                  <a:lnTo>
                    <a:pt x="62018" y="234229"/>
                  </a:lnTo>
                  <a:lnTo>
                    <a:pt x="61520" y="237686"/>
                  </a:lnTo>
                  <a:lnTo>
                    <a:pt x="61467" y="240100"/>
                  </a:lnTo>
                  <a:lnTo>
                    <a:pt x="62190" y="247440"/>
                  </a:lnTo>
                  <a:lnTo>
                    <a:pt x="63270" y="251201"/>
                  </a:lnTo>
                  <a:lnTo>
                    <a:pt x="64476" y="252110"/>
                  </a:lnTo>
                  <a:lnTo>
                    <a:pt x="64686" y="252650"/>
                  </a:lnTo>
                  <a:lnTo>
                    <a:pt x="64590" y="253660"/>
                  </a:lnTo>
                  <a:lnTo>
                    <a:pt x="64996" y="254560"/>
                  </a:lnTo>
                  <a:lnTo>
                    <a:pt x="65452" y="253409"/>
                  </a:lnTo>
                  <a:lnTo>
                    <a:pt x="65675" y="251771"/>
                  </a:lnTo>
                  <a:lnTo>
                    <a:pt x="65443" y="249871"/>
                  </a:lnTo>
                  <a:lnTo>
                    <a:pt x="65403" y="248488"/>
                  </a:lnTo>
                  <a:lnTo>
                    <a:pt x="65608" y="247499"/>
                  </a:lnTo>
                  <a:lnTo>
                    <a:pt x="66001" y="247349"/>
                  </a:lnTo>
                  <a:lnTo>
                    <a:pt x="68309" y="252370"/>
                  </a:lnTo>
                  <a:lnTo>
                    <a:pt x="68696" y="254297"/>
                  </a:lnTo>
                  <a:lnTo>
                    <a:pt x="69555" y="256554"/>
                  </a:lnTo>
                  <a:lnTo>
                    <a:pt x="70342" y="259331"/>
                  </a:lnTo>
                  <a:lnTo>
                    <a:pt x="70682" y="261522"/>
                  </a:lnTo>
                  <a:lnTo>
                    <a:pt x="71311" y="263327"/>
                  </a:lnTo>
                  <a:lnTo>
                    <a:pt x="71638" y="267529"/>
                  </a:lnTo>
                  <a:lnTo>
                    <a:pt x="73243" y="269411"/>
                  </a:lnTo>
                  <a:lnTo>
                    <a:pt x="74096" y="272891"/>
                  </a:lnTo>
                  <a:lnTo>
                    <a:pt x="74152" y="275094"/>
                  </a:lnTo>
                  <a:lnTo>
                    <a:pt x="73739" y="280733"/>
                  </a:lnTo>
                  <a:lnTo>
                    <a:pt x="73377" y="282356"/>
                  </a:lnTo>
                  <a:lnTo>
                    <a:pt x="72081" y="284754"/>
                  </a:lnTo>
                  <a:lnTo>
                    <a:pt x="71139" y="287615"/>
                  </a:lnTo>
                  <a:lnTo>
                    <a:pt x="70230" y="289378"/>
                  </a:lnTo>
                  <a:lnTo>
                    <a:pt x="69264" y="290450"/>
                  </a:lnTo>
                  <a:lnTo>
                    <a:pt x="68468" y="290209"/>
                  </a:lnTo>
                  <a:lnTo>
                    <a:pt x="67701" y="286917"/>
                  </a:lnTo>
                  <a:lnTo>
                    <a:pt x="66792" y="276987"/>
                  </a:lnTo>
                  <a:lnTo>
                    <a:pt x="66182" y="274897"/>
                  </a:lnTo>
                  <a:lnTo>
                    <a:pt x="65752" y="271781"/>
                  </a:lnTo>
                  <a:lnTo>
                    <a:pt x="65042" y="269203"/>
                  </a:lnTo>
                  <a:lnTo>
                    <a:pt x="62472" y="265292"/>
                  </a:lnTo>
                  <a:lnTo>
                    <a:pt x="61175" y="261164"/>
                  </a:lnTo>
                  <a:lnTo>
                    <a:pt x="59919" y="258408"/>
                  </a:lnTo>
                  <a:lnTo>
                    <a:pt x="58567" y="254419"/>
                  </a:lnTo>
                  <a:lnTo>
                    <a:pt x="54883" y="247807"/>
                  </a:lnTo>
                  <a:lnTo>
                    <a:pt x="53356" y="244439"/>
                  </a:lnTo>
                  <a:lnTo>
                    <a:pt x="52350" y="241106"/>
                  </a:lnTo>
                  <a:lnTo>
                    <a:pt x="51701" y="241155"/>
                  </a:lnTo>
                  <a:lnTo>
                    <a:pt x="51200" y="241498"/>
                  </a:lnTo>
                  <a:lnTo>
                    <a:pt x="51010" y="240586"/>
                  </a:lnTo>
                  <a:lnTo>
                    <a:pt x="50982" y="238861"/>
                  </a:lnTo>
                  <a:lnTo>
                    <a:pt x="50760" y="237729"/>
                  </a:lnTo>
                  <a:lnTo>
                    <a:pt x="48604" y="232707"/>
                  </a:lnTo>
                  <a:lnTo>
                    <a:pt x="48157" y="229929"/>
                  </a:lnTo>
                  <a:lnTo>
                    <a:pt x="48066" y="226706"/>
                  </a:lnTo>
                  <a:lnTo>
                    <a:pt x="48551" y="218407"/>
                  </a:lnTo>
                  <a:lnTo>
                    <a:pt x="48765" y="213553"/>
                  </a:lnTo>
                  <a:lnTo>
                    <a:pt x="48629" y="211053"/>
                  </a:lnTo>
                  <a:lnTo>
                    <a:pt x="48404" y="210712"/>
                  </a:lnTo>
                  <a:lnTo>
                    <a:pt x="48199" y="209353"/>
                  </a:lnTo>
                  <a:lnTo>
                    <a:pt x="48150" y="205360"/>
                  </a:lnTo>
                  <a:lnTo>
                    <a:pt x="47630" y="201014"/>
                  </a:lnTo>
                  <a:lnTo>
                    <a:pt x="45674" y="192110"/>
                  </a:lnTo>
                  <a:lnTo>
                    <a:pt x="44244" y="190350"/>
                  </a:lnTo>
                  <a:lnTo>
                    <a:pt x="42971" y="189072"/>
                  </a:lnTo>
                  <a:lnTo>
                    <a:pt x="39488" y="181197"/>
                  </a:lnTo>
                  <a:lnTo>
                    <a:pt x="38541" y="177259"/>
                  </a:lnTo>
                  <a:lnTo>
                    <a:pt x="38311" y="175023"/>
                  </a:lnTo>
                  <a:lnTo>
                    <a:pt x="38189" y="170471"/>
                  </a:lnTo>
                  <a:lnTo>
                    <a:pt x="37709" y="173108"/>
                  </a:lnTo>
                  <a:lnTo>
                    <a:pt x="37070" y="175059"/>
                  </a:lnTo>
                  <a:lnTo>
                    <a:pt x="35593" y="174916"/>
                  </a:lnTo>
                  <a:lnTo>
                    <a:pt x="33933" y="177118"/>
                  </a:lnTo>
                  <a:lnTo>
                    <a:pt x="32946" y="175047"/>
                  </a:lnTo>
                  <a:lnTo>
                    <a:pt x="32413" y="172698"/>
                  </a:lnTo>
                  <a:lnTo>
                    <a:pt x="31603" y="169872"/>
                  </a:lnTo>
                  <a:lnTo>
                    <a:pt x="30690" y="169318"/>
                  </a:lnTo>
                  <a:lnTo>
                    <a:pt x="30108" y="169246"/>
                  </a:lnTo>
                  <a:lnTo>
                    <a:pt x="29016" y="165751"/>
                  </a:lnTo>
                  <a:lnTo>
                    <a:pt x="28133" y="164642"/>
                  </a:lnTo>
                  <a:lnTo>
                    <a:pt x="26869" y="164213"/>
                  </a:lnTo>
                  <a:lnTo>
                    <a:pt x="25793" y="162436"/>
                  </a:lnTo>
                  <a:lnTo>
                    <a:pt x="25462" y="160502"/>
                  </a:lnTo>
                  <a:lnTo>
                    <a:pt x="25283" y="157765"/>
                  </a:lnTo>
                  <a:lnTo>
                    <a:pt x="24883" y="156143"/>
                  </a:lnTo>
                  <a:lnTo>
                    <a:pt x="23194" y="152939"/>
                  </a:lnTo>
                  <a:lnTo>
                    <a:pt x="21818" y="149404"/>
                  </a:lnTo>
                  <a:lnTo>
                    <a:pt x="20523" y="147133"/>
                  </a:lnTo>
                  <a:lnTo>
                    <a:pt x="20141" y="145276"/>
                  </a:lnTo>
                  <a:lnTo>
                    <a:pt x="20109" y="144006"/>
                  </a:lnTo>
                  <a:lnTo>
                    <a:pt x="22157" y="144358"/>
                  </a:lnTo>
                  <a:lnTo>
                    <a:pt x="24594" y="145718"/>
                  </a:lnTo>
                  <a:lnTo>
                    <a:pt x="25762" y="145335"/>
                  </a:lnTo>
                  <a:lnTo>
                    <a:pt x="26491" y="144025"/>
                  </a:lnTo>
                  <a:lnTo>
                    <a:pt x="27184" y="143086"/>
                  </a:lnTo>
                  <a:lnTo>
                    <a:pt x="27295" y="144103"/>
                  </a:lnTo>
                  <a:lnTo>
                    <a:pt x="27168" y="145960"/>
                  </a:lnTo>
                  <a:lnTo>
                    <a:pt x="27837" y="147662"/>
                  </a:lnTo>
                  <a:lnTo>
                    <a:pt x="28755" y="149042"/>
                  </a:lnTo>
                  <a:lnTo>
                    <a:pt x="29407" y="148916"/>
                  </a:lnTo>
                  <a:lnTo>
                    <a:pt x="28775" y="147411"/>
                  </a:lnTo>
                  <a:lnTo>
                    <a:pt x="28388" y="144340"/>
                  </a:lnTo>
                  <a:lnTo>
                    <a:pt x="28561" y="143234"/>
                  </a:lnTo>
                  <a:lnTo>
                    <a:pt x="28551" y="141707"/>
                  </a:lnTo>
                  <a:lnTo>
                    <a:pt x="27645" y="142051"/>
                  </a:lnTo>
                  <a:lnTo>
                    <a:pt x="27518" y="141269"/>
                  </a:lnTo>
                  <a:lnTo>
                    <a:pt x="28293" y="138941"/>
                  </a:lnTo>
                  <a:lnTo>
                    <a:pt x="29182" y="132793"/>
                  </a:lnTo>
                  <a:lnTo>
                    <a:pt x="29608" y="126740"/>
                  </a:lnTo>
                  <a:lnTo>
                    <a:pt x="28675" y="121444"/>
                  </a:lnTo>
                  <a:lnTo>
                    <a:pt x="27101" y="117764"/>
                  </a:lnTo>
                  <a:lnTo>
                    <a:pt x="23690" y="106989"/>
                  </a:lnTo>
                  <a:lnTo>
                    <a:pt x="21653" y="101455"/>
                  </a:lnTo>
                  <a:lnTo>
                    <a:pt x="21063" y="99394"/>
                  </a:lnTo>
                  <a:lnTo>
                    <a:pt x="20523" y="98425"/>
                  </a:lnTo>
                  <a:lnTo>
                    <a:pt x="18861" y="97159"/>
                  </a:lnTo>
                  <a:lnTo>
                    <a:pt x="17468" y="94066"/>
                  </a:lnTo>
                  <a:lnTo>
                    <a:pt x="15026" y="89690"/>
                  </a:lnTo>
                  <a:lnTo>
                    <a:pt x="13982" y="87433"/>
                  </a:lnTo>
                  <a:lnTo>
                    <a:pt x="13263" y="82134"/>
                  </a:lnTo>
                  <a:lnTo>
                    <a:pt x="12689" y="81411"/>
                  </a:lnTo>
                  <a:lnTo>
                    <a:pt x="12870" y="77748"/>
                  </a:lnTo>
                  <a:lnTo>
                    <a:pt x="12619" y="71263"/>
                  </a:lnTo>
                  <a:lnTo>
                    <a:pt x="12210" y="69603"/>
                  </a:lnTo>
                  <a:lnTo>
                    <a:pt x="10887" y="67988"/>
                  </a:lnTo>
                  <a:lnTo>
                    <a:pt x="10572" y="63582"/>
                  </a:lnTo>
                  <a:lnTo>
                    <a:pt x="10507" y="59389"/>
                  </a:lnTo>
                  <a:lnTo>
                    <a:pt x="10249" y="56473"/>
                  </a:lnTo>
                  <a:lnTo>
                    <a:pt x="7998" y="51557"/>
                  </a:lnTo>
                  <a:lnTo>
                    <a:pt x="7870" y="49180"/>
                  </a:lnTo>
                  <a:lnTo>
                    <a:pt x="7869" y="46923"/>
                  </a:lnTo>
                  <a:lnTo>
                    <a:pt x="7641" y="44694"/>
                  </a:lnTo>
                  <a:lnTo>
                    <a:pt x="6439" y="40019"/>
                  </a:lnTo>
                  <a:lnTo>
                    <a:pt x="4986" y="35939"/>
                  </a:lnTo>
                  <a:lnTo>
                    <a:pt x="4481" y="33994"/>
                  </a:lnTo>
                  <a:lnTo>
                    <a:pt x="4420" y="30042"/>
                  </a:lnTo>
                  <a:lnTo>
                    <a:pt x="3905" y="28980"/>
                  </a:lnTo>
                  <a:lnTo>
                    <a:pt x="4100" y="28712"/>
                  </a:lnTo>
                  <a:lnTo>
                    <a:pt x="4577" y="28810"/>
                  </a:lnTo>
                  <a:lnTo>
                    <a:pt x="4849" y="28288"/>
                  </a:lnTo>
                  <a:lnTo>
                    <a:pt x="4878" y="25537"/>
                  </a:lnTo>
                  <a:lnTo>
                    <a:pt x="2694" y="21215"/>
                  </a:lnTo>
                  <a:lnTo>
                    <a:pt x="2063" y="15270"/>
                  </a:lnTo>
                  <a:lnTo>
                    <a:pt x="898" y="12124"/>
                  </a:lnTo>
                  <a:lnTo>
                    <a:pt x="626" y="10984"/>
                  </a:lnTo>
                  <a:lnTo>
                    <a:pt x="0" y="5377"/>
                  </a:lnTo>
                  <a:lnTo>
                    <a:pt x="2751" y="4743"/>
                  </a:lnTo>
                  <a:lnTo>
                    <a:pt x="5502" y="4110"/>
                  </a:lnTo>
                  <a:lnTo>
                    <a:pt x="8252" y="3478"/>
                  </a:lnTo>
                  <a:lnTo>
                    <a:pt x="11003" y="2845"/>
                  </a:lnTo>
                  <a:lnTo>
                    <a:pt x="13755" y="2211"/>
                  </a:lnTo>
                  <a:lnTo>
                    <a:pt x="16505" y="1579"/>
                  </a:lnTo>
                  <a:lnTo>
                    <a:pt x="19256" y="946"/>
                  </a:lnTo>
                  <a:lnTo>
                    <a:pt x="22007" y="313"/>
                  </a:lnTo>
                  <a:lnTo>
                    <a:pt x="23106" y="0"/>
                  </a:lnTo>
                  <a:lnTo>
                    <a:pt x="22498" y="4448"/>
                  </a:lnTo>
                  <a:lnTo>
                    <a:pt x="22037" y="6117"/>
                  </a:lnTo>
                  <a:lnTo>
                    <a:pt x="26596" y="10490"/>
                  </a:lnTo>
                  <a:lnTo>
                    <a:pt x="31156" y="14863"/>
                  </a:lnTo>
                  <a:lnTo>
                    <a:pt x="35715" y="19237"/>
                  </a:lnTo>
                  <a:lnTo>
                    <a:pt x="40274" y="23611"/>
                  </a:lnTo>
                  <a:lnTo>
                    <a:pt x="44833" y="27985"/>
                  </a:lnTo>
                  <a:lnTo>
                    <a:pt x="49393" y="32359"/>
                  </a:lnTo>
                  <a:lnTo>
                    <a:pt x="53952" y="36731"/>
                  </a:lnTo>
                  <a:lnTo>
                    <a:pt x="58511" y="41106"/>
                  </a:lnTo>
                  <a:lnTo>
                    <a:pt x="61909" y="41087"/>
                  </a:lnTo>
                  <a:lnTo>
                    <a:pt x="65307" y="41067"/>
                  </a:lnTo>
                  <a:lnTo>
                    <a:pt x="68705" y="41048"/>
                  </a:lnTo>
                  <a:lnTo>
                    <a:pt x="72103" y="41029"/>
                  </a:lnTo>
                  <a:lnTo>
                    <a:pt x="75501" y="41010"/>
                  </a:lnTo>
                  <a:lnTo>
                    <a:pt x="78898" y="40990"/>
                  </a:lnTo>
                  <a:lnTo>
                    <a:pt x="82296" y="40970"/>
                  </a:lnTo>
                  <a:lnTo>
                    <a:pt x="85694" y="40951"/>
                  </a:lnTo>
                  <a:lnTo>
                    <a:pt x="85700" y="37628"/>
                  </a:lnTo>
                  <a:lnTo>
                    <a:pt x="85706" y="34304"/>
                  </a:lnTo>
                  <a:lnTo>
                    <a:pt x="85713" y="30981"/>
                  </a:lnTo>
                  <a:lnTo>
                    <a:pt x="85719" y="27657"/>
                  </a:lnTo>
                  <a:lnTo>
                    <a:pt x="87832" y="27692"/>
                  </a:lnTo>
                  <a:lnTo>
                    <a:pt x="89946" y="27725"/>
                  </a:lnTo>
                  <a:lnTo>
                    <a:pt x="92059" y="27759"/>
                  </a:lnTo>
                  <a:lnTo>
                    <a:pt x="94173" y="27793"/>
                  </a:lnTo>
                  <a:lnTo>
                    <a:pt x="96286" y="27826"/>
                  </a:lnTo>
                  <a:lnTo>
                    <a:pt x="98399" y="27860"/>
                  </a:lnTo>
                  <a:lnTo>
                    <a:pt x="100513" y="27894"/>
                  </a:lnTo>
                  <a:lnTo>
                    <a:pt x="102791" y="28097"/>
                  </a:lnTo>
                  <a:lnTo>
                    <a:pt x="103647" y="30622"/>
                  </a:lnTo>
                  <a:lnTo>
                    <a:pt x="104525" y="34591"/>
                  </a:lnTo>
                  <a:lnTo>
                    <a:pt x="105560" y="37361"/>
                  </a:lnTo>
                  <a:lnTo>
                    <a:pt x="106752" y="38933"/>
                  </a:lnTo>
                  <a:lnTo>
                    <a:pt x="108784" y="43564"/>
                  </a:lnTo>
                  <a:lnTo>
                    <a:pt x="111655" y="51254"/>
                  </a:lnTo>
                  <a:lnTo>
                    <a:pt x="113945" y="56381"/>
                  </a:lnTo>
                  <a:lnTo>
                    <a:pt x="115653" y="58943"/>
                  </a:lnTo>
                  <a:lnTo>
                    <a:pt x="116800" y="61148"/>
                  </a:lnTo>
                  <a:lnTo>
                    <a:pt x="117386" y="62998"/>
                  </a:lnTo>
                  <a:lnTo>
                    <a:pt x="118174" y="67007"/>
                  </a:lnTo>
                  <a:lnTo>
                    <a:pt x="119660" y="76264"/>
                  </a:lnTo>
                  <a:lnTo>
                    <a:pt x="119660" y="80515"/>
                  </a:lnTo>
                  <a:lnTo>
                    <a:pt x="120229" y="84540"/>
                  </a:lnTo>
                  <a:lnTo>
                    <a:pt x="121365" y="89759"/>
                  </a:lnTo>
                  <a:lnTo>
                    <a:pt x="122359" y="92831"/>
                  </a:lnTo>
                  <a:lnTo>
                    <a:pt x="123209" y="93756"/>
                  </a:lnTo>
                  <a:lnTo>
                    <a:pt x="124138" y="95604"/>
                  </a:lnTo>
                  <a:lnTo>
                    <a:pt x="125147" y="98374"/>
                  </a:lnTo>
                  <a:lnTo>
                    <a:pt x="126309" y="100235"/>
                  </a:lnTo>
                  <a:lnTo>
                    <a:pt x="127624" y="101183"/>
                  </a:lnTo>
                  <a:lnTo>
                    <a:pt x="129441" y="103671"/>
                  </a:lnTo>
                  <a:lnTo>
                    <a:pt x="131758" y="107695"/>
                  </a:lnTo>
                  <a:lnTo>
                    <a:pt x="133347" y="109751"/>
                  </a:lnTo>
                  <a:lnTo>
                    <a:pt x="134206" y="109837"/>
                  </a:lnTo>
                  <a:lnTo>
                    <a:pt x="134959" y="108546"/>
                  </a:lnTo>
                  <a:lnTo>
                    <a:pt x="135604" y="105877"/>
                  </a:lnTo>
                  <a:lnTo>
                    <a:pt x="136239" y="104158"/>
                  </a:lnTo>
                  <a:lnTo>
                    <a:pt x="136862" y="103389"/>
                  </a:lnTo>
                  <a:lnTo>
                    <a:pt x="137115" y="102160"/>
                  </a:lnTo>
                  <a:lnTo>
                    <a:pt x="136999" y="100466"/>
                  </a:lnTo>
                  <a:lnTo>
                    <a:pt x="137420" y="96666"/>
                  </a:lnTo>
                  <a:lnTo>
                    <a:pt x="138380" y="90756"/>
                  </a:lnTo>
                  <a:lnTo>
                    <a:pt x="139526" y="87553"/>
                  </a:lnTo>
                  <a:lnTo>
                    <a:pt x="140859" y="87058"/>
                  </a:lnTo>
                  <a:lnTo>
                    <a:pt x="141730" y="85948"/>
                  </a:lnTo>
                  <a:lnTo>
                    <a:pt x="142140" y="84224"/>
                  </a:lnTo>
                  <a:lnTo>
                    <a:pt x="142852" y="84041"/>
                  </a:lnTo>
                  <a:lnTo>
                    <a:pt x="143870" y="85399"/>
                  </a:lnTo>
                  <a:lnTo>
                    <a:pt x="145525" y="86272"/>
                  </a:lnTo>
                  <a:lnTo>
                    <a:pt x="147819" y="86663"/>
                  </a:lnTo>
                  <a:lnTo>
                    <a:pt x="149171" y="86530"/>
                  </a:lnTo>
                  <a:lnTo>
                    <a:pt x="149584" y="85872"/>
                  </a:lnTo>
                  <a:lnTo>
                    <a:pt x="149799" y="85907"/>
                  </a:lnTo>
                  <a:lnTo>
                    <a:pt x="149816" y="86631"/>
                  </a:lnTo>
                  <a:lnTo>
                    <a:pt x="150155" y="86938"/>
                  </a:lnTo>
                  <a:lnTo>
                    <a:pt x="150818" y="86829"/>
                  </a:lnTo>
                  <a:lnTo>
                    <a:pt x="151395" y="87842"/>
                  </a:lnTo>
                  <a:lnTo>
                    <a:pt x="152134" y="91048"/>
                  </a:lnTo>
                  <a:lnTo>
                    <a:pt x="154680" y="96183"/>
                  </a:lnTo>
                  <a:lnTo>
                    <a:pt x="154895" y="97944"/>
                  </a:lnTo>
                  <a:lnTo>
                    <a:pt x="155781" y="100485"/>
                  </a:lnTo>
                  <a:lnTo>
                    <a:pt x="157411" y="104391"/>
                  </a:lnTo>
                  <a:lnTo>
                    <a:pt x="158333" y="107758"/>
                  </a:lnTo>
                  <a:lnTo>
                    <a:pt x="158548" y="110588"/>
                  </a:lnTo>
                  <a:lnTo>
                    <a:pt x="159380" y="115063"/>
                  </a:lnTo>
                  <a:lnTo>
                    <a:pt x="160830" y="121184"/>
                  </a:lnTo>
                  <a:lnTo>
                    <a:pt x="161476" y="124484"/>
                  </a:lnTo>
                  <a:lnTo>
                    <a:pt x="161318" y="124960"/>
                  </a:lnTo>
                  <a:lnTo>
                    <a:pt x="161432" y="126682"/>
                  </a:lnTo>
                  <a:lnTo>
                    <a:pt x="161819" y="129650"/>
                  </a:lnTo>
                  <a:lnTo>
                    <a:pt x="162538" y="132164"/>
                  </a:lnTo>
                  <a:lnTo>
                    <a:pt x="163589" y="134223"/>
                  </a:lnTo>
                  <a:lnTo>
                    <a:pt x="164652" y="137919"/>
                  </a:lnTo>
                  <a:lnTo>
                    <a:pt x="165726" y="143255"/>
                  </a:lnTo>
                  <a:lnTo>
                    <a:pt x="167028" y="147313"/>
                  </a:lnTo>
                  <a:lnTo>
                    <a:pt x="168556" y="150092"/>
                  </a:lnTo>
                  <a:lnTo>
                    <a:pt x="169421" y="152679"/>
                  </a:lnTo>
                  <a:lnTo>
                    <a:pt x="169623" y="155071"/>
                  </a:lnTo>
                  <a:lnTo>
                    <a:pt x="169608" y="157120"/>
                  </a:lnTo>
                  <a:lnTo>
                    <a:pt x="169375" y="158826"/>
                  </a:lnTo>
                  <a:lnTo>
                    <a:pt x="169474" y="160446"/>
                  </a:lnTo>
                  <a:lnTo>
                    <a:pt x="169903" y="161977"/>
                  </a:lnTo>
                  <a:lnTo>
                    <a:pt x="170047" y="163855"/>
                  </a:lnTo>
                  <a:lnTo>
                    <a:pt x="169878" y="166468"/>
                  </a:lnTo>
                  <a:lnTo>
                    <a:pt x="169890" y="167208"/>
                  </a:lnTo>
                  <a:lnTo>
                    <a:pt x="170015" y="167799"/>
                  </a:lnTo>
                  <a:lnTo>
                    <a:pt x="171371" y="172289"/>
                  </a:lnTo>
                  <a:lnTo>
                    <a:pt x="172068" y="175917"/>
                  </a:lnTo>
                  <a:lnTo>
                    <a:pt x="172624" y="181761"/>
                  </a:lnTo>
                  <a:lnTo>
                    <a:pt x="173243" y="185225"/>
                  </a:lnTo>
                  <a:lnTo>
                    <a:pt x="174132" y="186642"/>
                  </a:lnTo>
                  <a:lnTo>
                    <a:pt x="175498" y="187166"/>
                  </a:lnTo>
                  <a:lnTo>
                    <a:pt x="176536" y="188372"/>
                  </a:lnTo>
                  <a:lnTo>
                    <a:pt x="177245" y="190262"/>
                  </a:lnTo>
                  <a:lnTo>
                    <a:pt x="178141" y="191403"/>
                  </a:lnTo>
                  <a:lnTo>
                    <a:pt x="179221" y="191796"/>
                  </a:lnTo>
                  <a:lnTo>
                    <a:pt x="180257" y="193042"/>
                  </a:lnTo>
                  <a:lnTo>
                    <a:pt x="181248" y="195146"/>
                  </a:lnTo>
                  <a:lnTo>
                    <a:pt x="183096" y="196527"/>
                  </a:lnTo>
                  <a:lnTo>
                    <a:pt x="185802" y="197189"/>
                  </a:lnTo>
                  <a:lnTo>
                    <a:pt x="187860" y="198899"/>
                  </a:lnTo>
                  <a:lnTo>
                    <a:pt x="189273" y="201657"/>
                  </a:lnTo>
                  <a:lnTo>
                    <a:pt x="189895" y="202219"/>
                  </a:lnTo>
                  <a:lnTo>
                    <a:pt x="190063" y="202258"/>
                  </a:lnTo>
                  <a:lnTo>
                    <a:pt x="190144" y="201836"/>
                  </a:lnTo>
                  <a:lnTo>
                    <a:pt x="190250" y="201056"/>
                  </a:lnTo>
                  <a:lnTo>
                    <a:pt x="190797" y="20015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89"/>
            <p:cNvSpPr/>
            <p:nvPr/>
          </p:nvSpPr>
          <p:spPr>
            <a:xfrm>
              <a:off x="4453229" y="3456357"/>
              <a:ext cx="1384" cy="6334"/>
            </a:xfrm>
            <a:custGeom>
              <a:avLst/>
              <a:pathLst>
                <a:path w="1384" h="6334">
                  <a:moveTo>
                    <a:pt x="428" y="5439"/>
                  </a:moveTo>
                  <a:lnTo>
                    <a:pt x="239" y="6334"/>
                  </a:lnTo>
                  <a:lnTo>
                    <a:pt x="0" y="6271"/>
                  </a:lnTo>
                  <a:lnTo>
                    <a:pt x="208" y="5606"/>
                  </a:lnTo>
                  <a:lnTo>
                    <a:pt x="352" y="4679"/>
                  </a:lnTo>
                  <a:lnTo>
                    <a:pt x="582" y="2040"/>
                  </a:lnTo>
                  <a:lnTo>
                    <a:pt x="1056" y="1096"/>
                  </a:lnTo>
                  <a:lnTo>
                    <a:pt x="1384" y="0"/>
                  </a:lnTo>
                  <a:lnTo>
                    <a:pt x="1305" y="1136"/>
                  </a:lnTo>
                  <a:lnTo>
                    <a:pt x="788" y="233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0"/>
            <p:cNvSpPr/>
            <p:nvPr/>
          </p:nvSpPr>
          <p:spPr>
            <a:xfrm>
              <a:off x="4472330" y="3425801"/>
              <a:ext cx="1725" cy="2219"/>
            </a:xfrm>
            <a:custGeom>
              <a:avLst/>
              <a:pathLst>
                <a:path w="1725" h="2219">
                  <a:moveTo>
                    <a:pt x="0" y="0"/>
                  </a:moveTo>
                  <a:lnTo>
                    <a:pt x="359" y="639"/>
                  </a:lnTo>
                  <a:lnTo>
                    <a:pt x="1067" y="590"/>
                  </a:lnTo>
                  <a:lnTo>
                    <a:pt x="1725" y="2219"/>
                  </a:lnTo>
                  <a:lnTo>
                    <a:pt x="1472" y="2116"/>
                  </a:lnTo>
                  <a:lnTo>
                    <a:pt x="1115" y="1421"/>
                  </a:lnTo>
                  <a:lnTo>
                    <a:pt x="788" y="1128"/>
                  </a:lnTo>
                  <a:lnTo>
                    <a:pt x="353" y="1213"/>
                  </a:lnTo>
                  <a:lnTo>
                    <a:pt x="148" y="9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1"/>
            <p:cNvSpPr/>
            <p:nvPr/>
          </p:nvSpPr>
          <p:spPr>
            <a:xfrm>
              <a:off x="4467123" y="3422151"/>
              <a:ext cx="3441" cy="3044"/>
            </a:xfrm>
            <a:custGeom>
              <a:avLst/>
              <a:pathLst>
                <a:path w="3441" h="3044">
                  <a:moveTo>
                    <a:pt x="636" y="991"/>
                  </a:moveTo>
                  <a:lnTo>
                    <a:pt x="1838" y="2506"/>
                  </a:lnTo>
                  <a:lnTo>
                    <a:pt x="3441" y="1797"/>
                  </a:lnTo>
                  <a:lnTo>
                    <a:pt x="3184" y="2252"/>
                  </a:lnTo>
                  <a:lnTo>
                    <a:pt x="2585" y="2677"/>
                  </a:lnTo>
                  <a:lnTo>
                    <a:pt x="2187" y="3044"/>
                  </a:lnTo>
                  <a:lnTo>
                    <a:pt x="1919" y="3044"/>
                  </a:lnTo>
                  <a:lnTo>
                    <a:pt x="1601" y="2902"/>
                  </a:lnTo>
                  <a:lnTo>
                    <a:pt x="574" y="1846"/>
                  </a:lnTo>
                  <a:lnTo>
                    <a:pt x="0" y="46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2"/>
            <p:cNvSpPr/>
            <p:nvPr/>
          </p:nvSpPr>
          <p:spPr>
            <a:xfrm>
              <a:off x="4444429" y="3417291"/>
              <a:ext cx="1491" cy="1261"/>
            </a:xfrm>
            <a:custGeom>
              <a:avLst/>
              <a:pathLst>
                <a:path w="1491" h="1261">
                  <a:moveTo>
                    <a:pt x="1491" y="805"/>
                  </a:moveTo>
                  <a:lnTo>
                    <a:pt x="1349" y="1261"/>
                  </a:lnTo>
                  <a:lnTo>
                    <a:pt x="424" y="989"/>
                  </a:lnTo>
                  <a:lnTo>
                    <a:pt x="0" y="422"/>
                  </a:lnTo>
                  <a:lnTo>
                    <a:pt x="40" y="0"/>
                  </a:lnTo>
                  <a:lnTo>
                    <a:pt x="772" y="4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3"/>
            <p:cNvSpPr/>
            <p:nvPr/>
          </p:nvSpPr>
          <p:spPr>
            <a:xfrm>
              <a:off x="4426832" y="3304116"/>
              <a:ext cx="525" cy="592"/>
            </a:xfrm>
            <a:custGeom>
              <a:avLst/>
              <a:pathLst>
                <a:path w="525" h="592">
                  <a:moveTo>
                    <a:pt x="438" y="390"/>
                  </a:moveTo>
                  <a:lnTo>
                    <a:pt x="189" y="592"/>
                  </a:lnTo>
                  <a:lnTo>
                    <a:pt x="0" y="382"/>
                  </a:lnTo>
                  <a:lnTo>
                    <a:pt x="136" y="0"/>
                  </a:lnTo>
                  <a:lnTo>
                    <a:pt x="525" y="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4"/>
            <p:cNvSpPr/>
            <p:nvPr/>
          </p:nvSpPr>
          <p:spPr>
            <a:xfrm>
              <a:off x="3019429" y="2382427"/>
              <a:ext cx="24582" cy="44567"/>
            </a:xfrm>
            <a:custGeom>
              <a:avLst/>
              <a:pathLst>
                <a:path w="24582" h="44567">
                  <a:moveTo>
                    <a:pt x="18221" y="1305"/>
                  </a:moveTo>
                  <a:lnTo>
                    <a:pt x="19704" y="5704"/>
                  </a:lnTo>
                  <a:lnTo>
                    <a:pt x="20516" y="7485"/>
                  </a:lnTo>
                  <a:lnTo>
                    <a:pt x="21473" y="8835"/>
                  </a:lnTo>
                  <a:lnTo>
                    <a:pt x="22567" y="9824"/>
                  </a:lnTo>
                  <a:lnTo>
                    <a:pt x="22959" y="10772"/>
                  </a:lnTo>
                  <a:lnTo>
                    <a:pt x="23654" y="15452"/>
                  </a:lnTo>
                  <a:lnTo>
                    <a:pt x="23989" y="17228"/>
                  </a:lnTo>
                  <a:lnTo>
                    <a:pt x="24451" y="17758"/>
                  </a:lnTo>
                  <a:lnTo>
                    <a:pt x="24562" y="18270"/>
                  </a:lnTo>
                  <a:lnTo>
                    <a:pt x="24582" y="18947"/>
                  </a:lnTo>
                  <a:lnTo>
                    <a:pt x="24061" y="22236"/>
                  </a:lnTo>
                  <a:lnTo>
                    <a:pt x="23852" y="29609"/>
                  </a:lnTo>
                  <a:lnTo>
                    <a:pt x="23720" y="30195"/>
                  </a:lnTo>
                  <a:lnTo>
                    <a:pt x="23175" y="30163"/>
                  </a:lnTo>
                  <a:lnTo>
                    <a:pt x="22450" y="30322"/>
                  </a:lnTo>
                  <a:lnTo>
                    <a:pt x="22173" y="30890"/>
                  </a:lnTo>
                  <a:lnTo>
                    <a:pt x="21882" y="34857"/>
                  </a:lnTo>
                  <a:lnTo>
                    <a:pt x="20717" y="35989"/>
                  </a:lnTo>
                  <a:lnTo>
                    <a:pt x="19659" y="36630"/>
                  </a:lnTo>
                  <a:lnTo>
                    <a:pt x="18767" y="36486"/>
                  </a:lnTo>
                  <a:lnTo>
                    <a:pt x="17199" y="35546"/>
                  </a:lnTo>
                  <a:lnTo>
                    <a:pt x="16687" y="35444"/>
                  </a:lnTo>
                  <a:lnTo>
                    <a:pt x="16249" y="35979"/>
                  </a:lnTo>
                  <a:lnTo>
                    <a:pt x="14850" y="36262"/>
                  </a:lnTo>
                  <a:lnTo>
                    <a:pt x="14236" y="36957"/>
                  </a:lnTo>
                  <a:lnTo>
                    <a:pt x="12794" y="41596"/>
                  </a:lnTo>
                  <a:lnTo>
                    <a:pt x="11333" y="43195"/>
                  </a:lnTo>
                  <a:lnTo>
                    <a:pt x="10836" y="44004"/>
                  </a:lnTo>
                  <a:lnTo>
                    <a:pt x="9719" y="42980"/>
                  </a:lnTo>
                  <a:lnTo>
                    <a:pt x="9185" y="42874"/>
                  </a:lnTo>
                  <a:lnTo>
                    <a:pt x="8412" y="44058"/>
                  </a:lnTo>
                  <a:lnTo>
                    <a:pt x="6719" y="44176"/>
                  </a:lnTo>
                  <a:lnTo>
                    <a:pt x="6262" y="44382"/>
                  </a:lnTo>
                  <a:lnTo>
                    <a:pt x="4957" y="44567"/>
                  </a:lnTo>
                  <a:lnTo>
                    <a:pt x="4902" y="43928"/>
                  </a:lnTo>
                  <a:lnTo>
                    <a:pt x="4661" y="42994"/>
                  </a:lnTo>
                  <a:lnTo>
                    <a:pt x="4052" y="42557"/>
                  </a:lnTo>
                  <a:lnTo>
                    <a:pt x="2808" y="42931"/>
                  </a:lnTo>
                  <a:lnTo>
                    <a:pt x="2505" y="42248"/>
                  </a:lnTo>
                  <a:lnTo>
                    <a:pt x="1994" y="38309"/>
                  </a:lnTo>
                  <a:lnTo>
                    <a:pt x="1594" y="37677"/>
                  </a:lnTo>
                  <a:lnTo>
                    <a:pt x="1146" y="36354"/>
                  </a:lnTo>
                  <a:lnTo>
                    <a:pt x="387" y="32076"/>
                  </a:lnTo>
                  <a:lnTo>
                    <a:pt x="368" y="30201"/>
                  </a:lnTo>
                  <a:lnTo>
                    <a:pt x="420" y="28566"/>
                  </a:lnTo>
                  <a:lnTo>
                    <a:pt x="0" y="24728"/>
                  </a:lnTo>
                  <a:lnTo>
                    <a:pt x="259" y="23758"/>
                  </a:lnTo>
                  <a:lnTo>
                    <a:pt x="649" y="23148"/>
                  </a:lnTo>
                  <a:lnTo>
                    <a:pt x="653" y="21603"/>
                  </a:lnTo>
                  <a:lnTo>
                    <a:pt x="543" y="19255"/>
                  </a:lnTo>
                  <a:lnTo>
                    <a:pt x="1004" y="14650"/>
                  </a:lnTo>
                  <a:lnTo>
                    <a:pt x="1130" y="14315"/>
                  </a:lnTo>
                  <a:lnTo>
                    <a:pt x="1248" y="14536"/>
                  </a:lnTo>
                  <a:lnTo>
                    <a:pt x="2367" y="14902"/>
                  </a:lnTo>
                  <a:lnTo>
                    <a:pt x="2656" y="14320"/>
                  </a:lnTo>
                  <a:lnTo>
                    <a:pt x="2840" y="13411"/>
                  </a:lnTo>
                  <a:lnTo>
                    <a:pt x="2900" y="10040"/>
                  </a:lnTo>
                  <a:lnTo>
                    <a:pt x="3167" y="8483"/>
                  </a:lnTo>
                  <a:lnTo>
                    <a:pt x="5875" y="5521"/>
                  </a:lnTo>
                  <a:lnTo>
                    <a:pt x="6670" y="5412"/>
                  </a:lnTo>
                  <a:lnTo>
                    <a:pt x="7281" y="6772"/>
                  </a:lnTo>
                  <a:lnTo>
                    <a:pt x="7765" y="7642"/>
                  </a:lnTo>
                  <a:lnTo>
                    <a:pt x="8056" y="7616"/>
                  </a:lnTo>
                  <a:lnTo>
                    <a:pt x="8161" y="6739"/>
                  </a:lnTo>
                  <a:lnTo>
                    <a:pt x="8489" y="5052"/>
                  </a:lnTo>
                  <a:lnTo>
                    <a:pt x="9045" y="4087"/>
                  </a:lnTo>
                  <a:lnTo>
                    <a:pt x="10708" y="3269"/>
                  </a:lnTo>
                  <a:lnTo>
                    <a:pt x="11244" y="3428"/>
                  </a:lnTo>
                  <a:lnTo>
                    <a:pt x="12407" y="2672"/>
                  </a:lnTo>
                  <a:lnTo>
                    <a:pt x="13132" y="1626"/>
                  </a:lnTo>
                  <a:lnTo>
                    <a:pt x="13501" y="1470"/>
                  </a:lnTo>
                  <a:lnTo>
                    <a:pt x="13992" y="1066"/>
                  </a:lnTo>
                  <a:lnTo>
                    <a:pt x="14698" y="1125"/>
                  </a:lnTo>
                  <a:lnTo>
                    <a:pt x="15414" y="1581"/>
                  </a:lnTo>
                  <a:lnTo>
                    <a:pt x="16324" y="979"/>
                  </a:lnTo>
                  <a:lnTo>
                    <a:pt x="17219" y="0"/>
                  </a:lnTo>
                  <a:lnTo>
                    <a:pt x="17577" y="245"/>
                  </a:lnTo>
                  <a:lnTo>
                    <a:pt x="17965" y="107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5"/>
            <p:cNvSpPr/>
            <p:nvPr/>
          </p:nvSpPr>
          <p:spPr>
            <a:xfrm>
              <a:off x="2704781" y="2895474"/>
              <a:ext cx="158772" cy="438872"/>
            </a:xfrm>
            <a:custGeom>
              <a:avLst/>
              <a:pathLst>
                <a:path w="158772" h="438872">
                  <a:moveTo>
                    <a:pt x="158704" y="172945"/>
                  </a:moveTo>
                  <a:lnTo>
                    <a:pt x="158710" y="178108"/>
                  </a:lnTo>
                  <a:lnTo>
                    <a:pt x="158717" y="185900"/>
                  </a:lnTo>
                  <a:lnTo>
                    <a:pt x="158727" y="194580"/>
                  </a:lnTo>
                  <a:lnTo>
                    <a:pt x="158735" y="202592"/>
                  </a:lnTo>
                  <a:lnTo>
                    <a:pt x="158746" y="211721"/>
                  </a:lnTo>
                  <a:lnTo>
                    <a:pt x="158753" y="219059"/>
                  </a:lnTo>
                  <a:lnTo>
                    <a:pt x="158763" y="227739"/>
                  </a:lnTo>
                  <a:lnTo>
                    <a:pt x="158772" y="236369"/>
                  </a:lnTo>
                  <a:lnTo>
                    <a:pt x="158467" y="237364"/>
                  </a:lnTo>
                  <a:lnTo>
                    <a:pt x="158354" y="242225"/>
                  </a:lnTo>
                  <a:lnTo>
                    <a:pt x="158267" y="248620"/>
                  </a:lnTo>
                  <a:lnTo>
                    <a:pt x="157682" y="255241"/>
                  </a:lnTo>
                  <a:lnTo>
                    <a:pt x="156659" y="260116"/>
                  </a:lnTo>
                  <a:lnTo>
                    <a:pt x="156287" y="264761"/>
                  </a:lnTo>
                  <a:lnTo>
                    <a:pt x="156007" y="267417"/>
                  </a:lnTo>
                  <a:lnTo>
                    <a:pt x="155624" y="268860"/>
                  </a:lnTo>
                  <a:lnTo>
                    <a:pt x="155535" y="270598"/>
                  </a:lnTo>
                  <a:lnTo>
                    <a:pt x="155333" y="273042"/>
                  </a:lnTo>
                  <a:lnTo>
                    <a:pt x="155006" y="274625"/>
                  </a:lnTo>
                  <a:lnTo>
                    <a:pt x="154752" y="275443"/>
                  </a:lnTo>
                  <a:lnTo>
                    <a:pt x="153724" y="276399"/>
                  </a:lnTo>
                  <a:lnTo>
                    <a:pt x="151906" y="281085"/>
                  </a:lnTo>
                  <a:lnTo>
                    <a:pt x="151750" y="284830"/>
                  </a:lnTo>
                  <a:lnTo>
                    <a:pt x="149681" y="283803"/>
                  </a:lnTo>
                  <a:lnTo>
                    <a:pt x="147481" y="282737"/>
                  </a:lnTo>
                  <a:lnTo>
                    <a:pt x="147185" y="282806"/>
                  </a:lnTo>
                  <a:lnTo>
                    <a:pt x="147004" y="283295"/>
                  </a:lnTo>
                  <a:lnTo>
                    <a:pt x="146913" y="285285"/>
                  </a:lnTo>
                  <a:lnTo>
                    <a:pt x="143919" y="285612"/>
                  </a:lnTo>
                  <a:lnTo>
                    <a:pt x="141334" y="285892"/>
                  </a:lnTo>
                  <a:lnTo>
                    <a:pt x="138136" y="286218"/>
                  </a:lnTo>
                  <a:lnTo>
                    <a:pt x="135937" y="286445"/>
                  </a:lnTo>
                  <a:lnTo>
                    <a:pt x="133146" y="286895"/>
                  </a:lnTo>
                  <a:lnTo>
                    <a:pt x="130561" y="287315"/>
                  </a:lnTo>
                  <a:lnTo>
                    <a:pt x="128841" y="291633"/>
                  </a:lnTo>
                  <a:lnTo>
                    <a:pt x="127291" y="295747"/>
                  </a:lnTo>
                  <a:lnTo>
                    <a:pt x="127170" y="295888"/>
                  </a:lnTo>
                  <a:lnTo>
                    <a:pt x="124970" y="296693"/>
                  </a:lnTo>
                  <a:lnTo>
                    <a:pt x="122224" y="295980"/>
                  </a:lnTo>
                  <a:lnTo>
                    <a:pt x="120813" y="295946"/>
                  </a:lnTo>
                  <a:lnTo>
                    <a:pt x="120260" y="296434"/>
                  </a:lnTo>
                  <a:lnTo>
                    <a:pt x="120152" y="297976"/>
                  </a:lnTo>
                  <a:lnTo>
                    <a:pt x="118061" y="295742"/>
                  </a:lnTo>
                  <a:lnTo>
                    <a:pt x="115793" y="293604"/>
                  </a:lnTo>
                  <a:lnTo>
                    <a:pt x="114164" y="294991"/>
                  </a:lnTo>
                  <a:lnTo>
                    <a:pt x="113905" y="294517"/>
                  </a:lnTo>
                  <a:lnTo>
                    <a:pt x="113692" y="293597"/>
                  </a:lnTo>
                  <a:lnTo>
                    <a:pt x="112903" y="293059"/>
                  </a:lnTo>
                  <a:lnTo>
                    <a:pt x="111654" y="293298"/>
                  </a:lnTo>
                  <a:lnTo>
                    <a:pt x="110751" y="293949"/>
                  </a:lnTo>
                  <a:lnTo>
                    <a:pt x="109332" y="297210"/>
                  </a:lnTo>
                  <a:lnTo>
                    <a:pt x="108263" y="300048"/>
                  </a:lnTo>
                  <a:lnTo>
                    <a:pt x="107971" y="300693"/>
                  </a:lnTo>
                  <a:lnTo>
                    <a:pt x="106477" y="302407"/>
                  </a:lnTo>
                  <a:lnTo>
                    <a:pt x="103702" y="306409"/>
                  </a:lnTo>
                  <a:lnTo>
                    <a:pt x="102128" y="309343"/>
                  </a:lnTo>
                  <a:lnTo>
                    <a:pt x="101765" y="309884"/>
                  </a:lnTo>
                  <a:lnTo>
                    <a:pt x="101066" y="310547"/>
                  </a:lnTo>
                  <a:lnTo>
                    <a:pt x="99990" y="310681"/>
                  </a:lnTo>
                  <a:lnTo>
                    <a:pt x="99093" y="311419"/>
                  </a:lnTo>
                  <a:lnTo>
                    <a:pt x="98285" y="319158"/>
                  </a:lnTo>
                  <a:lnTo>
                    <a:pt x="97745" y="319931"/>
                  </a:lnTo>
                  <a:lnTo>
                    <a:pt x="94438" y="316809"/>
                  </a:lnTo>
                  <a:lnTo>
                    <a:pt x="93768" y="317277"/>
                  </a:lnTo>
                  <a:lnTo>
                    <a:pt x="93193" y="318184"/>
                  </a:lnTo>
                  <a:lnTo>
                    <a:pt x="91346" y="322730"/>
                  </a:lnTo>
                  <a:lnTo>
                    <a:pt x="90432" y="326365"/>
                  </a:lnTo>
                  <a:lnTo>
                    <a:pt x="89933" y="331210"/>
                  </a:lnTo>
                  <a:lnTo>
                    <a:pt x="90004" y="332699"/>
                  </a:lnTo>
                  <a:lnTo>
                    <a:pt x="90017" y="334380"/>
                  </a:lnTo>
                  <a:lnTo>
                    <a:pt x="89693" y="335297"/>
                  </a:lnTo>
                  <a:lnTo>
                    <a:pt x="89247" y="335632"/>
                  </a:lnTo>
                  <a:lnTo>
                    <a:pt x="88848" y="335573"/>
                  </a:lnTo>
                  <a:lnTo>
                    <a:pt x="87313" y="334576"/>
                  </a:lnTo>
                  <a:lnTo>
                    <a:pt x="86830" y="335005"/>
                  </a:lnTo>
                  <a:lnTo>
                    <a:pt x="86623" y="337395"/>
                  </a:lnTo>
                  <a:lnTo>
                    <a:pt x="86656" y="342615"/>
                  </a:lnTo>
                  <a:lnTo>
                    <a:pt x="86319" y="346162"/>
                  </a:lnTo>
                  <a:lnTo>
                    <a:pt x="85406" y="347257"/>
                  </a:lnTo>
                  <a:lnTo>
                    <a:pt x="84703" y="348655"/>
                  </a:lnTo>
                  <a:lnTo>
                    <a:pt x="84148" y="349059"/>
                  </a:lnTo>
                  <a:lnTo>
                    <a:pt x="83685" y="348720"/>
                  </a:lnTo>
                  <a:lnTo>
                    <a:pt x="81015" y="343421"/>
                  </a:lnTo>
                  <a:lnTo>
                    <a:pt x="80113" y="342574"/>
                  </a:lnTo>
                  <a:lnTo>
                    <a:pt x="79115" y="343158"/>
                  </a:lnTo>
                  <a:lnTo>
                    <a:pt x="78155" y="345410"/>
                  </a:lnTo>
                  <a:lnTo>
                    <a:pt x="77720" y="346889"/>
                  </a:lnTo>
                  <a:lnTo>
                    <a:pt x="77120" y="348628"/>
                  </a:lnTo>
                  <a:lnTo>
                    <a:pt x="76446" y="350941"/>
                  </a:lnTo>
                  <a:lnTo>
                    <a:pt x="76624" y="352907"/>
                  </a:lnTo>
                  <a:lnTo>
                    <a:pt x="77101" y="355187"/>
                  </a:lnTo>
                  <a:lnTo>
                    <a:pt x="77441" y="358019"/>
                  </a:lnTo>
                  <a:lnTo>
                    <a:pt x="77423" y="360554"/>
                  </a:lnTo>
                  <a:lnTo>
                    <a:pt x="74986" y="364144"/>
                  </a:lnTo>
                  <a:lnTo>
                    <a:pt x="75186" y="365380"/>
                  </a:lnTo>
                  <a:lnTo>
                    <a:pt x="75550" y="366822"/>
                  </a:lnTo>
                  <a:lnTo>
                    <a:pt x="75554" y="369438"/>
                  </a:lnTo>
                  <a:lnTo>
                    <a:pt x="75485" y="374032"/>
                  </a:lnTo>
                  <a:lnTo>
                    <a:pt x="74993" y="375681"/>
                  </a:lnTo>
                  <a:lnTo>
                    <a:pt x="74357" y="377315"/>
                  </a:lnTo>
                  <a:lnTo>
                    <a:pt x="73964" y="379426"/>
                  </a:lnTo>
                  <a:lnTo>
                    <a:pt x="73576" y="380455"/>
                  </a:lnTo>
                  <a:lnTo>
                    <a:pt x="72884" y="381756"/>
                  </a:lnTo>
                  <a:lnTo>
                    <a:pt x="71935" y="383058"/>
                  </a:lnTo>
                  <a:lnTo>
                    <a:pt x="70291" y="384205"/>
                  </a:lnTo>
                  <a:lnTo>
                    <a:pt x="68975" y="384967"/>
                  </a:lnTo>
                  <a:lnTo>
                    <a:pt x="68479" y="385710"/>
                  </a:lnTo>
                  <a:lnTo>
                    <a:pt x="67780" y="387249"/>
                  </a:lnTo>
                  <a:lnTo>
                    <a:pt x="67223" y="389092"/>
                  </a:lnTo>
                  <a:lnTo>
                    <a:pt x="67090" y="391086"/>
                  </a:lnTo>
                  <a:lnTo>
                    <a:pt x="67200" y="393365"/>
                  </a:lnTo>
                  <a:lnTo>
                    <a:pt x="67394" y="395240"/>
                  </a:lnTo>
                  <a:lnTo>
                    <a:pt x="67640" y="396514"/>
                  </a:lnTo>
                  <a:lnTo>
                    <a:pt x="67788" y="398118"/>
                  </a:lnTo>
                  <a:lnTo>
                    <a:pt x="67587" y="402452"/>
                  </a:lnTo>
                  <a:lnTo>
                    <a:pt x="67110" y="407470"/>
                  </a:lnTo>
                  <a:lnTo>
                    <a:pt x="66653" y="409707"/>
                  </a:lnTo>
                  <a:lnTo>
                    <a:pt x="65915" y="410935"/>
                  </a:lnTo>
                  <a:lnTo>
                    <a:pt x="65278" y="412304"/>
                  </a:lnTo>
                  <a:lnTo>
                    <a:pt x="65488" y="415594"/>
                  </a:lnTo>
                  <a:lnTo>
                    <a:pt x="65599" y="420312"/>
                  </a:lnTo>
                  <a:lnTo>
                    <a:pt x="65420" y="424077"/>
                  </a:lnTo>
                  <a:lnTo>
                    <a:pt x="65388" y="426408"/>
                  </a:lnTo>
                  <a:lnTo>
                    <a:pt x="65118" y="428820"/>
                  </a:lnTo>
                  <a:lnTo>
                    <a:pt x="64960" y="430517"/>
                  </a:lnTo>
                  <a:lnTo>
                    <a:pt x="64642" y="430105"/>
                  </a:lnTo>
                  <a:lnTo>
                    <a:pt x="63318" y="430305"/>
                  </a:lnTo>
                  <a:lnTo>
                    <a:pt x="61880" y="431594"/>
                  </a:lnTo>
                  <a:lnTo>
                    <a:pt x="61377" y="432623"/>
                  </a:lnTo>
                  <a:lnTo>
                    <a:pt x="61268" y="434027"/>
                  </a:lnTo>
                  <a:lnTo>
                    <a:pt x="60950" y="434976"/>
                  </a:lnTo>
                  <a:lnTo>
                    <a:pt x="60488" y="436040"/>
                  </a:lnTo>
                  <a:lnTo>
                    <a:pt x="60047" y="437348"/>
                  </a:lnTo>
                  <a:lnTo>
                    <a:pt x="59253" y="437139"/>
                  </a:lnTo>
                  <a:lnTo>
                    <a:pt x="58487" y="436246"/>
                  </a:lnTo>
                  <a:lnTo>
                    <a:pt x="58088" y="435375"/>
                  </a:lnTo>
                  <a:lnTo>
                    <a:pt x="58059" y="434855"/>
                  </a:lnTo>
                  <a:lnTo>
                    <a:pt x="58312" y="433580"/>
                  </a:lnTo>
                  <a:lnTo>
                    <a:pt x="58527" y="432189"/>
                  </a:lnTo>
                  <a:lnTo>
                    <a:pt x="58546" y="431277"/>
                  </a:lnTo>
                  <a:lnTo>
                    <a:pt x="58286" y="429032"/>
                  </a:lnTo>
                  <a:lnTo>
                    <a:pt x="58074" y="426614"/>
                  </a:lnTo>
                  <a:lnTo>
                    <a:pt x="58162" y="425449"/>
                  </a:lnTo>
                  <a:lnTo>
                    <a:pt x="57973" y="421891"/>
                  </a:lnTo>
                  <a:lnTo>
                    <a:pt x="57869" y="421710"/>
                  </a:lnTo>
                  <a:lnTo>
                    <a:pt x="56864" y="422633"/>
                  </a:lnTo>
                  <a:lnTo>
                    <a:pt x="56494" y="422861"/>
                  </a:lnTo>
                  <a:lnTo>
                    <a:pt x="56285" y="423255"/>
                  </a:lnTo>
                  <a:lnTo>
                    <a:pt x="56220" y="423936"/>
                  </a:lnTo>
                  <a:lnTo>
                    <a:pt x="56461" y="426193"/>
                  </a:lnTo>
                  <a:lnTo>
                    <a:pt x="56304" y="426584"/>
                  </a:lnTo>
                  <a:lnTo>
                    <a:pt x="55740" y="426521"/>
                  </a:lnTo>
                  <a:lnTo>
                    <a:pt x="54951" y="425777"/>
                  </a:lnTo>
                  <a:lnTo>
                    <a:pt x="54090" y="423708"/>
                  </a:lnTo>
                  <a:lnTo>
                    <a:pt x="53877" y="424377"/>
                  </a:lnTo>
                  <a:lnTo>
                    <a:pt x="53783" y="426025"/>
                  </a:lnTo>
                  <a:lnTo>
                    <a:pt x="53727" y="427976"/>
                  </a:lnTo>
                  <a:lnTo>
                    <a:pt x="53944" y="431517"/>
                  </a:lnTo>
                  <a:lnTo>
                    <a:pt x="53714" y="432779"/>
                  </a:lnTo>
                  <a:lnTo>
                    <a:pt x="53138" y="432553"/>
                  </a:lnTo>
                  <a:lnTo>
                    <a:pt x="52365" y="432557"/>
                  </a:lnTo>
                  <a:lnTo>
                    <a:pt x="51690" y="432909"/>
                  </a:lnTo>
                  <a:lnTo>
                    <a:pt x="51243" y="432990"/>
                  </a:lnTo>
                  <a:lnTo>
                    <a:pt x="50963" y="434254"/>
                  </a:lnTo>
                  <a:lnTo>
                    <a:pt x="50845" y="435663"/>
                  </a:lnTo>
                  <a:lnTo>
                    <a:pt x="51113" y="437233"/>
                  </a:lnTo>
                  <a:lnTo>
                    <a:pt x="51072" y="437898"/>
                  </a:lnTo>
                  <a:lnTo>
                    <a:pt x="50867" y="438506"/>
                  </a:lnTo>
                  <a:lnTo>
                    <a:pt x="50601" y="438872"/>
                  </a:lnTo>
                  <a:lnTo>
                    <a:pt x="50383" y="438827"/>
                  </a:lnTo>
                  <a:lnTo>
                    <a:pt x="49757" y="437092"/>
                  </a:lnTo>
                  <a:lnTo>
                    <a:pt x="49013" y="436437"/>
                  </a:lnTo>
                  <a:lnTo>
                    <a:pt x="47274" y="435441"/>
                  </a:lnTo>
                  <a:lnTo>
                    <a:pt x="47064" y="433055"/>
                  </a:lnTo>
                  <a:lnTo>
                    <a:pt x="46778" y="433020"/>
                  </a:lnTo>
                  <a:lnTo>
                    <a:pt x="46377" y="431760"/>
                  </a:lnTo>
                  <a:lnTo>
                    <a:pt x="45978" y="430110"/>
                  </a:lnTo>
                  <a:lnTo>
                    <a:pt x="45643" y="430198"/>
                  </a:lnTo>
                  <a:lnTo>
                    <a:pt x="45362" y="430658"/>
                  </a:lnTo>
                  <a:lnTo>
                    <a:pt x="44410" y="430475"/>
                  </a:lnTo>
                  <a:lnTo>
                    <a:pt x="43564" y="432991"/>
                  </a:lnTo>
                  <a:lnTo>
                    <a:pt x="42938" y="436115"/>
                  </a:lnTo>
                  <a:lnTo>
                    <a:pt x="42266" y="437617"/>
                  </a:lnTo>
                  <a:lnTo>
                    <a:pt x="41527" y="438275"/>
                  </a:lnTo>
                  <a:lnTo>
                    <a:pt x="41242" y="438304"/>
                  </a:lnTo>
                  <a:lnTo>
                    <a:pt x="41397" y="436323"/>
                  </a:lnTo>
                  <a:lnTo>
                    <a:pt x="41289" y="434878"/>
                  </a:lnTo>
                  <a:lnTo>
                    <a:pt x="41082" y="433594"/>
                  </a:lnTo>
                  <a:lnTo>
                    <a:pt x="38926" y="430163"/>
                  </a:lnTo>
                  <a:lnTo>
                    <a:pt x="38588" y="428745"/>
                  </a:lnTo>
                  <a:lnTo>
                    <a:pt x="38253" y="424856"/>
                  </a:lnTo>
                  <a:lnTo>
                    <a:pt x="38036" y="420958"/>
                  </a:lnTo>
                  <a:lnTo>
                    <a:pt x="38059" y="418670"/>
                  </a:lnTo>
                  <a:lnTo>
                    <a:pt x="38207" y="416627"/>
                  </a:lnTo>
                  <a:lnTo>
                    <a:pt x="38145" y="415041"/>
                  </a:lnTo>
                  <a:lnTo>
                    <a:pt x="37908" y="413833"/>
                  </a:lnTo>
                  <a:lnTo>
                    <a:pt x="37263" y="412672"/>
                  </a:lnTo>
                  <a:lnTo>
                    <a:pt x="36588" y="412126"/>
                  </a:lnTo>
                  <a:lnTo>
                    <a:pt x="35734" y="413654"/>
                  </a:lnTo>
                  <a:lnTo>
                    <a:pt x="35324" y="413942"/>
                  </a:lnTo>
                  <a:lnTo>
                    <a:pt x="34940" y="413838"/>
                  </a:lnTo>
                  <a:lnTo>
                    <a:pt x="34742" y="413276"/>
                  </a:lnTo>
                  <a:lnTo>
                    <a:pt x="34769" y="412497"/>
                  </a:lnTo>
                  <a:lnTo>
                    <a:pt x="35698" y="408326"/>
                  </a:lnTo>
                  <a:lnTo>
                    <a:pt x="36150" y="406585"/>
                  </a:lnTo>
                  <a:lnTo>
                    <a:pt x="36696" y="405261"/>
                  </a:lnTo>
                  <a:lnTo>
                    <a:pt x="37063" y="404552"/>
                  </a:lnTo>
                  <a:lnTo>
                    <a:pt x="37300" y="403527"/>
                  </a:lnTo>
                  <a:lnTo>
                    <a:pt x="37321" y="402725"/>
                  </a:lnTo>
                  <a:lnTo>
                    <a:pt x="37235" y="402142"/>
                  </a:lnTo>
                  <a:lnTo>
                    <a:pt x="36627" y="401376"/>
                  </a:lnTo>
                  <a:lnTo>
                    <a:pt x="35684" y="399430"/>
                  </a:lnTo>
                  <a:lnTo>
                    <a:pt x="35180" y="399222"/>
                  </a:lnTo>
                  <a:lnTo>
                    <a:pt x="34759" y="398339"/>
                  </a:lnTo>
                  <a:lnTo>
                    <a:pt x="34312" y="395302"/>
                  </a:lnTo>
                  <a:lnTo>
                    <a:pt x="34104" y="394719"/>
                  </a:lnTo>
                  <a:lnTo>
                    <a:pt x="33656" y="394401"/>
                  </a:lnTo>
                  <a:lnTo>
                    <a:pt x="33249" y="393663"/>
                  </a:lnTo>
                  <a:lnTo>
                    <a:pt x="33268" y="389706"/>
                  </a:lnTo>
                  <a:lnTo>
                    <a:pt x="33285" y="386297"/>
                  </a:lnTo>
                  <a:lnTo>
                    <a:pt x="32366" y="380800"/>
                  </a:lnTo>
                  <a:lnTo>
                    <a:pt x="32011" y="377341"/>
                  </a:lnTo>
                  <a:lnTo>
                    <a:pt x="31549" y="373786"/>
                  </a:lnTo>
                  <a:lnTo>
                    <a:pt x="31124" y="372118"/>
                  </a:lnTo>
                  <a:lnTo>
                    <a:pt x="30380" y="370712"/>
                  </a:lnTo>
                  <a:lnTo>
                    <a:pt x="29466" y="369739"/>
                  </a:lnTo>
                  <a:lnTo>
                    <a:pt x="28654" y="369520"/>
                  </a:lnTo>
                  <a:lnTo>
                    <a:pt x="28027" y="369844"/>
                  </a:lnTo>
                  <a:lnTo>
                    <a:pt x="27737" y="370277"/>
                  </a:lnTo>
                  <a:lnTo>
                    <a:pt x="27754" y="370940"/>
                  </a:lnTo>
                  <a:lnTo>
                    <a:pt x="28262" y="373192"/>
                  </a:lnTo>
                  <a:lnTo>
                    <a:pt x="28351" y="374441"/>
                  </a:lnTo>
                  <a:lnTo>
                    <a:pt x="28268" y="375652"/>
                  </a:lnTo>
                  <a:lnTo>
                    <a:pt x="28096" y="376460"/>
                  </a:lnTo>
                  <a:lnTo>
                    <a:pt x="27645" y="376548"/>
                  </a:lnTo>
                  <a:lnTo>
                    <a:pt x="26858" y="377250"/>
                  </a:lnTo>
                  <a:lnTo>
                    <a:pt x="25888" y="378615"/>
                  </a:lnTo>
                  <a:lnTo>
                    <a:pt x="25210" y="379778"/>
                  </a:lnTo>
                  <a:lnTo>
                    <a:pt x="24667" y="382752"/>
                  </a:lnTo>
                  <a:lnTo>
                    <a:pt x="24289" y="383123"/>
                  </a:lnTo>
                  <a:lnTo>
                    <a:pt x="23648" y="382752"/>
                  </a:lnTo>
                  <a:lnTo>
                    <a:pt x="21822" y="380566"/>
                  </a:lnTo>
                  <a:lnTo>
                    <a:pt x="20318" y="378764"/>
                  </a:lnTo>
                  <a:lnTo>
                    <a:pt x="19282" y="377724"/>
                  </a:lnTo>
                  <a:lnTo>
                    <a:pt x="18657" y="378385"/>
                  </a:lnTo>
                  <a:lnTo>
                    <a:pt x="18341" y="378702"/>
                  </a:lnTo>
                  <a:lnTo>
                    <a:pt x="17446" y="379910"/>
                  </a:lnTo>
                  <a:lnTo>
                    <a:pt x="16257" y="384294"/>
                  </a:lnTo>
                  <a:lnTo>
                    <a:pt x="15974" y="385744"/>
                  </a:lnTo>
                  <a:lnTo>
                    <a:pt x="15736" y="386208"/>
                  </a:lnTo>
                  <a:lnTo>
                    <a:pt x="15413" y="386979"/>
                  </a:lnTo>
                  <a:lnTo>
                    <a:pt x="15106" y="387000"/>
                  </a:lnTo>
                  <a:lnTo>
                    <a:pt x="14859" y="386476"/>
                  </a:lnTo>
                  <a:lnTo>
                    <a:pt x="14781" y="386157"/>
                  </a:lnTo>
                  <a:lnTo>
                    <a:pt x="14171" y="382994"/>
                  </a:lnTo>
                  <a:lnTo>
                    <a:pt x="13501" y="379520"/>
                  </a:lnTo>
                  <a:lnTo>
                    <a:pt x="12953" y="377944"/>
                  </a:lnTo>
                  <a:lnTo>
                    <a:pt x="12267" y="377875"/>
                  </a:lnTo>
                  <a:lnTo>
                    <a:pt x="11678" y="378960"/>
                  </a:lnTo>
                  <a:lnTo>
                    <a:pt x="11068" y="381200"/>
                  </a:lnTo>
                  <a:lnTo>
                    <a:pt x="10295" y="383273"/>
                  </a:lnTo>
                  <a:lnTo>
                    <a:pt x="9805" y="383887"/>
                  </a:lnTo>
                  <a:lnTo>
                    <a:pt x="9377" y="383551"/>
                  </a:lnTo>
                  <a:lnTo>
                    <a:pt x="8325" y="380934"/>
                  </a:lnTo>
                  <a:lnTo>
                    <a:pt x="7577" y="379074"/>
                  </a:lnTo>
                  <a:lnTo>
                    <a:pt x="7483" y="378138"/>
                  </a:lnTo>
                  <a:lnTo>
                    <a:pt x="7749" y="376704"/>
                  </a:lnTo>
                  <a:lnTo>
                    <a:pt x="8008" y="374574"/>
                  </a:lnTo>
                  <a:lnTo>
                    <a:pt x="8292" y="372847"/>
                  </a:lnTo>
                  <a:lnTo>
                    <a:pt x="8567" y="372058"/>
                  </a:lnTo>
                  <a:lnTo>
                    <a:pt x="8634" y="369846"/>
                  </a:lnTo>
                  <a:lnTo>
                    <a:pt x="7996" y="368289"/>
                  </a:lnTo>
                  <a:lnTo>
                    <a:pt x="7979" y="367527"/>
                  </a:lnTo>
                  <a:lnTo>
                    <a:pt x="8042" y="365463"/>
                  </a:lnTo>
                  <a:lnTo>
                    <a:pt x="8327" y="361092"/>
                  </a:lnTo>
                  <a:lnTo>
                    <a:pt x="8298" y="359426"/>
                  </a:lnTo>
                  <a:lnTo>
                    <a:pt x="8558" y="356172"/>
                  </a:lnTo>
                  <a:lnTo>
                    <a:pt x="8139" y="354706"/>
                  </a:lnTo>
                  <a:lnTo>
                    <a:pt x="8041" y="353624"/>
                  </a:lnTo>
                  <a:lnTo>
                    <a:pt x="7573" y="351889"/>
                  </a:lnTo>
                  <a:lnTo>
                    <a:pt x="7035" y="349427"/>
                  </a:lnTo>
                  <a:lnTo>
                    <a:pt x="6911" y="347456"/>
                  </a:lnTo>
                  <a:lnTo>
                    <a:pt x="6722" y="345888"/>
                  </a:lnTo>
                  <a:lnTo>
                    <a:pt x="6207" y="343529"/>
                  </a:lnTo>
                  <a:lnTo>
                    <a:pt x="5827" y="343159"/>
                  </a:lnTo>
                  <a:lnTo>
                    <a:pt x="5021" y="342800"/>
                  </a:lnTo>
                  <a:lnTo>
                    <a:pt x="4887" y="343611"/>
                  </a:lnTo>
                  <a:lnTo>
                    <a:pt x="4588" y="344787"/>
                  </a:lnTo>
                  <a:lnTo>
                    <a:pt x="4315" y="345126"/>
                  </a:lnTo>
                  <a:lnTo>
                    <a:pt x="3872" y="343686"/>
                  </a:lnTo>
                  <a:lnTo>
                    <a:pt x="3705" y="342452"/>
                  </a:lnTo>
                  <a:lnTo>
                    <a:pt x="3711" y="341326"/>
                  </a:lnTo>
                  <a:lnTo>
                    <a:pt x="3110" y="339362"/>
                  </a:lnTo>
                  <a:lnTo>
                    <a:pt x="2176" y="335752"/>
                  </a:lnTo>
                  <a:lnTo>
                    <a:pt x="2273" y="332773"/>
                  </a:lnTo>
                  <a:lnTo>
                    <a:pt x="2849" y="331171"/>
                  </a:lnTo>
                  <a:lnTo>
                    <a:pt x="3021" y="329963"/>
                  </a:lnTo>
                  <a:lnTo>
                    <a:pt x="3073" y="328594"/>
                  </a:lnTo>
                  <a:lnTo>
                    <a:pt x="2812" y="326955"/>
                  </a:lnTo>
                  <a:lnTo>
                    <a:pt x="2504" y="325658"/>
                  </a:lnTo>
                  <a:lnTo>
                    <a:pt x="2590" y="322787"/>
                  </a:lnTo>
                  <a:lnTo>
                    <a:pt x="2513" y="318807"/>
                  </a:lnTo>
                  <a:lnTo>
                    <a:pt x="2040" y="316806"/>
                  </a:lnTo>
                  <a:lnTo>
                    <a:pt x="1612" y="315356"/>
                  </a:lnTo>
                  <a:lnTo>
                    <a:pt x="1012" y="313779"/>
                  </a:lnTo>
                  <a:lnTo>
                    <a:pt x="501" y="311358"/>
                  </a:lnTo>
                  <a:lnTo>
                    <a:pt x="709" y="308032"/>
                  </a:lnTo>
                  <a:lnTo>
                    <a:pt x="904" y="305757"/>
                  </a:lnTo>
                  <a:lnTo>
                    <a:pt x="0" y="301003"/>
                  </a:lnTo>
                  <a:lnTo>
                    <a:pt x="1691" y="302884"/>
                  </a:lnTo>
                  <a:lnTo>
                    <a:pt x="1913" y="302264"/>
                  </a:lnTo>
                  <a:lnTo>
                    <a:pt x="2490" y="301124"/>
                  </a:lnTo>
                  <a:lnTo>
                    <a:pt x="3265" y="298702"/>
                  </a:lnTo>
                  <a:lnTo>
                    <a:pt x="3920" y="295503"/>
                  </a:lnTo>
                  <a:lnTo>
                    <a:pt x="4214" y="291537"/>
                  </a:lnTo>
                  <a:lnTo>
                    <a:pt x="4343" y="288124"/>
                  </a:lnTo>
                  <a:lnTo>
                    <a:pt x="4635" y="285233"/>
                  </a:lnTo>
                  <a:lnTo>
                    <a:pt x="5003" y="282786"/>
                  </a:lnTo>
                  <a:lnTo>
                    <a:pt x="5813" y="280229"/>
                  </a:lnTo>
                  <a:lnTo>
                    <a:pt x="6574" y="278421"/>
                  </a:lnTo>
                  <a:lnTo>
                    <a:pt x="7478" y="276543"/>
                  </a:lnTo>
                  <a:lnTo>
                    <a:pt x="7935" y="276880"/>
                  </a:lnTo>
                  <a:lnTo>
                    <a:pt x="8796" y="279499"/>
                  </a:lnTo>
                  <a:lnTo>
                    <a:pt x="10683" y="284763"/>
                  </a:lnTo>
                  <a:lnTo>
                    <a:pt x="12240" y="288774"/>
                  </a:lnTo>
                  <a:lnTo>
                    <a:pt x="12808" y="290895"/>
                  </a:lnTo>
                  <a:lnTo>
                    <a:pt x="13315" y="290913"/>
                  </a:lnTo>
                  <a:lnTo>
                    <a:pt x="14089" y="287035"/>
                  </a:lnTo>
                  <a:lnTo>
                    <a:pt x="14888" y="283691"/>
                  </a:lnTo>
                  <a:lnTo>
                    <a:pt x="15228" y="282871"/>
                  </a:lnTo>
                  <a:lnTo>
                    <a:pt x="16285" y="282510"/>
                  </a:lnTo>
                  <a:lnTo>
                    <a:pt x="17183" y="282365"/>
                  </a:lnTo>
                  <a:lnTo>
                    <a:pt x="17966" y="282419"/>
                  </a:lnTo>
                  <a:lnTo>
                    <a:pt x="19405" y="283067"/>
                  </a:lnTo>
                  <a:lnTo>
                    <a:pt x="20062" y="283657"/>
                  </a:lnTo>
                  <a:lnTo>
                    <a:pt x="20679" y="284022"/>
                  </a:lnTo>
                  <a:lnTo>
                    <a:pt x="22488" y="284315"/>
                  </a:lnTo>
                  <a:lnTo>
                    <a:pt x="24279" y="283497"/>
                  </a:lnTo>
                  <a:lnTo>
                    <a:pt x="25983" y="282440"/>
                  </a:lnTo>
                  <a:lnTo>
                    <a:pt x="27242" y="281821"/>
                  </a:lnTo>
                  <a:lnTo>
                    <a:pt x="27305" y="280241"/>
                  </a:lnTo>
                  <a:lnTo>
                    <a:pt x="27234" y="278374"/>
                  </a:lnTo>
                  <a:lnTo>
                    <a:pt x="27437" y="276950"/>
                  </a:lnTo>
                  <a:lnTo>
                    <a:pt x="27834" y="275632"/>
                  </a:lnTo>
                  <a:lnTo>
                    <a:pt x="28168" y="275344"/>
                  </a:lnTo>
                  <a:lnTo>
                    <a:pt x="28313" y="279827"/>
                  </a:lnTo>
                  <a:lnTo>
                    <a:pt x="28715" y="280502"/>
                  </a:lnTo>
                  <a:lnTo>
                    <a:pt x="29838" y="280701"/>
                  </a:lnTo>
                  <a:lnTo>
                    <a:pt x="31663" y="280701"/>
                  </a:lnTo>
                  <a:lnTo>
                    <a:pt x="33623" y="280701"/>
                  </a:lnTo>
                  <a:lnTo>
                    <a:pt x="35584" y="280700"/>
                  </a:lnTo>
                  <a:lnTo>
                    <a:pt x="37545" y="280700"/>
                  </a:lnTo>
                  <a:lnTo>
                    <a:pt x="39506" y="280700"/>
                  </a:lnTo>
                  <a:lnTo>
                    <a:pt x="41466" y="280700"/>
                  </a:lnTo>
                  <a:lnTo>
                    <a:pt x="43427" y="280700"/>
                  </a:lnTo>
                  <a:lnTo>
                    <a:pt x="45388" y="280700"/>
                  </a:lnTo>
                  <a:lnTo>
                    <a:pt x="47348" y="280698"/>
                  </a:lnTo>
                  <a:lnTo>
                    <a:pt x="49309" y="280698"/>
                  </a:lnTo>
                  <a:lnTo>
                    <a:pt x="51270" y="280698"/>
                  </a:lnTo>
                  <a:lnTo>
                    <a:pt x="53230" y="280698"/>
                  </a:lnTo>
                  <a:lnTo>
                    <a:pt x="55191" y="280698"/>
                  </a:lnTo>
                  <a:lnTo>
                    <a:pt x="57152" y="280698"/>
                  </a:lnTo>
                  <a:lnTo>
                    <a:pt x="59112" y="280697"/>
                  </a:lnTo>
                  <a:lnTo>
                    <a:pt x="61073" y="280695"/>
                  </a:lnTo>
                  <a:lnTo>
                    <a:pt x="63034" y="280695"/>
                  </a:lnTo>
                  <a:lnTo>
                    <a:pt x="65066" y="280695"/>
                  </a:lnTo>
                  <a:lnTo>
                    <a:pt x="65613" y="272034"/>
                  </a:lnTo>
                  <a:lnTo>
                    <a:pt x="66113" y="264100"/>
                  </a:lnTo>
                  <a:lnTo>
                    <a:pt x="66533" y="257453"/>
                  </a:lnTo>
                  <a:lnTo>
                    <a:pt x="65094" y="252749"/>
                  </a:lnTo>
                  <a:lnTo>
                    <a:pt x="63949" y="249008"/>
                  </a:lnTo>
                  <a:lnTo>
                    <a:pt x="63684" y="241889"/>
                  </a:lnTo>
                  <a:lnTo>
                    <a:pt x="63410" y="234541"/>
                  </a:lnTo>
                  <a:lnTo>
                    <a:pt x="63137" y="227194"/>
                  </a:lnTo>
                  <a:lnTo>
                    <a:pt x="62862" y="219846"/>
                  </a:lnTo>
                  <a:lnTo>
                    <a:pt x="62589" y="212497"/>
                  </a:lnTo>
                  <a:lnTo>
                    <a:pt x="62315" y="205149"/>
                  </a:lnTo>
                  <a:lnTo>
                    <a:pt x="62041" y="197802"/>
                  </a:lnTo>
                  <a:lnTo>
                    <a:pt x="61768" y="190454"/>
                  </a:lnTo>
                  <a:lnTo>
                    <a:pt x="61494" y="183107"/>
                  </a:lnTo>
                  <a:lnTo>
                    <a:pt x="61220" y="175760"/>
                  </a:lnTo>
                  <a:lnTo>
                    <a:pt x="60946" y="168412"/>
                  </a:lnTo>
                  <a:lnTo>
                    <a:pt x="60673" y="161063"/>
                  </a:lnTo>
                  <a:lnTo>
                    <a:pt x="60399" y="153717"/>
                  </a:lnTo>
                  <a:lnTo>
                    <a:pt x="60125" y="146368"/>
                  </a:lnTo>
                  <a:lnTo>
                    <a:pt x="59852" y="139020"/>
                  </a:lnTo>
                  <a:lnTo>
                    <a:pt x="59577" y="131673"/>
                  </a:lnTo>
                  <a:lnTo>
                    <a:pt x="59304" y="124325"/>
                  </a:lnTo>
                  <a:lnTo>
                    <a:pt x="59030" y="116976"/>
                  </a:lnTo>
                  <a:lnTo>
                    <a:pt x="58756" y="109628"/>
                  </a:lnTo>
                  <a:lnTo>
                    <a:pt x="58483" y="102281"/>
                  </a:lnTo>
                  <a:lnTo>
                    <a:pt x="58209" y="94933"/>
                  </a:lnTo>
                  <a:lnTo>
                    <a:pt x="57935" y="87585"/>
                  </a:lnTo>
                  <a:lnTo>
                    <a:pt x="57661" y="80238"/>
                  </a:lnTo>
                  <a:lnTo>
                    <a:pt x="57388" y="72890"/>
                  </a:lnTo>
                  <a:lnTo>
                    <a:pt x="57114" y="65543"/>
                  </a:lnTo>
                  <a:lnTo>
                    <a:pt x="56840" y="58196"/>
                  </a:lnTo>
                  <a:lnTo>
                    <a:pt x="56567" y="50848"/>
                  </a:lnTo>
                  <a:lnTo>
                    <a:pt x="56293" y="43499"/>
                  </a:lnTo>
                  <a:lnTo>
                    <a:pt x="56019" y="36151"/>
                  </a:lnTo>
                  <a:lnTo>
                    <a:pt x="55745" y="28804"/>
                  </a:lnTo>
                  <a:lnTo>
                    <a:pt x="55472" y="21456"/>
                  </a:lnTo>
                  <a:lnTo>
                    <a:pt x="55198" y="14107"/>
                  </a:lnTo>
                  <a:lnTo>
                    <a:pt x="54925" y="6761"/>
                  </a:lnTo>
                  <a:lnTo>
                    <a:pt x="54668" y="28"/>
                  </a:lnTo>
                  <a:lnTo>
                    <a:pt x="57618" y="23"/>
                  </a:lnTo>
                  <a:lnTo>
                    <a:pt x="60766" y="18"/>
                  </a:lnTo>
                  <a:lnTo>
                    <a:pt x="63833" y="12"/>
                  </a:lnTo>
                  <a:lnTo>
                    <a:pt x="68331" y="5"/>
                  </a:lnTo>
                  <a:lnTo>
                    <a:pt x="71698" y="0"/>
                  </a:lnTo>
                  <a:lnTo>
                    <a:pt x="74636" y="5647"/>
                  </a:lnTo>
                  <a:lnTo>
                    <a:pt x="77296" y="10994"/>
                  </a:lnTo>
                  <a:lnTo>
                    <a:pt x="80445" y="17319"/>
                  </a:lnTo>
                  <a:lnTo>
                    <a:pt x="83593" y="23646"/>
                  </a:lnTo>
                  <a:lnTo>
                    <a:pt x="86741" y="29973"/>
                  </a:lnTo>
                  <a:lnTo>
                    <a:pt x="89890" y="36299"/>
                  </a:lnTo>
                  <a:lnTo>
                    <a:pt x="93038" y="42626"/>
                  </a:lnTo>
                  <a:lnTo>
                    <a:pt x="96186" y="48955"/>
                  </a:lnTo>
                  <a:lnTo>
                    <a:pt x="99335" y="55280"/>
                  </a:lnTo>
                  <a:lnTo>
                    <a:pt x="102483" y="61608"/>
                  </a:lnTo>
                  <a:lnTo>
                    <a:pt x="105631" y="67935"/>
                  </a:lnTo>
                  <a:lnTo>
                    <a:pt x="108779" y="74260"/>
                  </a:lnTo>
                  <a:lnTo>
                    <a:pt x="111928" y="80588"/>
                  </a:lnTo>
                  <a:lnTo>
                    <a:pt x="115076" y="86915"/>
                  </a:lnTo>
                  <a:lnTo>
                    <a:pt x="118061" y="92912"/>
                  </a:lnTo>
                  <a:lnTo>
                    <a:pt x="118225" y="93241"/>
                  </a:lnTo>
                  <a:lnTo>
                    <a:pt x="121373" y="99569"/>
                  </a:lnTo>
                  <a:lnTo>
                    <a:pt x="124520" y="105896"/>
                  </a:lnTo>
                  <a:lnTo>
                    <a:pt x="127669" y="112222"/>
                  </a:lnTo>
                  <a:lnTo>
                    <a:pt x="129074" y="115045"/>
                  </a:lnTo>
                  <a:lnTo>
                    <a:pt x="129205" y="116219"/>
                  </a:lnTo>
                  <a:lnTo>
                    <a:pt x="129336" y="118598"/>
                  </a:lnTo>
                  <a:lnTo>
                    <a:pt x="129252" y="121278"/>
                  </a:lnTo>
                  <a:lnTo>
                    <a:pt x="129268" y="123461"/>
                  </a:lnTo>
                  <a:lnTo>
                    <a:pt x="129683" y="124942"/>
                  </a:lnTo>
                  <a:lnTo>
                    <a:pt x="130465" y="126529"/>
                  </a:lnTo>
                  <a:lnTo>
                    <a:pt x="133545" y="131198"/>
                  </a:lnTo>
                  <a:lnTo>
                    <a:pt x="133790" y="132120"/>
                  </a:lnTo>
                  <a:lnTo>
                    <a:pt x="133898" y="134057"/>
                  </a:lnTo>
                  <a:lnTo>
                    <a:pt x="134265" y="136434"/>
                  </a:lnTo>
                  <a:lnTo>
                    <a:pt x="134916" y="137817"/>
                  </a:lnTo>
                  <a:lnTo>
                    <a:pt x="135678" y="138842"/>
                  </a:lnTo>
                  <a:lnTo>
                    <a:pt x="136604" y="139557"/>
                  </a:lnTo>
                  <a:lnTo>
                    <a:pt x="139397" y="140293"/>
                  </a:lnTo>
                  <a:lnTo>
                    <a:pt x="139989" y="141401"/>
                  </a:lnTo>
                  <a:lnTo>
                    <a:pt x="141193" y="145728"/>
                  </a:lnTo>
                  <a:lnTo>
                    <a:pt x="141848" y="146580"/>
                  </a:lnTo>
                  <a:lnTo>
                    <a:pt x="143708" y="147824"/>
                  </a:lnTo>
                  <a:lnTo>
                    <a:pt x="145056" y="148518"/>
                  </a:lnTo>
                  <a:lnTo>
                    <a:pt x="145611" y="148916"/>
                  </a:lnTo>
                  <a:lnTo>
                    <a:pt x="146830" y="150079"/>
                  </a:lnTo>
                  <a:lnTo>
                    <a:pt x="148155" y="152041"/>
                  </a:lnTo>
                  <a:lnTo>
                    <a:pt x="148861" y="153829"/>
                  </a:lnTo>
                  <a:lnTo>
                    <a:pt x="148858" y="154389"/>
                  </a:lnTo>
                  <a:lnTo>
                    <a:pt x="148851" y="155939"/>
                  </a:lnTo>
                  <a:lnTo>
                    <a:pt x="148841" y="160605"/>
                  </a:lnTo>
                  <a:lnTo>
                    <a:pt x="149085" y="163170"/>
                  </a:lnTo>
                  <a:lnTo>
                    <a:pt x="149362" y="165021"/>
                  </a:lnTo>
                  <a:lnTo>
                    <a:pt x="149348" y="166154"/>
                  </a:lnTo>
                  <a:lnTo>
                    <a:pt x="149014" y="166957"/>
                  </a:lnTo>
                  <a:lnTo>
                    <a:pt x="148752" y="167943"/>
                  </a:lnTo>
                  <a:lnTo>
                    <a:pt x="148606" y="169240"/>
                  </a:lnTo>
                  <a:lnTo>
                    <a:pt x="148228" y="170895"/>
                  </a:lnTo>
                  <a:lnTo>
                    <a:pt x="147922" y="172729"/>
                  </a:lnTo>
                  <a:lnTo>
                    <a:pt x="148053" y="174115"/>
                  </a:lnTo>
                  <a:lnTo>
                    <a:pt x="148577" y="175010"/>
                  </a:lnTo>
                  <a:lnTo>
                    <a:pt x="149363" y="176771"/>
                  </a:lnTo>
                  <a:lnTo>
                    <a:pt x="150012" y="177507"/>
                  </a:lnTo>
                  <a:lnTo>
                    <a:pt x="150329" y="177559"/>
                  </a:lnTo>
                  <a:lnTo>
                    <a:pt x="150756" y="177506"/>
                  </a:lnTo>
                  <a:lnTo>
                    <a:pt x="151120" y="177278"/>
                  </a:lnTo>
                  <a:lnTo>
                    <a:pt x="153473" y="175935"/>
                  </a:lnTo>
                  <a:lnTo>
                    <a:pt x="155652" y="174689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6"/>
            <p:cNvSpPr/>
            <p:nvPr/>
          </p:nvSpPr>
          <p:spPr>
            <a:xfrm>
              <a:off x="2960811" y="2570942"/>
              <a:ext cx="2066" cy="4674"/>
            </a:xfrm>
            <a:custGeom>
              <a:avLst/>
              <a:pathLst>
                <a:path w="2066" h="4674">
                  <a:moveTo>
                    <a:pt x="2066" y="3713"/>
                  </a:moveTo>
                  <a:lnTo>
                    <a:pt x="1744" y="4674"/>
                  </a:lnTo>
                  <a:lnTo>
                    <a:pt x="818" y="4631"/>
                  </a:lnTo>
                  <a:lnTo>
                    <a:pt x="10" y="3136"/>
                  </a:lnTo>
                  <a:lnTo>
                    <a:pt x="0" y="0"/>
                  </a:lnTo>
                  <a:lnTo>
                    <a:pt x="933" y="620"/>
                  </a:lnTo>
                  <a:lnTo>
                    <a:pt x="1785" y="27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7"/>
            <p:cNvSpPr/>
            <p:nvPr/>
          </p:nvSpPr>
          <p:spPr>
            <a:xfrm>
              <a:off x="2959168" y="2568065"/>
              <a:ext cx="1350" cy="1880"/>
            </a:xfrm>
            <a:custGeom>
              <a:avLst/>
              <a:pathLst>
                <a:path w="1350" h="1880">
                  <a:moveTo>
                    <a:pt x="1279" y="1424"/>
                  </a:moveTo>
                  <a:lnTo>
                    <a:pt x="704" y="1880"/>
                  </a:lnTo>
                  <a:lnTo>
                    <a:pt x="133" y="991"/>
                  </a:lnTo>
                  <a:lnTo>
                    <a:pt x="0" y="454"/>
                  </a:lnTo>
                  <a:lnTo>
                    <a:pt x="797" y="0"/>
                  </a:lnTo>
                  <a:lnTo>
                    <a:pt x="1185" y="398"/>
                  </a:lnTo>
                  <a:lnTo>
                    <a:pt x="1350" y="11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8"/>
            <p:cNvSpPr/>
            <p:nvPr/>
          </p:nvSpPr>
          <p:spPr>
            <a:xfrm>
              <a:off x="3766117" y="3337063"/>
              <a:ext cx="1669" cy="5198"/>
            </a:xfrm>
            <a:custGeom>
              <a:avLst/>
              <a:pathLst>
                <a:path w="1669" h="5198">
                  <a:moveTo>
                    <a:pt x="620" y="3482"/>
                  </a:moveTo>
                  <a:lnTo>
                    <a:pt x="156" y="5198"/>
                  </a:lnTo>
                  <a:lnTo>
                    <a:pt x="0" y="5124"/>
                  </a:lnTo>
                  <a:lnTo>
                    <a:pt x="213" y="2265"/>
                  </a:lnTo>
                  <a:lnTo>
                    <a:pt x="986" y="180"/>
                  </a:lnTo>
                  <a:lnTo>
                    <a:pt x="1669" y="0"/>
                  </a:lnTo>
                  <a:lnTo>
                    <a:pt x="1589" y="1291"/>
                  </a:lnTo>
                  <a:lnTo>
                    <a:pt x="1088" y="28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999"/>
            <p:cNvSpPr/>
            <p:nvPr/>
          </p:nvSpPr>
          <p:spPr>
            <a:xfrm>
              <a:off x="3765755" y="3309612"/>
              <a:ext cx="2047" cy="7104"/>
            </a:xfrm>
            <a:custGeom>
              <a:avLst/>
              <a:pathLst>
                <a:path w="2047" h="7104">
                  <a:moveTo>
                    <a:pt x="1243" y="815"/>
                  </a:moveTo>
                  <a:lnTo>
                    <a:pt x="2047" y="5928"/>
                  </a:lnTo>
                  <a:lnTo>
                    <a:pt x="1960" y="6713"/>
                  </a:lnTo>
                  <a:lnTo>
                    <a:pt x="1836" y="7104"/>
                  </a:lnTo>
                  <a:lnTo>
                    <a:pt x="1646" y="6970"/>
                  </a:lnTo>
                  <a:lnTo>
                    <a:pt x="1323" y="4213"/>
                  </a:lnTo>
                  <a:lnTo>
                    <a:pt x="720" y="2434"/>
                  </a:lnTo>
                  <a:lnTo>
                    <a:pt x="0" y="2768"/>
                  </a:lnTo>
                  <a:lnTo>
                    <a:pt x="597" y="507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0"/>
            <p:cNvSpPr/>
            <p:nvPr/>
          </p:nvSpPr>
          <p:spPr>
            <a:xfrm>
              <a:off x="3769572" y="3306461"/>
              <a:ext cx="617" cy="3770"/>
            </a:xfrm>
            <a:custGeom>
              <a:avLst/>
              <a:pathLst>
                <a:path w="617" h="3770">
                  <a:moveTo>
                    <a:pt x="617" y="3706"/>
                  </a:moveTo>
                  <a:lnTo>
                    <a:pt x="399" y="3770"/>
                  </a:lnTo>
                  <a:lnTo>
                    <a:pt x="198" y="3625"/>
                  </a:lnTo>
                  <a:lnTo>
                    <a:pt x="0" y="3168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1"/>
            <p:cNvSpPr/>
            <p:nvPr/>
          </p:nvSpPr>
          <p:spPr>
            <a:xfrm>
              <a:off x="3766782" y="3285893"/>
              <a:ext cx="1155" cy="9646"/>
            </a:xfrm>
            <a:custGeom>
              <a:avLst/>
              <a:pathLst>
                <a:path w="1155" h="9646">
                  <a:moveTo>
                    <a:pt x="330" y="9006"/>
                  </a:moveTo>
                  <a:lnTo>
                    <a:pt x="212" y="9646"/>
                  </a:lnTo>
                  <a:lnTo>
                    <a:pt x="0" y="9177"/>
                  </a:lnTo>
                  <a:lnTo>
                    <a:pt x="132" y="6377"/>
                  </a:lnTo>
                  <a:lnTo>
                    <a:pt x="497" y="4086"/>
                  </a:lnTo>
                  <a:lnTo>
                    <a:pt x="873" y="727"/>
                  </a:lnTo>
                  <a:lnTo>
                    <a:pt x="1079" y="0"/>
                  </a:lnTo>
                  <a:lnTo>
                    <a:pt x="1155" y="1776"/>
                  </a:lnTo>
                  <a:lnTo>
                    <a:pt x="927" y="5582"/>
                  </a:lnTo>
                  <a:lnTo>
                    <a:pt x="730" y="766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2"/>
            <p:cNvSpPr/>
            <p:nvPr/>
          </p:nvSpPr>
          <p:spPr>
            <a:xfrm>
              <a:off x="3768601" y="3285246"/>
              <a:ext cx="1704" cy="7867"/>
            </a:xfrm>
            <a:custGeom>
              <a:avLst/>
              <a:pathLst>
                <a:path w="1704" h="7867">
                  <a:moveTo>
                    <a:pt x="1704" y="1774"/>
                  </a:moveTo>
                  <a:lnTo>
                    <a:pt x="1460" y="7867"/>
                  </a:lnTo>
                  <a:lnTo>
                    <a:pt x="849" y="7025"/>
                  </a:lnTo>
                  <a:lnTo>
                    <a:pt x="560" y="7028"/>
                  </a:lnTo>
                  <a:lnTo>
                    <a:pt x="196" y="3586"/>
                  </a:lnTo>
                  <a:lnTo>
                    <a:pt x="221" y="2662"/>
                  </a:lnTo>
                  <a:lnTo>
                    <a:pt x="0" y="396"/>
                  </a:lnTo>
                  <a:lnTo>
                    <a:pt x="141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3"/>
            <p:cNvSpPr/>
            <p:nvPr/>
          </p:nvSpPr>
          <p:spPr>
            <a:xfrm>
              <a:off x="3765081" y="3283611"/>
              <a:ext cx="704" cy="6602"/>
            </a:xfrm>
            <a:custGeom>
              <a:avLst/>
              <a:pathLst>
                <a:path w="704" h="6602">
                  <a:moveTo>
                    <a:pt x="626" y="4960"/>
                  </a:moveTo>
                  <a:lnTo>
                    <a:pt x="704" y="6602"/>
                  </a:lnTo>
                  <a:lnTo>
                    <a:pt x="103" y="4856"/>
                  </a:lnTo>
                  <a:lnTo>
                    <a:pt x="0" y="0"/>
                  </a:lnTo>
                  <a:lnTo>
                    <a:pt x="473" y="3060"/>
                  </a:lnTo>
                  <a:lnTo>
                    <a:pt x="676" y="375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4"/>
            <p:cNvSpPr/>
            <p:nvPr/>
          </p:nvSpPr>
          <p:spPr>
            <a:xfrm>
              <a:off x="3769351" y="3276991"/>
              <a:ext cx="1490" cy="5462"/>
            </a:xfrm>
            <a:custGeom>
              <a:avLst/>
              <a:pathLst>
                <a:path w="1490" h="5462">
                  <a:moveTo>
                    <a:pt x="591" y="5296"/>
                  </a:moveTo>
                  <a:lnTo>
                    <a:pt x="190" y="5462"/>
                  </a:lnTo>
                  <a:lnTo>
                    <a:pt x="0" y="679"/>
                  </a:lnTo>
                  <a:lnTo>
                    <a:pt x="112" y="0"/>
                  </a:lnTo>
                  <a:lnTo>
                    <a:pt x="680" y="2337"/>
                  </a:lnTo>
                  <a:lnTo>
                    <a:pt x="1490" y="3771"/>
                  </a:lnTo>
                  <a:lnTo>
                    <a:pt x="1172" y="47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5"/>
            <p:cNvSpPr/>
            <p:nvPr/>
          </p:nvSpPr>
          <p:spPr>
            <a:xfrm>
              <a:off x="3765340" y="3270859"/>
              <a:ext cx="955" cy="4341"/>
            </a:xfrm>
            <a:custGeom>
              <a:avLst/>
              <a:pathLst>
                <a:path w="955" h="4341">
                  <a:moveTo>
                    <a:pt x="955" y="4176"/>
                  </a:moveTo>
                  <a:lnTo>
                    <a:pt x="843" y="4341"/>
                  </a:lnTo>
                  <a:lnTo>
                    <a:pt x="684" y="4246"/>
                  </a:lnTo>
                  <a:lnTo>
                    <a:pt x="366" y="3762"/>
                  </a:lnTo>
                  <a:lnTo>
                    <a:pt x="0" y="1753"/>
                  </a:lnTo>
                  <a:lnTo>
                    <a:pt x="192" y="346"/>
                  </a:lnTo>
                  <a:lnTo>
                    <a:pt x="327" y="0"/>
                  </a:lnTo>
                  <a:lnTo>
                    <a:pt x="649" y="118"/>
                  </a:lnTo>
                  <a:lnTo>
                    <a:pt x="818" y="386"/>
                  </a:lnTo>
                  <a:lnTo>
                    <a:pt x="875" y="903"/>
                  </a:lnTo>
                  <a:lnTo>
                    <a:pt x="780" y="2021"/>
                  </a:lnTo>
                  <a:lnTo>
                    <a:pt x="796" y="296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6"/>
            <p:cNvSpPr/>
            <p:nvPr/>
          </p:nvSpPr>
          <p:spPr>
            <a:xfrm>
              <a:off x="3764392" y="3267725"/>
              <a:ext cx="1225" cy="3511"/>
            </a:xfrm>
            <a:custGeom>
              <a:avLst/>
              <a:pathLst>
                <a:path w="1225" h="3511">
                  <a:moveTo>
                    <a:pt x="1225" y="238"/>
                  </a:moveTo>
                  <a:lnTo>
                    <a:pt x="1169" y="1310"/>
                  </a:lnTo>
                  <a:lnTo>
                    <a:pt x="612" y="3511"/>
                  </a:lnTo>
                  <a:lnTo>
                    <a:pt x="125" y="2232"/>
                  </a:lnTo>
                  <a:lnTo>
                    <a:pt x="0" y="1529"/>
                  </a:lnTo>
                  <a:lnTo>
                    <a:pt x="495" y="119"/>
                  </a:lnTo>
                  <a:lnTo>
                    <a:pt x="1023" y="320"/>
                  </a:lnTo>
                  <a:lnTo>
                    <a:pt x="116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7"/>
            <p:cNvSpPr/>
            <p:nvPr/>
          </p:nvSpPr>
          <p:spPr>
            <a:xfrm>
              <a:off x="3767890" y="3259442"/>
              <a:ext cx="1593" cy="10111"/>
            </a:xfrm>
            <a:custGeom>
              <a:avLst/>
              <a:pathLst>
                <a:path w="1593" h="10111">
                  <a:moveTo>
                    <a:pt x="1071" y="2370"/>
                  </a:moveTo>
                  <a:lnTo>
                    <a:pt x="1287" y="3181"/>
                  </a:lnTo>
                  <a:lnTo>
                    <a:pt x="1593" y="3156"/>
                  </a:lnTo>
                  <a:lnTo>
                    <a:pt x="1508" y="6041"/>
                  </a:lnTo>
                  <a:lnTo>
                    <a:pt x="752" y="9589"/>
                  </a:lnTo>
                  <a:lnTo>
                    <a:pt x="306" y="10105"/>
                  </a:lnTo>
                  <a:lnTo>
                    <a:pt x="108" y="10111"/>
                  </a:lnTo>
                  <a:lnTo>
                    <a:pt x="277" y="4927"/>
                  </a:lnTo>
                  <a:lnTo>
                    <a:pt x="0" y="1968"/>
                  </a:lnTo>
                  <a:lnTo>
                    <a:pt x="91" y="0"/>
                  </a:lnTo>
                  <a:lnTo>
                    <a:pt x="903" y="91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8"/>
            <p:cNvSpPr/>
            <p:nvPr/>
          </p:nvSpPr>
          <p:spPr>
            <a:xfrm>
              <a:off x="3767393" y="3243956"/>
              <a:ext cx="621" cy="7905"/>
            </a:xfrm>
            <a:custGeom>
              <a:avLst/>
              <a:pathLst>
                <a:path w="621" h="7905">
                  <a:moveTo>
                    <a:pt x="621" y="3048"/>
                  </a:moveTo>
                  <a:lnTo>
                    <a:pt x="561" y="7905"/>
                  </a:lnTo>
                  <a:lnTo>
                    <a:pt x="81" y="5562"/>
                  </a:lnTo>
                  <a:lnTo>
                    <a:pt x="0" y="2891"/>
                  </a:lnTo>
                  <a:lnTo>
                    <a:pt x="36" y="403"/>
                  </a:lnTo>
                  <a:lnTo>
                    <a:pt x="139" y="0"/>
                  </a:lnTo>
                  <a:lnTo>
                    <a:pt x="170" y="380"/>
                  </a:lnTo>
                  <a:lnTo>
                    <a:pt x="460" y="14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09"/>
            <p:cNvSpPr/>
            <p:nvPr/>
          </p:nvSpPr>
          <p:spPr>
            <a:xfrm>
              <a:off x="3733579" y="3163265"/>
              <a:ext cx="1006" cy="4112"/>
            </a:xfrm>
            <a:custGeom>
              <a:avLst/>
              <a:pathLst>
                <a:path w="1006" h="4112">
                  <a:moveTo>
                    <a:pt x="686" y="3358"/>
                  </a:moveTo>
                  <a:lnTo>
                    <a:pt x="489" y="4112"/>
                  </a:lnTo>
                  <a:lnTo>
                    <a:pt x="94" y="3572"/>
                  </a:lnTo>
                  <a:lnTo>
                    <a:pt x="0" y="3249"/>
                  </a:lnTo>
                  <a:lnTo>
                    <a:pt x="908" y="0"/>
                  </a:lnTo>
                  <a:lnTo>
                    <a:pt x="1006" y="12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0"/>
            <p:cNvSpPr/>
            <p:nvPr/>
          </p:nvSpPr>
          <p:spPr>
            <a:xfrm>
              <a:off x="3730256" y="3155212"/>
              <a:ext cx="2218" cy="10552"/>
            </a:xfrm>
            <a:custGeom>
              <a:avLst/>
              <a:pathLst>
                <a:path w="2218" h="10552">
                  <a:moveTo>
                    <a:pt x="854" y="7670"/>
                  </a:moveTo>
                  <a:lnTo>
                    <a:pt x="230" y="10552"/>
                  </a:lnTo>
                  <a:lnTo>
                    <a:pt x="0" y="6245"/>
                  </a:lnTo>
                  <a:lnTo>
                    <a:pt x="1017" y="3846"/>
                  </a:lnTo>
                  <a:lnTo>
                    <a:pt x="1519" y="1556"/>
                  </a:lnTo>
                  <a:lnTo>
                    <a:pt x="2051" y="0"/>
                  </a:lnTo>
                  <a:lnTo>
                    <a:pt x="2218" y="1897"/>
                  </a:lnTo>
                  <a:lnTo>
                    <a:pt x="1713" y="550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1"/>
            <p:cNvSpPr/>
            <p:nvPr/>
          </p:nvSpPr>
          <p:spPr>
            <a:xfrm>
              <a:off x="3759878" y="3146361"/>
              <a:ext cx="1254" cy="7828"/>
            </a:xfrm>
            <a:custGeom>
              <a:avLst/>
              <a:pathLst>
                <a:path w="1254" h="7828">
                  <a:moveTo>
                    <a:pt x="1017" y="7442"/>
                  </a:moveTo>
                  <a:lnTo>
                    <a:pt x="654" y="7828"/>
                  </a:lnTo>
                  <a:lnTo>
                    <a:pt x="107" y="5891"/>
                  </a:lnTo>
                  <a:lnTo>
                    <a:pt x="0" y="1301"/>
                  </a:lnTo>
                  <a:lnTo>
                    <a:pt x="454" y="242"/>
                  </a:lnTo>
                  <a:lnTo>
                    <a:pt x="700" y="0"/>
                  </a:lnTo>
                  <a:lnTo>
                    <a:pt x="1056" y="562"/>
                  </a:lnTo>
                  <a:lnTo>
                    <a:pt x="1193" y="1308"/>
                  </a:lnTo>
                  <a:lnTo>
                    <a:pt x="1254" y="2232"/>
                  </a:lnTo>
                  <a:lnTo>
                    <a:pt x="1155" y="318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2"/>
            <p:cNvSpPr/>
            <p:nvPr/>
          </p:nvSpPr>
          <p:spPr>
            <a:xfrm>
              <a:off x="3721600" y="3075923"/>
              <a:ext cx="2480" cy="6297"/>
            </a:xfrm>
            <a:custGeom>
              <a:avLst/>
              <a:pathLst>
                <a:path w="2480" h="6297">
                  <a:moveTo>
                    <a:pt x="1954" y="6043"/>
                  </a:moveTo>
                  <a:lnTo>
                    <a:pt x="1793" y="6297"/>
                  </a:lnTo>
                  <a:lnTo>
                    <a:pt x="792" y="3819"/>
                  </a:lnTo>
                  <a:lnTo>
                    <a:pt x="0" y="629"/>
                  </a:lnTo>
                  <a:lnTo>
                    <a:pt x="1257" y="0"/>
                  </a:lnTo>
                  <a:lnTo>
                    <a:pt x="2472" y="688"/>
                  </a:lnTo>
                  <a:lnTo>
                    <a:pt x="2480" y="2386"/>
                  </a:lnTo>
                  <a:lnTo>
                    <a:pt x="2219" y="51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3"/>
            <p:cNvSpPr/>
            <p:nvPr/>
          </p:nvSpPr>
          <p:spPr>
            <a:xfrm>
              <a:off x="3723105" y="3056142"/>
              <a:ext cx="2916" cy="7670"/>
            </a:xfrm>
            <a:custGeom>
              <a:avLst/>
              <a:pathLst>
                <a:path w="2916" h="7670">
                  <a:moveTo>
                    <a:pt x="680" y="0"/>
                  </a:moveTo>
                  <a:lnTo>
                    <a:pt x="1782" y="2451"/>
                  </a:lnTo>
                  <a:lnTo>
                    <a:pt x="2217" y="2281"/>
                  </a:lnTo>
                  <a:lnTo>
                    <a:pt x="2900" y="3830"/>
                  </a:lnTo>
                  <a:lnTo>
                    <a:pt x="2916" y="4435"/>
                  </a:lnTo>
                  <a:lnTo>
                    <a:pt x="2787" y="5697"/>
                  </a:lnTo>
                  <a:lnTo>
                    <a:pt x="2479" y="6684"/>
                  </a:lnTo>
                  <a:lnTo>
                    <a:pt x="1645" y="7670"/>
                  </a:lnTo>
                  <a:lnTo>
                    <a:pt x="1074" y="6872"/>
                  </a:lnTo>
                  <a:lnTo>
                    <a:pt x="848" y="4194"/>
                  </a:lnTo>
                  <a:lnTo>
                    <a:pt x="174" y="2934"/>
                  </a:lnTo>
                  <a:lnTo>
                    <a:pt x="0" y="1866"/>
                  </a:lnTo>
                  <a:lnTo>
                    <a:pt x="426" y="4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4"/>
            <p:cNvSpPr/>
            <p:nvPr/>
          </p:nvSpPr>
          <p:spPr>
            <a:xfrm>
              <a:off x="3720883" y="3044556"/>
              <a:ext cx="965" cy="5778"/>
            </a:xfrm>
            <a:custGeom>
              <a:avLst/>
              <a:pathLst>
                <a:path w="965" h="5778">
                  <a:moveTo>
                    <a:pt x="758" y="1706"/>
                  </a:moveTo>
                  <a:lnTo>
                    <a:pt x="965" y="5778"/>
                  </a:lnTo>
                  <a:lnTo>
                    <a:pt x="305" y="4251"/>
                  </a:lnTo>
                  <a:lnTo>
                    <a:pt x="63" y="2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5"/>
            <p:cNvSpPr/>
            <p:nvPr/>
          </p:nvSpPr>
          <p:spPr>
            <a:xfrm>
              <a:off x="3716074" y="3040534"/>
              <a:ext cx="1062" cy="7612"/>
            </a:xfrm>
            <a:custGeom>
              <a:avLst/>
              <a:pathLst>
                <a:path w="1062" h="7612">
                  <a:moveTo>
                    <a:pt x="936" y="4803"/>
                  </a:moveTo>
                  <a:lnTo>
                    <a:pt x="1062" y="7612"/>
                  </a:lnTo>
                  <a:lnTo>
                    <a:pt x="600" y="6455"/>
                  </a:lnTo>
                  <a:lnTo>
                    <a:pt x="0" y="2561"/>
                  </a:lnTo>
                  <a:lnTo>
                    <a:pt x="18" y="0"/>
                  </a:lnTo>
                  <a:lnTo>
                    <a:pt x="450" y="119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6"/>
            <p:cNvSpPr/>
            <p:nvPr/>
          </p:nvSpPr>
          <p:spPr>
            <a:xfrm>
              <a:off x="3709026" y="2791419"/>
              <a:ext cx="86212" cy="546127"/>
            </a:xfrm>
            <a:custGeom>
              <a:avLst/>
              <a:pathLst>
                <a:path w="86212" h="546127">
                  <a:moveTo>
                    <a:pt x="86131" y="205352"/>
                  </a:moveTo>
                  <a:lnTo>
                    <a:pt x="85569" y="208273"/>
                  </a:lnTo>
                  <a:lnTo>
                    <a:pt x="84099" y="211300"/>
                  </a:lnTo>
                  <a:lnTo>
                    <a:pt x="83061" y="212836"/>
                  </a:lnTo>
                  <a:lnTo>
                    <a:pt x="82456" y="212883"/>
                  </a:lnTo>
                  <a:lnTo>
                    <a:pt x="81942" y="214693"/>
                  </a:lnTo>
                  <a:lnTo>
                    <a:pt x="81519" y="218269"/>
                  </a:lnTo>
                  <a:lnTo>
                    <a:pt x="81082" y="220368"/>
                  </a:lnTo>
                  <a:lnTo>
                    <a:pt x="80629" y="220993"/>
                  </a:lnTo>
                  <a:lnTo>
                    <a:pt x="80337" y="222346"/>
                  </a:lnTo>
                  <a:lnTo>
                    <a:pt x="80203" y="224428"/>
                  </a:lnTo>
                  <a:lnTo>
                    <a:pt x="80463" y="225542"/>
                  </a:lnTo>
                  <a:lnTo>
                    <a:pt x="81120" y="225689"/>
                  </a:lnTo>
                  <a:lnTo>
                    <a:pt x="81171" y="226270"/>
                  </a:lnTo>
                  <a:lnTo>
                    <a:pt x="80615" y="227289"/>
                  </a:lnTo>
                  <a:lnTo>
                    <a:pt x="79925" y="227647"/>
                  </a:lnTo>
                  <a:lnTo>
                    <a:pt x="79099" y="227344"/>
                  </a:lnTo>
                  <a:lnTo>
                    <a:pt x="78317" y="228158"/>
                  </a:lnTo>
                  <a:lnTo>
                    <a:pt x="77579" y="230091"/>
                  </a:lnTo>
                  <a:lnTo>
                    <a:pt x="76950" y="234262"/>
                  </a:lnTo>
                  <a:lnTo>
                    <a:pt x="76429" y="240671"/>
                  </a:lnTo>
                  <a:lnTo>
                    <a:pt x="76360" y="242313"/>
                  </a:lnTo>
                  <a:lnTo>
                    <a:pt x="75217" y="240453"/>
                  </a:lnTo>
                  <a:lnTo>
                    <a:pt x="74743" y="239394"/>
                  </a:lnTo>
                  <a:lnTo>
                    <a:pt x="74128" y="239129"/>
                  </a:lnTo>
                  <a:lnTo>
                    <a:pt x="73502" y="240309"/>
                  </a:lnTo>
                  <a:lnTo>
                    <a:pt x="73003" y="241585"/>
                  </a:lnTo>
                  <a:lnTo>
                    <a:pt x="72492" y="242053"/>
                  </a:lnTo>
                  <a:lnTo>
                    <a:pt x="71709" y="242201"/>
                  </a:lnTo>
                  <a:lnTo>
                    <a:pt x="70680" y="241540"/>
                  </a:lnTo>
                  <a:lnTo>
                    <a:pt x="69980" y="240943"/>
                  </a:lnTo>
                  <a:lnTo>
                    <a:pt x="69875" y="241267"/>
                  </a:lnTo>
                  <a:lnTo>
                    <a:pt x="70255" y="243968"/>
                  </a:lnTo>
                  <a:lnTo>
                    <a:pt x="70391" y="246122"/>
                  </a:lnTo>
                  <a:lnTo>
                    <a:pt x="70240" y="247242"/>
                  </a:lnTo>
                  <a:lnTo>
                    <a:pt x="69910" y="248174"/>
                  </a:lnTo>
                  <a:lnTo>
                    <a:pt x="69407" y="248908"/>
                  </a:lnTo>
                  <a:lnTo>
                    <a:pt x="68817" y="249338"/>
                  </a:lnTo>
                  <a:lnTo>
                    <a:pt x="68296" y="249294"/>
                  </a:lnTo>
                  <a:lnTo>
                    <a:pt x="67461" y="248268"/>
                  </a:lnTo>
                  <a:lnTo>
                    <a:pt x="66826" y="248224"/>
                  </a:lnTo>
                  <a:lnTo>
                    <a:pt x="66282" y="248734"/>
                  </a:lnTo>
                  <a:lnTo>
                    <a:pt x="65951" y="249494"/>
                  </a:lnTo>
                  <a:lnTo>
                    <a:pt x="65768" y="250435"/>
                  </a:lnTo>
                  <a:lnTo>
                    <a:pt x="65448" y="255766"/>
                  </a:lnTo>
                  <a:lnTo>
                    <a:pt x="65165" y="257434"/>
                  </a:lnTo>
                  <a:lnTo>
                    <a:pt x="64768" y="258380"/>
                  </a:lnTo>
                  <a:lnTo>
                    <a:pt x="64374" y="258479"/>
                  </a:lnTo>
                  <a:lnTo>
                    <a:pt x="63834" y="258216"/>
                  </a:lnTo>
                  <a:lnTo>
                    <a:pt x="63268" y="258434"/>
                  </a:lnTo>
                  <a:lnTo>
                    <a:pt x="60703" y="260496"/>
                  </a:lnTo>
                  <a:lnTo>
                    <a:pt x="60329" y="260699"/>
                  </a:lnTo>
                  <a:lnTo>
                    <a:pt x="59524" y="260855"/>
                  </a:lnTo>
                  <a:lnTo>
                    <a:pt x="58778" y="260911"/>
                  </a:lnTo>
                  <a:lnTo>
                    <a:pt x="58253" y="260810"/>
                  </a:lnTo>
                  <a:lnTo>
                    <a:pt x="57022" y="258698"/>
                  </a:lnTo>
                  <a:lnTo>
                    <a:pt x="56426" y="258474"/>
                  </a:lnTo>
                  <a:lnTo>
                    <a:pt x="56100" y="259072"/>
                  </a:lnTo>
                  <a:lnTo>
                    <a:pt x="55871" y="261902"/>
                  </a:lnTo>
                  <a:lnTo>
                    <a:pt x="55151" y="263700"/>
                  </a:lnTo>
                  <a:lnTo>
                    <a:pt x="54194" y="267628"/>
                  </a:lnTo>
                  <a:lnTo>
                    <a:pt x="53970" y="273363"/>
                  </a:lnTo>
                  <a:lnTo>
                    <a:pt x="54070" y="277364"/>
                  </a:lnTo>
                  <a:lnTo>
                    <a:pt x="53207" y="281323"/>
                  </a:lnTo>
                  <a:lnTo>
                    <a:pt x="53129" y="283235"/>
                  </a:lnTo>
                  <a:lnTo>
                    <a:pt x="53590" y="292424"/>
                  </a:lnTo>
                  <a:lnTo>
                    <a:pt x="53512" y="293388"/>
                  </a:lnTo>
                  <a:lnTo>
                    <a:pt x="53337" y="293865"/>
                  </a:lnTo>
                  <a:lnTo>
                    <a:pt x="52798" y="294184"/>
                  </a:lnTo>
                  <a:lnTo>
                    <a:pt x="51892" y="295145"/>
                  </a:lnTo>
                  <a:lnTo>
                    <a:pt x="51294" y="296060"/>
                  </a:lnTo>
                  <a:lnTo>
                    <a:pt x="51004" y="296164"/>
                  </a:lnTo>
                  <a:lnTo>
                    <a:pt x="50159" y="295476"/>
                  </a:lnTo>
                  <a:lnTo>
                    <a:pt x="49936" y="295463"/>
                  </a:lnTo>
                  <a:lnTo>
                    <a:pt x="50001" y="296162"/>
                  </a:lnTo>
                  <a:lnTo>
                    <a:pt x="50675" y="300140"/>
                  </a:lnTo>
                  <a:lnTo>
                    <a:pt x="51377" y="302024"/>
                  </a:lnTo>
                  <a:lnTo>
                    <a:pt x="52103" y="301815"/>
                  </a:lnTo>
                  <a:lnTo>
                    <a:pt x="52419" y="302189"/>
                  </a:lnTo>
                  <a:lnTo>
                    <a:pt x="52325" y="303144"/>
                  </a:lnTo>
                  <a:lnTo>
                    <a:pt x="52605" y="305634"/>
                  </a:lnTo>
                  <a:lnTo>
                    <a:pt x="53261" y="309663"/>
                  </a:lnTo>
                  <a:lnTo>
                    <a:pt x="53455" y="312680"/>
                  </a:lnTo>
                  <a:lnTo>
                    <a:pt x="53057" y="315687"/>
                  </a:lnTo>
                  <a:lnTo>
                    <a:pt x="53133" y="316763"/>
                  </a:lnTo>
                  <a:lnTo>
                    <a:pt x="53351" y="317392"/>
                  </a:lnTo>
                  <a:lnTo>
                    <a:pt x="53965" y="320187"/>
                  </a:lnTo>
                  <a:lnTo>
                    <a:pt x="55275" y="324559"/>
                  </a:lnTo>
                  <a:lnTo>
                    <a:pt x="56561" y="329287"/>
                  </a:lnTo>
                  <a:lnTo>
                    <a:pt x="57634" y="333228"/>
                  </a:lnTo>
                  <a:lnTo>
                    <a:pt x="58421" y="335954"/>
                  </a:lnTo>
                  <a:lnTo>
                    <a:pt x="60174" y="341036"/>
                  </a:lnTo>
                  <a:lnTo>
                    <a:pt x="60485" y="343419"/>
                  </a:lnTo>
                  <a:lnTo>
                    <a:pt x="60552" y="348229"/>
                  </a:lnTo>
                  <a:lnTo>
                    <a:pt x="60984" y="351008"/>
                  </a:lnTo>
                  <a:lnTo>
                    <a:pt x="61384" y="352995"/>
                  </a:lnTo>
                  <a:lnTo>
                    <a:pt x="61662" y="354654"/>
                  </a:lnTo>
                  <a:lnTo>
                    <a:pt x="62307" y="360102"/>
                  </a:lnTo>
                  <a:lnTo>
                    <a:pt x="62581" y="360841"/>
                  </a:lnTo>
                  <a:lnTo>
                    <a:pt x="63987" y="357527"/>
                  </a:lnTo>
                  <a:lnTo>
                    <a:pt x="64313" y="358218"/>
                  </a:lnTo>
                  <a:lnTo>
                    <a:pt x="64495" y="359468"/>
                  </a:lnTo>
                  <a:lnTo>
                    <a:pt x="64496" y="361058"/>
                  </a:lnTo>
                  <a:lnTo>
                    <a:pt x="64276" y="362861"/>
                  </a:lnTo>
                  <a:lnTo>
                    <a:pt x="63819" y="364523"/>
                  </a:lnTo>
                  <a:lnTo>
                    <a:pt x="61650" y="368368"/>
                  </a:lnTo>
                  <a:lnTo>
                    <a:pt x="61473" y="371680"/>
                  </a:lnTo>
                  <a:lnTo>
                    <a:pt x="61321" y="376704"/>
                  </a:lnTo>
                  <a:lnTo>
                    <a:pt x="61286" y="382875"/>
                  </a:lnTo>
                  <a:lnTo>
                    <a:pt x="61389" y="387490"/>
                  </a:lnTo>
                  <a:lnTo>
                    <a:pt x="61309" y="388551"/>
                  </a:lnTo>
                  <a:lnTo>
                    <a:pt x="61120" y="389053"/>
                  </a:lnTo>
                  <a:lnTo>
                    <a:pt x="60302" y="388855"/>
                  </a:lnTo>
                  <a:lnTo>
                    <a:pt x="59122" y="391184"/>
                  </a:lnTo>
                  <a:lnTo>
                    <a:pt x="58706" y="391390"/>
                  </a:lnTo>
                  <a:lnTo>
                    <a:pt x="58188" y="392283"/>
                  </a:lnTo>
                  <a:lnTo>
                    <a:pt x="57791" y="393384"/>
                  </a:lnTo>
                  <a:lnTo>
                    <a:pt x="57666" y="395059"/>
                  </a:lnTo>
                  <a:lnTo>
                    <a:pt x="57898" y="400126"/>
                  </a:lnTo>
                  <a:lnTo>
                    <a:pt x="58320" y="404889"/>
                  </a:lnTo>
                  <a:lnTo>
                    <a:pt x="59148" y="408384"/>
                  </a:lnTo>
                  <a:lnTo>
                    <a:pt x="59802" y="411147"/>
                  </a:lnTo>
                  <a:lnTo>
                    <a:pt x="60714" y="414990"/>
                  </a:lnTo>
                  <a:lnTo>
                    <a:pt x="61435" y="418329"/>
                  </a:lnTo>
                  <a:lnTo>
                    <a:pt x="62888" y="421998"/>
                  </a:lnTo>
                  <a:lnTo>
                    <a:pt x="64930" y="427491"/>
                  </a:lnTo>
                  <a:lnTo>
                    <a:pt x="65709" y="430525"/>
                  </a:lnTo>
                  <a:lnTo>
                    <a:pt x="66398" y="434202"/>
                  </a:lnTo>
                  <a:lnTo>
                    <a:pt x="66884" y="437335"/>
                  </a:lnTo>
                  <a:lnTo>
                    <a:pt x="67069" y="441499"/>
                  </a:lnTo>
                  <a:lnTo>
                    <a:pt x="67219" y="443830"/>
                  </a:lnTo>
                  <a:lnTo>
                    <a:pt x="67262" y="451627"/>
                  </a:lnTo>
                  <a:lnTo>
                    <a:pt x="66887" y="453401"/>
                  </a:lnTo>
                  <a:lnTo>
                    <a:pt x="66601" y="455454"/>
                  </a:lnTo>
                  <a:lnTo>
                    <a:pt x="66760" y="457604"/>
                  </a:lnTo>
                  <a:lnTo>
                    <a:pt x="67237" y="459656"/>
                  </a:lnTo>
                  <a:lnTo>
                    <a:pt x="67237" y="462002"/>
                  </a:lnTo>
                  <a:lnTo>
                    <a:pt x="67682" y="466203"/>
                  </a:lnTo>
                  <a:lnTo>
                    <a:pt x="68427" y="468770"/>
                  </a:lnTo>
                  <a:lnTo>
                    <a:pt x="69145" y="470503"/>
                  </a:lnTo>
                  <a:lnTo>
                    <a:pt x="69463" y="471872"/>
                  </a:lnTo>
                  <a:lnTo>
                    <a:pt x="69359" y="474067"/>
                  </a:lnTo>
                  <a:lnTo>
                    <a:pt x="69571" y="476396"/>
                  </a:lnTo>
                  <a:lnTo>
                    <a:pt x="69726" y="478931"/>
                  </a:lnTo>
                  <a:lnTo>
                    <a:pt x="70019" y="482441"/>
                  </a:lnTo>
                  <a:lnTo>
                    <a:pt x="70596" y="485413"/>
                  </a:lnTo>
                  <a:lnTo>
                    <a:pt x="71479" y="494528"/>
                  </a:lnTo>
                  <a:lnTo>
                    <a:pt x="71457" y="495460"/>
                  </a:lnTo>
                  <a:lnTo>
                    <a:pt x="71076" y="497306"/>
                  </a:lnTo>
                  <a:lnTo>
                    <a:pt x="70522" y="498976"/>
                  </a:lnTo>
                  <a:lnTo>
                    <a:pt x="70163" y="499513"/>
                  </a:lnTo>
                  <a:lnTo>
                    <a:pt x="69824" y="501229"/>
                  </a:lnTo>
                  <a:lnTo>
                    <a:pt x="69018" y="506103"/>
                  </a:lnTo>
                  <a:lnTo>
                    <a:pt x="67397" y="514501"/>
                  </a:lnTo>
                  <a:lnTo>
                    <a:pt x="65813" y="519976"/>
                  </a:lnTo>
                  <a:lnTo>
                    <a:pt x="64483" y="523866"/>
                  </a:lnTo>
                  <a:lnTo>
                    <a:pt x="63520" y="526226"/>
                  </a:lnTo>
                  <a:lnTo>
                    <a:pt x="63235" y="527630"/>
                  </a:lnTo>
                  <a:lnTo>
                    <a:pt x="63235" y="528734"/>
                  </a:lnTo>
                  <a:lnTo>
                    <a:pt x="63409" y="530701"/>
                  </a:lnTo>
                  <a:lnTo>
                    <a:pt x="63342" y="534429"/>
                  </a:lnTo>
                  <a:lnTo>
                    <a:pt x="63135" y="536794"/>
                  </a:lnTo>
                  <a:lnTo>
                    <a:pt x="62862" y="539300"/>
                  </a:lnTo>
                  <a:lnTo>
                    <a:pt x="62709" y="541535"/>
                  </a:lnTo>
                  <a:lnTo>
                    <a:pt x="62281" y="541870"/>
                  </a:lnTo>
                  <a:lnTo>
                    <a:pt x="61364" y="546127"/>
                  </a:lnTo>
                  <a:lnTo>
                    <a:pt x="60967" y="543992"/>
                  </a:lnTo>
                  <a:lnTo>
                    <a:pt x="60732" y="541767"/>
                  </a:lnTo>
                  <a:lnTo>
                    <a:pt x="60983" y="536726"/>
                  </a:lnTo>
                  <a:lnTo>
                    <a:pt x="60425" y="527190"/>
                  </a:lnTo>
                  <a:lnTo>
                    <a:pt x="60771" y="525916"/>
                  </a:lnTo>
                  <a:lnTo>
                    <a:pt x="61105" y="525274"/>
                  </a:lnTo>
                  <a:lnTo>
                    <a:pt x="61712" y="521618"/>
                  </a:lnTo>
                  <a:lnTo>
                    <a:pt x="62450" y="517998"/>
                  </a:lnTo>
                  <a:lnTo>
                    <a:pt x="62517" y="513678"/>
                  </a:lnTo>
                  <a:lnTo>
                    <a:pt x="63115" y="510508"/>
                  </a:lnTo>
                  <a:lnTo>
                    <a:pt x="62974" y="507861"/>
                  </a:lnTo>
                  <a:lnTo>
                    <a:pt x="63005" y="504750"/>
                  </a:lnTo>
                  <a:lnTo>
                    <a:pt x="63131" y="502208"/>
                  </a:lnTo>
                  <a:lnTo>
                    <a:pt x="63083" y="500127"/>
                  </a:lnTo>
                  <a:lnTo>
                    <a:pt x="63557" y="497959"/>
                  </a:lnTo>
                  <a:lnTo>
                    <a:pt x="64376" y="496344"/>
                  </a:lnTo>
                  <a:lnTo>
                    <a:pt x="64033" y="495767"/>
                  </a:lnTo>
                  <a:lnTo>
                    <a:pt x="63692" y="494585"/>
                  </a:lnTo>
                  <a:lnTo>
                    <a:pt x="62624" y="496384"/>
                  </a:lnTo>
                  <a:lnTo>
                    <a:pt x="62072" y="495793"/>
                  </a:lnTo>
                  <a:lnTo>
                    <a:pt x="61963" y="493929"/>
                  </a:lnTo>
                  <a:lnTo>
                    <a:pt x="62099" y="491929"/>
                  </a:lnTo>
                  <a:lnTo>
                    <a:pt x="62155" y="490713"/>
                  </a:lnTo>
                  <a:lnTo>
                    <a:pt x="62583" y="489341"/>
                  </a:lnTo>
                  <a:lnTo>
                    <a:pt x="62553" y="486670"/>
                  </a:lnTo>
                  <a:lnTo>
                    <a:pt x="62337" y="484318"/>
                  </a:lnTo>
                  <a:lnTo>
                    <a:pt x="62649" y="481407"/>
                  </a:lnTo>
                  <a:lnTo>
                    <a:pt x="62017" y="481399"/>
                  </a:lnTo>
                  <a:lnTo>
                    <a:pt x="61726" y="480814"/>
                  </a:lnTo>
                  <a:lnTo>
                    <a:pt x="61907" y="479198"/>
                  </a:lnTo>
                  <a:lnTo>
                    <a:pt x="62480" y="477765"/>
                  </a:lnTo>
                  <a:lnTo>
                    <a:pt x="61958" y="475039"/>
                  </a:lnTo>
                  <a:lnTo>
                    <a:pt x="62345" y="472108"/>
                  </a:lnTo>
                  <a:lnTo>
                    <a:pt x="62331" y="468489"/>
                  </a:lnTo>
                  <a:lnTo>
                    <a:pt x="62066" y="465295"/>
                  </a:lnTo>
                  <a:lnTo>
                    <a:pt x="62080" y="462998"/>
                  </a:lnTo>
                  <a:lnTo>
                    <a:pt x="61676" y="458926"/>
                  </a:lnTo>
                  <a:lnTo>
                    <a:pt x="61492" y="453729"/>
                  </a:lnTo>
                  <a:lnTo>
                    <a:pt x="60638" y="449853"/>
                  </a:lnTo>
                  <a:lnTo>
                    <a:pt x="60005" y="444218"/>
                  </a:lnTo>
                  <a:lnTo>
                    <a:pt x="58314" y="436839"/>
                  </a:lnTo>
                  <a:lnTo>
                    <a:pt x="58343" y="433681"/>
                  </a:lnTo>
                  <a:lnTo>
                    <a:pt x="58252" y="430900"/>
                  </a:lnTo>
                  <a:lnTo>
                    <a:pt x="57881" y="429550"/>
                  </a:lnTo>
                  <a:lnTo>
                    <a:pt x="57392" y="439377"/>
                  </a:lnTo>
                  <a:lnTo>
                    <a:pt x="57019" y="437448"/>
                  </a:lnTo>
                  <a:lnTo>
                    <a:pt x="56899" y="431968"/>
                  </a:lnTo>
                  <a:lnTo>
                    <a:pt x="56653" y="429364"/>
                  </a:lnTo>
                  <a:lnTo>
                    <a:pt x="56918" y="424191"/>
                  </a:lnTo>
                  <a:lnTo>
                    <a:pt x="55940" y="419056"/>
                  </a:lnTo>
                  <a:lnTo>
                    <a:pt x="55730" y="415328"/>
                  </a:lnTo>
                  <a:lnTo>
                    <a:pt x="55088" y="409678"/>
                  </a:lnTo>
                  <a:lnTo>
                    <a:pt x="55275" y="408411"/>
                  </a:lnTo>
                  <a:lnTo>
                    <a:pt x="56135" y="409681"/>
                  </a:lnTo>
                  <a:lnTo>
                    <a:pt x="55345" y="406391"/>
                  </a:lnTo>
                  <a:lnTo>
                    <a:pt x="54697" y="407136"/>
                  </a:lnTo>
                  <a:lnTo>
                    <a:pt x="54151" y="403583"/>
                  </a:lnTo>
                  <a:lnTo>
                    <a:pt x="54030" y="393951"/>
                  </a:lnTo>
                  <a:lnTo>
                    <a:pt x="53492" y="390350"/>
                  </a:lnTo>
                  <a:lnTo>
                    <a:pt x="53784" y="386681"/>
                  </a:lnTo>
                  <a:lnTo>
                    <a:pt x="53170" y="373544"/>
                  </a:lnTo>
                  <a:lnTo>
                    <a:pt x="51958" y="369287"/>
                  </a:lnTo>
                  <a:lnTo>
                    <a:pt x="52199" y="365616"/>
                  </a:lnTo>
                  <a:lnTo>
                    <a:pt x="52500" y="362365"/>
                  </a:lnTo>
                  <a:lnTo>
                    <a:pt x="52433" y="356343"/>
                  </a:lnTo>
                  <a:lnTo>
                    <a:pt x="52731" y="354487"/>
                  </a:lnTo>
                  <a:lnTo>
                    <a:pt x="53321" y="353066"/>
                  </a:lnTo>
                  <a:lnTo>
                    <a:pt x="52768" y="353567"/>
                  </a:lnTo>
                  <a:lnTo>
                    <a:pt x="52298" y="353992"/>
                  </a:lnTo>
                  <a:lnTo>
                    <a:pt x="51197" y="354344"/>
                  </a:lnTo>
                  <a:lnTo>
                    <a:pt x="49955" y="354413"/>
                  </a:lnTo>
                  <a:lnTo>
                    <a:pt x="49524" y="350016"/>
                  </a:lnTo>
                  <a:lnTo>
                    <a:pt x="48913" y="347908"/>
                  </a:lnTo>
                  <a:lnTo>
                    <a:pt x="48377" y="343491"/>
                  </a:lnTo>
                  <a:lnTo>
                    <a:pt x="48056" y="338485"/>
                  </a:lnTo>
                  <a:lnTo>
                    <a:pt x="48266" y="337498"/>
                  </a:lnTo>
                  <a:lnTo>
                    <a:pt x="47305" y="335455"/>
                  </a:lnTo>
                  <a:lnTo>
                    <a:pt x="47058" y="334202"/>
                  </a:lnTo>
                  <a:lnTo>
                    <a:pt x="46054" y="330940"/>
                  </a:lnTo>
                  <a:lnTo>
                    <a:pt x="44913" y="328467"/>
                  </a:lnTo>
                  <a:lnTo>
                    <a:pt x="45166" y="330206"/>
                  </a:lnTo>
                  <a:lnTo>
                    <a:pt x="45474" y="331309"/>
                  </a:lnTo>
                  <a:lnTo>
                    <a:pt x="44908" y="334321"/>
                  </a:lnTo>
                  <a:lnTo>
                    <a:pt x="45463" y="339402"/>
                  </a:lnTo>
                  <a:lnTo>
                    <a:pt x="44976" y="342646"/>
                  </a:lnTo>
                  <a:lnTo>
                    <a:pt x="44521" y="346866"/>
                  </a:lnTo>
                  <a:lnTo>
                    <a:pt x="44086" y="348876"/>
                  </a:lnTo>
                  <a:lnTo>
                    <a:pt x="42712" y="353203"/>
                  </a:lnTo>
                  <a:lnTo>
                    <a:pt x="41598" y="354667"/>
                  </a:lnTo>
                  <a:lnTo>
                    <a:pt x="40873" y="354946"/>
                  </a:lnTo>
                  <a:lnTo>
                    <a:pt x="40230" y="354486"/>
                  </a:lnTo>
                  <a:lnTo>
                    <a:pt x="39441" y="352255"/>
                  </a:lnTo>
                  <a:lnTo>
                    <a:pt x="39247" y="350389"/>
                  </a:lnTo>
                  <a:lnTo>
                    <a:pt x="39121" y="347251"/>
                  </a:lnTo>
                  <a:lnTo>
                    <a:pt x="38846" y="346801"/>
                  </a:lnTo>
                  <a:lnTo>
                    <a:pt x="38545" y="347163"/>
                  </a:lnTo>
                  <a:lnTo>
                    <a:pt x="39013" y="351213"/>
                  </a:lnTo>
                  <a:lnTo>
                    <a:pt x="39003" y="353099"/>
                  </a:lnTo>
                  <a:lnTo>
                    <a:pt x="39845" y="356734"/>
                  </a:lnTo>
                  <a:lnTo>
                    <a:pt x="39545" y="357749"/>
                  </a:lnTo>
                  <a:lnTo>
                    <a:pt x="38026" y="359745"/>
                  </a:lnTo>
                  <a:lnTo>
                    <a:pt x="37506" y="359424"/>
                  </a:lnTo>
                  <a:lnTo>
                    <a:pt x="37140" y="359821"/>
                  </a:lnTo>
                  <a:lnTo>
                    <a:pt x="37037" y="361456"/>
                  </a:lnTo>
                  <a:lnTo>
                    <a:pt x="36846" y="362369"/>
                  </a:lnTo>
                  <a:lnTo>
                    <a:pt x="34452" y="364871"/>
                  </a:lnTo>
                  <a:lnTo>
                    <a:pt x="33953" y="367698"/>
                  </a:lnTo>
                  <a:lnTo>
                    <a:pt x="33646" y="370553"/>
                  </a:lnTo>
                  <a:lnTo>
                    <a:pt x="32456" y="374658"/>
                  </a:lnTo>
                  <a:lnTo>
                    <a:pt x="30859" y="378058"/>
                  </a:lnTo>
                  <a:lnTo>
                    <a:pt x="30464" y="377865"/>
                  </a:lnTo>
                  <a:lnTo>
                    <a:pt x="30012" y="377072"/>
                  </a:lnTo>
                  <a:lnTo>
                    <a:pt x="30073" y="373400"/>
                  </a:lnTo>
                  <a:lnTo>
                    <a:pt x="30621" y="370296"/>
                  </a:lnTo>
                  <a:lnTo>
                    <a:pt x="30448" y="366982"/>
                  </a:lnTo>
                  <a:lnTo>
                    <a:pt x="30315" y="368884"/>
                  </a:lnTo>
                  <a:lnTo>
                    <a:pt x="29285" y="373506"/>
                  </a:lnTo>
                  <a:lnTo>
                    <a:pt x="28815" y="375017"/>
                  </a:lnTo>
                  <a:lnTo>
                    <a:pt x="27867" y="374619"/>
                  </a:lnTo>
                  <a:lnTo>
                    <a:pt x="26562" y="375236"/>
                  </a:lnTo>
                  <a:lnTo>
                    <a:pt x="26068" y="370484"/>
                  </a:lnTo>
                  <a:lnTo>
                    <a:pt x="26078" y="368738"/>
                  </a:lnTo>
                  <a:lnTo>
                    <a:pt x="25982" y="367268"/>
                  </a:lnTo>
                  <a:lnTo>
                    <a:pt x="26132" y="365705"/>
                  </a:lnTo>
                  <a:lnTo>
                    <a:pt x="26087" y="364464"/>
                  </a:lnTo>
                  <a:lnTo>
                    <a:pt x="25770" y="366839"/>
                  </a:lnTo>
                  <a:lnTo>
                    <a:pt x="25650" y="368895"/>
                  </a:lnTo>
                  <a:lnTo>
                    <a:pt x="25173" y="370720"/>
                  </a:lnTo>
                  <a:lnTo>
                    <a:pt x="23860" y="372691"/>
                  </a:lnTo>
                  <a:lnTo>
                    <a:pt x="23809" y="370198"/>
                  </a:lnTo>
                  <a:lnTo>
                    <a:pt x="23762" y="367950"/>
                  </a:lnTo>
                  <a:lnTo>
                    <a:pt x="24045" y="365927"/>
                  </a:lnTo>
                  <a:lnTo>
                    <a:pt x="24005" y="362714"/>
                  </a:lnTo>
                  <a:lnTo>
                    <a:pt x="24421" y="358084"/>
                  </a:lnTo>
                  <a:lnTo>
                    <a:pt x="24390" y="356495"/>
                  </a:lnTo>
                  <a:lnTo>
                    <a:pt x="24262" y="354740"/>
                  </a:lnTo>
                  <a:lnTo>
                    <a:pt x="24028" y="357290"/>
                  </a:lnTo>
                  <a:lnTo>
                    <a:pt x="23896" y="359934"/>
                  </a:lnTo>
                  <a:lnTo>
                    <a:pt x="23631" y="360733"/>
                  </a:lnTo>
                  <a:lnTo>
                    <a:pt x="23148" y="361332"/>
                  </a:lnTo>
                  <a:lnTo>
                    <a:pt x="22266" y="364366"/>
                  </a:lnTo>
                  <a:lnTo>
                    <a:pt x="21746" y="367077"/>
                  </a:lnTo>
                  <a:lnTo>
                    <a:pt x="20375" y="369641"/>
                  </a:lnTo>
                  <a:lnTo>
                    <a:pt x="19652" y="369380"/>
                  </a:lnTo>
                  <a:lnTo>
                    <a:pt x="19560" y="366125"/>
                  </a:lnTo>
                  <a:lnTo>
                    <a:pt x="20108" y="354581"/>
                  </a:lnTo>
                  <a:lnTo>
                    <a:pt x="20647" y="352959"/>
                  </a:lnTo>
                  <a:lnTo>
                    <a:pt x="20898" y="350956"/>
                  </a:lnTo>
                  <a:lnTo>
                    <a:pt x="21346" y="344213"/>
                  </a:lnTo>
                  <a:lnTo>
                    <a:pt x="21850" y="341662"/>
                  </a:lnTo>
                  <a:lnTo>
                    <a:pt x="22049" y="336315"/>
                  </a:lnTo>
                  <a:lnTo>
                    <a:pt x="22253" y="335396"/>
                  </a:lnTo>
                  <a:lnTo>
                    <a:pt x="22927" y="331200"/>
                  </a:lnTo>
                  <a:lnTo>
                    <a:pt x="23162" y="323494"/>
                  </a:lnTo>
                  <a:lnTo>
                    <a:pt x="22885" y="319663"/>
                  </a:lnTo>
                  <a:lnTo>
                    <a:pt x="22253" y="315951"/>
                  </a:lnTo>
                  <a:lnTo>
                    <a:pt x="21642" y="304809"/>
                  </a:lnTo>
                  <a:lnTo>
                    <a:pt x="20056" y="295780"/>
                  </a:lnTo>
                  <a:lnTo>
                    <a:pt x="19924" y="292767"/>
                  </a:lnTo>
                  <a:lnTo>
                    <a:pt x="19141" y="289126"/>
                  </a:lnTo>
                  <a:lnTo>
                    <a:pt x="19862" y="288867"/>
                  </a:lnTo>
                  <a:lnTo>
                    <a:pt x="18378" y="285674"/>
                  </a:lnTo>
                  <a:lnTo>
                    <a:pt x="18173" y="284369"/>
                  </a:lnTo>
                  <a:lnTo>
                    <a:pt x="17875" y="276899"/>
                  </a:lnTo>
                  <a:lnTo>
                    <a:pt x="17932" y="272726"/>
                  </a:lnTo>
                  <a:lnTo>
                    <a:pt x="17716" y="273276"/>
                  </a:lnTo>
                  <a:lnTo>
                    <a:pt x="17515" y="275847"/>
                  </a:lnTo>
                  <a:lnTo>
                    <a:pt x="16933" y="276902"/>
                  </a:lnTo>
                  <a:lnTo>
                    <a:pt x="17193" y="281365"/>
                  </a:lnTo>
                  <a:lnTo>
                    <a:pt x="17129" y="282448"/>
                  </a:lnTo>
                  <a:lnTo>
                    <a:pt x="16820" y="284184"/>
                  </a:lnTo>
                  <a:lnTo>
                    <a:pt x="15579" y="282383"/>
                  </a:lnTo>
                  <a:lnTo>
                    <a:pt x="14669" y="280424"/>
                  </a:lnTo>
                  <a:lnTo>
                    <a:pt x="13637" y="275650"/>
                  </a:lnTo>
                  <a:lnTo>
                    <a:pt x="12627" y="270301"/>
                  </a:lnTo>
                  <a:lnTo>
                    <a:pt x="12987" y="269471"/>
                  </a:lnTo>
                  <a:lnTo>
                    <a:pt x="13449" y="269365"/>
                  </a:lnTo>
                  <a:lnTo>
                    <a:pt x="14886" y="273344"/>
                  </a:lnTo>
                  <a:lnTo>
                    <a:pt x="15817" y="274172"/>
                  </a:lnTo>
                  <a:lnTo>
                    <a:pt x="16406" y="273184"/>
                  </a:lnTo>
                  <a:lnTo>
                    <a:pt x="17135" y="271487"/>
                  </a:lnTo>
                  <a:lnTo>
                    <a:pt x="17483" y="268192"/>
                  </a:lnTo>
                  <a:lnTo>
                    <a:pt x="17123" y="266985"/>
                  </a:lnTo>
                  <a:lnTo>
                    <a:pt x="16423" y="266329"/>
                  </a:lnTo>
                  <a:lnTo>
                    <a:pt x="15958" y="265436"/>
                  </a:lnTo>
                  <a:lnTo>
                    <a:pt x="15288" y="263207"/>
                  </a:lnTo>
                  <a:lnTo>
                    <a:pt x="15203" y="262070"/>
                  </a:lnTo>
                  <a:lnTo>
                    <a:pt x="14997" y="260615"/>
                  </a:lnTo>
                  <a:lnTo>
                    <a:pt x="14316" y="259590"/>
                  </a:lnTo>
                  <a:lnTo>
                    <a:pt x="13768" y="258287"/>
                  </a:lnTo>
                  <a:lnTo>
                    <a:pt x="14230" y="255980"/>
                  </a:lnTo>
                  <a:lnTo>
                    <a:pt x="14684" y="254266"/>
                  </a:lnTo>
                  <a:lnTo>
                    <a:pt x="13480" y="254342"/>
                  </a:lnTo>
                  <a:lnTo>
                    <a:pt x="12108" y="251391"/>
                  </a:lnTo>
                  <a:lnTo>
                    <a:pt x="11824" y="250537"/>
                  </a:lnTo>
                  <a:lnTo>
                    <a:pt x="11370" y="249947"/>
                  </a:lnTo>
                  <a:lnTo>
                    <a:pt x="10290" y="249598"/>
                  </a:lnTo>
                  <a:lnTo>
                    <a:pt x="9393" y="250465"/>
                  </a:lnTo>
                  <a:lnTo>
                    <a:pt x="9800" y="254674"/>
                  </a:lnTo>
                  <a:lnTo>
                    <a:pt x="9719" y="256066"/>
                  </a:lnTo>
                  <a:lnTo>
                    <a:pt x="9132" y="255866"/>
                  </a:lnTo>
                  <a:lnTo>
                    <a:pt x="7905" y="249458"/>
                  </a:lnTo>
                  <a:lnTo>
                    <a:pt x="8274" y="247835"/>
                  </a:lnTo>
                  <a:lnTo>
                    <a:pt x="8805" y="246311"/>
                  </a:lnTo>
                  <a:lnTo>
                    <a:pt x="8544" y="246095"/>
                  </a:lnTo>
                  <a:lnTo>
                    <a:pt x="8032" y="246196"/>
                  </a:lnTo>
                  <a:lnTo>
                    <a:pt x="8529" y="240511"/>
                  </a:lnTo>
                  <a:lnTo>
                    <a:pt x="8227" y="239668"/>
                  </a:lnTo>
                  <a:lnTo>
                    <a:pt x="8067" y="241445"/>
                  </a:lnTo>
                  <a:lnTo>
                    <a:pt x="7797" y="243160"/>
                  </a:lnTo>
                  <a:lnTo>
                    <a:pt x="6754" y="247174"/>
                  </a:lnTo>
                  <a:lnTo>
                    <a:pt x="6236" y="246422"/>
                  </a:lnTo>
                  <a:lnTo>
                    <a:pt x="5879" y="245422"/>
                  </a:lnTo>
                  <a:lnTo>
                    <a:pt x="6383" y="243319"/>
                  </a:lnTo>
                  <a:lnTo>
                    <a:pt x="6653" y="242753"/>
                  </a:lnTo>
                  <a:lnTo>
                    <a:pt x="6840" y="241613"/>
                  </a:lnTo>
                  <a:lnTo>
                    <a:pt x="6451" y="239412"/>
                  </a:lnTo>
                  <a:lnTo>
                    <a:pt x="5838" y="237810"/>
                  </a:lnTo>
                  <a:lnTo>
                    <a:pt x="5345" y="235043"/>
                  </a:lnTo>
                  <a:lnTo>
                    <a:pt x="5089" y="235005"/>
                  </a:lnTo>
                  <a:lnTo>
                    <a:pt x="5316" y="238273"/>
                  </a:lnTo>
                  <a:lnTo>
                    <a:pt x="5222" y="242935"/>
                  </a:lnTo>
                  <a:lnTo>
                    <a:pt x="4118" y="237786"/>
                  </a:lnTo>
                  <a:lnTo>
                    <a:pt x="1910" y="230466"/>
                  </a:lnTo>
                  <a:lnTo>
                    <a:pt x="1389" y="228272"/>
                  </a:lnTo>
                  <a:lnTo>
                    <a:pt x="1272" y="226126"/>
                  </a:lnTo>
                  <a:lnTo>
                    <a:pt x="1025" y="224142"/>
                  </a:lnTo>
                  <a:lnTo>
                    <a:pt x="854" y="221982"/>
                  </a:lnTo>
                  <a:lnTo>
                    <a:pt x="815" y="220304"/>
                  </a:lnTo>
                  <a:lnTo>
                    <a:pt x="337" y="218791"/>
                  </a:lnTo>
                  <a:lnTo>
                    <a:pt x="119" y="216145"/>
                  </a:lnTo>
                  <a:lnTo>
                    <a:pt x="0" y="213460"/>
                  </a:lnTo>
                  <a:lnTo>
                    <a:pt x="275" y="211546"/>
                  </a:lnTo>
                  <a:lnTo>
                    <a:pt x="962" y="209486"/>
                  </a:lnTo>
                  <a:lnTo>
                    <a:pt x="1451" y="209125"/>
                  </a:lnTo>
                  <a:lnTo>
                    <a:pt x="1856" y="210034"/>
                  </a:lnTo>
                  <a:lnTo>
                    <a:pt x="2809" y="211395"/>
                  </a:lnTo>
                  <a:lnTo>
                    <a:pt x="3456" y="212670"/>
                  </a:lnTo>
                  <a:lnTo>
                    <a:pt x="3739" y="214340"/>
                  </a:lnTo>
                  <a:lnTo>
                    <a:pt x="4039" y="214138"/>
                  </a:lnTo>
                  <a:lnTo>
                    <a:pt x="4345" y="213073"/>
                  </a:lnTo>
                  <a:lnTo>
                    <a:pt x="4284" y="211757"/>
                  </a:lnTo>
                  <a:lnTo>
                    <a:pt x="3978" y="208312"/>
                  </a:lnTo>
                  <a:lnTo>
                    <a:pt x="3890" y="204125"/>
                  </a:lnTo>
                  <a:lnTo>
                    <a:pt x="3876" y="194335"/>
                  </a:lnTo>
                  <a:lnTo>
                    <a:pt x="3800" y="193220"/>
                  </a:lnTo>
                  <a:lnTo>
                    <a:pt x="4333" y="192237"/>
                  </a:lnTo>
                  <a:lnTo>
                    <a:pt x="4547" y="191115"/>
                  </a:lnTo>
                  <a:lnTo>
                    <a:pt x="4759" y="189439"/>
                  </a:lnTo>
                  <a:lnTo>
                    <a:pt x="4896" y="188702"/>
                  </a:lnTo>
                  <a:lnTo>
                    <a:pt x="5204" y="188659"/>
                  </a:lnTo>
                  <a:lnTo>
                    <a:pt x="5689" y="189475"/>
                  </a:lnTo>
                  <a:lnTo>
                    <a:pt x="6486" y="192272"/>
                  </a:lnTo>
                  <a:lnTo>
                    <a:pt x="7016" y="192899"/>
                  </a:lnTo>
                  <a:lnTo>
                    <a:pt x="7546" y="192461"/>
                  </a:lnTo>
                  <a:lnTo>
                    <a:pt x="8098" y="188266"/>
                  </a:lnTo>
                  <a:lnTo>
                    <a:pt x="8300" y="187135"/>
                  </a:lnTo>
                  <a:lnTo>
                    <a:pt x="8565" y="186384"/>
                  </a:lnTo>
                  <a:lnTo>
                    <a:pt x="9055" y="186509"/>
                  </a:lnTo>
                  <a:lnTo>
                    <a:pt x="9340" y="185757"/>
                  </a:lnTo>
                  <a:lnTo>
                    <a:pt x="9448" y="183947"/>
                  </a:lnTo>
                  <a:lnTo>
                    <a:pt x="9444" y="181928"/>
                  </a:lnTo>
                  <a:lnTo>
                    <a:pt x="8897" y="176405"/>
                  </a:lnTo>
                  <a:lnTo>
                    <a:pt x="8734" y="173860"/>
                  </a:lnTo>
                  <a:lnTo>
                    <a:pt x="8643" y="171349"/>
                  </a:lnTo>
                  <a:lnTo>
                    <a:pt x="8985" y="168764"/>
                  </a:lnTo>
                  <a:lnTo>
                    <a:pt x="9449" y="165742"/>
                  </a:lnTo>
                  <a:lnTo>
                    <a:pt x="9338" y="163102"/>
                  </a:lnTo>
                  <a:lnTo>
                    <a:pt x="9465" y="162076"/>
                  </a:lnTo>
                  <a:lnTo>
                    <a:pt x="9847" y="161929"/>
                  </a:lnTo>
                  <a:lnTo>
                    <a:pt x="10324" y="162565"/>
                  </a:lnTo>
                  <a:lnTo>
                    <a:pt x="10848" y="162125"/>
                  </a:lnTo>
                  <a:lnTo>
                    <a:pt x="11246" y="160512"/>
                  </a:lnTo>
                  <a:lnTo>
                    <a:pt x="11405" y="159107"/>
                  </a:lnTo>
                  <a:lnTo>
                    <a:pt x="11649" y="153001"/>
                  </a:lnTo>
                  <a:lnTo>
                    <a:pt x="11810" y="147420"/>
                  </a:lnTo>
                  <a:lnTo>
                    <a:pt x="11876" y="142868"/>
                  </a:lnTo>
                  <a:lnTo>
                    <a:pt x="11468" y="140147"/>
                  </a:lnTo>
                  <a:lnTo>
                    <a:pt x="10841" y="132827"/>
                  </a:lnTo>
                  <a:lnTo>
                    <a:pt x="11023" y="131576"/>
                  </a:lnTo>
                  <a:lnTo>
                    <a:pt x="11305" y="131284"/>
                  </a:lnTo>
                  <a:lnTo>
                    <a:pt x="12233" y="133846"/>
                  </a:lnTo>
                  <a:lnTo>
                    <a:pt x="12633" y="134276"/>
                  </a:lnTo>
                  <a:lnTo>
                    <a:pt x="13309" y="133885"/>
                  </a:lnTo>
                  <a:lnTo>
                    <a:pt x="13975" y="133315"/>
                  </a:lnTo>
                  <a:lnTo>
                    <a:pt x="14457" y="133280"/>
                  </a:lnTo>
                  <a:lnTo>
                    <a:pt x="15153" y="134156"/>
                  </a:lnTo>
                  <a:lnTo>
                    <a:pt x="16111" y="135132"/>
                  </a:lnTo>
                  <a:lnTo>
                    <a:pt x="17605" y="136342"/>
                  </a:lnTo>
                  <a:lnTo>
                    <a:pt x="18219" y="137254"/>
                  </a:lnTo>
                  <a:lnTo>
                    <a:pt x="18727" y="137124"/>
                  </a:lnTo>
                  <a:lnTo>
                    <a:pt x="19138" y="134282"/>
                  </a:lnTo>
                  <a:lnTo>
                    <a:pt x="19613" y="130129"/>
                  </a:lnTo>
                  <a:lnTo>
                    <a:pt x="20318" y="123963"/>
                  </a:lnTo>
                  <a:lnTo>
                    <a:pt x="21127" y="119475"/>
                  </a:lnTo>
                  <a:lnTo>
                    <a:pt x="21340" y="118284"/>
                  </a:lnTo>
                  <a:lnTo>
                    <a:pt x="22241" y="114632"/>
                  </a:lnTo>
                  <a:lnTo>
                    <a:pt x="23116" y="110803"/>
                  </a:lnTo>
                  <a:lnTo>
                    <a:pt x="23877" y="105963"/>
                  </a:lnTo>
                  <a:lnTo>
                    <a:pt x="24303" y="102485"/>
                  </a:lnTo>
                  <a:lnTo>
                    <a:pt x="24266" y="101033"/>
                  </a:lnTo>
                  <a:lnTo>
                    <a:pt x="23992" y="99830"/>
                  </a:lnTo>
                  <a:lnTo>
                    <a:pt x="23419" y="99061"/>
                  </a:lnTo>
                  <a:lnTo>
                    <a:pt x="22947" y="98266"/>
                  </a:lnTo>
                  <a:lnTo>
                    <a:pt x="22817" y="97550"/>
                  </a:lnTo>
                  <a:lnTo>
                    <a:pt x="22830" y="96731"/>
                  </a:lnTo>
                  <a:lnTo>
                    <a:pt x="23075" y="94474"/>
                  </a:lnTo>
                  <a:lnTo>
                    <a:pt x="23488" y="91809"/>
                  </a:lnTo>
                  <a:lnTo>
                    <a:pt x="23920" y="90365"/>
                  </a:lnTo>
                  <a:lnTo>
                    <a:pt x="25055" y="88579"/>
                  </a:lnTo>
                  <a:lnTo>
                    <a:pt x="25779" y="86278"/>
                  </a:lnTo>
                  <a:lnTo>
                    <a:pt x="26592" y="83233"/>
                  </a:lnTo>
                  <a:lnTo>
                    <a:pt x="27037" y="81158"/>
                  </a:lnTo>
                  <a:lnTo>
                    <a:pt x="27260" y="76948"/>
                  </a:lnTo>
                  <a:lnTo>
                    <a:pt x="27506" y="76110"/>
                  </a:lnTo>
                  <a:lnTo>
                    <a:pt x="28008" y="74751"/>
                  </a:lnTo>
                  <a:lnTo>
                    <a:pt x="28387" y="73156"/>
                  </a:lnTo>
                  <a:lnTo>
                    <a:pt x="28357" y="72295"/>
                  </a:lnTo>
                  <a:lnTo>
                    <a:pt x="28156" y="71675"/>
                  </a:lnTo>
                  <a:lnTo>
                    <a:pt x="27777" y="68728"/>
                  </a:lnTo>
                  <a:lnTo>
                    <a:pt x="27603" y="64114"/>
                  </a:lnTo>
                  <a:lnTo>
                    <a:pt x="27689" y="60370"/>
                  </a:lnTo>
                  <a:lnTo>
                    <a:pt x="27974" y="58848"/>
                  </a:lnTo>
                  <a:lnTo>
                    <a:pt x="28351" y="56727"/>
                  </a:lnTo>
                  <a:lnTo>
                    <a:pt x="29051" y="55423"/>
                  </a:lnTo>
                  <a:lnTo>
                    <a:pt x="30047" y="54511"/>
                  </a:lnTo>
                  <a:lnTo>
                    <a:pt x="31573" y="52035"/>
                  </a:lnTo>
                  <a:lnTo>
                    <a:pt x="34213" y="46291"/>
                  </a:lnTo>
                  <a:lnTo>
                    <a:pt x="35164" y="44418"/>
                  </a:lnTo>
                  <a:lnTo>
                    <a:pt x="35817" y="43449"/>
                  </a:lnTo>
                  <a:lnTo>
                    <a:pt x="36448" y="41042"/>
                  </a:lnTo>
                  <a:lnTo>
                    <a:pt x="37318" y="38412"/>
                  </a:lnTo>
                  <a:lnTo>
                    <a:pt x="38562" y="37106"/>
                  </a:lnTo>
                  <a:lnTo>
                    <a:pt x="39364" y="36601"/>
                  </a:lnTo>
                  <a:lnTo>
                    <a:pt x="43128" y="34802"/>
                  </a:lnTo>
                  <a:lnTo>
                    <a:pt x="43761" y="35031"/>
                  </a:lnTo>
                  <a:lnTo>
                    <a:pt x="44398" y="36074"/>
                  </a:lnTo>
                  <a:lnTo>
                    <a:pt x="45190" y="39572"/>
                  </a:lnTo>
                  <a:lnTo>
                    <a:pt x="45893" y="40888"/>
                  </a:lnTo>
                  <a:lnTo>
                    <a:pt x="46707" y="41811"/>
                  </a:lnTo>
                  <a:lnTo>
                    <a:pt x="47322" y="41416"/>
                  </a:lnTo>
                  <a:lnTo>
                    <a:pt x="47338" y="40000"/>
                  </a:lnTo>
                  <a:lnTo>
                    <a:pt x="45399" y="31837"/>
                  </a:lnTo>
                  <a:lnTo>
                    <a:pt x="45222" y="29613"/>
                  </a:lnTo>
                  <a:lnTo>
                    <a:pt x="45157" y="27490"/>
                  </a:lnTo>
                  <a:lnTo>
                    <a:pt x="45377" y="25801"/>
                  </a:lnTo>
                  <a:lnTo>
                    <a:pt x="45984" y="24193"/>
                  </a:lnTo>
                  <a:lnTo>
                    <a:pt x="46819" y="22369"/>
                  </a:lnTo>
                  <a:lnTo>
                    <a:pt x="47859" y="20098"/>
                  </a:lnTo>
                  <a:lnTo>
                    <a:pt x="48515" y="18527"/>
                  </a:lnTo>
                  <a:lnTo>
                    <a:pt x="49285" y="18023"/>
                  </a:lnTo>
                  <a:lnTo>
                    <a:pt x="49563" y="17117"/>
                  </a:lnTo>
                  <a:lnTo>
                    <a:pt x="49644" y="15800"/>
                  </a:lnTo>
                  <a:lnTo>
                    <a:pt x="49602" y="14366"/>
                  </a:lnTo>
                  <a:lnTo>
                    <a:pt x="49252" y="12737"/>
                  </a:lnTo>
                  <a:lnTo>
                    <a:pt x="49324" y="10691"/>
                  </a:lnTo>
                  <a:lnTo>
                    <a:pt x="49441" y="8837"/>
                  </a:lnTo>
                  <a:lnTo>
                    <a:pt x="49768" y="7757"/>
                  </a:lnTo>
                  <a:lnTo>
                    <a:pt x="50489" y="4820"/>
                  </a:lnTo>
                  <a:lnTo>
                    <a:pt x="50934" y="2700"/>
                  </a:lnTo>
                  <a:lnTo>
                    <a:pt x="51169" y="1793"/>
                  </a:lnTo>
                  <a:lnTo>
                    <a:pt x="51512" y="201"/>
                  </a:lnTo>
                  <a:lnTo>
                    <a:pt x="52102" y="0"/>
                  </a:lnTo>
                  <a:lnTo>
                    <a:pt x="52676" y="503"/>
                  </a:lnTo>
                  <a:lnTo>
                    <a:pt x="53019" y="1409"/>
                  </a:lnTo>
                  <a:lnTo>
                    <a:pt x="53360" y="3247"/>
                  </a:lnTo>
                  <a:lnTo>
                    <a:pt x="53735" y="4754"/>
                  </a:lnTo>
                  <a:lnTo>
                    <a:pt x="54191" y="4748"/>
                  </a:lnTo>
                  <a:lnTo>
                    <a:pt x="54657" y="4534"/>
                  </a:lnTo>
                  <a:lnTo>
                    <a:pt x="54874" y="4743"/>
                  </a:lnTo>
                  <a:lnTo>
                    <a:pt x="55321" y="6005"/>
                  </a:lnTo>
                  <a:lnTo>
                    <a:pt x="56169" y="9027"/>
                  </a:lnTo>
                  <a:lnTo>
                    <a:pt x="56547" y="9785"/>
                  </a:lnTo>
                  <a:lnTo>
                    <a:pt x="56906" y="11073"/>
                  </a:lnTo>
                  <a:lnTo>
                    <a:pt x="57093" y="13646"/>
                  </a:lnTo>
                  <a:lnTo>
                    <a:pt x="57209" y="16236"/>
                  </a:lnTo>
                  <a:lnTo>
                    <a:pt x="58272" y="25230"/>
                  </a:lnTo>
                  <a:lnTo>
                    <a:pt x="58591" y="27125"/>
                  </a:lnTo>
                  <a:lnTo>
                    <a:pt x="58828" y="28572"/>
                  </a:lnTo>
                  <a:lnTo>
                    <a:pt x="59324" y="28927"/>
                  </a:lnTo>
                  <a:lnTo>
                    <a:pt x="59727" y="27480"/>
                  </a:lnTo>
                  <a:lnTo>
                    <a:pt x="59886" y="25931"/>
                  </a:lnTo>
                  <a:lnTo>
                    <a:pt x="60306" y="25406"/>
                  </a:lnTo>
                  <a:lnTo>
                    <a:pt x="60805" y="25689"/>
                  </a:lnTo>
                  <a:lnTo>
                    <a:pt x="61721" y="27132"/>
                  </a:lnTo>
                  <a:lnTo>
                    <a:pt x="62215" y="27911"/>
                  </a:lnTo>
                  <a:lnTo>
                    <a:pt x="62461" y="32359"/>
                  </a:lnTo>
                  <a:lnTo>
                    <a:pt x="62516" y="37578"/>
                  </a:lnTo>
                  <a:lnTo>
                    <a:pt x="62442" y="39194"/>
                  </a:lnTo>
                  <a:lnTo>
                    <a:pt x="62843" y="43499"/>
                  </a:lnTo>
                  <a:lnTo>
                    <a:pt x="62968" y="48450"/>
                  </a:lnTo>
                  <a:lnTo>
                    <a:pt x="63054" y="51158"/>
                  </a:lnTo>
                  <a:lnTo>
                    <a:pt x="63063" y="53746"/>
                  </a:lnTo>
                  <a:lnTo>
                    <a:pt x="62991" y="57137"/>
                  </a:lnTo>
                  <a:lnTo>
                    <a:pt x="62776" y="61679"/>
                  </a:lnTo>
                  <a:lnTo>
                    <a:pt x="62414" y="65554"/>
                  </a:lnTo>
                  <a:lnTo>
                    <a:pt x="62546" y="68780"/>
                  </a:lnTo>
                  <a:lnTo>
                    <a:pt x="62331" y="70255"/>
                  </a:lnTo>
                  <a:lnTo>
                    <a:pt x="61454" y="71005"/>
                  </a:lnTo>
                  <a:lnTo>
                    <a:pt x="61378" y="72236"/>
                  </a:lnTo>
                  <a:lnTo>
                    <a:pt x="61637" y="74266"/>
                  </a:lnTo>
                  <a:lnTo>
                    <a:pt x="62249" y="76805"/>
                  </a:lnTo>
                  <a:lnTo>
                    <a:pt x="62264" y="78407"/>
                  </a:lnTo>
                  <a:lnTo>
                    <a:pt x="61967" y="79496"/>
                  </a:lnTo>
                  <a:lnTo>
                    <a:pt x="61323" y="79599"/>
                  </a:lnTo>
                  <a:lnTo>
                    <a:pt x="60430" y="80614"/>
                  </a:lnTo>
                  <a:lnTo>
                    <a:pt x="59816" y="83891"/>
                  </a:lnTo>
                  <a:lnTo>
                    <a:pt x="59164" y="86586"/>
                  </a:lnTo>
                  <a:lnTo>
                    <a:pt x="58806" y="87116"/>
                  </a:lnTo>
                  <a:lnTo>
                    <a:pt x="57614" y="86357"/>
                  </a:lnTo>
                  <a:lnTo>
                    <a:pt x="57329" y="87049"/>
                  </a:lnTo>
                  <a:lnTo>
                    <a:pt x="56913" y="91640"/>
                  </a:lnTo>
                  <a:lnTo>
                    <a:pt x="56571" y="93613"/>
                  </a:lnTo>
                  <a:lnTo>
                    <a:pt x="56058" y="95281"/>
                  </a:lnTo>
                  <a:lnTo>
                    <a:pt x="55590" y="96262"/>
                  </a:lnTo>
                  <a:lnTo>
                    <a:pt x="55166" y="96947"/>
                  </a:lnTo>
                  <a:lnTo>
                    <a:pt x="54220" y="96483"/>
                  </a:lnTo>
                  <a:lnTo>
                    <a:pt x="53719" y="99254"/>
                  </a:lnTo>
                  <a:lnTo>
                    <a:pt x="53215" y="102910"/>
                  </a:lnTo>
                  <a:lnTo>
                    <a:pt x="53174" y="104801"/>
                  </a:lnTo>
                  <a:lnTo>
                    <a:pt x="53435" y="107770"/>
                  </a:lnTo>
                  <a:lnTo>
                    <a:pt x="53300" y="108594"/>
                  </a:lnTo>
                  <a:lnTo>
                    <a:pt x="52789" y="109240"/>
                  </a:lnTo>
                  <a:lnTo>
                    <a:pt x="51949" y="110579"/>
                  </a:lnTo>
                  <a:lnTo>
                    <a:pt x="51431" y="114822"/>
                  </a:lnTo>
                  <a:lnTo>
                    <a:pt x="51450" y="118944"/>
                  </a:lnTo>
                  <a:lnTo>
                    <a:pt x="51757" y="120358"/>
                  </a:lnTo>
                  <a:lnTo>
                    <a:pt x="52337" y="120976"/>
                  </a:lnTo>
                  <a:lnTo>
                    <a:pt x="52750" y="122246"/>
                  </a:lnTo>
                  <a:lnTo>
                    <a:pt x="52789" y="124232"/>
                  </a:lnTo>
                  <a:lnTo>
                    <a:pt x="53150" y="126714"/>
                  </a:lnTo>
                  <a:lnTo>
                    <a:pt x="52981" y="129608"/>
                  </a:lnTo>
                  <a:lnTo>
                    <a:pt x="51804" y="133814"/>
                  </a:lnTo>
                  <a:lnTo>
                    <a:pt x="51769" y="136103"/>
                  </a:lnTo>
                  <a:lnTo>
                    <a:pt x="52395" y="136808"/>
                  </a:lnTo>
                  <a:lnTo>
                    <a:pt x="52937" y="136485"/>
                  </a:lnTo>
                  <a:lnTo>
                    <a:pt x="53606" y="135486"/>
                  </a:lnTo>
                  <a:lnTo>
                    <a:pt x="54395" y="133879"/>
                  </a:lnTo>
                  <a:lnTo>
                    <a:pt x="56117" y="131540"/>
                  </a:lnTo>
                  <a:lnTo>
                    <a:pt x="57998" y="130204"/>
                  </a:lnTo>
                  <a:lnTo>
                    <a:pt x="59486" y="129956"/>
                  </a:lnTo>
                  <a:lnTo>
                    <a:pt x="60756" y="130056"/>
                  </a:lnTo>
                  <a:lnTo>
                    <a:pt x="61379" y="130553"/>
                  </a:lnTo>
                  <a:lnTo>
                    <a:pt x="61564" y="131410"/>
                  </a:lnTo>
                  <a:lnTo>
                    <a:pt x="63303" y="130044"/>
                  </a:lnTo>
                  <a:lnTo>
                    <a:pt x="63668" y="129966"/>
                  </a:lnTo>
                  <a:lnTo>
                    <a:pt x="63983" y="129893"/>
                  </a:lnTo>
                  <a:lnTo>
                    <a:pt x="63973" y="130797"/>
                  </a:lnTo>
                  <a:lnTo>
                    <a:pt x="62700" y="134536"/>
                  </a:lnTo>
                  <a:lnTo>
                    <a:pt x="62461" y="136279"/>
                  </a:lnTo>
                  <a:lnTo>
                    <a:pt x="62501" y="138148"/>
                  </a:lnTo>
                  <a:lnTo>
                    <a:pt x="63022" y="139883"/>
                  </a:lnTo>
                  <a:lnTo>
                    <a:pt x="63528" y="141220"/>
                  </a:lnTo>
                  <a:lnTo>
                    <a:pt x="63956" y="144573"/>
                  </a:lnTo>
                  <a:lnTo>
                    <a:pt x="63625" y="147645"/>
                  </a:lnTo>
                  <a:lnTo>
                    <a:pt x="63836" y="148765"/>
                  </a:lnTo>
                  <a:lnTo>
                    <a:pt x="64212" y="150019"/>
                  </a:lnTo>
                  <a:lnTo>
                    <a:pt x="64440" y="151785"/>
                  </a:lnTo>
                  <a:lnTo>
                    <a:pt x="64468" y="153937"/>
                  </a:lnTo>
                  <a:lnTo>
                    <a:pt x="64259" y="157371"/>
                  </a:lnTo>
                  <a:lnTo>
                    <a:pt x="66098" y="159165"/>
                  </a:lnTo>
                  <a:lnTo>
                    <a:pt x="67687" y="159970"/>
                  </a:lnTo>
                  <a:lnTo>
                    <a:pt x="68845" y="160189"/>
                  </a:lnTo>
                  <a:lnTo>
                    <a:pt x="69588" y="160977"/>
                  </a:lnTo>
                  <a:lnTo>
                    <a:pt x="70035" y="161656"/>
                  </a:lnTo>
                  <a:lnTo>
                    <a:pt x="70349" y="162887"/>
                  </a:lnTo>
                  <a:lnTo>
                    <a:pt x="70444" y="164230"/>
                  </a:lnTo>
                  <a:lnTo>
                    <a:pt x="70056" y="165171"/>
                  </a:lnTo>
                  <a:lnTo>
                    <a:pt x="69271" y="168191"/>
                  </a:lnTo>
                  <a:lnTo>
                    <a:pt x="68821" y="172222"/>
                  </a:lnTo>
                  <a:lnTo>
                    <a:pt x="68868" y="175241"/>
                  </a:lnTo>
                  <a:lnTo>
                    <a:pt x="68815" y="177855"/>
                  </a:lnTo>
                  <a:lnTo>
                    <a:pt x="67905" y="181628"/>
                  </a:lnTo>
                  <a:lnTo>
                    <a:pt x="67543" y="184222"/>
                  </a:lnTo>
                  <a:lnTo>
                    <a:pt x="67226" y="186884"/>
                  </a:lnTo>
                  <a:lnTo>
                    <a:pt x="67236" y="188041"/>
                  </a:lnTo>
                  <a:lnTo>
                    <a:pt x="67424" y="188849"/>
                  </a:lnTo>
                  <a:lnTo>
                    <a:pt x="67812" y="189317"/>
                  </a:lnTo>
                  <a:lnTo>
                    <a:pt x="68483" y="189598"/>
                  </a:lnTo>
                  <a:lnTo>
                    <a:pt x="69305" y="189298"/>
                  </a:lnTo>
                  <a:lnTo>
                    <a:pt x="71266" y="189937"/>
                  </a:lnTo>
                  <a:lnTo>
                    <a:pt x="73504" y="191103"/>
                  </a:lnTo>
                  <a:lnTo>
                    <a:pt x="74391" y="191744"/>
                  </a:lnTo>
                  <a:lnTo>
                    <a:pt x="74681" y="192917"/>
                  </a:lnTo>
                  <a:lnTo>
                    <a:pt x="74610" y="195479"/>
                  </a:lnTo>
                  <a:lnTo>
                    <a:pt x="74467" y="197867"/>
                  </a:lnTo>
                  <a:lnTo>
                    <a:pt x="74612" y="199701"/>
                  </a:lnTo>
                  <a:lnTo>
                    <a:pt x="74973" y="201389"/>
                  </a:lnTo>
                  <a:lnTo>
                    <a:pt x="75579" y="201946"/>
                  </a:lnTo>
                  <a:lnTo>
                    <a:pt x="76100" y="202599"/>
                  </a:lnTo>
                  <a:lnTo>
                    <a:pt x="76199" y="203888"/>
                  </a:lnTo>
                  <a:lnTo>
                    <a:pt x="76040" y="205635"/>
                  </a:lnTo>
                  <a:lnTo>
                    <a:pt x="76305" y="207016"/>
                  </a:lnTo>
                  <a:lnTo>
                    <a:pt x="76602" y="207922"/>
                  </a:lnTo>
                  <a:lnTo>
                    <a:pt x="77247" y="208440"/>
                  </a:lnTo>
                  <a:lnTo>
                    <a:pt x="78553" y="207316"/>
                  </a:lnTo>
                  <a:lnTo>
                    <a:pt x="79467" y="207817"/>
                  </a:lnTo>
                  <a:lnTo>
                    <a:pt x="80291" y="208584"/>
                  </a:lnTo>
                  <a:lnTo>
                    <a:pt x="80995" y="208180"/>
                  </a:lnTo>
                  <a:lnTo>
                    <a:pt x="81692" y="207201"/>
                  </a:lnTo>
                  <a:lnTo>
                    <a:pt x="83211" y="202761"/>
                  </a:lnTo>
                  <a:lnTo>
                    <a:pt x="84982" y="200362"/>
                  </a:lnTo>
                  <a:lnTo>
                    <a:pt x="85563" y="199786"/>
                  </a:lnTo>
                  <a:lnTo>
                    <a:pt x="85956" y="200075"/>
                  </a:lnTo>
                  <a:lnTo>
                    <a:pt x="86054" y="200386"/>
                  </a:lnTo>
                  <a:lnTo>
                    <a:pt x="86028" y="201285"/>
                  </a:lnTo>
                  <a:lnTo>
                    <a:pt x="86212" y="2049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7"/>
            <p:cNvSpPr/>
            <p:nvPr/>
          </p:nvSpPr>
          <p:spPr>
            <a:xfrm>
              <a:off x="3000083" y="2347436"/>
              <a:ext cx="18374" cy="49442"/>
            </a:xfrm>
            <a:custGeom>
              <a:avLst/>
              <a:pathLst>
                <a:path w="18374" h="49442">
                  <a:moveTo>
                    <a:pt x="7287" y="266"/>
                  </a:moveTo>
                  <a:lnTo>
                    <a:pt x="7260" y="628"/>
                  </a:lnTo>
                  <a:lnTo>
                    <a:pt x="7307" y="1693"/>
                  </a:lnTo>
                  <a:lnTo>
                    <a:pt x="7521" y="2729"/>
                  </a:lnTo>
                  <a:lnTo>
                    <a:pt x="8286" y="3793"/>
                  </a:lnTo>
                  <a:lnTo>
                    <a:pt x="9405" y="5895"/>
                  </a:lnTo>
                  <a:lnTo>
                    <a:pt x="10721" y="9753"/>
                  </a:lnTo>
                  <a:lnTo>
                    <a:pt x="11326" y="10900"/>
                  </a:lnTo>
                  <a:lnTo>
                    <a:pt x="11869" y="11180"/>
                  </a:lnTo>
                  <a:lnTo>
                    <a:pt x="12928" y="12781"/>
                  </a:lnTo>
                  <a:lnTo>
                    <a:pt x="13667" y="13172"/>
                  </a:lnTo>
                  <a:lnTo>
                    <a:pt x="14494" y="13613"/>
                  </a:lnTo>
                  <a:lnTo>
                    <a:pt x="16646" y="16956"/>
                  </a:lnTo>
                  <a:lnTo>
                    <a:pt x="17613" y="17932"/>
                  </a:lnTo>
                  <a:lnTo>
                    <a:pt x="18300" y="19190"/>
                  </a:lnTo>
                  <a:lnTo>
                    <a:pt x="18374" y="20375"/>
                  </a:lnTo>
                  <a:lnTo>
                    <a:pt x="18342" y="21109"/>
                  </a:lnTo>
                  <a:lnTo>
                    <a:pt x="17100" y="21969"/>
                  </a:lnTo>
                  <a:lnTo>
                    <a:pt x="16883" y="23275"/>
                  </a:lnTo>
                  <a:lnTo>
                    <a:pt x="16282" y="23124"/>
                  </a:lnTo>
                  <a:lnTo>
                    <a:pt x="15554" y="23115"/>
                  </a:lnTo>
                  <a:lnTo>
                    <a:pt x="15316" y="23943"/>
                  </a:lnTo>
                  <a:lnTo>
                    <a:pt x="15664" y="25308"/>
                  </a:lnTo>
                  <a:lnTo>
                    <a:pt x="15890" y="26912"/>
                  </a:lnTo>
                  <a:lnTo>
                    <a:pt x="15708" y="29113"/>
                  </a:lnTo>
                  <a:lnTo>
                    <a:pt x="15647" y="29403"/>
                  </a:lnTo>
                  <a:lnTo>
                    <a:pt x="15471" y="29325"/>
                  </a:lnTo>
                  <a:lnTo>
                    <a:pt x="14446" y="30602"/>
                  </a:lnTo>
                  <a:lnTo>
                    <a:pt x="13684" y="31203"/>
                  </a:lnTo>
                  <a:lnTo>
                    <a:pt x="12997" y="31504"/>
                  </a:lnTo>
                  <a:lnTo>
                    <a:pt x="12672" y="30890"/>
                  </a:lnTo>
                  <a:lnTo>
                    <a:pt x="12511" y="30056"/>
                  </a:lnTo>
                  <a:lnTo>
                    <a:pt x="12540" y="27640"/>
                  </a:lnTo>
                  <a:lnTo>
                    <a:pt x="12416" y="26824"/>
                  </a:lnTo>
                  <a:lnTo>
                    <a:pt x="12181" y="26428"/>
                  </a:lnTo>
                  <a:lnTo>
                    <a:pt x="11711" y="27000"/>
                  </a:lnTo>
                  <a:lnTo>
                    <a:pt x="11162" y="28866"/>
                  </a:lnTo>
                  <a:lnTo>
                    <a:pt x="10653" y="31037"/>
                  </a:lnTo>
                  <a:lnTo>
                    <a:pt x="9890" y="33300"/>
                  </a:lnTo>
                  <a:lnTo>
                    <a:pt x="9260" y="35471"/>
                  </a:lnTo>
                  <a:lnTo>
                    <a:pt x="8581" y="38208"/>
                  </a:lnTo>
                  <a:lnTo>
                    <a:pt x="8117" y="40475"/>
                  </a:lnTo>
                  <a:lnTo>
                    <a:pt x="8599" y="41753"/>
                  </a:lnTo>
                  <a:lnTo>
                    <a:pt x="8893" y="43532"/>
                  </a:lnTo>
                  <a:lnTo>
                    <a:pt x="8804" y="44864"/>
                  </a:lnTo>
                  <a:lnTo>
                    <a:pt x="8890" y="45640"/>
                  </a:lnTo>
                  <a:lnTo>
                    <a:pt x="8740" y="47972"/>
                  </a:lnTo>
                  <a:lnTo>
                    <a:pt x="8710" y="49442"/>
                  </a:lnTo>
                  <a:lnTo>
                    <a:pt x="7211" y="47092"/>
                  </a:lnTo>
                  <a:lnTo>
                    <a:pt x="6594" y="43786"/>
                  </a:lnTo>
                  <a:lnTo>
                    <a:pt x="4402" y="38203"/>
                  </a:lnTo>
                  <a:lnTo>
                    <a:pt x="1889" y="34402"/>
                  </a:lnTo>
                  <a:lnTo>
                    <a:pt x="1756" y="33802"/>
                  </a:lnTo>
                  <a:lnTo>
                    <a:pt x="1894" y="33070"/>
                  </a:lnTo>
                  <a:lnTo>
                    <a:pt x="2014" y="32492"/>
                  </a:lnTo>
                  <a:lnTo>
                    <a:pt x="1492" y="32449"/>
                  </a:lnTo>
                  <a:lnTo>
                    <a:pt x="1126" y="32912"/>
                  </a:lnTo>
                  <a:lnTo>
                    <a:pt x="780" y="32782"/>
                  </a:lnTo>
                  <a:lnTo>
                    <a:pt x="387" y="31358"/>
                  </a:lnTo>
                  <a:lnTo>
                    <a:pt x="16" y="30121"/>
                  </a:lnTo>
                  <a:lnTo>
                    <a:pt x="0" y="29035"/>
                  </a:lnTo>
                  <a:lnTo>
                    <a:pt x="168" y="28893"/>
                  </a:lnTo>
                  <a:lnTo>
                    <a:pt x="420" y="28459"/>
                  </a:lnTo>
                  <a:lnTo>
                    <a:pt x="948" y="27250"/>
                  </a:lnTo>
                  <a:lnTo>
                    <a:pt x="1053" y="26615"/>
                  </a:lnTo>
                  <a:lnTo>
                    <a:pt x="1028" y="25653"/>
                  </a:lnTo>
                  <a:lnTo>
                    <a:pt x="285" y="22607"/>
                  </a:lnTo>
                  <a:lnTo>
                    <a:pt x="180" y="20632"/>
                  </a:lnTo>
                  <a:lnTo>
                    <a:pt x="72" y="16957"/>
                  </a:lnTo>
                  <a:lnTo>
                    <a:pt x="229" y="16087"/>
                  </a:lnTo>
                  <a:lnTo>
                    <a:pt x="501" y="15666"/>
                  </a:lnTo>
                  <a:lnTo>
                    <a:pt x="1800" y="15207"/>
                  </a:lnTo>
                  <a:lnTo>
                    <a:pt x="1783" y="12343"/>
                  </a:lnTo>
                  <a:lnTo>
                    <a:pt x="1861" y="11484"/>
                  </a:lnTo>
                  <a:lnTo>
                    <a:pt x="2119" y="10294"/>
                  </a:lnTo>
                  <a:lnTo>
                    <a:pt x="2286" y="9205"/>
                  </a:lnTo>
                  <a:lnTo>
                    <a:pt x="3008" y="7646"/>
                  </a:lnTo>
                  <a:lnTo>
                    <a:pt x="3987" y="5791"/>
                  </a:lnTo>
                  <a:lnTo>
                    <a:pt x="4415" y="5736"/>
                  </a:lnTo>
                  <a:lnTo>
                    <a:pt x="4790" y="5994"/>
                  </a:lnTo>
                  <a:lnTo>
                    <a:pt x="5214" y="7592"/>
                  </a:lnTo>
                  <a:lnTo>
                    <a:pt x="5675" y="7384"/>
                  </a:lnTo>
                  <a:lnTo>
                    <a:pt x="5771" y="5466"/>
                  </a:lnTo>
                  <a:lnTo>
                    <a:pt x="5167" y="2953"/>
                  </a:lnTo>
                  <a:lnTo>
                    <a:pt x="4844" y="1347"/>
                  </a:lnTo>
                  <a:lnTo>
                    <a:pt x="4944" y="463"/>
                  </a:lnTo>
                  <a:lnTo>
                    <a:pt x="5171" y="0"/>
                  </a:lnTo>
                  <a:lnTo>
                    <a:pt x="5691" y="290"/>
                  </a:lnTo>
                  <a:lnTo>
                    <a:pt x="6188" y="727"/>
                  </a:lnTo>
                  <a:lnTo>
                    <a:pt x="6503" y="431"/>
                  </a:lnTo>
                  <a:lnTo>
                    <a:pt x="6998" y="2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8"/>
            <p:cNvSpPr/>
            <p:nvPr/>
          </p:nvSpPr>
          <p:spPr>
            <a:xfrm>
              <a:off x="3666376" y="2094054"/>
              <a:ext cx="309124" cy="310908"/>
            </a:xfrm>
            <a:custGeom>
              <a:avLst/>
              <a:pathLst>
                <a:path w="309124" h="310908">
                  <a:moveTo>
                    <a:pt x="278220" y="67770"/>
                  </a:moveTo>
                  <a:lnTo>
                    <a:pt x="277321" y="71877"/>
                  </a:lnTo>
                  <a:lnTo>
                    <a:pt x="275517" y="80109"/>
                  </a:lnTo>
                  <a:lnTo>
                    <a:pt x="273991" y="87078"/>
                  </a:lnTo>
                  <a:lnTo>
                    <a:pt x="273186" y="91006"/>
                  </a:lnTo>
                  <a:lnTo>
                    <a:pt x="272596" y="93999"/>
                  </a:lnTo>
                  <a:lnTo>
                    <a:pt x="271982" y="96839"/>
                  </a:lnTo>
                  <a:lnTo>
                    <a:pt x="271896" y="98546"/>
                  </a:lnTo>
                  <a:lnTo>
                    <a:pt x="271207" y="101292"/>
                  </a:lnTo>
                  <a:lnTo>
                    <a:pt x="269926" y="104604"/>
                  </a:lnTo>
                  <a:lnTo>
                    <a:pt x="269649" y="108195"/>
                  </a:lnTo>
                  <a:lnTo>
                    <a:pt x="269696" y="111427"/>
                  </a:lnTo>
                  <a:lnTo>
                    <a:pt x="269590" y="114326"/>
                  </a:lnTo>
                  <a:lnTo>
                    <a:pt x="268185" y="116158"/>
                  </a:lnTo>
                  <a:lnTo>
                    <a:pt x="267086" y="117795"/>
                  </a:lnTo>
                  <a:lnTo>
                    <a:pt x="267398" y="123286"/>
                  </a:lnTo>
                  <a:lnTo>
                    <a:pt x="267964" y="125361"/>
                  </a:lnTo>
                  <a:lnTo>
                    <a:pt x="268880" y="127603"/>
                  </a:lnTo>
                  <a:lnTo>
                    <a:pt x="269841" y="129396"/>
                  </a:lnTo>
                  <a:lnTo>
                    <a:pt x="270673" y="130913"/>
                  </a:lnTo>
                  <a:lnTo>
                    <a:pt x="271592" y="130191"/>
                  </a:lnTo>
                  <a:lnTo>
                    <a:pt x="272370" y="127880"/>
                  </a:lnTo>
                  <a:lnTo>
                    <a:pt x="273873" y="125851"/>
                  </a:lnTo>
                  <a:lnTo>
                    <a:pt x="274701" y="125802"/>
                  </a:lnTo>
                  <a:lnTo>
                    <a:pt x="275287" y="126270"/>
                  </a:lnTo>
                  <a:lnTo>
                    <a:pt x="276588" y="126402"/>
                  </a:lnTo>
                  <a:lnTo>
                    <a:pt x="277919" y="125665"/>
                  </a:lnTo>
                  <a:lnTo>
                    <a:pt x="278963" y="125509"/>
                  </a:lnTo>
                  <a:lnTo>
                    <a:pt x="280315" y="126003"/>
                  </a:lnTo>
                  <a:lnTo>
                    <a:pt x="280800" y="126490"/>
                  </a:lnTo>
                  <a:lnTo>
                    <a:pt x="281935" y="127382"/>
                  </a:lnTo>
                  <a:lnTo>
                    <a:pt x="283160" y="129336"/>
                  </a:lnTo>
                  <a:lnTo>
                    <a:pt x="284014" y="131520"/>
                  </a:lnTo>
                  <a:lnTo>
                    <a:pt x="284637" y="131938"/>
                  </a:lnTo>
                  <a:lnTo>
                    <a:pt x="284956" y="131243"/>
                  </a:lnTo>
                  <a:lnTo>
                    <a:pt x="285640" y="129304"/>
                  </a:lnTo>
                  <a:lnTo>
                    <a:pt x="286604" y="127433"/>
                  </a:lnTo>
                  <a:lnTo>
                    <a:pt x="287770" y="124371"/>
                  </a:lnTo>
                  <a:lnTo>
                    <a:pt x="288652" y="122019"/>
                  </a:lnTo>
                  <a:lnTo>
                    <a:pt x="289345" y="121666"/>
                  </a:lnTo>
                  <a:lnTo>
                    <a:pt x="290679" y="121673"/>
                  </a:lnTo>
                  <a:lnTo>
                    <a:pt x="291281" y="121102"/>
                  </a:lnTo>
                  <a:lnTo>
                    <a:pt x="292293" y="120807"/>
                  </a:lnTo>
                  <a:lnTo>
                    <a:pt x="293183" y="121676"/>
                  </a:lnTo>
                  <a:lnTo>
                    <a:pt x="295670" y="122134"/>
                  </a:lnTo>
                  <a:lnTo>
                    <a:pt x="296337" y="123338"/>
                  </a:lnTo>
                  <a:lnTo>
                    <a:pt x="297517" y="126913"/>
                  </a:lnTo>
                  <a:lnTo>
                    <a:pt x="298185" y="128823"/>
                  </a:lnTo>
                  <a:lnTo>
                    <a:pt x="299341" y="129784"/>
                  </a:lnTo>
                  <a:lnTo>
                    <a:pt x="300042" y="130439"/>
                  </a:lnTo>
                  <a:lnTo>
                    <a:pt x="300661" y="130959"/>
                  </a:lnTo>
                  <a:lnTo>
                    <a:pt x="301280" y="131881"/>
                  </a:lnTo>
                  <a:lnTo>
                    <a:pt x="301427" y="133000"/>
                  </a:lnTo>
                  <a:lnTo>
                    <a:pt x="301674" y="134707"/>
                  </a:lnTo>
                  <a:lnTo>
                    <a:pt x="302054" y="135691"/>
                  </a:lnTo>
                  <a:lnTo>
                    <a:pt x="302754" y="136655"/>
                  </a:lnTo>
                  <a:lnTo>
                    <a:pt x="303288" y="137244"/>
                  </a:lnTo>
                  <a:lnTo>
                    <a:pt x="303459" y="138483"/>
                  </a:lnTo>
                  <a:lnTo>
                    <a:pt x="303626" y="139091"/>
                  </a:lnTo>
                  <a:lnTo>
                    <a:pt x="304113" y="139956"/>
                  </a:lnTo>
                  <a:lnTo>
                    <a:pt x="305558" y="143649"/>
                  </a:lnTo>
                  <a:lnTo>
                    <a:pt x="306262" y="144637"/>
                  </a:lnTo>
                  <a:lnTo>
                    <a:pt x="307329" y="146778"/>
                  </a:lnTo>
                  <a:lnTo>
                    <a:pt x="307772" y="148550"/>
                  </a:lnTo>
                  <a:lnTo>
                    <a:pt x="307797" y="150412"/>
                  </a:lnTo>
                  <a:lnTo>
                    <a:pt x="308072" y="151836"/>
                  </a:lnTo>
                  <a:lnTo>
                    <a:pt x="308786" y="153971"/>
                  </a:lnTo>
                  <a:lnTo>
                    <a:pt x="309124" y="155412"/>
                  </a:lnTo>
                  <a:lnTo>
                    <a:pt x="308992" y="157373"/>
                  </a:lnTo>
                  <a:lnTo>
                    <a:pt x="309105" y="159104"/>
                  </a:lnTo>
                  <a:lnTo>
                    <a:pt x="308829" y="160897"/>
                  </a:lnTo>
                  <a:lnTo>
                    <a:pt x="307678" y="162226"/>
                  </a:lnTo>
                  <a:lnTo>
                    <a:pt x="307286" y="162853"/>
                  </a:lnTo>
                  <a:lnTo>
                    <a:pt x="306455" y="162913"/>
                  </a:lnTo>
                  <a:lnTo>
                    <a:pt x="305049" y="162242"/>
                  </a:lnTo>
                  <a:lnTo>
                    <a:pt x="303682" y="162622"/>
                  </a:lnTo>
                  <a:lnTo>
                    <a:pt x="302051" y="161887"/>
                  </a:lnTo>
                  <a:lnTo>
                    <a:pt x="300766" y="160306"/>
                  </a:lnTo>
                  <a:lnTo>
                    <a:pt x="300080" y="159045"/>
                  </a:lnTo>
                  <a:lnTo>
                    <a:pt x="298992" y="158296"/>
                  </a:lnTo>
                  <a:lnTo>
                    <a:pt x="298477" y="158684"/>
                  </a:lnTo>
                  <a:lnTo>
                    <a:pt x="297829" y="160315"/>
                  </a:lnTo>
                  <a:lnTo>
                    <a:pt x="297115" y="160026"/>
                  </a:lnTo>
                  <a:lnTo>
                    <a:pt x="296459" y="160315"/>
                  </a:lnTo>
                  <a:lnTo>
                    <a:pt x="294766" y="159981"/>
                  </a:lnTo>
                  <a:lnTo>
                    <a:pt x="293846" y="159571"/>
                  </a:lnTo>
                  <a:lnTo>
                    <a:pt x="292386" y="160708"/>
                  </a:lnTo>
                  <a:lnTo>
                    <a:pt x="291564" y="161062"/>
                  </a:lnTo>
                  <a:lnTo>
                    <a:pt x="290018" y="162459"/>
                  </a:lnTo>
                  <a:lnTo>
                    <a:pt x="289086" y="164871"/>
                  </a:lnTo>
                  <a:lnTo>
                    <a:pt x="288391" y="165448"/>
                  </a:lnTo>
                  <a:lnTo>
                    <a:pt x="287717" y="165333"/>
                  </a:lnTo>
                  <a:lnTo>
                    <a:pt x="287230" y="164448"/>
                  </a:lnTo>
                  <a:lnTo>
                    <a:pt x="286522" y="163376"/>
                  </a:lnTo>
                  <a:lnTo>
                    <a:pt x="285477" y="163437"/>
                  </a:lnTo>
                  <a:lnTo>
                    <a:pt x="285164" y="163890"/>
                  </a:lnTo>
                  <a:lnTo>
                    <a:pt x="285035" y="164874"/>
                  </a:lnTo>
                  <a:lnTo>
                    <a:pt x="284691" y="167856"/>
                  </a:lnTo>
                  <a:lnTo>
                    <a:pt x="284696" y="169197"/>
                  </a:lnTo>
                  <a:lnTo>
                    <a:pt x="284470" y="170062"/>
                  </a:lnTo>
                  <a:lnTo>
                    <a:pt x="283852" y="170351"/>
                  </a:lnTo>
                  <a:lnTo>
                    <a:pt x="282764" y="170267"/>
                  </a:lnTo>
                  <a:lnTo>
                    <a:pt x="281061" y="170070"/>
                  </a:lnTo>
                  <a:lnTo>
                    <a:pt x="279910" y="169296"/>
                  </a:lnTo>
                  <a:lnTo>
                    <a:pt x="279217" y="169629"/>
                  </a:lnTo>
                  <a:lnTo>
                    <a:pt x="278274" y="171245"/>
                  </a:lnTo>
                  <a:lnTo>
                    <a:pt x="277605" y="171508"/>
                  </a:lnTo>
                  <a:lnTo>
                    <a:pt x="277060" y="172196"/>
                  </a:lnTo>
                  <a:lnTo>
                    <a:pt x="276619" y="174581"/>
                  </a:lnTo>
                  <a:lnTo>
                    <a:pt x="275928" y="176067"/>
                  </a:lnTo>
                  <a:lnTo>
                    <a:pt x="275089" y="177906"/>
                  </a:lnTo>
                  <a:lnTo>
                    <a:pt x="274195" y="181852"/>
                  </a:lnTo>
                  <a:lnTo>
                    <a:pt x="273699" y="184101"/>
                  </a:lnTo>
                  <a:lnTo>
                    <a:pt x="273854" y="185317"/>
                  </a:lnTo>
                  <a:lnTo>
                    <a:pt x="273965" y="186788"/>
                  </a:lnTo>
                  <a:lnTo>
                    <a:pt x="273551" y="188461"/>
                  </a:lnTo>
                  <a:lnTo>
                    <a:pt x="272708" y="190017"/>
                  </a:lnTo>
                  <a:lnTo>
                    <a:pt x="272031" y="190305"/>
                  </a:lnTo>
                  <a:lnTo>
                    <a:pt x="271019" y="191806"/>
                  </a:lnTo>
                  <a:lnTo>
                    <a:pt x="269624" y="194505"/>
                  </a:lnTo>
                  <a:lnTo>
                    <a:pt x="268585" y="196768"/>
                  </a:lnTo>
                  <a:lnTo>
                    <a:pt x="267224" y="197322"/>
                  </a:lnTo>
                  <a:lnTo>
                    <a:pt x="266262" y="197899"/>
                  </a:lnTo>
                  <a:lnTo>
                    <a:pt x="264128" y="198601"/>
                  </a:lnTo>
                  <a:lnTo>
                    <a:pt x="263601" y="198777"/>
                  </a:lnTo>
                  <a:lnTo>
                    <a:pt x="261261" y="199131"/>
                  </a:lnTo>
                  <a:lnTo>
                    <a:pt x="259526" y="197909"/>
                  </a:lnTo>
                  <a:lnTo>
                    <a:pt x="258618" y="198096"/>
                  </a:lnTo>
                  <a:lnTo>
                    <a:pt x="257809" y="198785"/>
                  </a:lnTo>
                  <a:lnTo>
                    <a:pt x="257396" y="199535"/>
                  </a:lnTo>
                  <a:lnTo>
                    <a:pt x="257252" y="200962"/>
                  </a:lnTo>
                  <a:lnTo>
                    <a:pt x="257109" y="202279"/>
                  </a:lnTo>
                  <a:lnTo>
                    <a:pt x="256453" y="204322"/>
                  </a:lnTo>
                  <a:lnTo>
                    <a:pt x="255126" y="207032"/>
                  </a:lnTo>
                  <a:lnTo>
                    <a:pt x="254033" y="208835"/>
                  </a:lnTo>
                  <a:lnTo>
                    <a:pt x="253196" y="211161"/>
                  </a:lnTo>
                  <a:lnTo>
                    <a:pt x="252715" y="212005"/>
                  </a:lnTo>
                  <a:lnTo>
                    <a:pt x="251759" y="212900"/>
                  </a:lnTo>
                  <a:lnTo>
                    <a:pt x="251242" y="213376"/>
                  </a:lnTo>
                  <a:lnTo>
                    <a:pt x="250041" y="215452"/>
                  </a:lnTo>
                  <a:lnTo>
                    <a:pt x="249084" y="217298"/>
                  </a:lnTo>
                  <a:lnTo>
                    <a:pt x="248454" y="217823"/>
                  </a:lnTo>
                  <a:lnTo>
                    <a:pt x="247693" y="217331"/>
                  </a:lnTo>
                  <a:lnTo>
                    <a:pt x="247191" y="217181"/>
                  </a:lnTo>
                  <a:lnTo>
                    <a:pt x="245704" y="216465"/>
                  </a:lnTo>
                  <a:lnTo>
                    <a:pt x="244696" y="216371"/>
                  </a:lnTo>
                  <a:lnTo>
                    <a:pt x="243285" y="215912"/>
                  </a:lnTo>
                  <a:lnTo>
                    <a:pt x="239991" y="213752"/>
                  </a:lnTo>
                  <a:lnTo>
                    <a:pt x="238934" y="212741"/>
                  </a:lnTo>
                  <a:lnTo>
                    <a:pt x="237997" y="209985"/>
                  </a:lnTo>
                  <a:lnTo>
                    <a:pt x="237151" y="208589"/>
                  </a:lnTo>
                  <a:lnTo>
                    <a:pt x="236005" y="208446"/>
                  </a:lnTo>
                  <a:lnTo>
                    <a:pt x="234282" y="208449"/>
                  </a:lnTo>
                  <a:lnTo>
                    <a:pt x="233510" y="207896"/>
                  </a:lnTo>
                  <a:lnTo>
                    <a:pt x="232216" y="208415"/>
                  </a:lnTo>
                  <a:lnTo>
                    <a:pt x="230804" y="211209"/>
                  </a:lnTo>
                  <a:lnTo>
                    <a:pt x="230134" y="213288"/>
                  </a:lnTo>
                  <a:lnTo>
                    <a:pt x="229556" y="215416"/>
                  </a:lnTo>
                  <a:lnTo>
                    <a:pt x="228846" y="219974"/>
                  </a:lnTo>
                  <a:lnTo>
                    <a:pt x="228531" y="223020"/>
                  </a:lnTo>
                  <a:lnTo>
                    <a:pt x="228288" y="224741"/>
                  </a:lnTo>
                  <a:lnTo>
                    <a:pt x="227534" y="227471"/>
                  </a:lnTo>
                  <a:lnTo>
                    <a:pt x="227450" y="229004"/>
                  </a:lnTo>
                  <a:lnTo>
                    <a:pt x="227713" y="230332"/>
                  </a:lnTo>
                  <a:lnTo>
                    <a:pt x="228257" y="231831"/>
                  </a:lnTo>
                  <a:lnTo>
                    <a:pt x="228579" y="234187"/>
                  </a:lnTo>
                  <a:lnTo>
                    <a:pt x="229376" y="236692"/>
                  </a:lnTo>
                  <a:lnTo>
                    <a:pt x="230157" y="238643"/>
                  </a:lnTo>
                  <a:lnTo>
                    <a:pt x="231629" y="241788"/>
                  </a:lnTo>
                  <a:lnTo>
                    <a:pt x="232046" y="243436"/>
                  </a:lnTo>
                  <a:lnTo>
                    <a:pt x="232540" y="245326"/>
                  </a:lnTo>
                  <a:lnTo>
                    <a:pt x="232647" y="247173"/>
                  </a:lnTo>
                  <a:lnTo>
                    <a:pt x="232554" y="248385"/>
                  </a:lnTo>
                  <a:lnTo>
                    <a:pt x="232025" y="249308"/>
                  </a:lnTo>
                  <a:lnTo>
                    <a:pt x="230996" y="249768"/>
                  </a:lnTo>
                  <a:lnTo>
                    <a:pt x="230502" y="251052"/>
                  </a:lnTo>
                  <a:lnTo>
                    <a:pt x="229744" y="252765"/>
                  </a:lnTo>
                  <a:lnTo>
                    <a:pt x="228845" y="254742"/>
                  </a:lnTo>
                  <a:lnTo>
                    <a:pt x="228424" y="254845"/>
                  </a:lnTo>
                  <a:lnTo>
                    <a:pt x="227919" y="255374"/>
                  </a:lnTo>
                  <a:lnTo>
                    <a:pt x="225379" y="257823"/>
                  </a:lnTo>
                  <a:lnTo>
                    <a:pt x="224415" y="258510"/>
                  </a:lnTo>
                  <a:lnTo>
                    <a:pt x="223652" y="259318"/>
                  </a:lnTo>
                  <a:lnTo>
                    <a:pt x="222749" y="261816"/>
                  </a:lnTo>
                  <a:lnTo>
                    <a:pt x="222040" y="263671"/>
                  </a:lnTo>
                  <a:lnTo>
                    <a:pt x="221165" y="266133"/>
                  </a:lnTo>
                  <a:lnTo>
                    <a:pt x="220781" y="267223"/>
                  </a:lnTo>
                  <a:lnTo>
                    <a:pt x="220002" y="269686"/>
                  </a:lnTo>
                  <a:lnTo>
                    <a:pt x="218977" y="272501"/>
                  </a:lnTo>
                  <a:lnTo>
                    <a:pt x="218408" y="274012"/>
                  </a:lnTo>
                  <a:lnTo>
                    <a:pt x="218099" y="274915"/>
                  </a:lnTo>
                  <a:lnTo>
                    <a:pt x="217819" y="276094"/>
                  </a:lnTo>
                  <a:lnTo>
                    <a:pt x="216746" y="277009"/>
                  </a:lnTo>
                  <a:lnTo>
                    <a:pt x="215862" y="277975"/>
                  </a:lnTo>
                  <a:lnTo>
                    <a:pt x="214527" y="279436"/>
                  </a:lnTo>
                  <a:lnTo>
                    <a:pt x="212612" y="281042"/>
                  </a:lnTo>
                  <a:lnTo>
                    <a:pt x="211066" y="282591"/>
                  </a:lnTo>
                  <a:lnTo>
                    <a:pt x="210081" y="283869"/>
                  </a:lnTo>
                  <a:lnTo>
                    <a:pt x="208616" y="285482"/>
                  </a:lnTo>
                  <a:lnTo>
                    <a:pt x="207623" y="286002"/>
                  </a:lnTo>
                  <a:lnTo>
                    <a:pt x="205621" y="285937"/>
                  </a:lnTo>
                  <a:lnTo>
                    <a:pt x="203149" y="286354"/>
                  </a:lnTo>
                  <a:lnTo>
                    <a:pt x="201349" y="286660"/>
                  </a:lnTo>
                  <a:lnTo>
                    <a:pt x="199996" y="286270"/>
                  </a:lnTo>
                  <a:lnTo>
                    <a:pt x="197953" y="286049"/>
                  </a:lnTo>
                  <a:lnTo>
                    <a:pt x="196388" y="285738"/>
                  </a:lnTo>
                  <a:lnTo>
                    <a:pt x="195341" y="286332"/>
                  </a:lnTo>
                  <a:lnTo>
                    <a:pt x="192876" y="286963"/>
                  </a:lnTo>
                  <a:lnTo>
                    <a:pt x="192326" y="287107"/>
                  </a:lnTo>
                  <a:lnTo>
                    <a:pt x="187939" y="288635"/>
                  </a:lnTo>
                  <a:lnTo>
                    <a:pt x="186000" y="289455"/>
                  </a:lnTo>
                  <a:lnTo>
                    <a:pt x="184225" y="289828"/>
                  </a:lnTo>
                  <a:lnTo>
                    <a:pt x="182917" y="290424"/>
                  </a:lnTo>
                  <a:lnTo>
                    <a:pt x="182178" y="291167"/>
                  </a:lnTo>
                  <a:lnTo>
                    <a:pt x="181082" y="292238"/>
                  </a:lnTo>
                  <a:lnTo>
                    <a:pt x="180502" y="292704"/>
                  </a:lnTo>
                  <a:lnTo>
                    <a:pt x="178564" y="294802"/>
                  </a:lnTo>
                  <a:lnTo>
                    <a:pt x="174242" y="299133"/>
                  </a:lnTo>
                  <a:lnTo>
                    <a:pt x="171346" y="302646"/>
                  </a:lnTo>
                  <a:lnTo>
                    <a:pt x="170872" y="303248"/>
                  </a:lnTo>
                  <a:lnTo>
                    <a:pt x="168923" y="305725"/>
                  </a:lnTo>
                  <a:lnTo>
                    <a:pt x="167796" y="306696"/>
                  </a:lnTo>
                  <a:lnTo>
                    <a:pt x="167011" y="308905"/>
                  </a:lnTo>
                  <a:lnTo>
                    <a:pt x="166387" y="310305"/>
                  </a:lnTo>
                  <a:lnTo>
                    <a:pt x="165728" y="310908"/>
                  </a:lnTo>
                  <a:lnTo>
                    <a:pt x="164558" y="309482"/>
                  </a:lnTo>
                  <a:lnTo>
                    <a:pt x="163725" y="309559"/>
                  </a:lnTo>
                  <a:lnTo>
                    <a:pt x="161077" y="309041"/>
                  </a:lnTo>
                  <a:lnTo>
                    <a:pt x="161077" y="302590"/>
                  </a:lnTo>
                  <a:lnTo>
                    <a:pt x="159221" y="303502"/>
                  </a:lnTo>
                  <a:lnTo>
                    <a:pt x="156261" y="304955"/>
                  </a:lnTo>
                  <a:lnTo>
                    <a:pt x="153510" y="306304"/>
                  </a:lnTo>
                  <a:lnTo>
                    <a:pt x="150997" y="303215"/>
                  </a:lnTo>
                  <a:lnTo>
                    <a:pt x="149056" y="300830"/>
                  </a:lnTo>
                  <a:lnTo>
                    <a:pt x="147374" y="298779"/>
                  </a:lnTo>
                  <a:lnTo>
                    <a:pt x="144817" y="297419"/>
                  </a:lnTo>
                  <a:lnTo>
                    <a:pt x="142590" y="296234"/>
                  </a:lnTo>
                  <a:lnTo>
                    <a:pt x="138566" y="294284"/>
                  </a:lnTo>
                  <a:lnTo>
                    <a:pt x="136800" y="292577"/>
                  </a:lnTo>
                  <a:lnTo>
                    <a:pt x="135905" y="290317"/>
                  </a:lnTo>
                  <a:lnTo>
                    <a:pt x="134309" y="285191"/>
                  </a:lnTo>
                  <a:lnTo>
                    <a:pt x="133791" y="284180"/>
                  </a:lnTo>
                  <a:lnTo>
                    <a:pt x="133014" y="283486"/>
                  </a:lnTo>
                  <a:lnTo>
                    <a:pt x="132208" y="283035"/>
                  </a:lnTo>
                  <a:lnTo>
                    <a:pt x="130463" y="283061"/>
                  </a:lnTo>
                  <a:lnTo>
                    <a:pt x="128331" y="282665"/>
                  </a:lnTo>
                  <a:lnTo>
                    <a:pt x="125260" y="281587"/>
                  </a:lnTo>
                  <a:lnTo>
                    <a:pt x="122823" y="280730"/>
                  </a:lnTo>
                  <a:lnTo>
                    <a:pt x="118663" y="279135"/>
                  </a:lnTo>
                  <a:lnTo>
                    <a:pt x="117677" y="278941"/>
                  </a:lnTo>
                  <a:lnTo>
                    <a:pt x="115501" y="280356"/>
                  </a:lnTo>
                  <a:lnTo>
                    <a:pt x="112717" y="282165"/>
                  </a:lnTo>
                  <a:lnTo>
                    <a:pt x="107708" y="280747"/>
                  </a:lnTo>
                  <a:lnTo>
                    <a:pt x="105492" y="280082"/>
                  </a:lnTo>
                  <a:lnTo>
                    <a:pt x="100992" y="278729"/>
                  </a:lnTo>
                  <a:lnTo>
                    <a:pt x="95903" y="277199"/>
                  </a:lnTo>
                  <a:lnTo>
                    <a:pt x="90969" y="275618"/>
                  </a:lnTo>
                  <a:lnTo>
                    <a:pt x="87386" y="276491"/>
                  </a:lnTo>
                  <a:lnTo>
                    <a:pt x="85389" y="276976"/>
                  </a:lnTo>
                  <a:lnTo>
                    <a:pt x="83084" y="277670"/>
                  </a:lnTo>
                  <a:lnTo>
                    <a:pt x="82765" y="276889"/>
                  </a:lnTo>
                  <a:lnTo>
                    <a:pt x="82670" y="273859"/>
                  </a:lnTo>
                  <a:lnTo>
                    <a:pt x="82257" y="271513"/>
                  </a:lnTo>
                  <a:lnTo>
                    <a:pt x="80997" y="268978"/>
                  </a:lnTo>
                  <a:lnTo>
                    <a:pt x="80150" y="266565"/>
                  </a:lnTo>
                  <a:lnTo>
                    <a:pt x="78537" y="263305"/>
                  </a:lnTo>
                  <a:lnTo>
                    <a:pt x="78028" y="261252"/>
                  </a:lnTo>
                  <a:lnTo>
                    <a:pt x="77859" y="258069"/>
                  </a:lnTo>
                  <a:lnTo>
                    <a:pt x="76372" y="249784"/>
                  </a:lnTo>
                  <a:lnTo>
                    <a:pt x="75448" y="244183"/>
                  </a:lnTo>
                  <a:lnTo>
                    <a:pt x="75217" y="243042"/>
                  </a:lnTo>
                  <a:lnTo>
                    <a:pt x="74817" y="241218"/>
                  </a:lnTo>
                  <a:lnTo>
                    <a:pt x="74295" y="240266"/>
                  </a:lnTo>
                  <a:lnTo>
                    <a:pt x="73191" y="239682"/>
                  </a:lnTo>
                  <a:lnTo>
                    <a:pt x="72894" y="238695"/>
                  </a:lnTo>
                  <a:lnTo>
                    <a:pt x="72894" y="236758"/>
                  </a:lnTo>
                  <a:lnTo>
                    <a:pt x="73068" y="234083"/>
                  </a:lnTo>
                  <a:lnTo>
                    <a:pt x="73291" y="232130"/>
                  </a:lnTo>
                  <a:lnTo>
                    <a:pt x="73132" y="231641"/>
                  </a:lnTo>
                  <a:lnTo>
                    <a:pt x="70243" y="232192"/>
                  </a:lnTo>
                  <a:lnTo>
                    <a:pt x="68476" y="230895"/>
                  </a:lnTo>
                  <a:lnTo>
                    <a:pt x="66996" y="229491"/>
                  </a:lnTo>
                  <a:lnTo>
                    <a:pt x="64903" y="225895"/>
                  </a:lnTo>
                  <a:lnTo>
                    <a:pt x="63657" y="224507"/>
                  </a:lnTo>
                  <a:lnTo>
                    <a:pt x="62067" y="220793"/>
                  </a:lnTo>
                  <a:lnTo>
                    <a:pt x="59746" y="219913"/>
                  </a:lnTo>
                  <a:lnTo>
                    <a:pt x="58883" y="218457"/>
                  </a:lnTo>
                  <a:lnTo>
                    <a:pt x="57798" y="215275"/>
                  </a:lnTo>
                  <a:lnTo>
                    <a:pt x="56848" y="213234"/>
                  </a:lnTo>
                  <a:lnTo>
                    <a:pt x="55500" y="211949"/>
                  </a:lnTo>
                  <a:lnTo>
                    <a:pt x="53367" y="210806"/>
                  </a:lnTo>
                  <a:lnTo>
                    <a:pt x="49730" y="209712"/>
                  </a:lnTo>
                  <a:lnTo>
                    <a:pt x="48498" y="209252"/>
                  </a:lnTo>
                  <a:lnTo>
                    <a:pt x="46489" y="209984"/>
                  </a:lnTo>
                  <a:lnTo>
                    <a:pt x="44998" y="210044"/>
                  </a:lnTo>
                  <a:lnTo>
                    <a:pt x="42583" y="209267"/>
                  </a:lnTo>
                  <a:lnTo>
                    <a:pt x="41210" y="208284"/>
                  </a:lnTo>
                  <a:lnTo>
                    <a:pt x="39509" y="208260"/>
                  </a:lnTo>
                  <a:lnTo>
                    <a:pt x="38403" y="208271"/>
                  </a:lnTo>
                  <a:lnTo>
                    <a:pt x="36928" y="208048"/>
                  </a:lnTo>
                  <a:lnTo>
                    <a:pt x="36213" y="207405"/>
                  </a:lnTo>
                  <a:lnTo>
                    <a:pt x="35549" y="206622"/>
                  </a:lnTo>
                  <a:lnTo>
                    <a:pt x="34310" y="206818"/>
                  </a:lnTo>
                  <a:lnTo>
                    <a:pt x="33442" y="206038"/>
                  </a:lnTo>
                  <a:lnTo>
                    <a:pt x="32633" y="204578"/>
                  </a:lnTo>
                  <a:lnTo>
                    <a:pt x="31790" y="203884"/>
                  </a:lnTo>
                  <a:lnTo>
                    <a:pt x="30864" y="203928"/>
                  </a:lnTo>
                  <a:lnTo>
                    <a:pt x="30483" y="204578"/>
                  </a:lnTo>
                  <a:lnTo>
                    <a:pt x="30129" y="204514"/>
                  </a:lnTo>
                  <a:lnTo>
                    <a:pt x="29899" y="202540"/>
                  </a:lnTo>
                  <a:lnTo>
                    <a:pt x="29033" y="199356"/>
                  </a:lnTo>
                  <a:lnTo>
                    <a:pt x="28902" y="197929"/>
                  </a:lnTo>
                  <a:lnTo>
                    <a:pt x="28372" y="196283"/>
                  </a:lnTo>
                  <a:lnTo>
                    <a:pt x="28058" y="194788"/>
                  </a:lnTo>
                  <a:lnTo>
                    <a:pt x="28144" y="192722"/>
                  </a:lnTo>
                  <a:lnTo>
                    <a:pt x="28518" y="188714"/>
                  </a:lnTo>
                  <a:lnTo>
                    <a:pt x="29347" y="185088"/>
                  </a:lnTo>
                  <a:lnTo>
                    <a:pt x="29891" y="184146"/>
                  </a:lnTo>
                  <a:lnTo>
                    <a:pt x="30224" y="183075"/>
                  </a:lnTo>
                  <a:lnTo>
                    <a:pt x="30923" y="181201"/>
                  </a:lnTo>
                  <a:lnTo>
                    <a:pt x="31327" y="179702"/>
                  </a:lnTo>
                  <a:lnTo>
                    <a:pt x="31279" y="177657"/>
                  </a:lnTo>
                  <a:lnTo>
                    <a:pt x="30806" y="175521"/>
                  </a:lnTo>
                  <a:lnTo>
                    <a:pt x="30459" y="172762"/>
                  </a:lnTo>
                  <a:lnTo>
                    <a:pt x="30524" y="171178"/>
                  </a:lnTo>
                  <a:lnTo>
                    <a:pt x="31036" y="169295"/>
                  </a:lnTo>
                  <a:lnTo>
                    <a:pt x="31635" y="165128"/>
                  </a:lnTo>
                  <a:lnTo>
                    <a:pt x="31588" y="164033"/>
                  </a:lnTo>
                  <a:lnTo>
                    <a:pt x="31351" y="163155"/>
                  </a:lnTo>
                  <a:lnTo>
                    <a:pt x="31289" y="161225"/>
                  </a:lnTo>
                  <a:lnTo>
                    <a:pt x="31173" y="158626"/>
                  </a:lnTo>
                  <a:lnTo>
                    <a:pt x="30450" y="154660"/>
                  </a:lnTo>
                  <a:lnTo>
                    <a:pt x="30059" y="152555"/>
                  </a:lnTo>
                  <a:lnTo>
                    <a:pt x="29378" y="151649"/>
                  </a:lnTo>
                  <a:lnTo>
                    <a:pt x="28575" y="151096"/>
                  </a:lnTo>
                  <a:lnTo>
                    <a:pt x="27881" y="148247"/>
                  </a:lnTo>
                  <a:lnTo>
                    <a:pt x="27012" y="144886"/>
                  </a:lnTo>
                  <a:lnTo>
                    <a:pt x="26466" y="142784"/>
                  </a:lnTo>
                  <a:lnTo>
                    <a:pt x="26277" y="141494"/>
                  </a:lnTo>
                  <a:lnTo>
                    <a:pt x="26190" y="139150"/>
                  </a:lnTo>
                  <a:lnTo>
                    <a:pt x="25784" y="136315"/>
                  </a:lnTo>
                  <a:lnTo>
                    <a:pt x="25356" y="134762"/>
                  </a:lnTo>
                  <a:lnTo>
                    <a:pt x="25036" y="133570"/>
                  </a:lnTo>
                  <a:lnTo>
                    <a:pt x="24875" y="131851"/>
                  </a:lnTo>
                  <a:lnTo>
                    <a:pt x="24708" y="131230"/>
                  </a:lnTo>
                  <a:lnTo>
                    <a:pt x="23532" y="130464"/>
                  </a:lnTo>
                  <a:lnTo>
                    <a:pt x="22688" y="129184"/>
                  </a:lnTo>
                  <a:lnTo>
                    <a:pt x="22336" y="127466"/>
                  </a:lnTo>
                  <a:lnTo>
                    <a:pt x="22214" y="126079"/>
                  </a:lnTo>
                  <a:lnTo>
                    <a:pt x="21964" y="125276"/>
                  </a:lnTo>
                  <a:lnTo>
                    <a:pt x="21299" y="125020"/>
                  </a:lnTo>
                  <a:lnTo>
                    <a:pt x="20835" y="126261"/>
                  </a:lnTo>
                  <a:lnTo>
                    <a:pt x="20075" y="126883"/>
                  </a:lnTo>
                  <a:lnTo>
                    <a:pt x="19563" y="126773"/>
                  </a:lnTo>
                  <a:lnTo>
                    <a:pt x="19058" y="126020"/>
                  </a:lnTo>
                  <a:lnTo>
                    <a:pt x="18746" y="125232"/>
                  </a:lnTo>
                  <a:lnTo>
                    <a:pt x="18220" y="124348"/>
                  </a:lnTo>
                  <a:lnTo>
                    <a:pt x="17475" y="121544"/>
                  </a:lnTo>
                  <a:lnTo>
                    <a:pt x="16689" y="120803"/>
                  </a:lnTo>
                  <a:lnTo>
                    <a:pt x="15254" y="120927"/>
                  </a:lnTo>
                  <a:lnTo>
                    <a:pt x="13969" y="122225"/>
                  </a:lnTo>
                  <a:lnTo>
                    <a:pt x="13194" y="122025"/>
                  </a:lnTo>
                  <a:lnTo>
                    <a:pt x="12540" y="121586"/>
                  </a:lnTo>
                  <a:lnTo>
                    <a:pt x="11804" y="120185"/>
                  </a:lnTo>
                  <a:lnTo>
                    <a:pt x="11292" y="119031"/>
                  </a:lnTo>
                  <a:lnTo>
                    <a:pt x="10528" y="118656"/>
                  </a:lnTo>
                  <a:lnTo>
                    <a:pt x="9024" y="116621"/>
                  </a:lnTo>
                  <a:lnTo>
                    <a:pt x="8006" y="115156"/>
                  </a:lnTo>
                  <a:lnTo>
                    <a:pt x="7918" y="112281"/>
                  </a:lnTo>
                  <a:lnTo>
                    <a:pt x="7440" y="110301"/>
                  </a:lnTo>
                  <a:lnTo>
                    <a:pt x="6448" y="109741"/>
                  </a:lnTo>
                  <a:lnTo>
                    <a:pt x="5448" y="107712"/>
                  </a:lnTo>
                  <a:lnTo>
                    <a:pt x="3990" y="106618"/>
                  </a:lnTo>
                  <a:lnTo>
                    <a:pt x="3070" y="105769"/>
                  </a:lnTo>
                  <a:lnTo>
                    <a:pt x="2273" y="105258"/>
                  </a:lnTo>
                  <a:lnTo>
                    <a:pt x="2155" y="104492"/>
                  </a:lnTo>
                  <a:lnTo>
                    <a:pt x="2202" y="103834"/>
                  </a:lnTo>
                  <a:lnTo>
                    <a:pt x="2571" y="102737"/>
                  </a:lnTo>
                  <a:lnTo>
                    <a:pt x="2951" y="101714"/>
                  </a:lnTo>
                  <a:lnTo>
                    <a:pt x="3046" y="100765"/>
                  </a:lnTo>
                  <a:lnTo>
                    <a:pt x="2737" y="99925"/>
                  </a:lnTo>
                  <a:lnTo>
                    <a:pt x="1913" y="99048"/>
                  </a:lnTo>
                  <a:lnTo>
                    <a:pt x="852" y="98269"/>
                  </a:lnTo>
                  <a:lnTo>
                    <a:pt x="634" y="96966"/>
                  </a:lnTo>
                  <a:lnTo>
                    <a:pt x="0" y="95610"/>
                  </a:lnTo>
                  <a:lnTo>
                    <a:pt x="110" y="94519"/>
                  </a:lnTo>
                  <a:lnTo>
                    <a:pt x="612" y="93722"/>
                  </a:lnTo>
                  <a:lnTo>
                    <a:pt x="1121" y="93131"/>
                  </a:lnTo>
                  <a:lnTo>
                    <a:pt x="1240" y="92108"/>
                  </a:lnTo>
                  <a:lnTo>
                    <a:pt x="879" y="91169"/>
                  </a:lnTo>
                  <a:lnTo>
                    <a:pt x="703" y="89740"/>
                  </a:lnTo>
                  <a:lnTo>
                    <a:pt x="788" y="88675"/>
                  </a:lnTo>
                  <a:lnTo>
                    <a:pt x="721" y="87322"/>
                  </a:lnTo>
                  <a:lnTo>
                    <a:pt x="1842" y="87250"/>
                  </a:lnTo>
                  <a:lnTo>
                    <a:pt x="2354" y="86589"/>
                  </a:lnTo>
                  <a:lnTo>
                    <a:pt x="2743" y="85618"/>
                  </a:lnTo>
                  <a:lnTo>
                    <a:pt x="3581" y="84539"/>
                  </a:lnTo>
                  <a:lnTo>
                    <a:pt x="3760" y="83294"/>
                  </a:lnTo>
                  <a:lnTo>
                    <a:pt x="3772" y="80839"/>
                  </a:lnTo>
                  <a:lnTo>
                    <a:pt x="4320" y="78765"/>
                  </a:lnTo>
                  <a:lnTo>
                    <a:pt x="5716" y="78149"/>
                  </a:lnTo>
                  <a:lnTo>
                    <a:pt x="6250" y="77844"/>
                  </a:lnTo>
                  <a:lnTo>
                    <a:pt x="6818" y="78144"/>
                  </a:lnTo>
                  <a:lnTo>
                    <a:pt x="7702" y="77853"/>
                  </a:lnTo>
                  <a:lnTo>
                    <a:pt x="8556" y="77747"/>
                  </a:lnTo>
                  <a:lnTo>
                    <a:pt x="9032" y="78385"/>
                  </a:lnTo>
                  <a:lnTo>
                    <a:pt x="9658" y="78926"/>
                  </a:lnTo>
                  <a:lnTo>
                    <a:pt x="10464" y="78861"/>
                  </a:lnTo>
                  <a:lnTo>
                    <a:pt x="10740" y="77883"/>
                  </a:lnTo>
                  <a:lnTo>
                    <a:pt x="10774" y="76521"/>
                  </a:lnTo>
                  <a:lnTo>
                    <a:pt x="11123" y="76165"/>
                  </a:lnTo>
                  <a:lnTo>
                    <a:pt x="11557" y="77111"/>
                  </a:lnTo>
                  <a:lnTo>
                    <a:pt x="11800" y="77818"/>
                  </a:lnTo>
                  <a:lnTo>
                    <a:pt x="12163" y="78141"/>
                  </a:lnTo>
                  <a:lnTo>
                    <a:pt x="13135" y="77297"/>
                  </a:lnTo>
                  <a:lnTo>
                    <a:pt x="13813" y="76385"/>
                  </a:lnTo>
                  <a:lnTo>
                    <a:pt x="14033" y="74510"/>
                  </a:lnTo>
                  <a:lnTo>
                    <a:pt x="14428" y="73583"/>
                  </a:lnTo>
                  <a:lnTo>
                    <a:pt x="14959" y="74054"/>
                  </a:lnTo>
                  <a:lnTo>
                    <a:pt x="15886" y="74042"/>
                  </a:lnTo>
                  <a:lnTo>
                    <a:pt x="16649" y="72594"/>
                  </a:lnTo>
                  <a:lnTo>
                    <a:pt x="17651" y="71437"/>
                  </a:lnTo>
                  <a:lnTo>
                    <a:pt x="18371" y="70911"/>
                  </a:lnTo>
                  <a:lnTo>
                    <a:pt x="18519" y="69936"/>
                  </a:lnTo>
                  <a:lnTo>
                    <a:pt x="18180" y="67785"/>
                  </a:lnTo>
                  <a:lnTo>
                    <a:pt x="18272" y="65429"/>
                  </a:lnTo>
                  <a:lnTo>
                    <a:pt x="19237" y="64097"/>
                  </a:lnTo>
                  <a:lnTo>
                    <a:pt x="20523" y="63937"/>
                  </a:lnTo>
                  <a:lnTo>
                    <a:pt x="21478" y="63026"/>
                  </a:lnTo>
                  <a:lnTo>
                    <a:pt x="21744" y="60516"/>
                  </a:lnTo>
                  <a:lnTo>
                    <a:pt x="22212" y="59793"/>
                  </a:lnTo>
                  <a:lnTo>
                    <a:pt x="22693" y="59510"/>
                  </a:lnTo>
                  <a:lnTo>
                    <a:pt x="23854" y="59115"/>
                  </a:lnTo>
                  <a:lnTo>
                    <a:pt x="24689" y="58096"/>
                  </a:lnTo>
                  <a:lnTo>
                    <a:pt x="25203" y="57632"/>
                  </a:lnTo>
                  <a:lnTo>
                    <a:pt x="26665" y="56260"/>
                  </a:lnTo>
                  <a:lnTo>
                    <a:pt x="27994" y="55993"/>
                  </a:lnTo>
                  <a:lnTo>
                    <a:pt x="28564" y="54897"/>
                  </a:lnTo>
                  <a:lnTo>
                    <a:pt x="29009" y="53523"/>
                  </a:lnTo>
                  <a:lnTo>
                    <a:pt x="29753" y="52997"/>
                  </a:lnTo>
                  <a:lnTo>
                    <a:pt x="30514" y="51803"/>
                  </a:lnTo>
                  <a:lnTo>
                    <a:pt x="31517" y="50286"/>
                  </a:lnTo>
                  <a:lnTo>
                    <a:pt x="31913" y="50076"/>
                  </a:lnTo>
                  <a:lnTo>
                    <a:pt x="33557" y="49195"/>
                  </a:lnTo>
                  <a:lnTo>
                    <a:pt x="34199" y="48871"/>
                  </a:lnTo>
                  <a:lnTo>
                    <a:pt x="34586" y="48673"/>
                  </a:lnTo>
                  <a:lnTo>
                    <a:pt x="35300" y="48734"/>
                  </a:lnTo>
                  <a:lnTo>
                    <a:pt x="35602" y="47134"/>
                  </a:lnTo>
                  <a:lnTo>
                    <a:pt x="36325" y="45956"/>
                  </a:lnTo>
                  <a:lnTo>
                    <a:pt x="37048" y="45557"/>
                  </a:lnTo>
                  <a:lnTo>
                    <a:pt x="37406" y="44386"/>
                  </a:lnTo>
                  <a:lnTo>
                    <a:pt x="38100" y="42897"/>
                  </a:lnTo>
                  <a:lnTo>
                    <a:pt x="39042" y="42068"/>
                  </a:lnTo>
                  <a:lnTo>
                    <a:pt x="40506" y="41950"/>
                  </a:lnTo>
                  <a:lnTo>
                    <a:pt x="41923" y="42116"/>
                  </a:lnTo>
                  <a:lnTo>
                    <a:pt x="42773" y="41861"/>
                  </a:lnTo>
                  <a:lnTo>
                    <a:pt x="43474" y="39657"/>
                  </a:lnTo>
                  <a:lnTo>
                    <a:pt x="43606" y="38563"/>
                  </a:lnTo>
                  <a:lnTo>
                    <a:pt x="43767" y="37452"/>
                  </a:lnTo>
                  <a:lnTo>
                    <a:pt x="44334" y="37028"/>
                  </a:lnTo>
                  <a:lnTo>
                    <a:pt x="45022" y="38833"/>
                  </a:lnTo>
                  <a:lnTo>
                    <a:pt x="45600" y="39956"/>
                  </a:lnTo>
                  <a:lnTo>
                    <a:pt x="46489" y="41127"/>
                  </a:lnTo>
                  <a:lnTo>
                    <a:pt x="46948" y="42225"/>
                  </a:lnTo>
                  <a:lnTo>
                    <a:pt x="47474" y="42375"/>
                  </a:lnTo>
                  <a:lnTo>
                    <a:pt x="48025" y="41556"/>
                  </a:lnTo>
                  <a:lnTo>
                    <a:pt x="48415" y="39554"/>
                  </a:lnTo>
                  <a:lnTo>
                    <a:pt x="49157" y="39246"/>
                  </a:lnTo>
                  <a:lnTo>
                    <a:pt x="49973" y="39567"/>
                  </a:lnTo>
                  <a:lnTo>
                    <a:pt x="50187" y="40551"/>
                  </a:lnTo>
                  <a:lnTo>
                    <a:pt x="50255" y="41509"/>
                  </a:lnTo>
                  <a:lnTo>
                    <a:pt x="50632" y="43222"/>
                  </a:lnTo>
                  <a:lnTo>
                    <a:pt x="51528" y="44718"/>
                  </a:lnTo>
                  <a:lnTo>
                    <a:pt x="52677" y="44640"/>
                  </a:lnTo>
                  <a:lnTo>
                    <a:pt x="53138" y="44373"/>
                  </a:lnTo>
                  <a:lnTo>
                    <a:pt x="54256" y="44583"/>
                  </a:lnTo>
                  <a:lnTo>
                    <a:pt x="55354" y="44909"/>
                  </a:lnTo>
                  <a:lnTo>
                    <a:pt x="56551" y="45261"/>
                  </a:lnTo>
                  <a:lnTo>
                    <a:pt x="56901" y="45316"/>
                  </a:lnTo>
                  <a:lnTo>
                    <a:pt x="58184" y="45495"/>
                  </a:lnTo>
                  <a:lnTo>
                    <a:pt x="60053" y="45754"/>
                  </a:lnTo>
                  <a:lnTo>
                    <a:pt x="60879" y="45636"/>
                  </a:lnTo>
                  <a:lnTo>
                    <a:pt x="62564" y="46122"/>
                  </a:lnTo>
                  <a:lnTo>
                    <a:pt x="62910" y="47453"/>
                  </a:lnTo>
                  <a:lnTo>
                    <a:pt x="63221" y="50599"/>
                  </a:lnTo>
                  <a:lnTo>
                    <a:pt x="63485" y="53597"/>
                  </a:lnTo>
                  <a:lnTo>
                    <a:pt x="63560" y="56008"/>
                  </a:lnTo>
                  <a:lnTo>
                    <a:pt x="63998" y="57255"/>
                  </a:lnTo>
                  <a:lnTo>
                    <a:pt x="64558" y="57666"/>
                  </a:lnTo>
                  <a:lnTo>
                    <a:pt x="64927" y="58639"/>
                  </a:lnTo>
                  <a:lnTo>
                    <a:pt x="65579" y="59965"/>
                  </a:lnTo>
                  <a:lnTo>
                    <a:pt x="66061" y="61862"/>
                  </a:lnTo>
                  <a:lnTo>
                    <a:pt x="66645" y="61734"/>
                  </a:lnTo>
                  <a:lnTo>
                    <a:pt x="67054" y="61285"/>
                  </a:lnTo>
                  <a:lnTo>
                    <a:pt x="67949" y="61139"/>
                  </a:lnTo>
                  <a:lnTo>
                    <a:pt x="69094" y="61270"/>
                  </a:lnTo>
                  <a:lnTo>
                    <a:pt x="69888" y="62319"/>
                  </a:lnTo>
                  <a:lnTo>
                    <a:pt x="70191" y="63699"/>
                  </a:lnTo>
                  <a:lnTo>
                    <a:pt x="70836" y="64471"/>
                  </a:lnTo>
                  <a:lnTo>
                    <a:pt x="71362" y="64222"/>
                  </a:lnTo>
                  <a:lnTo>
                    <a:pt x="72932" y="64214"/>
                  </a:lnTo>
                  <a:lnTo>
                    <a:pt x="73472" y="64300"/>
                  </a:lnTo>
                  <a:lnTo>
                    <a:pt x="74012" y="65059"/>
                  </a:lnTo>
                  <a:lnTo>
                    <a:pt x="74789" y="65186"/>
                  </a:lnTo>
                  <a:lnTo>
                    <a:pt x="75217" y="64222"/>
                  </a:lnTo>
                  <a:lnTo>
                    <a:pt x="76569" y="63567"/>
                  </a:lnTo>
                  <a:lnTo>
                    <a:pt x="77353" y="62194"/>
                  </a:lnTo>
                  <a:lnTo>
                    <a:pt x="77955" y="62181"/>
                  </a:lnTo>
                  <a:lnTo>
                    <a:pt x="78411" y="62842"/>
                  </a:lnTo>
                  <a:lnTo>
                    <a:pt x="78760" y="63745"/>
                  </a:lnTo>
                  <a:lnTo>
                    <a:pt x="79278" y="63344"/>
                  </a:lnTo>
                  <a:lnTo>
                    <a:pt x="79556" y="62599"/>
                  </a:lnTo>
                  <a:lnTo>
                    <a:pt x="80008" y="62601"/>
                  </a:lnTo>
                  <a:lnTo>
                    <a:pt x="80452" y="63081"/>
                  </a:lnTo>
                  <a:lnTo>
                    <a:pt x="81586" y="63919"/>
                  </a:lnTo>
                  <a:lnTo>
                    <a:pt x="82407" y="65485"/>
                  </a:lnTo>
                  <a:lnTo>
                    <a:pt x="83042" y="65635"/>
                  </a:lnTo>
                  <a:lnTo>
                    <a:pt x="83862" y="65178"/>
                  </a:lnTo>
                  <a:lnTo>
                    <a:pt x="84240" y="64965"/>
                  </a:lnTo>
                  <a:lnTo>
                    <a:pt x="84601" y="65739"/>
                  </a:lnTo>
                  <a:lnTo>
                    <a:pt x="85131" y="66156"/>
                  </a:lnTo>
                  <a:lnTo>
                    <a:pt x="85533" y="65582"/>
                  </a:lnTo>
                  <a:lnTo>
                    <a:pt x="86220" y="65176"/>
                  </a:lnTo>
                  <a:lnTo>
                    <a:pt x="88855" y="66026"/>
                  </a:lnTo>
                  <a:lnTo>
                    <a:pt x="89464" y="67590"/>
                  </a:lnTo>
                  <a:lnTo>
                    <a:pt x="89930" y="68324"/>
                  </a:lnTo>
                  <a:lnTo>
                    <a:pt x="90308" y="69604"/>
                  </a:lnTo>
                  <a:lnTo>
                    <a:pt x="90997" y="70518"/>
                  </a:lnTo>
                  <a:lnTo>
                    <a:pt x="92450" y="70203"/>
                  </a:lnTo>
                  <a:lnTo>
                    <a:pt x="93014" y="69269"/>
                  </a:lnTo>
                  <a:lnTo>
                    <a:pt x="94191" y="67199"/>
                  </a:lnTo>
                  <a:lnTo>
                    <a:pt x="94657" y="65179"/>
                  </a:lnTo>
                  <a:lnTo>
                    <a:pt x="95250" y="64525"/>
                  </a:lnTo>
                  <a:lnTo>
                    <a:pt x="95920" y="64199"/>
                  </a:lnTo>
                  <a:lnTo>
                    <a:pt x="96544" y="64202"/>
                  </a:lnTo>
                  <a:lnTo>
                    <a:pt x="97201" y="64136"/>
                  </a:lnTo>
                  <a:lnTo>
                    <a:pt x="97996" y="62658"/>
                  </a:lnTo>
                  <a:lnTo>
                    <a:pt x="98643" y="62142"/>
                  </a:lnTo>
                  <a:lnTo>
                    <a:pt x="99600" y="60263"/>
                  </a:lnTo>
                  <a:lnTo>
                    <a:pt x="99778" y="59413"/>
                  </a:lnTo>
                  <a:lnTo>
                    <a:pt x="100241" y="57228"/>
                  </a:lnTo>
                  <a:lnTo>
                    <a:pt x="100528" y="55835"/>
                  </a:lnTo>
                  <a:lnTo>
                    <a:pt x="101012" y="53626"/>
                  </a:lnTo>
                  <a:lnTo>
                    <a:pt x="101272" y="50064"/>
                  </a:lnTo>
                  <a:lnTo>
                    <a:pt x="101419" y="48174"/>
                  </a:lnTo>
                  <a:lnTo>
                    <a:pt x="101292" y="46806"/>
                  </a:lnTo>
                  <a:lnTo>
                    <a:pt x="100725" y="46099"/>
                  </a:lnTo>
                  <a:lnTo>
                    <a:pt x="99999" y="45763"/>
                  </a:lnTo>
                  <a:lnTo>
                    <a:pt x="99364" y="44721"/>
                  </a:lnTo>
                  <a:lnTo>
                    <a:pt x="98892" y="43515"/>
                  </a:lnTo>
                  <a:lnTo>
                    <a:pt x="98617" y="41818"/>
                  </a:lnTo>
                  <a:lnTo>
                    <a:pt x="98239" y="39836"/>
                  </a:lnTo>
                  <a:lnTo>
                    <a:pt x="98261" y="38402"/>
                  </a:lnTo>
                  <a:lnTo>
                    <a:pt x="98155" y="37293"/>
                  </a:lnTo>
                  <a:lnTo>
                    <a:pt x="97835" y="36348"/>
                  </a:lnTo>
                  <a:lnTo>
                    <a:pt x="97222" y="34688"/>
                  </a:lnTo>
                  <a:lnTo>
                    <a:pt x="96926" y="33450"/>
                  </a:lnTo>
                  <a:lnTo>
                    <a:pt x="97026" y="31488"/>
                  </a:lnTo>
                  <a:lnTo>
                    <a:pt x="97748" y="28133"/>
                  </a:lnTo>
                  <a:lnTo>
                    <a:pt x="97816" y="26576"/>
                  </a:lnTo>
                  <a:lnTo>
                    <a:pt x="97907" y="25605"/>
                  </a:lnTo>
                  <a:lnTo>
                    <a:pt x="97867" y="24727"/>
                  </a:lnTo>
                  <a:lnTo>
                    <a:pt x="98095" y="22718"/>
                  </a:lnTo>
                  <a:lnTo>
                    <a:pt x="98501" y="21873"/>
                  </a:lnTo>
                  <a:lnTo>
                    <a:pt x="98967" y="19719"/>
                  </a:lnTo>
                  <a:lnTo>
                    <a:pt x="99597" y="18726"/>
                  </a:lnTo>
                  <a:lnTo>
                    <a:pt x="100381" y="18661"/>
                  </a:lnTo>
                  <a:lnTo>
                    <a:pt x="100720" y="18074"/>
                  </a:lnTo>
                  <a:lnTo>
                    <a:pt x="100888" y="15922"/>
                  </a:lnTo>
                  <a:lnTo>
                    <a:pt x="101267" y="14263"/>
                  </a:lnTo>
                  <a:lnTo>
                    <a:pt x="101519" y="13090"/>
                  </a:lnTo>
                  <a:lnTo>
                    <a:pt x="101996" y="11809"/>
                  </a:lnTo>
                  <a:lnTo>
                    <a:pt x="104763" y="9340"/>
                  </a:lnTo>
                  <a:lnTo>
                    <a:pt x="105913" y="6270"/>
                  </a:lnTo>
                  <a:lnTo>
                    <a:pt x="106321" y="4722"/>
                  </a:lnTo>
                  <a:lnTo>
                    <a:pt x="106764" y="1395"/>
                  </a:lnTo>
                  <a:lnTo>
                    <a:pt x="107192" y="0"/>
                  </a:lnTo>
                  <a:lnTo>
                    <a:pt x="107816" y="460"/>
                  </a:lnTo>
                  <a:lnTo>
                    <a:pt x="108549" y="2419"/>
                  </a:lnTo>
                  <a:lnTo>
                    <a:pt x="109098" y="2435"/>
                  </a:lnTo>
                  <a:lnTo>
                    <a:pt x="109913" y="3498"/>
                  </a:lnTo>
                  <a:lnTo>
                    <a:pt x="112132" y="5725"/>
                  </a:lnTo>
                  <a:lnTo>
                    <a:pt x="113337" y="6423"/>
                  </a:lnTo>
                  <a:lnTo>
                    <a:pt x="114111" y="6641"/>
                  </a:lnTo>
                  <a:lnTo>
                    <a:pt x="115133" y="7258"/>
                  </a:lnTo>
                  <a:lnTo>
                    <a:pt x="115793" y="8561"/>
                  </a:lnTo>
                  <a:lnTo>
                    <a:pt x="117080" y="10689"/>
                  </a:lnTo>
                  <a:lnTo>
                    <a:pt x="118165" y="11233"/>
                  </a:lnTo>
                  <a:lnTo>
                    <a:pt x="120047" y="11448"/>
                  </a:lnTo>
                  <a:lnTo>
                    <a:pt x="122341" y="11559"/>
                  </a:lnTo>
                  <a:lnTo>
                    <a:pt x="122988" y="11932"/>
                  </a:lnTo>
                  <a:lnTo>
                    <a:pt x="124666" y="13465"/>
                  </a:lnTo>
                  <a:lnTo>
                    <a:pt x="126520" y="15159"/>
                  </a:lnTo>
                  <a:lnTo>
                    <a:pt x="128267" y="16673"/>
                  </a:lnTo>
                  <a:lnTo>
                    <a:pt x="129592" y="17847"/>
                  </a:lnTo>
                  <a:lnTo>
                    <a:pt x="130374" y="18986"/>
                  </a:lnTo>
                  <a:lnTo>
                    <a:pt x="131111" y="19639"/>
                  </a:lnTo>
                  <a:lnTo>
                    <a:pt x="131910" y="19082"/>
                  </a:lnTo>
                  <a:lnTo>
                    <a:pt x="132935" y="19209"/>
                  </a:lnTo>
                  <a:lnTo>
                    <a:pt x="135341" y="20573"/>
                  </a:lnTo>
                  <a:lnTo>
                    <a:pt x="136860" y="21720"/>
                  </a:lnTo>
                  <a:lnTo>
                    <a:pt x="138132" y="22570"/>
                  </a:lnTo>
                  <a:lnTo>
                    <a:pt x="138556" y="23743"/>
                  </a:lnTo>
                  <a:lnTo>
                    <a:pt x="138599" y="25307"/>
                  </a:lnTo>
                  <a:lnTo>
                    <a:pt x="138429" y="26630"/>
                  </a:lnTo>
                  <a:lnTo>
                    <a:pt x="138521" y="29837"/>
                  </a:lnTo>
                  <a:lnTo>
                    <a:pt x="138930" y="31516"/>
                  </a:lnTo>
                  <a:lnTo>
                    <a:pt x="139081" y="33773"/>
                  </a:lnTo>
                  <a:lnTo>
                    <a:pt x="139234" y="35926"/>
                  </a:lnTo>
                  <a:lnTo>
                    <a:pt x="139127" y="38054"/>
                  </a:lnTo>
                  <a:lnTo>
                    <a:pt x="139320" y="39184"/>
                  </a:lnTo>
                  <a:lnTo>
                    <a:pt x="139719" y="39849"/>
                  </a:lnTo>
                  <a:lnTo>
                    <a:pt x="140104" y="41333"/>
                  </a:lnTo>
                  <a:lnTo>
                    <a:pt x="139976" y="42897"/>
                  </a:lnTo>
                  <a:lnTo>
                    <a:pt x="139807" y="43809"/>
                  </a:lnTo>
                  <a:lnTo>
                    <a:pt x="139832" y="45274"/>
                  </a:lnTo>
                  <a:lnTo>
                    <a:pt x="140294" y="46481"/>
                  </a:lnTo>
                  <a:lnTo>
                    <a:pt x="140971" y="46720"/>
                  </a:lnTo>
                  <a:lnTo>
                    <a:pt x="141573" y="47030"/>
                  </a:lnTo>
                  <a:lnTo>
                    <a:pt x="142312" y="48931"/>
                  </a:lnTo>
                  <a:lnTo>
                    <a:pt x="143629" y="51123"/>
                  </a:lnTo>
                  <a:lnTo>
                    <a:pt x="144419" y="51732"/>
                  </a:lnTo>
                  <a:lnTo>
                    <a:pt x="145325" y="52716"/>
                  </a:lnTo>
                  <a:lnTo>
                    <a:pt x="147053" y="53680"/>
                  </a:lnTo>
                  <a:lnTo>
                    <a:pt x="148228" y="53973"/>
                  </a:lnTo>
                  <a:lnTo>
                    <a:pt x="148921" y="54755"/>
                  </a:lnTo>
                  <a:lnTo>
                    <a:pt x="149600" y="56645"/>
                  </a:lnTo>
                  <a:lnTo>
                    <a:pt x="150723" y="57036"/>
                  </a:lnTo>
                  <a:lnTo>
                    <a:pt x="151445" y="57689"/>
                  </a:lnTo>
                  <a:lnTo>
                    <a:pt x="152758" y="58468"/>
                  </a:lnTo>
                  <a:lnTo>
                    <a:pt x="153627" y="58017"/>
                  </a:lnTo>
                  <a:lnTo>
                    <a:pt x="154390" y="57360"/>
                  </a:lnTo>
                  <a:lnTo>
                    <a:pt x="154904" y="57486"/>
                  </a:lnTo>
                  <a:lnTo>
                    <a:pt x="155888" y="57916"/>
                  </a:lnTo>
                  <a:lnTo>
                    <a:pt x="157044" y="58005"/>
                  </a:lnTo>
                  <a:lnTo>
                    <a:pt x="158015" y="57557"/>
                  </a:lnTo>
                  <a:lnTo>
                    <a:pt x="158787" y="56226"/>
                  </a:lnTo>
                  <a:lnTo>
                    <a:pt x="159690" y="54429"/>
                  </a:lnTo>
                  <a:lnTo>
                    <a:pt x="160770" y="53517"/>
                  </a:lnTo>
                  <a:lnTo>
                    <a:pt x="162021" y="53191"/>
                  </a:lnTo>
                  <a:lnTo>
                    <a:pt x="162876" y="52462"/>
                  </a:lnTo>
                  <a:lnTo>
                    <a:pt x="165679" y="51249"/>
                  </a:lnTo>
                  <a:lnTo>
                    <a:pt x="166812" y="51041"/>
                  </a:lnTo>
                  <a:lnTo>
                    <a:pt x="167688" y="49869"/>
                  </a:lnTo>
                  <a:lnTo>
                    <a:pt x="168465" y="48956"/>
                  </a:lnTo>
                  <a:lnTo>
                    <a:pt x="169589" y="48565"/>
                  </a:lnTo>
                  <a:lnTo>
                    <a:pt x="171108" y="49524"/>
                  </a:lnTo>
                  <a:lnTo>
                    <a:pt x="172559" y="50325"/>
                  </a:lnTo>
                  <a:lnTo>
                    <a:pt x="174315" y="50585"/>
                  </a:lnTo>
                  <a:lnTo>
                    <a:pt x="175481" y="51692"/>
                  </a:lnTo>
                  <a:lnTo>
                    <a:pt x="176308" y="52736"/>
                  </a:lnTo>
                  <a:lnTo>
                    <a:pt x="177609" y="53563"/>
                  </a:lnTo>
                  <a:lnTo>
                    <a:pt x="179057" y="53179"/>
                  </a:lnTo>
                  <a:lnTo>
                    <a:pt x="181037" y="52847"/>
                  </a:lnTo>
                  <a:lnTo>
                    <a:pt x="182351" y="53326"/>
                  </a:lnTo>
                  <a:lnTo>
                    <a:pt x="183722" y="55226"/>
                  </a:lnTo>
                  <a:lnTo>
                    <a:pt x="184564" y="56752"/>
                  </a:lnTo>
                  <a:lnTo>
                    <a:pt x="185515" y="60008"/>
                  </a:lnTo>
                  <a:lnTo>
                    <a:pt x="186504" y="61588"/>
                  </a:lnTo>
                  <a:lnTo>
                    <a:pt x="187371" y="62876"/>
                  </a:lnTo>
                  <a:lnTo>
                    <a:pt x="188465" y="62957"/>
                  </a:lnTo>
                  <a:lnTo>
                    <a:pt x="191194" y="63062"/>
                  </a:lnTo>
                  <a:lnTo>
                    <a:pt x="192693" y="63745"/>
                  </a:lnTo>
                  <a:lnTo>
                    <a:pt x="193940" y="64106"/>
                  </a:lnTo>
                  <a:lnTo>
                    <a:pt x="194241" y="64788"/>
                  </a:lnTo>
                  <a:lnTo>
                    <a:pt x="194116" y="67024"/>
                  </a:lnTo>
                  <a:lnTo>
                    <a:pt x="194153" y="70225"/>
                  </a:lnTo>
                  <a:lnTo>
                    <a:pt x="194134" y="71693"/>
                  </a:lnTo>
                  <a:lnTo>
                    <a:pt x="194410" y="72801"/>
                  </a:lnTo>
                  <a:lnTo>
                    <a:pt x="194834" y="72998"/>
                  </a:lnTo>
                  <a:lnTo>
                    <a:pt x="195067" y="74560"/>
                  </a:lnTo>
                  <a:lnTo>
                    <a:pt x="195685" y="75487"/>
                  </a:lnTo>
                  <a:lnTo>
                    <a:pt x="196790" y="76605"/>
                  </a:lnTo>
                  <a:lnTo>
                    <a:pt x="198654" y="80399"/>
                  </a:lnTo>
                  <a:lnTo>
                    <a:pt x="199765" y="82021"/>
                  </a:lnTo>
                  <a:lnTo>
                    <a:pt x="200642" y="82574"/>
                  </a:lnTo>
                  <a:lnTo>
                    <a:pt x="201789" y="82194"/>
                  </a:lnTo>
                  <a:lnTo>
                    <a:pt x="203586" y="82203"/>
                  </a:lnTo>
                  <a:lnTo>
                    <a:pt x="206631" y="82216"/>
                  </a:lnTo>
                  <a:lnTo>
                    <a:pt x="208717" y="83356"/>
                  </a:lnTo>
                  <a:lnTo>
                    <a:pt x="209438" y="84138"/>
                  </a:lnTo>
                  <a:lnTo>
                    <a:pt x="211570" y="85041"/>
                  </a:lnTo>
                  <a:lnTo>
                    <a:pt x="213917" y="86036"/>
                  </a:lnTo>
                  <a:lnTo>
                    <a:pt x="215891" y="87077"/>
                  </a:lnTo>
                  <a:lnTo>
                    <a:pt x="217059" y="85733"/>
                  </a:lnTo>
                  <a:lnTo>
                    <a:pt x="218082" y="85612"/>
                  </a:lnTo>
                  <a:lnTo>
                    <a:pt x="219061" y="86585"/>
                  </a:lnTo>
                  <a:lnTo>
                    <a:pt x="220036" y="88046"/>
                  </a:lnTo>
                  <a:lnTo>
                    <a:pt x="220793" y="87888"/>
                  </a:lnTo>
                  <a:lnTo>
                    <a:pt x="221929" y="87202"/>
                  </a:lnTo>
                  <a:lnTo>
                    <a:pt x="225546" y="83121"/>
                  </a:lnTo>
                  <a:lnTo>
                    <a:pt x="226819" y="81597"/>
                  </a:lnTo>
                  <a:lnTo>
                    <a:pt x="227710" y="81988"/>
                  </a:lnTo>
                  <a:lnTo>
                    <a:pt x="228504" y="81447"/>
                  </a:lnTo>
                  <a:lnTo>
                    <a:pt x="229109" y="80990"/>
                  </a:lnTo>
                  <a:lnTo>
                    <a:pt x="230654" y="80359"/>
                  </a:lnTo>
                  <a:lnTo>
                    <a:pt x="231595" y="80186"/>
                  </a:lnTo>
                  <a:lnTo>
                    <a:pt x="232567" y="79819"/>
                  </a:lnTo>
                  <a:lnTo>
                    <a:pt x="233963" y="79577"/>
                  </a:lnTo>
                  <a:lnTo>
                    <a:pt x="236804" y="76906"/>
                  </a:lnTo>
                  <a:lnTo>
                    <a:pt x="237955" y="76383"/>
                  </a:lnTo>
                  <a:lnTo>
                    <a:pt x="239901" y="77123"/>
                  </a:lnTo>
                  <a:lnTo>
                    <a:pt x="240950" y="76641"/>
                  </a:lnTo>
                  <a:lnTo>
                    <a:pt x="241992" y="75292"/>
                  </a:lnTo>
                  <a:lnTo>
                    <a:pt x="243344" y="73902"/>
                  </a:lnTo>
                  <a:lnTo>
                    <a:pt x="243696" y="71649"/>
                  </a:lnTo>
                  <a:lnTo>
                    <a:pt x="244388" y="68557"/>
                  </a:lnTo>
                  <a:lnTo>
                    <a:pt x="245877" y="66277"/>
                  </a:lnTo>
                  <a:lnTo>
                    <a:pt x="247093" y="64289"/>
                  </a:lnTo>
                  <a:lnTo>
                    <a:pt x="248331" y="62355"/>
                  </a:lnTo>
                  <a:lnTo>
                    <a:pt x="249852" y="60745"/>
                  </a:lnTo>
                  <a:lnTo>
                    <a:pt x="251281" y="59575"/>
                  </a:lnTo>
                  <a:lnTo>
                    <a:pt x="253104" y="56513"/>
                  </a:lnTo>
                  <a:lnTo>
                    <a:pt x="254556" y="54961"/>
                  </a:lnTo>
                  <a:lnTo>
                    <a:pt x="255280" y="54455"/>
                  </a:lnTo>
                  <a:lnTo>
                    <a:pt x="256138" y="55014"/>
                  </a:lnTo>
                  <a:lnTo>
                    <a:pt x="257750" y="55428"/>
                  </a:lnTo>
                  <a:lnTo>
                    <a:pt x="258912" y="55303"/>
                  </a:lnTo>
                  <a:lnTo>
                    <a:pt x="259568" y="55658"/>
                  </a:lnTo>
                  <a:lnTo>
                    <a:pt x="260880" y="57154"/>
                  </a:lnTo>
                  <a:lnTo>
                    <a:pt x="262070" y="58468"/>
                  </a:lnTo>
                  <a:lnTo>
                    <a:pt x="262980" y="60807"/>
                  </a:lnTo>
                  <a:lnTo>
                    <a:pt x="264677" y="64074"/>
                  </a:lnTo>
                  <a:lnTo>
                    <a:pt x="265547" y="65170"/>
                  </a:lnTo>
                  <a:lnTo>
                    <a:pt x="266164" y="65622"/>
                  </a:lnTo>
                  <a:lnTo>
                    <a:pt x="267690" y="65931"/>
                  </a:lnTo>
                  <a:lnTo>
                    <a:pt x="268938" y="66091"/>
                  </a:lnTo>
                  <a:lnTo>
                    <a:pt x="269683" y="65344"/>
                  </a:lnTo>
                  <a:lnTo>
                    <a:pt x="270940" y="63977"/>
                  </a:lnTo>
                  <a:lnTo>
                    <a:pt x="272945" y="62244"/>
                  </a:lnTo>
                  <a:lnTo>
                    <a:pt x="273736" y="62289"/>
                  </a:lnTo>
                  <a:lnTo>
                    <a:pt x="275027" y="63211"/>
                  </a:lnTo>
                  <a:lnTo>
                    <a:pt x="276950" y="64918"/>
                  </a:lnTo>
                  <a:lnTo>
                    <a:pt x="277723" y="661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19"/>
            <p:cNvSpPr/>
            <p:nvPr/>
          </p:nvSpPr>
          <p:spPr>
            <a:xfrm>
              <a:off x="4218287" y="3214785"/>
              <a:ext cx="1089" cy="2308"/>
            </a:xfrm>
            <a:custGeom>
              <a:avLst/>
              <a:pathLst>
                <a:path w="1089" h="2308">
                  <a:moveTo>
                    <a:pt x="1083" y="926"/>
                  </a:moveTo>
                  <a:lnTo>
                    <a:pt x="607" y="2308"/>
                  </a:lnTo>
                  <a:lnTo>
                    <a:pt x="263" y="2022"/>
                  </a:lnTo>
                  <a:lnTo>
                    <a:pt x="50" y="1552"/>
                  </a:lnTo>
                  <a:lnTo>
                    <a:pt x="0" y="763"/>
                  </a:lnTo>
                  <a:lnTo>
                    <a:pt x="771" y="0"/>
                  </a:lnTo>
                  <a:lnTo>
                    <a:pt x="1089" y="2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0"/>
            <p:cNvSpPr/>
            <p:nvPr/>
          </p:nvSpPr>
          <p:spPr>
            <a:xfrm>
              <a:off x="4222465" y="3189057"/>
              <a:ext cx="726" cy="4155"/>
            </a:xfrm>
            <a:custGeom>
              <a:avLst/>
              <a:pathLst>
                <a:path w="726" h="4155">
                  <a:moveTo>
                    <a:pt x="726" y="2649"/>
                  </a:moveTo>
                  <a:lnTo>
                    <a:pt x="329" y="4155"/>
                  </a:lnTo>
                  <a:lnTo>
                    <a:pt x="46" y="1812"/>
                  </a:lnTo>
                  <a:lnTo>
                    <a:pt x="0" y="867"/>
                  </a:lnTo>
                  <a:lnTo>
                    <a:pt x="366" y="0"/>
                  </a:lnTo>
                  <a:lnTo>
                    <a:pt x="582" y="2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1"/>
            <p:cNvSpPr/>
            <p:nvPr/>
          </p:nvSpPr>
          <p:spPr>
            <a:xfrm>
              <a:off x="4223403" y="3182993"/>
              <a:ext cx="1322" cy="4673"/>
            </a:xfrm>
            <a:custGeom>
              <a:avLst/>
              <a:pathLst>
                <a:path w="1322" h="4673">
                  <a:moveTo>
                    <a:pt x="650" y="3907"/>
                  </a:moveTo>
                  <a:lnTo>
                    <a:pt x="624" y="4673"/>
                  </a:lnTo>
                  <a:lnTo>
                    <a:pt x="134" y="4487"/>
                  </a:lnTo>
                  <a:lnTo>
                    <a:pt x="0" y="4145"/>
                  </a:lnTo>
                  <a:lnTo>
                    <a:pt x="277" y="1480"/>
                  </a:lnTo>
                  <a:lnTo>
                    <a:pt x="981" y="251"/>
                  </a:lnTo>
                  <a:lnTo>
                    <a:pt x="1322" y="0"/>
                  </a:lnTo>
                  <a:lnTo>
                    <a:pt x="1002" y="1262"/>
                  </a:lnTo>
                  <a:lnTo>
                    <a:pt x="942" y="26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2"/>
            <p:cNvSpPr/>
            <p:nvPr/>
          </p:nvSpPr>
          <p:spPr>
            <a:xfrm>
              <a:off x="4222891" y="3150067"/>
              <a:ext cx="850" cy="1403"/>
            </a:xfrm>
            <a:custGeom>
              <a:avLst/>
              <a:pathLst>
                <a:path w="850" h="1403">
                  <a:moveTo>
                    <a:pt x="779" y="1197"/>
                  </a:moveTo>
                  <a:lnTo>
                    <a:pt x="568" y="1403"/>
                  </a:lnTo>
                  <a:lnTo>
                    <a:pt x="261" y="1295"/>
                  </a:lnTo>
                  <a:lnTo>
                    <a:pt x="47" y="831"/>
                  </a:lnTo>
                  <a:lnTo>
                    <a:pt x="0" y="49"/>
                  </a:lnTo>
                  <a:lnTo>
                    <a:pt x="619" y="0"/>
                  </a:lnTo>
                  <a:lnTo>
                    <a:pt x="850" y="58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3"/>
            <p:cNvSpPr/>
            <p:nvPr/>
          </p:nvSpPr>
          <p:spPr>
            <a:xfrm>
              <a:off x="4223833" y="3097085"/>
              <a:ext cx="1022" cy="3419"/>
            </a:xfrm>
            <a:custGeom>
              <a:avLst/>
              <a:pathLst>
                <a:path w="1022" h="3419">
                  <a:moveTo>
                    <a:pt x="465" y="2768"/>
                  </a:moveTo>
                  <a:lnTo>
                    <a:pt x="0" y="3419"/>
                  </a:lnTo>
                  <a:lnTo>
                    <a:pt x="578" y="509"/>
                  </a:lnTo>
                  <a:lnTo>
                    <a:pt x="752" y="0"/>
                  </a:lnTo>
                  <a:lnTo>
                    <a:pt x="1022" y="10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4223030" y="3078347"/>
              <a:ext cx="604" cy="2409"/>
            </a:xfrm>
            <a:custGeom>
              <a:avLst/>
              <a:pathLst>
                <a:path w="604" h="2409">
                  <a:moveTo>
                    <a:pt x="604" y="1308"/>
                  </a:moveTo>
                  <a:lnTo>
                    <a:pt x="313" y="2409"/>
                  </a:lnTo>
                  <a:lnTo>
                    <a:pt x="67" y="1600"/>
                  </a:lnTo>
                  <a:lnTo>
                    <a:pt x="0" y="0"/>
                  </a:lnTo>
                  <a:lnTo>
                    <a:pt x="429" y="152"/>
                  </a:lnTo>
                  <a:lnTo>
                    <a:pt x="587" y="4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5"/>
            <p:cNvSpPr/>
            <p:nvPr/>
          </p:nvSpPr>
          <p:spPr>
            <a:xfrm>
              <a:off x="3113385" y="3943282"/>
              <a:ext cx="102123" cy="484523"/>
            </a:xfrm>
            <a:custGeom>
              <a:avLst/>
              <a:pathLst>
                <a:path w="102123" h="484523">
                  <a:moveTo>
                    <a:pt x="25614" y="484159"/>
                  </a:moveTo>
                  <a:lnTo>
                    <a:pt x="24560" y="484209"/>
                  </a:lnTo>
                  <a:lnTo>
                    <a:pt x="22755" y="484350"/>
                  </a:lnTo>
                  <a:lnTo>
                    <a:pt x="21688" y="484431"/>
                  </a:lnTo>
                  <a:lnTo>
                    <a:pt x="20493" y="484523"/>
                  </a:lnTo>
                  <a:lnTo>
                    <a:pt x="19014" y="483692"/>
                  </a:lnTo>
                  <a:lnTo>
                    <a:pt x="18180" y="483868"/>
                  </a:lnTo>
                  <a:lnTo>
                    <a:pt x="18113" y="474429"/>
                  </a:lnTo>
                  <a:lnTo>
                    <a:pt x="17844" y="472354"/>
                  </a:lnTo>
                  <a:lnTo>
                    <a:pt x="17559" y="469321"/>
                  </a:lnTo>
                  <a:lnTo>
                    <a:pt x="17493" y="467374"/>
                  </a:lnTo>
                  <a:lnTo>
                    <a:pt x="17671" y="465417"/>
                  </a:lnTo>
                  <a:lnTo>
                    <a:pt x="17757" y="462318"/>
                  </a:lnTo>
                  <a:lnTo>
                    <a:pt x="17677" y="459605"/>
                  </a:lnTo>
                  <a:lnTo>
                    <a:pt x="16792" y="458243"/>
                  </a:lnTo>
                  <a:lnTo>
                    <a:pt x="16597" y="457811"/>
                  </a:lnTo>
                  <a:lnTo>
                    <a:pt x="16406" y="455675"/>
                  </a:lnTo>
                  <a:lnTo>
                    <a:pt x="16329" y="452383"/>
                  </a:lnTo>
                  <a:lnTo>
                    <a:pt x="16946" y="448187"/>
                  </a:lnTo>
                  <a:lnTo>
                    <a:pt x="16897" y="440136"/>
                  </a:lnTo>
                  <a:lnTo>
                    <a:pt x="16970" y="437299"/>
                  </a:lnTo>
                  <a:lnTo>
                    <a:pt x="16958" y="431695"/>
                  </a:lnTo>
                  <a:lnTo>
                    <a:pt x="16945" y="424906"/>
                  </a:lnTo>
                  <a:lnTo>
                    <a:pt x="16933" y="418826"/>
                  </a:lnTo>
                  <a:lnTo>
                    <a:pt x="16959" y="413576"/>
                  </a:lnTo>
                  <a:lnTo>
                    <a:pt x="16774" y="411089"/>
                  </a:lnTo>
                  <a:lnTo>
                    <a:pt x="16620" y="409724"/>
                  </a:lnTo>
                  <a:lnTo>
                    <a:pt x="16210" y="406945"/>
                  </a:lnTo>
                  <a:lnTo>
                    <a:pt x="15732" y="401154"/>
                  </a:lnTo>
                  <a:lnTo>
                    <a:pt x="15168" y="396779"/>
                  </a:lnTo>
                  <a:lnTo>
                    <a:pt x="14442" y="393893"/>
                  </a:lnTo>
                  <a:lnTo>
                    <a:pt x="14211" y="392373"/>
                  </a:lnTo>
                  <a:lnTo>
                    <a:pt x="13976" y="390338"/>
                  </a:lnTo>
                  <a:lnTo>
                    <a:pt x="13289" y="386754"/>
                  </a:lnTo>
                  <a:lnTo>
                    <a:pt x="12726" y="384668"/>
                  </a:lnTo>
                  <a:lnTo>
                    <a:pt x="12573" y="382997"/>
                  </a:lnTo>
                  <a:lnTo>
                    <a:pt x="12593" y="378675"/>
                  </a:lnTo>
                  <a:lnTo>
                    <a:pt x="11968" y="370909"/>
                  </a:lnTo>
                  <a:lnTo>
                    <a:pt x="11512" y="365248"/>
                  </a:lnTo>
                  <a:lnTo>
                    <a:pt x="10827" y="359116"/>
                  </a:lnTo>
                  <a:lnTo>
                    <a:pt x="10367" y="355009"/>
                  </a:lnTo>
                  <a:lnTo>
                    <a:pt x="10299" y="354302"/>
                  </a:lnTo>
                  <a:lnTo>
                    <a:pt x="10249" y="352747"/>
                  </a:lnTo>
                  <a:lnTo>
                    <a:pt x="11610" y="349697"/>
                  </a:lnTo>
                  <a:lnTo>
                    <a:pt x="12975" y="345403"/>
                  </a:lnTo>
                  <a:lnTo>
                    <a:pt x="14573" y="340376"/>
                  </a:lnTo>
                  <a:lnTo>
                    <a:pt x="15998" y="335889"/>
                  </a:lnTo>
                  <a:lnTo>
                    <a:pt x="17252" y="331944"/>
                  </a:lnTo>
                  <a:lnTo>
                    <a:pt x="18967" y="326548"/>
                  </a:lnTo>
                  <a:lnTo>
                    <a:pt x="20662" y="321213"/>
                  </a:lnTo>
                  <a:lnTo>
                    <a:pt x="21059" y="320532"/>
                  </a:lnTo>
                  <a:lnTo>
                    <a:pt x="21227" y="320096"/>
                  </a:lnTo>
                  <a:lnTo>
                    <a:pt x="20494" y="315352"/>
                  </a:lnTo>
                  <a:lnTo>
                    <a:pt x="21673" y="309843"/>
                  </a:lnTo>
                  <a:lnTo>
                    <a:pt x="21736" y="306262"/>
                  </a:lnTo>
                  <a:lnTo>
                    <a:pt x="21687" y="302837"/>
                  </a:lnTo>
                  <a:lnTo>
                    <a:pt x="21828" y="301264"/>
                  </a:lnTo>
                  <a:lnTo>
                    <a:pt x="22183" y="299885"/>
                  </a:lnTo>
                  <a:lnTo>
                    <a:pt x="23560" y="297019"/>
                  </a:lnTo>
                  <a:lnTo>
                    <a:pt x="24602" y="292451"/>
                  </a:lnTo>
                  <a:lnTo>
                    <a:pt x="25455" y="288186"/>
                  </a:lnTo>
                  <a:lnTo>
                    <a:pt x="26639" y="281321"/>
                  </a:lnTo>
                  <a:lnTo>
                    <a:pt x="26755" y="279705"/>
                  </a:lnTo>
                  <a:lnTo>
                    <a:pt x="26773" y="278040"/>
                  </a:lnTo>
                  <a:lnTo>
                    <a:pt x="26446" y="275723"/>
                  </a:lnTo>
                  <a:lnTo>
                    <a:pt x="25655" y="271960"/>
                  </a:lnTo>
                  <a:lnTo>
                    <a:pt x="25081" y="268714"/>
                  </a:lnTo>
                  <a:lnTo>
                    <a:pt x="24571" y="263707"/>
                  </a:lnTo>
                  <a:lnTo>
                    <a:pt x="25083" y="259353"/>
                  </a:lnTo>
                  <a:lnTo>
                    <a:pt x="25266" y="256724"/>
                  </a:lnTo>
                  <a:lnTo>
                    <a:pt x="25264" y="255304"/>
                  </a:lnTo>
                  <a:lnTo>
                    <a:pt x="25037" y="253957"/>
                  </a:lnTo>
                  <a:lnTo>
                    <a:pt x="24461" y="252938"/>
                  </a:lnTo>
                  <a:lnTo>
                    <a:pt x="23983" y="252274"/>
                  </a:lnTo>
                  <a:lnTo>
                    <a:pt x="23821" y="250474"/>
                  </a:lnTo>
                  <a:lnTo>
                    <a:pt x="23817" y="248333"/>
                  </a:lnTo>
                  <a:lnTo>
                    <a:pt x="24036" y="247150"/>
                  </a:lnTo>
                  <a:lnTo>
                    <a:pt x="25310" y="245236"/>
                  </a:lnTo>
                  <a:lnTo>
                    <a:pt x="25599" y="244198"/>
                  </a:lnTo>
                  <a:lnTo>
                    <a:pt x="25750" y="243032"/>
                  </a:lnTo>
                  <a:lnTo>
                    <a:pt x="25763" y="241372"/>
                  </a:lnTo>
                  <a:lnTo>
                    <a:pt x="26155" y="237229"/>
                  </a:lnTo>
                  <a:lnTo>
                    <a:pt x="26642" y="233296"/>
                  </a:lnTo>
                  <a:lnTo>
                    <a:pt x="26674" y="231908"/>
                  </a:lnTo>
                  <a:lnTo>
                    <a:pt x="26502" y="230693"/>
                  </a:lnTo>
                  <a:lnTo>
                    <a:pt x="26369" y="228471"/>
                  </a:lnTo>
                  <a:lnTo>
                    <a:pt x="26281" y="225121"/>
                  </a:lnTo>
                  <a:lnTo>
                    <a:pt x="26273" y="215739"/>
                  </a:lnTo>
                  <a:lnTo>
                    <a:pt x="26523" y="206049"/>
                  </a:lnTo>
                  <a:lnTo>
                    <a:pt x="26414" y="200555"/>
                  </a:lnTo>
                  <a:lnTo>
                    <a:pt x="25597" y="194238"/>
                  </a:lnTo>
                  <a:lnTo>
                    <a:pt x="25519" y="189682"/>
                  </a:lnTo>
                  <a:lnTo>
                    <a:pt x="26111" y="186502"/>
                  </a:lnTo>
                  <a:lnTo>
                    <a:pt x="26209" y="184620"/>
                  </a:lnTo>
                  <a:lnTo>
                    <a:pt x="25775" y="184381"/>
                  </a:lnTo>
                  <a:lnTo>
                    <a:pt x="24884" y="184188"/>
                  </a:lnTo>
                  <a:lnTo>
                    <a:pt x="24226" y="183596"/>
                  </a:lnTo>
                  <a:lnTo>
                    <a:pt x="23207" y="180990"/>
                  </a:lnTo>
                  <a:lnTo>
                    <a:pt x="21440" y="178812"/>
                  </a:lnTo>
                  <a:lnTo>
                    <a:pt x="19433" y="176832"/>
                  </a:lnTo>
                  <a:lnTo>
                    <a:pt x="16516" y="176243"/>
                  </a:lnTo>
                  <a:lnTo>
                    <a:pt x="14091" y="169901"/>
                  </a:lnTo>
                  <a:lnTo>
                    <a:pt x="12190" y="168882"/>
                  </a:lnTo>
                  <a:lnTo>
                    <a:pt x="11578" y="168074"/>
                  </a:lnTo>
                  <a:lnTo>
                    <a:pt x="9752" y="164271"/>
                  </a:lnTo>
                  <a:lnTo>
                    <a:pt x="6892" y="163919"/>
                  </a:lnTo>
                  <a:lnTo>
                    <a:pt x="3926" y="163549"/>
                  </a:lnTo>
                  <a:lnTo>
                    <a:pt x="2076" y="163434"/>
                  </a:lnTo>
                  <a:lnTo>
                    <a:pt x="1803" y="162929"/>
                  </a:lnTo>
                  <a:lnTo>
                    <a:pt x="1695" y="157686"/>
                  </a:lnTo>
                  <a:lnTo>
                    <a:pt x="1675" y="153025"/>
                  </a:lnTo>
                  <a:lnTo>
                    <a:pt x="1519" y="148971"/>
                  </a:lnTo>
                  <a:lnTo>
                    <a:pt x="1238" y="144357"/>
                  </a:lnTo>
                  <a:lnTo>
                    <a:pt x="806" y="142559"/>
                  </a:lnTo>
                  <a:lnTo>
                    <a:pt x="291" y="139437"/>
                  </a:lnTo>
                  <a:lnTo>
                    <a:pt x="30" y="136000"/>
                  </a:lnTo>
                  <a:lnTo>
                    <a:pt x="0" y="134335"/>
                  </a:lnTo>
                  <a:lnTo>
                    <a:pt x="96" y="133738"/>
                  </a:lnTo>
                  <a:lnTo>
                    <a:pt x="2156" y="131291"/>
                  </a:lnTo>
                  <a:lnTo>
                    <a:pt x="3037" y="130079"/>
                  </a:lnTo>
                  <a:lnTo>
                    <a:pt x="4341" y="128679"/>
                  </a:lnTo>
                  <a:lnTo>
                    <a:pt x="6665" y="126734"/>
                  </a:lnTo>
                  <a:lnTo>
                    <a:pt x="8739" y="125000"/>
                  </a:lnTo>
                  <a:lnTo>
                    <a:pt x="10639" y="123318"/>
                  </a:lnTo>
                  <a:lnTo>
                    <a:pt x="12652" y="121529"/>
                  </a:lnTo>
                  <a:lnTo>
                    <a:pt x="13471" y="120334"/>
                  </a:lnTo>
                  <a:lnTo>
                    <a:pt x="14489" y="119133"/>
                  </a:lnTo>
                  <a:lnTo>
                    <a:pt x="16923" y="116721"/>
                  </a:lnTo>
                  <a:lnTo>
                    <a:pt x="17619" y="115896"/>
                  </a:lnTo>
                  <a:lnTo>
                    <a:pt x="19017" y="114545"/>
                  </a:lnTo>
                  <a:lnTo>
                    <a:pt x="19718" y="114020"/>
                  </a:lnTo>
                  <a:lnTo>
                    <a:pt x="22413" y="111259"/>
                  </a:lnTo>
                  <a:lnTo>
                    <a:pt x="25502" y="108093"/>
                  </a:lnTo>
                  <a:lnTo>
                    <a:pt x="26584" y="106985"/>
                  </a:lnTo>
                  <a:lnTo>
                    <a:pt x="28648" y="104870"/>
                  </a:lnTo>
                  <a:lnTo>
                    <a:pt x="29050" y="105747"/>
                  </a:lnTo>
                  <a:lnTo>
                    <a:pt x="30457" y="113027"/>
                  </a:lnTo>
                  <a:lnTo>
                    <a:pt x="31566" y="117301"/>
                  </a:lnTo>
                  <a:lnTo>
                    <a:pt x="32827" y="121263"/>
                  </a:lnTo>
                  <a:lnTo>
                    <a:pt x="33037" y="121070"/>
                  </a:lnTo>
                  <a:lnTo>
                    <a:pt x="33400" y="120143"/>
                  </a:lnTo>
                  <a:lnTo>
                    <a:pt x="34029" y="119760"/>
                  </a:lnTo>
                  <a:lnTo>
                    <a:pt x="36032" y="118868"/>
                  </a:lnTo>
                  <a:lnTo>
                    <a:pt x="36797" y="118813"/>
                  </a:lnTo>
                  <a:lnTo>
                    <a:pt x="37301" y="117751"/>
                  </a:lnTo>
                  <a:lnTo>
                    <a:pt x="38329" y="116995"/>
                  </a:lnTo>
                  <a:lnTo>
                    <a:pt x="39519" y="116548"/>
                  </a:lnTo>
                  <a:lnTo>
                    <a:pt x="39927" y="117027"/>
                  </a:lnTo>
                  <a:lnTo>
                    <a:pt x="41180" y="122149"/>
                  </a:lnTo>
                  <a:lnTo>
                    <a:pt x="41361" y="126068"/>
                  </a:lnTo>
                  <a:lnTo>
                    <a:pt x="41621" y="131729"/>
                  </a:lnTo>
                  <a:lnTo>
                    <a:pt x="41683" y="134494"/>
                  </a:lnTo>
                  <a:lnTo>
                    <a:pt x="41662" y="138187"/>
                  </a:lnTo>
                  <a:lnTo>
                    <a:pt x="41521" y="142807"/>
                  </a:lnTo>
                  <a:lnTo>
                    <a:pt x="40504" y="148123"/>
                  </a:lnTo>
                  <a:lnTo>
                    <a:pt x="40309" y="150772"/>
                  </a:lnTo>
                  <a:lnTo>
                    <a:pt x="39764" y="154864"/>
                  </a:lnTo>
                  <a:lnTo>
                    <a:pt x="39043" y="156878"/>
                  </a:lnTo>
                  <a:lnTo>
                    <a:pt x="38688" y="158531"/>
                  </a:lnTo>
                  <a:lnTo>
                    <a:pt x="38709" y="160248"/>
                  </a:lnTo>
                  <a:lnTo>
                    <a:pt x="39094" y="161685"/>
                  </a:lnTo>
                  <a:lnTo>
                    <a:pt x="39937" y="164274"/>
                  </a:lnTo>
                  <a:lnTo>
                    <a:pt x="40197" y="165944"/>
                  </a:lnTo>
                  <a:lnTo>
                    <a:pt x="40121" y="167439"/>
                  </a:lnTo>
                  <a:lnTo>
                    <a:pt x="40124" y="169459"/>
                  </a:lnTo>
                  <a:lnTo>
                    <a:pt x="40325" y="170865"/>
                  </a:lnTo>
                  <a:lnTo>
                    <a:pt x="40565" y="171681"/>
                  </a:lnTo>
                  <a:lnTo>
                    <a:pt x="41399" y="173003"/>
                  </a:lnTo>
                  <a:lnTo>
                    <a:pt x="42212" y="176324"/>
                  </a:lnTo>
                  <a:lnTo>
                    <a:pt x="43617" y="180329"/>
                  </a:lnTo>
                  <a:lnTo>
                    <a:pt x="45295" y="186040"/>
                  </a:lnTo>
                  <a:lnTo>
                    <a:pt x="46083" y="187789"/>
                  </a:lnTo>
                  <a:lnTo>
                    <a:pt x="46704" y="188213"/>
                  </a:lnTo>
                  <a:lnTo>
                    <a:pt x="47014" y="190123"/>
                  </a:lnTo>
                  <a:lnTo>
                    <a:pt x="46842" y="192348"/>
                  </a:lnTo>
                  <a:lnTo>
                    <a:pt x="46358" y="193621"/>
                  </a:lnTo>
                  <a:lnTo>
                    <a:pt x="46557" y="195445"/>
                  </a:lnTo>
                  <a:lnTo>
                    <a:pt x="46830" y="196400"/>
                  </a:lnTo>
                  <a:lnTo>
                    <a:pt x="47134" y="196882"/>
                  </a:lnTo>
                  <a:lnTo>
                    <a:pt x="47872" y="196994"/>
                  </a:lnTo>
                  <a:lnTo>
                    <a:pt x="48556" y="196622"/>
                  </a:lnTo>
                  <a:lnTo>
                    <a:pt x="48728" y="195987"/>
                  </a:lnTo>
                  <a:lnTo>
                    <a:pt x="48639" y="187443"/>
                  </a:lnTo>
                  <a:lnTo>
                    <a:pt x="48145" y="182462"/>
                  </a:lnTo>
                  <a:lnTo>
                    <a:pt x="47650" y="180514"/>
                  </a:lnTo>
                  <a:lnTo>
                    <a:pt x="47543" y="180128"/>
                  </a:lnTo>
                  <a:lnTo>
                    <a:pt x="47717" y="178491"/>
                  </a:lnTo>
                  <a:lnTo>
                    <a:pt x="48270" y="174665"/>
                  </a:lnTo>
                  <a:lnTo>
                    <a:pt x="48738" y="170876"/>
                  </a:lnTo>
                  <a:lnTo>
                    <a:pt x="49036" y="169280"/>
                  </a:lnTo>
                  <a:lnTo>
                    <a:pt x="49382" y="168317"/>
                  </a:lnTo>
                  <a:lnTo>
                    <a:pt x="51697" y="167292"/>
                  </a:lnTo>
                  <a:lnTo>
                    <a:pt x="52751" y="166403"/>
                  </a:lnTo>
                  <a:lnTo>
                    <a:pt x="53197" y="165295"/>
                  </a:lnTo>
                  <a:lnTo>
                    <a:pt x="53542" y="162352"/>
                  </a:lnTo>
                  <a:lnTo>
                    <a:pt x="53818" y="154128"/>
                  </a:lnTo>
                  <a:lnTo>
                    <a:pt x="53918" y="146403"/>
                  </a:lnTo>
                  <a:lnTo>
                    <a:pt x="53678" y="141872"/>
                  </a:lnTo>
                  <a:lnTo>
                    <a:pt x="54011" y="135048"/>
                  </a:lnTo>
                  <a:lnTo>
                    <a:pt x="54519" y="130826"/>
                  </a:lnTo>
                  <a:lnTo>
                    <a:pt x="54268" y="129998"/>
                  </a:lnTo>
                  <a:lnTo>
                    <a:pt x="54080" y="124299"/>
                  </a:lnTo>
                  <a:lnTo>
                    <a:pt x="52573" y="118230"/>
                  </a:lnTo>
                  <a:lnTo>
                    <a:pt x="50632" y="110416"/>
                  </a:lnTo>
                  <a:lnTo>
                    <a:pt x="49548" y="106209"/>
                  </a:lnTo>
                  <a:lnTo>
                    <a:pt x="48315" y="101427"/>
                  </a:lnTo>
                  <a:lnTo>
                    <a:pt x="46069" y="93939"/>
                  </a:lnTo>
                  <a:lnTo>
                    <a:pt x="45040" y="91226"/>
                  </a:lnTo>
                  <a:lnTo>
                    <a:pt x="44498" y="90173"/>
                  </a:lnTo>
                  <a:lnTo>
                    <a:pt x="42683" y="89307"/>
                  </a:lnTo>
                  <a:lnTo>
                    <a:pt x="42201" y="87865"/>
                  </a:lnTo>
                  <a:lnTo>
                    <a:pt x="41741" y="85568"/>
                  </a:lnTo>
                  <a:lnTo>
                    <a:pt x="41568" y="81317"/>
                  </a:lnTo>
                  <a:lnTo>
                    <a:pt x="41538" y="78137"/>
                  </a:lnTo>
                  <a:lnTo>
                    <a:pt x="41334" y="72732"/>
                  </a:lnTo>
                  <a:lnTo>
                    <a:pt x="40965" y="65080"/>
                  </a:lnTo>
                  <a:lnTo>
                    <a:pt x="40800" y="62832"/>
                  </a:lnTo>
                  <a:lnTo>
                    <a:pt x="40284" y="57075"/>
                  </a:lnTo>
                  <a:lnTo>
                    <a:pt x="39791" y="51598"/>
                  </a:lnTo>
                  <a:lnTo>
                    <a:pt x="39762" y="50244"/>
                  </a:lnTo>
                  <a:lnTo>
                    <a:pt x="39937" y="48929"/>
                  </a:lnTo>
                  <a:lnTo>
                    <a:pt x="40772" y="44897"/>
                  </a:lnTo>
                  <a:lnTo>
                    <a:pt x="41367" y="42038"/>
                  </a:lnTo>
                  <a:lnTo>
                    <a:pt x="41647" y="40474"/>
                  </a:lnTo>
                  <a:lnTo>
                    <a:pt x="42150" y="36217"/>
                  </a:lnTo>
                  <a:lnTo>
                    <a:pt x="42269" y="34154"/>
                  </a:lnTo>
                  <a:lnTo>
                    <a:pt x="42663" y="33222"/>
                  </a:lnTo>
                  <a:lnTo>
                    <a:pt x="44268" y="32838"/>
                  </a:lnTo>
                  <a:lnTo>
                    <a:pt x="45546" y="32910"/>
                  </a:lnTo>
                  <a:lnTo>
                    <a:pt x="47691" y="32812"/>
                  </a:lnTo>
                  <a:lnTo>
                    <a:pt x="49957" y="33060"/>
                  </a:lnTo>
                  <a:lnTo>
                    <a:pt x="50275" y="33248"/>
                  </a:lnTo>
                  <a:lnTo>
                    <a:pt x="50785" y="33698"/>
                  </a:lnTo>
                  <a:lnTo>
                    <a:pt x="51361" y="33626"/>
                  </a:lnTo>
                  <a:lnTo>
                    <a:pt x="52002" y="33026"/>
                  </a:lnTo>
                  <a:lnTo>
                    <a:pt x="52710" y="31551"/>
                  </a:lnTo>
                  <a:lnTo>
                    <a:pt x="53487" y="29211"/>
                  </a:lnTo>
                  <a:lnTo>
                    <a:pt x="54697" y="29263"/>
                  </a:lnTo>
                  <a:lnTo>
                    <a:pt x="56340" y="31704"/>
                  </a:lnTo>
                  <a:lnTo>
                    <a:pt x="57236" y="33831"/>
                  </a:lnTo>
                  <a:lnTo>
                    <a:pt x="57389" y="35646"/>
                  </a:lnTo>
                  <a:lnTo>
                    <a:pt x="58488" y="36699"/>
                  </a:lnTo>
                  <a:lnTo>
                    <a:pt x="60536" y="36991"/>
                  </a:lnTo>
                  <a:lnTo>
                    <a:pt x="62027" y="36047"/>
                  </a:lnTo>
                  <a:lnTo>
                    <a:pt x="62962" y="33863"/>
                  </a:lnTo>
                  <a:lnTo>
                    <a:pt x="63939" y="32708"/>
                  </a:lnTo>
                  <a:lnTo>
                    <a:pt x="64960" y="32581"/>
                  </a:lnTo>
                  <a:lnTo>
                    <a:pt x="65732" y="33326"/>
                  </a:lnTo>
                  <a:lnTo>
                    <a:pt x="66258" y="34950"/>
                  </a:lnTo>
                  <a:lnTo>
                    <a:pt x="67262" y="36113"/>
                  </a:lnTo>
                  <a:lnTo>
                    <a:pt x="68748" y="36820"/>
                  </a:lnTo>
                  <a:lnTo>
                    <a:pt x="70371" y="35776"/>
                  </a:lnTo>
                  <a:lnTo>
                    <a:pt x="72131" y="32985"/>
                  </a:lnTo>
                  <a:lnTo>
                    <a:pt x="73136" y="30068"/>
                  </a:lnTo>
                  <a:lnTo>
                    <a:pt x="73383" y="27029"/>
                  </a:lnTo>
                  <a:lnTo>
                    <a:pt x="73675" y="25185"/>
                  </a:lnTo>
                  <a:lnTo>
                    <a:pt x="74010" y="24536"/>
                  </a:lnTo>
                  <a:lnTo>
                    <a:pt x="74943" y="24164"/>
                  </a:lnTo>
                  <a:lnTo>
                    <a:pt x="76474" y="24063"/>
                  </a:lnTo>
                  <a:lnTo>
                    <a:pt x="77806" y="25021"/>
                  </a:lnTo>
                  <a:lnTo>
                    <a:pt x="79505" y="28039"/>
                  </a:lnTo>
                  <a:lnTo>
                    <a:pt x="80577" y="26031"/>
                  </a:lnTo>
                  <a:lnTo>
                    <a:pt x="82417" y="22591"/>
                  </a:lnTo>
                  <a:lnTo>
                    <a:pt x="84270" y="20770"/>
                  </a:lnTo>
                  <a:lnTo>
                    <a:pt x="86034" y="20759"/>
                  </a:lnTo>
                  <a:lnTo>
                    <a:pt x="87482" y="19449"/>
                  </a:lnTo>
                  <a:lnTo>
                    <a:pt x="88612" y="16849"/>
                  </a:lnTo>
                  <a:lnTo>
                    <a:pt x="89807" y="15192"/>
                  </a:lnTo>
                  <a:lnTo>
                    <a:pt x="91066" y="14491"/>
                  </a:lnTo>
                  <a:lnTo>
                    <a:pt x="92246" y="13239"/>
                  </a:lnTo>
                  <a:lnTo>
                    <a:pt x="93895" y="10532"/>
                  </a:lnTo>
                  <a:lnTo>
                    <a:pt x="95602" y="6593"/>
                  </a:lnTo>
                  <a:lnTo>
                    <a:pt x="97344" y="2576"/>
                  </a:lnTo>
                  <a:lnTo>
                    <a:pt x="98461" y="0"/>
                  </a:lnTo>
                  <a:lnTo>
                    <a:pt x="98971" y="3044"/>
                  </a:lnTo>
                  <a:lnTo>
                    <a:pt x="99885" y="5826"/>
                  </a:lnTo>
                  <a:lnTo>
                    <a:pt x="99340" y="7442"/>
                  </a:lnTo>
                  <a:lnTo>
                    <a:pt x="98682" y="8887"/>
                  </a:lnTo>
                  <a:lnTo>
                    <a:pt x="99745" y="10824"/>
                  </a:lnTo>
                  <a:lnTo>
                    <a:pt x="98966" y="13747"/>
                  </a:lnTo>
                  <a:lnTo>
                    <a:pt x="98871" y="15781"/>
                  </a:lnTo>
                  <a:lnTo>
                    <a:pt x="99069" y="16578"/>
                  </a:lnTo>
                  <a:lnTo>
                    <a:pt x="99239" y="17766"/>
                  </a:lnTo>
                  <a:lnTo>
                    <a:pt x="98728" y="21114"/>
                  </a:lnTo>
                  <a:lnTo>
                    <a:pt x="98051" y="23676"/>
                  </a:lnTo>
                  <a:lnTo>
                    <a:pt x="97877" y="25639"/>
                  </a:lnTo>
                  <a:lnTo>
                    <a:pt x="98476" y="29107"/>
                  </a:lnTo>
                  <a:lnTo>
                    <a:pt x="98168" y="35251"/>
                  </a:lnTo>
                  <a:lnTo>
                    <a:pt x="98749" y="40779"/>
                  </a:lnTo>
                  <a:lnTo>
                    <a:pt x="98911" y="43616"/>
                  </a:lnTo>
                  <a:lnTo>
                    <a:pt x="99114" y="45512"/>
                  </a:lnTo>
                  <a:lnTo>
                    <a:pt x="98825" y="48905"/>
                  </a:lnTo>
                  <a:lnTo>
                    <a:pt x="98899" y="54622"/>
                  </a:lnTo>
                  <a:lnTo>
                    <a:pt x="99033" y="56982"/>
                  </a:lnTo>
                  <a:lnTo>
                    <a:pt x="98687" y="59920"/>
                  </a:lnTo>
                  <a:lnTo>
                    <a:pt x="99276" y="60936"/>
                  </a:lnTo>
                  <a:lnTo>
                    <a:pt x="99588" y="64156"/>
                  </a:lnTo>
                  <a:lnTo>
                    <a:pt x="99504" y="67786"/>
                  </a:lnTo>
                  <a:lnTo>
                    <a:pt x="99323" y="69743"/>
                  </a:lnTo>
                  <a:lnTo>
                    <a:pt x="98308" y="72112"/>
                  </a:lnTo>
                  <a:lnTo>
                    <a:pt x="98188" y="73032"/>
                  </a:lnTo>
                  <a:lnTo>
                    <a:pt x="98203" y="74426"/>
                  </a:lnTo>
                  <a:lnTo>
                    <a:pt x="99472" y="74472"/>
                  </a:lnTo>
                  <a:lnTo>
                    <a:pt x="99515" y="76631"/>
                  </a:lnTo>
                  <a:lnTo>
                    <a:pt x="99431" y="78330"/>
                  </a:lnTo>
                  <a:lnTo>
                    <a:pt x="99479" y="81528"/>
                  </a:lnTo>
                  <a:lnTo>
                    <a:pt x="99310" y="83605"/>
                  </a:lnTo>
                  <a:lnTo>
                    <a:pt x="99608" y="85977"/>
                  </a:lnTo>
                  <a:lnTo>
                    <a:pt x="99245" y="88603"/>
                  </a:lnTo>
                  <a:lnTo>
                    <a:pt x="99370" y="90629"/>
                  </a:lnTo>
                  <a:lnTo>
                    <a:pt x="99386" y="93255"/>
                  </a:lnTo>
                  <a:lnTo>
                    <a:pt x="99681" y="99895"/>
                  </a:lnTo>
                  <a:lnTo>
                    <a:pt x="99731" y="108105"/>
                  </a:lnTo>
                  <a:lnTo>
                    <a:pt x="99797" y="109420"/>
                  </a:lnTo>
                  <a:lnTo>
                    <a:pt x="100248" y="110350"/>
                  </a:lnTo>
                  <a:lnTo>
                    <a:pt x="100884" y="110811"/>
                  </a:lnTo>
                  <a:lnTo>
                    <a:pt x="100859" y="113062"/>
                  </a:lnTo>
                  <a:lnTo>
                    <a:pt x="100156" y="116000"/>
                  </a:lnTo>
                  <a:lnTo>
                    <a:pt x="100114" y="117826"/>
                  </a:lnTo>
                  <a:lnTo>
                    <a:pt x="100215" y="120392"/>
                  </a:lnTo>
                  <a:lnTo>
                    <a:pt x="100990" y="116906"/>
                  </a:lnTo>
                  <a:lnTo>
                    <a:pt x="101455" y="116923"/>
                  </a:lnTo>
                  <a:lnTo>
                    <a:pt x="101870" y="118291"/>
                  </a:lnTo>
                  <a:lnTo>
                    <a:pt x="101811" y="120299"/>
                  </a:lnTo>
                  <a:lnTo>
                    <a:pt x="101954" y="121289"/>
                  </a:lnTo>
                  <a:lnTo>
                    <a:pt x="101893" y="123237"/>
                  </a:lnTo>
                  <a:lnTo>
                    <a:pt x="102123" y="125710"/>
                  </a:lnTo>
                  <a:lnTo>
                    <a:pt x="102033" y="127863"/>
                  </a:lnTo>
                  <a:lnTo>
                    <a:pt x="101464" y="129369"/>
                  </a:lnTo>
                  <a:lnTo>
                    <a:pt x="100740" y="131949"/>
                  </a:lnTo>
                  <a:lnTo>
                    <a:pt x="100613" y="134367"/>
                  </a:lnTo>
                  <a:lnTo>
                    <a:pt x="100679" y="135951"/>
                  </a:lnTo>
                  <a:lnTo>
                    <a:pt x="100178" y="136459"/>
                  </a:lnTo>
                  <a:lnTo>
                    <a:pt x="99943" y="137437"/>
                  </a:lnTo>
                  <a:lnTo>
                    <a:pt x="100283" y="139717"/>
                  </a:lnTo>
                  <a:lnTo>
                    <a:pt x="100262" y="141734"/>
                  </a:lnTo>
                  <a:lnTo>
                    <a:pt x="99378" y="148013"/>
                  </a:lnTo>
                  <a:lnTo>
                    <a:pt x="97021" y="156598"/>
                  </a:lnTo>
                  <a:lnTo>
                    <a:pt x="96004" y="159645"/>
                  </a:lnTo>
                  <a:lnTo>
                    <a:pt x="95050" y="162961"/>
                  </a:lnTo>
                  <a:lnTo>
                    <a:pt x="95051" y="164320"/>
                  </a:lnTo>
                  <a:lnTo>
                    <a:pt x="94958" y="165503"/>
                  </a:lnTo>
                  <a:lnTo>
                    <a:pt x="93846" y="170235"/>
                  </a:lnTo>
                  <a:lnTo>
                    <a:pt x="92656" y="171012"/>
                  </a:lnTo>
                  <a:lnTo>
                    <a:pt x="91994" y="172276"/>
                  </a:lnTo>
                  <a:lnTo>
                    <a:pt x="92510" y="176445"/>
                  </a:lnTo>
                  <a:lnTo>
                    <a:pt x="91741" y="177406"/>
                  </a:lnTo>
                  <a:lnTo>
                    <a:pt x="90403" y="180693"/>
                  </a:lnTo>
                  <a:lnTo>
                    <a:pt x="86720" y="186992"/>
                  </a:lnTo>
                  <a:lnTo>
                    <a:pt x="86138" y="188453"/>
                  </a:lnTo>
                  <a:lnTo>
                    <a:pt x="85202" y="192319"/>
                  </a:lnTo>
                  <a:lnTo>
                    <a:pt x="83968" y="193257"/>
                  </a:lnTo>
                  <a:lnTo>
                    <a:pt x="83283" y="194351"/>
                  </a:lnTo>
                  <a:lnTo>
                    <a:pt x="82060" y="194752"/>
                  </a:lnTo>
                  <a:lnTo>
                    <a:pt x="81634" y="194472"/>
                  </a:lnTo>
                  <a:lnTo>
                    <a:pt x="81217" y="194608"/>
                  </a:lnTo>
                  <a:lnTo>
                    <a:pt x="80865" y="195436"/>
                  </a:lnTo>
                  <a:lnTo>
                    <a:pt x="78437" y="198148"/>
                  </a:lnTo>
                  <a:lnTo>
                    <a:pt x="76170" y="200295"/>
                  </a:lnTo>
                  <a:lnTo>
                    <a:pt x="75612" y="201276"/>
                  </a:lnTo>
                  <a:lnTo>
                    <a:pt x="75241" y="202618"/>
                  </a:lnTo>
                  <a:lnTo>
                    <a:pt x="73233" y="204739"/>
                  </a:lnTo>
                  <a:lnTo>
                    <a:pt x="70088" y="209985"/>
                  </a:lnTo>
                  <a:lnTo>
                    <a:pt x="67514" y="214986"/>
                  </a:lnTo>
                  <a:lnTo>
                    <a:pt x="65649" y="219990"/>
                  </a:lnTo>
                  <a:lnTo>
                    <a:pt x="65158" y="220749"/>
                  </a:lnTo>
                  <a:lnTo>
                    <a:pt x="64580" y="222477"/>
                  </a:lnTo>
                  <a:lnTo>
                    <a:pt x="64387" y="225037"/>
                  </a:lnTo>
                  <a:lnTo>
                    <a:pt x="64198" y="226483"/>
                  </a:lnTo>
                  <a:lnTo>
                    <a:pt x="62819" y="231752"/>
                  </a:lnTo>
                  <a:lnTo>
                    <a:pt x="60742" y="237982"/>
                  </a:lnTo>
                  <a:lnTo>
                    <a:pt x="60337" y="239684"/>
                  </a:lnTo>
                  <a:lnTo>
                    <a:pt x="59512" y="243147"/>
                  </a:lnTo>
                  <a:lnTo>
                    <a:pt x="59431" y="245415"/>
                  </a:lnTo>
                  <a:lnTo>
                    <a:pt x="58695" y="246108"/>
                  </a:lnTo>
                  <a:lnTo>
                    <a:pt x="58077" y="243935"/>
                  </a:lnTo>
                  <a:lnTo>
                    <a:pt x="57815" y="248122"/>
                  </a:lnTo>
                  <a:lnTo>
                    <a:pt x="57311" y="248419"/>
                  </a:lnTo>
                  <a:lnTo>
                    <a:pt x="56751" y="247562"/>
                  </a:lnTo>
                  <a:lnTo>
                    <a:pt x="55358" y="249634"/>
                  </a:lnTo>
                  <a:lnTo>
                    <a:pt x="54143" y="252023"/>
                  </a:lnTo>
                  <a:lnTo>
                    <a:pt x="52197" y="257062"/>
                  </a:lnTo>
                  <a:lnTo>
                    <a:pt x="49448" y="266815"/>
                  </a:lnTo>
                  <a:lnTo>
                    <a:pt x="45434" y="276234"/>
                  </a:lnTo>
                  <a:lnTo>
                    <a:pt x="44886" y="276502"/>
                  </a:lnTo>
                  <a:lnTo>
                    <a:pt x="44516" y="276465"/>
                  </a:lnTo>
                  <a:lnTo>
                    <a:pt x="43253" y="273187"/>
                  </a:lnTo>
                  <a:lnTo>
                    <a:pt x="42565" y="272944"/>
                  </a:lnTo>
                  <a:lnTo>
                    <a:pt x="43181" y="274889"/>
                  </a:lnTo>
                  <a:lnTo>
                    <a:pt x="43588" y="276508"/>
                  </a:lnTo>
                  <a:lnTo>
                    <a:pt x="43484" y="279685"/>
                  </a:lnTo>
                  <a:lnTo>
                    <a:pt x="43532" y="284452"/>
                  </a:lnTo>
                  <a:lnTo>
                    <a:pt x="43034" y="293718"/>
                  </a:lnTo>
                  <a:lnTo>
                    <a:pt x="43100" y="295747"/>
                  </a:lnTo>
                  <a:lnTo>
                    <a:pt x="43674" y="298373"/>
                  </a:lnTo>
                  <a:lnTo>
                    <a:pt x="44754" y="301590"/>
                  </a:lnTo>
                  <a:lnTo>
                    <a:pt x="45766" y="305593"/>
                  </a:lnTo>
                  <a:lnTo>
                    <a:pt x="47066" y="317086"/>
                  </a:lnTo>
                  <a:lnTo>
                    <a:pt x="47167" y="322999"/>
                  </a:lnTo>
                  <a:lnTo>
                    <a:pt x="48509" y="330554"/>
                  </a:lnTo>
                  <a:lnTo>
                    <a:pt x="48560" y="333826"/>
                  </a:lnTo>
                  <a:lnTo>
                    <a:pt x="49101" y="341972"/>
                  </a:lnTo>
                  <a:lnTo>
                    <a:pt x="49066" y="348560"/>
                  </a:lnTo>
                  <a:lnTo>
                    <a:pt x="48971" y="352594"/>
                  </a:lnTo>
                  <a:lnTo>
                    <a:pt x="49618" y="354299"/>
                  </a:lnTo>
                  <a:lnTo>
                    <a:pt x="49856" y="352761"/>
                  </a:lnTo>
                  <a:lnTo>
                    <a:pt x="49790" y="350210"/>
                  </a:lnTo>
                  <a:lnTo>
                    <a:pt x="49962" y="346116"/>
                  </a:lnTo>
                  <a:lnTo>
                    <a:pt x="50323" y="344292"/>
                  </a:lnTo>
                  <a:lnTo>
                    <a:pt x="50683" y="344552"/>
                  </a:lnTo>
                  <a:lnTo>
                    <a:pt x="50790" y="346485"/>
                  </a:lnTo>
                  <a:lnTo>
                    <a:pt x="51032" y="348199"/>
                  </a:lnTo>
                  <a:lnTo>
                    <a:pt x="51129" y="349809"/>
                  </a:lnTo>
                  <a:lnTo>
                    <a:pt x="51146" y="351994"/>
                  </a:lnTo>
                  <a:lnTo>
                    <a:pt x="50649" y="360302"/>
                  </a:lnTo>
                  <a:lnTo>
                    <a:pt x="50798" y="363681"/>
                  </a:lnTo>
                  <a:lnTo>
                    <a:pt x="51467" y="369325"/>
                  </a:lnTo>
                  <a:lnTo>
                    <a:pt x="50689" y="375887"/>
                  </a:lnTo>
                  <a:lnTo>
                    <a:pt x="49560" y="391331"/>
                  </a:lnTo>
                  <a:lnTo>
                    <a:pt x="49497" y="394003"/>
                  </a:lnTo>
                  <a:lnTo>
                    <a:pt x="49770" y="395169"/>
                  </a:lnTo>
                  <a:lnTo>
                    <a:pt x="50378" y="395564"/>
                  </a:lnTo>
                  <a:lnTo>
                    <a:pt x="50602" y="393596"/>
                  </a:lnTo>
                  <a:lnTo>
                    <a:pt x="50959" y="393611"/>
                  </a:lnTo>
                  <a:lnTo>
                    <a:pt x="51146" y="394776"/>
                  </a:lnTo>
                  <a:lnTo>
                    <a:pt x="50643" y="401901"/>
                  </a:lnTo>
                  <a:lnTo>
                    <a:pt x="50147" y="405023"/>
                  </a:lnTo>
                  <a:lnTo>
                    <a:pt x="48386" y="412679"/>
                  </a:lnTo>
                  <a:lnTo>
                    <a:pt x="47435" y="415963"/>
                  </a:lnTo>
                  <a:lnTo>
                    <a:pt x="45860" y="419189"/>
                  </a:lnTo>
                  <a:lnTo>
                    <a:pt x="42161" y="424233"/>
                  </a:lnTo>
                  <a:lnTo>
                    <a:pt x="34746" y="431522"/>
                  </a:lnTo>
                  <a:lnTo>
                    <a:pt x="31804" y="435095"/>
                  </a:lnTo>
                  <a:lnTo>
                    <a:pt x="30049" y="437224"/>
                  </a:lnTo>
                  <a:lnTo>
                    <a:pt x="26335" y="444006"/>
                  </a:lnTo>
                  <a:lnTo>
                    <a:pt x="24711" y="448553"/>
                  </a:lnTo>
                  <a:lnTo>
                    <a:pt x="24041" y="453771"/>
                  </a:lnTo>
                  <a:lnTo>
                    <a:pt x="23400" y="456160"/>
                  </a:lnTo>
                  <a:lnTo>
                    <a:pt x="22771" y="459184"/>
                  </a:lnTo>
                  <a:lnTo>
                    <a:pt x="23319" y="461781"/>
                  </a:lnTo>
                  <a:lnTo>
                    <a:pt x="23858" y="463746"/>
                  </a:lnTo>
                  <a:lnTo>
                    <a:pt x="24494" y="465062"/>
                  </a:lnTo>
                  <a:lnTo>
                    <a:pt x="24823" y="466196"/>
                  </a:lnTo>
                  <a:lnTo>
                    <a:pt x="25255" y="466984"/>
                  </a:lnTo>
                  <a:lnTo>
                    <a:pt x="25690" y="462901"/>
                  </a:lnTo>
                  <a:lnTo>
                    <a:pt x="25905" y="461631"/>
                  </a:lnTo>
                  <a:lnTo>
                    <a:pt x="26275" y="461533"/>
                  </a:lnTo>
                  <a:lnTo>
                    <a:pt x="26070" y="466519"/>
                  </a:lnTo>
                  <a:lnTo>
                    <a:pt x="25643" y="4836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6"/>
            <p:cNvSpPr/>
            <p:nvPr/>
          </p:nvSpPr>
          <p:spPr>
            <a:xfrm>
              <a:off x="3154914" y="3987804"/>
              <a:ext cx="961" cy="2822"/>
            </a:xfrm>
            <a:custGeom>
              <a:avLst/>
              <a:pathLst>
                <a:path w="961" h="2822">
                  <a:moveTo>
                    <a:pt x="961" y="1258"/>
                  </a:moveTo>
                  <a:lnTo>
                    <a:pt x="794" y="404"/>
                  </a:lnTo>
                  <a:lnTo>
                    <a:pt x="478" y="0"/>
                  </a:lnTo>
                  <a:lnTo>
                    <a:pt x="119" y="328"/>
                  </a:lnTo>
                  <a:lnTo>
                    <a:pt x="0" y="1405"/>
                  </a:lnTo>
                  <a:lnTo>
                    <a:pt x="373" y="2799"/>
                  </a:lnTo>
                  <a:lnTo>
                    <a:pt x="770" y="282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7"/>
            <p:cNvSpPr/>
            <p:nvPr/>
          </p:nvSpPr>
          <p:spPr>
            <a:xfrm>
              <a:off x="3156072" y="3988739"/>
              <a:ext cx="905" cy="3425"/>
            </a:xfrm>
            <a:custGeom>
              <a:avLst/>
              <a:pathLst>
                <a:path w="905" h="3425">
                  <a:moveTo>
                    <a:pt x="550" y="3188"/>
                  </a:moveTo>
                  <a:lnTo>
                    <a:pt x="806" y="2530"/>
                  </a:lnTo>
                  <a:lnTo>
                    <a:pt x="905" y="1665"/>
                  </a:lnTo>
                  <a:lnTo>
                    <a:pt x="902" y="828"/>
                  </a:lnTo>
                  <a:lnTo>
                    <a:pt x="738" y="305"/>
                  </a:lnTo>
                  <a:lnTo>
                    <a:pt x="507" y="0"/>
                  </a:lnTo>
                  <a:lnTo>
                    <a:pt x="170" y="181"/>
                  </a:lnTo>
                  <a:lnTo>
                    <a:pt x="51" y="1324"/>
                  </a:lnTo>
                  <a:lnTo>
                    <a:pt x="0" y="2897"/>
                  </a:lnTo>
                  <a:lnTo>
                    <a:pt x="212" y="342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8"/>
            <p:cNvSpPr/>
            <p:nvPr/>
          </p:nvSpPr>
          <p:spPr>
            <a:xfrm>
              <a:off x="2664438" y="3047042"/>
              <a:ext cx="1281" cy="7592"/>
            </a:xfrm>
            <a:custGeom>
              <a:avLst/>
              <a:pathLst>
                <a:path w="1281" h="7592">
                  <a:moveTo>
                    <a:pt x="996" y="4720"/>
                  </a:moveTo>
                  <a:lnTo>
                    <a:pt x="379" y="7592"/>
                  </a:lnTo>
                  <a:lnTo>
                    <a:pt x="106" y="6495"/>
                  </a:lnTo>
                  <a:lnTo>
                    <a:pt x="0" y="4605"/>
                  </a:lnTo>
                  <a:lnTo>
                    <a:pt x="546" y="1898"/>
                  </a:lnTo>
                  <a:lnTo>
                    <a:pt x="805" y="500"/>
                  </a:lnTo>
                  <a:lnTo>
                    <a:pt x="128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29"/>
            <p:cNvSpPr/>
            <p:nvPr/>
          </p:nvSpPr>
          <p:spPr>
            <a:xfrm>
              <a:off x="2658795" y="2827797"/>
              <a:ext cx="117684" cy="370562"/>
            </a:xfrm>
            <a:custGeom>
              <a:avLst/>
              <a:pathLst>
                <a:path w="117684" h="370562">
                  <a:moveTo>
                    <a:pt x="45985" y="368680"/>
                  </a:moveTo>
                  <a:lnTo>
                    <a:pt x="45774" y="368445"/>
                  </a:lnTo>
                  <a:lnTo>
                    <a:pt x="44754" y="366317"/>
                  </a:lnTo>
                  <a:lnTo>
                    <a:pt x="44262" y="363786"/>
                  </a:lnTo>
                  <a:lnTo>
                    <a:pt x="43457" y="361884"/>
                  </a:lnTo>
                  <a:lnTo>
                    <a:pt x="42341" y="360612"/>
                  </a:lnTo>
                  <a:lnTo>
                    <a:pt x="41614" y="359159"/>
                  </a:lnTo>
                  <a:lnTo>
                    <a:pt x="41277" y="357521"/>
                  </a:lnTo>
                  <a:lnTo>
                    <a:pt x="40865" y="356432"/>
                  </a:lnTo>
                  <a:lnTo>
                    <a:pt x="40429" y="355871"/>
                  </a:lnTo>
                  <a:lnTo>
                    <a:pt x="40390" y="355284"/>
                  </a:lnTo>
                  <a:lnTo>
                    <a:pt x="40493" y="354478"/>
                  </a:lnTo>
                  <a:lnTo>
                    <a:pt x="40389" y="352978"/>
                  </a:lnTo>
                  <a:lnTo>
                    <a:pt x="39734" y="349651"/>
                  </a:lnTo>
                  <a:lnTo>
                    <a:pt x="39124" y="348118"/>
                  </a:lnTo>
                  <a:lnTo>
                    <a:pt x="38602" y="348362"/>
                  </a:lnTo>
                  <a:lnTo>
                    <a:pt x="38307" y="347954"/>
                  </a:lnTo>
                  <a:lnTo>
                    <a:pt x="38128" y="347221"/>
                  </a:lnTo>
                  <a:lnTo>
                    <a:pt x="38057" y="346142"/>
                  </a:lnTo>
                  <a:lnTo>
                    <a:pt x="37700" y="345210"/>
                  </a:lnTo>
                  <a:lnTo>
                    <a:pt x="37084" y="344809"/>
                  </a:lnTo>
                  <a:lnTo>
                    <a:pt x="36589" y="342341"/>
                  </a:lnTo>
                  <a:lnTo>
                    <a:pt x="36214" y="337807"/>
                  </a:lnTo>
                  <a:lnTo>
                    <a:pt x="35728" y="334272"/>
                  </a:lnTo>
                  <a:lnTo>
                    <a:pt x="35131" y="331740"/>
                  </a:lnTo>
                  <a:lnTo>
                    <a:pt x="34704" y="330796"/>
                  </a:lnTo>
                  <a:lnTo>
                    <a:pt x="34388" y="330621"/>
                  </a:lnTo>
                  <a:lnTo>
                    <a:pt x="34280" y="330229"/>
                  </a:lnTo>
                  <a:lnTo>
                    <a:pt x="34195" y="329493"/>
                  </a:lnTo>
                  <a:lnTo>
                    <a:pt x="33729" y="329232"/>
                  </a:lnTo>
                  <a:lnTo>
                    <a:pt x="33075" y="329992"/>
                  </a:lnTo>
                  <a:lnTo>
                    <a:pt x="32487" y="329738"/>
                  </a:lnTo>
                  <a:lnTo>
                    <a:pt x="32196" y="328500"/>
                  </a:lnTo>
                  <a:lnTo>
                    <a:pt x="31795" y="328391"/>
                  </a:lnTo>
                  <a:lnTo>
                    <a:pt x="31284" y="329409"/>
                  </a:lnTo>
                  <a:lnTo>
                    <a:pt x="30720" y="329111"/>
                  </a:lnTo>
                  <a:lnTo>
                    <a:pt x="30103" y="327493"/>
                  </a:lnTo>
                  <a:lnTo>
                    <a:pt x="29762" y="325887"/>
                  </a:lnTo>
                  <a:lnTo>
                    <a:pt x="29695" y="324295"/>
                  </a:lnTo>
                  <a:lnTo>
                    <a:pt x="28632" y="321112"/>
                  </a:lnTo>
                  <a:lnTo>
                    <a:pt x="26570" y="316342"/>
                  </a:lnTo>
                  <a:lnTo>
                    <a:pt x="24324" y="314105"/>
                  </a:lnTo>
                  <a:lnTo>
                    <a:pt x="21892" y="314403"/>
                  </a:lnTo>
                  <a:lnTo>
                    <a:pt x="20528" y="314177"/>
                  </a:lnTo>
                  <a:lnTo>
                    <a:pt x="20231" y="313427"/>
                  </a:lnTo>
                  <a:lnTo>
                    <a:pt x="19932" y="313486"/>
                  </a:lnTo>
                  <a:lnTo>
                    <a:pt x="19631" y="314356"/>
                  </a:lnTo>
                  <a:lnTo>
                    <a:pt x="19311" y="314548"/>
                  </a:lnTo>
                  <a:lnTo>
                    <a:pt x="18971" y="314063"/>
                  </a:lnTo>
                  <a:lnTo>
                    <a:pt x="18759" y="314431"/>
                  </a:lnTo>
                  <a:lnTo>
                    <a:pt x="18674" y="315652"/>
                  </a:lnTo>
                  <a:lnTo>
                    <a:pt x="17818" y="316272"/>
                  </a:lnTo>
                  <a:lnTo>
                    <a:pt x="16189" y="316291"/>
                  </a:lnTo>
                  <a:lnTo>
                    <a:pt x="14874" y="317041"/>
                  </a:lnTo>
                  <a:lnTo>
                    <a:pt x="13874" y="318519"/>
                  </a:lnTo>
                  <a:lnTo>
                    <a:pt x="12456" y="319154"/>
                  </a:lnTo>
                  <a:lnTo>
                    <a:pt x="10622" y="318946"/>
                  </a:lnTo>
                  <a:lnTo>
                    <a:pt x="9516" y="318405"/>
                  </a:lnTo>
                  <a:lnTo>
                    <a:pt x="9139" y="317528"/>
                  </a:lnTo>
                  <a:lnTo>
                    <a:pt x="8610" y="317323"/>
                  </a:lnTo>
                  <a:lnTo>
                    <a:pt x="7930" y="317789"/>
                  </a:lnTo>
                  <a:lnTo>
                    <a:pt x="7322" y="320152"/>
                  </a:lnTo>
                  <a:lnTo>
                    <a:pt x="6785" y="324411"/>
                  </a:lnTo>
                  <a:lnTo>
                    <a:pt x="6341" y="326843"/>
                  </a:lnTo>
                  <a:lnTo>
                    <a:pt x="5988" y="327444"/>
                  </a:lnTo>
                  <a:lnTo>
                    <a:pt x="5613" y="330616"/>
                  </a:lnTo>
                  <a:lnTo>
                    <a:pt x="5402" y="335931"/>
                  </a:lnTo>
                  <a:lnTo>
                    <a:pt x="5082" y="338264"/>
                  </a:lnTo>
                  <a:lnTo>
                    <a:pt x="5078" y="325013"/>
                  </a:lnTo>
                  <a:lnTo>
                    <a:pt x="5601" y="320066"/>
                  </a:lnTo>
                  <a:lnTo>
                    <a:pt x="5771" y="315714"/>
                  </a:lnTo>
                  <a:lnTo>
                    <a:pt x="6895" y="306113"/>
                  </a:lnTo>
                  <a:lnTo>
                    <a:pt x="8234" y="298249"/>
                  </a:lnTo>
                  <a:lnTo>
                    <a:pt x="9470" y="287810"/>
                  </a:lnTo>
                  <a:lnTo>
                    <a:pt x="9937" y="277701"/>
                  </a:lnTo>
                  <a:lnTo>
                    <a:pt x="9779" y="267796"/>
                  </a:lnTo>
                  <a:lnTo>
                    <a:pt x="9411" y="258989"/>
                  </a:lnTo>
                  <a:lnTo>
                    <a:pt x="8785" y="253169"/>
                  </a:lnTo>
                  <a:lnTo>
                    <a:pt x="8180" y="244743"/>
                  </a:lnTo>
                  <a:lnTo>
                    <a:pt x="7287" y="240296"/>
                  </a:lnTo>
                  <a:lnTo>
                    <a:pt x="5650" y="236418"/>
                  </a:lnTo>
                  <a:lnTo>
                    <a:pt x="5282" y="234145"/>
                  </a:lnTo>
                  <a:lnTo>
                    <a:pt x="5663" y="233298"/>
                  </a:lnTo>
                  <a:lnTo>
                    <a:pt x="6659" y="232718"/>
                  </a:lnTo>
                  <a:lnTo>
                    <a:pt x="7293" y="229693"/>
                  </a:lnTo>
                  <a:lnTo>
                    <a:pt x="5951" y="230860"/>
                  </a:lnTo>
                  <a:lnTo>
                    <a:pt x="7504" y="221581"/>
                  </a:lnTo>
                  <a:lnTo>
                    <a:pt x="7986" y="215263"/>
                  </a:lnTo>
                  <a:lnTo>
                    <a:pt x="7910" y="211118"/>
                  </a:lnTo>
                  <a:lnTo>
                    <a:pt x="8205" y="208557"/>
                  </a:lnTo>
                  <a:lnTo>
                    <a:pt x="7020" y="203003"/>
                  </a:lnTo>
                  <a:lnTo>
                    <a:pt x="6096" y="196016"/>
                  </a:lnTo>
                  <a:lnTo>
                    <a:pt x="5621" y="194909"/>
                  </a:lnTo>
                  <a:lnTo>
                    <a:pt x="5129" y="194326"/>
                  </a:lnTo>
                  <a:lnTo>
                    <a:pt x="5086" y="195967"/>
                  </a:lnTo>
                  <a:lnTo>
                    <a:pt x="4819" y="197440"/>
                  </a:lnTo>
                  <a:lnTo>
                    <a:pt x="4243" y="196553"/>
                  </a:lnTo>
                  <a:lnTo>
                    <a:pt x="3226" y="191471"/>
                  </a:lnTo>
                  <a:lnTo>
                    <a:pt x="1806" y="183198"/>
                  </a:lnTo>
                  <a:lnTo>
                    <a:pt x="1307" y="182351"/>
                  </a:lnTo>
                  <a:lnTo>
                    <a:pt x="892" y="183484"/>
                  </a:lnTo>
                  <a:lnTo>
                    <a:pt x="631" y="184570"/>
                  </a:lnTo>
                  <a:lnTo>
                    <a:pt x="153" y="191471"/>
                  </a:lnTo>
                  <a:lnTo>
                    <a:pt x="0" y="188732"/>
                  </a:lnTo>
                  <a:lnTo>
                    <a:pt x="207" y="185506"/>
                  </a:lnTo>
                  <a:lnTo>
                    <a:pt x="558" y="181534"/>
                  </a:lnTo>
                  <a:lnTo>
                    <a:pt x="955" y="176014"/>
                  </a:lnTo>
                  <a:lnTo>
                    <a:pt x="2188" y="176010"/>
                  </a:lnTo>
                  <a:lnTo>
                    <a:pt x="4392" y="176002"/>
                  </a:lnTo>
                  <a:lnTo>
                    <a:pt x="6597" y="175994"/>
                  </a:lnTo>
                  <a:lnTo>
                    <a:pt x="8801" y="175985"/>
                  </a:lnTo>
                  <a:lnTo>
                    <a:pt x="11005" y="175978"/>
                  </a:lnTo>
                  <a:lnTo>
                    <a:pt x="13210" y="175969"/>
                  </a:lnTo>
                  <a:lnTo>
                    <a:pt x="15414" y="175961"/>
                  </a:lnTo>
                  <a:lnTo>
                    <a:pt x="17619" y="175953"/>
                  </a:lnTo>
                  <a:lnTo>
                    <a:pt x="19823" y="175945"/>
                  </a:lnTo>
                  <a:lnTo>
                    <a:pt x="22028" y="175936"/>
                  </a:lnTo>
                  <a:lnTo>
                    <a:pt x="24233" y="175929"/>
                  </a:lnTo>
                  <a:lnTo>
                    <a:pt x="26437" y="175920"/>
                  </a:lnTo>
                  <a:lnTo>
                    <a:pt x="28641" y="175912"/>
                  </a:lnTo>
                  <a:lnTo>
                    <a:pt x="30846" y="175904"/>
                  </a:lnTo>
                  <a:lnTo>
                    <a:pt x="33051" y="175896"/>
                  </a:lnTo>
                  <a:lnTo>
                    <a:pt x="35255" y="175887"/>
                  </a:lnTo>
                  <a:lnTo>
                    <a:pt x="37459" y="175880"/>
                  </a:lnTo>
                  <a:lnTo>
                    <a:pt x="38913" y="175876"/>
                  </a:lnTo>
                  <a:lnTo>
                    <a:pt x="38828" y="171950"/>
                  </a:lnTo>
                  <a:lnTo>
                    <a:pt x="38759" y="168839"/>
                  </a:lnTo>
                  <a:lnTo>
                    <a:pt x="38668" y="164650"/>
                  </a:lnTo>
                  <a:lnTo>
                    <a:pt x="38577" y="160485"/>
                  </a:lnTo>
                  <a:lnTo>
                    <a:pt x="38486" y="156319"/>
                  </a:lnTo>
                  <a:lnTo>
                    <a:pt x="38400" y="152407"/>
                  </a:lnTo>
                  <a:lnTo>
                    <a:pt x="38315" y="148498"/>
                  </a:lnTo>
                  <a:lnTo>
                    <a:pt x="38235" y="144869"/>
                  </a:lnTo>
                  <a:lnTo>
                    <a:pt x="38162" y="141538"/>
                  </a:lnTo>
                  <a:lnTo>
                    <a:pt x="38037" y="139625"/>
                  </a:lnTo>
                  <a:lnTo>
                    <a:pt x="37570" y="135826"/>
                  </a:lnTo>
                  <a:lnTo>
                    <a:pt x="37468" y="133937"/>
                  </a:lnTo>
                  <a:lnTo>
                    <a:pt x="37596" y="131949"/>
                  </a:lnTo>
                  <a:lnTo>
                    <a:pt x="37907" y="130070"/>
                  </a:lnTo>
                  <a:lnTo>
                    <a:pt x="38766" y="126638"/>
                  </a:lnTo>
                  <a:lnTo>
                    <a:pt x="40069" y="123999"/>
                  </a:lnTo>
                  <a:lnTo>
                    <a:pt x="41573" y="120950"/>
                  </a:lnTo>
                  <a:lnTo>
                    <a:pt x="42718" y="118627"/>
                  </a:lnTo>
                  <a:lnTo>
                    <a:pt x="43305" y="118051"/>
                  </a:lnTo>
                  <a:lnTo>
                    <a:pt x="45098" y="117248"/>
                  </a:lnTo>
                  <a:lnTo>
                    <a:pt x="46508" y="115490"/>
                  </a:lnTo>
                  <a:lnTo>
                    <a:pt x="47881" y="113778"/>
                  </a:lnTo>
                  <a:lnTo>
                    <a:pt x="48457" y="112828"/>
                  </a:lnTo>
                  <a:lnTo>
                    <a:pt x="48526" y="109611"/>
                  </a:lnTo>
                  <a:lnTo>
                    <a:pt x="48526" y="106023"/>
                  </a:lnTo>
                  <a:lnTo>
                    <a:pt x="48526" y="102000"/>
                  </a:lnTo>
                  <a:lnTo>
                    <a:pt x="48526" y="97976"/>
                  </a:lnTo>
                  <a:lnTo>
                    <a:pt x="48526" y="93953"/>
                  </a:lnTo>
                  <a:lnTo>
                    <a:pt x="48526" y="89931"/>
                  </a:lnTo>
                  <a:lnTo>
                    <a:pt x="48526" y="85907"/>
                  </a:lnTo>
                  <a:lnTo>
                    <a:pt x="48526" y="81884"/>
                  </a:lnTo>
                  <a:lnTo>
                    <a:pt x="48526" y="77860"/>
                  </a:lnTo>
                  <a:lnTo>
                    <a:pt x="48526" y="73838"/>
                  </a:lnTo>
                  <a:lnTo>
                    <a:pt x="48526" y="69815"/>
                  </a:lnTo>
                  <a:lnTo>
                    <a:pt x="48526" y="65792"/>
                  </a:lnTo>
                  <a:lnTo>
                    <a:pt x="48526" y="61768"/>
                  </a:lnTo>
                  <a:lnTo>
                    <a:pt x="48526" y="57746"/>
                  </a:lnTo>
                  <a:lnTo>
                    <a:pt x="48526" y="53722"/>
                  </a:lnTo>
                  <a:lnTo>
                    <a:pt x="48526" y="49699"/>
                  </a:lnTo>
                  <a:lnTo>
                    <a:pt x="48526" y="45676"/>
                  </a:lnTo>
                  <a:lnTo>
                    <a:pt x="48526" y="41652"/>
                  </a:lnTo>
                  <a:lnTo>
                    <a:pt x="48526" y="38133"/>
                  </a:lnTo>
                  <a:lnTo>
                    <a:pt x="49965" y="38133"/>
                  </a:lnTo>
                  <a:lnTo>
                    <a:pt x="51756" y="38133"/>
                  </a:lnTo>
                  <a:lnTo>
                    <a:pt x="53547" y="38133"/>
                  </a:lnTo>
                  <a:lnTo>
                    <a:pt x="55338" y="38133"/>
                  </a:lnTo>
                  <a:lnTo>
                    <a:pt x="57129" y="38132"/>
                  </a:lnTo>
                  <a:lnTo>
                    <a:pt x="58920" y="38132"/>
                  </a:lnTo>
                  <a:lnTo>
                    <a:pt x="60712" y="38132"/>
                  </a:lnTo>
                  <a:lnTo>
                    <a:pt x="62503" y="38132"/>
                  </a:lnTo>
                  <a:lnTo>
                    <a:pt x="64294" y="38132"/>
                  </a:lnTo>
                  <a:lnTo>
                    <a:pt x="66085" y="38132"/>
                  </a:lnTo>
                  <a:lnTo>
                    <a:pt x="67876" y="38132"/>
                  </a:lnTo>
                  <a:lnTo>
                    <a:pt x="69668" y="38132"/>
                  </a:lnTo>
                  <a:lnTo>
                    <a:pt x="71459" y="38131"/>
                  </a:lnTo>
                  <a:lnTo>
                    <a:pt x="73250" y="38131"/>
                  </a:lnTo>
                  <a:lnTo>
                    <a:pt x="75041" y="38131"/>
                  </a:lnTo>
                  <a:lnTo>
                    <a:pt x="76832" y="38131"/>
                  </a:lnTo>
                  <a:lnTo>
                    <a:pt x="78623" y="38131"/>
                  </a:lnTo>
                  <a:lnTo>
                    <a:pt x="80579" y="38131"/>
                  </a:lnTo>
                  <a:lnTo>
                    <a:pt x="80580" y="34763"/>
                  </a:lnTo>
                  <a:lnTo>
                    <a:pt x="80580" y="29925"/>
                  </a:lnTo>
                  <a:lnTo>
                    <a:pt x="80578" y="23291"/>
                  </a:lnTo>
                  <a:lnTo>
                    <a:pt x="80575" y="16630"/>
                  </a:lnTo>
                  <a:lnTo>
                    <a:pt x="80573" y="10773"/>
                  </a:lnTo>
                  <a:lnTo>
                    <a:pt x="80570" y="4924"/>
                  </a:lnTo>
                  <a:lnTo>
                    <a:pt x="80568" y="0"/>
                  </a:lnTo>
                  <a:lnTo>
                    <a:pt x="82376" y="3267"/>
                  </a:lnTo>
                  <a:lnTo>
                    <a:pt x="84183" y="6536"/>
                  </a:lnTo>
                  <a:lnTo>
                    <a:pt x="85991" y="9804"/>
                  </a:lnTo>
                  <a:lnTo>
                    <a:pt x="87799" y="13071"/>
                  </a:lnTo>
                  <a:lnTo>
                    <a:pt x="89607" y="16339"/>
                  </a:lnTo>
                  <a:lnTo>
                    <a:pt x="91415" y="19608"/>
                  </a:lnTo>
                  <a:lnTo>
                    <a:pt x="93223" y="22876"/>
                  </a:lnTo>
                  <a:lnTo>
                    <a:pt x="95031" y="26143"/>
                  </a:lnTo>
                  <a:lnTo>
                    <a:pt x="96839" y="29411"/>
                  </a:lnTo>
                  <a:lnTo>
                    <a:pt x="98647" y="32680"/>
                  </a:lnTo>
                  <a:lnTo>
                    <a:pt x="100455" y="35946"/>
                  </a:lnTo>
                  <a:lnTo>
                    <a:pt x="102263" y="39215"/>
                  </a:lnTo>
                  <a:lnTo>
                    <a:pt x="104070" y="42483"/>
                  </a:lnTo>
                  <a:lnTo>
                    <a:pt x="105878" y="45752"/>
                  </a:lnTo>
                  <a:lnTo>
                    <a:pt x="107686" y="49020"/>
                  </a:lnTo>
                  <a:lnTo>
                    <a:pt x="109494" y="52287"/>
                  </a:lnTo>
                  <a:lnTo>
                    <a:pt x="111009" y="55025"/>
                  </a:lnTo>
                  <a:lnTo>
                    <a:pt x="113335" y="59435"/>
                  </a:lnTo>
                  <a:lnTo>
                    <a:pt x="115502" y="63544"/>
                  </a:lnTo>
                  <a:lnTo>
                    <a:pt x="117684" y="67677"/>
                  </a:lnTo>
                  <a:lnTo>
                    <a:pt x="114316" y="67682"/>
                  </a:lnTo>
                  <a:lnTo>
                    <a:pt x="109818" y="67690"/>
                  </a:lnTo>
                  <a:lnTo>
                    <a:pt x="106751" y="67695"/>
                  </a:lnTo>
                  <a:lnTo>
                    <a:pt x="103604" y="67700"/>
                  </a:lnTo>
                  <a:lnTo>
                    <a:pt x="100653" y="67706"/>
                  </a:lnTo>
                  <a:lnTo>
                    <a:pt x="100910" y="74438"/>
                  </a:lnTo>
                  <a:lnTo>
                    <a:pt x="101183" y="81785"/>
                  </a:lnTo>
                  <a:lnTo>
                    <a:pt x="101457" y="89133"/>
                  </a:lnTo>
                  <a:lnTo>
                    <a:pt x="101731" y="96481"/>
                  </a:lnTo>
                  <a:lnTo>
                    <a:pt x="102005" y="103828"/>
                  </a:lnTo>
                  <a:lnTo>
                    <a:pt x="102278" y="111176"/>
                  </a:lnTo>
                  <a:lnTo>
                    <a:pt x="102552" y="118525"/>
                  </a:lnTo>
                  <a:lnTo>
                    <a:pt x="102826" y="125873"/>
                  </a:lnTo>
                  <a:lnTo>
                    <a:pt x="103100" y="133220"/>
                  </a:lnTo>
                  <a:lnTo>
                    <a:pt x="103374" y="140567"/>
                  </a:lnTo>
                  <a:lnTo>
                    <a:pt x="103647" y="147915"/>
                  </a:lnTo>
                  <a:lnTo>
                    <a:pt x="103921" y="155262"/>
                  </a:lnTo>
                  <a:lnTo>
                    <a:pt x="104195" y="162610"/>
                  </a:lnTo>
                  <a:lnTo>
                    <a:pt x="104468" y="169958"/>
                  </a:lnTo>
                  <a:lnTo>
                    <a:pt x="104742" y="177305"/>
                  </a:lnTo>
                  <a:lnTo>
                    <a:pt x="105016" y="184654"/>
                  </a:lnTo>
                  <a:lnTo>
                    <a:pt x="105290" y="192002"/>
                  </a:lnTo>
                  <a:lnTo>
                    <a:pt x="105563" y="199350"/>
                  </a:lnTo>
                  <a:lnTo>
                    <a:pt x="105837" y="206697"/>
                  </a:lnTo>
                  <a:lnTo>
                    <a:pt x="106111" y="214045"/>
                  </a:lnTo>
                  <a:lnTo>
                    <a:pt x="106384" y="221394"/>
                  </a:lnTo>
                  <a:lnTo>
                    <a:pt x="106658" y="228741"/>
                  </a:lnTo>
                  <a:lnTo>
                    <a:pt x="106932" y="236089"/>
                  </a:lnTo>
                  <a:lnTo>
                    <a:pt x="107206" y="243437"/>
                  </a:lnTo>
                  <a:lnTo>
                    <a:pt x="107479" y="250784"/>
                  </a:lnTo>
                  <a:lnTo>
                    <a:pt x="107753" y="258131"/>
                  </a:lnTo>
                  <a:lnTo>
                    <a:pt x="108027" y="265479"/>
                  </a:lnTo>
                  <a:lnTo>
                    <a:pt x="108301" y="272826"/>
                  </a:lnTo>
                  <a:lnTo>
                    <a:pt x="108574" y="280174"/>
                  </a:lnTo>
                  <a:lnTo>
                    <a:pt x="108848" y="287523"/>
                  </a:lnTo>
                  <a:lnTo>
                    <a:pt x="109122" y="294871"/>
                  </a:lnTo>
                  <a:lnTo>
                    <a:pt x="109395" y="302218"/>
                  </a:lnTo>
                  <a:lnTo>
                    <a:pt x="109669" y="309566"/>
                  </a:lnTo>
                  <a:lnTo>
                    <a:pt x="109935" y="316685"/>
                  </a:lnTo>
                  <a:lnTo>
                    <a:pt x="111079" y="320426"/>
                  </a:lnTo>
                  <a:lnTo>
                    <a:pt x="112518" y="325130"/>
                  </a:lnTo>
                  <a:lnTo>
                    <a:pt x="112099" y="331777"/>
                  </a:lnTo>
                  <a:lnTo>
                    <a:pt x="111598" y="339711"/>
                  </a:lnTo>
                  <a:lnTo>
                    <a:pt x="111051" y="348372"/>
                  </a:lnTo>
                  <a:lnTo>
                    <a:pt x="109019" y="348372"/>
                  </a:lnTo>
                  <a:lnTo>
                    <a:pt x="107059" y="348372"/>
                  </a:lnTo>
                  <a:lnTo>
                    <a:pt x="105098" y="348374"/>
                  </a:lnTo>
                  <a:lnTo>
                    <a:pt x="103137" y="348375"/>
                  </a:lnTo>
                  <a:lnTo>
                    <a:pt x="101177" y="348375"/>
                  </a:lnTo>
                  <a:lnTo>
                    <a:pt x="99216" y="348375"/>
                  </a:lnTo>
                  <a:lnTo>
                    <a:pt x="97255" y="348375"/>
                  </a:lnTo>
                  <a:lnTo>
                    <a:pt x="95294" y="348375"/>
                  </a:lnTo>
                  <a:lnTo>
                    <a:pt x="93334" y="348375"/>
                  </a:lnTo>
                  <a:lnTo>
                    <a:pt x="91373" y="348377"/>
                  </a:lnTo>
                  <a:lnTo>
                    <a:pt x="89412" y="348377"/>
                  </a:lnTo>
                  <a:lnTo>
                    <a:pt x="87452" y="348377"/>
                  </a:lnTo>
                  <a:lnTo>
                    <a:pt x="85491" y="348377"/>
                  </a:lnTo>
                  <a:lnTo>
                    <a:pt x="83530" y="348377"/>
                  </a:lnTo>
                  <a:lnTo>
                    <a:pt x="81570" y="348377"/>
                  </a:lnTo>
                  <a:lnTo>
                    <a:pt x="79609" y="348378"/>
                  </a:lnTo>
                  <a:lnTo>
                    <a:pt x="77648" y="348378"/>
                  </a:lnTo>
                  <a:lnTo>
                    <a:pt x="75824" y="348378"/>
                  </a:lnTo>
                  <a:lnTo>
                    <a:pt x="74700" y="348179"/>
                  </a:lnTo>
                  <a:lnTo>
                    <a:pt x="74299" y="347504"/>
                  </a:lnTo>
                  <a:lnTo>
                    <a:pt x="74153" y="343021"/>
                  </a:lnTo>
                  <a:lnTo>
                    <a:pt x="73819" y="343309"/>
                  </a:lnTo>
                  <a:lnTo>
                    <a:pt x="73423" y="344627"/>
                  </a:lnTo>
                  <a:lnTo>
                    <a:pt x="73220" y="346051"/>
                  </a:lnTo>
                  <a:lnTo>
                    <a:pt x="73291" y="347918"/>
                  </a:lnTo>
                  <a:lnTo>
                    <a:pt x="73227" y="349498"/>
                  </a:lnTo>
                  <a:lnTo>
                    <a:pt x="71969" y="350117"/>
                  </a:lnTo>
                  <a:lnTo>
                    <a:pt x="70265" y="351174"/>
                  </a:lnTo>
                  <a:lnTo>
                    <a:pt x="68473" y="351992"/>
                  </a:lnTo>
                  <a:lnTo>
                    <a:pt x="66665" y="351700"/>
                  </a:lnTo>
                  <a:lnTo>
                    <a:pt x="66047" y="351334"/>
                  </a:lnTo>
                  <a:lnTo>
                    <a:pt x="65390" y="350744"/>
                  </a:lnTo>
                  <a:lnTo>
                    <a:pt x="63951" y="350097"/>
                  </a:lnTo>
                  <a:lnTo>
                    <a:pt x="63169" y="350042"/>
                  </a:lnTo>
                  <a:lnTo>
                    <a:pt x="62271" y="350187"/>
                  </a:lnTo>
                  <a:lnTo>
                    <a:pt x="61213" y="350548"/>
                  </a:lnTo>
                  <a:lnTo>
                    <a:pt x="60873" y="351368"/>
                  </a:lnTo>
                  <a:lnTo>
                    <a:pt x="60074" y="354712"/>
                  </a:lnTo>
                  <a:lnTo>
                    <a:pt x="59300" y="358590"/>
                  </a:lnTo>
                  <a:lnTo>
                    <a:pt x="58794" y="358572"/>
                  </a:lnTo>
                  <a:lnTo>
                    <a:pt x="58225" y="356451"/>
                  </a:lnTo>
                  <a:lnTo>
                    <a:pt x="56669" y="352440"/>
                  </a:lnTo>
                  <a:lnTo>
                    <a:pt x="54781" y="347176"/>
                  </a:lnTo>
                  <a:lnTo>
                    <a:pt x="53920" y="344558"/>
                  </a:lnTo>
                  <a:lnTo>
                    <a:pt x="53464" y="344220"/>
                  </a:lnTo>
                  <a:lnTo>
                    <a:pt x="52560" y="346098"/>
                  </a:lnTo>
                  <a:lnTo>
                    <a:pt x="51799" y="347906"/>
                  </a:lnTo>
                  <a:lnTo>
                    <a:pt x="50989" y="350463"/>
                  </a:lnTo>
                  <a:lnTo>
                    <a:pt x="50621" y="352910"/>
                  </a:lnTo>
                  <a:lnTo>
                    <a:pt x="50329" y="355801"/>
                  </a:lnTo>
                  <a:lnTo>
                    <a:pt x="50199" y="359214"/>
                  </a:lnTo>
                  <a:lnTo>
                    <a:pt x="49905" y="363180"/>
                  </a:lnTo>
                  <a:lnTo>
                    <a:pt x="49251" y="366379"/>
                  </a:lnTo>
                  <a:lnTo>
                    <a:pt x="48475" y="368801"/>
                  </a:lnTo>
                  <a:lnTo>
                    <a:pt x="47899" y="369941"/>
                  </a:lnTo>
                  <a:lnTo>
                    <a:pt x="47676" y="3705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0"/>
            <p:cNvSpPr/>
            <p:nvPr/>
          </p:nvSpPr>
          <p:spPr>
            <a:xfrm>
              <a:off x="2224651" y="3137363"/>
              <a:ext cx="717" cy="3793"/>
            </a:xfrm>
            <a:custGeom>
              <a:avLst/>
              <a:pathLst>
                <a:path w="717" h="3793">
                  <a:moveTo>
                    <a:pt x="717" y="2045"/>
                  </a:moveTo>
                  <a:lnTo>
                    <a:pt x="661" y="3793"/>
                  </a:lnTo>
                  <a:lnTo>
                    <a:pt x="13" y="3252"/>
                  </a:lnTo>
                  <a:lnTo>
                    <a:pt x="0" y="1714"/>
                  </a:lnTo>
                  <a:lnTo>
                    <a:pt x="304" y="152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1"/>
            <p:cNvSpPr/>
            <p:nvPr/>
          </p:nvSpPr>
          <p:spPr>
            <a:xfrm>
              <a:off x="3373875" y="4224754"/>
              <a:ext cx="4559" cy="15461"/>
            </a:xfrm>
            <a:custGeom>
              <a:avLst/>
              <a:pathLst>
                <a:path w="4559" h="15461">
                  <a:moveTo>
                    <a:pt x="3207" y="14624"/>
                  </a:moveTo>
                  <a:lnTo>
                    <a:pt x="1991" y="15461"/>
                  </a:lnTo>
                  <a:lnTo>
                    <a:pt x="630" y="15181"/>
                  </a:lnTo>
                  <a:lnTo>
                    <a:pt x="102" y="13594"/>
                  </a:lnTo>
                  <a:lnTo>
                    <a:pt x="0" y="12933"/>
                  </a:lnTo>
                  <a:lnTo>
                    <a:pt x="456" y="12307"/>
                  </a:lnTo>
                  <a:lnTo>
                    <a:pt x="427" y="10272"/>
                  </a:lnTo>
                  <a:lnTo>
                    <a:pt x="654" y="7052"/>
                  </a:lnTo>
                  <a:lnTo>
                    <a:pt x="945" y="5728"/>
                  </a:lnTo>
                  <a:lnTo>
                    <a:pt x="1622" y="4550"/>
                  </a:lnTo>
                  <a:lnTo>
                    <a:pt x="1897" y="1950"/>
                  </a:lnTo>
                  <a:lnTo>
                    <a:pt x="2481" y="213"/>
                  </a:lnTo>
                  <a:lnTo>
                    <a:pt x="3257" y="0"/>
                  </a:lnTo>
                  <a:lnTo>
                    <a:pt x="4033" y="3205"/>
                  </a:lnTo>
                  <a:lnTo>
                    <a:pt x="4559" y="6579"/>
                  </a:lnTo>
                  <a:lnTo>
                    <a:pt x="4450" y="9958"/>
                  </a:lnTo>
                  <a:lnTo>
                    <a:pt x="3915" y="11196"/>
                  </a:lnTo>
                  <a:lnTo>
                    <a:pt x="3739" y="131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2"/>
            <p:cNvSpPr/>
            <p:nvPr/>
          </p:nvSpPr>
          <p:spPr>
            <a:xfrm>
              <a:off x="3156072" y="3988739"/>
              <a:ext cx="905" cy="3425"/>
            </a:xfrm>
            <a:custGeom>
              <a:avLst/>
              <a:pathLst>
                <a:path w="905" h="3425">
                  <a:moveTo>
                    <a:pt x="550" y="3188"/>
                  </a:moveTo>
                  <a:lnTo>
                    <a:pt x="212" y="3425"/>
                  </a:lnTo>
                  <a:lnTo>
                    <a:pt x="0" y="2897"/>
                  </a:lnTo>
                  <a:lnTo>
                    <a:pt x="51" y="1324"/>
                  </a:lnTo>
                  <a:lnTo>
                    <a:pt x="170" y="181"/>
                  </a:lnTo>
                  <a:lnTo>
                    <a:pt x="507" y="0"/>
                  </a:lnTo>
                  <a:lnTo>
                    <a:pt x="738" y="305"/>
                  </a:lnTo>
                  <a:lnTo>
                    <a:pt x="902" y="828"/>
                  </a:lnTo>
                  <a:lnTo>
                    <a:pt x="905" y="1665"/>
                  </a:lnTo>
                  <a:lnTo>
                    <a:pt x="806" y="253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3"/>
            <p:cNvSpPr/>
            <p:nvPr/>
          </p:nvSpPr>
          <p:spPr>
            <a:xfrm>
              <a:off x="3154914" y="3987804"/>
              <a:ext cx="961" cy="2822"/>
            </a:xfrm>
            <a:custGeom>
              <a:avLst/>
              <a:pathLst>
                <a:path w="961" h="2822">
                  <a:moveTo>
                    <a:pt x="961" y="1258"/>
                  </a:moveTo>
                  <a:lnTo>
                    <a:pt x="770" y="2822"/>
                  </a:lnTo>
                  <a:lnTo>
                    <a:pt x="373" y="2799"/>
                  </a:lnTo>
                  <a:lnTo>
                    <a:pt x="0" y="1405"/>
                  </a:lnTo>
                  <a:lnTo>
                    <a:pt x="119" y="328"/>
                  </a:lnTo>
                  <a:lnTo>
                    <a:pt x="478" y="0"/>
                  </a:lnTo>
                  <a:lnTo>
                    <a:pt x="794" y="40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4"/>
            <p:cNvSpPr/>
            <p:nvPr/>
          </p:nvSpPr>
          <p:spPr>
            <a:xfrm>
              <a:off x="3136925" y="3911684"/>
              <a:ext cx="30978" cy="228592"/>
            </a:xfrm>
            <a:custGeom>
              <a:avLst/>
              <a:pathLst>
                <a:path w="30978" h="228592">
                  <a:moveTo>
                    <a:pt x="22006" y="64508"/>
                  </a:moveTo>
                  <a:lnTo>
                    <a:pt x="20728" y="64436"/>
                  </a:lnTo>
                  <a:lnTo>
                    <a:pt x="19123" y="64820"/>
                  </a:lnTo>
                  <a:lnTo>
                    <a:pt x="18728" y="65752"/>
                  </a:lnTo>
                  <a:lnTo>
                    <a:pt x="18610" y="67815"/>
                  </a:lnTo>
                  <a:lnTo>
                    <a:pt x="18107" y="72071"/>
                  </a:lnTo>
                  <a:lnTo>
                    <a:pt x="17827" y="73635"/>
                  </a:lnTo>
                  <a:lnTo>
                    <a:pt x="17232" y="76495"/>
                  </a:lnTo>
                  <a:lnTo>
                    <a:pt x="16396" y="80526"/>
                  </a:lnTo>
                  <a:lnTo>
                    <a:pt x="16222" y="81842"/>
                  </a:lnTo>
                  <a:lnTo>
                    <a:pt x="16251" y="83196"/>
                  </a:lnTo>
                  <a:lnTo>
                    <a:pt x="16744" y="88673"/>
                  </a:lnTo>
                  <a:lnTo>
                    <a:pt x="17260" y="94429"/>
                  </a:lnTo>
                  <a:lnTo>
                    <a:pt x="17424" y="96677"/>
                  </a:lnTo>
                  <a:lnTo>
                    <a:pt x="17793" y="104330"/>
                  </a:lnTo>
                  <a:lnTo>
                    <a:pt x="17998" y="109735"/>
                  </a:lnTo>
                  <a:lnTo>
                    <a:pt x="18028" y="112915"/>
                  </a:lnTo>
                  <a:lnTo>
                    <a:pt x="18201" y="117165"/>
                  </a:lnTo>
                  <a:lnTo>
                    <a:pt x="18661" y="119462"/>
                  </a:lnTo>
                  <a:lnTo>
                    <a:pt x="19142" y="120905"/>
                  </a:lnTo>
                  <a:lnTo>
                    <a:pt x="20958" y="121771"/>
                  </a:lnTo>
                  <a:lnTo>
                    <a:pt x="21500" y="122824"/>
                  </a:lnTo>
                  <a:lnTo>
                    <a:pt x="22529" y="125537"/>
                  </a:lnTo>
                  <a:lnTo>
                    <a:pt x="24774" y="133025"/>
                  </a:lnTo>
                  <a:lnTo>
                    <a:pt x="26008" y="137807"/>
                  </a:lnTo>
                  <a:lnTo>
                    <a:pt x="27091" y="142014"/>
                  </a:lnTo>
                  <a:lnTo>
                    <a:pt x="29033" y="149828"/>
                  </a:lnTo>
                  <a:lnTo>
                    <a:pt x="30540" y="155897"/>
                  </a:lnTo>
                  <a:lnTo>
                    <a:pt x="30728" y="161596"/>
                  </a:lnTo>
                  <a:lnTo>
                    <a:pt x="30978" y="162424"/>
                  </a:lnTo>
                  <a:lnTo>
                    <a:pt x="30470" y="166646"/>
                  </a:lnTo>
                  <a:lnTo>
                    <a:pt x="30138" y="173470"/>
                  </a:lnTo>
                  <a:lnTo>
                    <a:pt x="30377" y="178001"/>
                  </a:lnTo>
                  <a:lnTo>
                    <a:pt x="30278" y="185726"/>
                  </a:lnTo>
                  <a:lnTo>
                    <a:pt x="30002" y="193950"/>
                  </a:lnTo>
                  <a:lnTo>
                    <a:pt x="29656" y="196893"/>
                  </a:lnTo>
                  <a:lnTo>
                    <a:pt x="29210" y="198001"/>
                  </a:lnTo>
                  <a:lnTo>
                    <a:pt x="28157" y="198890"/>
                  </a:lnTo>
                  <a:lnTo>
                    <a:pt x="25842" y="199914"/>
                  </a:lnTo>
                  <a:lnTo>
                    <a:pt x="25495" y="200878"/>
                  </a:lnTo>
                  <a:lnTo>
                    <a:pt x="25198" y="202474"/>
                  </a:lnTo>
                  <a:lnTo>
                    <a:pt x="24729" y="206263"/>
                  </a:lnTo>
                  <a:lnTo>
                    <a:pt x="24176" y="210089"/>
                  </a:lnTo>
                  <a:lnTo>
                    <a:pt x="24003" y="211725"/>
                  </a:lnTo>
                  <a:lnTo>
                    <a:pt x="24110" y="212112"/>
                  </a:lnTo>
                  <a:lnTo>
                    <a:pt x="24604" y="214060"/>
                  </a:lnTo>
                  <a:lnTo>
                    <a:pt x="25098" y="219040"/>
                  </a:lnTo>
                  <a:lnTo>
                    <a:pt x="25187" y="227585"/>
                  </a:lnTo>
                  <a:lnTo>
                    <a:pt x="25016" y="228220"/>
                  </a:lnTo>
                  <a:lnTo>
                    <a:pt x="24331" y="228592"/>
                  </a:lnTo>
                  <a:lnTo>
                    <a:pt x="23593" y="228479"/>
                  </a:lnTo>
                  <a:lnTo>
                    <a:pt x="23290" y="227997"/>
                  </a:lnTo>
                  <a:lnTo>
                    <a:pt x="23017" y="227042"/>
                  </a:lnTo>
                  <a:lnTo>
                    <a:pt x="22818" y="225219"/>
                  </a:lnTo>
                  <a:lnTo>
                    <a:pt x="23301" y="223946"/>
                  </a:lnTo>
                  <a:lnTo>
                    <a:pt x="23473" y="221721"/>
                  </a:lnTo>
                  <a:lnTo>
                    <a:pt x="23163" y="219811"/>
                  </a:lnTo>
                  <a:lnTo>
                    <a:pt x="22543" y="219387"/>
                  </a:lnTo>
                  <a:lnTo>
                    <a:pt x="21755" y="217638"/>
                  </a:lnTo>
                  <a:lnTo>
                    <a:pt x="20076" y="211927"/>
                  </a:lnTo>
                  <a:lnTo>
                    <a:pt x="18672" y="207922"/>
                  </a:lnTo>
                  <a:lnTo>
                    <a:pt x="17859" y="204601"/>
                  </a:lnTo>
                  <a:lnTo>
                    <a:pt x="17024" y="203279"/>
                  </a:lnTo>
                  <a:lnTo>
                    <a:pt x="16785" y="202462"/>
                  </a:lnTo>
                  <a:lnTo>
                    <a:pt x="16584" y="201057"/>
                  </a:lnTo>
                  <a:lnTo>
                    <a:pt x="16580" y="199037"/>
                  </a:lnTo>
                  <a:lnTo>
                    <a:pt x="16656" y="197542"/>
                  </a:lnTo>
                  <a:lnTo>
                    <a:pt x="16396" y="195872"/>
                  </a:lnTo>
                  <a:lnTo>
                    <a:pt x="15553" y="193283"/>
                  </a:lnTo>
                  <a:lnTo>
                    <a:pt x="15168" y="191846"/>
                  </a:lnTo>
                  <a:lnTo>
                    <a:pt x="15148" y="190129"/>
                  </a:lnTo>
                  <a:lnTo>
                    <a:pt x="15502" y="188476"/>
                  </a:lnTo>
                  <a:lnTo>
                    <a:pt x="16223" y="186461"/>
                  </a:lnTo>
                  <a:lnTo>
                    <a:pt x="16769" y="182370"/>
                  </a:lnTo>
                  <a:lnTo>
                    <a:pt x="16963" y="179721"/>
                  </a:lnTo>
                  <a:lnTo>
                    <a:pt x="17981" y="174405"/>
                  </a:lnTo>
                  <a:lnTo>
                    <a:pt x="18122" y="169785"/>
                  </a:lnTo>
                  <a:lnTo>
                    <a:pt x="18142" y="166092"/>
                  </a:lnTo>
                  <a:lnTo>
                    <a:pt x="18081" y="163327"/>
                  </a:lnTo>
                  <a:lnTo>
                    <a:pt x="17820" y="157666"/>
                  </a:lnTo>
                  <a:lnTo>
                    <a:pt x="17639" y="153747"/>
                  </a:lnTo>
                  <a:lnTo>
                    <a:pt x="16387" y="148625"/>
                  </a:lnTo>
                  <a:lnTo>
                    <a:pt x="15978" y="148146"/>
                  </a:lnTo>
                  <a:lnTo>
                    <a:pt x="14789" y="148593"/>
                  </a:lnTo>
                  <a:lnTo>
                    <a:pt x="13761" y="149349"/>
                  </a:lnTo>
                  <a:lnTo>
                    <a:pt x="13257" y="150411"/>
                  </a:lnTo>
                  <a:lnTo>
                    <a:pt x="12492" y="150466"/>
                  </a:lnTo>
                  <a:lnTo>
                    <a:pt x="10488" y="151358"/>
                  </a:lnTo>
                  <a:lnTo>
                    <a:pt x="9860" y="151741"/>
                  </a:lnTo>
                  <a:lnTo>
                    <a:pt x="9497" y="152668"/>
                  </a:lnTo>
                  <a:lnTo>
                    <a:pt x="9286" y="152861"/>
                  </a:lnTo>
                  <a:lnTo>
                    <a:pt x="8026" y="148899"/>
                  </a:lnTo>
                  <a:lnTo>
                    <a:pt x="6917" y="144625"/>
                  </a:lnTo>
                  <a:lnTo>
                    <a:pt x="5510" y="137345"/>
                  </a:lnTo>
                  <a:lnTo>
                    <a:pt x="5108" y="136468"/>
                  </a:lnTo>
                  <a:lnTo>
                    <a:pt x="4591" y="134326"/>
                  </a:lnTo>
                  <a:lnTo>
                    <a:pt x="4164" y="134866"/>
                  </a:lnTo>
                  <a:lnTo>
                    <a:pt x="3576" y="136369"/>
                  </a:lnTo>
                  <a:lnTo>
                    <a:pt x="3257" y="136773"/>
                  </a:lnTo>
                  <a:lnTo>
                    <a:pt x="3092" y="136727"/>
                  </a:lnTo>
                  <a:lnTo>
                    <a:pt x="2988" y="136349"/>
                  </a:lnTo>
                  <a:lnTo>
                    <a:pt x="2856" y="135388"/>
                  </a:lnTo>
                  <a:lnTo>
                    <a:pt x="2402" y="132641"/>
                  </a:lnTo>
                  <a:lnTo>
                    <a:pt x="1891" y="130676"/>
                  </a:lnTo>
                  <a:lnTo>
                    <a:pt x="1351" y="129914"/>
                  </a:lnTo>
                  <a:lnTo>
                    <a:pt x="910" y="129011"/>
                  </a:lnTo>
                  <a:lnTo>
                    <a:pt x="1105" y="128137"/>
                  </a:lnTo>
                  <a:lnTo>
                    <a:pt x="1310" y="127511"/>
                  </a:lnTo>
                  <a:lnTo>
                    <a:pt x="1221" y="126867"/>
                  </a:lnTo>
                  <a:lnTo>
                    <a:pt x="974" y="125923"/>
                  </a:lnTo>
                  <a:lnTo>
                    <a:pt x="15" y="124559"/>
                  </a:lnTo>
                  <a:lnTo>
                    <a:pt x="0" y="123970"/>
                  </a:lnTo>
                  <a:lnTo>
                    <a:pt x="845" y="122784"/>
                  </a:lnTo>
                  <a:lnTo>
                    <a:pt x="1381" y="121379"/>
                  </a:lnTo>
                  <a:lnTo>
                    <a:pt x="1744" y="120028"/>
                  </a:lnTo>
                  <a:lnTo>
                    <a:pt x="2204" y="117073"/>
                  </a:lnTo>
                  <a:lnTo>
                    <a:pt x="2578" y="114130"/>
                  </a:lnTo>
                  <a:lnTo>
                    <a:pt x="2856" y="113172"/>
                  </a:lnTo>
                  <a:lnTo>
                    <a:pt x="2953" y="111218"/>
                  </a:lnTo>
                  <a:lnTo>
                    <a:pt x="2890" y="109014"/>
                  </a:lnTo>
                  <a:lnTo>
                    <a:pt x="3076" y="106212"/>
                  </a:lnTo>
                  <a:lnTo>
                    <a:pt x="3168" y="103557"/>
                  </a:lnTo>
                  <a:lnTo>
                    <a:pt x="2885" y="102527"/>
                  </a:lnTo>
                  <a:lnTo>
                    <a:pt x="2645" y="100743"/>
                  </a:lnTo>
                  <a:lnTo>
                    <a:pt x="2930" y="97699"/>
                  </a:lnTo>
                  <a:lnTo>
                    <a:pt x="3376" y="95604"/>
                  </a:lnTo>
                  <a:lnTo>
                    <a:pt x="5509" y="93420"/>
                  </a:lnTo>
                  <a:lnTo>
                    <a:pt x="6994" y="91449"/>
                  </a:lnTo>
                  <a:lnTo>
                    <a:pt x="7308" y="90580"/>
                  </a:lnTo>
                  <a:lnTo>
                    <a:pt x="7813" y="88895"/>
                  </a:lnTo>
                  <a:lnTo>
                    <a:pt x="8093" y="87250"/>
                  </a:lnTo>
                  <a:lnTo>
                    <a:pt x="7892" y="86757"/>
                  </a:lnTo>
                  <a:lnTo>
                    <a:pt x="6725" y="86716"/>
                  </a:lnTo>
                  <a:lnTo>
                    <a:pt x="6438" y="86084"/>
                  </a:lnTo>
                  <a:lnTo>
                    <a:pt x="5594" y="80301"/>
                  </a:lnTo>
                  <a:lnTo>
                    <a:pt x="6062" y="73670"/>
                  </a:lnTo>
                  <a:lnTo>
                    <a:pt x="6101" y="71064"/>
                  </a:lnTo>
                  <a:lnTo>
                    <a:pt x="6090" y="67838"/>
                  </a:lnTo>
                  <a:lnTo>
                    <a:pt x="5940" y="65484"/>
                  </a:lnTo>
                  <a:lnTo>
                    <a:pt x="5571" y="64494"/>
                  </a:lnTo>
                  <a:lnTo>
                    <a:pt x="5344" y="63230"/>
                  </a:lnTo>
                  <a:lnTo>
                    <a:pt x="5405" y="59767"/>
                  </a:lnTo>
                  <a:lnTo>
                    <a:pt x="5748" y="59360"/>
                  </a:lnTo>
                  <a:lnTo>
                    <a:pt x="6490" y="54786"/>
                  </a:lnTo>
                  <a:lnTo>
                    <a:pt x="6819" y="52091"/>
                  </a:lnTo>
                  <a:lnTo>
                    <a:pt x="6424" y="49941"/>
                  </a:lnTo>
                  <a:lnTo>
                    <a:pt x="5987" y="46868"/>
                  </a:lnTo>
                  <a:lnTo>
                    <a:pt x="5790" y="44915"/>
                  </a:lnTo>
                  <a:lnTo>
                    <a:pt x="5680" y="44274"/>
                  </a:lnTo>
                  <a:lnTo>
                    <a:pt x="5983" y="43062"/>
                  </a:lnTo>
                  <a:lnTo>
                    <a:pt x="6484" y="41890"/>
                  </a:lnTo>
                  <a:lnTo>
                    <a:pt x="7044" y="41567"/>
                  </a:lnTo>
                  <a:lnTo>
                    <a:pt x="7636" y="41016"/>
                  </a:lnTo>
                  <a:lnTo>
                    <a:pt x="9504" y="35326"/>
                  </a:lnTo>
                  <a:lnTo>
                    <a:pt x="9528" y="34220"/>
                  </a:lnTo>
                  <a:lnTo>
                    <a:pt x="9188" y="32313"/>
                  </a:lnTo>
                  <a:lnTo>
                    <a:pt x="8491" y="29439"/>
                  </a:lnTo>
                  <a:lnTo>
                    <a:pt x="8336" y="28264"/>
                  </a:lnTo>
                  <a:lnTo>
                    <a:pt x="8253" y="24810"/>
                  </a:lnTo>
                  <a:lnTo>
                    <a:pt x="7976" y="23777"/>
                  </a:lnTo>
                  <a:lnTo>
                    <a:pt x="6952" y="21449"/>
                  </a:lnTo>
                  <a:lnTo>
                    <a:pt x="6163" y="18999"/>
                  </a:lnTo>
                  <a:lnTo>
                    <a:pt x="6409" y="16517"/>
                  </a:lnTo>
                  <a:lnTo>
                    <a:pt x="6542" y="13804"/>
                  </a:lnTo>
                  <a:lnTo>
                    <a:pt x="6153" y="12315"/>
                  </a:lnTo>
                  <a:lnTo>
                    <a:pt x="5571" y="10772"/>
                  </a:lnTo>
                  <a:lnTo>
                    <a:pt x="5213" y="8509"/>
                  </a:lnTo>
                  <a:lnTo>
                    <a:pt x="5049" y="6830"/>
                  </a:lnTo>
                  <a:lnTo>
                    <a:pt x="4591" y="6160"/>
                  </a:lnTo>
                  <a:lnTo>
                    <a:pt x="4173" y="6134"/>
                  </a:lnTo>
                  <a:lnTo>
                    <a:pt x="3865" y="7185"/>
                  </a:lnTo>
                  <a:lnTo>
                    <a:pt x="3531" y="7092"/>
                  </a:lnTo>
                  <a:lnTo>
                    <a:pt x="3130" y="6732"/>
                  </a:lnTo>
                  <a:lnTo>
                    <a:pt x="2996" y="5277"/>
                  </a:lnTo>
                  <a:lnTo>
                    <a:pt x="2975" y="3702"/>
                  </a:lnTo>
                  <a:lnTo>
                    <a:pt x="2698" y="2634"/>
                  </a:lnTo>
                  <a:lnTo>
                    <a:pt x="2431" y="1151"/>
                  </a:lnTo>
                  <a:lnTo>
                    <a:pt x="2398" y="366"/>
                  </a:lnTo>
                  <a:lnTo>
                    <a:pt x="2565" y="138"/>
                  </a:lnTo>
                  <a:lnTo>
                    <a:pt x="2918" y="0"/>
                  </a:lnTo>
                  <a:lnTo>
                    <a:pt x="4422" y="2980"/>
                  </a:lnTo>
                  <a:lnTo>
                    <a:pt x="5334" y="3116"/>
                  </a:lnTo>
                  <a:lnTo>
                    <a:pt x="6349" y="3667"/>
                  </a:lnTo>
                  <a:lnTo>
                    <a:pt x="7214" y="6293"/>
                  </a:lnTo>
                  <a:lnTo>
                    <a:pt x="7665" y="6639"/>
                  </a:lnTo>
                  <a:lnTo>
                    <a:pt x="8240" y="6279"/>
                  </a:lnTo>
                  <a:lnTo>
                    <a:pt x="9875" y="6002"/>
                  </a:lnTo>
                  <a:lnTo>
                    <a:pt x="10534" y="6380"/>
                  </a:lnTo>
                  <a:lnTo>
                    <a:pt x="11380" y="7918"/>
                  </a:lnTo>
                  <a:lnTo>
                    <a:pt x="11713" y="8128"/>
                  </a:lnTo>
                  <a:lnTo>
                    <a:pt x="12243" y="8189"/>
                  </a:lnTo>
                  <a:lnTo>
                    <a:pt x="12337" y="7776"/>
                  </a:lnTo>
                  <a:lnTo>
                    <a:pt x="12391" y="6864"/>
                  </a:lnTo>
                  <a:lnTo>
                    <a:pt x="12297" y="5032"/>
                  </a:lnTo>
                  <a:lnTo>
                    <a:pt x="12417" y="4039"/>
                  </a:lnTo>
                  <a:lnTo>
                    <a:pt x="12739" y="2966"/>
                  </a:lnTo>
                  <a:lnTo>
                    <a:pt x="13633" y="4218"/>
                  </a:lnTo>
                  <a:lnTo>
                    <a:pt x="15867" y="9943"/>
                  </a:lnTo>
                  <a:lnTo>
                    <a:pt x="15933" y="10682"/>
                  </a:lnTo>
                  <a:lnTo>
                    <a:pt x="17358" y="16364"/>
                  </a:lnTo>
                  <a:lnTo>
                    <a:pt x="17821" y="18768"/>
                  </a:lnTo>
                  <a:lnTo>
                    <a:pt x="17821" y="20037"/>
                  </a:lnTo>
                  <a:lnTo>
                    <a:pt x="18261" y="25001"/>
                  </a:lnTo>
                  <a:lnTo>
                    <a:pt x="18357" y="27327"/>
                  </a:lnTo>
                  <a:lnTo>
                    <a:pt x="18259" y="29095"/>
                  </a:lnTo>
                  <a:lnTo>
                    <a:pt x="18277" y="30512"/>
                  </a:lnTo>
                  <a:lnTo>
                    <a:pt x="18449" y="32538"/>
                  </a:lnTo>
                  <a:lnTo>
                    <a:pt x="18392" y="33392"/>
                  </a:lnTo>
                  <a:lnTo>
                    <a:pt x="18901" y="36362"/>
                  </a:lnTo>
                  <a:lnTo>
                    <a:pt x="19144" y="38858"/>
                  </a:lnTo>
                  <a:lnTo>
                    <a:pt x="19195" y="41293"/>
                  </a:lnTo>
                  <a:lnTo>
                    <a:pt x="19053" y="43668"/>
                  </a:lnTo>
                  <a:lnTo>
                    <a:pt x="18604" y="47137"/>
                  </a:lnTo>
                  <a:lnTo>
                    <a:pt x="18527" y="48533"/>
                  </a:lnTo>
                  <a:lnTo>
                    <a:pt x="18626" y="49803"/>
                  </a:lnTo>
                  <a:lnTo>
                    <a:pt x="18916" y="51182"/>
                  </a:lnTo>
                  <a:lnTo>
                    <a:pt x="19401" y="52668"/>
                  </a:lnTo>
                  <a:lnTo>
                    <a:pt x="19766" y="54463"/>
                  </a:lnTo>
                  <a:lnTo>
                    <a:pt x="20013" y="56570"/>
                  </a:lnTo>
                  <a:lnTo>
                    <a:pt x="20221" y="57522"/>
                  </a:lnTo>
                  <a:lnTo>
                    <a:pt x="20481" y="57499"/>
                  </a:lnTo>
                  <a:lnTo>
                    <a:pt x="20959" y="57825"/>
                  </a:lnTo>
                  <a:lnTo>
                    <a:pt x="21344" y="59054"/>
                  </a:lnTo>
                  <a:lnTo>
                    <a:pt x="21790" y="61120"/>
                  </a:lnTo>
                  <a:lnTo>
                    <a:pt x="21940" y="6349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5"/>
            <p:cNvSpPr/>
            <p:nvPr/>
          </p:nvSpPr>
          <p:spPr>
            <a:xfrm>
              <a:off x="3892847" y="3552269"/>
              <a:ext cx="854" cy="10818"/>
            </a:xfrm>
            <a:custGeom>
              <a:avLst/>
              <a:pathLst>
                <a:path w="854" h="10818">
                  <a:moveTo>
                    <a:pt x="854" y="10430"/>
                  </a:moveTo>
                  <a:lnTo>
                    <a:pt x="560" y="10818"/>
                  </a:lnTo>
                  <a:lnTo>
                    <a:pt x="107" y="9772"/>
                  </a:lnTo>
                  <a:lnTo>
                    <a:pt x="0" y="802"/>
                  </a:lnTo>
                  <a:lnTo>
                    <a:pt x="318" y="0"/>
                  </a:lnTo>
                  <a:lnTo>
                    <a:pt x="525" y="113"/>
                  </a:lnTo>
                  <a:lnTo>
                    <a:pt x="749" y="1742"/>
                  </a:lnTo>
                  <a:lnTo>
                    <a:pt x="729" y="5673"/>
                  </a:lnTo>
                  <a:lnTo>
                    <a:pt x="769" y="914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6"/>
            <p:cNvSpPr/>
            <p:nvPr/>
          </p:nvSpPr>
          <p:spPr>
            <a:xfrm>
              <a:off x="3823905" y="3549213"/>
              <a:ext cx="905" cy="4443"/>
            </a:xfrm>
            <a:custGeom>
              <a:avLst/>
              <a:pathLst>
                <a:path w="905" h="4443">
                  <a:moveTo>
                    <a:pt x="889" y="4136"/>
                  </a:moveTo>
                  <a:lnTo>
                    <a:pt x="425" y="4443"/>
                  </a:lnTo>
                  <a:lnTo>
                    <a:pt x="170" y="4240"/>
                  </a:lnTo>
                  <a:lnTo>
                    <a:pt x="0" y="3087"/>
                  </a:lnTo>
                  <a:lnTo>
                    <a:pt x="391" y="440"/>
                  </a:lnTo>
                  <a:lnTo>
                    <a:pt x="535" y="0"/>
                  </a:lnTo>
                  <a:lnTo>
                    <a:pt x="905" y="28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7"/>
            <p:cNvSpPr/>
            <p:nvPr/>
          </p:nvSpPr>
          <p:spPr>
            <a:xfrm>
              <a:off x="3796374" y="3543432"/>
              <a:ext cx="605" cy="2865"/>
            </a:xfrm>
            <a:custGeom>
              <a:avLst/>
              <a:pathLst>
                <a:path w="605" h="2865">
                  <a:moveTo>
                    <a:pt x="510" y="2331"/>
                  </a:moveTo>
                  <a:lnTo>
                    <a:pt x="25" y="2865"/>
                  </a:lnTo>
                  <a:lnTo>
                    <a:pt x="0" y="2094"/>
                  </a:lnTo>
                  <a:lnTo>
                    <a:pt x="84" y="1021"/>
                  </a:lnTo>
                  <a:lnTo>
                    <a:pt x="440" y="0"/>
                  </a:lnTo>
                  <a:lnTo>
                    <a:pt x="605" y="5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8"/>
            <p:cNvSpPr/>
            <p:nvPr/>
          </p:nvSpPr>
          <p:spPr>
            <a:xfrm>
              <a:off x="3953881" y="3508120"/>
              <a:ext cx="2266" cy="2820"/>
            </a:xfrm>
            <a:custGeom>
              <a:avLst/>
              <a:pathLst>
                <a:path w="2266" h="2820">
                  <a:moveTo>
                    <a:pt x="2266" y="2253"/>
                  </a:moveTo>
                  <a:lnTo>
                    <a:pt x="926" y="2820"/>
                  </a:lnTo>
                  <a:lnTo>
                    <a:pt x="0" y="2760"/>
                  </a:lnTo>
                  <a:lnTo>
                    <a:pt x="170" y="1725"/>
                  </a:lnTo>
                  <a:lnTo>
                    <a:pt x="125" y="360"/>
                  </a:lnTo>
                  <a:lnTo>
                    <a:pt x="567" y="0"/>
                  </a:lnTo>
                  <a:lnTo>
                    <a:pt x="1080" y="29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39"/>
            <p:cNvSpPr/>
            <p:nvPr/>
          </p:nvSpPr>
          <p:spPr>
            <a:xfrm>
              <a:off x="3786045" y="3472502"/>
              <a:ext cx="1421" cy="5932"/>
            </a:xfrm>
            <a:custGeom>
              <a:avLst/>
              <a:pathLst>
                <a:path w="1421" h="5932">
                  <a:moveTo>
                    <a:pt x="941" y="5113"/>
                  </a:moveTo>
                  <a:lnTo>
                    <a:pt x="699" y="5932"/>
                  </a:lnTo>
                  <a:lnTo>
                    <a:pt x="0" y="5463"/>
                  </a:lnTo>
                  <a:lnTo>
                    <a:pt x="123" y="617"/>
                  </a:lnTo>
                  <a:lnTo>
                    <a:pt x="523" y="0"/>
                  </a:lnTo>
                  <a:lnTo>
                    <a:pt x="1145" y="881"/>
                  </a:lnTo>
                  <a:lnTo>
                    <a:pt x="1421" y="17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0"/>
            <p:cNvSpPr/>
            <p:nvPr/>
          </p:nvSpPr>
          <p:spPr>
            <a:xfrm>
              <a:off x="3780809" y="3443014"/>
              <a:ext cx="2618" cy="5981"/>
            </a:xfrm>
            <a:custGeom>
              <a:avLst/>
              <a:pathLst>
                <a:path w="2618" h="5981">
                  <a:moveTo>
                    <a:pt x="1939" y="0"/>
                  </a:moveTo>
                  <a:lnTo>
                    <a:pt x="2618" y="3165"/>
                  </a:lnTo>
                  <a:lnTo>
                    <a:pt x="2279" y="4576"/>
                  </a:lnTo>
                  <a:lnTo>
                    <a:pt x="2110" y="4983"/>
                  </a:lnTo>
                  <a:lnTo>
                    <a:pt x="1701" y="4520"/>
                  </a:lnTo>
                  <a:lnTo>
                    <a:pt x="1310" y="5736"/>
                  </a:lnTo>
                  <a:lnTo>
                    <a:pt x="936" y="5981"/>
                  </a:lnTo>
                  <a:lnTo>
                    <a:pt x="561" y="3787"/>
                  </a:lnTo>
                  <a:lnTo>
                    <a:pt x="99" y="2913"/>
                  </a:lnTo>
                  <a:lnTo>
                    <a:pt x="0" y="1399"/>
                  </a:lnTo>
                  <a:lnTo>
                    <a:pt x="617" y="1134"/>
                  </a:lnTo>
                  <a:lnTo>
                    <a:pt x="989" y="1657"/>
                  </a:lnTo>
                  <a:lnTo>
                    <a:pt x="1686" y="61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1"/>
            <p:cNvSpPr/>
            <p:nvPr/>
          </p:nvSpPr>
          <p:spPr>
            <a:xfrm>
              <a:off x="3785354" y="3436487"/>
              <a:ext cx="40082" cy="158298"/>
            </a:xfrm>
            <a:custGeom>
              <a:avLst/>
              <a:pathLst>
                <a:path w="40082" h="158298">
                  <a:moveTo>
                    <a:pt x="19053" y="13131"/>
                  </a:moveTo>
                  <a:lnTo>
                    <a:pt x="20716" y="14278"/>
                  </a:lnTo>
                  <a:lnTo>
                    <a:pt x="21351" y="15205"/>
                  </a:lnTo>
                  <a:lnTo>
                    <a:pt x="23219" y="24350"/>
                  </a:lnTo>
                  <a:lnTo>
                    <a:pt x="25679" y="30781"/>
                  </a:lnTo>
                  <a:lnTo>
                    <a:pt x="26720" y="33179"/>
                  </a:lnTo>
                  <a:lnTo>
                    <a:pt x="27526" y="34326"/>
                  </a:lnTo>
                  <a:lnTo>
                    <a:pt x="28628" y="37768"/>
                  </a:lnTo>
                  <a:lnTo>
                    <a:pt x="29589" y="42091"/>
                  </a:lnTo>
                  <a:lnTo>
                    <a:pt x="31693" y="54261"/>
                  </a:lnTo>
                  <a:lnTo>
                    <a:pt x="32059" y="59604"/>
                  </a:lnTo>
                  <a:lnTo>
                    <a:pt x="32202" y="67766"/>
                  </a:lnTo>
                  <a:lnTo>
                    <a:pt x="31738" y="80070"/>
                  </a:lnTo>
                  <a:lnTo>
                    <a:pt x="31175" y="86208"/>
                  </a:lnTo>
                  <a:lnTo>
                    <a:pt x="31284" y="89105"/>
                  </a:lnTo>
                  <a:lnTo>
                    <a:pt x="32055" y="93552"/>
                  </a:lnTo>
                  <a:lnTo>
                    <a:pt x="31824" y="97749"/>
                  </a:lnTo>
                  <a:lnTo>
                    <a:pt x="31973" y="101235"/>
                  </a:lnTo>
                  <a:lnTo>
                    <a:pt x="31920" y="110912"/>
                  </a:lnTo>
                  <a:lnTo>
                    <a:pt x="32359" y="113765"/>
                  </a:lnTo>
                  <a:lnTo>
                    <a:pt x="32861" y="115591"/>
                  </a:lnTo>
                  <a:lnTo>
                    <a:pt x="35503" y="121332"/>
                  </a:lnTo>
                  <a:lnTo>
                    <a:pt x="35697" y="123459"/>
                  </a:lnTo>
                  <a:lnTo>
                    <a:pt x="36999" y="130766"/>
                  </a:lnTo>
                  <a:lnTo>
                    <a:pt x="39410" y="146674"/>
                  </a:lnTo>
                  <a:lnTo>
                    <a:pt x="40082" y="153831"/>
                  </a:lnTo>
                  <a:lnTo>
                    <a:pt x="40004" y="155754"/>
                  </a:lnTo>
                  <a:lnTo>
                    <a:pt x="39713" y="156552"/>
                  </a:lnTo>
                  <a:lnTo>
                    <a:pt x="39004" y="157251"/>
                  </a:lnTo>
                  <a:lnTo>
                    <a:pt x="38414" y="155852"/>
                  </a:lnTo>
                  <a:lnTo>
                    <a:pt x="38215" y="154849"/>
                  </a:lnTo>
                  <a:lnTo>
                    <a:pt x="38276" y="153604"/>
                  </a:lnTo>
                  <a:lnTo>
                    <a:pt x="38041" y="152379"/>
                  </a:lnTo>
                  <a:lnTo>
                    <a:pt x="37463" y="150916"/>
                  </a:lnTo>
                  <a:lnTo>
                    <a:pt x="37130" y="149606"/>
                  </a:lnTo>
                  <a:lnTo>
                    <a:pt x="37224" y="151780"/>
                  </a:lnTo>
                  <a:lnTo>
                    <a:pt x="37227" y="154595"/>
                  </a:lnTo>
                  <a:lnTo>
                    <a:pt x="36493" y="154835"/>
                  </a:lnTo>
                  <a:lnTo>
                    <a:pt x="35548" y="153952"/>
                  </a:lnTo>
                  <a:lnTo>
                    <a:pt x="34372" y="154747"/>
                  </a:lnTo>
                  <a:lnTo>
                    <a:pt x="32981" y="158199"/>
                  </a:lnTo>
                  <a:lnTo>
                    <a:pt x="32312" y="158298"/>
                  </a:lnTo>
                  <a:lnTo>
                    <a:pt x="31803" y="155333"/>
                  </a:lnTo>
                  <a:lnTo>
                    <a:pt x="31541" y="153323"/>
                  </a:lnTo>
                  <a:lnTo>
                    <a:pt x="31126" y="151896"/>
                  </a:lnTo>
                  <a:lnTo>
                    <a:pt x="26704" y="144621"/>
                  </a:lnTo>
                  <a:lnTo>
                    <a:pt x="25072" y="142753"/>
                  </a:lnTo>
                  <a:lnTo>
                    <a:pt x="23352" y="137232"/>
                  </a:lnTo>
                  <a:lnTo>
                    <a:pt x="19481" y="131142"/>
                  </a:lnTo>
                  <a:lnTo>
                    <a:pt x="17023" y="125205"/>
                  </a:lnTo>
                  <a:lnTo>
                    <a:pt x="15978" y="121536"/>
                  </a:lnTo>
                  <a:lnTo>
                    <a:pt x="13464" y="118284"/>
                  </a:lnTo>
                  <a:lnTo>
                    <a:pt x="12379" y="114447"/>
                  </a:lnTo>
                  <a:lnTo>
                    <a:pt x="11846" y="113694"/>
                  </a:lnTo>
                  <a:lnTo>
                    <a:pt x="11309" y="112328"/>
                  </a:lnTo>
                  <a:lnTo>
                    <a:pt x="11874" y="108607"/>
                  </a:lnTo>
                  <a:lnTo>
                    <a:pt x="11642" y="104725"/>
                  </a:lnTo>
                  <a:lnTo>
                    <a:pt x="11351" y="101452"/>
                  </a:lnTo>
                  <a:lnTo>
                    <a:pt x="9578" y="94988"/>
                  </a:lnTo>
                  <a:lnTo>
                    <a:pt x="8706" y="90476"/>
                  </a:lnTo>
                  <a:lnTo>
                    <a:pt x="7038" y="85985"/>
                  </a:lnTo>
                  <a:lnTo>
                    <a:pt x="6370" y="83392"/>
                  </a:lnTo>
                  <a:lnTo>
                    <a:pt x="5732" y="80385"/>
                  </a:lnTo>
                  <a:lnTo>
                    <a:pt x="6132" y="79333"/>
                  </a:lnTo>
                  <a:lnTo>
                    <a:pt x="6502" y="78695"/>
                  </a:lnTo>
                  <a:lnTo>
                    <a:pt x="6163" y="76514"/>
                  </a:lnTo>
                  <a:lnTo>
                    <a:pt x="5209" y="72716"/>
                  </a:lnTo>
                  <a:lnTo>
                    <a:pt x="4762" y="68352"/>
                  </a:lnTo>
                  <a:lnTo>
                    <a:pt x="4762" y="60113"/>
                  </a:lnTo>
                  <a:lnTo>
                    <a:pt x="3406" y="48529"/>
                  </a:lnTo>
                  <a:lnTo>
                    <a:pt x="2244" y="32472"/>
                  </a:lnTo>
                  <a:lnTo>
                    <a:pt x="2450" y="26849"/>
                  </a:lnTo>
                  <a:lnTo>
                    <a:pt x="2154" y="20756"/>
                  </a:lnTo>
                  <a:lnTo>
                    <a:pt x="1385" y="14895"/>
                  </a:lnTo>
                  <a:lnTo>
                    <a:pt x="377" y="10708"/>
                  </a:lnTo>
                  <a:lnTo>
                    <a:pt x="0" y="7228"/>
                  </a:lnTo>
                  <a:lnTo>
                    <a:pt x="181" y="5849"/>
                  </a:lnTo>
                  <a:lnTo>
                    <a:pt x="404" y="1330"/>
                  </a:lnTo>
                  <a:lnTo>
                    <a:pt x="553" y="437"/>
                  </a:lnTo>
                  <a:lnTo>
                    <a:pt x="936" y="0"/>
                  </a:lnTo>
                  <a:lnTo>
                    <a:pt x="1367" y="115"/>
                  </a:lnTo>
                  <a:lnTo>
                    <a:pt x="2175" y="4039"/>
                  </a:lnTo>
                  <a:lnTo>
                    <a:pt x="4275" y="6473"/>
                  </a:lnTo>
                  <a:lnTo>
                    <a:pt x="4906" y="7051"/>
                  </a:lnTo>
                  <a:lnTo>
                    <a:pt x="5734" y="6085"/>
                  </a:lnTo>
                  <a:lnTo>
                    <a:pt x="6108" y="6694"/>
                  </a:lnTo>
                  <a:lnTo>
                    <a:pt x="6485" y="7696"/>
                  </a:lnTo>
                  <a:lnTo>
                    <a:pt x="6704" y="10489"/>
                  </a:lnTo>
                  <a:lnTo>
                    <a:pt x="7256" y="13037"/>
                  </a:lnTo>
                  <a:lnTo>
                    <a:pt x="8360" y="12675"/>
                  </a:lnTo>
                  <a:lnTo>
                    <a:pt x="8750" y="13040"/>
                  </a:lnTo>
                  <a:lnTo>
                    <a:pt x="8982" y="13121"/>
                  </a:lnTo>
                  <a:lnTo>
                    <a:pt x="9198" y="15381"/>
                  </a:lnTo>
                  <a:lnTo>
                    <a:pt x="9300" y="19293"/>
                  </a:lnTo>
                  <a:lnTo>
                    <a:pt x="9194" y="21574"/>
                  </a:lnTo>
                  <a:lnTo>
                    <a:pt x="8398" y="24833"/>
                  </a:lnTo>
                  <a:lnTo>
                    <a:pt x="8291" y="27054"/>
                  </a:lnTo>
                  <a:lnTo>
                    <a:pt x="8710" y="28429"/>
                  </a:lnTo>
                  <a:lnTo>
                    <a:pt x="9254" y="29895"/>
                  </a:lnTo>
                  <a:lnTo>
                    <a:pt x="9563" y="31022"/>
                  </a:lnTo>
                  <a:lnTo>
                    <a:pt x="9887" y="30836"/>
                  </a:lnTo>
                  <a:lnTo>
                    <a:pt x="10300" y="30077"/>
                  </a:lnTo>
                  <a:lnTo>
                    <a:pt x="10677" y="28158"/>
                  </a:lnTo>
                  <a:lnTo>
                    <a:pt x="10939" y="26513"/>
                  </a:lnTo>
                  <a:lnTo>
                    <a:pt x="12354" y="24672"/>
                  </a:lnTo>
                  <a:lnTo>
                    <a:pt x="13813" y="23014"/>
                  </a:lnTo>
                  <a:lnTo>
                    <a:pt x="14013" y="23184"/>
                  </a:lnTo>
                  <a:lnTo>
                    <a:pt x="14249" y="23919"/>
                  </a:lnTo>
                  <a:lnTo>
                    <a:pt x="14717" y="26317"/>
                  </a:lnTo>
                  <a:lnTo>
                    <a:pt x="14990" y="26824"/>
                  </a:lnTo>
                  <a:lnTo>
                    <a:pt x="15385" y="27067"/>
                  </a:lnTo>
                  <a:lnTo>
                    <a:pt x="16070" y="26809"/>
                  </a:lnTo>
                  <a:lnTo>
                    <a:pt x="16867" y="25451"/>
                  </a:lnTo>
                  <a:lnTo>
                    <a:pt x="17285" y="22907"/>
                  </a:lnTo>
                  <a:lnTo>
                    <a:pt x="17467" y="20899"/>
                  </a:lnTo>
                  <a:lnTo>
                    <a:pt x="18612" y="17432"/>
                  </a:lnTo>
                  <a:lnTo>
                    <a:pt x="18739" y="1483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2"/>
            <p:cNvSpPr/>
            <p:nvPr/>
          </p:nvSpPr>
          <p:spPr>
            <a:xfrm>
              <a:off x="3875914" y="3427515"/>
              <a:ext cx="93515" cy="181084"/>
            </a:xfrm>
            <a:custGeom>
              <a:avLst/>
              <a:pathLst>
                <a:path w="93515" h="181084">
                  <a:moveTo>
                    <a:pt x="77250" y="83317"/>
                  </a:moveTo>
                  <a:lnTo>
                    <a:pt x="76893" y="83294"/>
                  </a:lnTo>
                  <a:lnTo>
                    <a:pt x="76062" y="82659"/>
                  </a:lnTo>
                  <a:lnTo>
                    <a:pt x="74396" y="79514"/>
                  </a:lnTo>
                  <a:lnTo>
                    <a:pt x="72694" y="78398"/>
                  </a:lnTo>
                  <a:lnTo>
                    <a:pt x="70223" y="78307"/>
                  </a:lnTo>
                  <a:lnTo>
                    <a:pt x="68823" y="77869"/>
                  </a:lnTo>
                  <a:lnTo>
                    <a:pt x="68254" y="78338"/>
                  </a:lnTo>
                  <a:lnTo>
                    <a:pt x="67777" y="78358"/>
                  </a:lnTo>
                  <a:lnTo>
                    <a:pt x="67431" y="77724"/>
                  </a:lnTo>
                  <a:lnTo>
                    <a:pt x="67062" y="77401"/>
                  </a:lnTo>
                  <a:lnTo>
                    <a:pt x="66099" y="79251"/>
                  </a:lnTo>
                  <a:lnTo>
                    <a:pt x="65648" y="78685"/>
                  </a:lnTo>
                  <a:lnTo>
                    <a:pt x="65193" y="77906"/>
                  </a:lnTo>
                  <a:lnTo>
                    <a:pt x="64385" y="77645"/>
                  </a:lnTo>
                  <a:lnTo>
                    <a:pt x="63406" y="77863"/>
                  </a:lnTo>
                  <a:lnTo>
                    <a:pt x="62321" y="79769"/>
                  </a:lnTo>
                  <a:lnTo>
                    <a:pt x="61116" y="78055"/>
                  </a:lnTo>
                  <a:lnTo>
                    <a:pt x="60775" y="78074"/>
                  </a:lnTo>
                  <a:lnTo>
                    <a:pt x="60545" y="78509"/>
                  </a:lnTo>
                  <a:lnTo>
                    <a:pt x="60022" y="80860"/>
                  </a:lnTo>
                  <a:lnTo>
                    <a:pt x="59026" y="82655"/>
                  </a:lnTo>
                  <a:lnTo>
                    <a:pt x="58533" y="85936"/>
                  </a:lnTo>
                  <a:lnTo>
                    <a:pt x="58231" y="89081"/>
                  </a:lnTo>
                  <a:lnTo>
                    <a:pt x="57965" y="90167"/>
                  </a:lnTo>
                  <a:lnTo>
                    <a:pt x="57893" y="96246"/>
                  </a:lnTo>
                  <a:lnTo>
                    <a:pt x="57735" y="99182"/>
                  </a:lnTo>
                  <a:lnTo>
                    <a:pt x="57987" y="103065"/>
                  </a:lnTo>
                  <a:lnTo>
                    <a:pt x="57942" y="104736"/>
                  </a:lnTo>
                  <a:lnTo>
                    <a:pt x="57498" y="107220"/>
                  </a:lnTo>
                  <a:lnTo>
                    <a:pt x="57444" y="107790"/>
                  </a:lnTo>
                  <a:lnTo>
                    <a:pt x="57208" y="111742"/>
                  </a:lnTo>
                  <a:lnTo>
                    <a:pt x="57298" y="112791"/>
                  </a:lnTo>
                  <a:lnTo>
                    <a:pt x="57241" y="114121"/>
                  </a:lnTo>
                  <a:lnTo>
                    <a:pt x="56868" y="116893"/>
                  </a:lnTo>
                  <a:lnTo>
                    <a:pt x="56193" y="117649"/>
                  </a:lnTo>
                  <a:lnTo>
                    <a:pt x="55482" y="118086"/>
                  </a:lnTo>
                  <a:lnTo>
                    <a:pt x="54874" y="117141"/>
                  </a:lnTo>
                  <a:lnTo>
                    <a:pt x="54326" y="118662"/>
                  </a:lnTo>
                  <a:lnTo>
                    <a:pt x="53630" y="121014"/>
                  </a:lnTo>
                  <a:lnTo>
                    <a:pt x="53330" y="122602"/>
                  </a:lnTo>
                  <a:lnTo>
                    <a:pt x="53332" y="124077"/>
                  </a:lnTo>
                  <a:lnTo>
                    <a:pt x="53400" y="125064"/>
                  </a:lnTo>
                  <a:lnTo>
                    <a:pt x="53259" y="126079"/>
                  </a:lnTo>
                  <a:lnTo>
                    <a:pt x="53241" y="127156"/>
                  </a:lnTo>
                  <a:lnTo>
                    <a:pt x="53276" y="128715"/>
                  </a:lnTo>
                  <a:lnTo>
                    <a:pt x="53749" y="129360"/>
                  </a:lnTo>
                  <a:lnTo>
                    <a:pt x="54239" y="130705"/>
                  </a:lnTo>
                  <a:lnTo>
                    <a:pt x="54222" y="131996"/>
                  </a:lnTo>
                  <a:lnTo>
                    <a:pt x="53950" y="132891"/>
                  </a:lnTo>
                  <a:lnTo>
                    <a:pt x="53332" y="134273"/>
                  </a:lnTo>
                  <a:lnTo>
                    <a:pt x="52203" y="137089"/>
                  </a:lnTo>
                  <a:lnTo>
                    <a:pt x="50927" y="139496"/>
                  </a:lnTo>
                  <a:lnTo>
                    <a:pt x="50447" y="140054"/>
                  </a:lnTo>
                  <a:lnTo>
                    <a:pt x="50273" y="141164"/>
                  </a:lnTo>
                  <a:lnTo>
                    <a:pt x="50180" y="142657"/>
                  </a:lnTo>
                  <a:lnTo>
                    <a:pt x="50462" y="145931"/>
                  </a:lnTo>
                  <a:lnTo>
                    <a:pt x="50729" y="146896"/>
                  </a:lnTo>
                  <a:lnTo>
                    <a:pt x="50871" y="148046"/>
                  </a:lnTo>
                  <a:lnTo>
                    <a:pt x="50699" y="149413"/>
                  </a:lnTo>
                  <a:lnTo>
                    <a:pt x="50577" y="150590"/>
                  </a:lnTo>
                  <a:lnTo>
                    <a:pt x="50107" y="151327"/>
                  </a:lnTo>
                  <a:lnTo>
                    <a:pt x="49650" y="151865"/>
                  </a:lnTo>
                  <a:lnTo>
                    <a:pt x="49483" y="152803"/>
                  </a:lnTo>
                  <a:lnTo>
                    <a:pt x="49240" y="156726"/>
                  </a:lnTo>
                  <a:lnTo>
                    <a:pt x="48964" y="158772"/>
                  </a:lnTo>
                  <a:lnTo>
                    <a:pt x="48342" y="161812"/>
                  </a:lnTo>
                  <a:lnTo>
                    <a:pt x="48134" y="163202"/>
                  </a:lnTo>
                  <a:lnTo>
                    <a:pt x="47813" y="163649"/>
                  </a:lnTo>
                  <a:lnTo>
                    <a:pt x="46608" y="162229"/>
                  </a:lnTo>
                  <a:lnTo>
                    <a:pt x="45527" y="163091"/>
                  </a:lnTo>
                  <a:lnTo>
                    <a:pt x="44097" y="163639"/>
                  </a:lnTo>
                  <a:lnTo>
                    <a:pt x="42886" y="163552"/>
                  </a:lnTo>
                  <a:lnTo>
                    <a:pt x="41948" y="164173"/>
                  </a:lnTo>
                  <a:lnTo>
                    <a:pt x="41303" y="165780"/>
                  </a:lnTo>
                  <a:lnTo>
                    <a:pt x="40582" y="167804"/>
                  </a:lnTo>
                  <a:lnTo>
                    <a:pt x="39826" y="169305"/>
                  </a:lnTo>
                  <a:lnTo>
                    <a:pt x="39255" y="170033"/>
                  </a:lnTo>
                  <a:lnTo>
                    <a:pt x="38206" y="167892"/>
                  </a:lnTo>
                  <a:lnTo>
                    <a:pt x="37678" y="168077"/>
                  </a:lnTo>
                  <a:lnTo>
                    <a:pt x="36724" y="167338"/>
                  </a:lnTo>
                  <a:lnTo>
                    <a:pt x="34487" y="164946"/>
                  </a:lnTo>
                  <a:lnTo>
                    <a:pt x="33933" y="164246"/>
                  </a:lnTo>
                  <a:lnTo>
                    <a:pt x="33336" y="164184"/>
                  </a:lnTo>
                  <a:lnTo>
                    <a:pt x="33160" y="163497"/>
                  </a:lnTo>
                  <a:lnTo>
                    <a:pt x="33254" y="162342"/>
                  </a:lnTo>
                  <a:lnTo>
                    <a:pt x="33160" y="160825"/>
                  </a:lnTo>
                  <a:lnTo>
                    <a:pt x="32724" y="160251"/>
                  </a:lnTo>
                  <a:lnTo>
                    <a:pt x="28237" y="160485"/>
                  </a:lnTo>
                  <a:lnTo>
                    <a:pt x="26943" y="161795"/>
                  </a:lnTo>
                  <a:lnTo>
                    <a:pt x="26069" y="162832"/>
                  </a:lnTo>
                  <a:lnTo>
                    <a:pt x="25445" y="164031"/>
                  </a:lnTo>
                  <a:lnTo>
                    <a:pt x="25268" y="167012"/>
                  </a:lnTo>
                  <a:lnTo>
                    <a:pt x="24895" y="169807"/>
                  </a:lnTo>
                  <a:lnTo>
                    <a:pt x="24414" y="172769"/>
                  </a:lnTo>
                  <a:lnTo>
                    <a:pt x="22920" y="173658"/>
                  </a:lnTo>
                  <a:lnTo>
                    <a:pt x="21823" y="176660"/>
                  </a:lnTo>
                  <a:lnTo>
                    <a:pt x="21445" y="177021"/>
                  </a:lnTo>
                  <a:lnTo>
                    <a:pt x="20691" y="176585"/>
                  </a:lnTo>
                  <a:lnTo>
                    <a:pt x="19885" y="176337"/>
                  </a:lnTo>
                  <a:lnTo>
                    <a:pt x="19301" y="177173"/>
                  </a:lnTo>
                  <a:lnTo>
                    <a:pt x="18691" y="177131"/>
                  </a:lnTo>
                  <a:lnTo>
                    <a:pt x="16802" y="175728"/>
                  </a:lnTo>
                  <a:lnTo>
                    <a:pt x="15020" y="175512"/>
                  </a:lnTo>
                  <a:lnTo>
                    <a:pt x="14008" y="176226"/>
                  </a:lnTo>
                  <a:lnTo>
                    <a:pt x="13450" y="176493"/>
                  </a:lnTo>
                  <a:lnTo>
                    <a:pt x="10342" y="180607"/>
                  </a:lnTo>
                  <a:lnTo>
                    <a:pt x="9294" y="181084"/>
                  </a:lnTo>
                  <a:lnTo>
                    <a:pt x="8868" y="180490"/>
                  </a:lnTo>
                  <a:lnTo>
                    <a:pt x="8268" y="178806"/>
                  </a:lnTo>
                  <a:lnTo>
                    <a:pt x="7462" y="177124"/>
                  </a:lnTo>
                  <a:lnTo>
                    <a:pt x="5535" y="171387"/>
                  </a:lnTo>
                  <a:lnTo>
                    <a:pt x="4824" y="170039"/>
                  </a:lnTo>
                  <a:lnTo>
                    <a:pt x="4352" y="168656"/>
                  </a:lnTo>
                  <a:lnTo>
                    <a:pt x="3902" y="167017"/>
                  </a:lnTo>
                  <a:lnTo>
                    <a:pt x="3264" y="165249"/>
                  </a:lnTo>
                  <a:lnTo>
                    <a:pt x="2683" y="164034"/>
                  </a:lnTo>
                  <a:lnTo>
                    <a:pt x="1891" y="161553"/>
                  </a:lnTo>
                  <a:lnTo>
                    <a:pt x="1105" y="158836"/>
                  </a:lnTo>
                  <a:lnTo>
                    <a:pt x="931" y="154056"/>
                  </a:lnTo>
                  <a:lnTo>
                    <a:pt x="306" y="153180"/>
                  </a:lnTo>
                  <a:lnTo>
                    <a:pt x="95" y="151938"/>
                  </a:lnTo>
                  <a:lnTo>
                    <a:pt x="0" y="150524"/>
                  </a:lnTo>
                  <a:lnTo>
                    <a:pt x="864" y="146642"/>
                  </a:lnTo>
                  <a:lnTo>
                    <a:pt x="1493" y="150743"/>
                  </a:lnTo>
                  <a:lnTo>
                    <a:pt x="1736" y="151658"/>
                  </a:lnTo>
                  <a:lnTo>
                    <a:pt x="3132" y="154416"/>
                  </a:lnTo>
                  <a:lnTo>
                    <a:pt x="4283" y="155800"/>
                  </a:lnTo>
                  <a:lnTo>
                    <a:pt x="5528" y="156363"/>
                  </a:lnTo>
                  <a:lnTo>
                    <a:pt x="6796" y="156477"/>
                  </a:lnTo>
                  <a:lnTo>
                    <a:pt x="7300" y="156286"/>
                  </a:lnTo>
                  <a:lnTo>
                    <a:pt x="7789" y="155738"/>
                  </a:lnTo>
                  <a:lnTo>
                    <a:pt x="8272" y="156325"/>
                  </a:lnTo>
                  <a:lnTo>
                    <a:pt x="10923" y="160811"/>
                  </a:lnTo>
                  <a:lnTo>
                    <a:pt x="11950" y="161615"/>
                  </a:lnTo>
                  <a:lnTo>
                    <a:pt x="13035" y="161271"/>
                  </a:lnTo>
                  <a:lnTo>
                    <a:pt x="13468" y="161718"/>
                  </a:lnTo>
                  <a:lnTo>
                    <a:pt x="14992" y="165160"/>
                  </a:lnTo>
                  <a:lnTo>
                    <a:pt x="15441" y="165571"/>
                  </a:lnTo>
                  <a:lnTo>
                    <a:pt x="16192" y="165308"/>
                  </a:lnTo>
                  <a:lnTo>
                    <a:pt x="15232" y="163737"/>
                  </a:lnTo>
                  <a:lnTo>
                    <a:pt x="14603" y="162625"/>
                  </a:lnTo>
                  <a:lnTo>
                    <a:pt x="14321" y="160522"/>
                  </a:lnTo>
                  <a:lnTo>
                    <a:pt x="14493" y="158282"/>
                  </a:lnTo>
                  <a:lnTo>
                    <a:pt x="15104" y="156791"/>
                  </a:lnTo>
                  <a:lnTo>
                    <a:pt x="15528" y="155175"/>
                  </a:lnTo>
                  <a:lnTo>
                    <a:pt x="15680" y="150343"/>
                  </a:lnTo>
                  <a:lnTo>
                    <a:pt x="15949" y="147896"/>
                  </a:lnTo>
                  <a:lnTo>
                    <a:pt x="16457" y="145569"/>
                  </a:lnTo>
                  <a:lnTo>
                    <a:pt x="16623" y="143327"/>
                  </a:lnTo>
                  <a:lnTo>
                    <a:pt x="16053" y="141616"/>
                  </a:lnTo>
                  <a:lnTo>
                    <a:pt x="15925" y="138675"/>
                  </a:lnTo>
                  <a:lnTo>
                    <a:pt x="16051" y="136238"/>
                  </a:lnTo>
                  <a:lnTo>
                    <a:pt x="16374" y="134580"/>
                  </a:lnTo>
                  <a:lnTo>
                    <a:pt x="16890" y="135673"/>
                  </a:lnTo>
                  <a:lnTo>
                    <a:pt x="17423" y="136687"/>
                  </a:lnTo>
                  <a:lnTo>
                    <a:pt x="17950" y="136586"/>
                  </a:lnTo>
                  <a:lnTo>
                    <a:pt x="18312" y="136182"/>
                  </a:lnTo>
                  <a:lnTo>
                    <a:pt x="18379" y="134925"/>
                  </a:lnTo>
                  <a:lnTo>
                    <a:pt x="18279" y="132738"/>
                  </a:lnTo>
                  <a:lnTo>
                    <a:pt x="18307" y="128712"/>
                  </a:lnTo>
                  <a:lnTo>
                    <a:pt x="18972" y="125501"/>
                  </a:lnTo>
                  <a:lnTo>
                    <a:pt x="20037" y="123286"/>
                  </a:lnTo>
                  <a:lnTo>
                    <a:pt x="21042" y="122227"/>
                  </a:lnTo>
                  <a:lnTo>
                    <a:pt x="24802" y="120428"/>
                  </a:lnTo>
                  <a:lnTo>
                    <a:pt x="30747" y="115825"/>
                  </a:lnTo>
                  <a:lnTo>
                    <a:pt x="32508" y="114045"/>
                  </a:lnTo>
                  <a:lnTo>
                    <a:pt x="33156" y="113123"/>
                  </a:lnTo>
                  <a:lnTo>
                    <a:pt x="33703" y="111843"/>
                  </a:lnTo>
                  <a:lnTo>
                    <a:pt x="34621" y="107757"/>
                  </a:lnTo>
                  <a:lnTo>
                    <a:pt x="36350" y="101316"/>
                  </a:lnTo>
                  <a:lnTo>
                    <a:pt x="37561" y="96024"/>
                  </a:lnTo>
                  <a:lnTo>
                    <a:pt x="40119" y="88316"/>
                  </a:lnTo>
                  <a:lnTo>
                    <a:pt x="42155" y="81171"/>
                  </a:lnTo>
                  <a:lnTo>
                    <a:pt x="42430" y="79827"/>
                  </a:lnTo>
                  <a:lnTo>
                    <a:pt x="42769" y="75927"/>
                  </a:lnTo>
                  <a:lnTo>
                    <a:pt x="42794" y="74091"/>
                  </a:lnTo>
                  <a:lnTo>
                    <a:pt x="42735" y="72230"/>
                  </a:lnTo>
                  <a:lnTo>
                    <a:pt x="43007" y="71360"/>
                  </a:lnTo>
                  <a:lnTo>
                    <a:pt x="43500" y="70845"/>
                  </a:lnTo>
                  <a:lnTo>
                    <a:pt x="43801" y="71656"/>
                  </a:lnTo>
                  <a:lnTo>
                    <a:pt x="44510" y="72787"/>
                  </a:lnTo>
                  <a:lnTo>
                    <a:pt x="45041" y="74237"/>
                  </a:lnTo>
                  <a:lnTo>
                    <a:pt x="45396" y="76117"/>
                  </a:lnTo>
                  <a:lnTo>
                    <a:pt x="45651" y="77876"/>
                  </a:lnTo>
                  <a:lnTo>
                    <a:pt x="45671" y="79369"/>
                  </a:lnTo>
                  <a:lnTo>
                    <a:pt x="45991" y="80593"/>
                  </a:lnTo>
                  <a:lnTo>
                    <a:pt x="46891" y="80798"/>
                  </a:lnTo>
                  <a:lnTo>
                    <a:pt x="47184" y="82343"/>
                  </a:lnTo>
                  <a:lnTo>
                    <a:pt x="47811" y="85002"/>
                  </a:lnTo>
                  <a:lnTo>
                    <a:pt x="48383" y="86908"/>
                  </a:lnTo>
                  <a:lnTo>
                    <a:pt x="48734" y="87650"/>
                  </a:lnTo>
                  <a:lnTo>
                    <a:pt x="49175" y="87246"/>
                  </a:lnTo>
                  <a:lnTo>
                    <a:pt x="49856" y="85506"/>
                  </a:lnTo>
                  <a:lnTo>
                    <a:pt x="50348" y="83370"/>
                  </a:lnTo>
                  <a:lnTo>
                    <a:pt x="50678" y="80483"/>
                  </a:lnTo>
                  <a:lnTo>
                    <a:pt x="50419" y="80062"/>
                  </a:lnTo>
                  <a:lnTo>
                    <a:pt x="50876" y="77883"/>
                  </a:lnTo>
                  <a:lnTo>
                    <a:pt x="50964" y="76739"/>
                  </a:lnTo>
                  <a:lnTo>
                    <a:pt x="50753" y="75689"/>
                  </a:lnTo>
                  <a:lnTo>
                    <a:pt x="50482" y="74650"/>
                  </a:lnTo>
                  <a:lnTo>
                    <a:pt x="50378" y="72017"/>
                  </a:lnTo>
                  <a:lnTo>
                    <a:pt x="50192" y="68664"/>
                  </a:lnTo>
                  <a:lnTo>
                    <a:pt x="50065" y="67140"/>
                  </a:lnTo>
                  <a:lnTo>
                    <a:pt x="50425" y="66053"/>
                  </a:lnTo>
                  <a:lnTo>
                    <a:pt x="51198" y="64667"/>
                  </a:lnTo>
                  <a:lnTo>
                    <a:pt x="51969" y="63057"/>
                  </a:lnTo>
                  <a:lnTo>
                    <a:pt x="52757" y="61773"/>
                  </a:lnTo>
                  <a:lnTo>
                    <a:pt x="52777" y="64094"/>
                  </a:lnTo>
                  <a:lnTo>
                    <a:pt x="52757" y="67929"/>
                  </a:lnTo>
                  <a:lnTo>
                    <a:pt x="52996" y="71141"/>
                  </a:lnTo>
                  <a:lnTo>
                    <a:pt x="53529" y="76821"/>
                  </a:lnTo>
                  <a:lnTo>
                    <a:pt x="54140" y="77596"/>
                  </a:lnTo>
                  <a:lnTo>
                    <a:pt x="54872" y="78098"/>
                  </a:lnTo>
                  <a:lnTo>
                    <a:pt x="55294" y="77939"/>
                  </a:lnTo>
                  <a:lnTo>
                    <a:pt x="55569" y="77564"/>
                  </a:lnTo>
                  <a:lnTo>
                    <a:pt x="55641" y="77107"/>
                  </a:lnTo>
                  <a:lnTo>
                    <a:pt x="55185" y="74873"/>
                  </a:lnTo>
                  <a:lnTo>
                    <a:pt x="55064" y="69624"/>
                  </a:lnTo>
                  <a:lnTo>
                    <a:pt x="54691" y="66179"/>
                  </a:lnTo>
                  <a:lnTo>
                    <a:pt x="54119" y="62748"/>
                  </a:lnTo>
                  <a:lnTo>
                    <a:pt x="53846" y="61771"/>
                  </a:lnTo>
                  <a:lnTo>
                    <a:pt x="56104" y="60796"/>
                  </a:lnTo>
                  <a:lnTo>
                    <a:pt x="56611" y="59719"/>
                  </a:lnTo>
                  <a:lnTo>
                    <a:pt x="57497" y="57363"/>
                  </a:lnTo>
                  <a:lnTo>
                    <a:pt x="57831" y="56045"/>
                  </a:lnTo>
                  <a:lnTo>
                    <a:pt x="58095" y="53072"/>
                  </a:lnTo>
                  <a:lnTo>
                    <a:pt x="56989" y="51301"/>
                  </a:lnTo>
                  <a:lnTo>
                    <a:pt x="56554" y="49043"/>
                  </a:lnTo>
                  <a:lnTo>
                    <a:pt x="56528" y="46600"/>
                  </a:lnTo>
                  <a:lnTo>
                    <a:pt x="57850" y="42064"/>
                  </a:lnTo>
                  <a:lnTo>
                    <a:pt x="58306" y="40979"/>
                  </a:lnTo>
                  <a:lnTo>
                    <a:pt x="58504" y="42590"/>
                  </a:lnTo>
                  <a:lnTo>
                    <a:pt x="59086" y="42997"/>
                  </a:lnTo>
                  <a:lnTo>
                    <a:pt x="59622" y="43059"/>
                  </a:lnTo>
                  <a:lnTo>
                    <a:pt x="60161" y="42967"/>
                  </a:lnTo>
                  <a:lnTo>
                    <a:pt x="60933" y="40680"/>
                  </a:lnTo>
                  <a:lnTo>
                    <a:pt x="61330" y="37387"/>
                  </a:lnTo>
                  <a:lnTo>
                    <a:pt x="62688" y="32736"/>
                  </a:lnTo>
                  <a:lnTo>
                    <a:pt x="63172" y="29163"/>
                  </a:lnTo>
                  <a:lnTo>
                    <a:pt x="63444" y="25432"/>
                  </a:lnTo>
                  <a:lnTo>
                    <a:pt x="66870" y="13845"/>
                  </a:lnTo>
                  <a:lnTo>
                    <a:pt x="67289" y="12041"/>
                  </a:lnTo>
                  <a:lnTo>
                    <a:pt x="69322" y="388"/>
                  </a:lnTo>
                  <a:lnTo>
                    <a:pt x="69576" y="0"/>
                  </a:lnTo>
                  <a:lnTo>
                    <a:pt x="70122" y="1128"/>
                  </a:lnTo>
                  <a:lnTo>
                    <a:pt x="70283" y="4832"/>
                  </a:lnTo>
                  <a:lnTo>
                    <a:pt x="70208" y="6446"/>
                  </a:lnTo>
                  <a:lnTo>
                    <a:pt x="69879" y="8840"/>
                  </a:lnTo>
                  <a:lnTo>
                    <a:pt x="69690" y="11350"/>
                  </a:lnTo>
                  <a:lnTo>
                    <a:pt x="69924" y="11297"/>
                  </a:lnTo>
                  <a:lnTo>
                    <a:pt x="70894" y="9767"/>
                  </a:lnTo>
                  <a:lnTo>
                    <a:pt x="71906" y="5699"/>
                  </a:lnTo>
                  <a:lnTo>
                    <a:pt x="72477" y="2168"/>
                  </a:lnTo>
                  <a:lnTo>
                    <a:pt x="72963" y="630"/>
                  </a:lnTo>
                  <a:lnTo>
                    <a:pt x="73937" y="1484"/>
                  </a:lnTo>
                  <a:lnTo>
                    <a:pt x="74154" y="2097"/>
                  </a:lnTo>
                  <a:lnTo>
                    <a:pt x="74086" y="4634"/>
                  </a:lnTo>
                  <a:lnTo>
                    <a:pt x="74179" y="6110"/>
                  </a:lnTo>
                  <a:lnTo>
                    <a:pt x="74554" y="9258"/>
                  </a:lnTo>
                  <a:lnTo>
                    <a:pt x="75384" y="11168"/>
                  </a:lnTo>
                  <a:lnTo>
                    <a:pt x="76527" y="12373"/>
                  </a:lnTo>
                  <a:lnTo>
                    <a:pt x="77589" y="14112"/>
                  </a:lnTo>
                  <a:lnTo>
                    <a:pt x="77935" y="15263"/>
                  </a:lnTo>
                  <a:lnTo>
                    <a:pt x="78165" y="16650"/>
                  </a:lnTo>
                  <a:lnTo>
                    <a:pt x="78397" y="18918"/>
                  </a:lnTo>
                  <a:lnTo>
                    <a:pt x="78415" y="21213"/>
                  </a:lnTo>
                  <a:lnTo>
                    <a:pt x="77649" y="23453"/>
                  </a:lnTo>
                  <a:lnTo>
                    <a:pt x="77974" y="27086"/>
                  </a:lnTo>
                  <a:lnTo>
                    <a:pt x="77924" y="29205"/>
                  </a:lnTo>
                  <a:lnTo>
                    <a:pt x="77661" y="31012"/>
                  </a:lnTo>
                  <a:lnTo>
                    <a:pt x="76545" y="32668"/>
                  </a:lnTo>
                  <a:lnTo>
                    <a:pt x="79588" y="31020"/>
                  </a:lnTo>
                  <a:lnTo>
                    <a:pt x="80339" y="30080"/>
                  </a:lnTo>
                  <a:lnTo>
                    <a:pt x="81378" y="27684"/>
                  </a:lnTo>
                  <a:lnTo>
                    <a:pt x="81934" y="29749"/>
                  </a:lnTo>
                  <a:lnTo>
                    <a:pt x="82454" y="33323"/>
                  </a:lnTo>
                  <a:lnTo>
                    <a:pt x="82036" y="34222"/>
                  </a:lnTo>
                  <a:lnTo>
                    <a:pt x="80714" y="35539"/>
                  </a:lnTo>
                  <a:lnTo>
                    <a:pt x="80649" y="36080"/>
                  </a:lnTo>
                  <a:lnTo>
                    <a:pt x="81088" y="37940"/>
                  </a:lnTo>
                  <a:lnTo>
                    <a:pt x="81640" y="37767"/>
                  </a:lnTo>
                  <a:lnTo>
                    <a:pt x="82731" y="36523"/>
                  </a:lnTo>
                  <a:lnTo>
                    <a:pt x="83736" y="34562"/>
                  </a:lnTo>
                  <a:lnTo>
                    <a:pt x="84223" y="34587"/>
                  </a:lnTo>
                  <a:lnTo>
                    <a:pt x="84736" y="34991"/>
                  </a:lnTo>
                  <a:lnTo>
                    <a:pt x="85728" y="36250"/>
                  </a:lnTo>
                  <a:lnTo>
                    <a:pt x="86284" y="37271"/>
                  </a:lnTo>
                  <a:lnTo>
                    <a:pt x="86754" y="38582"/>
                  </a:lnTo>
                  <a:lnTo>
                    <a:pt x="87059" y="41313"/>
                  </a:lnTo>
                  <a:lnTo>
                    <a:pt x="88202" y="42305"/>
                  </a:lnTo>
                  <a:lnTo>
                    <a:pt x="90544" y="46132"/>
                  </a:lnTo>
                  <a:lnTo>
                    <a:pt x="90979" y="46463"/>
                  </a:lnTo>
                  <a:lnTo>
                    <a:pt x="91435" y="46539"/>
                  </a:lnTo>
                  <a:lnTo>
                    <a:pt x="92670" y="46076"/>
                  </a:lnTo>
                  <a:lnTo>
                    <a:pt x="93103" y="46616"/>
                  </a:lnTo>
                  <a:lnTo>
                    <a:pt x="93412" y="47996"/>
                  </a:lnTo>
                  <a:lnTo>
                    <a:pt x="93515" y="49705"/>
                  </a:lnTo>
                  <a:lnTo>
                    <a:pt x="93481" y="51543"/>
                  </a:lnTo>
                  <a:lnTo>
                    <a:pt x="93355" y="52937"/>
                  </a:lnTo>
                  <a:lnTo>
                    <a:pt x="93066" y="54087"/>
                  </a:lnTo>
                  <a:lnTo>
                    <a:pt x="92226" y="55840"/>
                  </a:lnTo>
                  <a:lnTo>
                    <a:pt x="90113" y="58132"/>
                  </a:lnTo>
                  <a:lnTo>
                    <a:pt x="87802" y="59871"/>
                  </a:lnTo>
                  <a:lnTo>
                    <a:pt x="86642" y="59751"/>
                  </a:lnTo>
                  <a:lnTo>
                    <a:pt x="85012" y="58262"/>
                  </a:lnTo>
                  <a:lnTo>
                    <a:pt x="84418" y="58454"/>
                  </a:lnTo>
                  <a:lnTo>
                    <a:pt x="83846" y="59138"/>
                  </a:lnTo>
                  <a:lnTo>
                    <a:pt x="83123" y="63876"/>
                  </a:lnTo>
                  <a:lnTo>
                    <a:pt x="84458" y="68599"/>
                  </a:lnTo>
                  <a:lnTo>
                    <a:pt x="86749" y="73520"/>
                  </a:lnTo>
                  <a:lnTo>
                    <a:pt x="87062" y="74746"/>
                  </a:lnTo>
                  <a:lnTo>
                    <a:pt x="86978" y="76253"/>
                  </a:lnTo>
                  <a:lnTo>
                    <a:pt x="86613" y="77152"/>
                  </a:lnTo>
                  <a:lnTo>
                    <a:pt x="86129" y="77651"/>
                  </a:lnTo>
                  <a:lnTo>
                    <a:pt x="84841" y="78437"/>
                  </a:lnTo>
                  <a:lnTo>
                    <a:pt x="83540" y="79020"/>
                  </a:lnTo>
                  <a:lnTo>
                    <a:pt x="82469" y="79860"/>
                  </a:lnTo>
                  <a:lnTo>
                    <a:pt x="81420" y="80964"/>
                  </a:lnTo>
                  <a:lnTo>
                    <a:pt x="80337" y="80588"/>
                  </a:lnTo>
                  <a:lnTo>
                    <a:pt x="78851" y="78384"/>
                  </a:lnTo>
                  <a:lnTo>
                    <a:pt x="78423" y="78228"/>
                  </a:lnTo>
                  <a:lnTo>
                    <a:pt x="77974" y="79361"/>
                  </a:lnTo>
                  <a:lnTo>
                    <a:pt x="77532" y="8244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3"/>
            <p:cNvSpPr/>
            <p:nvPr/>
          </p:nvSpPr>
          <p:spPr>
            <a:xfrm>
              <a:off x="3948220" y="3416835"/>
              <a:ext cx="2120" cy="6984"/>
            </a:xfrm>
            <a:custGeom>
              <a:avLst/>
              <a:pathLst>
                <a:path w="2120" h="6984">
                  <a:moveTo>
                    <a:pt x="782" y="5420"/>
                  </a:moveTo>
                  <a:lnTo>
                    <a:pt x="197" y="6984"/>
                  </a:lnTo>
                  <a:lnTo>
                    <a:pt x="0" y="5106"/>
                  </a:lnTo>
                  <a:lnTo>
                    <a:pt x="39" y="2687"/>
                  </a:lnTo>
                  <a:lnTo>
                    <a:pt x="833" y="432"/>
                  </a:lnTo>
                  <a:lnTo>
                    <a:pt x="1960" y="0"/>
                  </a:lnTo>
                  <a:lnTo>
                    <a:pt x="2120" y="1803"/>
                  </a:lnTo>
                  <a:lnTo>
                    <a:pt x="1986" y="3866"/>
                  </a:lnTo>
                  <a:lnTo>
                    <a:pt x="1722" y="493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4"/>
            <p:cNvSpPr/>
            <p:nvPr/>
          </p:nvSpPr>
          <p:spPr>
            <a:xfrm>
              <a:off x="2935531" y="4135449"/>
              <a:ext cx="130141" cy="353734"/>
            </a:xfrm>
            <a:custGeom>
              <a:avLst/>
              <a:pathLst>
                <a:path w="130141" h="353734">
                  <a:moveTo>
                    <a:pt x="112085" y="19884"/>
                  </a:moveTo>
                  <a:lnTo>
                    <a:pt x="114145" y="18667"/>
                  </a:lnTo>
                  <a:lnTo>
                    <a:pt x="116109" y="17507"/>
                  </a:lnTo>
                  <a:lnTo>
                    <a:pt x="118394" y="16347"/>
                  </a:lnTo>
                  <a:lnTo>
                    <a:pt x="120223" y="15420"/>
                  </a:lnTo>
                  <a:lnTo>
                    <a:pt x="120682" y="15169"/>
                  </a:lnTo>
                  <a:lnTo>
                    <a:pt x="125085" y="16254"/>
                  </a:lnTo>
                  <a:lnTo>
                    <a:pt x="127003" y="17013"/>
                  </a:lnTo>
                  <a:lnTo>
                    <a:pt x="127670" y="17755"/>
                  </a:lnTo>
                  <a:lnTo>
                    <a:pt x="128539" y="19700"/>
                  </a:lnTo>
                  <a:lnTo>
                    <a:pt x="130141" y="24403"/>
                  </a:lnTo>
                  <a:lnTo>
                    <a:pt x="129730" y="24227"/>
                  </a:lnTo>
                  <a:lnTo>
                    <a:pt x="126779" y="25226"/>
                  </a:lnTo>
                  <a:lnTo>
                    <a:pt x="125655" y="26504"/>
                  </a:lnTo>
                  <a:lnTo>
                    <a:pt x="123140" y="32062"/>
                  </a:lnTo>
                  <a:lnTo>
                    <a:pt x="122605" y="31346"/>
                  </a:lnTo>
                  <a:lnTo>
                    <a:pt x="122002" y="30192"/>
                  </a:lnTo>
                  <a:lnTo>
                    <a:pt x="121490" y="29860"/>
                  </a:lnTo>
                  <a:lnTo>
                    <a:pt x="120384" y="31196"/>
                  </a:lnTo>
                  <a:lnTo>
                    <a:pt x="119282" y="32795"/>
                  </a:lnTo>
                  <a:lnTo>
                    <a:pt x="118065" y="35057"/>
                  </a:lnTo>
                  <a:lnTo>
                    <a:pt x="117062" y="37276"/>
                  </a:lnTo>
                  <a:lnTo>
                    <a:pt x="116734" y="38468"/>
                  </a:lnTo>
                  <a:lnTo>
                    <a:pt x="115160" y="43042"/>
                  </a:lnTo>
                  <a:lnTo>
                    <a:pt x="114647" y="43783"/>
                  </a:lnTo>
                  <a:lnTo>
                    <a:pt x="114191" y="44095"/>
                  </a:lnTo>
                  <a:lnTo>
                    <a:pt x="114007" y="43887"/>
                  </a:lnTo>
                  <a:lnTo>
                    <a:pt x="113811" y="41922"/>
                  </a:lnTo>
                  <a:lnTo>
                    <a:pt x="112846" y="37331"/>
                  </a:lnTo>
                  <a:lnTo>
                    <a:pt x="111296" y="31312"/>
                  </a:lnTo>
                  <a:lnTo>
                    <a:pt x="110844" y="30726"/>
                  </a:lnTo>
                  <a:lnTo>
                    <a:pt x="110534" y="30495"/>
                  </a:lnTo>
                  <a:lnTo>
                    <a:pt x="109386" y="30786"/>
                  </a:lnTo>
                  <a:lnTo>
                    <a:pt x="106048" y="32489"/>
                  </a:lnTo>
                  <a:lnTo>
                    <a:pt x="103235" y="33923"/>
                  </a:lnTo>
                  <a:lnTo>
                    <a:pt x="98922" y="36373"/>
                  </a:lnTo>
                  <a:lnTo>
                    <a:pt x="94290" y="38353"/>
                  </a:lnTo>
                  <a:lnTo>
                    <a:pt x="91434" y="39570"/>
                  </a:lnTo>
                  <a:lnTo>
                    <a:pt x="88949" y="39925"/>
                  </a:lnTo>
                  <a:lnTo>
                    <a:pt x="88951" y="45884"/>
                  </a:lnTo>
                  <a:lnTo>
                    <a:pt x="88958" y="57940"/>
                  </a:lnTo>
                  <a:lnTo>
                    <a:pt x="88963" y="69994"/>
                  </a:lnTo>
                  <a:lnTo>
                    <a:pt x="88969" y="82047"/>
                  </a:lnTo>
                  <a:lnTo>
                    <a:pt x="88976" y="94103"/>
                  </a:lnTo>
                  <a:lnTo>
                    <a:pt x="88981" y="106157"/>
                  </a:lnTo>
                  <a:lnTo>
                    <a:pt x="88988" y="118210"/>
                  </a:lnTo>
                  <a:lnTo>
                    <a:pt x="88994" y="130263"/>
                  </a:lnTo>
                  <a:lnTo>
                    <a:pt x="88999" y="142320"/>
                  </a:lnTo>
                  <a:lnTo>
                    <a:pt x="89001" y="147574"/>
                  </a:lnTo>
                  <a:lnTo>
                    <a:pt x="88919" y="148706"/>
                  </a:lnTo>
                  <a:lnTo>
                    <a:pt x="87494" y="148706"/>
                  </a:lnTo>
                  <a:lnTo>
                    <a:pt x="84271" y="148706"/>
                  </a:lnTo>
                  <a:lnTo>
                    <a:pt x="81559" y="148706"/>
                  </a:lnTo>
                  <a:lnTo>
                    <a:pt x="79367" y="148706"/>
                  </a:lnTo>
                  <a:lnTo>
                    <a:pt x="79370" y="155868"/>
                  </a:lnTo>
                  <a:lnTo>
                    <a:pt x="79372" y="164340"/>
                  </a:lnTo>
                  <a:lnTo>
                    <a:pt x="79375" y="172809"/>
                  </a:lnTo>
                  <a:lnTo>
                    <a:pt x="79378" y="181279"/>
                  </a:lnTo>
                  <a:lnTo>
                    <a:pt x="79382" y="189748"/>
                  </a:lnTo>
                  <a:lnTo>
                    <a:pt x="79385" y="198218"/>
                  </a:lnTo>
                  <a:lnTo>
                    <a:pt x="79388" y="206687"/>
                  </a:lnTo>
                  <a:lnTo>
                    <a:pt x="79391" y="215156"/>
                  </a:lnTo>
                  <a:lnTo>
                    <a:pt x="79394" y="223629"/>
                  </a:lnTo>
                  <a:lnTo>
                    <a:pt x="79397" y="230017"/>
                  </a:lnTo>
                  <a:lnTo>
                    <a:pt x="79397" y="230750"/>
                  </a:lnTo>
                  <a:lnTo>
                    <a:pt x="79397" y="243162"/>
                  </a:lnTo>
                  <a:lnTo>
                    <a:pt x="79397" y="256306"/>
                  </a:lnTo>
                  <a:lnTo>
                    <a:pt x="79397" y="269447"/>
                  </a:lnTo>
                  <a:lnTo>
                    <a:pt x="79397" y="282591"/>
                  </a:lnTo>
                  <a:lnTo>
                    <a:pt x="79397" y="295735"/>
                  </a:lnTo>
                  <a:lnTo>
                    <a:pt x="79397" y="308876"/>
                  </a:lnTo>
                  <a:lnTo>
                    <a:pt x="79397" y="322021"/>
                  </a:lnTo>
                  <a:lnTo>
                    <a:pt x="79397" y="335165"/>
                  </a:lnTo>
                  <a:lnTo>
                    <a:pt x="79397" y="339329"/>
                  </a:lnTo>
                  <a:lnTo>
                    <a:pt x="78410" y="339274"/>
                  </a:lnTo>
                  <a:lnTo>
                    <a:pt x="76426" y="340884"/>
                  </a:lnTo>
                  <a:lnTo>
                    <a:pt x="75161" y="342973"/>
                  </a:lnTo>
                  <a:lnTo>
                    <a:pt x="74613" y="345544"/>
                  </a:lnTo>
                  <a:lnTo>
                    <a:pt x="73886" y="347106"/>
                  </a:lnTo>
                  <a:lnTo>
                    <a:pt x="72977" y="347662"/>
                  </a:lnTo>
                  <a:lnTo>
                    <a:pt x="72576" y="348975"/>
                  </a:lnTo>
                  <a:lnTo>
                    <a:pt x="72684" y="351050"/>
                  </a:lnTo>
                  <a:lnTo>
                    <a:pt x="72334" y="352637"/>
                  </a:lnTo>
                  <a:lnTo>
                    <a:pt x="71526" y="353734"/>
                  </a:lnTo>
                  <a:lnTo>
                    <a:pt x="70222" y="353414"/>
                  </a:lnTo>
                  <a:lnTo>
                    <a:pt x="68421" y="351676"/>
                  </a:lnTo>
                  <a:lnTo>
                    <a:pt x="66129" y="351267"/>
                  </a:lnTo>
                  <a:lnTo>
                    <a:pt x="63345" y="352181"/>
                  </a:lnTo>
                  <a:lnTo>
                    <a:pt x="61345" y="351751"/>
                  </a:lnTo>
                  <a:lnTo>
                    <a:pt x="60127" y="349968"/>
                  </a:lnTo>
                  <a:lnTo>
                    <a:pt x="58834" y="348952"/>
                  </a:lnTo>
                  <a:lnTo>
                    <a:pt x="57467" y="348698"/>
                  </a:lnTo>
                  <a:lnTo>
                    <a:pt x="56673" y="347951"/>
                  </a:lnTo>
                  <a:lnTo>
                    <a:pt x="55050" y="346624"/>
                  </a:lnTo>
                  <a:lnTo>
                    <a:pt x="54740" y="344347"/>
                  </a:lnTo>
                  <a:lnTo>
                    <a:pt x="54550" y="342621"/>
                  </a:lnTo>
                  <a:lnTo>
                    <a:pt x="54088" y="340803"/>
                  </a:lnTo>
                  <a:lnTo>
                    <a:pt x="54037" y="339340"/>
                  </a:lnTo>
                  <a:lnTo>
                    <a:pt x="54399" y="338226"/>
                  </a:lnTo>
                  <a:lnTo>
                    <a:pt x="54452" y="336432"/>
                  </a:lnTo>
                  <a:lnTo>
                    <a:pt x="54192" y="333956"/>
                  </a:lnTo>
                  <a:lnTo>
                    <a:pt x="53743" y="332749"/>
                  </a:lnTo>
                  <a:lnTo>
                    <a:pt x="53107" y="332816"/>
                  </a:lnTo>
                  <a:lnTo>
                    <a:pt x="52710" y="331869"/>
                  </a:lnTo>
                  <a:lnTo>
                    <a:pt x="52555" y="329910"/>
                  </a:lnTo>
                  <a:lnTo>
                    <a:pt x="52180" y="328424"/>
                  </a:lnTo>
                  <a:lnTo>
                    <a:pt x="51284" y="326912"/>
                  </a:lnTo>
                  <a:lnTo>
                    <a:pt x="50102" y="328052"/>
                  </a:lnTo>
                  <a:lnTo>
                    <a:pt x="49545" y="329774"/>
                  </a:lnTo>
                  <a:lnTo>
                    <a:pt x="49217" y="332464"/>
                  </a:lnTo>
                  <a:lnTo>
                    <a:pt x="48918" y="333811"/>
                  </a:lnTo>
                  <a:lnTo>
                    <a:pt x="48768" y="336065"/>
                  </a:lnTo>
                  <a:lnTo>
                    <a:pt x="48701" y="337658"/>
                  </a:lnTo>
                  <a:lnTo>
                    <a:pt x="48395" y="339355"/>
                  </a:lnTo>
                  <a:lnTo>
                    <a:pt x="48081" y="340044"/>
                  </a:lnTo>
                  <a:lnTo>
                    <a:pt x="47758" y="339733"/>
                  </a:lnTo>
                  <a:lnTo>
                    <a:pt x="47150" y="340411"/>
                  </a:lnTo>
                  <a:lnTo>
                    <a:pt x="45813" y="342921"/>
                  </a:lnTo>
                  <a:lnTo>
                    <a:pt x="45433" y="344243"/>
                  </a:lnTo>
                  <a:lnTo>
                    <a:pt x="44351" y="341848"/>
                  </a:lnTo>
                  <a:lnTo>
                    <a:pt x="41198" y="332842"/>
                  </a:lnTo>
                  <a:lnTo>
                    <a:pt x="40081" y="330501"/>
                  </a:lnTo>
                  <a:lnTo>
                    <a:pt x="38429" y="324984"/>
                  </a:lnTo>
                  <a:lnTo>
                    <a:pt x="34799" y="307866"/>
                  </a:lnTo>
                  <a:lnTo>
                    <a:pt x="34281" y="304571"/>
                  </a:lnTo>
                  <a:lnTo>
                    <a:pt x="33590" y="296301"/>
                  </a:lnTo>
                  <a:lnTo>
                    <a:pt x="32793" y="290169"/>
                  </a:lnTo>
                  <a:lnTo>
                    <a:pt x="32706" y="286631"/>
                  </a:lnTo>
                  <a:lnTo>
                    <a:pt x="33086" y="284631"/>
                  </a:lnTo>
                  <a:lnTo>
                    <a:pt x="32853" y="281907"/>
                  </a:lnTo>
                  <a:lnTo>
                    <a:pt x="32445" y="279477"/>
                  </a:lnTo>
                  <a:lnTo>
                    <a:pt x="31206" y="276295"/>
                  </a:lnTo>
                  <a:lnTo>
                    <a:pt x="30855" y="265661"/>
                  </a:lnTo>
                  <a:lnTo>
                    <a:pt x="30028" y="258790"/>
                  </a:lnTo>
                  <a:lnTo>
                    <a:pt x="30206" y="253114"/>
                  </a:lnTo>
                  <a:lnTo>
                    <a:pt x="29810" y="247943"/>
                  </a:lnTo>
                  <a:lnTo>
                    <a:pt x="29772" y="244628"/>
                  </a:lnTo>
                  <a:lnTo>
                    <a:pt x="29950" y="238328"/>
                  </a:lnTo>
                  <a:lnTo>
                    <a:pt x="29286" y="231082"/>
                  </a:lnTo>
                  <a:lnTo>
                    <a:pt x="27939" y="223992"/>
                  </a:lnTo>
                  <a:lnTo>
                    <a:pt x="26724" y="213766"/>
                  </a:lnTo>
                  <a:lnTo>
                    <a:pt x="26550" y="209287"/>
                  </a:lnTo>
                  <a:lnTo>
                    <a:pt x="26679" y="197245"/>
                  </a:lnTo>
                  <a:lnTo>
                    <a:pt x="26445" y="192334"/>
                  </a:lnTo>
                  <a:lnTo>
                    <a:pt x="26458" y="186557"/>
                  </a:lnTo>
                  <a:lnTo>
                    <a:pt x="25977" y="180572"/>
                  </a:lnTo>
                  <a:lnTo>
                    <a:pt x="25780" y="177305"/>
                  </a:lnTo>
                  <a:lnTo>
                    <a:pt x="26118" y="174720"/>
                  </a:lnTo>
                  <a:lnTo>
                    <a:pt x="26318" y="175536"/>
                  </a:lnTo>
                  <a:lnTo>
                    <a:pt x="26668" y="175926"/>
                  </a:lnTo>
                  <a:lnTo>
                    <a:pt x="26901" y="172492"/>
                  </a:lnTo>
                  <a:lnTo>
                    <a:pt x="26959" y="169459"/>
                  </a:lnTo>
                  <a:lnTo>
                    <a:pt x="26352" y="161971"/>
                  </a:lnTo>
                  <a:lnTo>
                    <a:pt x="24997" y="154312"/>
                  </a:lnTo>
                  <a:lnTo>
                    <a:pt x="21645" y="141832"/>
                  </a:lnTo>
                  <a:lnTo>
                    <a:pt x="20827" y="137077"/>
                  </a:lnTo>
                  <a:lnTo>
                    <a:pt x="20358" y="133135"/>
                  </a:lnTo>
                  <a:lnTo>
                    <a:pt x="16621" y="116689"/>
                  </a:lnTo>
                  <a:lnTo>
                    <a:pt x="15023" y="105083"/>
                  </a:lnTo>
                  <a:lnTo>
                    <a:pt x="13907" y="95059"/>
                  </a:lnTo>
                  <a:lnTo>
                    <a:pt x="12693" y="90436"/>
                  </a:lnTo>
                  <a:lnTo>
                    <a:pt x="7080" y="57888"/>
                  </a:lnTo>
                  <a:lnTo>
                    <a:pt x="5835" y="52697"/>
                  </a:lnTo>
                  <a:lnTo>
                    <a:pt x="3595" y="46487"/>
                  </a:lnTo>
                  <a:lnTo>
                    <a:pt x="3071" y="44413"/>
                  </a:lnTo>
                  <a:lnTo>
                    <a:pt x="2208" y="38497"/>
                  </a:lnTo>
                  <a:lnTo>
                    <a:pt x="521" y="30556"/>
                  </a:lnTo>
                  <a:lnTo>
                    <a:pt x="113" y="23145"/>
                  </a:lnTo>
                  <a:lnTo>
                    <a:pt x="0" y="14748"/>
                  </a:lnTo>
                  <a:lnTo>
                    <a:pt x="205" y="8319"/>
                  </a:lnTo>
                  <a:lnTo>
                    <a:pt x="1738" y="7649"/>
                  </a:lnTo>
                  <a:lnTo>
                    <a:pt x="2809" y="5935"/>
                  </a:lnTo>
                  <a:lnTo>
                    <a:pt x="3775" y="5817"/>
                  </a:lnTo>
                  <a:lnTo>
                    <a:pt x="4727" y="7159"/>
                  </a:lnTo>
                  <a:lnTo>
                    <a:pt x="5737" y="7260"/>
                  </a:lnTo>
                  <a:lnTo>
                    <a:pt x="6129" y="7038"/>
                  </a:lnTo>
                  <a:lnTo>
                    <a:pt x="7945" y="7240"/>
                  </a:lnTo>
                  <a:lnTo>
                    <a:pt x="8987" y="5699"/>
                  </a:lnTo>
                  <a:lnTo>
                    <a:pt x="10223" y="4152"/>
                  </a:lnTo>
                  <a:lnTo>
                    <a:pt x="10936" y="2804"/>
                  </a:lnTo>
                  <a:lnTo>
                    <a:pt x="11935" y="1411"/>
                  </a:lnTo>
                  <a:lnTo>
                    <a:pt x="13261" y="0"/>
                  </a:lnTo>
                  <a:lnTo>
                    <a:pt x="14014" y="118"/>
                  </a:lnTo>
                  <a:lnTo>
                    <a:pt x="14939" y="646"/>
                  </a:lnTo>
                  <a:lnTo>
                    <a:pt x="16170" y="1185"/>
                  </a:lnTo>
                  <a:lnTo>
                    <a:pt x="16865" y="2138"/>
                  </a:lnTo>
                  <a:lnTo>
                    <a:pt x="17689" y="5127"/>
                  </a:lnTo>
                  <a:lnTo>
                    <a:pt x="18964" y="7854"/>
                  </a:lnTo>
                  <a:lnTo>
                    <a:pt x="19903" y="9476"/>
                  </a:lnTo>
                  <a:lnTo>
                    <a:pt x="20982" y="11614"/>
                  </a:lnTo>
                  <a:lnTo>
                    <a:pt x="21306" y="12442"/>
                  </a:lnTo>
                  <a:lnTo>
                    <a:pt x="21781" y="12898"/>
                  </a:lnTo>
                  <a:lnTo>
                    <a:pt x="22071" y="13037"/>
                  </a:lnTo>
                  <a:lnTo>
                    <a:pt x="24074" y="12708"/>
                  </a:lnTo>
                  <a:lnTo>
                    <a:pt x="25890" y="12411"/>
                  </a:lnTo>
                  <a:lnTo>
                    <a:pt x="27843" y="12419"/>
                  </a:lnTo>
                  <a:lnTo>
                    <a:pt x="31522" y="12437"/>
                  </a:lnTo>
                  <a:lnTo>
                    <a:pt x="35200" y="12454"/>
                  </a:lnTo>
                  <a:lnTo>
                    <a:pt x="38879" y="12468"/>
                  </a:lnTo>
                  <a:lnTo>
                    <a:pt x="42557" y="12486"/>
                  </a:lnTo>
                  <a:lnTo>
                    <a:pt x="46235" y="12503"/>
                  </a:lnTo>
                  <a:lnTo>
                    <a:pt x="49914" y="12520"/>
                  </a:lnTo>
                  <a:lnTo>
                    <a:pt x="53592" y="12538"/>
                  </a:lnTo>
                  <a:lnTo>
                    <a:pt x="57269" y="12555"/>
                  </a:lnTo>
                  <a:lnTo>
                    <a:pt x="58774" y="12561"/>
                  </a:lnTo>
                  <a:lnTo>
                    <a:pt x="61403" y="12656"/>
                  </a:lnTo>
                  <a:lnTo>
                    <a:pt x="64168" y="12757"/>
                  </a:lnTo>
                  <a:lnTo>
                    <a:pt x="64474" y="12927"/>
                  </a:lnTo>
                  <a:lnTo>
                    <a:pt x="64783" y="13501"/>
                  </a:lnTo>
                  <a:lnTo>
                    <a:pt x="65035" y="14038"/>
                  </a:lnTo>
                  <a:lnTo>
                    <a:pt x="66012" y="17798"/>
                  </a:lnTo>
                  <a:lnTo>
                    <a:pt x="67260" y="21734"/>
                  </a:lnTo>
                  <a:lnTo>
                    <a:pt x="68298" y="23598"/>
                  </a:lnTo>
                  <a:lnTo>
                    <a:pt x="69541" y="24698"/>
                  </a:lnTo>
                  <a:lnTo>
                    <a:pt x="70706" y="25116"/>
                  </a:lnTo>
                  <a:lnTo>
                    <a:pt x="71792" y="24845"/>
                  </a:lnTo>
                  <a:lnTo>
                    <a:pt x="73597" y="25347"/>
                  </a:lnTo>
                  <a:lnTo>
                    <a:pt x="76117" y="26622"/>
                  </a:lnTo>
                  <a:lnTo>
                    <a:pt x="78737" y="26998"/>
                  </a:lnTo>
                  <a:lnTo>
                    <a:pt x="81453" y="26475"/>
                  </a:lnTo>
                  <a:lnTo>
                    <a:pt x="83362" y="27177"/>
                  </a:lnTo>
                  <a:lnTo>
                    <a:pt x="84465" y="29101"/>
                  </a:lnTo>
                  <a:lnTo>
                    <a:pt x="85594" y="30406"/>
                  </a:lnTo>
                  <a:lnTo>
                    <a:pt x="86752" y="31087"/>
                  </a:lnTo>
                  <a:lnTo>
                    <a:pt x="88317" y="30683"/>
                  </a:lnTo>
                  <a:lnTo>
                    <a:pt x="90289" y="29196"/>
                  </a:lnTo>
                  <a:lnTo>
                    <a:pt x="91966" y="29410"/>
                  </a:lnTo>
                  <a:lnTo>
                    <a:pt x="92743" y="30489"/>
                  </a:lnTo>
                  <a:lnTo>
                    <a:pt x="93206" y="30524"/>
                  </a:lnTo>
                  <a:lnTo>
                    <a:pt x="96105" y="28960"/>
                  </a:lnTo>
                  <a:lnTo>
                    <a:pt x="98435" y="27702"/>
                  </a:lnTo>
                  <a:lnTo>
                    <a:pt x="101929" y="25702"/>
                  </a:lnTo>
                  <a:lnTo>
                    <a:pt x="104811" y="24051"/>
                  </a:lnTo>
                  <a:lnTo>
                    <a:pt x="109082" y="2160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5"/>
            <p:cNvSpPr/>
            <p:nvPr/>
          </p:nvSpPr>
          <p:spPr>
            <a:xfrm>
              <a:off x="4432382" y="4300147"/>
              <a:ext cx="1176" cy="3537"/>
            </a:xfrm>
            <a:custGeom>
              <a:avLst/>
              <a:pathLst>
                <a:path w="1176" h="3537">
                  <a:moveTo>
                    <a:pt x="1176" y="2418"/>
                  </a:moveTo>
                  <a:lnTo>
                    <a:pt x="871" y="3537"/>
                  </a:lnTo>
                  <a:lnTo>
                    <a:pt x="493" y="3306"/>
                  </a:lnTo>
                  <a:lnTo>
                    <a:pt x="208" y="2888"/>
                  </a:lnTo>
                  <a:lnTo>
                    <a:pt x="0" y="2279"/>
                  </a:lnTo>
                  <a:lnTo>
                    <a:pt x="205" y="0"/>
                  </a:lnTo>
                  <a:lnTo>
                    <a:pt x="1032" y="11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6"/>
            <p:cNvSpPr/>
            <p:nvPr/>
          </p:nvSpPr>
          <p:spPr>
            <a:xfrm>
              <a:off x="4436164" y="4264584"/>
              <a:ext cx="3111" cy="9020"/>
            </a:xfrm>
            <a:custGeom>
              <a:avLst/>
              <a:pathLst>
                <a:path w="3111" h="9020">
                  <a:moveTo>
                    <a:pt x="1879" y="2721"/>
                  </a:moveTo>
                  <a:lnTo>
                    <a:pt x="2331" y="3266"/>
                  </a:lnTo>
                  <a:lnTo>
                    <a:pt x="3111" y="3171"/>
                  </a:lnTo>
                  <a:lnTo>
                    <a:pt x="2934" y="8212"/>
                  </a:lnTo>
                  <a:lnTo>
                    <a:pt x="1836" y="9020"/>
                  </a:lnTo>
                  <a:lnTo>
                    <a:pt x="1455" y="8974"/>
                  </a:lnTo>
                  <a:lnTo>
                    <a:pt x="1210" y="7915"/>
                  </a:lnTo>
                  <a:lnTo>
                    <a:pt x="581" y="7216"/>
                  </a:lnTo>
                  <a:lnTo>
                    <a:pt x="612" y="5488"/>
                  </a:lnTo>
                  <a:lnTo>
                    <a:pt x="0" y="1618"/>
                  </a:lnTo>
                  <a:lnTo>
                    <a:pt x="1062" y="1033"/>
                  </a:lnTo>
                  <a:lnTo>
                    <a:pt x="1663" y="0"/>
                  </a:lnTo>
                  <a:lnTo>
                    <a:pt x="1629" y="940"/>
                  </a:lnTo>
                  <a:lnTo>
                    <a:pt x="1722" y="204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4428639" y="4244953"/>
              <a:ext cx="3824" cy="14633"/>
            </a:xfrm>
            <a:custGeom>
              <a:avLst/>
              <a:pathLst>
                <a:path w="3824" h="14633">
                  <a:moveTo>
                    <a:pt x="3539" y="14393"/>
                  </a:moveTo>
                  <a:lnTo>
                    <a:pt x="3013" y="14633"/>
                  </a:lnTo>
                  <a:lnTo>
                    <a:pt x="2312" y="12506"/>
                  </a:lnTo>
                  <a:lnTo>
                    <a:pt x="972" y="11438"/>
                  </a:lnTo>
                  <a:lnTo>
                    <a:pt x="384" y="9565"/>
                  </a:lnTo>
                  <a:lnTo>
                    <a:pt x="0" y="7358"/>
                  </a:lnTo>
                  <a:lnTo>
                    <a:pt x="759" y="6813"/>
                  </a:lnTo>
                  <a:lnTo>
                    <a:pt x="1506" y="3840"/>
                  </a:lnTo>
                  <a:lnTo>
                    <a:pt x="997" y="2735"/>
                  </a:lnTo>
                  <a:lnTo>
                    <a:pt x="118" y="2539"/>
                  </a:lnTo>
                  <a:lnTo>
                    <a:pt x="221" y="1379"/>
                  </a:lnTo>
                  <a:lnTo>
                    <a:pt x="1646" y="0"/>
                  </a:lnTo>
                  <a:lnTo>
                    <a:pt x="2270" y="799"/>
                  </a:lnTo>
                  <a:lnTo>
                    <a:pt x="2549" y="1742"/>
                  </a:lnTo>
                  <a:lnTo>
                    <a:pt x="2506" y="6440"/>
                  </a:lnTo>
                  <a:lnTo>
                    <a:pt x="3154" y="7935"/>
                  </a:lnTo>
                  <a:lnTo>
                    <a:pt x="3824" y="11280"/>
                  </a:lnTo>
                  <a:lnTo>
                    <a:pt x="3821" y="122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4423456" y="4237266"/>
              <a:ext cx="1703" cy="8723"/>
            </a:xfrm>
            <a:custGeom>
              <a:avLst/>
              <a:pathLst>
                <a:path w="1703" h="8723">
                  <a:moveTo>
                    <a:pt x="511" y="8431"/>
                  </a:moveTo>
                  <a:lnTo>
                    <a:pt x="0" y="8723"/>
                  </a:lnTo>
                  <a:lnTo>
                    <a:pt x="617" y="6019"/>
                  </a:lnTo>
                  <a:lnTo>
                    <a:pt x="635" y="4366"/>
                  </a:lnTo>
                  <a:lnTo>
                    <a:pt x="883" y="1096"/>
                  </a:lnTo>
                  <a:lnTo>
                    <a:pt x="855" y="0"/>
                  </a:lnTo>
                  <a:lnTo>
                    <a:pt x="1260" y="144"/>
                  </a:lnTo>
                  <a:lnTo>
                    <a:pt x="1703" y="1087"/>
                  </a:lnTo>
                  <a:lnTo>
                    <a:pt x="1195" y="1895"/>
                  </a:lnTo>
                  <a:lnTo>
                    <a:pt x="1026" y="3309"/>
                  </a:lnTo>
                  <a:lnTo>
                    <a:pt x="1044" y="5081"/>
                  </a:lnTo>
                  <a:lnTo>
                    <a:pt x="1240" y="5404"/>
                  </a:lnTo>
                  <a:lnTo>
                    <a:pt x="916" y="734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4399842" y="4229232"/>
              <a:ext cx="28523" cy="66032"/>
            </a:xfrm>
            <a:custGeom>
              <a:avLst/>
              <a:pathLst>
                <a:path w="28523" h="66032">
                  <a:moveTo>
                    <a:pt x="1586" y="3090"/>
                  </a:moveTo>
                  <a:lnTo>
                    <a:pt x="2670" y="4945"/>
                  </a:lnTo>
                  <a:lnTo>
                    <a:pt x="3832" y="4158"/>
                  </a:lnTo>
                  <a:lnTo>
                    <a:pt x="5294" y="7081"/>
                  </a:lnTo>
                  <a:lnTo>
                    <a:pt x="9021" y="15943"/>
                  </a:lnTo>
                  <a:lnTo>
                    <a:pt x="10330" y="17818"/>
                  </a:lnTo>
                  <a:lnTo>
                    <a:pt x="11098" y="18537"/>
                  </a:lnTo>
                  <a:lnTo>
                    <a:pt x="11681" y="19988"/>
                  </a:lnTo>
                  <a:lnTo>
                    <a:pt x="12202" y="22029"/>
                  </a:lnTo>
                  <a:lnTo>
                    <a:pt x="12913" y="23471"/>
                  </a:lnTo>
                  <a:lnTo>
                    <a:pt x="13220" y="24816"/>
                  </a:lnTo>
                  <a:lnTo>
                    <a:pt x="13297" y="26631"/>
                  </a:lnTo>
                  <a:lnTo>
                    <a:pt x="13553" y="27748"/>
                  </a:lnTo>
                  <a:lnTo>
                    <a:pt x="14854" y="30685"/>
                  </a:lnTo>
                  <a:lnTo>
                    <a:pt x="15626" y="33262"/>
                  </a:lnTo>
                  <a:lnTo>
                    <a:pt x="16701" y="34578"/>
                  </a:lnTo>
                  <a:lnTo>
                    <a:pt x="17165" y="36116"/>
                  </a:lnTo>
                  <a:lnTo>
                    <a:pt x="17766" y="36867"/>
                  </a:lnTo>
                  <a:lnTo>
                    <a:pt x="18383" y="38439"/>
                  </a:lnTo>
                  <a:lnTo>
                    <a:pt x="19424" y="39666"/>
                  </a:lnTo>
                  <a:lnTo>
                    <a:pt x="21784" y="44196"/>
                  </a:lnTo>
                  <a:lnTo>
                    <a:pt x="23607" y="48499"/>
                  </a:lnTo>
                  <a:lnTo>
                    <a:pt x="24516" y="51159"/>
                  </a:lnTo>
                  <a:lnTo>
                    <a:pt x="25498" y="53528"/>
                  </a:lnTo>
                  <a:lnTo>
                    <a:pt x="26752" y="55418"/>
                  </a:lnTo>
                  <a:lnTo>
                    <a:pt x="27928" y="57580"/>
                  </a:lnTo>
                  <a:lnTo>
                    <a:pt x="28523" y="62644"/>
                  </a:lnTo>
                  <a:lnTo>
                    <a:pt x="28196" y="64456"/>
                  </a:lnTo>
                  <a:lnTo>
                    <a:pt x="27521" y="65357"/>
                  </a:lnTo>
                  <a:lnTo>
                    <a:pt x="26895" y="65420"/>
                  </a:lnTo>
                  <a:lnTo>
                    <a:pt x="26310" y="66032"/>
                  </a:lnTo>
                  <a:lnTo>
                    <a:pt x="24354" y="62762"/>
                  </a:lnTo>
                  <a:lnTo>
                    <a:pt x="23888" y="62280"/>
                  </a:lnTo>
                  <a:lnTo>
                    <a:pt x="23367" y="62482"/>
                  </a:lnTo>
                  <a:lnTo>
                    <a:pt x="23076" y="61758"/>
                  </a:lnTo>
                  <a:lnTo>
                    <a:pt x="22871" y="60714"/>
                  </a:lnTo>
                  <a:lnTo>
                    <a:pt x="21678" y="59499"/>
                  </a:lnTo>
                  <a:lnTo>
                    <a:pt x="20566" y="57551"/>
                  </a:lnTo>
                  <a:lnTo>
                    <a:pt x="20244" y="56229"/>
                  </a:lnTo>
                  <a:lnTo>
                    <a:pt x="20058" y="54584"/>
                  </a:lnTo>
                  <a:lnTo>
                    <a:pt x="19792" y="53635"/>
                  </a:lnTo>
                  <a:lnTo>
                    <a:pt x="18224" y="52198"/>
                  </a:lnTo>
                  <a:lnTo>
                    <a:pt x="17171" y="50596"/>
                  </a:lnTo>
                  <a:lnTo>
                    <a:pt x="16405" y="48337"/>
                  </a:lnTo>
                  <a:lnTo>
                    <a:pt x="15217" y="46767"/>
                  </a:lnTo>
                  <a:lnTo>
                    <a:pt x="13366" y="43541"/>
                  </a:lnTo>
                  <a:lnTo>
                    <a:pt x="12414" y="42508"/>
                  </a:lnTo>
                  <a:lnTo>
                    <a:pt x="11581" y="40895"/>
                  </a:lnTo>
                  <a:lnTo>
                    <a:pt x="9352" y="35026"/>
                  </a:lnTo>
                  <a:lnTo>
                    <a:pt x="8557" y="33932"/>
                  </a:lnTo>
                  <a:lnTo>
                    <a:pt x="7863" y="31323"/>
                  </a:lnTo>
                  <a:lnTo>
                    <a:pt x="5944" y="25134"/>
                  </a:lnTo>
                  <a:lnTo>
                    <a:pt x="5019" y="22586"/>
                  </a:lnTo>
                  <a:lnTo>
                    <a:pt x="4012" y="20317"/>
                  </a:lnTo>
                  <a:lnTo>
                    <a:pt x="3241" y="17663"/>
                  </a:lnTo>
                  <a:lnTo>
                    <a:pt x="2649" y="14514"/>
                  </a:lnTo>
                  <a:lnTo>
                    <a:pt x="1273" y="10007"/>
                  </a:lnTo>
                  <a:lnTo>
                    <a:pt x="1104" y="8079"/>
                  </a:lnTo>
                  <a:lnTo>
                    <a:pt x="1161" y="6100"/>
                  </a:lnTo>
                  <a:lnTo>
                    <a:pt x="829" y="4827"/>
                  </a:lnTo>
                  <a:lnTo>
                    <a:pt x="266" y="4051"/>
                  </a:lnTo>
                  <a:lnTo>
                    <a:pt x="0" y="2721"/>
                  </a:lnTo>
                  <a:lnTo>
                    <a:pt x="30" y="926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4360339" y="4198890"/>
              <a:ext cx="450" cy="6455"/>
            </a:xfrm>
            <a:custGeom>
              <a:avLst/>
              <a:pathLst>
                <a:path w="450" h="6455">
                  <a:moveTo>
                    <a:pt x="226" y="5823"/>
                  </a:moveTo>
                  <a:lnTo>
                    <a:pt x="78" y="6455"/>
                  </a:lnTo>
                  <a:lnTo>
                    <a:pt x="0" y="1763"/>
                  </a:lnTo>
                  <a:lnTo>
                    <a:pt x="304" y="0"/>
                  </a:lnTo>
                  <a:lnTo>
                    <a:pt x="450" y="365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2824418" y="2939139"/>
              <a:ext cx="151889" cy="349316"/>
            </a:xfrm>
            <a:custGeom>
              <a:avLst/>
              <a:pathLst>
                <a:path w="151889" h="349316">
                  <a:moveTo>
                    <a:pt x="142427" y="15415"/>
                  </a:moveTo>
                  <a:lnTo>
                    <a:pt x="143484" y="32489"/>
                  </a:lnTo>
                  <a:lnTo>
                    <a:pt x="144285" y="47154"/>
                  </a:lnTo>
                  <a:lnTo>
                    <a:pt x="144339" y="56499"/>
                  </a:lnTo>
                  <a:lnTo>
                    <a:pt x="144377" y="58935"/>
                  </a:lnTo>
                  <a:lnTo>
                    <a:pt x="144704" y="60588"/>
                  </a:lnTo>
                  <a:lnTo>
                    <a:pt x="145452" y="62240"/>
                  </a:lnTo>
                  <a:lnTo>
                    <a:pt x="148468" y="75748"/>
                  </a:lnTo>
                  <a:lnTo>
                    <a:pt x="147824" y="78097"/>
                  </a:lnTo>
                  <a:lnTo>
                    <a:pt x="148273" y="82281"/>
                  </a:lnTo>
                  <a:lnTo>
                    <a:pt x="149055" y="84082"/>
                  </a:lnTo>
                  <a:lnTo>
                    <a:pt x="151563" y="92134"/>
                  </a:lnTo>
                  <a:lnTo>
                    <a:pt x="151889" y="93720"/>
                  </a:lnTo>
                  <a:lnTo>
                    <a:pt x="151751" y="94991"/>
                  </a:lnTo>
                  <a:lnTo>
                    <a:pt x="149995" y="104464"/>
                  </a:lnTo>
                  <a:lnTo>
                    <a:pt x="149696" y="106784"/>
                  </a:lnTo>
                  <a:lnTo>
                    <a:pt x="149346" y="118865"/>
                  </a:lnTo>
                  <a:lnTo>
                    <a:pt x="149099" y="127388"/>
                  </a:lnTo>
                  <a:lnTo>
                    <a:pt x="148759" y="139088"/>
                  </a:lnTo>
                  <a:lnTo>
                    <a:pt x="148354" y="153088"/>
                  </a:lnTo>
                  <a:lnTo>
                    <a:pt x="148027" y="164901"/>
                  </a:lnTo>
                  <a:lnTo>
                    <a:pt x="147597" y="180526"/>
                  </a:lnTo>
                  <a:lnTo>
                    <a:pt x="147189" y="195303"/>
                  </a:lnTo>
                  <a:lnTo>
                    <a:pt x="144668" y="203415"/>
                  </a:lnTo>
                  <a:lnTo>
                    <a:pt x="140194" y="217813"/>
                  </a:lnTo>
                  <a:lnTo>
                    <a:pt x="136553" y="229528"/>
                  </a:lnTo>
                  <a:lnTo>
                    <a:pt x="134729" y="237370"/>
                  </a:lnTo>
                  <a:lnTo>
                    <a:pt x="131161" y="252696"/>
                  </a:lnTo>
                  <a:lnTo>
                    <a:pt x="129577" y="262605"/>
                  </a:lnTo>
                  <a:lnTo>
                    <a:pt x="128340" y="267783"/>
                  </a:lnTo>
                  <a:lnTo>
                    <a:pt x="127711" y="269995"/>
                  </a:lnTo>
                  <a:lnTo>
                    <a:pt x="128264" y="277271"/>
                  </a:lnTo>
                  <a:lnTo>
                    <a:pt x="129231" y="289973"/>
                  </a:lnTo>
                  <a:lnTo>
                    <a:pt x="127506" y="290056"/>
                  </a:lnTo>
                  <a:lnTo>
                    <a:pt x="126515" y="290970"/>
                  </a:lnTo>
                  <a:lnTo>
                    <a:pt x="125265" y="293860"/>
                  </a:lnTo>
                  <a:lnTo>
                    <a:pt x="123867" y="294998"/>
                  </a:lnTo>
                  <a:lnTo>
                    <a:pt x="122168" y="297524"/>
                  </a:lnTo>
                  <a:lnTo>
                    <a:pt x="121094" y="299553"/>
                  </a:lnTo>
                  <a:lnTo>
                    <a:pt x="120083" y="301143"/>
                  </a:lnTo>
                  <a:lnTo>
                    <a:pt x="118693" y="305050"/>
                  </a:lnTo>
                  <a:lnTo>
                    <a:pt x="118241" y="308022"/>
                  </a:lnTo>
                  <a:lnTo>
                    <a:pt x="116855" y="308615"/>
                  </a:lnTo>
                  <a:lnTo>
                    <a:pt x="114922" y="308120"/>
                  </a:lnTo>
                  <a:lnTo>
                    <a:pt x="113692" y="305125"/>
                  </a:lnTo>
                  <a:lnTo>
                    <a:pt x="110840" y="301996"/>
                  </a:lnTo>
                  <a:lnTo>
                    <a:pt x="108992" y="300730"/>
                  </a:lnTo>
                  <a:lnTo>
                    <a:pt x="108134" y="300344"/>
                  </a:lnTo>
                  <a:lnTo>
                    <a:pt x="103779" y="299814"/>
                  </a:lnTo>
                  <a:lnTo>
                    <a:pt x="99136" y="301035"/>
                  </a:lnTo>
                  <a:lnTo>
                    <a:pt x="96768" y="302489"/>
                  </a:lnTo>
                  <a:lnTo>
                    <a:pt x="96336" y="302811"/>
                  </a:lnTo>
                  <a:lnTo>
                    <a:pt x="94995" y="304701"/>
                  </a:lnTo>
                  <a:lnTo>
                    <a:pt x="93881" y="306796"/>
                  </a:lnTo>
                  <a:lnTo>
                    <a:pt x="90868" y="316388"/>
                  </a:lnTo>
                  <a:lnTo>
                    <a:pt x="86885" y="316068"/>
                  </a:lnTo>
                  <a:lnTo>
                    <a:pt x="84540" y="315004"/>
                  </a:lnTo>
                  <a:lnTo>
                    <a:pt x="82549" y="313507"/>
                  </a:lnTo>
                  <a:lnTo>
                    <a:pt x="79718" y="309029"/>
                  </a:lnTo>
                  <a:lnTo>
                    <a:pt x="76247" y="302189"/>
                  </a:lnTo>
                  <a:lnTo>
                    <a:pt x="74908" y="301256"/>
                  </a:lnTo>
                  <a:lnTo>
                    <a:pt x="73704" y="300719"/>
                  </a:lnTo>
                  <a:lnTo>
                    <a:pt x="73302" y="300808"/>
                  </a:lnTo>
                  <a:lnTo>
                    <a:pt x="69160" y="307626"/>
                  </a:lnTo>
                  <a:lnTo>
                    <a:pt x="68361" y="307476"/>
                  </a:lnTo>
                  <a:lnTo>
                    <a:pt x="67383" y="308242"/>
                  </a:lnTo>
                  <a:lnTo>
                    <a:pt x="66739" y="309933"/>
                  </a:lnTo>
                  <a:lnTo>
                    <a:pt x="66265" y="310787"/>
                  </a:lnTo>
                  <a:lnTo>
                    <a:pt x="65769" y="310924"/>
                  </a:lnTo>
                  <a:lnTo>
                    <a:pt x="65116" y="310550"/>
                  </a:lnTo>
                  <a:lnTo>
                    <a:pt x="64476" y="309514"/>
                  </a:lnTo>
                  <a:lnTo>
                    <a:pt x="63838" y="307611"/>
                  </a:lnTo>
                  <a:lnTo>
                    <a:pt x="62130" y="300029"/>
                  </a:lnTo>
                  <a:lnTo>
                    <a:pt x="61778" y="298703"/>
                  </a:lnTo>
                  <a:lnTo>
                    <a:pt x="61048" y="296449"/>
                  </a:lnTo>
                  <a:lnTo>
                    <a:pt x="59820" y="292956"/>
                  </a:lnTo>
                  <a:lnTo>
                    <a:pt x="58988" y="291326"/>
                  </a:lnTo>
                  <a:lnTo>
                    <a:pt x="58482" y="290906"/>
                  </a:lnTo>
                  <a:lnTo>
                    <a:pt x="57878" y="291182"/>
                  </a:lnTo>
                  <a:lnTo>
                    <a:pt x="54550" y="288176"/>
                  </a:lnTo>
                  <a:lnTo>
                    <a:pt x="51222" y="285001"/>
                  </a:lnTo>
                  <a:lnTo>
                    <a:pt x="50490" y="285405"/>
                  </a:lnTo>
                  <a:lnTo>
                    <a:pt x="49969" y="286064"/>
                  </a:lnTo>
                  <a:lnTo>
                    <a:pt x="48818" y="288417"/>
                  </a:lnTo>
                  <a:lnTo>
                    <a:pt x="47462" y="288846"/>
                  </a:lnTo>
                  <a:lnTo>
                    <a:pt x="45740" y="288657"/>
                  </a:lnTo>
                  <a:lnTo>
                    <a:pt x="44794" y="288342"/>
                  </a:lnTo>
                  <a:lnTo>
                    <a:pt x="43270" y="289127"/>
                  </a:lnTo>
                  <a:lnTo>
                    <a:pt x="42257" y="290055"/>
                  </a:lnTo>
                  <a:lnTo>
                    <a:pt x="40930" y="291659"/>
                  </a:lnTo>
                  <a:lnTo>
                    <a:pt x="39207" y="295986"/>
                  </a:lnTo>
                  <a:lnTo>
                    <a:pt x="38713" y="296546"/>
                  </a:lnTo>
                  <a:lnTo>
                    <a:pt x="38297" y="297268"/>
                  </a:lnTo>
                  <a:lnTo>
                    <a:pt x="37719" y="309154"/>
                  </a:lnTo>
                  <a:lnTo>
                    <a:pt x="37252" y="312723"/>
                  </a:lnTo>
                  <a:lnTo>
                    <a:pt x="36377" y="317440"/>
                  </a:lnTo>
                  <a:lnTo>
                    <a:pt x="34660" y="321957"/>
                  </a:lnTo>
                  <a:lnTo>
                    <a:pt x="33482" y="324681"/>
                  </a:lnTo>
                  <a:lnTo>
                    <a:pt x="33455" y="328366"/>
                  </a:lnTo>
                  <a:lnTo>
                    <a:pt x="33362" y="334384"/>
                  </a:lnTo>
                  <a:lnTo>
                    <a:pt x="33346" y="338522"/>
                  </a:lnTo>
                  <a:lnTo>
                    <a:pt x="33424" y="341217"/>
                  </a:lnTo>
                  <a:lnTo>
                    <a:pt x="33227" y="342500"/>
                  </a:lnTo>
                  <a:lnTo>
                    <a:pt x="33147" y="343672"/>
                  </a:lnTo>
                  <a:lnTo>
                    <a:pt x="33211" y="345432"/>
                  </a:lnTo>
                  <a:lnTo>
                    <a:pt x="33489" y="346262"/>
                  </a:lnTo>
                  <a:lnTo>
                    <a:pt x="33656" y="347361"/>
                  </a:lnTo>
                  <a:lnTo>
                    <a:pt x="33544" y="348266"/>
                  </a:lnTo>
                  <a:lnTo>
                    <a:pt x="32989" y="349316"/>
                  </a:lnTo>
                  <a:lnTo>
                    <a:pt x="32377" y="346622"/>
                  </a:lnTo>
                  <a:lnTo>
                    <a:pt x="31589" y="344716"/>
                  </a:lnTo>
                  <a:lnTo>
                    <a:pt x="30726" y="343874"/>
                  </a:lnTo>
                  <a:lnTo>
                    <a:pt x="30141" y="342494"/>
                  </a:lnTo>
                  <a:lnTo>
                    <a:pt x="29836" y="340581"/>
                  </a:lnTo>
                  <a:lnTo>
                    <a:pt x="28703" y="336853"/>
                  </a:lnTo>
                  <a:lnTo>
                    <a:pt x="26093" y="329476"/>
                  </a:lnTo>
                  <a:lnTo>
                    <a:pt x="25825" y="329300"/>
                  </a:lnTo>
                  <a:lnTo>
                    <a:pt x="25393" y="329000"/>
                  </a:lnTo>
                  <a:lnTo>
                    <a:pt x="24655" y="329893"/>
                  </a:lnTo>
                  <a:lnTo>
                    <a:pt x="24202" y="331099"/>
                  </a:lnTo>
                  <a:lnTo>
                    <a:pt x="23885" y="331572"/>
                  </a:lnTo>
                  <a:lnTo>
                    <a:pt x="23405" y="331644"/>
                  </a:lnTo>
                  <a:lnTo>
                    <a:pt x="22164" y="332576"/>
                  </a:lnTo>
                  <a:lnTo>
                    <a:pt x="21170" y="333784"/>
                  </a:lnTo>
                  <a:lnTo>
                    <a:pt x="21144" y="334774"/>
                  </a:lnTo>
                  <a:lnTo>
                    <a:pt x="21619" y="340362"/>
                  </a:lnTo>
                  <a:lnTo>
                    <a:pt x="21393" y="343383"/>
                  </a:lnTo>
                  <a:lnTo>
                    <a:pt x="20952" y="341937"/>
                  </a:lnTo>
                  <a:lnTo>
                    <a:pt x="19521" y="336309"/>
                  </a:lnTo>
                  <a:lnTo>
                    <a:pt x="18530" y="332128"/>
                  </a:lnTo>
                  <a:lnTo>
                    <a:pt x="18353" y="331200"/>
                  </a:lnTo>
                  <a:lnTo>
                    <a:pt x="18213" y="329764"/>
                  </a:lnTo>
                  <a:lnTo>
                    <a:pt x="18311" y="329138"/>
                  </a:lnTo>
                  <a:lnTo>
                    <a:pt x="18703" y="328704"/>
                  </a:lnTo>
                  <a:lnTo>
                    <a:pt x="19611" y="328150"/>
                  </a:lnTo>
                  <a:lnTo>
                    <a:pt x="19780" y="327717"/>
                  </a:lnTo>
                  <a:lnTo>
                    <a:pt x="19827" y="326570"/>
                  </a:lnTo>
                  <a:lnTo>
                    <a:pt x="19685" y="324432"/>
                  </a:lnTo>
                  <a:lnTo>
                    <a:pt x="19187" y="321536"/>
                  </a:lnTo>
                  <a:lnTo>
                    <a:pt x="18657" y="319620"/>
                  </a:lnTo>
                  <a:lnTo>
                    <a:pt x="18361" y="319245"/>
                  </a:lnTo>
                  <a:lnTo>
                    <a:pt x="17819" y="319178"/>
                  </a:lnTo>
                  <a:lnTo>
                    <a:pt x="17230" y="319438"/>
                  </a:lnTo>
                  <a:lnTo>
                    <a:pt x="16122" y="321788"/>
                  </a:lnTo>
                  <a:lnTo>
                    <a:pt x="15631" y="322220"/>
                  </a:lnTo>
                  <a:lnTo>
                    <a:pt x="14489" y="322026"/>
                  </a:lnTo>
                  <a:lnTo>
                    <a:pt x="13469" y="321566"/>
                  </a:lnTo>
                  <a:lnTo>
                    <a:pt x="12849" y="320353"/>
                  </a:lnTo>
                  <a:lnTo>
                    <a:pt x="11005" y="315690"/>
                  </a:lnTo>
                  <a:lnTo>
                    <a:pt x="8968" y="310759"/>
                  </a:lnTo>
                  <a:lnTo>
                    <a:pt x="8114" y="310060"/>
                  </a:lnTo>
                  <a:lnTo>
                    <a:pt x="7916" y="309555"/>
                  </a:lnTo>
                  <a:lnTo>
                    <a:pt x="7779" y="305759"/>
                  </a:lnTo>
                  <a:lnTo>
                    <a:pt x="7814" y="301204"/>
                  </a:lnTo>
                  <a:lnTo>
                    <a:pt x="7927" y="300012"/>
                  </a:lnTo>
                  <a:lnTo>
                    <a:pt x="8777" y="300723"/>
                  </a:lnTo>
                  <a:lnTo>
                    <a:pt x="9681" y="301054"/>
                  </a:lnTo>
                  <a:lnTo>
                    <a:pt x="9972" y="300228"/>
                  </a:lnTo>
                  <a:lnTo>
                    <a:pt x="9249" y="298608"/>
                  </a:lnTo>
                  <a:lnTo>
                    <a:pt x="8210" y="296967"/>
                  </a:lnTo>
                  <a:lnTo>
                    <a:pt x="7824" y="294483"/>
                  </a:lnTo>
                  <a:lnTo>
                    <a:pt x="7524" y="293620"/>
                  </a:lnTo>
                  <a:lnTo>
                    <a:pt x="7057" y="292740"/>
                  </a:lnTo>
                  <a:lnTo>
                    <a:pt x="6522" y="292283"/>
                  </a:lnTo>
                  <a:lnTo>
                    <a:pt x="5981" y="291584"/>
                  </a:lnTo>
                  <a:lnTo>
                    <a:pt x="5613" y="290861"/>
                  </a:lnTo>
                  <a:lnTo>
                    <a:pt x="5005" y="290540"/>
                  </a:lnTo>
                  <a:lnTo>
                    <a:pt x="4367" y="290007"/>
                  </a:lnTo>
                  <a:lnTo>
                    <a:pt x="3446" y="285979"/>
                  </a:lnTo>
                  <a:lnTo>
                    <a:pt x="2550" y="282067"/>
                  </a:lnTo>
                  <a:lnTo>
                    <a:pt x="2020" y="278987"/>
                  </a:lnTo>
                  <a:lnTo>
                    <a:pt x="1836" y="277136"/>
                  </a:lnTo>
                  <a:lnTo>
                    <a:pt x="2102" y="273980"/>
                  </a:lnTo>
                  <a:lnTo>
                    <a:pt x="1833" y="272732"/>
                  </a:lnTo>
                  <a:lnTo>
                    <a:pt x="833" y="269529"/>
                  </a:lnTo>
                  <a:lnTo>
                    <a:pt x="0" y="266551"/>
                  </a:lnTo>
                  <a:lnTo>
                    <a:pt x="203" y="261950"/>
                  </a:lnTo>
                  <a:lnTo>
                    <a:pt x="373" y="258112"/>
                  </a:lnTo>
                  <a:lnTo>
                    <a:pt x="383" y="255682"/>
                  </a:lnTo>
                  <a:lnTo>
                    <a:pt x="515" y="254310"/>
                  </a:lnTo>
                  <a:lnTo>
                    <a:pt x="623" y="252768"/>
                  </a:lnTo>
                  <a:lnTo>
                    <a:pt x="1176" y="252280"/>
                  </a:lnTo>
                  <a:lnTo>
                    <a:pt x="2587" y="252315"/>
                  </a:lnTo>
                  <a:lnTo>
                    <a:pt x="5333" y="253028"/>
                  </a:lnTo>
                  <a:lnTo>
                    <a:pt x="7533" y="252223"/>
                  </a:lnTo>
                  <a:lnTo>
                    <a:pt x="7654" y="252081"/>
                  </a:lnTo>
                  <a:lnTo>
                    <a:pt x="9204" y="247968"/>
                  </a:lnTo>
                  <a:lnTo>
                    <a:pt x="10924" y="243649"/>
                  </a:lnTo>
                  <a:lnTo>
                    <a:pt x="13509" y="243229"/>
                  </a:lnTo>
                  <a:lnTo>
                    <a:pt x="16300" y="242779"/>
                  </a:lnTo>
                  <a:lnTo>
                    <a:pt x="18499" y="242553"/>
                  </a:lnTo>
                  <a:lnTo>
                    <a:pt x="21697" y="242227"/>
                  </a:lnTo>
                  <a:lnTo>
                    <a:pt x="24282" y="241947"/>
                  </a:lnTo>
                  <a:lnTo>
                    <a:pt x="27275" y="241619"/>
                  </a:lnTo>
                  <a:lnTo>
                    <a:pt x="27367" y="239630"/>
                  </a:lnTo>
                  <a:lnTo>
                    <a:pt x="27548" y="239140"/>
                  </a:lnTo>
                  <a:lnTo>
                    <a:pt x="27843" y="239071"/>
                  </a:lnTo>
                  <a:lnTo>
                    <a:pt x="30044" y="240137"/>
                  </a:lnTo>
                  <a:lnTo>
                    <a:pt x="32113" y="241165"/>
                  </a:lnTo>
                  <a:lnTo>
                    <a:pt x="32269" y="237419"/>
                  </a:lnTo>
                  <a:lnTo>
                    <a:pt x="34087" y="232733"/>
                  </a:lnTo>
                  <a:lnTo>
                    <a:pt x="35115" y="231778"/>
                  </a:lnTo>
                  <a:lnTo>
                    <a:pt x="35369" y="230960"/>
                  </a:lnTo>
                  <a:lnTo>
                    <a:pt x="35696" y="229377"/>
                  </a:lnTo>
                  <a:lnTo>
                    <a:pt x="35898" y="226933"/>
                  </a:lnTo>
                  <a:lnTo>
                    <a:pt x="35987" y="225194"/>
                  </a:lnTo>
                  <a:lnTo>
                    <a:pt x="36370" y="223751"/>
                  </a:lnTo>
                  <a:lnTo>
                    <a:pt x="36650" y="221095"/>
                  </a:lnTo>
                  <a:lnTo>
                    <a:pt x="37022" y="216451"/>
                  </a:lnTo>
                  <a:lnTo>
                    <a:pt x="38045" y="211575"/>
                  </a:lnTo>
                  <a:lnTo>
                    <a:pt x="38630" y="204954"/>
                  </a:lnTo>
                  <a:lnTo>
                    <a:pt x="38717" y="198560"/>
                  </a:lnTo>
                  <a:lnTo>
                    <a:pt x="38830" y="193699"/>
                  </a:lnTo>
                  <a:lnTo>
                    <a:pt x="39135" y="192703"/>
                  </a:lnTo>
                  <a:lnTo>
                    <a:pt x="39125" y="184074"/>
                  </a:lnTo>
                  <a:lnTo>
                    <a:pt x="39116" y="175394"/>
                  </a:lnTo>
                  <a:lnTo>
                    <a:pt x="39109" y="168055"/>
                  </a:lnTo>
                  <a:lnTo>
                    <a:pt x="39098" y="158927"/>
                  </a:lnTo>
                  <a:lnTo>
                    <a:pt x="39090" y="150915"/>
                  </a:lnTo>
                  <a:lnTo>
                    <a:pt x="39080" y="142235"/>
                  </a:lnTo>
                  <a:lnTo>
                    <a:pt x="39073" y="134442"/>
                  </a:lnTo>
                  <a:lnTo>
                    <a:pt x="39067" y="129280"/>
                  </a:lnTo>
                  <a:lnTo>
                    <a:pt x="41164" y="128046"/>
                  </a:lnTo>
                  <a:lnTo>
                    <a:pt x="43332" y="126768"/>
                  </a:lnTo>
                  <a:lnTo>
                    <a:pt x="46506" y="124898"/>
                  </a:lnTo>
                  <a:lnTo>
                    <a:pt x="49941" y="122875"/>
                  </a:lnTo>
                  <a:lnTo>
                    <a:pt x="53687" y="120667"/>
                  </a:lnTo>
                  <a:lnTo>
                    <a:pt x="54535" y="119340"/>
                  </a:lnTo>
                  <a:lnTo>
                    <a:pt x="57362" y="111869"/>
                  </a:lnTo>
                  <a:lnTo>
                    <a:pt x="58638" y="108496"/>
                  </a:lnTo>
                  <a:lnTo>
                    <a:pt x="61173" y="101794"/>
                  </a:lnTo>
                  <a:lnTo>
                    <a:pt x="63130" y="96620"/>
                  </a:lnTo>
                  <a:lnTo>
                    <a:pt x="65617" y="90046"/>
                  </a:lnTo>
                  <a:lnTo>
                    <a:pt x="68252" y="83428"/>
                  </a:lnTo>
                  <a:lnTo>
                    <a:pt x="70351" y="78150"/>
                  </a:lnTo>
                  <a:lnTo>
                    <a:pt x="73653" y="72167"/>
                  </a:lnTo>
                  <a:lnTo>
                    <a:pt x="78632" y="63146"/>
                  </a:lnTo>
                  <a:lnTo>
                    <a:pt x="83610" y="54126"/>
                  </a:lnTo>
                  <a:lnTo>
                    <a:pt x="88588" y="45105"/>
                  </a:lnTo>
                  <a:lnTo>
                    <a:pt x="93566" y="36083"/>
                  </a:lnTo>
                  <a:lnTo>
                    <a:pt x="98544" y="27063"/>
                  </a:lnTo>
                  <a:lnTo>
                    <a:pt x="103523" y="18042"/>
                  </a:lnTo>
                  <a:lnTo>
                    <a:pt x="108501" y="9020"/>
                  </a:lnTo>
                  <a:lnTo>
                    <a:pt x="113479" y="0"/>
                  </a:lnTo>
                  <a:lnTo>
                    <a:pt x="118487" y="3433"/>
                  </a:lnTo>
                  <a:lnTo>
                    <a:pt x="123244" y="6696"/>
                  </a:lnTo>
                  <a:lnTo>
                    <a:pt x="128028" y="9978"/>
                  </a:lnTo>
                  <a:lnTo>
                    <a:pt x="129157" y="11770"/>
                  </a:lnTo>
                  <a:lnTo>
                    <a:pt x="131695" y="18195"/>
                  </a:lnTo>
                  <a:lnTo>
                    <a:pt x="134945" y="26420"/>
                  </a:lnTo>
                  <a:lnTo>
                    <a:pt x="135087" y="26540"/>
                  </a:lnTo>
                  <a:lnTo>
                    <a:pt x="135234" y="26576"/>
                  </a:lnTo>
                  <a:lnTo>
                    <a:pt x="138357" y="21728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4437036" y="4491405"/>
              <a:ext cx="810" cy="2432"/>
            </a:xfrm>
            <a:custGeom>
              <a:avLst/>
              <a:pathLst>
                <a:path w="810" h="2432">
                  <a:moveTo>
                    <a:pt x="320" y="109"/>
                  </a:moveTo>
                  <a:lnTo>
                    <a:pt x="515" y="424"/>
                  </a:lnTo>
                  <a:lnTo>
                    <a:pt x="691" y="600"/>
                  </a:lnTo>
                  <a:lnTo>
                    <a:pt x="810" y="831"/>
                  </a:lnTo>
                  <a:lnTo>
                    <a:pt x="793" y="1330"/>
                  </a:lnTo>
                  <a:lnTo>
                    <a:pt x="700" y="1823"/>
                  </a:lnTo>
                  <a:lnTo>
                    <a:pt x="524" y="2432"/>
                  </a:lnTo>
                  <a:lnTo>
                    <a:pt x="466" y="2014"/>
                  </a:lnTo>
                  <a:lnTo>
                    <a:pt x="265" y="1719"/>
                  </a:lnTo>
                  <a:lnTo>
                    <a:pt x="137" y="2034"/>
                  </a:lnTo>
                  <a:lnTo>
                    <a:pt x="116" y="1711"/>
                  </a:lnTo>
                  <a:lnTo>
                    <a:pt x="77" y="1416"/>
                  </a:lnTo>
                  <a:lnTo>
                    <a:pt x="59" y="1148"/>
                  </a:lnTo>
                  <a:lnTo>
                    <a:pt x="98" y="920"/>
                  </a:lnTo>
                  <a:lnTo>
                    <a:pt x="171" y="646"/>
                  </a:lnTo>
                  <a:lnTo>
                    <a:pt x="0" y="41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2891488" y="3500291"/>
              <a:ext cx="1802" cy="4127"/>
            </a:xfrm>
            <a:custGeom>
              <a:avLst/>
              <a:pathLst>
                <a:path w="1802" h="4127">
                  <a:moveTo>
                    <a:pt x="1541" y="3226"/>
                  </a:moveTo>
                  <a:lnTo>
                    <a:pt x="610" y="4127"/>
                  </a:lnTo>
                  <a:lnTo>
                    <a:pt x="0" y="3907"/>
                  </a:lnTo>
                  <a:lnTo>
                    <a:pt x="835" y="0"/>
                  </a:lnTo>
                  <a:lnTo>
                    <a:pt x="1258" y="839"/>
                  </a:lnTo>
                  <a:lnTo>
                    <a:pt x="1802" y="118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2848665" y="3224140"/>
              <a:ext cx="114797" cy="283536"/>
            </a:xfrm>
            <a:custGeom>
              <a:avLst/>
              <a:pathLst>
                <a:path w="114797" h="283536">
                  <a:moveTo>
                    <a:pt x="104984" y="4971"/>
                  </a:moveTo>
                  <a:lnTo>
                    <a:pt x="106494" y="11326"/>
                  </a:lnTo>
                  <a:lnTo>
                    <a:pt x="108118" y="18153"/>
                  </a:lnTo>
                  <a:lnTo>
                    <a:pt x="109383" y="23471"/>
                  </a:lnTo>
                  <a:lnTo>
                    <a:pt x="110307" y="37233"/>
                  </a:lnTo>
                  <a:lnTo>
                    <a:pt x="110406" y="39855"/>
                  </a:lnTo>
                  <a:lnTo>
                    <a:pt x="110476" y="41036"/>
                  </a:lnTo>
                  <a:lnTo>
                    <a:pt x="110545" y="42126"/>
                  </a:lnTo>
                  <a:lnTo>
                    <a:pt x="110667" y="44000"/>
                  </a:lnTo>
                  <a:lnTo>
                    <a:pt x="111391" y="44806"/>
                  </a:lnTo>
                  <a:lnTo>
                    <a:pt x="112762" y="45171"/>
                  </a:lnTo>
                  <a:lnTo>
                    <a:pt x="113757" y="46528"/>
                  </a:lnTo>
                  <a:lnTo>
                    <a:pt x="114353" y="48779"/>
                  </a:lnTo>
                  <a:lnTo>
                    <a:pt x="114412" y="49152"/>
                  </a:lnTo>
                  <a:lnTo>
                    <a:pt x="114726" y="50879"/>
                  </a:lnTo>
                  <a:lnTo>
                    <a:pt x="114797" y="52129"/>
                  </a:lnTo>
                  <a:lnTo>
                    <a:pt x="114711" y="55736"/>
                  </a:lnTo>
                  <a:lnTo>
                    <a:pt x="114511" y="60369"/>
                  </a:lnTo>
                  <a:lnTo>
                    <a:pt x="114169" y="63357"/>
                  </a:lnTo>
                  <a:lnTo>
                    <a:pt x="114360" y="67421"/>
                  </a:lnTo>
                  <a:lnTo>
                    <a:pt x="114300" y="69157"/>
                  </a:lnTo>
                  <a:lnTo>
                    <a:pt x="114150" y="70343"/>
                  </a:lnTo>
                  <a:lnTo>
                    <a:pt x="113537" y="71706"/>
                  </a:lnTo>
                  <a:lnTo>
                    <a:pt x="112705" y="73035"/>
                  </a:lnTo>
                  <a:lnTo>
                    <a:pt x="110713" y="76966"/>
                  </a:lnTo>
                  <a:lnTo>
                    <a:pt x="110145" y="77546"/>
                  </a:lnTo>
                  <a:lnTo>
                    <a:pt x="109314" y="77649"/>
                  </a:lnTo>
                  <a:lnTo>
                    <a:pt x="108590" y="78629"/>
                  </a:lnTo>
                  <a:lnTo>
                    <a:pt x="107731" y="80750"/>
                  </a:lnTo>
                  <a:lnTo>
                    <a:pt x="105883" y="88638"/>
                  </a:lnTo>
                  <a:lnTo>
                    <a:pt x="104301" y="96559"/>
                  </a:lnTo>
                  <a:lnTo>
                    <a:pt x="103755" y="103114"/>
                  </a:lnTo>
                  <a:lnTo>
                    <a:pt x="103140" y="109373"/>
                  </a:lnTo>
                  <a:lnTo>
                    <a:pt x="101749" y="113369"/>
                  </a:lnTo>
                  <a:lnTo>
                    <a:pt x="101556" y="115619"/>
                  </a:lnTo>
                  <a:lnTo>
                    <a:pt x="101498" y="116923"/>
                  </a:lnTo>
                  <a:lnTo>
                    <a:pt x="101450" y="119934"/>
                  </a:lnTo>
                  <a:lnTo>
                    <a:pt x="101281" y="124924"/>
                  </a:lnTo>
                  <a:lnTo>
                    <a:pt x="101065" y="127329"/>
                  </a:lnTo>
                  <a:lnTo>
                    <a:pt x="100842" y="128042"/>
                  </a:lnTo>
                  <a:lnTo>
                    <a:pt x="99341" y="129558"/>
                  </a:lnTo>
                  <a:lnTo>
                    <a:pt x="98477" y="131392"/>
                  </a:lnTo>
                  <a:lnTo>
                    <a:pt x="97959" y="135019"/>
                  </a:lnTo>
                  <a:lnTo>
                    <a:pt x="97770" y="138942"/>
                  </a:lnTo>
                  <a:lnTo>
                    <a:pt x="97466" y="143413"/>
                  </a:lnTo>
                  <a:lnTo>
                    <a:pt x="97295" y="147338"/>
                  </a:lnTo>
                  <a:lnTo>
                    <a:pt x="97061" y="149369"/>
                  </a:lnTo>
                  <a:lnTo>
                    <a:pt x="96570" y="151503"/>
                  </a:lnTo>
                  <a:lnTo>
                    <a:pt x="95805" y="153805"/>
                  </a:lnTo>
                  <a:lnTo>
                    <a:pt x="95143" y="155094"/>
                  </a:lnTo>
                  <a:lnTo>
                    <a:pt x="93420" y="155939"/>
                  </a:lnTo>
                  <a:lnTo>
                    <a:pt x="92534" y="161134"/>
                  </a:lnTo>
                  <a:lnTo>
                    <a:pt x="91785" y="165194"/>
                  </a:lnTo>
                  <a:lnTo>
                    <a:pt x="91763" y="166817"/>
                  </a:lnTo>
                  <a:lnTo>
                    <a:pt x="91040" y="175236"/>
                  </a:lnTo>
                  <a:lnTo>
                    <a:pt x="89783" y="181580"/>
                  </a:lnTo>
                  <a:lnTo>
                    <a:pt x="89700" y="183820"/>
                  </a:lnTo>
                  <a:lnTo>
                    <a:pt x="89695" y="185659"/>
                  </a:lnTo>
                  <a:lnTo>
                    <a:pt x="88122" y="191244"/>
                  </a:lnTo>
                  <a:lnTo>
                    <a:pt x="87706" y="192889"/>
                  </a:lnTo>
                  <a:lnTo>
                    <a:pt x="87305" y="195041"/>
                  </a:lnTo>
                  <a:lnTo>
                    <a:pt x="87701" y="197118"/>
                  </a:lnTo>
                  <a:lnTo>
                    <a:pt x="88145" y="199008"/>
                  </a:lnTo>
                  <a:lnTo>
                    <a:pt x="88209" y="199646"/>
                  </a:lnTo>
                  <a:lnTo>
                    <a:pt x="87493" y="201425"/>
                  </a:lnTo>
                  <a:lnTo>
                    <a:pt x="86248" y="204517"/>
                  </a:lnTo>
                  <a:lnTo>
                    <a:pt x="85504" y="206370"/>
                  </a:lnTo>
                  <a:lnTo>
                    <a:pt x="85340" y="207381"/>
                  </a:lnTo>
                  <a:lnTo>
                    <a:pt x="85231" y="212031"/>
                  </a:lnTo>
                  <a:lnTo>
                    <a:pt x="85014" y="213279"/>
                  </a:lnTo>
                  <a:lnTo>
                    <a:pt x="84518" y="214982"/>
                  </a:lnTo>
                  <a:lnTo>
                    <a:pt x="83790" y="216857"/>
                  </a:lnTo>
                  <a:lnTo>
                    <a:pt x="83048" y="218313"/>
                  </a:lnTo>
                  <a:lnTo>
                    <a:pt x="82209" y="219322"/>
                  </a:lnTo>
                  <a:lnTo>
                    <a:pt x="81401" y="219694"/>
                  </a:lnTo>
                  <a:lnTo>
                    <a:pt x="80951" y="219110"/>
                  </a:lnTo>
                  <a:lnTo>
                    <a:pt x="80693" y="217697"/>
                  </a:lnTo>
                  <a:lnTo>
                    <a:pt x="80240" y="212012"/>
                  </a:lnTo>
                  <a:lnTo>
                    <a:pt x="80011" y="210795"/>
                  </a:lnTo>
                  <a:lnTo>
                    <a:pt x="79487" y="209688"/>
                  </a:lnTo>
                  <a:lnTo>
                    <a:pt x="78451" y="206579"/>
                  </a:lnTo>
                  <a:lnTo>
                    <a:pt x="77405" y="203432"/>
                  </a:lnTo>
                  <a:lnTo>
                    <a:pt x="76142" y="201222"/>
                  </a:lnTo>
                  <a:lnTo>
                    <a:pt x="75871" y="201380"/>
                  </a:lnTo>
                  <a:lnTo>
                    <a:pt x="75662" y="201979"/>
                  </a:lnTo>
                  <a:lnTo>
                    <a:pt x="75303" y="205140"/>
                  </a:lnTo>
                  <a:lnTo>
                    <a:pt x="74950" y="206299"/>
                  </a:lnTo>
                  <a:lnTo>
                    <a:pt x="74286" y="206699"/>
                  </a:lnTo>
                  <a:lnTo>
                    <a:pt x="73131" y="206727"/>
                  </a:lnTo>
                  <a:lnTo>
                    <a:pt x="72289" y="206289"/>
                  </a:lnTo>
                  <a:lnTo>
                    <a:pt x="72097" y="205663"/>
                  </a:lnTo>
                  <a:lnTo>
                    <a:pt x="71926" y="204292"/>
                  </a:lnTo>
                  <a:lnTo>
                    <a:pt x="71694" y="203191"/>
                  </a:lnTo>
                  <a:lnTo>
                    <a:pt x="70687" y="205409"/>
                  </a:lnTo>
                  <a:lnTo>
                    <a:pt x="69104" y="208899"/>
                  </a:lnTo>
                  <a:lnTo>
                    <a:pt x="68590" y="209470"/>
                  </a:lnTo>
                  <a:lnTo>
                    <a:pt x="68197" y="210173"/>
                  </a:lnTo>
                  <a:lnTo>
                    <a:pt x="67675" y="213428"/>
                  </a:lnTo>
                  <a:lnTo>
                    <a:pt x="67044" y="216915"/>
                  </a:lnTo>
                  <a:lnTo>
                    <a:pt x="66218" y="218735"/>
                  </a:lnTo>
                  <a:lnTo>
                    <a:pt x="65413" y="220264"/>
                  </a:lnTo>
                  <a:lnTo>
                    <a:pt x="64951" y="221601"/>
                  </a:lnTo>
                  <a:lnTo>
                    <a:pt x="64289" y="223190"/>
                  </a:lnTo>
                  <a:lnTo>
                    <a:pt x="62995" y="227135"/>
                  </a:lnTo>
                  <a:lnTo>
                    <a:pt x="61278" y="232366"/>
                  </a:lnTo>
                  <a:lnTo>
                    <a:pt x="60673" y="235066"/>
                  </a:lnTo>
                  <a:lnTo>
                    <a:pt x="60076" y="239106"/>
                  </a:lnTo>
                  <a:lnTo>
                    <a:pt x="59727" y="243577"/>
                  </a:lnTo>
                  <a:lnTo>
                    <a:pt x="59346" y="248480"/>
                  </a:lnTo>
                  <a:lnTo>
                    <a:pt x="58787" y="256349"/>
                  </a:lnTo>
                  <a:lnTo>
                    <a:pt x="57966" y="260799"/>
                  </a:lnTo>
                  <a:lnTo>
                    <a:pt x="57244" y="264341"/>
                  </a:lnTo>
                  <a:lnTo>
                    <a:pt x="56712" y="267124"/>
                  </a:lnTo>
                  <a:lnTo>
                    <a:pt x="56314" y="269340"/>
                  </a:lnTo>
                  <a:lnTo>
                    <a:pt x="56036" y="270318"/>
                  </a:lnTo>
                  <a:lnTo>
                    <a:pt x="55233" y="269682"/>
                  </a:lnTo>
                  <a:lnTo>
                    <a:pt x="54871" y="267687"/>
                  </a:lnTo>
                  <a:lnTo>
                    <a:pt x="54375" y="267362"/>
                  </a:lnTo>
                  <a:lnTo>
                    <a:pt x="53516" y="264430"/>
                  </a:lnTo>
                  <a:lnTo>
                    <a:pt x="53334" y="264918"/>
                  </a:lnTo>
                  <a:lnTo>
                    <a:pt x="54240" y="272346"/>
                  </a:lnTo>
                  <a:lnTo>
                    <a:pt x="53904" y="275256"/>
                  </a:lnTo>
                  <a:lnTo>
                    <a:pt x="51360" y="275322"/>
                  </a:lnTo>
                  <a:lnTo>
                    <a:pt x="49171" y="276300"/>
                  </a:lnTo>
                  <a:lnTo>
                    <a:pt x="47666" y="276210"/>
                  </a:lnTo>
                  <a:lnTo>
                    <a:pt x="46910" y="275158"/>
                  </a:lnTo>
                  <a:lnTo>
                    <a:pt x="46575" y="272373"/>
                  </a:lnTo>
                  <a:lnTo>
                    <a:pt x="46446" y="272660"/>
                  </a:lnTo>
                  <a:lnTo>
                    <a:pt x="46370" y="274153"/>
                  </a:lnTo>
                  <a:lnTo>
                    <a:pt x="45893" y="275326"/>
                  </a:lnTo>
                  <a:lnTo>
                    <a:pt x="44206" y="275550"/>
                  </a:lnTo>
                  <a:lnTo>
                    <a:pt x="43460" y="273647"/>
                  </a:lnTo>
                  <a:lnTo>
                    <a:pt x="42855" y="271519"/>
                  </a:lnTo>
                  <a:lnTo>
                    <a:pt x="42209" y="270571"/>
                  </a:lnTo>
                  <a:lnTo>
                    <a:pt x="42308" y="271467"/>
                  </a:lnTo>
                  <a:lnTo>
                    <a:pt x="43051" y="273543"/>
                  </a:lnTo>
                  <a:lnTo>
                    <a:pt x="42960" y="276533"/>
                  </a:lnTo>
                  <a:lnTo>
                    <a:pt x="41601" y="279993"/>
                  </a:lnTo>
                  <a:lnTo>
                    <a:pt x="40735" y="280189"/>
                  </a:lnTo>
                  <a:lnTo>
                    <a:pt x="40202" y="278698"/>
                  </a:lnTo>
                  <a:lnTo>
                    <a:pt x="39926" y="276264"/>
                  </a:lnTo>
                  <a:lnTo>
                    <a:pt x="39787" y="272666"/>
                  </a:lnTo>
                  <a:lnTo>
                    <a:pt x="39431" y="270318"/>
                  </a:lnTo>
                  <a:lnTo>
                    <a:pt x="39239" y="270318"/>
                  </a:lnTo>
                  <a:lnTo>
                    <a:pt x="39416" y="272467"/>
                  </a:lnTo>
                  <a:lnTo>
                    <a:pt x="39475" y="274221"/>
                  </a:lnTo>
                  <a:lnTo>
                    <a:pt x="39483" y="277870"/>
                  </a:lnTo>
                  <a:lnTo>
                    <a:pt x="40130" y="280701"/>
                  </a:lnTo>
                  <a:lnTo>
                    <a:pt x="39137" y="281581"/>
                  </a:lnTo>
                  <a:lnTo>
                    <a:pt x="38734" y="281614"/>
                  </a:lnTo>
                  <a:lnTo>
                    <a:pt x="37944" y="281679"/>
                  </a:lnTo>
                  <a:lnTo>
                    <a:pt x="37793" y="280629"/>
                  </a:lnTo>
                  <a:lnTo>
                    <a:pt x="37642" y="278283"/>
                  </a:lnTo>
                  <a:lnTo>
                    <a:pt x="37435" y="277668"/>
                  </a:lnTo>
                  <a:lnTo>
                    <a:pt x="37190" y="281645"/>
                  </a:lnTo>
                  <a:lnTo>
                    <a:pt x="36666" y="281925"/>
                  </a:lnTo>
                  <a:lnTo>
                    <a:pt x="36301" y="281888"/>
                  </a:lnTo>
                  <a:lnTo>
                    <a:pt x="34741" y="282754"/>
                  </a:lnTo>
                  <a:lnTo>
                    <a:pt x="34394" y="282590"/>
                  </a:lnTo>
                  <a:lnTo>
                    <a:pt x="34320" y="281850"/>
                  </a:lnTo>
                  <a:lnTo>
                    <a:pt x="34505" y="280750"/>
                  </a:lnTo>
                  <a:lnTo>
                    <a:pt x="34464" y="278964"/>
                  </a:lnTo>
                  <a:lnTo>
                    <a:pt x="33922" y="280342"/>
                  </a:lnTo>
                  <a:lnTo>
                    <a:pt x="33835" y="283096"/>
                  </a:lnTo>
                  <a:lnTo>
                    <a:pt x="33525" y="283536"/>
                  </a:lnTo>
                  <a:lnTo>
                    <a:pt x="32595" y="283145"/>
                  </a:lnTo>
                  <a:lnTo>
                    <a:pt x="31577" y="281728"/>
                  </a:lnTo>
                  <a:lnTo>
                    <a:pt x="30959" y="280275"/>
                  </a:lnTo>
                  <a:lnTo>
                    <a:pt x="29923" y="278260"/>
                  </a:lnTo>
                  <a:lnTo>
                    <a:pt x="27896" y="272608"/>
                  </a:lnTo>
                  <a:lnTo>
                    <a:pt x="27567" y="270067"/>
                  </a:lnTo>
                  <a:lnTo>
                    <a:pt x="26987" y="266948"/>
                  </a:lnTo>
                  <a:lnTo>
                    <a:pt x="26553" y="263784"/>
                  </a:lnTo>
                  <a:lnTo>
                    <a:pt x="25930" y="258372"/>
                  </a:lnTo>
                  <a:lnTo>
                    <a:pt x="26122" y="257979"/>
                  </a:lnTo>
                  <a:lnTo>
                    <a:pt x="26592" y="258444"/>
                  </a:lnTo>
                  <a:lnTo>
                    <a:pt x="26821" y="257637"/>
                  </a:lnTo>
                  <a:lnTo>
                    <a:pt x="25978" y="257049"/>
                  </a:lnTo>
                  <a:lnTo>
                    <a:pt x="25802" y="256421"/>
                  </a:lnTo>
                  <a:lnTo>
                    <a:pt x="25746" y="254522"/>
                  </a:lnTo>
                  <a:lnTo>
                    <a:pt x="25783" y="252204"/>
                  </a:lnTo>
                  <a:lnTo>
                    <a:pt x="26468" y="251389"/>
                  </a:lnTo>
                  <a:lnTo>
                    <a:pt x="27060" y="250996"/>
                  </a:lnTo>
                  <a:lnTo>
                    <a:pt x="27358" y="249585"/>
                  </a:lnTo>
                  <a:lnTo>
                    <a:pt x="27530" y="248171"/>
                  </a:lnTo>
                  <a:lnTo>
                    <a:pt x="25955" y="250312"/>
                  </a:lnTo>
                  <a:lnTo>
                    <a:pt x="24480" y="247888"/>
                  </a:lnTo>
                  <a:lnTo>
                    <a:pt x="24160" y="246418"/>
                  </a:lnTo>
                  <a:lnTo>
                    <a:pt x="24320" y="245291"/>
                  </a:lnTo>
                  <a:lnTo>
                    <a:pt x="25024" y="245120"/>
                  </a:lnTo>
                  <a:lnTo>
                    <a:pt x="26032" y="245208"/>
                  </a:lnTo>
                  <a:lnTo>
                    <a:pt x="26635" y="244108"/>
                  </a:lnTo>
                  <a:lnTo>
                    <a:pt x="26264" y="243724"/>
                  </a:lnTo>
                  <a:lnTo>
                    <a:pt x="25613" y="243766"/>
                  </a:lnTo>
                  <a:lnTo>
                    <a:pt x="25372" y="243038"/>
                  </a:lnTo>
                  <a:lnTo>
                    <a:pt x="25392" y="241277"/>
                  </a:lnTo>
                  <a:lnTo>
                    <a:pt x="25181" y="241667"/>
                  </a:lnTo>
                  <a:lnTo>
                    <a:pt x="24901" y="243227"/>
                  </a:lnTo>
                  <a:lnTo>
                    <a:pt x="23907" y="244374"/>
                  </a:lnTo>
                  <a:lnTo>
                    <a:pt x="23326" y="243227"/>
                  </a:lnTo>
                  <a:lnTo>
                    <a:pt x="23267" y="240668"/>
                  </a:lnTo>
                  <a:lnTo>
                    <a:pt x="23140" y="239517"/>
                  </a:lnTo>
                  <a:lnTo>
                    <a:pt x="22650" y="238618"/>
                  </a:lnTo>
                  <a:lnTo>
                    <a:pt x="20909" y="231857"/>
                  </a:lnTo>
                  <a:lnTo>
                    <a:pt x="18723" y="226217"/>
                  </a:lnTo>
                  <a:lnTo>
                    <a:pt x="16778" y="222334"/>
                  </a:lnTo>
                  <a:lnTo>
                    <a:pt x="13842" y="220479"/>
                  </a:lnTo>
                  <a:lnTo>
                    <a:pt x="7696" y="220551"/>
                  </a:lnTo>
                  <a:lnTo>
                    <a:pt x="7352" y="220016"/>
                  </a:lnTo>
                  <a:lnTo>
                    <a:pt x="7728" y="219123"/>
                  </a:lnTo>
                  <a:lnTo>
                    <a:pt x="8268" y="218527"/>
                  </a:lnTo>
                  <a:lnTo>
                    <a:pt x="10244" y="215383"/>
                  </a:lnTo>
                  <a:lnTo>
                    <a:pt x="9911" y="214966"/>
                  </a:lnTo>
                  <a:lnTo>
                    <a:pt x="7857" y="216934"/>
                  </a:lnTo>
                  <a:lnTo>
                    <a:pt x="7153" y="217122"/>
                  </a:lnTo>
                  <a:lnTo>
                    <a:pt x="6244" y="220906"/>
                  </a:lnTo>
                  <a:lnTo>
                    <a:pt x="830" y="221532"/>
                  </a:lnTo>
                  <a:lnTo>
                    <a:pt x="196" y="221724"/>
                  </a:lnTo>
                  <a:lnTo>
                    <a:pt x="211" y="219997"/>
                  </a:lnTo>
                  <a:lnTo>
                    <a:pt x="476" y="215032"/>
                  </a:lnTo>
                  <a:lnTo>
                    <a:pt x="650" y="213080"/>
                  </a:lnTo>
                  <a:lnTo>
                    <a:pt x="851" y="211604"/>
                  </a:lnTo>
                  <a:lnTo>
                    <a:pt x="643" y="209834"/>
                  </a:lnTo>
                  <a:lnTo>
                    <a:pt x="439" y="207434"/>
                  </a:lnTo>
                  <a:lnTo>
                    <a:pt x="339" y="203669"/>
                  </a:lnTo>
                  <a:lnTo>
                    <a:pt x="593" y="202500"/>
                  </a:lnTo>
                  <a:lnTo>
                    <a:pt x="679" y="201079"/>
                  </a:lnTo>
                  <a:lnTo>
                    <a:pt x="620" y="198854"/>
                  </a:lnTo>
                  <a:lnTo>
                    <a:pt x="619" y="191412"/>
                  </a:lnTo>
                  <a:lnTo>
                    <a:pt x="767" y="190601"/>
                  </a:lnTo>
                  <a:lnTo>
                    <a:pt x="941" y="189983"/>
                  </a:lnTo>
                  <a:lnTo>
                    <a:pt x="952" y="188995"/>
                  </a:lnTo>
                  <a:lnTo>
                    <a:pt x="624" y="187073"/>
                  </a:lnTo>
                  <a:lnTo>
                    <a:pt x="320" y="184876"/>
                  </a:lnTo>
                  <a:lnTo>
                    <a:pt x="330" y="181719"/>
                  </a:lnTo>
                  <a:lnTo>
                    <a:pt x="208" y="178660"/>
                  </a:lnTo>
                  <a:lnTo>
                    <a:pt x="0" y="177268"/>
                  </a:lnTo>
                  <a:lnTo>
                    <a:pt x="156" y="172065"/>
                  </a:lnTo>
                  <a:lnTo>
                    <a:pt x="245" y="165470"/>
                  </a:lnTo>
                  <a:lnTo>
                    <a:pt x="164" y="162550"/>
                  </a:lnTo>
                  <a:lnTo>
                    <a:pt x="361" y="160479"/>
                  </a:lnTo>
                  <a:lnTo>
                    <a:pt x="467" y="155393"/>
                  </a:lnTo>
                  <a:lnTo>
                    <a:pt x="450" y="150414"/>
                  </a:lnTo>
                  <a:lnTo>
                    <a:pt x="853" y="142553"/>
                  </a:lnTo>
                  <a:lnTo>
                    <a:pt x="2038" y="142174"/>
                  </a:lnTo>
                  <a:lnTo>
                    <a:pt x="3450" y="141510"/>
                  </a:lnTo>
                  <a:lnTo>
                    <a:pt x="4080" y="138424"/>
                  </a:lnTo>
                  <a:lnTo>
                    <a:pt x="4441" y="134514"/>
                  </a:lnTo>
                  <a:lnTo>
                    <a:pt x="4327" y="130643"/>
                  </a:lnTo>
                  <a:lnTo>
                    <a:pt x="4601" y="129370"/>
                  </a:lnTo>
                  <a:lnTo>
                    <a:pt x="5166" y="127274"/>
                  </a:lnTo>
                  <a:lnTo>
                    <a:pt x="6185" y="124277"/>
                  </a:lnTo>
                  <a:lnTo>
                    <a:pt x="6144" y="120985"/>
                  </a:lnTo>
                  <a:lnTo>
                    <a:pt x="6426" y="119970"/>
                  </a:lnTo>
                  <a:lnTo>
                    <a:pt x="6909" y="119207"/>
                  </a:lnTo>
                  <a:lnTo>
                    <a:pt x="7601" y="118815"/>
                  </a:lnTo>
                  <a:lnTo>
                    <a:pt x="8375" y="117177"/>
                  </a:lnTo>
                  <a:lnTo>
                    <a:pt x="8806" y="114304"/>
                  </a:lnTo>
                  <a:lnTo>
                    <a:pt x="9227" y="109706"/>
                  </a:lnTo>
                  <a:lnTo>
                    <a:pt x="8561" y="106509"/>
                  </a:lnTo>
                  <a:lnTo>
                    <a:pt x="8574" y="105796"/>
                  </a:lnTo>
                  <a:lnTo>
                    <a:pt x="8825" y="104076"/>
                  </a:lnTo>
                  <a:lnTo>
                    <a:pt x="9234" y="102353"/>
                  </a:lnTo>
                  <a:lnTo>
                    <a:pt x="9558" y="101798"/>
                  </a:lnTo>
                  <a:lnTo>
                    <a:pt x="10310" y="102244"/>
                  </a:lnTo>
                  <a:lnTo>
                    <a:pt x="10437" y="102098"/>
                  </a:lnTo>
                  <a:lnTo>
                    <a:pt x="10553" y="101559"/>
                  </a:lnTo>
                  <a:lnTo>
                    <a:pt x="11040" y="96490"/>
                  </a:lnTo>
                  <a:lnTo>
                    <a:pt x="10994" y="95121"/>
                  </a:lnTo>
                  <a:lnTo>
                    <a:pt x="10294" y="91723"/>
                  </a:lnTo>
                  <a:lnTo>
                    <a:pt x="10179" y="89309"/>
                  </a:lnTo>
                  <a:lnTo>
                    <a:pt x="10076" y="85719"/>
                  </a:lnTo>
                  <a:lnTo>
                    <a:pt x="9905" y="82538"/>
                  </a:lnTo>
                  <a:lnTo>
                    <a:pt x="9702" y="81334"/>
                  </a:lnTo>
                  <a:lnTo>
                    <a:pt x="9327" y="80322"/>
                  </a:lnTo>
                  <a:lnTo>
                    <a:pt x="9160" y="79664"/>
                  </a:lnTo>
                  <a:lnTo>
                    <a:pt x="7707" y="73206"/>
                  </a:lnTo>
                  <a:lnTo>
                    <a:pt x="7734" y="70138"/>
                  </a:lnTo>
                  <a:lnTo>
                    <a:pt x="8343" y="66218"/>
                  </a:lnTo>
                  <a:lnTo>
                    <a:pt x="8742" y="64315"/>
                  </a:lnTo>
                  <a:lnTo>
                    <a:pt x="9297" y="63264"/>
                  </a:lnTo>
                  <a:lnTo>
                    <a:pt x="9409" y="62360"/>
                  </a:lnTo>
                  <a:lnTo>
                    <a:pt x="9241" y="61260"/>
                  </a:lnTo>
                  <a:lnTo>
                    <a:pt x="8963" y="60431"/>
                  </a:lnTo>
                  <a:lnTo>
                    <a:pt x="8900" y="58671"/>
                  </a:lnTo>
                  <a:lnTo>
                    <a:pt x="8979" y="57499"/>
                  </a:lnTo>
                  <a:lnTo>
                    <a:pt x="9177" y="56216"/>
                  </a:lnTo>
                  <a:lnTo>
                    <a:pt x="9099" y="53521"/>
                  </a:lnTo>
                  <a:lnTo>
                    <a:pt x="9115" y="49383"/>
                  </a:lnTo>
                  <a:lnTo>
                    <a:pt x="9208" y="43365"/>
                  </a:lnTo>
                  <a:lnTo>
                    <a:pt x="9235" y="39680"/>
                  </a:lnTo>
                  <a:lnTo>
                    <a:pt x="10413" y="36956"/>
                  </a:lnTo>
                  <a:lnTo>
                    <a:pt x="12130" y="32439"/>
                  </a:lnTo>
                  <a:lnTo>
                    <a:pt x="13004" y="27722"/>
                  </a:lnTo>
                  <a:lnTo>
                    <a:pt x="13472" y="24152"/>
                  </a:lnTo>
                  <a:lnTo>
                    <a:pt x="14050" y="12266"/>
                  </a:lnTo>
                  <a:lnTo>
                    <a:pt x="14466" y="11545"/>
                  </a:lnTo>
                  <a:lnTo>
                    <a:pt x="14960" y="10985"/>
                  </a:lnTo>
                  <a:lnTo>
                    <a:pt x="16683" y="6658"/>
                  </a:lnTo>
                  <a:lnTo>
                    <a:pt x="18010" y="5054"/>
                  </a:lnTo>
                  <a:lnTo>
                    <a:pt x="19023" y="4126"/>
                  </a:lnTo>
                  <a:lnTo>
                    <a:pt x="20547" y="3341"/>
                  </a:lnTo>
                  <a:lnTo>
                    <a:pt x="21492" y="3656"/>
                  </a:lnTo>
                  <a:lnTo>
                    <a:pt x="23215" y="3845"/>
                  </a:lnTo>
                  <a:lnTo>
                    <a:pt x="24571" y="3416"/>
                  </a:lnTo>
                  <a:lnTo>
                    <a:pt x="25722" y="1063"/>
                  </a:lnTo>
                  <a:lnTo>
                    <a:pt x="26243" y="404"/>
                  </a:lnTo>
                  <a:lnTo>
                    <a:pt x="26975" y="0"/>
                  </a:lnTo>
                  <a:lnTo>
                    <a:pt x="30303" y="3175"/>
                  </a:lnTo>
                  <a:lnTo>
                    <a:pt x="33630" y="6181"/>
                  </a:lnTo>
                  <a:lnTo>
                    <a:pt x="34235" y="5905"/>
                  </a:lnTo>
                  <a:lnTo>
                    <a:pt x="34741" y="6325"/>
                  </a:lnTo>
                  <a:lnTo>
                    <a:pt x="35573" y="7955"/>
                  </a:lnTo>
                  <a:lnTo>
                    <a:pt x="36801" y="11448"/>
                  </a:lnTo>
                  <a:lnTo>
                    <a:pt x="37530" y="13702"/>
                  </a:lnTo>
                  <a:lnTo>
                    <a:pt x="37882" y="15028"/>
                  </a:lnTo>
                  <a:lnTo>
                    <a:pt x="39591" y="22610"/>
                  </a:lnTo>
                  <a:lnTo>
                    <a:pt x="40229" y="24513"/>
                  </a:lnTo>
                  <a:lnTo>
                    <a:pt x="40869" y="25549"/>
                  </a:lnTo>
                  <a:lnTo>
                    <a:pt x="41521" y="25923"/>
                  </a:lnTo>
                  <a:lnTo>
                    <a:pt x="42018" y="25786"/>
                  </a:lnTo>
                  <a:lnTo>
                    <a:pt x="42492" y="24932"/>
                  </a:lnTo>
                  <a:lnTo>
                    <a:pt x="43136" y="23241"/>
                  </a:lnTo>
                  <a:lnTo>
                    <a:pt x="44113" y="22474"/>
                  </a:lnTo>
                  <a:lnTo>
                    <a:pt x="44912" y="22624"/>
                  </a:lnTo>
                  <a:lnTo>
                    <a:pt x="49055" y="15807"/>
                  </a:lnTo>
                  <a:lnTo>
                    <a:pt x="49456" y="15718"/>
                  </a:lnTo>
                  <a:lnTo>
                    <a:pt x="50661" y="16254"/>
                  </a:lnTo>
                  <a:lnTo>
                    <a:pt x="52000" y="17188"/>
                  </a:lnTo>
                  <a:lnTo>
                    <a:pt x="55471" y="24028"/>
                  </a:lnTo>
                  <a:lnTo>
                    <a:pt x="58302" y="28505"/>
                  </a:lnTo>
                  <a:lnTo>
                    <a:pt x="60292" y="30003"/>
                  </a:lnTo>
                  <a:lnTo>
                    <a:pt x="62638" y="31066"/>
                  </a:lnTo>
                  <a:lnTo>
                    <a:pt x="66621" y="31387"/>
                  </a:lnTo>
                  <a:lnTo>
                    <a:pt x="69634" y="21795"/>
                  </a:lnTo>
                  <a:lnTo>
                    <a:pt x="70747" y="19700"/>
                  </a:lnTo>
                  <a:lnTo>
                    <a:pt x="72089" y="17810"/>
                  </a:lnTo>
                  <a:lnTo>
                    <a:pt x="72521" y="17488"/>
                  </a:lnTo>
                  <a:lnTo>
                    <a:pt x="74888" y="16034"/>
                  </a:lnTo>
                  <a:lnTo>
                    <a:pt x="79532" y="14813"/>
                  </a:lnTo>
                  <a:lnTo>
                    <a:pt x="83887" y="15343"/>
                  </a:lnTo>
                  <a:lnTo>
                    <a:pt x="84744" y="15729"/>
                  </a:lnTo>
                  <a:lnTo>
                    <a:pt x="86593" y="16995"/>
                  </a:lnTo>
                  <a:lnTo>
                    <a:pt x="89445" y="20124"/>
                  </a:lnTo>
                  <a:lnTo>
                    <a:pt x="90675" y="23119"/>
                  </a:lnTo>
                  <a:lnTo>
                    <a:pt x="92608" y="23614"/>
                  </a:lnTo>
                  <a:lnTo>
                    <a:pt x="93994" y="23021"/>
                  </a:lnTo>
                  <a:lnTo>
                    <a:pt x="94445" y="20049"/>
                  </a:lnTo>
                  <a:lnTo>
                    <a:pt x="95836" y="16142"/>
                  </a:lnTo>
                  <a:lnTo>
                    <a:pt x="96847" y="14552"/>
                  </a:lnTo>
                  <a:lnTo>
                    <a:pt x="97921" y="12523"/>
                  </a:lnTo>
                  <a:lnTo>
                    <a:pt x="99620" y="9997"/>
                  </a:lnTo>
                  <a:lnTo>
                    <a:pt x="101018" y="8858"/>
                  </a:lnTo>
                  <a:lnTo>
                    <a:pt x="102268" y="5968"/>
                  </a:lnTo>
                  <a:lnTo>
                    <a:pt x="103259" y="505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1980011" y="3190596"/>
              <a:ext cx="43383" cy="126254"/>
            </a:xfrm>
            <a:custGeom>
              <a:avLst/>
              <a:pathLst>
                <a:path w="43383" h="126254">
                  <a:moveTo>
                    <a:pt x="43383" y="442"/>
                  </a:moveTo>
                  <a:lnTo>
                    <a:pt x="43115" y="1526"/>
                  </a:lnTo>
                  <a:lnTo>
                    <a:pt x="42821" y="2236"/>
                  </a:lnTo>
                  <a:lnTo>
                    <a:pt x="42206" y="5769"/>
                  </a:lnTo>
                  <a:lnTo>
                    <a:pt x="41994" y="6085"/>
                  </a:lnTo>
                  <a:lnTo>
                    <a:pt x="41952" y="3472"/>
                  </a:lnTo>
                  <a:lnTo>
                    <a:pt x="41586" y="3130"/>
                  </a:lnTo>
                  <a:lnTo>
                    <a:pt x="41157" y="4060"/>
                  </a:lnTo>
                  <a:lnTo>
                    <a:pt x="40920" y="5399"/>
                  </a:lnTo>
                  <a:lnTo>
                    <a:pt x="41293" y="7149"/>
                  </a:lnTo>
                  <a:lnTo>
                    <a:pt x="41621" y="7173"/>
                  </a:lnTo>
                  <a:lnTo>
                    <a:pt x="42020" y="7654"/>
                  </a:lnTo>
                  <a:lnTo>
                    <a:pt x="43092" y="19737"/>
                  </a:lnTo>
                  <a:lnTo>
                    <a:pt x="42862" y="21893"/>
                  </a:lnTo>
                  <a:lnTo>
                    <a:pt x="42197" y="25247"/>
                  </a:lnTo>
                  <a:lnTo>
                    <a:pt x="41565" y="28103"/>
                  </a:lnTo>
                  <a:lnTo>
                    <a:pt x="40933" y="29891"/>
                  </a:lnTo>
                  <a:lnTo>
                    <a:pt x="40150" y="37504"/>
                  </a:lnTo>
                  <a:lnTo>
                    <a:pt x="39443" y="49871"/>
                  </a:lnTo>
                  <a:lnTo>
                    <a:pt x="39951" y="60992"/>
                  </a:lnTo>
                  <a:lnTo>
                    <a:pt x="39694" y="71265"/>
                  </a:lnTo>
                  <a:lnTo>
                    <a:pt x="39917" y="73693"/>
                  </a:lnTo>
                  <a:lnTo>
                    <a:pt x="39985" y="76716"/>
                  </a:lnTo>
                  <a:lnTo>
                    <a:pt x="39463" y="77260"/>
                  </a:lnTo>
                  <a:lnTo>
                    <a:pt x="39168" y="77169"/>
                  </a:lnTo>
                  <a:lnTo>
                    <a:pt x="38867" y="75312"/>
                  </a:lnTo>
                  <a:lnTo>
                    <a:pt x="38901" y="73680"/>
                  </a:lnTo>
                  <a:lnTo>
                    <a:pt x="39213" y="71766"/>
                  </a:lnTo>
                  <a:lnTo>
                    <a:pt x="39340" y="69171"/>
                  </a:lnTo>
                  <a:lnTo>
                    <a:pt x="39193" y="67814"/>
                  </a:lnTo>
                  <a:lnTo>
                    <a:pt x="38885" y="70774"/>
                  </a:lnTo>
                  <a:lnTo>
                    <a:pt x="38344" y="72097"/>
                  </a:lnTo>
                  <a:lnTo>
                    <a:pt x="37991" y="72555"/>
                  </a:lnTo>
                  <a:lnTo>
                    <a:pt x="37646" y="74052"/>
                  </a:lnTo>
                  <a:lnTo>
                    <a:pt x="38012" y="76866"/>
                  </a:lnTo>
                  <a:lnTo>
                    <a:pt x="38481" y="78925"/>
                  </a:lnTo>
                  <a:lnTo>
                    <a:pt x="38636" y="80402"/>
                  </a:lnTo>
                  <a:lnTo>
                    <a:pt x="38463" y="82161"/>
                  </a:lnTo>
                  <a:lnTo>
                    <a:pt x="38356" y="88166"/>
                  </a:lnTo>
                  <a:lnTo>
                    <a:pt x="38189" y="87999"/>
                  </a:lnTo>
                  <a:lnTo>
                    <a:pt x="38018" y="87188"/>
                  </a:lnTo>
                  <a:lnTo>
                    <a:pt x="37521" y="87133"/>
                  </a:lnTo>
                  <a:lnTo>
                    <a:pt x="37462" y="89553"/>
                  </a:lnTo>
                  <a:lnTo>
                    <a:pt x="37501" y="90905"/>
                  </a:lnTo>
                  <a:lnTo>
                    <a:pt x="37079" y="91946"/>
                  </a:lnTo>
                  <a:lnTo>
                    <a:pt x="36928" y="92991"/>
                  </a:lnTo>
                  <a:lnTo>
                    <a:pt x="37274" y="93725"/>
                  </a:lnTo>
                  <a:lnTo>
                    <a:pt x="37654" y="94165"/>
                  </a:lnTo>
                  <a:lnTo>
                    <a:pt x="38123" y="94069"/>
                  </a:lnTo>
                  <a:lnTo>
                    <a:pt x="38510" y="97044"/>
                  </a:lnTo>
                  <a:lnTo>
                    <a:pt x="38631" y="99462"/>
                  </a:lnTo>
                  <a:lnTo>
                    <a:pt x="37735" y="101694"/>
                  </a:lnTo>
                  <a:lnTo>
                    <a:pt x="37431" y="103542"/>
                  </a:lnTo>
                  <a:lnTo>
                    <a:pt x="36923" y="105782"/>
                  </a:lnTo>
                  <a:lnTo>
                    <a:pt x="36638" y="107983"/>
                  </a:lnTo>
                  <a:lnTo>
                    <a:pt x="36553" y="109568"/>
                  </a:lnTo>
                  <a:lnTo>
                    <a:pt x="36900" y="114577"/>
                  </a:lnTo>
                  <a:lnTo>
                    <a:pt x="37514" y="118131"/>
                  </a:lnTo>
                  <a:lnTo>
                    <a:pt x="38032" y="120389"/>
                  </a:lnTo>
                  <a:lnTo>
                    <a:pt x="38725" y="120879"/>
                  </a:lnTo>
                  <a:lnTo>
                    <a:pt x="38562" y="123254"/>
                  </a:lnTo>
                  <a:lnTo>
                    <a:pt x="38043" y="124761"/>
                  </a:lnTo>
                  <a:lnTo>
                    <a:pt x="37099" y="126020"/>
                  </a:lnTo>
                  <a:lnTo>
                    <a:pt x="36059" y="126254"/>
                  </a:lnTo>
                  <a:lnTo>
                    <a:pt x="34358" y="125062"/>
                  </a:lnTo>
                  <a:lnTo>
                    <a:pt x="33665" y="124924"/>
                  </a:lnTo>
                  <a:lnTo>
                    <a:pt x="33393" y="124293"/>
                  </a:lnTo>
                  <a:lnTo>
                    <a:pt x="33313" y="123123"/>
                  </a:lnTo>
                  <a:lnTo>
                    <a:pt x="32826" y="121367"/>
                  </a:lnTo>
                  <a:lnTo>
                    <a:pt x="31935" y="119028"/>
                  </a:lnTo>
                  <a:lnTo>
                    <a:pt x="31420" y="119188"/>
                  </a:lnTo>
                  <a:lnTo>
                    <a:pt x="30581" y="118680"/>
                  </a:lnTo>
                  <a:lnTo>
                    <a:pt x="29186" y="117086"/>
                  </a:lnTo>
                  <a:lnTo>
                    <a:pt x="28542" y="116891"/>
                  </a:lnTo>
                  <a:lnTo>
                    <a:pt x="27618" y="118259"/>
                  </a:lnTo>
                  <a:lnTo>
                    <a:pt x="26543" y="120050"/>
                  </a:lnTo>
                  <a:lnTo>
                    <a:pt x="23949" y="117254"/>
                  </a:lnTo>
                  <a:lnTo>
                    <a:pt x="22128" y="115288"/>
                  </a:lnTo>
                  <a:lnTo>
                    <a:pt x="20491" y="113519"/>
                  </a:lnTo>
                  <a:lnTo>
                    <a:pt x="20053" y="112836"/>
                  </a:lnTo>
                  <a:lnTo>
                    <a:pt x="19696" y="112983"/>
                  </a:lnTo>
                  <a:lnTo>
                    <a:pt x="19386" y="113910"/>
                  </a:lnTo>
                  <a:lnTo>
                    <a:pt x="19031" y="115554"/>
                  </a:lnTo>
                  <a:lnTo>
                    <a:pt x="18915" y="116024"/>
                  </a:lnTo>
                  <a:lnTo>
                    <a:pt x="18726" y="116476"/>
                  </a:lnTo>
                  <a:lnTo>
                    <a:pt x="18514" y="116598"/>
                  </a:lnTo>
                  <a:lnTo>
                    <a:pt x="18505" y="115816"/>
                  </a:lnTo>
                  <a:lnTo>
                    <a:pt x="17705" y="112561"/>
                  </a:lnTo>
                  <a:lnTo>
                    <a:pt x="16430" y="108643"/>
                  </a:lnTo>
                  <a:lnTo>
                    <a:pt x="11548" y="96618"/>
                  </a:lnTo>
                  <a:lnTo>
                    <a:pt x="9754" y="89430"/>
                  </a:lnTo>
                  <a:lnTo>
                    <a:pt x="8792" y="84256"/>
                  </a:lnTo>
                  <a:lnTo>
                    <a:pt x="7875" y="81564"/>
                  </a:lnTo>
                  <a:lnTo>
                    <a:pt x="5239" y="76057"/>
                  </a:lnTo>
                  <a:lnTo>
                    <a:pt x="4631" y="73863"/>
                  </a:lnTo>
                  <a:lnTo>
                    <a:pt x="2018" y="66499"/>
                  </a:lnTo>
                  <a:lnTo>
                    <a:pt x="25" y="62185"/>
                  </a:lnTo>
                  <a:lnTo>
                    <a:pt x="0" y="60350"/>
                  </a:lnTo>
                  <a:lnTo>
                    <a:pt x="818" y="58056"/>
                  </a:lnTo>
                  <a:lnTo>
                    <a:pt x="1219" y="58163"/>
                  </a:lnTo>
                  <a:lnTo>
                    <a:pt x="1655" y="59803"/>
                  </a:lnTo>
                  <a:lnTo>
                    <a:pt x="2363" y="61666"/>
                  </a:lnTo>
                  <a:lnTo>
                    <a:pt x="2696" y="61680"/>
                  </a:lnTo>
                  <a:lnTo>
                    <a:pt x="3187" y="60815"/>
                  </a:lnTo>
                  <a:lnTo>
                    <a:pt x="3200" y="59949"/>
                  </a:lnTo>
                  <a:lnTo>
                    <a:pt x="5873" y="59588"/>
                  </a:lnTo>
                  <a:lnTo>
                    <a:pt x="6353" y="59105"/>
                  </a:lnTo>
                  <a:lnTo>
                    <a:pt x="6838" y="57749"/>
                  </a:lnTo>
                  <a:lnTo>
                    <a:pt x="7085" y="55863"/>
                  </a:lnTo>
                  <a:lnTo>
                    <a:pt x="7127" y="54035"/>
                  </a:lnTo>
                  <a:lnTo>
                    <a:pt x="7229" y="52729"/>
                  </a:lnTo>
                  <a:lnTo>
                    <a:pt x="7658" y="51461"/>
                  </a:lnTo>
                  <a:lnTo>
                    <a:pt x="8441" y="51068"/>
                  </a:lnTo>
                  <a:lnTo>
                    <a:pt x="9045" y="50933"/>
                  </a:lnTo>
                  <a:lnTo>
                    <a:pt x="9224" y="50076"/>
                  </a:lnTo>
                  <a:lnTo>
                    <a:pt x="9042" y="47303"/>
                  </a:lnTo>
                  <a:lnTo>
                    <a:pt x="8716" y="40565"/>
                  </a:lnTo>
                  <a:lnTo>
                    <a:pt x="8648" y="38689"/>
                  </a:lnTo>
                  <a:lnTo>
                    <a:pt x="8759" y="37288"/>
                  </a:lnTo>
                  <a:lnTo>
                    <a:pt x="9003" y="36776"/>
                  </a:lnTo>
                  <a:lnTo>
                    <a:pt x="10189" y="36439"/>
                  </a:lnTo>
                  <a:lnTo>
                    <a:pt x="12432" y="37007"/>
                  </a:lnTo>
                  <a:lnTo>
                    <a:pt x="12867" y="36581"/>
                  </a:lnTo>
                  <a:lnTo>
                    <a:pt x="13766" y="32757"/>
                  </a:lnTo>
                  <a:lnTo>
                    <a:pt x="14602" y="29947"/>
                  </a:lnTo>
                  <a:lnTo>
                    <a:pt x="15198" y="28687"/>
                  </a:lnTo>
                  <a:lnTo>
                    <a:pt x="15668" y="28305"/>
                  </a:lnTo>
                  <a:lnTo>
                    <a:pt x="16212" y="30801"/>
                  </a:lnTo>
                  <a:lnTo>
                    <a:pt x="18106" y="34383"/>
                  </a:lnTo>
                  <a:lnTo>
                    <a:pt x="18426" y="34158"/>
                  </a:lnTo>
                  <a:lnTo>
                    <a:pt x="18614" y="33962"/>
                  </a:lnTo>
                  <a:lnTo>
                    <a:pt x="18673" y="33449"/>
                  </a:lnTo>
                  <a:lnTo>
                    <a:pt x="18640" y="31801"/>
                  </a:lnTo>
                  <a:lnTo>
                    <a:pt x="19114" y="30302"/>
                  </a:lnTo>
                  <a:lnTo>
                    <a:pt x="20096" y="28953"/>
                  </a:lnTo>
                  <a:lnTo>
                    <a:pt x="21083" y="26575"/>
                  </a:lnTo>
                  <a:lnTo>
                    <a:pt x="22076" y="23171"/>
                  </a:lnTo>
                  <a:lnTo>
                    <a:pt x="22938" y="21169"/>
                  </a:lnTo>
                  <a:lnTo>
                    <a:pt x="23667" y="20573"/>
                  </a:lnTo>
                  <a:lnTo>
                    <a:pt x="23944" y="19642"/>
                  </a:lnTo>
                  <a:lnTo>
                    <a:pt x="23770" y="18381"/>
                  </a:lnTo>
                  <a:lnTo>
                    <a:pt x="23829" y="16589"/>
                  </a:lnTo>
                  <a:lnTo>
                    <a:pt x="24119" y="14269"/>
                  </a:lnTo>
                  <a:lnTo>
                    <a:pt x="24542" y="12926"/>
                  </a:lnTo>
                  <a:lnTo>
                    <a:pt x="25099" y="12561"/>
                  </a:lnTo>
                  <a:lnTo>
                    <a:pt x="25318" y="11831"/>
                  </a:lnTo>
                  <a:lnTo>
                    <a:pt x="25202" y="10736"/>
                  </a:lnTo>
                  <a:lnTo>
                    <a:pt x="25310" y="9529"/>
                  </a:lnTo>
                  <a:lnTo>
                    <a:pt x="25812" y="7553"/>
                  </a:lnTo>
                  <a:lnTo>
                    <a:pt x="27011" y="5859"/>
                  </a:lnTo>
                  <a:lnTo>
                    <a:pt x="27697" y="6432"/>
                  </a:lnTo>
                  <a:lnTo>
                    <a:pt x="28267" y="8707"/>
                  </a:lnTo>
                  <a:lnTo>
                    <a:pt x="29073" y="10252"/>
                  </a:lnTo>
                  <a:lnTo>
                    <a:pt x="30114" y="11070"/>
                  </a:lnTo>
                  <a:lnTo>
                    <a:pt x="30923" y="10766"/>
                  </a:lnTo>
                  <a:lnTo>
                    <a:pt x="31499" y="9346"/>
                  </a:lnTo>
                  <a:lnTo>
                    <a:pt x="32017" y="8915"/>
                  </a:lnTo>
                  <a:lnTo>
                    <a:pt x="32477" y="9476"/>
                  </a:lnTo>
                  <a:lnTo>
                    <a:pt x="32720" y="9157"/>
                  </a:lnTo>
                  <a:lnTo>
                    <a:pt x="32746" y="7964"/>
                  </a:lnTo>
                  <a:lnTo>
                    <a:pt x="32984" y="7688"/>
                  </a:lnTo>
                  <a:lnTo>
                    <a:pt x="33434" y="8333"/>
                  </a:lnTo>
                  <a:lnTo>
                    <a:pt x="33834" y="8499"/>
                  </a:lnTo>
                  <a:lnTo>
                    <a:pt x="34183" y="8186"/>
                  </a:lnTo>
                  <a:lnTo>
                    <a:pt x="34319" y="7606"/>
                  </a:lnTo>
                  <a:lnTo>
                    <a:pt x="34389" y="7007"/>
                  </a:lnTo>
                  <a:lnTo>
                    <a:pt x="34650" y="6559"/>
                  </a:lnTo>
                  <a:lnTo>
                    <a:pt x="35550" y="7002"/>
                  </a:lnTo>
                  <a:lnTo>
                    <a:pt x="36559" y="6310"/>
                  </a:lnTo>
                  <a:lnTo>
                    <a:pt x="37678" y="4485"/>
                  </a:lnTo>
                  <a:lnTo>
                    <a:pt x="38421" y="3679"/>
                  </a:lnTo>
                  <a:lnTo>
                    <a:pt x="38787" y="3889"/>
                  </a:lnTo>
                  <a:lnTo>
                    <a:pt x="39227" y="2969"/>
                  </a:lnTo>
                  <a:lnTo>
                    <a:pt x="39739" y="917"/>
                  </a:lnTo>
                  <a:lnTo>
                    <a:pt x="40907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1189016" y="4194498"/>
              <a:ext cx="1489" cy="5078"/>
            </a:xfrm>
            <a:custGeom>
              <a:avLst/>
              <a:pathLst>
                <a:path w="1489" h="5078">
                  <a:moveTo>
                    <a:pt x="1393" y="3456"/>
                  </a:moveTo>
                  <a:lnTo>
                    <a:pt x="428" y="5078"/>
                  </a:lnTo>
                  <a:lnTo>
                    <a:pt x="0" y="3156"/>
                  </a:lnTo>
                  <a:lnTo>
                    <a:pt x="380" y="715"/>
                  </a:lnTo>
                  <a:lnTo>
                    <a:pt x="834" y="77"/>
                  </a:lnTo>
                  <a:lnTo>
                    <a:pt x="1099" y="0"/>
                  </a:lnTo>
                  <a:lnTo>
                    <a:pt x="1489" y="22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2165546" y="3270559"/>
              <a:ext cx="1588" cy="7974"/>
            </a:xfrm>
            <a:custGeom>
              <a:avLst/>
              <a:pathLst>
                <a:path w="1588" h="7974">
                  <a:moveTo>
                    <a:pt x="1588" y="4650"/>
                  </a:moveTo>
                  <a:lnTo>
                    <a:pt x="1122" y="7974"/>
                  </a:lnTo>
                  <a:lnTo>
                    <a:pt x="854" y="6491"/>
                  </a:lnTo>
                  <a:lnTo>
                    <a:pt x="806" y="3848"/>
                  </a:lnTo>
                  <a:lnTo>
                    <a:pt x="614" y="2813"/>
                  </a:lnTo>
                  <a:lnTo>
                    <a:pt x="217" y="2182"/>
                  </a:lnTo>
                  <a:lnTo>
                    <a:pt x="0" y="1312"/>
                  </a:lnTo>
                  <a:lnTo>
                    <a:pt x="17" y="0"/>
                  </a:lnTo>
                  <a:lnTo>
                    <a:pt x="1457" y="20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2217185" y="3116064"/>
              <a:ext cx="597" cy="1634"/>
            </a:xfrm>
            <a:custGeom>
              <a:avLst/>
              <a:pathLst>
                <a:path w="597" h="1634">
                  <a:moveTo>
                    <a:pt x="597" y="1025"/>
                  </a:moveTo>
                  <a:lnTo>
                    <a:pt x="364" y="1634"/>
                  </a:lnTo>
                  <a:lnTo>
                    <a:pt x="158" y="1579"/>
                  </a:lnTo>
                  <a:lnTo>
                    <a:pt x="23" y="991"/>
                  </a:lnTo>
                  <a:lnTo>
                    <a:pt x="0" y="0"/>
                  </a:lnTo>
                  <a:lnTo>
                    <a:pt x="194" y="271"/>
                  </a:lnTo>
                  <a:lnTo>
                    <a:pt x="267" y="422"/>
                  </a:lnTo>
                  <a:lnTo>
                    <a:pt x="328" y="6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2214735" y="3112476"/>
              <a:ext cx="265" cy="952"/>
            </a:xfrm>
            <a:custGeom>
              <a:avLst/>
              <a:pathLst>
                <a:path w="265" h="952">
                  <a:moveTo>
                    <a:pt x="123" y="952"/>
                  </a:moveTo>
                  <a:lnTo>
                    <a:pt x="0" y="683"/>
                  </a:lnTo>
                  <a:lnTo>
                    <a:pt x="22" y="193"/>
                  </a:lnTo>
                  <a:lnTo>
                    <a:pt x="123" y="0"/>
                  </a:lnTo>
                  <a:lnTo>
                    <a:pt x="201" y="135"/>
                  </a:lnTo>
                  <a:lnTo>
                    <a:pt x="265" y="52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2855049" y="2115266"/>
              <a:ext cx="8422" cy="5665"/>
            </a:xfrm>
            <a:custGeom>
              <a:avLst/>
              <a:pathLst>
                <a:path w="8422" h="5665">
                  <a:moveTo>
                    <a:pt x="8422" y="382"/>
                  </a:moveTo>
                  <a:lnTo>
                    <a:pt x="8280" y="1497"/>
                  </a:lnTo>
                  <a:lnTo>
                    <a:pt x="7906" y="2728"/>
                  </a:lnTo>
                  <a:lnTo>
                    <a:pt x="6632" y="4501"/>
                  </a:lnTo>
                  <a:lnTo>
                    <a:pt x="5306" y="5665"/>
                  </a:lnTo>
                  <a:lnTo>
                    <a:pt x="4620" y="5520"/>
                  </a:lnTo>
                  <a:lnTo>
                    <a:pt x="4151" y="4911"/>
                  </a:lnTo>
                  <a:lnTo>
                    <a:pt x="3898" y="4272"/>
                  </a:lnTo>
                  <a:lnTo>
                    <a:pt x="3189" y="3656"/>
                  </a:lnTo>
                  <a:lnTo>
                    <a:pt x="2212" y="3345"/>
                  </a:lnTo>
                  <a:lnTo>
                    <a:pt x="1605" y="4012"/>
                  </a:lnTo>
                  <a:lnTo>
                    <a:pt x="1171" y="4644"/>
                  </a:lnTo>
                  <a:lnTo>
                    <a:pt x="792" y="4540"/>
                  </a:lnTo>
                  <a:lnTo>
                    <a:pt x="506" y="4012"/>
                  </a:lnTo>
                  <a:lnTo>
                    <a:pt x="288" y="3200"/>
                  </a:lnTo>
                  <a:lnTo>
                    <a:pt x="0" y="642"/>
                  </a:lnTo>
                  <a:lnTo>
                    <a:pt x="727" y="174"/>
                  </a:lnTo>
                  <a:lnTo>
                    <a:pt x="2301" y="0"/>
                  </a:lnTo>
                  <a:lnTo>
                    <a:pt x="3522" y="894"/>
                  </a:lnTo>
                  <a:lnTo>
                    <a:pt x="5126" y="1327"/>
                  </a:lnTo>
                  <a:lnTo>
                    <a:pt x="6354" y="102"/>
                  </a:lnTo>
                  <a:lnTo>
                    <a:pt x="7320" y="11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2858399" y="2105012"/>
              <a:ext cx="3620" cy="3527"/>
            </a:xfrm>
            <a:custGeom>
              <a:avLst/>
              <a:pathLst>
                <a:path w="3620" h="3527">
                  <a:moveTo>
                    <a:pt x="2409" y="206"/>
                  </a:moveTo>
                  <a:lnTo>
                    <a:pt x="3347" y="1817"/>
                  </a:lnTo>
                  <a:lnTo>
                    <a:pt x="3547" y="2333"/>
                  </a:lnTo>
                  <a:lnTo>
                    <a:pt x="3620" y="2885"/>
                  </a:lnTo>
                  <a:lnTo>
                    <a:pt x="2426" y="3527"/>
                  </a:lnTo>
                  <a:lnTo>
                    <a:pt x="1158" y="1549"/>
                  </a:lnTo>
                  <a:lnTo>
                    <a:pt x="320" y="2015"/>
                  </a:lnTo>
                  <a:lnTo>
                    <a:pt x="4" y="1079"/>
                  </a:lnTo>
                  <a:lnTo>
                    <a:pt x="0" y="494"/>
                  </a:lnTo>
                  <a:lnTo>
                    <a:pt x="87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2868115" y="2062554"/>
              <a:ext cx="1703" cy="5422"/>
            </a:xfrm>
            <a:custGeom>
              <a:avLst/>
              <a:pathLst>
                <a:path w="1703" h="5422">
                  <a:moveTo>
                    <a:pt x="1701" y="3327"/>
                  </a:moveTo>
                  <a:lnTo>
                    <a:pt x="749" y="5422"/>
                  </a:lnTo>
                  <a:lnTo>
                    <a:pt x="168" y="4836"/>
                  </a:lnTo>
                  <a:lnTo>
                    <a:pt x="0" y="4351"/>
                  </a:lnTo>
                  <a:lnTo>
                    <a:pt x="294" y="2718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2870025" y="2058804"/>
              <a:ext cx="1929" cy="2234"/>
            </a:xfrm>
            <a:custGeom>
              <a:avLst/>
              <a:pathLst>
                <a:path w="1929" h="2234">
                  <a:moveTo>
                    <a:pt x="1929" y="64"/>
                  </a:moveTo>
                  <a:lnTo>
                    <a:pt x="152" y="2234"/>
                  </a:lnTo>
                  <a:lnTo>
                    <a:pt x="0" y="1890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2855999" y="2054935"/>
              <a:ext cx="36035" cy="79508"/>
            </a:xfrm>
            <a:custGeom>
              <a:avLst/>
              <a:pathLst>
                <a:path w="36035" h="79508">
                  <a:moveTo>
                    <a:pt x="7472" y="60714"/>
                  </a:moveTo>
                  <a:lnTo>
                    <a:pt x="6632" y="60269"/>
                  </a:lnTo>
                  <a:lnTo>
                    <a:pt x="5360" y="59037"/>
                  </a:lnTo>
                  <a:lnTo>
                    <a:pt x="3585" y="60037"/>
                  </a:lnTo>
                  <a:lnTo>
                    <a:pt x="2351" y="58839"/>
                  </a:lnTo>
                  <a:lnTo>
                    <a:pt x="1326" y="58721"/>
                  </a:lnTo>
                  <a:lnTo>
                    <a:pt x="688" y="57767"/>
                  </a:lnTo>
                  <a:lnTo>
                    <a:pt x="0" y="56154"/>
                  </a:lnTo>
                  <a:lnTo>
                    <a:pt x="487" y="55094"/>
                  </a:lnTo>
                  <a:lnTo>
                    <a:pt x="958" y="54726"/>
                  </a:lnTo>
                  <a:lnTo>
                    <a:pt x="2836" y="54521"/>
                  </a:lnTo>
                  <a:lnTo>
                    <a:pt x="4202" y="55166"/>
                  </a:lnTo>
                  <a:lnTo>
                    <a:pt x="6656" y="58666"/>
                  </a:lnTo>
                  <a:lnTo>
                    <a:pt x="7275" y="58639"/>
                  </a:lnTo>
                  <a:lnTo>
                    <a:pt x="7933" y="58197"/>
                  </a:lnTo>
                  <a:lnTo>
                    <a:pt x="7598" y="57244"/>
                  </a:lnTo>
                  <a:lnTo>
                    <a:pt x="6984" y="56789"/>
                  </a:lnTo>
                  <a:lnTo>
                    <a:pt x="6071" y="55848"/>
                  </a:lnTo>
                  <a:lnTo>
                    <a:pt x="5343" y="54527"/>
                  </a:lnTo>
                  <a:lnTo>
                    <a:pt x="7053" y="54100"/>
                  </a:lnTo>
                  <a:lnTo>
                    <a:pt x="6816" y="53416"/>
                  </a:lnTo>
                  <a:lnTo>
                    <a:pt x="6591" y="52250"/>
                  </a:lnTo>
                  <a:lnTo>
                    <a:pt x="4787" y="48183"/>
                  </a:lnTo>
                  <a:lnTo>
                    <a:pt x="5095" y="47082"/>
                  </a:lnTo>
                  <a:lnTo>
                    <a:pt x="5548" y="44720"/>
                  </a:lnTo>
                  <a:lnTo>
                    <a:pt x="6113" y="42759"/>
                  </a:lnTo>
                  <a:lnTo>
                    <a:pt x="6564" y="42232"/>
                  </a:lnTo>
                  <a:lnTo>
                    <a:pt x="7305" y="40842"/>
                  </a:lnTo>
                  <a:lnTo>
                    <a:pt x="8915" y="36769"/>
                  </a:lnTo>
                  <a:lnTo>
                    <a:pt x="9939" y="33449"/>
                  </a:lnTo>
                  <a:lnTo>
                    <a:pt x="10701" y="29507"/>
                  </a:lnTo>
                  <a:lnTo>
                    <a:pt x="11818" y="18657"/>
                  </a:lnTo>
                  <a:lnTo>
                    <a:pt x="12149" y="16814"/>
                  </a:lnTo>
                  <a:lnTo>
                    <a:pt x="12688" y="14770"/>
                  </a:lnTo>
                  <a:lnTo>
                    <a:pt x="13364" y="15155"/>
                  </a:lnTo>
                  <a:lnTo>
                    <a:pt x="13834" y="15744"/>
                  </a:lnTo>
                  <a:lnTo>
                    <a:pt x="15500" y="14198"/>
                  </a:lnTo>
                  <a:lnTo>
                    <a:pt x="18357" y="10184"/>
                  </a:lnTo>
                  <a:lnTo>
                    <a:pt x="19199" y="6710"/>
                  </a:lnTo>
                  <a:lnTo>
                    <a:pt x="20026" y="5096"/>
                  </a:lnTo>
                  <a:lnTo>
                    <a:pt x="23309" y="1949"/>
                  </a:lnTo>
                  <a:lnTo>
                    <a:pt x="25123" y="1007"/>
                  </a:lnTo>
                  <a:lnTo>
                    <a:pt x="27920" y="764"/>
                  </a:lnTo>
                  <a:lnTo>
                    <a:pt x="29943" y="203"/>
                  </a:lnTo>
                  <a:lnTo>
                    <a:pt x="32371" y="0"/>
                  </a:lnTo>
                  <a:lnTo>
                    <a:pt x="33296" y="1943"/>
                  </a:lnTo>
                  <a:lnTo>
                    <a:pt x="33832" y="3364"/>
                  </a:lnTo>
                  <a:lnTo>
                    <a:pt x="34696" y="4153"/>
                  </a:lnTo>
                  <a:lnTo>
                    <a:pt x="36035" y="4694"/>
                  </a:lnTo>
                  <a:lnTo>
                    <a:pt x="35955" y="7504"/>
                  </a:lnTo>
                  <a:lnTo>
                    <a:pt x="35964" y="13050"/>
                  </a:lnTo>
                  <a:lnTo>
                    <a:pt x="35864" y="14034"/>
                  </a:lnTo>
                  <a:lnTo>
                    <a:pt x="35264" y="16374"/>
                  </a:lnTo>
                  <a:lnTo>
                    <a:pt x="34627" y="20577"/>
                  </a:lnTo>
                  <a:lnTo>
                    <a:pt x="34456" y="23337"/>
                  </a:lnTo>
                  <a:lnTo>
                    <a:pt x="34265" y="23864"/>
                  </a:lnTo>
                  <a:lnTo>
                    <a:pt x="31720" y="23848"/>
                  </a:lnTo>
                  <a:lnTo>
                    <a:pt x="31358" y="24327"/>
                  </a:lnTo>
                  <a:lnTo>
                    <a:pt x="31306" y="24924"/>
                  </a:lnTo>
                  <a:lnTo>
                    <a:pt x="31434" y="25636"/>
                  </a:lnTo>
                  <a:lnTo>
                    <a:pt x="31373" y="26343"/>
                  </a:lnTo>
                  <a:lnTo>
                    <a:pt x="31174" y="26918"/>
                  </a:lnTo>
                  <a:lnTo>
                    <a:pt x="31282" y="27833"/>
                  </a:lnTo>
                  <a:lnTo>
                    <a:pt x="31724" y="28873"/>
                  </a:lnTo>
                  <a:lnTo>
                    <a:pt x="32528" y="29515"/>
                  </a:lnTo>
                  <a:lnTo>
                    <a:pt x="33389" y="29574"/>
                  </a:lnTo>
                  <a:lnTo>
                    <a:pt x="33832" y="29462"/>
                  </a:lnTo>
                  <a:lnTo>
                    <a:pt x="34156" y="30204"/>
                  </a:lnTo>
                  <a:lnTo>
                    <a:pt x="34476" y="31349"/>
                  </a:lnTo>
                  <a:lnTo>
                    <a:pt x="34452" y="32789"/>
                  </a:lnTo>
                  <a:lnTo>
                    <a:pt x="34327" y="34724"/>
                  </a:lnTo>
                  <a:lnTo>
                    <a:pt x="33920" y="36512"/>
                  </a:lnTo>
                  <a:lnTo>
                    <a:pt x="32745" y="38572"/>
                  </a:lnTo>
                  <a:lnTo>
                    <a:pt x="32219" y="39298"/>
                  </a:lnTo>
                  <a:lnTo>
                    <a:pt x="31726" y="39668"/>
                  </a:lnTo>
                  <a:lnTo>
                    <a:pt x="31490" y="40214"/>
                  </a:lnTo>
                  <a:lnTo>
                    <a:pt x="31379" y="40904"/>
                  </a:lnTo>
                  <a:lnTo>
                    <a:pt x="31404" y="41515"/>
                  </a:lnTo>
                  <a:lnTo>
                    <a:pt x="32239" y="43170"/>
                  </a:lnTo>
                  <a:lnTo>
                    <a:pt x="32219" y="43548"/>
                  </a:lnTo>
                  <a:lnTo>
                    <a:pt x="31977" y="44408"/>
                  </a:lnTo>
                  <a:lnTo>
                    <a:pt x="31656" y="45218"/>
                  </a:lnTo>
                  <a:lnTo>
                    <a:pt x="29501" y="46900"/>
                  </a:lnTo>
                  <a:lnTo>
                    <a:pt x="28610" y="46769"/>
                  </a:lnTo>
                  <a:lnTo>
                    <a:pt x="28103" y="47607"/>
                  </a:lnTo>
                  <a:lnTo>
                    <a:pt x="27944" y="47766"/>
                  </a:lnTo>
                  <a:lnTo>
                    <a:pt x="27381" y="46995"/>
                  </a:lnTo>
                  <a:lnTo>
                    <a:pt x="26125" y="46108"/>
                  </a:lnTo>
                  <a:lnTo>
                    <a:pt x="25651" y="46414"/>
                  </a:lnTo>
                  <a:lnTo>
                    <a:pt x="25388" y="46900"/>
                  </a:lnTo>
                  <a:lnTo>
                    <a:pt x="24598" y="47490"/>
                  </a:lnTo>
                  <a:lnTo>
                    <a:pt x="24032" y="48415"/>
                  </a:lnTo>
                  <a:lnTo>
                    <a:pt x="24030" y="49605"/>
                  </a:lnTo>
                  <a:lnTo>
                    <a:pt x="25032" y="52683"/>
                  </a:lnTo>
                  <a:lnTo>
                    <a:pt x="25384" y="53287"/>
                  </a:lnTo>
                  <a:lnTo>
                    <a:pt x="25401" y="54436"/>
                  </a:lnTo>
                  <a:lnTo>
                    <a:pt x="25886" y="55879"/>
                  </a:lnTo>
                  <a:lnTo>
                    <a:pt x="26383" y="57686"/>
                  </a:lnTo>
                  <a:lnTo>
                    <a:pt x="26436" y="58836"/>
                  </a:lnTo>
                  <a:lnTo>
                    <a:pt x="26379" y="60001"/>
                  </a:lnTo>
                  <a:lnTo>
                    <a:pt x="26123" y="61649"/>
                  </a:lnTo>
                  <a:lnTo>
                    <a:pt x="25254" y="65511"/>
                  </a:lnTo>
                  <a:lnTo>
                    <a:pt x="25244" y="66253"/>
                  </a:lnTo>
                  <a:lnTo>
                    <a:pt x="25317" y="66815"/>
                  </a:lnTo>
                  <a:lnTo>
                    <a:pt x="25615" y="66971"/>
                  </a:lnTo>
                  <a:lnTo>
                    <a:pt x="25841" y="67263"/>
                  </a:lnTo>
                  <a:lnTo>
                    <a:pt x="25774" y="67778"/>
                  </a:lnTo>
                  <a:lnTo>
                    <a:pt x="24150" y="70458"/>
                  </a:lnTo>
                  <a:lnTo>
                    <a:pt x="23941" y="70927"/>
                  </a:lnTo>
                  <a:lnTo>
                    <a:pt x="23259" y="70795"/>
                  </a:lnTo>
                  <a:lnTo>
                    <a:pt x="23155" y="71243"/>
                  </a:lnTo>
                  <a:lnTo>
                    <a:pt x="23248" y="71966"/>
                  </a:lnTo>
                  <a:lnTo>
                    <a:pt x="23513" y="72600"/>
                  </a:lnTo>
                  <a:lnTo>
                    <a:pt x="24093" y="72933"/>
                  </a:lnTo>
                  <a:lnTo>
                    <a:pt x="24590" y="73612"/>
                  </a:lnTo>
                  <a:lnTo>
                    <a:pt x="24990" y="74944"/>
                  </a:lnTo>
                  <a:lnTo>
                    <a:pt x="24466" y="79508"/>
                  </a:lnTo>
                  <a:lnTo>
                    <a:pt x="23491" y="79445"/>
                  </a:lnTo>
                  <a:lnTo>
                    <a:pt x="22577" y="79387"/>
                  </a:lnTo>
                  <a:lnTo>
                    <a:pt x="22093" y="79238"/>
                  </a:lnTo>
                  <a:lnTo>
                    <a:pt x="21579" y="78789"/>
                  </a:lnTo>
                  <a:lnTo>
                    <a:pt x="21344" y="77867"/>
                  </a:lnTo>
                  <a:lnTo>
                    <a:pt x="21059" y="76755"/>
                  </a:lnTo>
                  <a:lnTo>
                    <a:pt x="21136" y="76074"/>
                  </a:lnTo>
                  <a:lnTo>
                    <a:pt x="21993" y="74139"/>
                  </a:lnTo>
                  <a:lnTo>
                    <a:pt x="22121" y="73604"/>
                  </a:lnTo>
                  <a:lnTo>
                    <a:pt x="22033" y="73318"/>
                  </a:lnTo>
                  <a:lnTo>
                    <a:pt x="22119" y="72465"/>
                  </a:lnTo>
                  <a:lnTo>
                    <a:pt x="22778" y="69580"/>
                  </a:lnTo>
                  <a:lnTo>
                    <a:pt x="22863" y="68421"/>
                  </a:lnTo>
                  <a:lnTo>
                    <a:pt x="22568" y="67610"/>
                  </a:lnTo>
                  <a:lnTo>
                    <a:pt x="22144" y="67125"/>
                  </a:lnTo>
                  <a:lnTo>
                    <a:pt x="20764" y="66270"/>
                  </a:lnTo>
                  <a:lnTo>
                    <a:pt x="20107" y="65062"/>
                  </a:lnTo>
                  <a:lnTo>
                    <a:pt x="19802" y="64008"/>
                  </a:lnTo>
                  <a:lnTo>
                    <a:pt x="19495" y="63710"/>
                  </a:lnTo>
                  <a:lnTo>
                    <a:pt x="19043" y="64067"/>
                  </a:lnTo>
                  <a:lnTo>
                    <a:pt x="17899" y="64459"/>
                  </a:lnTo>
                  <a:lnTo>
                    <a:pt x="16970" y="63891"/>
                  </a:lnTo>
                  <a:lnTo>
                    <a:pt x="15871" y="61895"/>
                  </a:lnTo>
                  <a:lnTo>
                    <a:pt x="15617" y="60112"/>
                  </a:lnTo>
                  <a:lnTo>
                    <a:pt x="15483" y="58744"/>
                  </a:lnTo>
                  <a:lnTo>
                    <a:pt x="15209" y="58272"/>
                  </a:lnTo>
                  <a:lnTo>
                    <a:pt x="14840" y="58973"/>
                  </a:lnTo>
                  <a:lnTo>
                    <a:pt x="14372" y="60084"/>
                  </a:lnTo>
                  <a:lnTo>
                    <a:pt x="13450" y="60217"/>
                  </a:lnTo>
                  <a:lnTo>
                    <a:pt x="13187" y="59958"/>
                  </a:lnTo>
                  <a:lnTo>
                    <a:pt x="13142" y="59344"/>
                  </a:lnTo>
                  <a:lnTo>
                    <a:pt x="13090" y="58756"/>
                  </a:lnTo>
                  <a:lnTo>
                    <a:pt x="12836" y="58027"/>
                  </a:lnTo>
                  <a:lnTo>
                    <a:pt x="12562" y="57622"/>
                  </a:lnTo>
                  <a:lnTo>
                    <a:pt x="11392" y="59672"/>
                  </a:lnTo>
                  <a:lnTo>
                    <a:pt x="10958" y="59666"/>
                  </a:lnTo>
                  <a:lnTo>
                    <a:pt x="10408" y="58878"/>
                  </a:lnTo>
                  <a:lnTo>
                    <a:pt x="10137" y="58106"/>
                  </a:lnTo>
                  <a:lnTo>
                    <a:pt x="9536" y="58546"/>
                  </a:lnTo>
                  <a:lnTo>
                    <a:pt x="8996" y="59499"/>
                  </a:lnTo>
                  <a:lnTo>
                    <a:pt x="9181" y="61286"/>
                  </a:lnTo>
                  <a:lnTo>
                    <a:pt x="8890" y="61614"/>
                  </a:lnTo>
                  <a:lnTo>
                    <a:pt x="8225" y="614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2872740" y="2054864"/>
              <a:ext cx="3772" cy="1943"/>
            </a:xfrm>
            <a:custGeom>
              <a:avLst/>
              <a:pathLst>
                <a:path w="3772" h="1943">
                  <a:moveTo>
                    <a:pt x="1303" y="1708"/>
                  </a:moveTo>
                  <a:lnTo>
                    <a:pt x="407" y="1943"/>
                  </a:lnTo>
                  <a:lnTo>
                    <a:pt x="0" y="1529"/>
                  </a:lnTo>
                  <a:lnTo>
                    <a:pt x="2162" y="357"/>
                  </a:lnTo>
                  <a:lnTo>
                    <a:pt x="3530" y="0"/>
                  </a:lnTo>
                  <a:lnTo>
                    <a:pt x="3772" y="16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2877201" y="2053932"/>
              <a:ext cx="2643" cy="959"/>
            </a:xfrm>
            <a:custGeom>
              <a:avLst/>
              <a:pathLst>
                <a:path w="2643" h="959">
                  <a:moveTo>
                    <a:pt x="2643" y="480"/>
                  </a:moveTo>
                  <a:lnTo>
                    <a:pt x="747" y="959"/>
                  </a:lnTo>
                  <a:lnTo>
                    <a:pt x="106" y="597"/>
                  </a:lnTo>
                  <a:lnTo>
                    <a:pt x="0" y="253"/>
                  </a:lnTo>
                  <a:lnTo>
                    <a:pt x="517" y="50"/>
                  </a:lnTo>
                  <a:lnTo>
                    <a:pt x="2133" y="0"/>
                  </a:lnTo>
                  <a:lnTo>
                    <a:pt x="2633" y="29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2882056" y="2052753"/>
              <a:ext cx="1673" cy="1128"/>
            </a:xfrm>
            <a:custGeom>
              <a:avLst/>
              <a:pathLst>
                <a:path w="1673" h="1128">
                  <a:moveTo>
                    <a:pt x="1673" y="125"/>
                  </a:moveTo>
                  <a:lnTo>
                    <a:pt x="326" y="1128"/>
                  </a:lnTo>
                  <a:lnTo>
                    <a:pt x="0" y="917"/>
                  </a:lnTo>
                  <a:lnTo>
                    <a:pt x="80" y="627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2886697" y="2049488"/>
              <a:ext cx="1526" cy="1367"/>
            </a:xfrm>
            <a:custGeom>
              <a:avLst/>
              <a:pathLst>
                <a:path w="1526" h="1367">
                  <a:moveTo>
                    <a:pt x="890" y="1269"/>
                  </a:moveTo>
                  <a:lnTo>
                    <a:pt x="0" y="1367"/>
                  </a:lnTo>
                  <a:lnTo>
                    <a:pt x="254" y="585"/>
                  </a:lnTo>
                  <a:lnTo>
                    <a:pt x="1081" y="0"/>
                  </a:lnTo>
                  <a:lnTo>
                    <a:pt x="152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2870239" y="1847770"/>
              <a:ext cx="1528" cy="7779"/>
            </a:xfrm>
            <a:custGeom>
              <a:avLst/>
              <a:pathLst>
                <a:path w="1528" h="7779">
                  <a:moveTo>
                    <a:pt x="1497" y="4269"/>
                  </a:moveTo>
                  <a:lnTo>
                    <a:pt x="1528" y="7779"/>
                  </a:lnTo>
                  <a:lnTo>
                    <a:pt x="643" y="7514"/>
                  </a:lnTo>
                  <a:lnTo>
                    <a:pt x="245" y="6167"/>
                  </a:lnTo>
                  <a:lnTo>
                    <a:pt x="129" y="5308"/>
                  </a:lnTo>
                  <a:lnTo>
                    <a:pt x="199" y="3276"/>
                  </a:lnTo>
                  <a:lnTo>
                    <a:pt x="0" y="1181"/>
                  </a:lnTo>
                  <a:lnTo>
                    <a:pt x="260" y="141"/>
                  </a:lnTo>
                  <a:lnTo>
                    <a:pt x="582" y="0"/>
                  </a:lnTo>
                  <a:lnTo>
                    <a:pt x="1154" y="186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2868979" y="1825687"/>
              <a:ext cx="1674" cy="3765"/>
            </a:xfrm>
            <a:custGeom>
              <a:avLst/>
              <a:pathLst>
                <a:path w="1674" h="3765">
                  <a:moveTo>
                    <a:pt x="1534" y="3392"/>
                  </a:moveTo>
                  <a:lnTo>
                    <a:pt x="683" y="3765"/>
                  </a:lnTo>
                  <a:lnTo>
                    <a:pt x="0" y="3446"/>
                  </a:lnTo>
                  <a:lnTo>
                    <a:pt x="244" y="624"/>
                  </a:lnTo>
                  <a:lnTo>
                    <a:pt x="601" y="162"/>
                  </a:lnTo>
                  <a:lnTo>
                    <a:pt x="1119" y="0"/>
                  </a:lnTo>
                  <a:lnTo>
                    <a:pt x="1674" y="151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2897868" y="1758568"/>
              <a:ext cx="3238" cy="3956"/>
            </a:xfrm>
            <a:custGeom>
              <a:avLst/>
              <a:pathLst>
                <a:path w="3238" h="3956">
                  <a:moveTo>
                    <a:pt x="2871" y="3935"/>
                  </a:moveTo>
                  <a:lnTo>
                    <a:pt x="1929" y="3956"/>
                  </a:lnTo>
                  <a:lnTo>
                    <a:pt x="810" y="3500"/>
                  </a:lnTo>
                  <a:lnTo>
                    <a:pt x="108" y="2533"/>
                  </a:lnTo>
                  <a:lnTo>
                    <a:pt x="0" y="1681"/>
                  </a:lnTo>
                  <a:lnTo>
                    <a:pt x="1291" y="620"/>
                  </a:lnTo>
                  <a:lnTo>
                    <a:pt x="2591" y="0"/>
                  </a:lnTo>
                  <a:lnTo>
                    <a:pt x="3192" y="1165"/>
                  </a:lnTo>
                  <a:lnTo>
                    <a:pt x="3238" y="308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2902512" y="1748704"/>
              <a:ext cx="5073" cy="4132"/>
            </a:xfrm>
            <a:custGeom>
              <a:avLst/>
              <a:pathLst>
                <a:path w="5073" h="4132">
                  <a:moveTo>
                    <a:pt x="1765" y="4062"/>
                  </a:moveTo>
                  <a:lnTo>
                    <a:pt x="663" y="4132"/>
                  </a:lnTo>
                  <a:lnTo>
                    <a:pt x="0" y="3471"/>
                  </a:lnTo>
                  <a:lnTo>
                    <a:pt x="1578" y="2151"/>
                  </a:lnTo>
                  <a:lnTo>
                    <a:pt x="4054" y="895"/>
                  </a:lnTo>
                  <a:lnTo>
                    <a:pt x="4290" y="98"/>
                  </a:lnTo>
                  <a:lnTo>
                    <a:pt x="4590" y="0"/>
                  </a:lnTo>
                  <a:lnTo>
                    <a:pt x="5019" y="981"/>
                  </a:lnTo>
                  <a:lnTo>
                    <a:pt x="5073" y="2324"/>
                  </a:lnTo>
                  <a:lnTo>
                    <a:pt x="4801" y="29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2926092" y="1714011"/>
              <a:ext cx="4867" cy="4156"/>
            </a:xfrm>
            <a:custGeom>
              <a:avLst/>
              <a:pathLst>
                <a:path w="4867" h="4156">
                  <a:moveTo>
                    <a:pt x="4726" y="3334"/>
                  </a:moveTo>
                  <a:lnTo>
                    <a:pt x="4221" y="4156"/>
                  </a:lnTo>
                  <a:lnTo>
                    <a:pt x="3101" y="3496"/>
                  </a:lnTo>
                  <a:lnTo>
                    <a:pt x="890" y="4006"/>
                  </a:lnTo>
                  <a:lnTo>
                    <a:pt x="0" y="3203"/>
                  </a:lnTo>
                  <a:lnTo>
                    <a:pt x="707" y="1639"/>
                  </a:lnTo>
                  <a:lnTo>
                    <a:pt x="2702" y="0"/>
                  </a:lnTo>
                  <a:lnTo>
                    <a:pt x="3775" y="75"/>
                  </a:lnTo>
                  <a:lnTo>
                    <a:pt x="4867" y="20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2935949" y="1692523"/>
              <a:ext cx="2288" cy="3256"/>
            </a:xfrm>
            <a:custGeom>
              <a:avLst/>
              <a:pathLst>
                <a:path w="2288" h="3256">
                  <a:moveTo>
                    <a:pt x="1949" y="2346"/>
                  </a:moveTo>
                  <a:lnTo>
                    <a:pt x="1314" y="3256"/>
                  </a:lnTo>
                  <a:lnTo>
                    <a:pt x="126" y="2995"/>
                  </a:lnTo>
                  <a:lnTo>
                    <a:pt x="0" y="2214"/>
                  </a:lnTo>
                  <a:lnTo>
                    <a:pt x="338" y="650"/>
                  </a:lnTo>
                  <a:lnTo>
                    <a:pt x="1059" y="0"/>
                  </a:lnTo>
                  <a:lnTo>
                    <a:pt x="1992" y="128"/>
                  </a:lnTo>
                  <a:lnTo>
                    <a:pt x="2288" y="7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2942335" y="1683497"/>
              <a:ext cx="3358" cy="3318"/>
            </a:xfrm>
            <a:custGeom>
              <a:avLst/>
              <a:pathLst>
                <a:path w="3358" h="3318">
                  <a:moveTo>
                    <a:pt x="769" y="3233"/>
                  </a:moveTo>
                  <a:lnTo>
                    <a:pt x="0" y="3318"/>
                  </a:lnTo>
                  <a:lnTo>
                    <a:pt x="6" y="2110"/>
                  </a:lnTo>
                  <a:lnTo>
                    <a:pt x="447" y="1012"/>
                  </a:lnTo>
                  <a:lnTo>
                    <a:pt x="1147" y="279"/>
                  </a:lnTo>
                  <a:lnTo>
                    <a:pt x="2046" y="83"/>
                  </a:lnTo>
                  <a:lnTo>
                    <a:pt x="3053" y="0"/>
                  </a:lnTo>
                  <a:lnTo>
                    <a:pt x="3358" y="581"/>
                  </a:lnTo>
                  <a:lnTo>
                    <a:pt x="2779" y="140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2941353" y="1677611"/>
              <a:ext cx="2839" cy="5139"/>
            </a:xfrm>
            <a:custGeom>
              <a:avLst/>
              <a:pathLst>
                <a:path w="2839" h="5139">
                  <a:moveTo>
                    <a:pt x="890" y="4943"/>
                  </a:moveTo>
                  <a:lnTo>
                    <a:pt x="0" y="5139"/>
                  </a:lnTo>
                  <a:lnTo>
                    <a:pt x="148" y="3834"/>
                  </a:lnTo>
                  <a:lnTo>
                    <a:pt x="868" y="2597"/>
                  </a:lnTo>
                  <a:lnTo>
                    <a:pt x="1144" y="1750"/>
                  </a:lnTo>
                  <a:lnTo>
                    <a:pt x="1288" y="754"/>
                  </a:lnTo>
                  <a:lnTo>
                    <a:pt x="1923" y="0"/>
                  </a:lnTo>
                  <a:lnTo>
                    <a:pt x="2821" y="963"/>
                  </a:lnTo>
                  <a:lnTo>
                    <a:pt x="2839" y="2602"/>
                  </a:lnTo>
                  <a:lnTo>
                    <a:pt x="2394" y="40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2946128" y="1622627"/>
              <a:ext cx="2872" cy="7390"/>
            </a:xfrm>
            <a:custGeom>
              <a:avLst/>
              <a:pathLst>
                <a:path w="2872" h="7390">
                  <a:moveTo>
                    <a:pt x="1420" y="5827"/>
                  </a:moveTo>
                  <a:lnTo>
                    <a:pt x="0" y="7390"/>
                  </a:lnTo>
                  <a:lnTo>
                    <a:pt x="518" y="4537"/>
                  </a:lnTo>
                  <a:lnTo>
                    <a:pt x="1285" y="1650"/>
                  </a:lnTo>
                  <a:lnTo>
                    <a:pt x="2346" y="0"/>
                  </a:lnTo>
                  <a:lnTo>
                    <a:pt x="2872" y="647"/>
                  </a:lnTo>
                  <a:lnTo>
                    <a:pt x="2631" y="2028"/>
                  </a:lnTo>
                  <a:lnTo>
                    <a:pt x="2636" y="3394"/>
                  </a:lnTo>
                  <a:lnTo>
                    <a:pt x="2409" y="404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2949738" y="1616576"/>
              <a:ext cx="8838" cy="8296"/>
            </a:xfrm>
            <a:custGeom>
              <a:avLst/>
              <a:pathLst>
                <a:path w="8838" h="8296">
                  <a:moveTo>
                    <a:pt x="6473" y="318"/>
                  </a:moveTo>
                  <a:lnTo>
                    <a:pt x="7045" y="823"/>
                  </a:lnTo>
                  <a:lnTo>
                    <a:pt x="8538" y="676"/>
                  </a:lnTo>
                  <a:lnTo>
                    <a:pt x="8838" y="865"/>
                  </a:lnTo>
                  <a:lnTo>
                    <a:pt x="8626" y="1699"/>
                  </a:lnTo>
                  <a:lnTo>
                    <a:pt x="7977" y="2617"/>
                  </a:lnTo>
                  <a:lnTo>
                    <a:pt x="6615" y="3180"/>
                  </a:lnTo>
                  <a:lnTo>
                    <a:pt x="6003" y="4580"/>
                  </a:lnTo>
                  <a:lnTo>
                    <a:pt x="5565" y="5057"/>
                  </a:lnTo>
                  <a:lnTo>
                    <a:pt x="4389" y="5062"/>
                  </a:lnTo>
                  <a:lnTo>
                    <a:pt x="3696" y="5386"/>
                  </a:lnTo>
                  <a:lnTo>
                    <a:pt x="2842" y="6632"/>
                  </a:lnTo>
                  <a:lnTo>
                    <a:pt x="2160" y="5713"/>
                  </a:lnTo>
                  <a:lnTo>
                    <a:pt x="1969" y="6365"/>
                  </a:lnTo>
                  <a:lnTo>
                    <a:pt x="1845" y="7531"/>
                  </a:lnTo>
                  <a:lnTo>
                    <a:pt x="1466" y="7873"/>
                  </a:lnTo>
                  <a:lnTo>
                    <a:pt x="287" y="8296"/>
                  </a:lnTo>
                  <a:lnTo>
                    <a:pt x="0" y="5581"/>
                  </a:lnTo>
                  <a:lnTo>
                    <a:pt x="542" y="4595"/>
                  </a:lnTo>
                  <a:lnTo>
                    <a:pt x="967" y="3417"/>
                  </a:lnTo>
                  <a:lnTo>
                    <a:pt x="1619" y="3237"/>
                  </a:lnTo>
                  <a:lnTo>
                    <a:pt x="2203" y="3335"/>
                  </a:lnTo>
                  <a:lnTo>
                    <a:pt x="3253" y="800"/>
                  </a:lnTo>
                  <a:lnTo>
                    <a:pt x="4693" y="80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2961024" y="1594949"/>
              <a:ext cx="9836" cy="11868"/>
            </a:xfrm>
            <a:custGeom>
              <a:avLst/>
              <a:pathLst>
                <a:path w="9836" h="11868">
                  <a:moveTo>
                    <a:pt x="8014" y="1917"/>
                  </a:moveTo>
                  <a:lnTo>
                    <a:pt x="9265" y="4892"/>
                  </a:lnTo>
                  <a:lnTo>
                    <a:pt x="9836" y="6631"/>
                  </a:lnTo>
                  <a:lnTo>
                    <a:pt x="9373" y="9916"/>
                  </a:lnTo>
                  <a:lnTo>
                    <a:pt x="8158" y="11574"/>
                  </a:lnTo>
                  <a:lnTo>
                    <a:pt x="6283" y="11868"/>
                  </a:lnTo>
                  <a:lnTo>
                    <a:pt x="4968" y="11731"/>
                  </a:lnTo>
                  <a:lnTo>
                    <a:pt x="4139" y="10933"/>
                  </a:lnTo>
                  <a:lnTo>
                    <a:pt x="4036" y="10039"/>
                  </a:lnTo>
                  <a:lnTo>
                    <a:pt x="3557" y="9775"/>
                  </a:lnTo>
                  <a:lnTo>
                    <a:pt x="2294" y="10923"/>
                  </a:lnTo>
                  <a:lnTo>
                    <a:pt x="1416" y="11079"/>
                  </a:lnTo>
                  <a:lnTo>
                    <a:pt x="300" y="10187"/>
                  </a:lnTo>
                  <a:lnTo>
                    <a:pt x="0" y="8763"/>
                  </a:lnTo>
                  <a:lnTo>
                    <a:pt x="1184" y="6977"/>
                  </a:lnTo>
                  <a:lnTo>
                    <a:pt x="1733" y="5589"/>
                  </a:lnTo>
                  <a:lnTo>
                    <a:pt x="3047" y="5712"/>
                  </a:lnTo>
                  <a:lnTo>
                    <a:pt x="3376" y="6143"/>
                  </a:lnTo>
                  <a:lnTo>
                    <a:pt x="4118" y="6413"/>
                  </a:lnTo>
                  <a:lnTo>
                    <a:pt x="4570" y="4741"/>
                  </a:lnTo>
                  <a:lnTo>
                    <a:pt x="4466" y="3585"/>
                  </a:lnTo>
                  <a:lnTo>
                    <a:pt x="4796" y="2781"/>
                  </a:lnTo>
                  <a:lnTo>
                    <a:pt x="6384" y="3360"/>
                  </a:lnTo>
                  <a:lnTo>
                    <a:pt x="6386" y="220"/>
                  </a:lnTo>
                  <a:lnTo>
                    <a:pt x="7002" y="0"/>
                  </a:lnTo>
                  <a:lnTo>
                    <a:pt x="7255" y="119"/>
                  </a:lnTo>
                  <a:lnTo>
                    <a:pt x="7711" y="7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2959907" y="1586261"/>
              <a:ext cx="22016" cy="33206"/>
            </a:xfrm>
            <a:custGeom>
              <a:avLst/>
              <a:pathLst>
                <a:path w="22016" h="33206">
                  <a:moveTo>
                    <a:pt x="14450" y="21890"/>
                  </a:moveTo>
                  <a:lnTo>
                    <a:pt x="14566" y="22098"/>
                  </a:lnTo>
                  <a:lnTo>
                    <a:pt x="15875" y="19252"/>
                  </a:lnTo>
                  <a:lnTo>
                    <a:pt x="17327" y="18365"/>
                  </a:lnTo>
                  <a:lnTo>
                    <a:pt x="17417" y="17375"/>
                  </a:lnTo>
                  <a:lnTo>
                    <a:pt x="17979" y="16417"/>
                  </a:lnTo>
                  <a:lnTo>
                    <a:pt x="17915" y="14853"/>
                  </a:lnTo>
                  <a:lnTo>
                    <a:pt x="18202" y="13582"/>
                  </a:lnTo>
                  <a:lnTo>
                    <a:pt x="18941" y="13246"/>
                  </a:lnTo>
                  <a:lnTo>
                    <a:pt x="19403" y="12816"/>
                  </a:lnTo>
                  <a:lnTo>
                    <a:pt x="19916" y="12579"/>
                  </a:lnTo>
                  <a:lnTo>
                    <a:pt x="20842" y="13607"/>
                  </a:lnTo>
                  <a:lnTo>
                    <a:pt x="21365" y="14748"/>
                  </a:lnTo>
                  <a:lnTo>
                    <a:pt x="22016" y="17300"/>
                  </a:lnTo>
                  <a:lnTo>
                    <a:pt x="21746" y="19769"/>
                  </a:lnTo>
                  <a:lnTo>
                    <a:pt x="20003" y="21694"/>
                  </a:lnTo>
                  <a:lnTo>
                    <a:pt x="18618" y="22562"/>
                  </a:lnTo>
                  <a:lnTo>
                    <a:pt x="17220" y="24773"/>
                  </a:lnTo>
                  <a:lnTo>
                    <a:pt x="16516" y="26580"/>
                  </a:lnTo>
                  <a:lnTo>
                    <a:pt x="15913" y="26972"/>
                  </a:lnTo>
                  <a:lnTo>
                    <a:pt x="15531" y="26825"/>
                  </a:lnTo>
                  <a:lnTo>
                    <a:pt x="15191" y="26387"/>
                  </a:lnTo>
                  <a:lnTo>
                    <a:pt x="14482" y="26386"/>
                  </a:lnTo>
                  <a:lnTo>
                    <a:pt x="13702" y="27954"/>
                  </a:lnTo>
                  <a:lnTo>
                    <a:pt x="11346" y="29230"/>
                  </a:lnTo>
                  <a:lnTo>
                    <a:pt x="10422" y="28862"/>
                  </a:lnTo>
                  <a:lnTo>
                    <a:pt x="10380" y="27298"/>
                  </a:lnTo>
                  <a:lnTo>
                    <a:pt x="9829" y="27428"/>
                  </a:lnTo>
                  <a:lnTo>
                    <a:pt x="8947" y="29302"/>
                  </a:lnTo>
                  <a:lnTo>
                    <a:pt x="8083" y="29928"/>
                  </a:lnTo>
                  <a:lnTo>
                    <a:pt x="7503" y="30120"/>
                  </a:lnTo>
                  <a:lnTo>
                    <a:pt x="6437" y="29414"/>
                  </a:lnTo>
                  <a:lnTo>
                    <a:pt x="3573" y="32609"/>
                  </a:lnTo>
                  <a:lnTo>
                    <a:pt x="887" y="33206"/>
                  </a:lnTo>
                  <a:lnTo>
                    <a:pt x="2" y="32837"/>
                  </a:lnTo>
                  <a:lnTo>
                    <a:pt x="0" y="30882"/>
                  </a:lnTo>
                  <a:lnTo>
                    <a:pt x="1735" y="28381"/>
                  </a:lnTo>
                  <a:lnTo>
                    <a:pt x="3159" y="26644"/>
                  </a:lnTo>
                  <a:lnTo>
                    <a:pt x="8057" y="25431"/>
                  </a:lnTo>
                  <a:lnTo>
                    <a:pt x="11107" y="20277"/>
                  </a:lnTo>
                  <a:lnTo>
                    <a:pt x="11844" y="14677"/>
                  </a:lnTo>
                  <a:lnTo>
                    <a:pt x="12565" y="12656"/>
                  </a:lnTo>
                  <a:lnTo>
                    <a:pt x="12226" y="11513"/>
                  </a:lnTo>
                  <a:lnTo>
                    <a:pt x="11405" y="11313"/>
                  </a:lnTo>
                  <a:lnTo>
                    <a:pt x="11356" y="9558"/>
                  </a:lnTo>
                  <a:lnTo>
                    <a:pt x="11784" y="7641"/>
                  </a:lnTo>
                  <a:lnTo>
                    <a:pt x="13384" y="5007"/>
                  </a:lnTo>
                  <a:lnTo>
                    <a:pt x="14274" y="3886"/>
                  </a:lnTo>
                  <a:lnTo>
                    <a:pt x="15722" y="714"/>
                  </a:lnTo>
                  <a:lnTo>
                    <a:pt x="16421" y="0"/>
                  </a:lnTo>
                  <a:lnTo>
                    <a:pt x="17216" y="0"/>
                  </a:lnTo>
                  <a:lnTo>
                    <a:pt x="17999" y="830"/>
                  </a:lnTo>
                  <a:lnTo>
                    <a:pt x="17858" y="2530"/>
                  </a:lnTo>
                  <a:lnTo>
                    <a:pt x="16684" y="5596"/>
                  </a:lnTo>
                  <a:lnTo>
                    <a:pt x="14944" y="8209"/>
                  </a:lnTo>
                  <a:lnTo>
                    <a:pt x="15156" y="10085"/>
                  </a:lnTo>
                  <a:lnTo>
                    <a:pt x="15849" y="11629"/>
                  </a:lnTo>
                  <a:lnTo>
                    <a:pt x="16019" y="14267"/>
                  </a:lnTo>
                  <a:lnTo>
                    <a:pt x="16061" y="16808"/>
                  </a:lnTo>
                  <a:lnTo>
                    <a:pt x="14742" y="2024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2984453" y="1577568"/>
              <a:ext cx="12173" cy="17214"/>
            </a:xfrm>
            <a:custGeom>
              <a:avLst/>
              <a:pathLst>
                <a:path w="12173" h="17214">
                  <a:moveTo>
                    <a:pt x="6658" y="0"/>
                  </a:moveTo>
                  <a:lnTo>
                    <a:pt x="7813" y="1689"/>
                  </a:lnTo>
                  <a:lnTo>
                    <a:pt x="8334" y="1172"/>
                  </a:lnTo>
                  <a:lnTo>
                    <a:pt x="9356" y="980"/>
                  </a:lnTo>
                  <a:lnTo>
                    <a:pt x="10116" y="1574"/>
                  </a:lnTo>
                  <a:lnTo>
                    <a:pt x="10738" y="2647"/>
                  </a:lnTo>
                  <a:lnTo>
                    <a:pt x="11475" y="2696"/>
                  </a:lnTo>
                  <a:lnTo>
                    <a:pt x="11938" y="4098"/>
                  </a:lnTo>
                  <a:lnTo>
                    <a:pt x="12173" y="5924"/>
                  </a:lnTo>
                  <a:lnTo>
                    <a:pt x="11638" y="7287"/>
                  </a:lnTo>
                  <a:lnTo>
                    <a:pt x="10879" y="7905"/>
                  </a:lnTo>
                  <a:lnTo>
                    <a:pt x="10673" y="9512"/>
                  </a:lnTo>
                  <a:lnTo>
                    <a:pt x="10961" y="11763"/>
                  </a:lnTo>
                  <a:lnTo>
                    <a:pt x="9258" y="12535"/>
                  </a:lnTo>
                  <a:lnTo>
                    <a:pt x="7284" y="12878"/>
                  </a:lnTo>
                  <a:lnTo>
                    <a:pt x="6512" y="11802"/>
                  </a:lnTo>
                  <a:lnTo>
                    <a:pt x="4933" y="13775"/>
                  </a:lnTo>
                  <a:lnTo>
                    <a:pt x="3369" y="16852"/>
                  </a:lnTo>
                  <a:lnTo>
                    <a:pt x="2615" y="17214"/>
                  </a:lnTo>
                  <a:lnTo>
                    <a:pt x="2563" y="16240"/>
                  </a:lnTo>
                  <a:lnTo>
                    <a:pt x="1439" y="15567"/>
                  </a:lnTo>
                  <a:lnTo>
                    <a:pt x="0" y="15529"/>
                  </a:lnTo>
                  <a:lnTo>
                    <a:pt x="47" y="14807"/>
                  </a:lnTo>
                  <a:lnTo>
                    <a:pt x="308" y="14298"/>
                  </a:lnTo>
                  <a:lnTo>
                    <a:pt x="1550" y="13543"/>
                  </a:lnTo>
                  <a:lnTo>
                    <a:pt x="1798" y="11985"/>
                  </a:lnTo>
                  <a:lnTo>
                    <a:pt x="1573" y="9205"/>
                  </a:lnTo>
                  <a:lnTo>
                    <a:pt x="1792" y="7856"/>
                  </a:lnTo>
                  <a:lnTo>
                    <a:pt x="1839" y="6923"/>
                  </a:lnTo>
                  <a:lnTo>
                    <a:pt x="2620" y="5833"/>
                  </a:lnTo>
                  <a:lnTo>
                    <a:pt x="5291" y="6345"/>
                  </a:lnTo>
                  <a:lnTo>
                    <a:pt x="5615" y="5305"/>
                  </a:lnTo>
                  <a:lnTo>
                    <a:pt x="5412" y="4650"/>
                  </a:lnTo>
                  <a:lnTo>
                    <a:pt x="4032" y="3502"/>
                  </a:lnTo>
                  <a:lnTo>
                    <a:pt x="4244" y="2731"/>
                  </a:lnTo>
                  <a:lnTo>
                    <a:pt x="5240" y="2041"/>
                  </a:lnTo>
                  <a:lnTo>
                    <a:pt x="6183" y="1951"/>
                  </a:lnTo>
                  <a:lnTo>
                    <a:pt x="6466" y="784"/>
                  </a:lnTo>
                  <a:lnTo>
                    <a:pt x="6515" y="27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3108794" y="1568427"/>
              <a:ext cx="2989" cy="4078"/>
            </a:xfrm>
            <a:custGeom>
              <a:avLst/>
              <a:pathLst>
                <a:path w="2989" h="4078">
                  <a:moveTo>
                    <a:pt x="2037" y="3214"/>
                  </a:moveTo>
                  <a:lnTo>
                    <a:pt x="211" y="4078"/>
                  </a:lnTo>
                  <a:lnTo>
                    <a:pt x="0" y="3367"/>
                  </a:lnTo>
                  <a:lnTo>
                    <a:pt x="400" y="2260"/>
                  </a:lnTo>
                  <a:lnTo>
                    <a:pt x="880" y="0"/>
                  </a:lnTo>
                  <a:lnTo>
                    <a:pt x="1631" y="92"/>
                  </a:lnTo>
                  <a:lnTo>
                    <a:pt x="2391" y="954"/>
                  </a:lnTo>
                  <a:lnTo>
                    <a:pt x="2989" y="198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3019010" y="1558815"/>
              <a:ext cx="3983" cy="5136"/>
            </a:xfrm>
            <a:custGeom>
              <a:avLst/>
              <a:pathLst>
                <a:path w="3983" h="5136">
                  <a:moveTo>
                    <a:pt x="3596" y="4169"/>
                  </a:moveTo>
                  <a:lnTo>
                    <a:pt x="3078" y="4856"/>
                  </a:lnTo>
                  <a:lnTo>
                    <a:pt x="2283" y="5136"/>
                  </a:lnTo>
                  <a:lnTo>
                    <a:pt x="1855" y="4710"/>
                  </a:lnTo>
                  <a:lnTo>
                    <a:pt x="1245" y="4430"/>
                  </a:lnTo>
                  <a:lnTo>
                    <a:pt x="568" y="4559"/>
                  </a:lnTo>
                  <a:lnTo>
                    <a:pt x="0" y="3301"/>
                  </a:lnTo>
                  <a:lnTo>
                    <a:pt x="63" y="2244"/>
                  </a:lnTo>
                  <a:lnTo>
                    <a:pt x="843" y="813"/>
                  </a:lnTo>
                  <a:lnTo>
                    <a:pt x="2401" y="0"/>
                  </a:lnTo>
                  <a:lnTo>
                    <a:pt x="3662" y="334"/>
                  </a:lnTo>
                  <a:lnTo>
                    <a:pt x="3983" y="75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2996480" y="1558325"/>
              <a:ext cx="14865" cy="21037"/>
            </a:xfrm>
            <a:custGeom>
              <a:avLst/>
              <a:pathLst>
                <a:path w="14865" h="21037">
                  <a:moveTo>
                    <a:pt x="11474" y="5349"/>
                  </a:moveTo>
                  <a:lnTo>
                    <a:pt x="12326" y="6958"/>
                  </a:lnTo>
                  <a:lnTo>
                    <a:pt x="13081" y="6804"/>
                  </a:lnTo>
                  <a:lnTo>
                    <a:pt x="13308" y="6196"/>
                  </a:lnTo>
                  <a:lnTo>
                    <a:pt x="13824" y="5896"/>
                  </a:lnTo>
                  <a:lnTo>
                    <a:pt x="14865" y="6746"/>
                  </a:lnTo>
                  <a:lnTo>
                    <a:pt x="14716" y="8193"/>
                  </a:lnTo>
                  <a:lnTo>
                    <a:pt x="13275" y="10018"/>
                  </a:lnTo>
                  <a:lnTo>
                    <a:pt x="12240" y="12623"/>
                  </a:lnTo>
                  <a:lnTo>
                    <a:pt x="10916" y="13227"/>
                  </a:lnTo>
                  <a:lnTo>
                    <a:pt x="10280" y="12913"/>
                  </a:lnTo>
                  <a:lnTo>
                    <a:pt x="9097" y="14416"/>
                  </a:lnTo>
                  <a:lnTo>
                    <a:pt x="8149" y="15979"/>
                  </a:lnTo>
                  <a:lnTo>
                    <a:pt x="7166" y="17954"/>
                  </a:lnTo>
                  <a:lnTo>
                    <a:pt x="7106" y="18973"/>
                  </a:lnTo>
                  <a:lnTo>
                    <a:pt x="6953" y="19752"/>
                  </a:lnTo>
                  <a:lnTo>
                    <a:pt x="3352" y="20525"/>
                  </a:lnTo>
                  <a:lnTo>
                    <a:pt x="2043" y="21037"/>
                  </a:lnTo>
                  <a:lnTo>
                    <a:pt x="657" y="20376"/>
                  </a:lnTo>
                  <a:lnTo>
                    <a:pt x="0" y="19069"/>
                  </a:lnTo>
                  <a:lnTo>
                    <a:pt x="211" y="18359"/>
                  </a:lnTo>
                  <a:lnTo>
                    <a:pt x="1595" y="18075"/>
                  </a:lnTo>
                  <a:lnTo>
                    <a:pt x="1639" y="16863"/>
                  </a:lnTo>
                  <a:lnTo>
                    <a:pt x="1989" y="16123"/>
                  </a:lnTo>
                  <a:lnTo>
                    <a:pt x="2437" y="15719"/>
                  </a:lnTo>
                  <a:lnTo>
                    <a:pt x="2766" y="14171"/>
                  </a:lnTo>
                  <a:lnTo>
                    <a:pt x="3314" y="13767"/>
                  </a:lnTo>
                  <a:lnTo>
                    <a:pt x="4334" y="14148"/>
                  </a:lnTo>
                  <a:lnTo>
                    <a:pt x="5022" y="13027"/>
                  </a:lnTo>
                  <a:lnTo>
                    <a:pt x="5410" y="12836"/>
                  </a:lnTo>
                  <a:lnTo>
                    <a:pt x="5888" y="13764"/>
                  </a:lnTo>
                  <a:lnTo>
                    <a:pt x="6118" y="12487"/>
                  </a:lnTo>
                  <a:lnTo>
                    <a:pt x="5888" y="11321"/>
                  </a:lnTo>
                  <a:lnTo>
                    <a:pt x="6008" y="10535"/>
                  </a:lnTo>
                  <a:lnTo>
                    <a:pt x="7328" y="8491"/>
                  </a:lnTo>
                  <a:lnTo>
                    <a:pt x="7899" y="7000"/>
                  </a:lnTo>
                  <a:lnTo>
                    <a:pt x="8720" y="6041"/>
                  </a:lnTo>
                  <a:lnTo>
                    <a:pt x="9512" y="6194"/>
                  </a:lnTo>
                  <a:lnTo>
                    <a:pt x="9742" y="4780"/>
                  </a:lnTo>
                  <a:lnTo>
                    <a:pt x="9512" y="3332"/>
                  </a:lnTo>
                  <a:lnTo>
                    <a:pt x="9599" y="2389"/>
                  </a:lnTo>
                  <a:lnTo>
                    <a:pt x="10298" y="98"/>
                  </a:lnTo>
                  <a:lnTo>
                    <a:pt x="11066" y="0"/>
                  </a:lnTo>
                  <a:lnTo>
                    <a:pt x="11419" y="20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3011261" y="1557553"/>
              <a:ext cx="4705" cy="6061"/>
            </a:xfrm>
            <a:custGeom>
              <a:avLst/>
              <a:pathLst>
                <a:path w="4705" h="6061">
                  <a:moveTo>
                    <a:pt x="1619" y="1680"/>
                  </a:moveTo>
                  <a:lnTo>
                    <a:pt x="2108" y="2027"/>
                  </a:lnTo>
                  <a:lnTo>
                    <a:pt x="2592" y="1812"/>
                  </a:lnTo>
                  <a:lnTo>
                    <a:pt x="2993" y="2118"/>
                  </a:lnTo>
                  <a:lnTo>
                    <a:pt x="3798" y="3673"/>
                  </a:lnTo>
                  <a:lnTo>
                    <a:pt x="4665" y="4285"/>
                  </a:lnTo>
                  <a:lnTo>
                    <a:pt x="4705" y="5068"/>
                  </a:lnTo>
                  <a:lnTo>
                    <a:pt x="3912" y="5831"/>
                  </a:lnTo>
                  <a:lnTo>
                    <a:pt x="2867" y="6061"/>
                  </a:lnTo>
                  <a:lnTo>
                    <a:pt x="1748" y="5795"/>
                  </a:lnTo>
                  <a:lnTo>
                    <a:pt x="1419" y="4819"/>
                  </a:lnTo>
                  <a:lnTo>
                    <a:pt x="1074" y="3198"/>
                  </a:lnTo>
                  <a:lnTo>
                    <a:pt x="138" y="1610"/>
                  </a:lnTo>
                  <a:lnTo>
                    <a:pt x="0" y="219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3043166" y="1547402"/>
              <a:ext cx="6953" cy="9883"/>
            </a:xfrm>
            <a:custGeom>
              <a:avLst/>
              <a:pathLst>
                <a:path w="6953" h="9883">
                  <a:moveTo>
                    <a:pt x="6706" y="2002"/>
                  </a:moveTo>
                  <a:lnTo>
                    <a:pt x="6885" y="3384"/>
                  </a:lnTo>
                  <a:lnTo>
                    <a:pt x="6953" y="4524"/>
                  </a:lnTo>
                  <a:lnTo>
                    <a:pt x="6056" y="6173"/>
                  </a:lnTo>
                  <a:lnTo>
                    <a:pt x="3990" y="8336"/>
                  </a:lnTo>
                  <a:lnTo>
                    <a:pt x="4108" y="8918"/>
                  </a:lnTo>
                  <a:lnTo>
                    <a:pt x="3392" y="9473"/>
                  </a:lnTo>
                  <a:lnTo>
                    <a:pt x="2320" y="9883"/>
                  </a:lnTo>
                  <a:lnTo>
                    <a:pt x="1754" y="9484"/>
                  </a:lnTo>
                  <a:lnTo>
                    <a:pt x="1832" y="7630"/>
                  </a:lnTo>
                  <a:lnTo>
                    <a:pt x="1661" y="7075"/>
                  </a:lnTo>
                  <a:lnTo>
                    <a:pt x="847" y="7809"/>
                  </a:lnTo>
                  <a:lnTo>
                    <a:pt x="0" y="6867"/>
                  </a:lnTo>
                  <a:lnTo>
                    <a:pt x="0" y="5919"/>
                  </a:lnTo>
                  <a:lnTo>
                    <a:pt x="223" y="5097"/>
                  </a:lnTo>
                  <a:lnTo>
                    <a:pt x="1006" y="3846"/>
                  </a:lnTo>
                  <a:lnTo>
                    <a:pt x="2313" y="2985"/>
                  </a:lnTo>
                  <a:lnTo>
                    <a:pt x="3175" y="3308"/>
                  </a:lnTo>
                  <a:lnTo>
                    <a:pt x="6046" y="0"/>
                  </a:lnTo>
                  <a:lnTo>
                    <a:pt x="6355" y="6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3050333" y="1543553"/>
              <a:ext cx="3990" cy="6497"/>
            </a:xfrm>
            <a:custGeom>
              <a:avLst/>
              <a:pathLst>
                <a:path w="3990" h="6497">
                  <a:moveTo>
                    <a:pt x="3406" y="5318"/>
                  </a:moveTo>
                  <a:lnTo>
                    <a:pt x="1575" y="6497"/>
                  </a:lnTo>
                  <a:lnTo>
                    <a:pt x="512" y="5481"/>
                  </a:lnTo>
                  <a:lnTo>
                    <a:pt x="65" y="4441"/>
                  </a:lnTo>
                  <a:lnTo>
                    <a:pt x="0" y="2131"/>
                  </a:lnTo>
                  <a:lnTo>
                    <a:pt x="248" y="725"/>
                  </a:lnTo>
                  <a:lnTo>
                    <a:pt x="1106" y="0"/>
                  </a:lnTo>
                  <a:lnTo>
                    <a:pt x="1665" y="531"/>
                  </a:lnTo>
                  <a:lnTo>
                    <a:pt x="1814" y="975"/>
                  </a:lnTo>
                  <a:lnTo>
                    <a:pt x="2818" y="1411"/>
                  </a:lnTo>
                  <a:lnTo>
                    <a:pt x="3990" y="285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3034291" y="1540740"/>
              <a:ext cx="13901" cy="9851"/>
            </a:xfrm>
            <a:custGeom>
              <a:avLst/>
              <a:pathLst>
                <a:path w="13901" h="9851">
                  <a:moveTo>
                    <a:pt x="13901" y="791"/>
                  </a:moveTo>
                  <a:lnTo>
                    <a:pt x="13712" y="1718"/>
                  </a:lnTo>
                  <a:lnTo>
                    <a:pt x="13387" y="2620"/>
                  </a:lnTo>
                  <a:lnTo>
                    <a:pt x="12600" y="3572"/>
                  </a:lnTo>
                  <a:lnTo>
                    <a:pt x="10321" y="7342"/>
                  </a:lnTo>
                  <a:lnTo>
                    <a:pt x="8982" y="7949"/>
                  </a:lnTo>
                  <a:lnTo>
                    <a:pt x="8558" y="8541"/>
                  </a:lnTo>
                  <a:lnTo>
                    <a:pt x="8023" y="8895"/>
                  </a:lnTo>
                  <a:lnTo>
                    <a:pt x="6359" y="8378"/>
                  </a:lnTo>
                  <a:lnTo>
                    <a:pt x="5872" y="9142"/>
                  </a:lnTo>
                  <a:lnTo>
                    <a:pt x="5412" y="9653"/>
                  </a:lnTo>
                  <a:lnTo>
                    <a:pt x="4207" y="9851"/>
                  </a:lnTo>
                  <a:lnTo>
                    <a:pt x="3500" y="9685"/>
                  </a:lnTo>
                  <a:lnTo>
                    <a:pt x="1674" y="8287"/>
                  </a:lnTo>
                  <a:lnTo>
                    <a:pt x="588" y="6774"/>
                  </a:lnTo>
                  <a:lnTo>
                    <a:pt x="0" y="5479"/>
                  </a:lnTo>
                  <a:lnTo>
                    <a:pt x="1687" y="5504"/>
                  </a:lnTo>
                  <a:lnTo>
                    <a:pt x="2288" y="5191"/>
                  </a:lnTo>
                  <a:lnTo>
                    <a:pt x="3420" y="5464"/>
                  </a:lnTo>
                  <a:lnTo>
                    <a:pt x="4099" y="4136"/>
                  </a:lnTo>
                  <a:lnTo>
                    <a:pt x="5539" y="4296"/>
                  </a:lnTo>
                  <a:lnTo>
                    <a:pt x="8302" y="3373"/>
                  </a:lnTo>
                  <a:lnTo>
                    <a:pt x="9316" y="3888"/>
                  </a:lnTo>
                  <a:lnTo>
                    <a:pt x="11634" y="800"/>
                  </a:lnTo>
                  <a:lnTo>
                    <a:pt x="12359" y="881"/>
                  </a:lnTo>
                  <a:lnTo>
                    <a:pt x="13469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2870049" y="1533390"/>
              <a:ext cx="250438" cy="386216"/>
            </a:xfrm>
            <a:custGeom>
              <a:avLst/>
              <a:pathLst>
                <a:path w="250438" h="386216">
                  <a:moveTo>
                    <a:pt x="249564" y="38646"/>
                  </a:moveTo>
                  <a:lnTo>
                    <a:pt x="250087" y="42537"/>
                  </a:lnTo>
                  <a:lnTo>
                    <a:pt x="250071" y="43895"/>
                  </a:lnTo>
                  <a:lnTo>
                    <a:pt x="249823" y="45212"/>
                  </a:lnTo>
                  <a:lnTo>
                    <a:pt x="249478" y="45886"/>
                  </a:lnTo>
                  <a:lnTo>
                    <a:pt x="248787" y="46178"/>
                  </a:lnTo>
                  <a:lnTo>
                    <a:pt x="247120" y="46059"/>
                  </a:lnTo>
                  <a:lnTo>
                    <a:pt x="244853" y="44518"/>
                  </a:lnTo>
                  <a:lnTo>
                    <a:pt x="243390" y="43068"/>
                  </a:lnTo>
                  <a:lnTo>
                    <a:pt x="242935" y="43007"/>
                  </a:lnTo>
                  <a:lnTo>
                    <a:pt x="242739" y="43183"/>
                  </a:lnTo>
                  <a:lnTo>
                    <a:pt x="243092" y="44640"/>
                  </a:lnTo>
                  <a:lnTo>
                    <a:pt x="242998" y="45757"/>
                  </a:lnTo>
                  <a:lnTo>
                    <a:pt x="242777" y="46973"/>
                  </a:lnTo>
                  <a:lnTo>
                    <a:pt x="242470" y="48077"/>
                  </a:lnTo>
                  <a:lnTo>
                    <a:pt x="242042" y="49005"/>
                  </a:lnTo>
                  <a:lnTo>
                    <a:pt x="241146" y="50198"/>
                  </a:lnTo>
                  <a:lnTo>
                    <a:pt x="239595" y="51145"/>
                  </a:lnTo>
                  <a:lnTo>
                    <a:pt x="235322" y="52986"/>
                  </a:lnTo>
                  <a:lnTo>
                    <a:pt x="234983" y="53799"/>
                  </a:lnTo>
                  <a:lnTo>
                    <a:pt x="233608" y="58929"/>
                  </a:lnTo>
                  <a:lnTo>
                    <a:pt x="233232" y="59682"/>
                  </a:lnTo>
                  <a:lnTo>
                    <a:pt x="232729" y="60319"/>
                  </a:lnTo>
                  <a:lnTo>
                    <a:pt x="231261" y="61146"/>
                  </a:lnTo>
                  <a:lnTo>
                    <a:pt x="230550" y="60005"/>
                  </a:lnTo>
                  <a:lnTo>
                    <a:pt x="229980" y="58279"/>
                  </a:lnTo>
                  <a:lnTo>
                    <a:pt x="230112" y="56568"/>
                  </a:lnTo>
                  <a:lnTo>
                    <a:pt x="231829" y="53286"/>
                  </a:lnTo>
                  <a:lnTo>
                    <a:pt x="233433" y="50960"/>
                  </a:lnTo>
                  <a:lnTo>
                    <a:pt x="233886" y="50155"/>
                  </a:lnTo>
                  <a:lnTo>
                    <a:pt x="234795" y="47819"/>
                  </a:lnTo>
                  <a:lnTo>
                    <a:pt x="232951" y="41955"/>
                  </a:lnTo>
                  <a:lnTo>
                    <a:pt x="229670" y="40181"/>
                  </a:lnTo>
                  <a:lnTo>
                    <a:pt x="225934" y="37484"/>
                  </a:lnTo>
                  <a:lnTo>
                    <a:pt x="224563" y="36046"/>
                  </a:lnTo>
                  <a:lnTo>
                    <a:pt x="222430" y="33083"/>
                  </a:lnTo>
                  <a:lnTo>
                    <a:pt x="220918" y="30424"/>
                  </a:lnTo>
                  <a:lnTo>
                    <a:pt x="219552" y="30331"/>
                  </a:lnTo>
                  <a:lnTo>
                    <a:pt x="218050" y="30999"/>
                  </a:lnTo>
                  <a:lnTo>
                    <a:pt x="215708" y="33427"/>
                  </a:lnTo>
                  <a:lnTo>
                    <a:pt x="214339" y="34649"/>
                  </a:lnTo>
                  <a:lnTo>
                    <a:pt x="213588" y="35010"/>
                  </a:lnTo>
                  <a:lnTo>
                    <a:pt x="213407" y="35063"/>
                  </a:lnTo>
                  <a:lnTo>
                    <a:pt x="211730" y="34371"/>
                  </a:lnTo>
                  <a:lnTo>
                    <a:pt x="209865" y="34225"/>
                  </a:lnTo>
                  <a:lnTo>
                    <a:pt x="208365" y="34424"/>
                  </a:lnTo>
                  <a:lnTo>
                    <a:pt x="207799" y="34757"/>
                  </a:lnTo>
                  <a:lnTo>
                    <a:pt x="205711" y="38690"/>
                  </a:lnTo>
                  <a:lnTo>
                    <a:pt x="204250" y="40677"/>
                  </a:lnTo>
                  <a:lnTo>
                    <a:pt x="203445" y="41361"/>
                  </a:lnTo>
                  <a:lnTo>
                    <a:pt x="202859" y="42511"/>
                  </a:lnTo>
                  <a:lnTo>
                    <a:pt x="202378" y="44402"/>
                  </a:lnTo>
                  <a:lnTo>
                    <a:pt x="201308" y="50966"/>
                  </a:lnTo>
                  <a:lnTo>
                    <a:pt x="200510" y="53443"/>
                  </a:lnTo>
                  <a:lnTo>
                    <a:pt x="200332" y="54957"/>
                  </a:lnTo>
                  <a:lnTo>
                    <a:pt x="200520" y="59546"/>
                  </a:lnTo>
                  <a:lnTo>
                    <a:pt x="200329" y="62087"/>
                  </a:lnTo>
                  <a:lnTo>
                    <a:pt x="199352" y="64185"/>
                  </a:lnTo>
                  <a:lnTo>
                    <a:pt x="198665" y="65130"/>
                  </a:lnTo>
                  <a:lnTo>
                    <a:pt x="197758" y="65323"/>
                  </a:lnTo>
                  <a:lnTo>
                    <a:pt x="196568" y="65860"/>
                  </a:lnTo>
                  <a:lnTo>
                    <a:pt x="195530" y="67075"/>
                  </a:lnTo>
                  <a:lnTo>
                    <a:pt x="194796" y="68731"/>
                  </a:lnTo>
                  <a:lnTo>
                    <a:pt x="193970" y="72445"/>
                  </a:lnTo>
                  <a:lnTo>
                    <a:pt x="192571" y="73814"/>
                  </a:lnTo>
                  <a:lnTo>
                    <a:pt x="191235" y="73423"/>
                  </a:lnTo>
                  <a:lnTo>
                    <a:pt x="190282" y="72054"/>
                  </a:lnTo>
                  <a:lnTo>
                    <a:pt x="188237" y="70995"/>
                  </a:lnTo>
                  <a:lnTo>
                    <a:pt x="186713" y="70320"/>
                  </a:lnTo>
                  <a:lnTo>
                    <a:pt x="185003" y="68861"/>
                  </a:lnTo>
                  <a:lnTo>
                    <a:pt x="183496" y="67752"/>
                  </a:lnTo>
                  <a:lnTo>
                    <a:pt x="182117" y="67531"/>
                  </a:lnTo>
                  <a:lnTo>
                    <a:pt x="181334" y="68935"/>
                  </a:lnTo>
                  <a:lnTo>
                    <a:pt x="180705" y="70251"/>
                  </a:lnTo>
                  <a:lnTo>
                    <a:pt x="178354" y="71321"/>
                  </a:lnTo>
                  <a:lnTo>
                    <a:pt x="177022" y="72168"/>
                  </a:lnTo>
                  <a:lnTo>
                    <a:pt x="175295" y="72357"/>
                  </a:lnTo>
                  <a:lnTo>
                    <a:pt x="174596" y="71418"/>
                  </a:lnTo>
                  <a:lnTo>
                    <a:pt x="172091" y="70799"/>
                  </a:lnTo>
                  <a:lnTo>
                    <a:pt x="169107" y="70063"/>
                  </a:lnTo>
                  <a:lnTo>
                    <a:pt x="168244" y="70073"/>
                  </a:lnTo>
                  <a:lnTo>
                    <a:pt x="167975" y="68397"/>
                  </a:lnTo>
                  <a:lnTo>
                    <a:pt x="167182" y="66055"/>
                  </a:lnTo>
                  <a:lnTo>
                    <a:pt x="165060" y="62009"/>
                  </a:lnTo>
                  <a:lnTo>
                    <a:pt x="164192" y="60581"/>
                  </a:lnTo>
                  <a:lnTo>
                    <a:pt x="162561" y="57231"/>
                  </a:lnTo>
                  <a:lnTo>
                    <a:pt x="160658" y="53797"/>
                  </a:lnTo>
                  <a:lnTo>
                    <a:pt x="160388" y="53712"/>
                  </a:lnTo>
                  <a:lnTo>
                    <a:pt x="159114" y="53596"/>
                  </a:lnTo>
                  <a:lnTo>
                    <a:pt x="157245" y="53709"/>
                  </a:lnTo>
                  <a:lnTo>
                    <a:pt x="156062" y="54489"/>
                  </a:lnTo>
                  <a:lnTo>
                    <a:pt x="155316" y="55469"/>
                  </a:lnTo>
                  <a:lnTo>
                    <a:pt x="155186" y="56283"/>
                  </a:lnTo>
                  <a:lnTo>
                    <a:pt x="155909" y="59408"/>
                  </a:lnTo>
                  <a:lnTo>
                    <a:pt x="155685" y="60187"/>
                  </a:lnTo>
                  <a:lnTo>
                    <a:pt x="155312" y="60562"/>
                  </a:lnTo>
                  <a:lnTo>
                    <a:pt x="153615" y="59685"/>
                  </a:lnTo>
                  <a:lnTo>
                    <a:pt x="151564" y="59743"/>
                  </a:lnTo>
                  <a:lnTo>
                    <a:pt x="151048" y="60706"/>
                  </a:lnTo>
                  <a:lnTo>
                    <a:pt x="149796" y="60812"/>
                  </a:lnTo>
                  <a:lnTo>
                    <a:pt x="146188" y="61178"/>
                  </a:lnTo>
                  <a:lnTo>
                    <a:pt x="147781" y="63736"/>
                  </a:lnTo>
                  <a:lnTo>
                    <a:pt x="148307" y="64761"/>
                  </a:lnTo>
                  <a:lnTo>
                    <a:pt x="148412" y="66265"/>
                  </a:lnTo>
                  <a:lnTo>
                    <a:pt x="148137" y="69063"/>
                  </a:lnTo>
                  <a:lnTo>
                    <a:pt x="147374" y="71454"/>
                  </a:lnTo>
                  <a:lnTo>
                    <a:pt x="146484" y="73399"/>
                  </a:lnTo>
                  <a:lnTo>
                    <a:pt x="144767" y="75328"/>
                  </a:lnTo>
                  <a:lnTo>
                    <a:pt x="147374" y="77234"/>
                  </a:lnTo>
                  <a:lnTo>
                    <a:pt x="145604" y="79809"/>
                  </a:lnTo>
                  <a:lnTo>
                    <a:pt x="144776" y="80813"/>
                  </a:lnTo>
                  <a:lnTo>
                    <a:pt x="143817" y="80640"/>
                  </a:lnTo>
                  <a:lnTo>
                    <a:pt x="142098" y="79749"/>
                  </a:lnTo>
                  <a:lnTo>
                    <a:pt x="137942" y="77595"/>
                  </a:lnTo>
                  <a:lnTo>
                    <a:pt x="135959" y="76785"/>
                  </a:lnTo>
                  <a:lnTo>
                    <a:pt x="134186" y="76537"/>
                  </a:lnTo>
                  <a:lnTo>
                    <a:pt x="133240" y="76569"/>
                  </a:lnTo>
                  <a:lnTo>
                    <a:pt x="129479" y="74726"/>
                  </a:lnTo>
                  <a:lnTo>
                    <a:pt x="128752" y="74933"/>
                  </a:lnTo>
                  <a:lnTo>
                    <a:pt x="127402" y="75731"/>
                  </a:lnTo>
                  <a:lnTo>
                    <a:pt x="127253" y="77522"/>
                  </a:lnTo>
                  <a:lnTo>
                    <a:pt x="127338" y="81982"/>
                  </a:lnTo>
                  <a:lnTo>
                    <a:pt x="127537" y="85416"/>
                  </a:lnTo>
                  <a:lnTo>
                    <a:pt x="127041" y="87402"/>
                  </a:lnTo>
                  <a:lnTo>
                    <a:pt x="126543" y="88749"/>
                  </a:lnTo>
                  <a:lnTo>
                    <a:pt x="125038" y="92382"/>
                  </a:lnTo>
                  <a:lnTo>
                    <a:pt x="121655" y="89913"/>
                  </a:lnTo>
                  <a:lnTo>
                    <a:pt x="119346" y="88277"/>
                  </a:lnTo>
                  <a:lnTo>
                    <a:pt x="117865" y="90454"/>
                  </a:lnTo>
                  <a:lnTo>
                    <a:pt x="114145" y="94447"/>
                  </a:lnTo>
                  <a:lnTo>
                    <a:pt x="112241" y="102328"/>
                  </a:lnTo>
                  <a:lnTo>
                    <a:pt x="112131" y="102586"/>
                  </a:lnTo>
                  <a:lnTo>
                    <a:pt x="111006" y="104590"/>
                  </a:lnTo>
                  <a:lnTo>
                    <a:pt x="109564" y="105510"/>
                  </a:lnTo>
                  <a:lnTo>
                    <a:pt x="108472" y="105966"/>
                  </a:lnTo>
                  <a:lnTo>
                    <a:pt x="107837" y="108311"/>
                  </a:lnTo>
                  <a:lnTo>
                    <a:pt x="109318" y="111673"/>
                  </a:lnTo>
                  <a:lnTo>
                    <a:pt x="110079" y="113447"/>
                  </a:lnTo>
                  <a:lnTo>
                    <a:pt x="110787" y="116311"/>
                  </a:lnTo>
                  <a:lnTo>
                    <a:pt x="110656" y="118135"/>
                  </a:lnTo>
                  <a:lnTo>
                    <a:pt x="110491" y="119269"/>
                  </a:lnTo>
                  <a:lnTo>
                    <a:pt x="108897" y="121591"/>
                  </a:lnTo>
                  <a:lnTo>
                    <a:pt x="105498" y="127724"/>
                  </a:lnTo>
                  <a:lnTo>
                    <a:pt x="102353" y="134129"/>
                  </a:lnTo>
                  <a:lnTo>
                    <a:pt x="101064" y="135968"/>
                  </a:lnTo>
                  <a:lnTo>
                    <a:pt x="101649" y="141402"/>
                  </a:lnTo>
                  <a:lnTo>
                    <a:pt x="100602" y="142995"/>
                  </a:lnTo>
                  <a:lnTo>
                    <a:pt x="98472" y="144797"/>
                  </a:lnTo>
                  <a:lnTo>
                    <a:pt x="97383" y="145493"/>
                  </a:lnTo>
                  <a:lnTo>
                    <a:pt x="96209" y="145901"/>
                  </a:lnTo>
                  <a:lnTo>
                    <a:pt x="92607" y="146621"/>
                  </a:lnTo>
                  <a:lnTo>
                    <a:pt x="93248" y="152444"/>
                  </a:lnTo>
                  <a:lnTo>
                    <a:pt x="93491" y="155022"/>
                  </a:lnTo>
                  <a:lnTo>
                    <a:pt x="93485" y="156552"/>
                  </a:lnTo>
                  <a:lnTo>
                    <a:pt x="93112" y="158041"/>
                  </a:lnTo>
                  <a:lnTo>
                    <a:pt x="92667" y="160892"/>
                  </a:lnTo>
                  <a:lnTo>
                    <a:pt x="91996" y="171084"/>
                  </a:lnTo>
                  <a:lnTo>
                    <a:pt x="91482" y="172180"/>
                  </a:lnTo>
                  <a:lnTo>
                    <a:pt x="90773" y="174943"/>
                  </a:lnTo>
                  <a:lnTo>
                    <a:pt x="88491" y="181583"/>
                  </a:lnTo>
                  <a:lnTo>
                    <a:pt x="86661" y="185997"/>
                  </a:lnTo>
                  <a:lnTo>
                    <a:pt x="84022" y="192357"/>
                  </a:lnTo>
                  <a:lnTo>
                    <a:pt x="86169" y="194365"/>
                  </a:lnTo>
                  <a:lnTo>
                    <a:pt x="88131" y="195830"/>
                  </a:lnTo>
                  <a:lnTo>
                    <a:pt x="88537" y="198084"/>
                  </a:lnTo>
                  <a:lnTo>
                    <a:pt x="88808" y="201849"/>
                  </a:lnTo>
                  <a:lnTo>
                    <a:pt x="88742" y="204413"/>
                  </a:lnTo>
                  <a:lnTo>
                    <a:pt x="87993" y="206719"/>
                  </a:lnTo>
                  <a:lnTo>
                    <a:pt x="87411" y="208338"/>
                  </a:lnTo>
                  <a:lnTo>
                    <a:pt x="87005" y="209127"/>
                  </a:lnTo>
                  <a:lnTo>
                    <a:pt x="84219" y="208340"/>
                  </a:lnTo>
                  <a:lnTo>
                    <a:pt x="80651" y="207330"/>
                  </a:lnTo>
                  <a:lnTo>
                    <a:pt x="79727" y="207322"/>
                  </a:lnTo>
                  <a:lnTo>
                    <a:pt x="77651" y="208049"/>
                  </a:lnTo>
                  <a:lnTo>
                    <a:pt x="75778" y="209541"/>
                  </a:lnTo>
                  <a:lnTo>
                    <a:pt x="74791" y="210799"/>
                  </a:lnTo>
                  <a:lnTo>
                    <a:pt x="74526" y="211300"/>
                  </a:lnTo>
                  <a:lnTo>
                    <a:pt x="73278" y="214164"/>
                  </a:lnTo>
                  <a:lnTo>
                    <a:pt x="71060" y="219257"/>
                  </a:lnTo>
                  <a:lnTo>
                    <a:pt x="69841" y="221480"/>
                  </a:lnTo>
                  <a:lnTo>
                    <a:pt x="70196" y="224545"/>
                  </a:lnTo>
                  <a:lnTo>
                    <a:pt x="68156" y="230470"/>
                  </a:lnTo>
                  <a:lnTo>
                    <a:pt x="69490" y="236455"/>
                  </a:lnTo>
                  <a:lnTo>
                    <a:pt x="69547" y="236652"/>
                  </a:lnTo>
                  <a:lnTo>
                    <a:pt x="70254" y="239071"/>
                  </a:lnTo>
                  <a:lnTo>
                    <a:pt x="69513" y="240631"/>
                  </a:lnTo>
                  <a:lnTo>
                    <a:pt x="69201" y="241469"/>
                  </a:lnTo>
                  <a:lnTo>
                    <a:pt x="69307" y="244234"/>
                  </a:lnTo>
                  <a:lnTo>
                    <a:pt x="69501" y="247324"/>
                  </a:lnTo>
                  <a:lnTo>
                    <a:pt x="69329" y="249136"/>
                  </a:lnTo>
                  <a:lnTo>
                    <a:pt x="69258" y="251149"/>
                  </a:lnTo>
                  <a:lnTo>
                    <a:pt x="71075" y="260200"/>
                  </a:lnTo>
                  <a:lnTo>
                    <a:pt x="71054" y="262322"/>
                  </a:lnTo>
                  <a:lnTo>
                    <a:pt x="70964" y="263692"/>
                  </a:lnTo>
                  <a:lnTo>
                    <a:pt x="70404" y="269323"/>
                  </a:lnTo>
                  <a:lnTo>
                    <a:pt x="69651" y="276890"/>
                  </a:lnTo>
                  <a:lnTo>
                    <a:pt x="70965" y="278879"/>
                  </a:lnTo>
                  <a:lnTo>
                    <a:pt x="72837" y="281256"/>
                  </a:lnTo>
                  <a:lnTo>
                    <a:pt x="73888" y="282193"/>
                  </a:lnTo>
                  <a:lnTo>
                    <a:pt x="75440" y="285018"/>
                  </a:lnTo>
                  <a:lnTo>
                    <a:pt x="76624" y="287778"/>
                  </a:lnTo>
                  <a:lnTo>
                    <a:pt x="76460" y="289610"/>
                  </a:lnTo>
                  <a:lnTo>
                    <a:pt x="76119" y="291633"/>
                  </a:lnTo>
                  <a:lnTo>
                    <a:pt x="75621" y="293047"/>
                  </a:lnTo>
                  <a:lnTo>
                    <a:pt x="75154" y="294989"/>
                  </a:lnTo>
                  <a:lnTo>
                    <a:pt x="74945" y="296419"/>
                  </a:lnTo>
                  <a:lnTo>
                    <a:pt x="74723" y="296804"/>
                  </a:lnTo>
                  <a:lnTo>
                    <a:pt x="72652" y="296962"/>
                  </a:lnTo>
                  <a:lnTo>
                    <a:pt x="71557" y="297503"/>
                  </a:lnTo>
                  <a:lnTo>
                    <a:pt x="70985" y="298109"/>
                  </a:lnTo>
                  <a:lnTo>
                    <a:pt x="71182" y="301375"/>
                  </a:lnTo>
                  <a:lnTo>
                    <a:pt x="72438" y="307359"/>
                  </a:lnTo>
                  <a:lnTo>
                    <a:pt x="73481" y="311614"/>
                  </a:lnTo>
                  <a:lnTo>
                    <a:pt x="73816" y="314418"/>
                  </a:lnTo>
                  <a:lnTo>
                    <a:pt x="73472" y="317262"/>
                  </a:lnTo>
                  <a:lnTo>
                    <a:pt x="73116" y="318718"/>
                  </a:lnTo>
                  <a:lnTo>
                    <a:pt x="73105" y="320679"/>
                  </a:lnTo>
                  <a:lnTo>
                    <a:pt x="72831" y="324582"/>
                  </a:lnTo>
                  <a:lnTo>
                    <a:pt x="72022" y="326554"/>
                  </a:lnTo>
                  <a:lnTo>
                    <a:pt x="70964" y="328705"/>
                  </a:lnTo>
                  <a:lnTo>
                    <a:pt x="69784" y="330311"/>
                  </a:lnTo>
                  <a:lnTo>
                    <a:pt x="68848" y="330763"/>
                  </a:lnTo>
                  <a:lnTo>
                    <a:pt x="68044" y="330949"/>
                  </a:lnTo>
                  <a:lnTo>
                    <a:pt x="67505" y="331765"/>
                  </a:lnTo>
                  <a:lnTo>
                    <a:pt x="67015" y="334165"/>
                  </a:lnTo>
                  <a:lnTo>
                    <a:pt x="66564" y="336685"/>
                  </a:lnTo>
                  <a:lnTo>
                    <a:pt x="65088" y="339785"/>
                  </a:lnTo>
                  <a:lnTo>
                    <a:pt x="65127" y="340864"/>
                  </a:lnTo>
                  <a:lnTo>
                    <a:pt x="65690" y="344537"/>
                  </a:lnTo>
                  <a:lnTo>
                    <a:pt x="66216" y="348720"/>
                  </a:lnTo>
                  <a:lnTo>
                    <a:pt x="65771" y="352630"/>
                  </a:lnTo>
                  <a:lnTo>
                    <a:pt x="65390" y="356735"/>
                  </a:lnTo>
                  <a:lnTo>
                    <a:pt x="64723" y="359470"/>
                  </a:lnTo>
                  <a:lnTo>
                    <a:pt x="63769" y="360447"/>
                  </a:lnTo>
                  <a:lnTo>
                    <a:pt x="63069" y="359960"/>
                  </a:lnTo>
                  <a:lnTo>
                    <a:pt x="62276" y="356207"/>
                  </a:lnTo>
                  <a:lnTo>
                    <a:pt x="62258" y="355344"/>
                  </a:lnTo>
                  <a:lnTo>
                    <a:pt x="62061" y="354197"/>
                  </a:lnTo>
                  <a:lnTo>
                    <a:pt x="59814" y="353054"/>
                  </a:lnTo>
                  <a:lnTo>
                    <a:pt x="59416" y="353096"/>
                  </a:lnTo>
                  <a:lnTo>
                    <a:pt x="58533" y="352427"/>
                  </a:lnTo>
                  <a:lnTo>
                    <a:pt x="58015" y="352238"/>
                  </a:lnTo>
                  <a:lnTo>
                    <a:pt x="56952" y="351851"/>
                  </a:lnTo>
                  <a:lnTo>
                    <a:pt x="56069" y="348540"/>
                  </a:lnTo>
                  <a:lnTo>
                    <a:pt x="55130" y="345785"/>
                  </a:lnTo>
                  <a:lnTo>
                    <a:pt x="54996" y="344634"/>
                  </a:lnTo>
                  <a:lnTo>
                    <a:pt x="55028" y="339483"/>
                  </a:lnTo>
                  <a:lnTo>
                    <a:pt x="54741" y="337192"/>
                  </a:lnTo>
                  <a:lnTo>
                    <a:pt x="54653" y="334694"/>
                  </a:lnTo>
                  <a:lnTo>
                    <a:pt x="54062" y="336726"/>
                  </a:lnTo>
                  <a:lnTo>
                    <a:pt x="54405" y="339938"/>
                  </a:lnTo>
                  <a:lnTo>
                    <a:pt x="53676" y="341285"/>
                  </a:lnTo>
                  <a:lnTo>
                    <a:pt x="52757" y="341940"/>
                  </a:lnTo>
                  <a:lnTo>
                    <a:pt x="52844" y="343822"/>
                  </a:lnTo>
                  <a:lnTo>
                    <a:pt x="53221" y="344178"/>
                  </a:lnTo>
                  <a:lnTo>
                    <a:pt x="53300" y="346132"/>
                  </a:lnTo>
                  <a:lnTo>
                    <a:pt x="53077" y="349023"/>
                  </a:lnTo>
                  <a:lnTo>
                    <a:pt x="51267" y="355452"/>
                  </a:lnTo>
                  <a:lnTo>
                    <a:pt x="50902" y="356143"/>
                  </a:lnTo>
                  <a:lnTo>
                    <a:pt x="50654" y="357012"/>
                  </a:lnTo>
                  <a:lnTo>
                    <a:pt x="49729" y="356435"/>
                  </a:lnTo>
                  <a:lnTo>
                    <a:pt x="48541" y="358225"/>
                  </a:lnTo>
                  <a:lnTo>
                    <a:pt x="47416" y="358513"/>
                  </a:lnTo>
                  <a:lnTo>
                    <a:pt x="47009" y="356487"/>
                  </a:lnTo>
                  <a:lnTo>
                    <a:pt x="45422" y="353806"/>
                  </a:lnTo>
                  <a:lnTo>
                    <a:pt x="44673" y="353956"/>
                  </a:lnTo>
                  <a:lnTo>
                    <a:pt x="45345" y="355279"/>
                  </a:lnTo>
                  <a:lnTo>
                    <a:pt x="46008" y="356999"/>
                  </a:lnTo>
                  <a:lnTo>
                    <a:pt x="45632" y="358137"/>
                  </a:lnTo>
                  <a:lnTo>
                    <a:pt x="45262" y="358881"/>
                  </a:lnTo>
                  <a:lnTo>
                    <a:pt x="44614" y="359266"/>
                  </a:lnTo>
                  <a:lnTo>
                    <a:pt x="42296" y="361517"/>
                  </a:lnTo>
                  <a:lnTo>
                    <a:pt x="43121" y="363029"/>
                  </a:lnTo>
                  <a:lnTo>
                    <a:pt x="42421" y="364746"/>
                  </a:lnTo>
                  <a:lnTo>
                    <a:pt x="41611" y="364998"/>
                  </a:lnTo>
                  <a:lnTo>
                    <a:pt x="41179" y="365800"/>
                  </a:lnTo>
                  <a:lnTo>
                    <a:pt x="41028" y="366890"/>
                  </a:lnTo>
                  <a:lnTo>
                    <a:pt x="38628" y="369993"/>
                  </a:lnTo>
                  <a:lnTo>
                    <a:pt x="34715" y="377953"/>
                  </a:lnTo>
                  <a:lnTo>
                    <a:pt x="32704" y="380203"/>
                  </a:lnTo>
                  <a:lnTo>
                    <a:pt x="31299" y="382541"/>
                  </a:lnTo>
                  <a:lnTo>
                    <a:pt x="30062" y="382484"/>
                  </a:lnTo>
                  <a:lnTo>
                    <a:pt x="28506" y="384472"/>
                  </a:lnTo>
                  <a:lnTo>
                    <a:pt x="24568" y="386216"/>
                  </a:lnTo>
                  <a:lnTo>
                    <a:pt x="21955" y="385427"/>
                  </a:lnTo>
                  <a:lnTo>
                    <a:pt x="20136" y="386120"/>
                  </a:lnTo>
                  <a:lnTo>
                    <a:pt x="19160" y="384752"/>
                  </a:lnTo>
                  <a:lnTo>
                    <a:pt x="19033" y="383812"/>
                  </a:lnTo>
                  <a:lnTo>
                    <a:pt x="19082" y="383267"/>
                  </a:lnTo>
                  <a:lnTo>
                    <a:pt x="19246" y="382613"/>
                  </a:lnTo>
                  <a:lnTo>
                    <a:pt x="18907" y="382381"/>
                  </a:lnTo>
                  <a:lnTo>
                    <a:pt x="18193" y="382269"/>
                  </a:lnTo>
                  <a:lnTo>
                    <a:pt x="17888" y="382928"/>
                  </a:lnTo>
                  <a:lnTo>
                    <a:pt x="17847" y="384426"/>
                  </a:lnTo>
                  <a:lnTo>
                    <a:pt x="17507" y="384817"/>
                  </a:lnTo>
                  <a:lnTo>
                    <a:pt x="16152" y="383960"/>
                  </a:lnTo>
                  <a:lnTo>
                    <a:pt x="15811" y="383188"/>
                  </a:lnTo>
                  <a:lnTo>
                    <a:pt x="16299" y="381624"/>
                  </a:lnTo>
                  <a:lnTo>
                    <a:pt x="17132" y="380216"/>
                  </a:lnTo>
                  <a:lnTo>
                    <a:pt x="16981" y="379927"/>
                  </a:lnTo>
                  <a:lnTo>
                    <a:pt x="16819" y="379071"/>
                  </a:lnTo>
                  <a:lnTo>
                    <a:pt x="16412" y="378963"/>
                  </a:lnTo>
                  <a:lnTo>
                    <a:pt x="15200" y="379169"/>
                  </a:lnTo>
                  <a:lnTo>
                    <a:pt x="14215" y="378917"/>
                  </a:lnTo>
                  <a:lnTo>
                    <a:pt x="11001" y="375750"/>
                  </a:lnTo>
                  <a:lnTo>
                    <a:pt x="10250" y="374060"/>
                  </a:lnTo>
                  <a:lnTo>
                    <a:pt x="7657" y="371362"/>
                  </a:lnTo>
                  <a:lnTo>
                    <a:pt x="6494" y="368503"/>
                  </a:lnTo>
                  <a:lnTo>
                    <a:pt x="5834" y="365367"/>
                  </a:lnTo>
                  <a:lnTo>
                    <a:pt x="5884" y="362527"/>
                  </a:lnTo>
                  <a:lnTo>
                    <a:pt x="6202" y="358019"/>
                  </a:lnTo>
                  <a:lnTo>
                    <a:pt x="6747" y="356905"/>
                  </a:lnTo>
                  <a:lnTo>
                    <a:pt x="9074" y="358484"/>
                  </a:lnTo>
                  <a:lnTo>
                    <a:pt x="11427" y="361120"/>
                  </a:lnTo>
                  <a:lnTo>
                    <a:pt x="11795" y="360990"/>
                  </a:lnTo>
                  <a:lnTo>
                    <a:pt x="12534" y="358921"/>
                  </a:lnTo>
                  <a:lnTo>
                    <a:pt x="13967" y="357259"/>
                  </a:lnTo>
                  <a:lnTo>
                    <a:pt x="13562" y="356800"/>
                  </a:lnTo>
                  <a:lnTo>
                    <a:pt x="11431" y="358706"/>
                  </a:lnTo>
                  <a:lnTo>
                    <a:pt x="10638" y="357650"/>
                  </a:lnTo>
                  <a:lnTo>
                    <a:pt x="9409" y="355498"/>
                  </a:lnTo>
                  <a:lnTo>
                    <a:pt x="9409" y="354392"/>
                  </a:lnTo>
                  <a:lnTo>
                    <a:pt x="9982" y="353284"/>
                  </a:lnTo>
                  <a:lnTo>
                    <a:pt x="10173" y="351786"/>
                  </a:lnTo>
                  <a:lnTo>
                    <a:pt x="9872" y="350372"/>
                  </a:lnTo>
                  <a:lnTo>
                    <a:pt x="10012" y="348449"/>
                  </a:lnTo>
                  <a:lnTo>
                    <a:pt x="10962" y="346407"/>
                  </a:lnTo>
                  <a:lnTo>
                    <a:pt x="12387" y="344341"/>
                  </a:lnTo>
                  <a:lnTo>
                    <a:pt x="13414" y="342347"/>
                  </a:lnTo>
                  <a:lnTo>
                    <a:pt x="14468" y="341119"/>
                  </a:lnTo>
                  <a:lnTo>
                    <a:pt x="14358" y="340710"/>
                  </a:lnTo>
                  <a:lnTo>
                    <a:pt x="13153" y="341491"/>
                  </a:lnTo>
                  <a:lnTo>
                    <a:pt x="12000" y="342817"/>
                  </a:lnTo>
                  <a:lnTo>
                    <a:pt x="10642" y="345039"/>
                  </a:lnTo>
                  <a:lnTo>
                    <a:pt x="8987" y="346841"/>
                  </a:lnTo>
                  <a:lnTo>
                    <a:pt x="7764" y="347540"/>
                  </a:lnTo>
                  <a:lnTo>
                    <a:pt x="7181" y="348118"/>
                  </a:lnTo>
                  <a:lnTo>
                    <a:pt x="6284" y="348681"/>
                  </a:lnTo>
                  <a:lnTo>
                    <a:pt x="5356" y="351264"/>
                  </a:lnTo>
                  <a:lnTo>
                    <a:pt x="4344" y="352370"/>
                  </a:lnTo>
                  <a:lnTo>
                    <a:pt x="2527" y="352483"/>
                  </a:lnTo>
                  <a:lnTo>
                    <a:pt x="2127" y="350594"/>
                  </a:lnTo>
                  <a:lnTo>
                    <a:pt x="2640" y="343881"/>
                  </a:lnTo>
                  <a:lnTo>
                    <a:pt x="3190" y="340611"/>
                  </a:lnTo>
                  <a:lnTo>
                    <a:pt x="3792" y="338299"/>
                  </a:lnTo>
                  <a:lnTo>
                    <a:pt x="4741" y="337909"/>
                  </a:lnTo>
                  <a:lnTo>
                    <a:pt x="5403" y="336215"/>
                  </a:lnTo>
                  <a:lnTo>
                    <a:pt x="5954" y="336215"/>
                  </a:lnTo>
                  <a:lnTo>
                    <a:pt x="6432" y="336997"/>
                  </a:lnTo>
                  <a:lnTo>
                    <a:pt x="8285" y="337756"/>
                  </a:lnTo>
                  <a:lnTo>
                    <a:pt x="9199" y="335598"/>
                  </a:lnTo>
                  <a:lnTo>
                    <a:pt x="10389" y="335282"/>
                  </a:lnTo>
                  <a:lnTo>
                    <a:pt x="12557" y="333104"/>
                  </a:lnTo>
                  <a:lnTo>
                    <a:pt x="12512" y="332708"/>
                  </a:lnTo>
                  <a:lnTo>
                    <a:pt x="11045" y="333187"/>
                  </a:lnTo>
                  <a:lnTo>
                    <a:pt x="10155" y="333257"/>
                  </a:lnTo>
                  <a:lnTo>
                    <a:pt x="8879" y="333804"/>
                  </a:lnTo>
                  <a:lnTo>
                    <a:pt x="8201" y="333413"/>
                  </a:lnTo>
                  <a:lnTo>
                    <a:pt x="7884" y="331783"/>
                  </a:lnTo>
                  <a:lnTo>
                    <a:pt x="8395" y="330314"/>
                  </a:lnTo>
                  <a:lnTo>
                    <a:pt x="10441" y="326806"/>
                  </a:lnTo>
                  <a:lnTo>
                    <a:pt x="11147" y="325270"/>
                  </a:lnTo>
                  <a:lnTo>
                    <a:pt x="11550" y="323834"/>
                  </a:lnTo>
                  <a:lnTo>
                    <a:pt x="11486" y="322858"/>
                  </a:lnTo>
                  <a:lnTo>
                    <a:pt x="11826" y="320837"/>
                  </a:lnTo>
                  <a:lnTo>
                    <a:pt x="13828" y="317307"/>
                  </a:lnTo>
                  <a:lnTo>
                    <a:pt x="15456" y="315694"/>
                  </a:lnTo>
                  <a:lnTo>
                    <a:pt x="15990" y="317082"/>
                  </a:lnTo>
                  <a:lnTo>
                    <a:pt x="15535" y="321425"/>
                  </a:lnTo>
                  <a:lnTo>
                    <a:pt x="15540" y="323218"/>
                  </a:lnTo>
                  <a:lnTo>
                    <a:pt x="16829" y="316886"/>
                  </a:lnTo>
                  <a:lnTo>
                    <a:pt x="17396" y="315381"/>
                  </a:lnTo>
                  <a:lnTo>
                    <a:pt x="18042" y="314319"/>
                  </a:lnTo>
                  <a:lnTo>
                    <a:pt x="19605" y="313606"/>
                  </a:lnTo>
                  <a:lnTo>
                    <a:pt x="20047" y="312609"/>
                  </a:lnTo>
                  <a:lnTo>
                    <a:pt x="18227" y="312939"/>
                  </a:lnTo>
                  <a:lnTo>
                    <a:pt x="13811" y="315353"/>
                  </a:lnTo>
                  <a:lnTo>
                    <a:pt x="11949" y="317506"/>
                  </a:lnTo>
                  <a:lnTo>
                    <a:pt x="11453" y="319164"/>
                  </a:lnTo>
                  <a:lnTo>
                    <a:pt x="10161" y="321663"/>
                  </a:lnTo>
                  <a:lnTo>
                    <a:pt x="9556" y="323286"/>
                  </a:lnTo>
                  <a:lnTo>
                    <a:pt x="9288" y="325668"/>
                  </a:lnTo>
                  <a:lnTo>
                    <a:pt x="8561" y="326962"/>
                  </a:lnTo>
                  <a:lnTo>
                    <a:pt x="7580" y="327441"/>
                  </a:lnTo>
                  <a:lnTo>
                    <a:pt x="6216" y="330462"/>
                  </a:lnTo>
                  <a:lnTo>
                    <a:pt x="5616" y="332891"/>
                  </a:lnTo>
                  <a:lnTo>
                    <a:pt x="4259" y="334826"/>
                  </a:lnTo>
                  <a:lnTo>
                    <a:pt x="3398" y="336313"/>
                  </a:lnTo>
                  <a:lnTo>
                    <a:pt x="3115" y="336844"/>
                  </a:lnTo>
                  <a:lnTo>
                    <a:pt x="2650" y="338307"/>
                  </a:lnTo>
                  <a:lnTo>
                    <a:pt x="2263" y="338410"/>
                  </a:lnTo>
                  <a:lnTo>
                    <a:pt x="1926" y="337553"/>
                  </a:lnTo>
                  <a:lnTo>
                    <a:pt x="1870" y="335665"/>
                  </a:lnTo>
                  <a:lnTo>
                    <a:pt x="2008" y="332651"/>
                  </a:lnTo>
                  <a:lnTo>
                    <a:pt x="2660" y="330483"/>
                  </a:lnTo>
                  <a:lnTo>
                    <a:pt x="2972" y="328365"/>
                  </a:lnTo>
                  <a:lnTo>
                    <a:pt x="2538" y="326387"/>
                  </a:lnTo>
                  <a:lnTo>
                    <a:pt x="2839" y="325139"/>
                  </a:lnTo>
                  <a:lnTo>
                    <a:pt x="3413" y="325182"/>
                  </a:lnTo>
                  <a:lnTo>
                    <a:pt x="4481" y="325750"/>
                  </a:lnTo>
                  <a:lnTo>
                    <a:pt x="5616" y="325659"/>
                  </a:lnTo>
                  <a:lnTo>
                    <a:pt x="7481" y="324097"/>
                  </a:lnTo>
                  <a:lnTo>
                    <a:pt x="7183" y="323183"/>
                  </a:lnTo>
                  <a:lnTo>
                    <a:pt x="6378" y="323054"/>
                  </a:lnTo>
                  <a:lnTo>
                    <a:pt x="4874" y="323183"/>
                  </a:lnTo>
                  <a:lnTo>
                    <a:pt x="3609" y="321658"/>
                  </a:lnTo>
                  <a:lnTo>
                    <a:pt x="2626" y="318624"/>
                  </a:lnTo>
                  <a:lnTo>
                    <a:pt x="2179" y="314570"/>
                  </a:lnTo>
                  <a:lnTo>
                    <a:pt x="2478" y="313411"/>
                  </a:lnTo>
                  <a:lnTo>
                    <a:pt x="6115" y="309282"/>
                  </a:lnTo>
                  <a:lnTo>
                    <a:pt x="7094" y="307408"/>
                  </a:lnTo>
                  <a:lnTo>
                    <a:pt x="6527" y="307221"/>
                  </a:lnTo>
                  <a:lnTo>
                    <a:pt x="5162" y="309495"/>
                  </a:lnTo>
                  <a:lnTo>
                    <a:pt x="3208" y="310907"/>
                  </a:lnTo>
                  <a:lnTo>
                    <a:pt x="1975" y="308944"/>
                  </a:lnTo>
                  <a:lnTo>
                    <a:pt x="1334" y="306831"/>
                  </a:lnTo>
                  <a:lnTo>
                    <a:pt x="965" y="302368"/>
                  </a:lnTo>
                  <a:lnTo>
                    <a:pt x="1098" y="300075"/>
                  </a:lnTo>
                  <a:lnTo>
                    <a:pt x="944" y="297060"/>
                  </a:lnTo>
                  <a:lnTo>
                    <a:pt x="1779" y="296080"/>
                  </a:lnTo>
                  <a:lnTo>
                    <a:pt x="2712" y="296601"/>
                  </a:lnTo>
                  <a:lnTo>
                    <a:pt x="3632" y="296794"/>
                  </a:lnTo>
                  <a:lnTo>
                    <a:pt x="5719" y="296530"/>
                  </a:lnTo>
                  <a:lnTo>
                    <a:pt x="10321" y="294721"/>
                  </a:lnTo>
                  <a:lnTo>
                    <a:pt x="13288" y="295796"/>
                  </a:lnTo>
                  <a:lnTo>
                    <a:pt x="14493" y="295698"/>
                  </a:lnTo>
                  <a:lnTo>
                    <a:pt x="16338" y="294140"/>
                  </a:lnTo>
                  <a:lnTo>
                    <a:pt x="17953" y="293979"/>
                  </a:lnTo>
                  <a:lnTo>
                    <a:pt x="19160" y="295170"/>
                  </a:lnTo>
                  <a:lnTo>
                    <a:pt x="19820" y="296535"/>
                  </a:lnTo>
                  <a:lnTo>
                    <a:pt x="19902" y="298361"/>
                  </a:lnTo>
                  <a:lnTo>
                    <a:pt x="20460" y="299579"/>
                  </a:lnTo>
                  <a:lnTo>
                    <a:pt x="20838" y="299184"/>
                  </a:lnTo>
                  <a:lnTo>
                    <a:pt x="20537" y="297736"/>
                  </a:lnTo>
                  <a:lnTo>
                    <a:pt x="20475" y="295494"/>
                  </a:lnTo>
                  <a:lnTo>
                    <a:pt x="25328" y="292953"/>
                  </a:lnTo>
                  <a:lnTo>
                    <a:pt x="25900" y="291967"/>
                  </a:lnTo>
                  <a:lnTo>
                    <a:pt x="23972" y="291623"/>
                  </a:lnTo>
                  <a:lnTo>
                    <a:pt x="23421" y="289306"/>
                  </a:lnTo>
                  <a:lnTo>
                    <a:pt x="24439" y="285800"/>
                  </a:lnTo>
                  <a:lnTo>
                    <a:pt x="24343" y="285345"/>
                  </a:lnTo>
                  <a:lnTo>
                    <a:pt x="23272" y="287195"/>
                  </a:lnTo>
                  <a:lnTo>
                    <a:pt x="22745" y="289798"/>
                  </a:lnTo>
                  <a:lnTo>
                    <a:pt x="22954" y="291876"/>
                  </a:lnTo>
                  <a:lnTo>
                    <a:pt x="22742" y="292841"/>
                  </a:lnTo>
                  <a:lnTo>
                    <a:pt x="21757" y="293284"/>
                  </a:lnTo>
                  <a:lnTo>
                    <a:pt x="19537" y="293444"/>
                  </a:lnTo>
                  <a:lnTo>
                    <a:pt x="18111" y="292562"/>
                  </a:lnTo>
                  <a:lnTo>
                    <a:pt x="16791" y="292084"/>
                  </a:lnTo>
                  <a:lnTo>
                    <a:pt x="16342" y="291418"/>
                  </a:lnTo>
                  <a:lnTo>
                    <a:pt x="16492" y="289935"/>
                  </a:lnTo>
                  <a:lnTo>
                    <a:pt x="16242" y="289629"/>
                  </a:lnTo>
                  <a:lnTo>
                    <a:pt x="15696" y="290962"/>
                  </a:lnTo>
                  <a:lnTo>
                    <a:pt x="15211" y="293620"/>
                  </a:lnTo>
                  <a:lnTo>
                    <a:pt x="14162" y="294232"/>
                  </a:lnTo>
                  <a:lnTo>
                    <a:pt x="11268" y="293245"/>
                  </a:lnTo>
                  <a:lnTo>
                    <a:pt x="7079" y="293826"/>
                  </a:lnTo>
                  <a:lnTo>
                    <a:pt x="5200" y="295164"/>
                  </a:lnTo>
                  <a:lnTo>
                    <a:pt x="3982" y="294989"/>
                  </a:lnTo>
                  <a:lnTo>
                    <a:pt x="1888" y="292646"/>
                  </a:lnTo>
                  <a:lnTo>
                    <a:pt x="1070" y="290783"/>
                  </a:lnTo>
                  <a:lnTo>
                    <a:pt x="765" y="287028"/>
                  </a:lnTo>
                  <a:lnTo>
                    <a:pt x="888" y="285376"/>
                  </a:lnTo>
                  <a:lnTo>
                    <a:pt x="2519" y="284680"/>
                  </a:lnTo>
                  <a:lnTo>
                    <a:pt x="3345" y="284729"/>
                  </a:lnTo>
                  <a:lnTo>
                    <a:pt x="4117" y="283842"/>
                  </a:lnTo>
                  <a:lnTo>
                    <a:pt x="3434" y="283265"/>
                  </a:lnTo>
                  <a:lnTo>
                    <a:pt x="2472" y="282132"/>
                  </a:lnTo>
                  <a:lnTo>
                    <a:pt x="1817" y="279863"/>
                  </a:lnTo>
                  <a:lnTo>
                    <a:pt x="829" y="279122"/>
                  </a:lnTo>
                  <a:lnTo>
                    <a:pt x="168" y="277188"/>
                  </a:lnTo>
                  <a:lnTo>
                    <a:pt x="0" y="274266"/>
                  </a:lnTo>
                  <a:lnTo>
                    <a:pt x="189" y="272235"/>
                  </a:lnTo>
                  <a:lnTo>
                    <a:pt x="718" y="271581"/>
                  </a:lnTo>
                  <a:lnTo>
                    <a:pt x="1986" y="272025"/>
                  </a:lnTo>
                  <a:lnTo>
                    <a:pt x="5335" y="271685"/>
                  </a:lnTo>
                  <a:lnTo>
                    <a:pt x="8488" y="273748"/>
                  </a:lnTo>
                  <a:lnTo>
                    <a:pt x="10627" y="274918"/>
                  </a:lnTo>
                  <a:lnTo>
                    <a:pt x="14962" y="274330"/>
                  </a:lnTo>
                  <a:lnTo>
                    <a:pt x="17500" y="272487"/>
                  </a:lnTo>
                  <a:lnTo>
                    <a:pt x="17035" y="271978"/>
                  </a:lnTo>
                  <a:lnTo>
                    <a:pt x="14281" y="273043"/>
                  </a:lnTo>
                  <a:lnTo>
                    <a:pt x="11736" y="272999"/>
                  </a:lnTo>
                  <a:lnTo>
                    <a:pt x="7249" y="270917"/>
                  </a:lnTo>
                  <a:lnTo>
                    <a:pt x="5409" y="270246"/>
                  </a:lnTo>
                  <a:lnTo>
                    <a:pt x="3427" y="270542"/>
                  </a:lnTo>
                  <a:lnTo>
                    <a:pt x="2395" y="269910"/>
                  </a:lnTo>
                  <a:lnTo>
                    <a:pt x="1789" y="267851"/>
                  </a:lnTo>
                  <a:lnTo>
                    <a:pt x="2238" y="263914"/>
                  </a:lnTo>
                  <a:lnTo>
                    <a:pt x="3177" y="263064"/>
                  </a:lnTo>
                  <a:lnTo>
                    <a:pt x="3686" y="264091"/>
                  </a:lnTo>
                  <a:lnTo>
                    <a:pt x="4300" y="264156"/>
                  </a:lnTo>
                  <a:lnTo>
                    <a:pt x="4922" y="262511"/>
                  </a:lnTo>
                  <a:lnTo>
                    <a:pt x="5517" y="261574"/>
                  </a:lnTo>
                  <a:lnTo>
                    <a:pt x="5988" y="259453"/>
                  </a:lnTo>
                  <a:lnTo>
                    <a:pt x="7766" y="257443"/>
                  </a:lnTo>
                  <a:lnTo>
                    <a:pt x="8517" y="257272"/>
                  </a:lnTo>
                  <a:lnTo>
                    <a:pt x="9593" y="256346"/>
                  </a:lnTo>
                  <a:lnTo>
                    <a:pt x="10281" y="256609"/>
                  </a:lnTo>
                  <a:lnTo>
                    <a:pt x="10721" y="257538"/>
                  </a:lnTo>
                  <a:lnTo>
                    <a:pt x="11278" y="258308"/>
                  </a:lnTo>
                  <a:lnTo>
                    <a:pt x="12484" y="258215"/>
                  </a:lnTo>
                  <a:lnTo>
                    <a:pt x="16052" y="256604"/>
                  </a:lnTo>
                  <a:lnTo>
                    <a:pt x="16436" y="256131"/>
                  </a:lnTo>
                  <a:lnTo>
                    <a:pt x="17131" y="254808"/>
                  </a:lnTo>
                  <a:lnTo>
                    <a:pt x="14870" y="255398"/>
                  </a:lnTo>
                  <a:lnTo>
                    <a:pt x="12991" y="256337"/>
                  </a:lnTo>
                  <a:lnTo>
                    <a:pt x="11784" y="256599"/>
                  </a:lnTo>
                  <a:lnTo>
                    <a:pt x="11614" y="255426"/>
                  </a:lnTo>
                  <a:lnTo>
                    <a:pt x="12059" y="254384"/>
                  </a:lnTo>
                  <a:lnTo>
                    <a:pt x="12758" y="253276"/>
                  </a:lnTo>
                  <a:lnTo>
                    <a:pt x="13098" y="251387"/>
                  </a:lnTo>
                  <a:lnTo>
                    <a:pt x="13868" y="250581"/>
                  </a:lnTo>
                  <a:lnTo>
                    <a:pt x="14700" y="250624"/>
                  </a:lnTo>
                  <a:lnTo>
                    <a:pt x="16420" y="250280"/>
                  </a:lnTo>
                  <a:lnTo>
                    <a:pt x="17634" y="249790"/>
                  </a:lnTo>
                  <a:lnTo>
                    <a:pt x="19715" y="250119"/>
                  </a:lnTo>
                  <a:lnTo>
                    <a:pt x="22817" y="250842"/>
                  </a:lnTo>
                  <a:lnTo>
                    <a:pt x="24817" y="252599"/>
                  </a:lnTo>
                  <a:lnTo>
                    <a:pt x="25570" y="252440"/>
                  </a:lnTo>
                  <a:lnTo>
                    <a:pt x="26368" y="251973"/>
                  </a:lnTo>
                  <a:lnTo>
                    <a:pt x="26729" y="251335"/>
                  </a:lnTo>
                  <a:lnTo>
                    <a:pt x="25159" y="250605"/>
                  </a:lnTo>
                  <a:lnTo>
                    <a:pt x="25070" y="249565"/>
                  </a:lnTo>
                  <a:lnTo>
                    <a:pt x="25264" y="248780"/>
                  </a:lnTo>
                  <a:lnTo>
                    <a:pt x="27825" y="247334"/>
                  </a:lnTo>
                  <a:lnTo>
                    <a:pt x="30621" y="247014"/>
                  </a:lnTo>
                  <a:lnTo>
                    <a:pt x="30140" y="245850"/>
                  </a:lnTo>
                  <a:lnTo>
                    <a:pt x="24015" y="247607"/>
                  </a:lnTo>
                  <a:lnTo>
                    <a:pt x="22416" y="246408"/>
                  </a:lnTo>
                  <a:lnTo>
                    <a:pt x="21154" y="246418"/>
                  </a:lnTo>
                  <a:lnTo>
                    <a:pt x="20328" y="247103"/>
                  </a:lnTo>
                  <a:lnTo>
                    <a:pt x="17973" y="247933"/>
                  </a:lnTo>
                  <a:lnTo>
                    <a:pt x="17541" y="247343"/>
                  </a:lnTo>
                  <a:lnTo>
                    <a:pt x="17989" y="245306"/>
                  </a:lnTo>
                  <a:lnTo>
                    <a:pt x="19399" y="241964"/>
                  </a:lnTo>
                  <a:lnTo>
                    <a:pt x="19516" y="241145"/>
                  </a:lnTo>
                  <a:lnTo>
                    <a:pt x="20170" y="240341"/>
                  </a:lnTo>
                  <a:lnTo>
                    <a:pt x="23829" y="238402"/>
                  </a:lnTo>
                  <a:lnTo>
                    <a:pt x="25587" y="236149"/>
                  </a:lnTo>
                  <a:lnTo>
                    <a:pt x="26379" y="235864"/>
                  </a:lnTo>
                  <a:lnTo>
                    <a:pt x="27165" y="236021"/>
                  </a:lnTo>
                  <a:lnTo>
                    <a:pt x="28360" y="235757"/>
                  </a:lnTo>
                  <a:lnTo>
                    <a:pt x="30669" y="236402"/>
                  </a:lnTo>
                  <a:lnTo>
                    <a:pt x="31732" y="239223"/>
                  </a:lnTo>
                  <a:lnTo>
                    <a:pt x="32688" y="240109"/>
                  </a:lnTo>
                  <a:lnTo>
                    <a:pt x="35693" y="243633"/>
                  </a:lnTo>
                  <a:lnTo>
                    <a:pt x="35559" y="242619"/>
                  </a:lnTo>
                  <a:lnTo>
                    <a:pt x="32957" y="237843"/>
                  </a:lnTo>
                  <a:lnTo>
                    <a:pt x="31963" y="236662"/>
                  </a:lnTo>
                  <a:lnTo>
                    <a:pt x="31221" y="234317"/>
                  </a:lnTo>
                  <a:lnTo>
                    <a:pt x="31476" y="232101"/>
                  </a:lnTo>
                  <a:lnTo>
                    <a:pt x="32312" y="230622"/>
                  </a:lnTo>
                  <a:lnTo>
                    <a:pt x="35280" y="229830"/>
                  </a:lnTo>
                  <a:lnTo>
                    <a:pt x="35812" y="228974"/>
                  </a:lnTo>
                  <a:lnTo>
                    <a:pt x="35865" y="227504"/>
                  </a:lnTo>
                  <a:lnTo>
                    <a:pt x="35410" y="226498"/>
                  </a:lnTo>
                  <a:lnTo>
                    <a:pt x="34319" y="226556"/>
                  </a:lnTo>
                  <a:lnTo>
                    <a:pt x="33418" y="225933"/>
                  </a:lnTo>
                  <a:lnTo>
                    <a:pt x="33170" y="224349"/>
                  </a:lnTo>
                  <a:lnTo>
                    <a:pt x="33530" y="223278"/>
                  </a:lnTo>
                  <a:lnTo>
                    <a:pt x="35241" y="221326"/>
                  </a:lnTo>
                  <a:lnTo>
                    <a:pt x="36178" y="220693"/>
                  </a:lnTo>
                  <a:lnTo>
                    <a:pt x="37801" y="220004"/>
                  </a:lnTo>
                  <a:lnTo>
                    <a:pt x="40622" y="221548"/>
                  </a:lnTo>
                  <a:lnTo>
                    <a:pt x="40836" y="222357"/>
                  </a:lnTo>
                  <a:lnTo>
                    <a:pt x="40045" y="224304"/>
                  </a:lnTo>
                  <a:lnTo>
                    <a:pt x="40125" y="225396"/>
                  </a:lnTo>
                  <a:lnTo>
                    <a:pt x="40816" y="225517"/>
                  </a:lnTo>
                  <a:lnTo>
                    <a:pt x="42427" y="222236"/>
                  </a:lnTo>
                  <a:lnTo>
                    <a:pt x="44322" y="221783"/>
                  </a:lnTo>
                  <a:lnTo>
                    <a:pt x="45106" y="221078"/>
                  </a:lnTo>
                  <a:lnTo>
                    <a:pt x="46016" y="220635"/>
                  </a:lnTo>
                  <a:lnTo>
                    <a:pt x="47317" y="223601"/>
                  </a:lnTo>
                  <a:lnTo>
                    <a:pt x="47887" y="224551"/>
                  </a:lnTo>
                  <a:lnTo>
                    <a:pt x="48315" y="224940"/>
                  </a:lnTo>
                  <a:lnTo>
                    <a:pt x="48730" y="227410"/>
                  </a:lnTo>
                  <a:lnTo>
                    <a:pt x="49132" y="227541"/>
                  </a:lnTo>
                  <a:lnTo>
                    <a:pt x="49704" y="226304"/>
                  </a:lnTo>
                  <a:lnTo>
                    <a:pt x="50743" y="225651"/>
                  </a:lnTo>
                  <a:lnTo>
                    <a:pt x="52199" y="225222"/>
                  </a:lnTo>
                  <a:lnTo>
                    <a:pt x="54611" y="225875"/>
                  </a:lnTo>
                  <a:lnTo>
                    <a:pt x="55702" y="225392"/>
                  </a:lnTo>
                  <a:lnTo>
                    <a:pt x="56238" y="225460"/>
                  </a:lnTo>
                  <a:lnTo>
                    <a:pt x="55724" y="223242"/>
                  </a:lnTo>
                  <a:lnTo>
                    <a:pt x="55406" y="222602"/>
                  </a:lnTo>
                  <a:lnTo>
                    <a:pt x="55902" y="220622"/>
                  </a:lnTo>
                  <a:lnTo>
                    <a:pt x="56421" y="219848"/>
                  </a:lnTo>
                  <a:lnTo>
                    <a:pt x="58087" y="218459"/>
                  </a:lnTo>
                  <a:lnTo>
                    <a:pt x="59677" y="217839"/>
                  </a:lnTo>
                  <a:lnTo>
                    <a:pt x="60714" y="216520"/>
                  </a:lnTo>
                  <a:lnTo>
                    <a:pt x="62107" y="215308"/>
                  </a:lnTo>
                  <a:lnTo>
                    <a:pt x="61888" y="214337"/>
                  </a:lnTo>
                  <a:lnTo>
                    <a:pt x="61501" y="213213"/>
                  </a:lnTo>
                  <a:lnTo>
                    <a:pt x="60599" y="213142"/>
                  </a:lnTo>
                  <a:lnTo>
                    <a:pt x="60231" y="212529"/>
                  </a:lnTo>
                  <a:lnTo>
                    <a:pt x="61376" y="211072"/>
                  </a:lnTo>
                  <a:lnTo>
                    <a:pt x="62943" y="209453"/>
                  </a:lnTo>
                  <a:lnTo>
                    <a:pt x="62670" y="208817"/>
                  </a:lnTo>
                  <a:lnTo>
                    <a:pt x="61491" y="208097"/>
                  </a:lnTo>
                  <a:lnTo>
                    <a:pt x="60597" y="208639"/>
                  </a:lnTo>
                  <a:lnTo>
                    <a:pt x="59266" y="209891"/>
                  </a:lnTo>
                  <a:lnTo>
                    <a:pt x="57719" y="211872"/>
                  </a:lnTo>
                  <a:lnTo>
                    <a:pt x="58223" y="212450"/>
                  </a:lnTo>
                  <a:lnTo>
                    <a:pt x="58998" y="214115"/>
                  </a:lnTo>
                  <a:lnTo>
                    <a:pt x="57917" y="216331"/>
                  </a:lnTo>
                  <a:lnTo>
                    <a:pt x="52190" y="222216"/>
                  </a:lnTo>
                  <a:lnTo>
                    <a:pt x="49459" y="223940"/>
                  </a:lnTo>
                  <a:lnTo>
                    <a:pt x="48199" y="223672"/>
                  </a:lnTo>
                  <a:lnTo>
                    <a:pt x="47899" y="222063"/>
                  </a:lnTo>
                  <a:lnTo>
                    <a:pt x="47318" y="220873"/>
                  </a:lnTo>
                  <a:lnTo>
                    <a:pt x="46694" y="218420"/>
                  </a:lnTo>
                  <a:lnTo>
                    <a:pt x="45634" y="218485"/>
                  </a:lnTo>
                  <a:lnTo>
                    <a:pt x="45033" y="219027"/>
                  </a:lnTo>
                  <a:lnTo>
                    <a:pt x="44770" y="218224"/>
                  </a:lnTo>
                  <a:lnTo>
                    <a:pt x="45226" y="215604"/>
                  </a:lnTo>
                  <a:lnTo>
                    <a:pt x="46123" y="213533"/>
                  </a:lnTo>
                  <a:lnTo>
                    <a:pt x="47627" y="211969"/>
                  </a:lnTo>
                  <a:lnTo>
                    <a:pt x="48348" y="210081"/>
                  </a:lnTo>
                  <a:lnTo>
                    <a:pt x="49025" y="207084"/>
                  </a:lnTo>
                  <a:lnTo>
                    <a:pt x="51201" y="204233"/>
                  </a:lnTo>
                  <a:lnTo>
                    <a:pt x="54367" y="197180"/>
                  </a:lnTo>
                  <a:lnTo>
                    <a:pt x="56947" y="194929"/>
                  </a:lnTo>
                  <a:lnTo>
                    <a:pt x="57893" y="192469"/>
                  </a:lnTo>
                  <a:lnTo>
                    <a:pt x="59413" y="191381"/>
                  </a:lnTo>
                  <a:lnTo>
                    <a:pt x="60710" y="189462"/>
                  </a:lnTo>
                  <a:lnTo>
                    <a:pt x="61729" y="189272"/>
                  </a:lnTo>
                  <a:lnTo>
                    <a:pt x="63579" y="187545"/>
                  </a:lnTo>
                  <a:lnTo>
                    <a:pt x="64628" y="185490"/>
                  </a:lnTo>
                  <a:lnTo>
                    <a:pt x="63944" y="185362"/>
                  </a:lnTo>
                  <a:lnTo>
                    <a:pt x="62317" y="186699"/>
                  </a:lnTo>
                  <a:lnTo>
                    <a:pt x="61396" y="187238"/>
                  </a:lnTo>
                  <a:lnTo>
                    <a:pt x="61461" y="185033"/>
                  </a:lnTo>
                  <a:lnTo>
                    <a:pt x="61907" y="182772"/>
                  </a:lnTo>
                  <a:lnTo>
                    <a:pt x="63248" y="180706"/>
                  </a:lnTo>
                  <a:lnTo>
                    <a:pt x="69692" y="174704"/>
                  </a:lnTo>
                  <a:lnTo>
                    <a:pt x="70335" y="175697"/>
                  </a:lnTo>
                  <a:lnTo>
                    <a:pt x="71104" y="177451"/>
                  </a:lnTo>
                  <a:lnTo>
                    <a:pt x="73045" y="177054"/>
                  </a:lnTo>
                  <a:lnTo>
                    <a:pt x="75256" y="173656"/>
                  </a:lnTo>
                  <a:lnTo>
                    <a:pt x="76959" y="169967"/>
                  </a:lnTo>
                  <a:lnTo>
                    <a:pt x="76039" y="170611"/>
                  </a:lnTo>
                  <a:lnTo>
                    <a:pt x="75034" y="172121"/>
                  </a:lnTo>
                  <a:lnTo>
                    <a:pt x="73077" y="174221"/>
                  </a:lnTo>
                  <a:lnTo>
                    <a:pt x="72171" y="174552"/>
                  </a:lnTo>
                  <a:lnTo>
                    <a:pt x="71655" y="174280"/>
                  </a:lnTo>
                  <a:lnTo>
                    <a:pt x="71368" y="172879"/>
                  </a:lnTo>
                  <a:lnTo>
                    <a:pt x="70689" y="172424"/>
                  </a:lnTo>
                  <a:lnTo>
                    <a:pt x="70076" y="172739"/>
                  </a:lnTo>
                  <a:lnTo>
                    <a:pt x="69444" y="171743"/>
                  </a:lnTo>
                  <a:lnTo>
                    <a:pt x="69331" y="169285"/>
                  </a:lnTo>
                  <a:lnTo>
                    <a:pt x="70140" y="165624"/>
                  </a:lnTo>
                  <a:lnTo>
                    <a:pt x="70780" y="163203"/>
                  </a:lnTo>
                  <a:lnTo>
                    <a:pt x="71472" y="161371"/>
                  </a:lnTo>
                  <a:lnTo>
                    <a:pt x="74192" y="156171"/>
                  </a:lnTo>
                  <a:lnTo>
                    <a:pt x="74780" y="153333"/>
                  </a:lnTo>
                  <a:lnTo>
                    <a:pt x="76009" y="151835"/>
                  </a:lnTo>
                  <a:lnTo>
                    <a:pt x="77607" y="152168"/>
                  </a:lnTo>
                  <a:lnTo>
                    <a:pt x="78089" y="151736"/>
                  </a:lnTo>
                  <a:lnTo>
                    <a:pt x="77541" y="149876"/>
                  </a:lnTo>
                  <a:lnTo>
                    <a:pt x="75799" y="148401"/>
                  </a:lnTo>
                  <a:lnTo>
                    <a:pt x="75692" y="147475"/>
                  </a:lnTo>
                  <a:lnTo>
                    <a:pt x="81492" y="145042"/>
                  </a:lnTo>
                  <a:lnTo>
                    <a:pt x="84254" y="145125"/>
                  </a:lnTo>
                  <a:lnTo>
                    <a:pt x="85074" y="143911"/>
                  </a:lnTo>
                  <a:lnTo>
                    <a:pt x="86575" y="143134"/>
                  </a:lnTo>
                  <a:lnTo>
                    <a:pt x="87713" y="141650"/>
                  </a:lnTo>
                  <a:lnTo>
                    <a:pt x="87126" y="140995"/>
                  </a:lnTo>
                  <a:lnTo>
                    <a:pt x="84321" y="142359"/>
                  </a:lnTo>
                  <a:lnTo>
                    <a:pt x="82567" y="142999"/>
                  </a:lnTo>
                  <a:lnTo>
                    <a:pt x="81774" y="142979"/>
                  </a:lnTo>
                  <a:lnTo>
                    <a:pt x="81155" y="143448"/>
                  </a:lnTo>
                  <a:lnTo>
                    <a:pt x="78913" y="143627"/>
                  </a:lnTo>
                  <a:lnTo>
                    <a:pt x="78426" y="137713"/>
                  </a:lnTo>
                  <a:lnTo>
                    <a:pt x="78777" y="134504"/>
                  </a:lnTo>
                  <a:lnTo>
                    <a:pt x="79613" y="134570"/>
                  </a:lnTo>
                  <a:lnTo>
                    <a:pt x="79803" y="131507"/>
                  </a:lnTo>
                  <a:lnTo>
                    <a:pt x="80768" y="129704"/>
                  </a:lnTo>
                  <a:lnTo>
                    <a:pt x="82101" y="129300"/>
                  </a:lnTo>
                  <a:lnTo>
                    <a:pt x="82772" y="128528"/>
                  </a:lnTo>
                  <a:lnTo>
                    <a:pt x="83742" y="126957"/>
                  </a:lnTo>
                  <a:lnTo>
                    <a:pt x="85346" y="127322"/>
                  </a:lnTo>
                  <a:lnTo>
                    <a:pt x="86995" y="126971"/>
                  </a:lnTo>
                  <a:lnTo>
                    <a:pt x="86586" y="126231"/>
                  </a:lnTo>
                  <a:lnTo>
                    <a:pt x="84540" y="125277"/>
                  </a:lnTo>
                  <a:lnTo>
                    <a:pt x="84035" y="123639"/>
                  </a:lnTo>
                  <a:lnTo>
                    <a:pt x="84757" y="122725"/>
                  </a:lnTo>
                  <a:lnTo>
                    <a:pt x="85542" y="122052"/>
                  </a:lnTo>
                  <a:lnTo>
                    <a:pt x="86232" y="121931"/>
                  </a:lnTo>
                  <a:lnTo>
                    <a:pt x="87599" y="118734"/>
                  </a:lnTo>
                  <a:lnTo>
                    <a:pt x="88430" y="117370"/>
                  </a:lnTo>
                  <a:lnTo>
                    <a:pt x="89361" y="117607"/>
                  </a:lnTo>
                  <a:lnTo>
                    <a:pt x="90656" y="116197"/>
                  </a:lnTo>
                  <a:lnTo>
                    <a:pt x="91928" y="116678"/>
                  </a:lnTo>
                  <a:lnTo>
                    <a:pt x="93159" y="115756"/>
                  </a:lnTo>
                  <a:lnTo>
                    <a:pt x="94841" y="115147"/>
                  </a:lnTo>
                  <a:lnTo>
                    <a:pt x="100995" y="114912"/>
                  </a:lnTo>
                  <a:lnTo>
                    <a:pt x="101178" y="113605"/>
                  </a:lnTo>
                  <a:lnTo>
                    <a:pt x="99883" y="113302"/>
                  </a:lnTo>
                  <a:lnTo>
                    <a:pt x="95310" y="112965"/>
                  </a:lnTo>
                  <a:lnTo>
                    <a:pt x="92975" y="112991"/>
                  </a:lnTo>
                  <a:lnTo>
                    <a:pt x="91992" y="113330"/>
                  </a:lnTo>
                  <a:lnTo>
                    <a:pt x="91631" y="112875"/>
                  </a:lnTo>
                  <a:lnTo>
                    <a:pt x="91695" y="112093"/>
                  </a:lnTo>
                  <a:lnTo>
                    <a:pt x="92543" y="110855"/>
                  </a:lnTo>
                  <a:lnTo>
                    <a:pt x="92946" y="109487"/>
                  </a:lnTo>
                  <a:lnTo>
                    <a:pt x="94642" y="106148"/>
                  </a:lnTo>
                  <a:lnTo>
                    <a:pt x="96632" y="103925"/>
                  </a:lnTo>
                  <a:lnTo>
                    <a:pt x="98157" y="104493"/>
                  </a:lnTo>
                  <a:lnTo>
                    <a:pt x="99778" y="106617"/>
                  </a:lnTo>
                  <a:lnTo>
                    <a:pt x="100934" y="106883"/>
                  </a:lnTo>
                  <a:lnTo>
                    <a:pt x="101472" y="107569"/>
                  </a:lnTo>
                  <a:lnTo>
                    <a:pt x="102314" y="110500"/>
                  </a:lnTo>
                  <a:lnTo>
                    <a:pt x="102713" y="110595"/>
                  </a:lnTo>
                  <a:lnTo>
                    <a:pt x="102532" y="107778"/>
                  </a:lnTo>
                  <a:lnTo>
                    <a:pt x="103646" y="105487"/>
                  </a:lnTo>
                  <a:lnTo>
                    <a:pt x="103356" y="104854"/>
                  </a:lnTo>
                  <a:lnTo>
                    <a:pt x="101683" y="105682"/>
                  </a:lnTo>
                  <a:lnTo>
                    <a:pt x="100401" y="104821"/>
                  </a:lnTo>
                  <a:lnTo>
                    <a:pt x="99389" y="103101"/>
                  </a:lnTo>
                  <a:lnTo>
                    <a:pt x="99100" y="101528"/>
                  </a:lnTo>
                  <a:lnTo>
                    <a:pt x="99729" y="99974"/>
                  </a:lnTo>
                  <a:lnTo>
                    <a:pt x="100322" y="99192"/>
                  </a:lnTo>
                  <a:lnTo>
                    <a:pt x="99920" y="98280"/>
                  </a:lnTo>
                  <a:lnTo>
                    <a:pt x="97390" y="100724"/>
                  </a:lnTo>
                  <a:lnTo>
                    <a:pt x="95601" y="101293"/>
                  </a:lnTo>
                  <a:lnTo>
                    <a:pt x="94896" y="100951"/>
                  </a:lnTo>
                  <a:lnTo>
                    <a:pt x="95278" y="98736"/>
                  </a:lnTo>
                  <a:lnTo>
                    <a:pt x="95065" y="96979"/>
                  </a:lnTo>
                  <a:lnTo>
                    <a:pt x="97464" y="92652"/>
                  </a:lnTo>
                  <a:lnTo>
                    <a:pt x="98289" y="92151"/>
                  </a:lnTo>
                  <a:lnTo>
                    <a:pt x="99636" y="92499"/>
                  </a:lnTo>
                  <a:lnTo>
                    <a:pt x="100852" y="93720"/>
                  </a:lnTo>
                  <a:lnTo>
                    <a:pt x="101869" y="93525"/>
                  </a:lnTo>
                  <a:lnTo>
                    <a:pt x="102972" y="92873"/>
                  </a:lnTo>
                  <a:lnTo>
                    <a:pt x="102822" y="91703"/>
                  </a:lnTo>
                  <a:lnTo>
                    <a:pt x="100429" y="91238"/>
                  </a:lnTo>
                  <a:lnTo>
                    <a:pt x="99814" y="90267"/>
                  </a:lnTo>
                  <a:lnTo>
                    <a:pt x="100036" y="89313"/>
                  </a:lnTo>
                  <a:lnTo>
                    <a:pt x="101678" y="88306"/>
                  </a:lnTo>
                  <a:lnTo>
                    <a:pt x="103311" y="86488"/>
                  </a:lnTo>
                  <a:lnTo>
                    <a:pt x="105182" y="85961"/>
                  </a:lnTo>
                  <a:lnTo>
                    <a:pt x="106688" y="84586"/>
                  </a:lnTo>
                  <a:lnTo>
                    <a:pt x="106978" y="84898"/>
                  </a:lnTo>
                  <a:lnTo>
                    <a:pt x="107232" y="85438"/>
                  </a:lnTo>
                  <a:lnTo>
                    <a:pt x="107773" y="90537"/>
                  </a:lnTo>
                  <a:lnTo>
                    <a:pt x="109118" y="94696"/>
                  </a:lnTo>
                  <a:lnTo>
                    <a:pt x="109614" y="94848"/>
                  </a:lnTo>
                  <a:lnTo>
                    <a:pt x="109098" y="91309"/>
                  </a:lnTo>
                  <a:lnTo>
                    <a:pt x="109579" y="90291"/>
                  </a:lnTo>
                  <a:lnTo>
                    <a:pt x="110190" y="89518"/>
                  </a:lnTo>
                  <a:lnTo>
                    <a:pt x="110380" y="88638"/>
                  </a:lnTo>
                  <a:lnTo>
                    <a:pt x="109681" y="88338"/>
                  </a:lnTo>
                  <a:lnTo>
                    <a:pt x="109109" y="87074"/>
                  </a:lnTo>
                  <a:lnTo>
                    <a:pt x="108292" y="83034"/>
                  </a:lnTo>
                  <a:lnTo>
                    <a:pt x="108571" y="81985"/>
                  </a:lnTo>
                  <a:lnTo>
                    <a:pt x="110341" y="79834"/>
                  </a:lnTo>
                  <a:lnTo>
                    <a:pt x="112561" y="79339"/>
                  </a:lnTo>
                  <a:lnTo>
                    <a:pt x="114927" y="80847"/>
                  </a:lnTo>
                  <a:lnTo>
                    <a:pt x="115758" y="80864"/>
                  </a:lnTo>
                  <a:lnTo>
                    <a:pt x="117129" y="80459"/>
                  </a:lnTo>
                  <a:lnTo>
                    <a:pt x="119457" y="79219"/>
                  </a:lnTo>
                  <a:lnTo>
                    <a:pt x="120826" y="78748"/>
                  </a:lnTo>
                  <a:lnTo>
                    <a:pt x="121540" y="78749"/>
                  </a:lnTo>
                  <a:lnTo>
                    <a:pt x="121717" y="78123"/>
                  </a:lnTo>
                  <a:lnTo>
                    <a:pt x="121055" y="77720"/>
                  </a:lnTo>
                  <a:lnTo>
                    <a:pt x="120842" y="77329"/>
                  </a:lnTo>
                  <a:lnTo>
                    <a:pt x="120322" y="77104"/>
                  </a:lnTo>
                  <a:lnTo>
                    <a:pt x="118171" y="77773"/>
                  </a:lnTo>
                  <a:lnTo>
                    <a:pt x="112234" y="77561"/>
                  </a:lnTo>
                  <a:lnTo>
                    <a:pt x="111662" y="76846"/>
                  </a:lnTo>
                  <a:lnTo>
                    <a:pt x="111557" y="75608"/>
                  </a:lnTo>
                  <a:lnTo>
                    <a:pt x="112186" y="73832"/>
                  </a:lnTo>
                  <a:lnTo>
                    <a:pt x="112878" y="72854"/>
                  </a:lnTo>
                  <a:lnTo>
                    <a:pt x="115117" y="71092"/>
                  </a:lnTo>
                  <a:lnTo>
                    <a:pt x="117486" y="70854"/>
                  </a:lnTo>
                  <a:lnTo>
                    <a:pt x="119983" y="67724"/>
                  </a:lnTo>
                  <a:lnTo>
                    <a:pt x="120936" y="65378"/>
                  </a:lnTo>
                  <a:lnTo>
                    <a:pt x="121477" y="61762"/>
                  </a:lnTo>
                  <a:lnTo>
                    <a:pt x="122999" y="58839"/>
                  </a:lnTo>
                  <a:lnTo>
                    <a:pt x="126814" y="57177"/>
                  </a:lnTo>
                  <a:lnTo>
                    <a:pt x="126968" y="56441"/>
                  </a:lnTo>
                  <a:lnTo>
                    <a:pt x="126564" y="54922"/>
                  </a:lnTo>
                  <a:lnTo>
                    <a:pt x="126596" y="52185"/>
                  </a:lnTo>
                  <a:lnTo>
                    <a:pt x="127642" y="48998"/>
                  </a:lnTo>
                  <a:lnTo>
                    <a:pt x="128336" y="47890"/>
                  </a:lnTo>
                  <a:lnTo>
                    <a:pt x="128657" y="47757"/>
                  </a:lnTo>
                  <a:lnTo>
                    <a:pt x="129480" y="48799"/>
                  </a:lnTo>
                  <a:lnTo>
                    <a:pt x="130479" y="51015"/>
                  </a:lnTo>
                  <a:lnTo>
                    <a:pt x="132045" y="52285"/>
                  </a:lnTo>
                  <a:lnTo>
                    <a:pt x="134097" y="52504"/>
                  </a:lnTo>
                  <a:lnTo>
                    <a:pt x="134644" y="51879"/>
                  </a:lnTo>
                  <a:lnTo>
                    <a:pt x="133049" y="50614"/>
                  </a:lnTo>
                  <a:lnTo>
                    <a:pt x="131842" y="48960"/>
                  </a:lnTo>
                  <a:lnTo>
                    <a:pt x="131746" y="47300"/>
                  </a:lnTo>
                  <a:lnTo>
                    <a:pt x="132319" y="46419"/>
                  </a:lnTo>
                  <a:lnTo>
                    <a:pt x="133209" y="46518"/>
                  </a:lnTo>
                  <a:lnTo>
                    <a:pt x="134326" y="46332"/>
                  </a:lnTo>
                  <a:lnTo>
                    <a:pt x="135367" y="45215"/>
                  </a:lnTo>
                  <a:lnTo>
                    <a:pt x="135518" y="44430"/>
                  </a:lnTo>
                  <a:lnTo>
                    <a:pt x="135562" y="43365"/>
                  </a:lnTo>
                  <a:lnTo>
                    <a:pt x="135822" y="42281"/>
                  </a:lnTo>
                  <a:lnTo>
                    <a:pt x="137349" y="39697"/>
                  </a:lnTo>
                  <a:lnTo>
                    <a:pt x="142057" y="38016"/>
                  </a:lnTo>
                  <a:lnTo>
                    <a:pt x="142398" y="38699"/>
                  </a:lnTo>
                  <a:lnTo>
                    <a:pt x="142144" y="43684"/>
                  </a:lnTo>
                  <a:lnTo>
                    <a:pt x="141603" y="46909"/>
                  </a:lnTo>
                  <a:lnTo>
                    <a:pt x="141620" y="49266"/>
                  </a:lnTo>
                  <a:lnTo>
                    <a:pt x="142536" y="46909"/>
                  </a:lnTo>
                  <a:lnTo>
                    <a:pt x="143765" y="40458"/>
                  </a:lnTo>
                  <a:lnTo>
                    <a:pt x="144687" y="37429"/>
                  </a:lnTo>
                  <a:lnTo>
                    <a:pt x="145729" y="35691"/>
                  </a:lnTo>
                  <a:lnTo>
                    <a:pt x="146474" y="35298"/>
                  </a:lnTo>
                  <a:lnTo>
                    <a:pt x="147211" y="34398"/>
                  </a:lnTo>
                  <a:lnTo>
                    <a:pt x="148183" y="33863"/>
                  </a:lnTo>
                  <a:lnTo>
                    <a:pt x="148481" y="34554"/>
                  </a:lnTo>
                  <a:lnTo>
                    <a:pt x="148789" y="36158"/>
                  </a:lnTo>
                  <a:lnTo>
                    <a:pt x="148265" y="41792"/>
                  </a:lnTo>
                  <a:lnTo>
                    <a:pt x="148318" y="43574"/>
                  </a:lnTo>
                  <a:lnTo>
                    <a:pt x="147731" y="45962"/>
                  </a:lnTo>
                  <a:lnTo>
                    <a:pt x="145487" y="51286"/>
                  </a:lnTo>
                  <a:lnTo>
                    <a:pt x="145590" y="51966"/>
                  </a:lnTo>
                  <a:lnTo>
                    <a:pt x="146097" y="51713"/>
                  </a:lnTo>
                  <a:lnTo>
                    <a:pt x="146967" y="50834"/>
                  </a:lnTo>
                  <a:lnTo>
                    <a:pt x="149746" y="45777"/>
                  </a:lnTo>
                  <a:lnTo>
                    <a:pt x="152175" y="46415"/>
                  </a:lnTo>
                  <a:lnTo>
                    <a:pt x="152205" y="46001"/>
                  </a:lnTo>
                  <a:lnTo>
                    <a:pt x="151426" y="44518"/>
                  </a:lnTo>
                  <a:lnTo>
                    <a:pt x="150474" y="43097"/>
                  </a:lnTo>
                  <a:lnTo>
                    <a:pt x="150188" y="41338"/>
                  </a:lnTo>
                  <a:lnTo>
                    <a:pt x="150315" y="36647"/>
                  </a:lnTo>
                  <a:lnTo>
                    <a:pt x="151047" y="34790"/>
                  </a:lnTo>
                  <a:lnTo>
                    <a:pt x="153145" y="34985"/>
                  </a:lnTo>
                  <a:lnTo>
                    <a:pt x="154402" y="34728"/>
                  </a:lnTo>
                  <a:lnTo>
                    <a:pt x="154989" y="35572"/>
                  </a:lnTo>
                  <a:lnTo>
                    <a:pt x="156248" y="35512"/>
                  </a:lnTo>
                  <a:lnTo>
                    <a:pt x="157119" y="32151"/>
                  </a:lnTo>
                  <a:lnTo>
                    <a:pt x="158842" y="31857"/>
                  </a:lnTo>
                  <a:lnTo>
                    <a:pt x="160354" y="34078"/>
                  </a:lnTo>
                  <a:lnTo>
                    <a:pt x="162175" y="35572"/>
                  </a:lnTo>
                  <a:lnTo>
                    <a:pt x="163637" y="37722"/>
                  </a:lnTo>
                  <a:lnTo>
                    <a:pt x="164051" y="37135"/>
                  </a:lnTo>
                  <a:lnTo>
                    <a:pt x="163261" y="32121"/>
                  </a:lnTo>
                  <a:lnTo>
                    <a:pt x="162397" y="30295"/>
                  </a:lnTo>
                  <a:lnTo>
                    <a:pt x="160523" y="29345"/>
                  </a:lnTo>
                  <a:lnTo>
                    <a:pt x="158529" y="27091"/>
                  </a:lnTo>
                  <a:lnTo>
                    <a:pt x="158009" y="26093"/>
                  </a:lnTo>
                  <a:lnTo>
                    <a:pt x="158100" y="25350"/>
                  </a:lnTo>
                  <a:lnTo>
                    <a:pt x="159860" y="24633"/>
                  </a:lnTo>
                  <a:lnTo>
                    <a:pt x="162181" y="25454"/>
                  </a:lnTo>
                  <a:lnTo>
                    <a:pt x="164250" y="23578"/>
                  </a:lnTo>
                  <a:lnTo>
                    <a:pt x="164817" y="24092"/>
                  </a:lnTo>
                  <a:lnTo>
                    <a:pt x="166403" y="23111"/>
                  </a:lnTo>
                  <a:lnTo>
                    <a:pt x="167389" y="24431"/>
                  </a:lnTo>
                  <a:lnTo>
                    <a:pt x="167993" y="24040"/>
                  </a:lnTo>
                  <a:lnTo>
                    <a:pt x="168343" y="22271"/>
                  </a:lnTo>
                  <a:lnTo>
                    <a:pt x="170875" y="21173"/>
                  </a:lnTo>
                  <a:lnTo>
                    <a:pt x="172481" y="22186"/>
                  </a:lnTo>
                  <a:lnTo>
                    <a:pt x="173342" y="23235"/>
                  </a:lnTo>
                  <a:lnTo>
                    <a:pt x="173742" y="25250"/>
                  </a:lnTo>
                  <a:lnTo>
                    <a:pt x="174354" y="29237"/>
                  </a:lnTo>
                  <a:lnTo>
                    <a:pt x="175609" y="31388"/>
                  </a:lnTo>
                  <a:lnTo>
                    <a:pt x="176387" y="32444"/>
                  </a:lnTo>
                  <a:lnTo>
                    <a:pt x="177310" y="32737"/>
                  </a:lnTo>
                  <a:lnTo>
                    <a:pt x="177755" y="31662"/>
                  </a:lnTo>
                  <a:lnTo>
                    <a:pt x="176890" y="30368"/>
                  </a:lnTo>
                  <a:lnTo>
                    <a:pt x="176657" y="29149"/>
                  </a:lnTo>
                  <a:lnTo>
                    <a:pt x="177071" y="26123"/>
                  </a:lnTo>
                  <a:lnTo>
                    <a:pt x="177555" y="24934"/>
                  </a:lnTo>
                  <a:lnTo>
                    <a:pt x="180264" y="20434"/>
                  </a:lnTo>
                  <a:lnTo>
                    <a:pt x="182532" y="18100"/>
                  </a:lnTo>
                  <a:lnTo>
                    <a:pt x="183891" y="17905"/>
                  </a:lnTo>
                  <a:lnTo>
                    <a:pt x="186266" y="12673"/>
                  </a:lnTo>
                  <a:lnTo>
                    <a:pt x="186939" y="11722"/>
                  </a:lnTo>
                  <a:lnTo>
                    <a:pt x="187559" y="11503"/>
                  </a:lnTo>
                  <a:lnTo>
                    <a:pt x="187400" y="10223"/>
                  </a:lnTo>
                  <a:lnTo>
                    <a:pt x="186099" y="9414"/>
                  </a:lnTo>
                  <a:lnTo>
                    <a:pt x="186054" y="7830"/>
                  </a:lnTo>
                  <a:lnTo>
                    <a:pt x="187768" y="5902"/>
                  </a:lnTo>
                  <a:lnTo>
                    <a:pt x="189847" y="2667"/>
                  </a:lnTo>
                  <a:lnTo>
                    <a:pt x="190873" y="2448"/>
                  </a:lnTo>
                  <a:lnTo>
                    <a:pt x="191516" y="3347"/>
                  </a:lnTo>
                  <a:lnTo>
                    <a:pt x="193540" y="4807"/>
                  </a:lnTo>
                  <a:lnTo>
                    <a:pt x="194780" y="6479"/>
                  </a:lnTo>
                  <a:lnTo>
                    <a:pt x="195679" y="7322"/>
                  </a:lnTo>
                  <a:lnTo>
                    <a:pt x="196263" y="7147"/>
                  </a:lnTo>
                  <a:lnTo>
                    <a:pt x="196745" y="5891"/>
                  </a:lnTo>
                  <a:lnTo>
                    <a:pt x="197326" y="5302"/>
                  </a:lnTo>
                  <a:lnTo>
                    <a:pt x="198613" y="5632"/>
                  </a:lnTo>
                  <a:lnTo>
                    <a:pt x="199381" y="6440"/>
                  </a:lnTo>
                  <a:lnTo>
                    <a:pt x="199979" y="6547"/>
                  </a:lnTo>
                  <a:lnTo>
                    <a:pt x="200520" y="7036"/>
                  </a:lnTo>
                  <a:lnTo>
                    <a:pt x="200647" y="8111"/>
                  </a:lnTo>
                  <a:lnTo>
                    <a:pt x="199534" y="9283"/>
                  </a:lnTo>
                  <a:lnTo>
                    <a:pt x="197636" y="12390"/>
                  </a:lnTo>
                  <a:lnTo>
                    <a:pt x="195764" y="15924"/>
                  </a:lnTo>
                  <a:lnTo>
                    <a:pt x="195147" y="17785"/>
                  </a:lnTo>
                  <a:lnTo>
                    <a:pt x="194542" y="22672"/>
                  </a:lnTo>
                  <a:lnTo>
                    <a:pt x="193079" y="25799"/>
                  </a:lnTo>
                  <a:lnTo>
                    <a:pt x="192968" y="27992"/>
                  </a:lnTo>
                  <a:lnTo>
                    <a:pt x="193556" y="29025"/>
                  </a:lnTo>
                  <a:lnTo>
                    <a:pt x="195171" y="28214"/>
                  </a:lnTo>
                  <a:lnTo>
                    <a:pt x="197161" y="25288"/>
                  </a:lnTo>
                  <a:lnTo>
                    <a:pt x="197658" y="22183"/>
                  </a:lnTo>
                  <a:lnTo>
                    <a:pt x="202634" y="13767"/>
                  </a:lnTo>
                  <a:lnTo>
                    <a:pt x="204968" y="9121"/>
                  </a:lnTo>
                  <a:lnTo>
                    <a:pt x="207622" y="5274"/>
                  </a:lnTo>
                  <a:lnTo>
                    <a:pt x="209106" y="4478"/>
                  </a:lnTo>
                  <a:lnTo>
                    <a:pt x="209805" y="7025"/>
                  </a:lnTo>
                  <a:lnTo>
                    <a:pt x="209242" y="10352"/>
                  </a:lnTo>
                  <a:lnTo>
                    <a:pt x="208115" y="12474"/>
                  </a:lnTo>
                  <a:lnTo>
                    <a:pt x="208946" y="13447"/>
                  </a:lnTo>
                  <a:lnTo>
                    <a:pt x="208787" y="15969"/>
                  </a:lnTo>
                  <a:lnTo>
                    <a:pt x="208528" y="17370"/>
                  </a:lnTo>
                  <a:lnTo>
                    <a:pt x="208363" y="18837"/>
                  </a:lnTo>
                  <a:lnTo>
                    <a:pt x="208373" y="20131"/>
                  </a:lnTo>
                  <a:lnTo>
                    <a:pt x="209152" y="19786"/>
                  </a:lnTo>
                  <a:lnTo>
                    <a:pt x="212260" y="17136"/>
                  </a:lnTo>
                  <a:lnTo>
                    <a:pt x="213047" y="14268"/>
                  </a:lnTo>
                  <a:lnTo>
                    <a:pt x="213778" y="12118"/>
                  </a:lnTo>
                  <a:lnTo>
                    <a:pt x="214128" y="10261"/>
                  </a:lnTo>
                  <a:lnTo>
                    <a:pt x="215336" y="8502"/>
                  </a:lnTo>
                  <a:lnTo>
                    <a:pt x="217616" y="8489"/>
                  </a:lnTo>
                  <a:lnTo>
                    <a:pt x="217704" y="7798"/>
                  </a:lnTo>
                  <a:lnTo>
                    <a:pt x="214949" y="5357"/>
                  </a:lnTo>
                  <a:lnTo>
                    <a:pt x="214624" y="4257"/>
                  </a:lnTo>
                  <a:lnTo>
                    <a:pt x="215550" y="2794"/>
                  </a:lnTo>
                  <a:lnTo>
                    <a:pt x="218102" y="0"/>
                  </a:lnTo>
                  <a:lnTo>
                    <a:pt x="219414" y="308"/>
                  </a:lnTo>
                  <a:lnTo>
                    <a:pt x="220198" y="943"/>
                  </a:lnTo>
                  <a:lnTo>
                    <a:pt x="223338" y="1427"/>
                  </a:lnTo>
                  <a:lnTo>
                    <a:pt x="225747" y="3428"/>
                  </a:lnTo>
                  <a:lnTo>
                    <a:pt x="225655" y="6556"/>
                  </a:lnTo>
                  <a:lnTo>
                    <a:pt x="225118" y="7863"/>
                  </a:lnTo>
                  <a:lnTo>
                    <a:pt x="224589" y="8668"/>
                  </a:lnTo>
                  <a:lnTo>
                    <a:pt x="221504" y="11043"/>
                  </a:lnTo>
                  <a:lnTo>
                    <a:pt x="220996" y="12214"/>
                  </a:lnTo>
                  <a:lnTo>
                    <a:pt x="221964" y="12619"/>
                  </a:lnTo>
                  <a:lnTo>
                    <a:pt x="224049" y="11434"/>
                  </a:lnTo>
                  <a:lnTo>
                    <a:pt x="224588" y="12509"/>
                  </a:lnTo>
                  <a:lnTo>
                    <a:pt x="223925" y="15200"/>
                  </a:lnTo>
                  <a:lnTo>
                    <a:pt x="223812" y="19240"/>
                  </a:lnTo>
                  <a:lnTo>
                    <a:pt x="223572" y="21597"/>
                  </a:lnTo>
                  <a:lnTo>
                    <a:pt x="223572" y="23747"/>
                  </a:lnTo>
                  <a:lnTo>
                    <a:pt x="223831" y="24901"/>
                  </a:lnTo>
                  <a:lnTo>
                    <a:pt x="224668" y="20326"/>
                  </a:lnTo>
                  <a:lnTo>
                    <a:pt x="224955" y="19154"/>
                  </a:lnTo>
                  <a:lnTo>
                    <a:pt x="226180" y="17432"/>
                  </a:lnTo>
                  <a:lnTo>
                    <a:pt x="226636" y="13962"/>
                  </a:lnTo>
                  <a:lnTo>
                    <a:pt x="227834" y="9799"/>
                  </a:lnTo>
                  <a:lnTo>
                    <a:pt x="229184" y="7381"/>
                  </a:lnTo>
                  <a:lnTo>
                    <a:pt x="229970" y="6717"/>
                  </a:lnTo>
                  <a:lnTo>
                    <a:pt x="232573" y="6813"/>
                  </a:lnTo>
                  <a:lnTo>
                    <a:pt x="233690" y="7723"/>
                  </a:lnTo>
                  <a:lnTo>
                    <a:pt x="234676" y="9746"/>
                  </a:lnTo>
                  <a:lnTo>
                    <a:pt x="235412" y="10554"/>
                  </a:lnTo>
                  <a:lnTo>
                    <a:pt x="237733" y="11414"/>
                  </a:lnTo>
                  <a:lnTo>
                    <a:pt x="238530" y="12492"/>
                  </a:lnTo>
                  <a:lnTo>
                    <a:pt x="238679" y="13133"/>
                  </a:lnTo>
                  <a:lnTo>
                    <a:pt x="239246" y="13260"/>
                  </a:lnTo>
                  <a:lnTo>
                    <a:pt x="240812" y="11728"/>
                  </a:lnTo>
                  <a:lnTo>
                    <a:pt x="241829" y="11474"/>
                  </a:lnTo>
                  <a:lnTo>
                    <a:pt x="243488" y="13862"/>
                  </a:lnTo>
                  <a:lnTo>
                    <a:pt x="243155" y="15631"/>
                  </a:lnTo>
                  <a:lnTo>
                    <a:pt x="243252" y="16192"/>
                  </a:lnTo>
                  <a:lnTo>
                    <a:pt x="245261" y="16078"/>
                  </a:lnTo>
                  <a:lnTo>
                    <a:pt x="246932" y="16772"/>
                  </a:lnTo>
                  <a:lnTo>
                    <a:pt x="250109" y="20394"/>
                  </a:lnTo>
                  <a:lnTo>
                    <a:pt x="250438" y="22086"/>
                  </a:lnTo>
                  <a:lnTo>
                    <a:pt x="250280" y="24138"/>
                  </a:lnTo>
                  <a:lnTo>
                    <a:pt x="245711" y="26400"/>
                  </a:lnTo>
                  <a:lnTo>
                    <a:pt x="243731" y="28562"/>
                  </a:lnTo>
                  <a:lnTo>
                    <a:pt x="240490" y="29396"/>
                  </a:lnTo>
                  <a:lnTo>
                    <a:pt x="229485" y="27950"/>
                  </a:lnTo>
                  <a:lnTo>
                    <a:pt x="229708" y="29512"/>
                  </a:lnTo>
                  <a:lnTo>
                    <a:pt x="237371" y="32934"/>
                  </a:lnTo>
                  <a:lnTo>
                    <a:pt x="237808" y="33910"/>
                  </a:lnTo>
                  <a:lnTo>
                    <a:pt x="237563" y="35968"/>
                  </a:lnTo>
                  <a:lnTo>
                    <a:pt x="237559" y="37618"/>
                  </a:lnTo>
                  <a:lnTo>
                    <a:pt x="237703" y="38744"/>
                  </a:lnTo>
                  <a:lnTo>
                    <a:pt x="238267" y="39794"/>
                  </a:lnTo>
                  <a:lnTo>
                    <a:pt x="239204" y="40288"/>
                  </a:lnTo>
                  <a:lnTo>
                    <a:pt x="241110" y="40028"/>
                  </a:lnTo>
                  <a:lnTo>
                    <a:pt x="242052" y="40592"/>
                  </a:lnTo>
                  <a:lnTo>
                    <a:pt x="242695" y="39754"/>
                  </a:lnTo>
                  <a:lnTo>
                    <a:pt x="242934" y="36940"/>
                  </a:lnTo>
                  <a:lnTo>
                    <a:pt x="243487" y="36318"/>
                  </a:lnTo>
                  <a:lnTo>
                    <a:pt x="244557" y="37135"/>
                  </a:lnTo>
                  <a:lnTo>
                    <a:pt x="245022" y="40142"/>
                  </a:lnTo>
                  <a:lnTo>
                    <a:pt x="245321" y="40453"/>
                  </a:lnTo>
                  <a:lnTo>
                    <a:pt x="245860" y="38308"/>
                  </a:lnTo>
                  <a:lnTo>
                    <a:pt x="246919" y="38462"/>
                  </a:lnTo>
                  <a:lnTo>
                    <a:pt x="248072" y="3828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3066212" y="1531889"/>
              <a:ext cx="7997" cy="5563"/>
            </a:xfrm>
            <a:custGeom>
              <a:avLst/>
              <a:pathLst>
                <a:path w="7997" h="5563">
                  <a:moveTo>
                    <a:pt x="2609" y="0"/>
                  </a:moveTo>
                  <a:lnTo>
                    <a:pt x="5177" y="1129"/>
                  </a:lnTo>
                  <a:lnTo>
                    <a:pt x="6057" y="1106"/>
                  </a:lnTo>
                  <a:lnTo>
                    <a:pt x="7332" y="3218"/>
                  </a:lnTo>
                  <a:lnTo>
                    <a:pt x="7997" y="3031"/>
                  </a:lnTo>
                  <a:lnTo>
                    <a:pt x="7872" y="4322"/>
                  </a:lnTo>
                  <a:lnTo>
                    <a:pt x="6583" y="4934"/>
                  </a:lnTo>
                  <a:lnTo>
                    <a:pt x="4579" y="5306"/>
                  </a:lnTo>
                  <a:lnTo>
                    <a:pt x="4280" y="5563"/>
                  </a:lnTo>
                  <a:lnTo>
                    <a:pt x="2567" y="5357"/>
                  </a:lnTo>
                  <a:lnTo>
                    <a:pt x="1606" y="3619"/>
                  </a:lnTo>
                  <a:lnTo>
                    <a:pt x="0" y="3189"/>
                  </a:lnTo>
                  <a:lnTo>
                    <a:pt x="2" y="2633"/>
                  </a:lnTo>
                  <a:lnTo>
                    <a:pt x="1043" y="132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2735369" y="1530837"/>
              <a:ext cx="10767" cy="10195"/>
            </a:xfrm>
            <a:custGeom>
              <a:avLst/>
              <a:pathLst>
                <a:path w="10767" h="10195">
                  <a:moveTo>
                    <a:pt x="1396" y="10003"/>
                  </a:moveTo>
                  <a:lnTo>
                    <a:pt x="510" y="10195"/>
                  </a:lnTo>
                  <a:lnTo>
                    <a:pt x="0" y="9538"/>
                  </a:lnTo>
                  <a:lnTo>
                    <a:pt x="1290" y="7734"/>
                  </a:lnTo>
                  <a:lnTo>
                    <a:pt x="5557" y="4344"/>
                  </a:lnTo>
                  <a:lnTo>
                    <a:pt x="7260" y="1109"/>
                  </a:lnTo>
                  <a:lnTo>
                    <a:pt x="10551" y="0"/>
                  </a:lnTo>
                  <a:lnTo>
                    <a:pt x="10767" y="1796"/>
                  </a:lnTo>
                  <a:lnTo>
                    <a:pt x="10544" y="4031"/>
                  </a:lnTo>
                  <a:lnTo>
                    <a:pt x="7657" y="5807"/>
                  </a:lnTo>
                  <a:lnTo>
                    <a:pt x="4456" y="701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3003555" y="1432137"/>
              <a:ext cx="4588" cy="4898"/>
            </a:xfrm>
            <a:custGeom>
              <a:avLst/>
              <a:pathLst>
                <a:path w="4588" h="4898">
                  <a:moveTo>
                    <a:pt x="4055" y="3749"/>
                  </a:moveTo>
                  <a:lnTo>
                    <a:pt x="2894" y="4898"/>
                  </a:lnTo>
                  <a:lnTo>
                    <a:pt x="1154" y="3169"/>
                  </a:lnTo>
                  <a:lnTo>
                    <a:pt x="0" y="952"/>
                  </a:lnTo>
                  <a:lnTo>
                    <a:pt x="613" y="110"/>
                  </a:lnTo>
                  <a:lnTo>
                    <a:pt x="3705" y="0"/>
                  </a:lnTo>
                  <a:lnTo>
                    <a:pt x="4461" y="1151"/>
                  </a:lnTo>
                  <a:lnTo>
                    <a:pt x="4588" y="180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3017307" y="1311587"/>
              <a:ext cx="44933" cy="39327"/>
            </a:xfrm>
            <a:custGeom>
              <a:avLst/>
              <a:pathLst>
                <a:path w="44933" h="39327">
                  <a:moveTo>
                    <a:pt x="13268" y="55"/>
                  </a:moveTo>
                  <a:lnTo>
                    <a:pt x="14590" y="754"/>
                  </a:lnTo>
                  <a:lnTo>
                    <a:pt x="17451" y="608"/>
                  </a:lnTo>
                  <a:lnTo>
                    <a:pt x="19029" y="5611"/>
                  </a:lnTo>
                  <a:lnTo>
                    <a:pt x="19915" y="10915"/>
                  </a:lnTo>
                  <a:lnTo>
                    <a:pt x="21355" y="11297"/>
                  </a:lnTo>
                  <a:lnTo>
                    <a:pt x="24097" y="10567"/>
                  </a:lnTo>
                  <a:lnTo>
                    <a:pt x="26542" y="10212"/>
                  </a:lnTo>
                  <a:lnTo>
                    <a:pt x="27796" y="10606"/>
                  </a:lnTo>
                  <a:lnTo>
                    <a:pt x="30030" y="12153"/>
                  </a:lnTo>
                  <a:lnTo>
                    <a:pt x="30994" y="13241"/>
                  </a:lnTo>
                  <a:lnTo>
                    <a:pt x="30155" y="14096"/>
                  </a:lnTo>
                  <a:lnTo>
                    <a:pt x="28110" y="15054"/>
                  </a:lnTo>
                  <a:lnTo>
                    <a:pt x="27771" y="17908"/>
                  </a:lnTo>
                  <a:lnTo>
                    <a:pt x="29827" y="18902"/>
                  </a:lnTo>
                  <a:lnTo>
                    <a:pt x="33225" y="21338"/>
                  </a:lnTo>
                  <a:lnTo>
                    <a:pt x="35138" y="21654"/>
                  </a:lnTo>
                  <a:lnTo>
                    <a:pt x="38554" y="20655"/>
                  </a:lnTo>
                  <a:lnTo>
                    <a:pt x="41757" y="22549"/>
                  </a:lnTo>
                  <a:lnTo>
                    <a:pt x="44933" y="24849"/>
                  </a:lnTo>
                  <a:lnTo>
                    <a:pt x="37511" y="27755"/>
                  </a:lnTo>
                  <a:lnTo>
                    <a:pt x="36858" y="28572"/>
                  </a:lnTo>
                  <a:lnTo>
                    <a:pt x="35830" y="30726"/>
                  </a:lnTo>
                  <a:lnTo>
                    <a:pt x="34736" y="32498"/>
                  </a:lnTo>
                  <a:lnTo>
                    <a:pt x="33726" y="33544"/>
                  </a:lnTo>
                  <a:lnTo>
                    <a:pt x="31506" y="35344"/>
                  </a:lnTo>
                  <a:lnTo>
                    <a:pt x="30311" y="35968"/>
                  </a:lnTo>
                  <a:lnTo>
                    <a:pt x="27624" y="35828"/>
                  </a:lnTo>
                  <a:lnTo>
                    <a:pt x="26617" y="36545"/>
                  </a:lnTo>
                  <a:lnTo>
                    <a:pt x="25683" y="38005"/>
                  </a:lnTo>
                  <a:lnTo>
                    <a:pt x="24743" y="39057"/>
                  </a:lnTo>
                  <a:lnTo>
                    <a:pt x="22359" y="39327"/>
                  </a:lnTo>
                  <a:lnTo>
                    <a:pt x="21140" y="37871"/>
                  </a:lnTo>
                  <a:lnTo>
                    <a:pt x="21543" y="37422"/>
                  </a:lnTo>
                  <a:lnTo>
                    <a:pt x="21714" y="36565"/>
                  </a:lnTo>
                  <a:lnTo>
                    <a:pt x="21289" y="34519"/>
                  </a:lnTo>
                  <a:lnTo>
                    <a:pt x="23562" y="32427"/>
                  </a:lnTo>
                  <a:lnTo>
                    <a:pt x="24079" y="31269"/>
                  </a:lnTo>
                  <a:lnTo>
                    <a:pt x="23624" y="30850"/>
                  </a:lnTo>
                  <a:lnTo>
                    <a:pt x="22999" y="30965"/>
                  </a:lnTo>
                  <a:lnTo>
                    <a:pt x="21345" y="30329"/>
                  </a:lnTo>
                  <a:lnTo>
                    <a:pt x="20855" y="30360"/>
                  </a:lnTo>
                  <a:lnTo>
                    <a:pt x="19483" y="31579"/>
                  </a:lnTo>
                  <a:lnTo>
                    <a:pt x="17582" y="32397"/>
                  </a:lnTo>
                  <a:lnTo>
                    <a:pt x="15653" y="32605"/>
                  </a:lnTo>
                  <a:lnTo>
                    <a:pt x="7902" y="34176"/>
                  </a:lnTo>
                  <a:lnTo>
                    <a:pt x="6731" y="33623"/>
                  </a:lnTo>
                  <a:lnTo>
                    <a:pt x="6202" y="30501"/>
                  </a:lnTo>
                  <a:lnTo>
                    <a:pt x="9355" y="28901"/>
                  </a:lnTo>
                  <a:lnTo>
                    <a:pt x="9839" y="26198"/>
                  </a:lnTo>
                  <a:lnTo>
                    <a:pt x="10635" y="24401"/>
                  </a:lnTo>
                  <a:lnTo>
                    <a:pt x="11564" y="23209"/>
                  </a:lnTo>
                  <a:lnTo>
                    <a:pt x="13271" y="20137"/>
                  </a:lnTo>
                  <a:lnTo>
                    <a:pt x="13701" y="19916"/>
                  </a:lnTo>
                  <a:lnTo>
                    <a:pt x="9445" y="17487"/>
                  </a:lnTo>
                  <a:lnTo>
                    <a:pt x="7763" y="15908"/>
                  </a:lnTo>
                  <a:lnTo>
                    <a:pt x="5931" y="12756"/>
                  </a:lnTo>
                  <a:lnTo>
                    <a:pt x="5369" y="10206"/>
                  </a:lnTo>
                  <a:lnTo>
                    <a:pt x="2887" y="8036"/>
                  </a:lnTo>
                  <a:lnTo>
                    <a:pt x="3194" y="5265"/>
                  </a:lnTo>
                  <a:lnTo>
                    <a:pt x="1392" y="5482"/>
                  </a:lnTo>
                  <a:lnTo>
                    <a:pt x="0" y="3537"/>
                  </a:lnTo>
                  <a:lnTo>
                    <a:pt x="1295" y="2445"/>
                  </a:lnTo>
                  <a:lnTo>
                    <a:pt x="7873" y="1206"/>
                  </a:lnTo>
                  <a:lnTo>
                    <a:pt x="11794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3076717" y="1305266"/>
              <a:ext cx="5767" cy="4875"/>
            </a:xfrm>
            <a:custGeom>
              <a:avLst/>
              <a:pathLst>
                <a:path w="5767" h="4875">
                  <a:moveTo>
                    <a:pt x="4501" y="4803"/>
                  </a:moveTo>
                  <a:lnTo>
                    <a:pt x="3093" y="4875"/>
                  </a:lnTo>
                  <a:lnTo>
                    <a:pt x="498" y="2695"/>
                  </a:lnTo>
                  <a:lnTo>
                    <a:pt x="0" y="802"/>
                  </a:lnTo>
                  <a:lnTo>
                    <a:pt x="461" y="28"/>
                  </a:lnTo>
                  <a:lnTo>
                    <a:pt x="1713" y="0"/>
                  </a:lnTo>
                  <a:lnTo>
                    <a:pt x="3663" y="2585"/>
                  </a:lnTo>
                  <a:lnTo>
                    <a:pt x="5767" y="336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2924340" y="1302564"/>
              <a:ext cx="14985" cy="20036"/>
            </a:xfrm>
            <a:custGeom>
              <a:avLst/>
              <a:pathLst>
                <a:path w="14985" h="20036">
                  <a:moveTo>
                    <a:pt x="6659" y="8635"/>
                  </a:moveTo>
                  <a:lnTo>
                    <a:pt x="6768" y="10674"/>
                  </a:lnTo>
                  <a:lnTo>
                    <a:pt x="8331" y="10470"/>
                  </a:lnTo>
                  <a:lnTo>
                    <a:pt x="10177" y="12642"/>
                  </a:lnTo>
                  <a:lnTo>
                    <a:pt x="12190" y="13794"/>
                  </a:lnTo>
                  <a:lnTo>
                    <a:pt x="12759" y="14585"/>
                  </a:lnTo>
                  <a:lnTo>
                    <a:pt x="13187" y="15602"/>
                  </a:lnTo>
                  <a:lnTo>
                    <a:pt x="14406" y="17650"/>
                  </a:lnTo>
                  <a:lnTo>
                    <a:pt x="14985" y="19808"/>
                  </a:lnTo>
                  <a:lnTo>
                    <a:pt x="13530" y="20036"/>
                  </a:lnTo>
                  <a:lnTo>
                    <a:pt x="11526" y="16959"/>
                  </a:lnTo>
                  <a:lnTo>
                    <a:pt x="9891" y="15208"/>
                  </a:lnTo>
                  <a:lnTo>
                    <a:pt x="7833" y="13715"/>
                  </a:lnTo>
                  <a:lnTo>
                    <a:pt x="6168" y="13641"/>
                  </a:lnTo>
                  <a:lnTo>
                    <a:pt x="5418" y="12991"/>
                  </a:lnTo>
                  <a:lnTo>
                    <a:pt x="2720" y="7629"/>
                  </a:lnTo>
                  <a:lnTo>
                    <a:pt x="2223" y="6394"/>
                  </a:lnTo>
                  <a:lnTo>
                    <a:pt x="680" y="4404"/>
                  </a:lnTo>
                  <a:lnTo>
                    <a:pt x="0" y="1933"/>
                  </a:lnTo>
                  <a:lnTo>
                    <a:pt x="5" y="0"/>
                  </a:lnTo>
                  <a:lnTo>
                    <a:pt x="2069" y="456"/>
                  </a:lnTo>
                  <a:lnTo>
                    <a:pt x="3876" y="1670"/>
                  </a:lnTo>
                  <a:lnTo>
                    <a:pt x="5444" y="4419"/>
                  </a:lnTo>
                  <a:lnTo>
                    <a:pt x="5723" y="5273"/>
                  </a:lnTo>
                  <a:lnTo>
                    <a:pt x="5004" y="6409"/>
                  </a:lnTo>
                  <a:lnTo>
                    <a:pt x="5742" y="77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3090959" y="1300557"/>
              <a:ext cx="17377" cy="4200"/>
            </a:xfrm>
            <a:custGeom>
              <a:avLst/>
              <a:pathLst>
                <a:path w="17377" h="4200">
                  <a:moveTo>
                    <a:pt x="11132" y="1737"/>
                  </a:moveTo>
                  <a:lnTo>
                    <a:pt x="14000" y="1923"/>
                  </a:lnTo>
                  <a:lnTo>
                    <a:pt x="16882" y="1454"/>
                  </a:lnTo>
                  <a:lnTo>
                    <a:pt x="17377" y="1953"/>
                  </a:lnTo>
                  <a:lnTo>
                    <a:pt x="13665" y="3508"/>
                  </a:lnTo>
                  <a:lnTo>
                    <a:pt x="9537" y="2682"/>
                  </a:lnTo>
                  <a:lnTo>
                    <a:pt x="5820" y="2471"/>
                  </a:lnTo>
                  <a:lnTo>
                    <a:pt x="1430" y="4200"/>
                  </a:lnTo>
                  <a:lnTo>
                    <a:pt x="0" y="3507"/>
                  </a:lnTo>
                  <a:lnTo>
                    <a:pt x="2229" y="1844"/>
                  </a:lnTo>
                  <a:lnTo>
                    <a:pt x="4662" y="1294"/>
                  </a:lnTo>
                  <a:lnTo>
                    <a:pt x="5053" y="278"/>
                  </a:lnTo>
                  <a:lnTo>
                    <a:pt x="5980" y="104"/>
                  </a:lnTo>
                  <a:lnTo>
                    <a:pt x="919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2925537" y="1268592"/>
              <a:ext cx="102930" cy="102632"/>
            </a:xfrm>
            <a:custGeom>
              <a:avLst/>
              <a:pathLst>
                <a:path w="102930" h="102632">
                  <a:moveTo>
                    <a:pt x="58687" y="4309"/>
                  </a:moveTo>
                  <a:lnTo>
                    <a:pt x="59185" y="4367"/>
                  </a:lnTo>
                  <a:lnTo>
                    <a:pt x="59670" y="4052"/>
                  </a:lnTo>
                  <a:lnTo>
                    <a:pt x="60022" y="3224"/>
                  </a:lnTo>
                  <a:lnTo>
                    <a:pt x="60414" y="2767"/>
                  </a:lnTo>
                  <a:lnTo>
                    <a:pt x="62847" y="3304"/>
                  </a:lnTo>
                  <a:lnTo>
                    <a:pt x="66296" y="4961"/>
                  </a:lnTo>
                  <a:lnTo>
                    <a:pt x="67321" y="5778"/>
                  </a:lnTo>
                  <a:lnTo>
                    <a:pt x="68761" y="7462"/>
                  </a:lnTo>
                  <a:lnTo>
                    <a:pt x="69930" y="10292"/>
                  </a:lnTo>
                  <a:lnTo>
                    <a:pt x="69003" y="12339"/>
                  </a:lnTo>
                  <a:lnTo>
                    <a:pt x="67781" y="14273"/>
                  </a:lnTo>
                  <a:lnTo>
                    <a:pt x="67347" y="15342"/>
                  </a:lnTo>
                  <a:lnTo>
                    <a:pt x="67794" y="16879"/>
                  </a:lnTo>
                  <a:lnTo>
                    <a:pt x="67612" y="18374"/>
                  </a:lnTo>
                  <a:lnTo>
                    <a:pt x="67167" y="19699"/>
                  </a:lnTo>
                  <a:lnTo>
                    <a:pt x="69015" y="18188"/>
                  </a:lnTo>
                  <a:lnTo>
                    <a:pt x="72967" y="13356"/>
                  </a:lnTo>
                  <a:lnTo>
                    <a:pt x="73555" y="13057"/>
                  </a:lnTo>
                  <a:lnTo>
                    <a:pt x="74171" y="13220"/>
                  </a:lnTo>
                  <a:lnTo>
                    <a:pt x="75941" y="14213"/>
                  </a:lnTo>
                  <a:lnTo>
                    <a:pt x="77546" y="16677"/>
                  </a:lnTo>
                  <a:lnTo>
                    <a:pt x="77900" y="17492"/>
                  </a:lnTo>
                  <a:lnTo>
                    <a:pt x="78188" y="18495"/>
                  </a:lnTo>
                  <a:lnTo>
                    <a:pt x="78354" y="19733"/>
                  </a:lnTo>
                  <a:lnTo>
                    <a:pt x="78263" y="21154"/>
                  </a:lnTo>
                  <a:lnTo>
                    <a:pt x="78113" y="22144"/>
                  </a:lnTo>
                  <a:lnTo>
                    <a:pt x="77273" y="22785"/>
                  </a:lnTo>
                  <a:lnTo>
                    <a:pt x="76868" y="23369"/>
                  </a:lnTo>
                  <a:lnTo>
                    <a:pt x="77775" y="23412"/>
                  </a:lnTo>
                  <a:lnTo>
                    <a:pt x="78812" y="24180"/>
                  </a:lnTo>
                  <a:lnTo>
                    <a:pt x="79763" y="25809"/>
                  </a:lnTo>
                  <a:lnTo>
                    <a:pt x="80825" y="26462"/>
                  </a:lnTo>
                  <a:lnTo>
                    <a:pt x="84678" y="25911"/>
                  </a:lnTo>
                  <a:lnTo>
                    <a:pt x="87183" y="26764"/>
                  </a:lnTo>
                  <a:lnTo>
                    <a:pt x="88555" y="29442"/>
                  </a:lnTo>
                  <a:lnTo>
                    <a:pt x="90672" y="28836"/>
                  </a:lnTo>
                  <a:lnTo>
                    <a:pt x="90679" y="27409"/>
                  </a:lnTo>
                  <a:lnTo>
                    <a:pt x="91142" y="26798"/>
                  </a:lnTo>
                  <a:lnTo>
                    <a:pt x="93983" y="27283"/>
                  </a:lnTo>
                  <a:lnTo>
                    <a:pt x="95453" y="27951"/>
                  </a:lnTo>
                  <a:lnTo>
                    <a:pt x="96954" y="29355"/>
                  </a:lnTo>
                  <a:lnTo>
                    <a:pt x="94392" y="31652"/>
                  </a:lnTo>
                  <a:lnTo>
                    <a:pt x="96503" y="33860"/>
                  </a:lnTo>
                  <a:lnTo>
                    <a:pt x="100054" y="35457"/>
                  </a:lnTo>
                  <a:lnTo>
                    <a:pt x="102194" y="37135"/>
                  </a:lnTo>
                  <a:lnTo>
                    <a:pt x="102581" y="37839"/>
                  </a:lnTo>
                  <a:lnTo>
                    <a:pt x="102930" y="38773"/>
                  </a:lnTo>
                  <a:lnTo>
                    <a:pt x="101537" y="39984"/>
                  </a:lnTo>
                  <a:lnTo>
                    <a:pt x="100118" y="40668"/>
                  </a:lnTo>
                  <a:lnTo>
                    <a:pt x="96546" y="40785"/>
                  </a:lnTo>
                  <a:lnTo>
                    <a:pt x="93299" y="41644"/>
                  </a:lnTo>
                  <a:lnTo>
                    <a:pt x="87355" y="42251"/>
                  </a:lnTo>
                  <a:lnTo>
                    <a:pt x="86471" y="42639"/>
                  </a:lnTo>
                  <a:lnTo>
                    <a:pt x="86262" y="42986"/>
                  </a:lnTo>
                  <a:lnTo>
                    <a:pt x="85911" y="44040"/>
                  </a:lnTo>
                  <a:lnTo>
                    <a:pt x="83624" y="46474"/>
                  </a:lnTo>
                  <a:lnTo>
                    <a:pt x="81411" y="49441"/>
                  </a:lnTo>
                  <a:lnTo>
                    <a:pt x="80500" y="51227"/>
                  </a:lnTo>
                  <a:lnTo>
                    <a:pt x="79809" y="53730"/>
                  </a:lnTo>
                  <a:lnTo>
                    <a:pt x="79557" y="55260"/>
                  </a:lnTo>
                  <a:lnTo>
                    <a:pt x="80048" y="56743"/>
                  </a:lnTo>
                  <a:lnTo>
                    <a:pt x="79918" y="58244"/>
                  </a:lnTo>
                  <a:lnTo>
                    <a:pt x="78254" y="59419"/>
                  </a:lnTo>
                  <a:lnTo>
                    <a:pt x="77199" y="59467"/>
                  </a:lnTo>
                  <a:lnTo>
                    <a:pt x="75875" y="59233"/>
                  </a:lnTo>
                  <a:lnTo>
                    <a:pt x="74574" y="59911"/>
                  </a:lnTo>
                  <a:lnTo>
                    <a:pt x="74491" y="60930"/>
                  </a:lnTo>
                  <a:lnTo>
                    <a:pt x="74568" y="62364"/>
                  </a:lnTo>
                  <a:lnTo>
                    <a:pt x="74235" y="66740"/>
                  </a:lnTo>
                  <a:lnTo>
                    <a:pt x="73830" y="70040"/>
                  </a:lnTo>
                  <a:lnTo>
                    <a:pt x="73223" y="73104"/>
                  </a:lnTo>
                  <a:lnTo>
                    <a:pt x="72542" y="74758"/>
                  </a:lnTo>
                  <a:lnTo>
                    <a:pt x="71672" y="75218"/>
                  </a:lnTo>
                  <a:lnTo>
                    <a:pt x="68881" y="75521"/>
                  </a:lnTo>
                  <a:lnTo>
                    <a:pt x="66730" y="78400"/>
                  </a:lnTo>
                  <a:lnTo>
                    <a:pt x="64991" y="83545"/>
                  </a:lnTo>
                  <a:lnTo>
                    <a:pt x="64089" y="85565"/>
                  </a:lnTo>
                  <a:lnTo>
                    <a:pt x="62204" y="88755"/>
                  </a:lnTo>
                  <a:lnTo>
                    <a:pt x="62544" y="89886"/>
                  </a:lnTo>
                  <a:lnTo>
                    <a:pt x="63131" y="91111"/>
                  </a:lnTo>
                  <a:lnTo>
                    <a:pt x="62102" y="93306"/>
                  </a:lnTo>
                  <a:lnTo>
                    <a:pt x="60513" y="95767"/>
                  </a:lnTo>
                  <a:lnTo>
                    <a:pt x="60544" y="96719"/>
                  </a:lnTo>
                  <a:lnTo>
                    <a:pt x="61079" y="98464"/>
                  </a:lnTo>
                  <a:lnTo>
                    <a:pt x="61340" y="100277"/>
                  </a:lnTo>
                  <a:lnTo>
                    <a:pt x="60114" y="101838"/>
                  </a:lnTo>
                  <a:lnTo>
                    <a:pt x="57858" y="102632"/>
                  </a:lnTo>
                  <a:lnTo>
                    <a:pt x="55564" y="101745"/>
                  </a:lnTo>
                  <a:lnTo>
                    <a:pt x="54448" y="100697"/>
                  </a:lnTo>
                  <a:lnTo>
                    <a:pt x="53413" y="99021"/>
                  </a:lnTo>
                  <a:lnTo>
                    <a:pt x="52314" y="97927"/>
                  </a:lnTo>
                  <a:lnTo>
                    <a:pt x="51167" y="97270"/>
                  </a:lnTo>
                  <a:lnTo>
                    <a:pt x="46767" y="93557"/>
                  </a:lnTo>
                  <a:lnTo>
                    <a:pt x="42704" y="87686"/>
                  </a:lnTo>
                  <a:lnTo>
                    <a:pt x="38996" y="85403"/>
                  </a:lnTo>
                  <a:lnTo>
                    <a:pt x="36577" y="84320"/>
                  </a:lnTo>
                  <a:lnTo>
                    <a:pt x="35413" y="83272"/>
                  </a:lnTo>
                  <a:lnTo>
                    <a:pt x="34276" y="81864"/>
                  </a:lnTo>
                  <a:lnTo>
                    <a:pt x="33293" y="80284"/>
                  </a:lnTo>
                  <a:lnTo>
                    <a:pt x="32381" y="78286"/>
                  </a:lnTo>
                  <a:lnTo>
                    <a:pt x="31937" y="77045"/>
                  </a:lnTo>
                  <a:lnTo>
                    <a:pt x="31855" y="75184"/>
                  </a:lnTo>
                  <a:lnTo>
                    <a:pt x="32147" y="74091"/>
                  </a:lnTo>
                  <a:lnTo>
                    <a:pt x="32582" y="73532"/>
                  </a:lnTo>
                  <a:lnTo>
                    <a:pt x="35527" y="73073"/>
                  </a:lnTo>
                  <a:lnTo>
                    <a:pt x="36586" y="73333"/>
                  </a:lnTo>
                  <a:lnTo>
                    <a:pt x="37629" y="74305"/>
                  </a:lnTo>
                  <a:lnTo>
                    <a:pt x="38578" y="74686"/>
                  </a:lnTo>
                  <a:lnTo>
                    <a:pt x="40749" y="69847"/>
                  </a:lnTo>
                  <a:lnTo>
                    <a:pt x="53104" y="67079"/>
                  </a:lnTo>
                  <a:lnTo>
                    <a:pt x="57076" y="66600"/>
                  </a:lnTo>
                  <a:lnTo>
                    <a:pt x="61058" y="66629"/>
                  </a:lnTo>
                  <a:lnTo>
                    <a:pt x="60437" y="65322"/>
                  </a:lnTo>
                  <a:lnTo>
                    <a:pt x="59911" y="63665"/>
                  </a:lnTo>
                  <a:lnTo>
                    <a:pt x="59324" y="63264"/>
                  </a:lnTo>
                  <a:lnTo>
                    <a:pt x="56312" y="64191"/>
                  </a:lnTo>
                  <a:lnTo>
                    <a:pt x="51701" y="65169"/>
                  </a:lnTo>
                  <a:lnTo>
                    <a:pt x="49455" y="65171"/>
                  </a:lnTo>
                  <a:lnTo>
                    <a:pt x="47137" y="64518"/>
                  </a:lnTo>
                  <a:lnTo>
                    <a:pt x="44825" y="64877"/>
                  </a:lnTo>
                  <a:lnTo>
                    <a:pt x="42441" y="66295"/>
                  </a:lnTo>
                  <a:lnTo>
                    <a:pt x="40038" y="67192"/>
                  </a:lnTo>
                  <a:lnTo>
                    <a:pt x="37702" y="67553"/>
                  </a:lnTo>
                  <a:lnTo>
                    <a:pt x="32761" y="67407"/>
                  </a:lnTo>
                  <a:lnTo>
                    <a:pt x="31536" y="66673"/>
                  </a:lnTo>
                  <a:lnTo>
                    <a:pt x="29888" y="64971"/>
                  </a:lnTo>
                  <a:lnTo>
                    <a:pt x="29489" y="64100"/>
                  </a:lnTo>
                  <a:lnTo>
                    <a:pt x="29148" y="63032"/>
                  </a:lnTo>
                  <a:lnTo>
                    <a:pt x="28825" y="59821"/>
                  </a:lnTo>
                  <a:lnTo>
                    <a:pt x="29182" y="58949"/>
                  </a:lnTo>
                  <a:lnTo>
                    <a:pt x="29686" y="58447"/>
                  </a:lnTo>
                  <a:lnTo>
                    <a:pt x="30205" y="58139"/>
                  </a:lnTo>
                  <a:lnTo>
                    <a:pt x="31290" y="58124"/>
                  </a:lnTo>
                  <a:lnTo>
                    <a:pt x="32355" y="58676"/>
                  </a:lnTo>
                  <a:lnTo>
                    <a:pt x="34850" y="60502"/>
                  </a:lnTo>
                  <a:lnTo>
                    <a:pt x="34282" y="58542"/>
                  </a:lnTo>
                  <a:lnTo>
                    <a:pt x="41459" y="56183"/>
                  </a:lnTo>
                  <a:lnTo>
                    <a:pt x="44792" y="54123"/>
                  </a:lnTo>
                  <a:lnTo>
                    <a:pt x="46504" y="53775"/>
                  </a:lnTo>
                  <a:lnTo>
                    <a:pt x="48221" y="53926"/>
                  </a:lnTo>
                  <a:lnTo>
                    <a:pt x="47843" y="52830"/>
                  </a:lnTo>
                  <a:lnTo>
                    <a:pt x="47827" y="51816"/>
                  </a:lnTo>
                  <a:lnTo>
                    <a:pt x="49046" y="50988"/>
                  </a:lnTo>
                  <a:lnTo>
                    <a:pt x="49926" y="50631"/>
                  </a:lnTo>
                  <a:lnTo>
                    <a:pt x="52569" y="50224"/>
                  </a:lnTo>
                  <a:lnTo>
                    <a:pt x="58593" y="50296"/>
                  </a:lnTo>
                  <a:lnTo>
                    <a:pt x="60766" y="49737"/>
                  </a:lnTo>
                  <a:lnTo>
                    <a:pt x="62391" y="48326"/>
                  </a:lnTo>
                  <a:lnTo>
                    <a:pt x="60659" y="48817"/>
                  </a:lnTo>
                  <a:lnTo>
                    <a:pt x="58923" y="48913"/>
                  </a:lnTo>
                  <a:lnTo>
                    <a:pt x="58109" y="48620"/>
                  </a:lnTo>
                  <a:lnTo>
                    <a:pt x="56270" y="47388"/>
                  </a:lnTo>
                  <a:lnTo>
                    <a:pt x="55437" y="45772"/>
                  </a:lnTo>
                  <a:lnTo>
                    <a:pt x="57820" y="42541"/>
                  </a:lnTo>
                  <a:lnTo>
                    <a:pt x="58648" y="41042"/>
                  </a:lnTo>
                  <a:lnTo>
                    <a:pt x="56223" y="41258"/>
                  </a:lnTo>
                  <a:lnTo>
                    <a:pt x="55414" y="41784"/>
                  </a:lnTo>
                  <a:lnTo>
                    <a:pt x="52638" y="44750"/>
                  </a:lnTo>
                  <a:lnTo>
                    <a:pt x="50586" y="46083"/>
                  </a:lnTo>
                  <a:lnTo>
                    <a:pt x="48054" y="46724"/>
                  </a:lnTo>
                  <a:lnTo>
                    <a:pt x="45523" y="46668"/>
                  </a:lnTo>
                  <a:lnTo>
                    <a:pt x="44971" y="46245"/>
                  </a:lnTo>
                  <a:lnTo>
                    <a:pt x="44196" y="44278"/>
                  </a:lnTo>
                  <a:lnTo>
                    <a:pt x="43954" y="43245"/>
                  </a:lnTo>
                  <a:lnTo>
                    <a:pt x="44057" y="42677"/>
                  </a:lnTo>
                  <a:lnTo>
                    <a:pt x="44859" y="41057"/>
                  </a:lnTo>
                  <a:lnTo>
                    <a:pt x="45275" y="39341"/>
                  </a:lnTo>
                  <a:lnTo>
                    <a:pt x="45203" y="37863"/>
                  </a:lnTo>
                  <a:lnTo>
                    <a:pt x="44613" y="37568"/>
                  </a:lnTo>
                  <a:lnTo>
                    <a:pt x="43676" y="39012"/>
                  </a:lnTo>
                  <a:lnTo>
                    <a:pt x="42830" y="41023"/>
                  </a:lnTo>
                  <a:lnTo>
                    <a:pt x="41667" y="42032"/>
                  </a:lnTo>
                  <a:lnTo>
                    <a:pt x="40470" y="41756"/>
                  </a:lnTo>
                  <a:lnTo>
                    <a:pt x="39959" y="40985"/>
                  </a:lnTo>
                  <a:lnTo>
                    <a:pt x="39514" y="39803"/>
                  </a:lnTo>
                  <a:lnTo>
                    <a:pt x="39045" y="39348"/>
                  </a:lnTo>
                  <a:lnTo>
                    <a:pt x="38523" y="39348"/>
                  </a:lnTo>
                  <a:lnTo>
                    <a:pt x="37450" y="39820"/>
                  </a:lnTo>
                  <a:lnTo>
                    <a:pt x="36388" y="40694"/>
                  </a:lnTo>
                  <a:lnTo>
                    <a:pt x="36754" y="42020"/>
                  </a:lnTo>
                  <a:lnTo>
                    <a:pt x="36852" y="43496"/>
                  </a:lnTo>
                  <a:lnTo>
                    <a:pt x="36393" y="44668"/>
                  </a:lnTo>
                  <a:lnTo>
                    <a:pt x="36048" y="46099"/>
                  </a:lnTo>
                  <a:lnTo>
                    <a:pt x="37142" y="47001"/>
                  </a:lnTo>
                  <a:lnTo>
                    <a:pt x="38033" y="48400"/>
                  </a:lnTo>
                  <a:lnTo>
                    <a:pt x="36699" y="49057"/>
                  </a:lnTo>
                  <a:lnTo>
                    <a:pt x="35389" y="50017"/>
                  </a:lnTo>
                  <a:lnTo>
                    <a:pt x="34187" y="51495"/>
                  </a:lnTo>
                  <a:lnTo>
                    <a:pt x="32958" y="52647"/>
                  </a:lnTo>
                  <a:lnTo>
                    <a:pt x="31008" y="52769"/>
                  </a:lnTo>
                  <a:lnTo>
                    <a:pt x="28580" y="53407"/>
                  </a:lnTo>
                  <a:lnTo>
                    <a:pt x="23727" y="53634"/>
                  </a:lnTo>
                  <a:lnTo>
                    <a:pt x="21444" y="51755"/>
                  </a:lnTo>
                  <a:lnTo>
                    <a:pt x="21028" y="50863"/>
                  </a:lnTo>
                  <a:lnTo>
                    <a:pt x="20573" y="50266"/>
                  </a:lnTo>
                  <a:lnTo>
                    <a:pt x="19059" y="49282"/>
                  </a:lnTo>
                  <a:lnTo>
                    <a:pt x="16849" y="46381"/>
                  </a:lnTo>
                  <a:lnTo>
                    <a:pt x="15149" y="43079"/>
                  </a:lnTo>
                  <a:lnTo>
                    <a:pt x="13998" y="42759"/>
                  </a:lnTo>
                  <a:lnTo>
                    <a:pt x="12301" y="41670"/>
                  </a:lnTo>
                  <a:lnTo>
                    <a:pt x="11376" y="40729"/>
                  </a:lnTo>
                  <a:lnTo>
                    <a:pt x="10495" y="39482"/>
                  </a:lnTo>
                  <a:lnTo>
                    <a:pt x="10230" y="38009"/>
                  </a:lnTo>
                  <a:lnTo>
                    <a:pt x="10315" y="36668"/>
                  </a:lnTo>
                  <a:lnTo>
                    <a:pt x="11333" y="36070"/>
                  </a:lnTo>
                  <a:lnTo>
                    <a:pt x="8930" y="34561"/>
                  </a:lnTo>
                  <a:lnTo>
                    <a:pt x="6569" y="32569"/>
                  </a:lnTo>
                  <a:lnTo>
                    <a:pt x="7441" y="31900"/>
                  </a:lnTo>
                  <a:lnTo>
                    <a:pt x="8319" y="31606"/>
                  </a:lnTo>
                  <a:lnTo>
                    <a:pt x="15312" y="33925"/>
                  </a:lnTo>
                  <a:lnTo>
                    <a:pt x="15778" y="33636"/>
                  </a:lnTo>
                  <a:lnTo>
                    <a:pt x="16546" y="32485"/>
                  </a:lnTo>
                  <a:lnTo>
                    <a:pt x="16274" y="32097"/>
                  </a:lnTo>
                  <a:lnTo>
                    <a:pt x="15103" y="31831"/>
                  </a:lnTo>
                  <a:lnTo>
                    <a:pt x="13508" y="31838"/>
                  </a:lnTo>
                  <a:lnTo>
                    <a:pt x="13109" y="31600"/>
                  </a:lnTo>
                  <a:lnTo>
                    <a:pt x="12494" y="30355"/>
                  </a:lnTo>
                  <a:lnTo>
                    <a:pt x="11955" y="28820"/>
                  </a:lnTo>
                  <a:lnTo>
                    <a:pt x="11726" y="27797"/>
                  </a:lnTo>
                  <a:lnTo>
                    <a:pt x="11638" y="26601"/>
                  </a:lnTo>
                  <a:lnTo>
                    <a:pt x="12824" y="24806"/>
                  </a:lnTo>
                  <a:lnTo>
                    <a:pt x="13476" y="23197"/>
                  </a:lnTo>
                  <a:lnTo>
                    <a:pt x="12461" y="22454"/>
                  </a:lnTo>
                  <a:lnTo>
                    <a:pt x="9586" y="22499"/>
                  </a:lnTo>
                  <a:lnTo>
                    <a:pt x="8629" y="22725"/>
                  </a:lnTo>
                  <a:lnTo>
                    <a:pt x="8981" y="25037"/>
                  </a:lnTo>
                  <a:lnTo>
                    <a:pt x="8066" y="26633"/>
                  </a:lnTo>
                  <a:lnTo>
                    <a:pt x="6313" y="27878"/>
                  </a:lnTo>
                  <a:lnTo>
                    <a:pt x="5056" y="27272"/>
                  </a:lnTo>
                  <a:lnTo>
                    <a:pt x="4086" y="24219"/>
                  </a:lnTo>
                  <a:lnTo>
                    <a:pt x="2819" y="22093"/>
                  </a:lnTo>
                  <a:lnTo>
                    <a:pt x="2342" y="20755"/>
                  </a:lnTo>
                  <a:lnTo>
                    <a:pt x="1979" y="18827"/>
                  </a:lnTo>
                  <a:lnTo>
                    <a:pt x="1463" y="17426"/>
                  </a:lnTo>
                  <a:lnTo>
                    <a:pt x="533" y="15732"/>
                  </a:lnTo>
                  <a:lnTo>
                    <a:pt x="412" y="14687"/>
                  </a:lnTo>
                  <a:lnTo>
                    <a:pt x="527" y="13916"/>
                  </a:lnTo>
                  <a:lnTo>
                    <a:pt x="1236" y="12164"/>
                  </a:lnTo>
                  <a:lnTo>
                    <a:pt x="696" y="10704"/>
                  </a:lnTo>
                  <a:lnTo>
                    <a:pt x="39" y="9426"/>
                  </a:lnTo>
                  <a:lnTo>
                    <a:pt x="0" y="8697"/>
                  </a:lnTo>
                  <a:lnTo>
                    <a:pt x="617" y="7798"/>
                  </a:lnTo>
                  <a:lnTo>
                    <a:pt x="1171" y="7499"/>
                  </a:lnTo>
                  <a:lnTo>
                    <a:pt x="1766" y="7564"/>
                  </a:lnTo>
                  <a:lnTo>
                    <a:pt x="3532" y="8636"/>
                  </a:lnTo>
                  <a:lnTo>
                    <a:pt x="4501" y="9916"/>
                  </a:lnTo>
                  <a:lnTo>
                    <a:pt x="4836" y="9814"/>
                  </a:lnTo>
                  <a:lnTo>
                    <a:pt x="5464" y="7911"/>
                  </a:lnTo>
                  <a:lnTo>
                    <a:pt x="6359" y="7481"/>
                  </a:lnTo>
                  <a:lnTo>
                    <a:pt x="9808" y="6854"/>
                  </a:lnTo>
                  <a:lnTo>
                    <a:pt x="13647" y="9309"/>
                  </a:lnTo>
                  <a:lnTo>
                    <a:pt x="14642" y="9854"/>
                  </a:lnTo>
                  <a:lnTo>
                    <a:pt x="15436" y="10030"/>
                  </a:lnTo>
                  <a:lnTo>
                    <a:pt x="15026" y="8941"/>
                  </a:lnTo>
                  <a:lnTo>
                    <a:pt x="14776" y="7525"/>
                  </a:lnTo>
                  <a:lnTo>
                    <a:pt x="15361" y="6992"/>
                  </a:lnTo>
                  <a:lnTo>
                    <a:pt x="18461" y="8254"/>
                  </a:lnTo>
                  <a:lnTo>
                    <a:pt x="19913" y="8179"/>
                  </a:lnTo>
                  <a:lnTo>
                    <a:pt x="23316" y="6526"/>
                  </a:lnTo>
                  <a:lnTo>
                    <a:pt x="28944" y="5661"/>
                  </a:lnTo>
                  <a:lnTo>
                    <a:pt x="31071" y="6963"/>
                  </a:lnTo>
                  <a:lnTo>
                    <a:pt x="31182" y="7658"/>
                  </a:lnTo>
                  <a:lnTo>
                    <a:pt x="31138" y="8594"/>
                  </a:lnTo>
                  <a:lnTo>
                    <a:pt x="31003" y="8876"/>
                  </a:lnTo>
                  <a:lnTo>
                    <a:pt x="29758" y="9967"/>
                  </a:lnTo>
                  <a:lnTo>
                    <a:pt x="22660" y="10857"/>
                  </a:lnTo>
                  <a:lnTo>
                    <a:pt x="18008" y="14275"/>
                  </a:lnTo>
                  <a:lnTo>
                    <a:pt x="24351" y="13725"/>
                  </a:lnTo>
                  <a:lnTo>
                    <a:pt x="25492" y="14118"/>
                  </a:lnTo>
                  <a:lnTo>
                    <a:pt x="25970" y="16897"/>
                  </a:lnTo>
                  <a:lnTo>
                    <a:pt x="26432" y="17188"/>
                  </a:lnTo>
                  <a:lnTo>
                    <a:pt x="28063" y="17592"/>
                  </a:lnTo>
                  <a:lnTo>
                    <a:pt x="29168" y="18421"/>
                  </a:lnTo>
                  <a:lnTo>
                    <a:pt x="30298" y="20001"/>
                  </a:lnTo>
                  <a:lnTo>
                    <a:pt x="31485" y="21066"/>
                  </a:lnTo>
                  <a:lnTo>
                    <a:pt x="32181" y="20934"/>
                  </a:lnTo>
                  <a:lnTo>
                    <a:pt x="32433" y="19782"/>
                  </a:lnTo>
                  <a:lnTo>
                    <a:pt x="32150" y="18417"/>
                  </a:lnTo>
                  <a:lnTo>
                    <a:pt x="32003" y="16862"/>
                  </a:lnTo>
                  <a:lnTo>
                    <a:pt x="32087" y="15185"/>
                  </a:lnTo>
                  <a:lnTo>
                    <a:pt x="32279" y="13797"/>
                  </a:lnTo>
                  <a:lnTo>
                    <a:pt x="33612" y="12820"/>
                  </a:lnTo>
                  <a:lnTo>
                    <a:pt x="35548" y="9651"/>
                  </a:lnTo>
                  <a:lnTo>
                    <a:pt x="37604" y="7501"/>
                  </a:lnTo>
                  <a:lnTo>
                    <a:pt x="39893" y="8456"/>
                  </a:lnTo>
                  <a:lnTo>
                    <a:pt x="42013" y="11147"/>
                  </a:lnTo>
                  <a:lnTo>
                    <a:pt x="43926" y="14985"/>
                  </a:lnTo>
                  <a:lnTo>
                    <a:pt x="45778" y="19082"/>
                  </a:lnTo>
                  <a:lnTo>
                    <a:pt x="47857" y="24163"/>
                  </a:lnTo>
                  <a:lnTo>
                    <a:pt x="48856" y="25953"/>
                  </a:lnTo>
                  <a:lnTo>
                    <a:pt x="49763" y="26377"/>
                  </a:lnTo>
                  <a:lnTo>
                    <a:pt x="53955" y="31662"/>
                  </a:lnTo>
                  <a:lnTo>
                    <a:pt x="54428" y="31808"/>
                  </a:lnTo>
                  <a:lnTo>
                    <a:pt x="53561" y="27790"/>
                  </a:lnTo>
                  <a:lnTo>
                    <a:pt x="51388" y="20986"/>
                  </a:lnTo>
                  <a:lnTo>
                    <a:pt x="49923" y="15759"/>
                  </a:lnTo>
                  <a:lnTo>
                    <a:pt x="49593" y="13761"/>
                  </a:lnTo>
                  <a:lnTo>
                    <a:pt x="49356" y="10955"/>
                  </a:lnTo>
                  <a:lnTo>
                    <a:pt x="49449" y="10151"/>
                  </a:lnTo>
                  <a:lnTo>
                    <a:pt x="49635" y="9426"/>
                  </a:lnTo>
                  <a:lnTo>
                    <a:pt x="50698" y="6426"/>
                  </a:lnTo>
                  <a:lnTo>
                    <a:pt x="52087" y="4969"/>
                  </a:lnTo>
                  <a:lnTo>
                    <a:pt x="51668" y="2914"/>
                  </a:lnTo>
                  <a:lnTo>
                    <a:pt x="52026" y="1337"/>
                  </a:lnTo>
                  <a:lnTo>
                    <a:pt x="53486" y="92"/>
                  </a:lnTo>
                  <a:lnTo>
                    <a:pt x="54841" y="0"/>
                  </a:lnTo>
                  <a:lnTo>
                    <a:pt x="56162" y="9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3125499" y="1262986"/>
              <a:ext cx="20644" cy="4753"/>
            </a:xfrm>
            <a:custGeom>
              <a:avLst/>
              <a:pathLst>
                <a:path w="20644" h="4753">
                  <a:moveTo>
                    <a:pt x="10037" y="3640"/>
                  </a:moveTo>
                  <a:lnTo>
                    <a:pt x="920" y="4753"/>
                  </a:lnTo>
                  <a:lnTo>
                    <a:pt x="0" y="3972"/>
                  </a:lnTo>
                  <a:lnTo>
                    <a:pt x="14778" y="719"/>
                  </a:lnTo>
                  <a:lnTo>
                    <a:pt x="15542" y="402"/>
                  </a:lnTo>
                  <a:lnTo>
                    <a:pt x="18285" y="0"/>
                  </a:lnTo>
                  <a:lnTo>
                    <a:pt x="20644" y="735"/>
                  </a:lnTo>
                  <a:lnTo>
                    <a:pt x="19945" y="13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2997448" y="1259557"/>
              <a:ext cx="5570" cy="3331"/>
            </a:xfrm>
            <a:custGeom>
              <a:avLst/>
              <a:pathLst>
                <a:path w="5570" h="3331">
                  <a:moveTo>
                    <a:pt x="5570" y="1696"/>
                  </a:moveTo>
                  <a:lnTo>
                    <a:pt x="3487" y="3331"/>
                  </a:lnTo>
                  <a:lnTo>
                    <a:pt x="0" y="2073"/>
                  </a:lnTo>
                  <a:lnTo>
                    <a:pt x="416" y="784"/>
                  </a:lnTo>
                  <a:lnTo>
                    <a:pt x="1244" y="0"/>
                  </a:lnTo>
                  <a:lnTo>
                    <a:pt x="3433" y="2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2995090" y="1256027"/>
              <a:ext cx="89231" cy="37927"/>
            </a:xfrm>
            <a:custGeom>
              <a:avLst/>
              <a:pathLst>
                <a:path w="89231" h="37927">
                  <a:moveTo>
                    <a:pt x="28657" y="6733"/>
                  </a:moveTo>
                  <a:lnTo>
                    <a:pt x="29624" y="7062"/>
                  </a:lnTo>
                  <a:lnTo>
                    <a:pt x="34919" y="6941"/>
                  </a:lnTo>
                  <a:lnTo>
                    <a:pt x="35935" y="7664"/>
                  </a:lnTo>
                  <a:lnTo>
                    <a:pt x="36337" y="9415"/>
                  </a:lnTo>
                  <a:lnTo>
                    <a:pt x="37144" y="10019"/>
                  </a:lnTo>
                  <a:lnTo>
                    <a:pt x="38270" y="10205"/>
                  </a:lnTo>
                  <a:lnTo>
                    <a:pt x="41082" y="12354"/>
                  </a:lnTo>
                  <a:lnTo>
                    <a:pt x="42039" y="12665"/>
                  </a:lnTo>
                  <a:lnTo>
                    <a:pt x="42871" y="11470"/>
                  </a:lnTo>
                  <a:lnTo>
                    <a:pt x="43509" y="8496"/>
                  </a:lnTo>
                  <a:lnTo>
                    <a:pt x="43543" y="5007"/>
                  </a:lnTo>
                  <a:lnTo>
                    <a:pt x="43270" y="3318"/>
                  </a:lnTo>
                  <a:lnTo>
                    <a:pt x="43587" y="2233"/>
                  </a:lnTo>
                  <a:lnTo>
                    <a:pt x="44529" y="1813"/>
                  </a:lnTo>
                  <a:lnTo>
                    <a:pt x="45714" y="1926"/>
                  </a:lnTo>
                  <a:lnTo>
                    <a:pt x="46873" y="1324"/>
                  </a:lnTo>
                  <a:lnTo>
                    <a:pt x="47875" y="261"/>
                  </a:lnTo>
                  <a:lnTo>
                    <a:pt x="48944" y="114"/>
                  </a:lnTo>
                  <a:lnTo>
                    <a:pt x="51283" y="920"/>
                  </a:lnTo>
                  <a:lnTo>
                    <a:pt x="51899" y="1553"/>
                  </a:lnTo>
                  <a:lnTo>
                    <a:pt x="51271" y="2865"/>
                  </a:lnTo>
                  <a:lnTo>
                    <a:pt x="51026" y="4733"/>
                  </a:lnTo>
                  <a:lnTo>
                    <a:pt x="49968" y="8594"/>
                  </a:lnTo>
                  <a:lnTo>
                    <a:pt x="52263" y="8834"/>
                  </a:lnTo>
                  <a:lnTo>
                    <a:pt x="55481" y="8016"/>
                  </a:lnTo>
                  <a:lnTo>
                    <a:pt x="56298" y="6898"/>
                  </a:lnTo>
                  <a:lnTo>
                    <a:pt x="58028" y="5119"/>
                  </a:lnTo>
                  <a:lnTo>
                    <a:pt x="59855" y="5397"/>
                  </a:lnTo>
                  <a:lnTo>
                    <a:pt x="60731" y="5162"/>
                  </a:lnTo>
                  <a:lnTo>
                    <a:pt x="61174" y="4389"/>
                  </a:lnTo>
                  <a:lnTo>
                    <a:pt x="61341" y="3469"/>
                  </a:lnTo>
                  <a:lnTo>
                    <a:pt x="62351" y="3624"/>
                  </a:lnTo>
                  <a:lnTo>
                    <a:pt x="63736" y="5397"/>
                  </a:lnTo>
                  <a:lnTo>
                    <a:pt x="64380" y="5673"/>
                  </a:lnTo>
                  <a:lnTo>
                    <a:pt x="65559" y="5215"/>
                  </a:lnTo>
                  <a:lnTo>
                    <a:pt x="66036" y="5234"/>
                  </a:lnTo>
                  <a:lnTo>
                    <a:pt x="67200" y="5944"/>
                  </a:lnTo>
                  <a:lnTo>
                    <a:pt x="72625" y="7231"/>
                  </a:lnTo>
                  <a:lnTo>
                    <a:pt x="74505" y="7920"/>
                  </a:lnTo>
                  <a:lnTo>
                    <a:pt x="75316" y="8562"/>
                  </a:lnTo>
                  <a:lnTo>
                    <a:pt x="76134" y="8943"/>
                  </a:lnTo>
                  <a:lnTo>
                    <a:pt x="81906" y="8934"/>
                  </a:lnTo>
                  <a:lnTo>
                    <a:pt x="85984" y="9391"/>
                  </a:lnTo>
                  <a:lnTo>
                    <a:pt x="87487" y="10411"/>
                  </a:lnTo>
                  <a:lnTo>
                    <a:pt x="88748" y="12369"/>
                  </a:lnTo>
                  <a:lnTo>
                    <a:pt x="89231" y="16879"/>
                  </a:lnTo>
                  <a:lnTo>
                    <a:pt x="88089" y="18097"/>
                  </a:lnTo>
                  <a:lnTo>
                    <a:pt x="79833" y="23650"/>
                  </a:lnTo>
                  <a:lnTo>
                    <a:pt x="77764" y="25435"/>
                  </a:lnTo>
                  <a:lnTo>
                    <a:pt x="76766" y="27080"/>
                  </a:lnTo>
                  <a:lnTo>
                    <a:pt x="75077" y="30674"/>
                  </a:lnTo>
                  <a:lnTo>
                    <a:pt x="74258" y="31759"/>
                  </a:lnTo>
                  <a:lnTo>
                    <a:pt x="70392" y="33471"/>
                  </a:lnTo>
                  <a:lnTo>
                    <a:pt x="69489" y="33655"/>
                  </a:lnTo>
                  <a:lnTo>
                    <a:pt x="66584" y="32817"/>
                  </a:lnTo>
                  <a:lnTo>
                    <a:pt x="65696" y="32894"/>
                  </a:lnTo>
                  <a:lnTo>
                    <a:pt x="62166" y="34756"/>
                  </a:lnTo>
                  <a:lnTo>
                    <a:pt x="60950" y="35882"/>
                  </a:lnTo>
                  <a:lnTo>
                    <a:pt x="59758" y="37301"/>
                  </a:lnTo>
                  <a:lnTo>
                    <a:pt x="57978" y="37927"/>
                  </a:lnTo>
                  <a:lnTo>
                    <a:pt x="56162" y="37592"/>
                  </a:lnTo>
                  <a:lnTo>
                    <a:pt x="47941" y="36852"/>
                  </a:lnTo>
                  <a:lnTo>
                    <a:pt x="46840" y="35857"/>
                  </a:lnTo>
                  <a:lnTo>
                    <a:pt x="45941" y="33945"/>
                  </a:lnTo>
                  <a:lnTo>
                    <a:pt x="47574" y="31498"/>
                  </a:lnTo>
                  <a:lnTo>
                    <a:pt x="38402" y="32408"/>
                  </a:lnTo>
                  <a:lnTo>
                    <a:pt x="28304" y="31912"/>
                  </a:lnTo>
                  <a:lnTo>
                    <a:pt x="27770" y="31567"/>
                  </a:lnTo>
                  <a:lnTo>
                    <a:pt x="27340" y="30622"/>
                  </a:lnTo>
                  <a:lnTo>
                    <a:pt x="23867" y="29976"/>
                  </a:lnTo>
                  <a:lnTo>
                    <a:pt x="21258" y="29201"/>
                  </a:lnTo>
                  <a:lnTo>
                    <a:pt x="19066" y="27895"/>
                  </a:lnTo>
                  <a:lnTo>
                    <a:pt x="16898" y="26200"/>
                  </a:lnTo>
                  <a:lnTo>
                    <a:pt x="17590" y="25407"/>
                  </a:lnTo>
                  <a:lnTo>
                    <a:pt x="18306" y="24945"/>
                  </a:lnTo>
                  <a:lnTo>
                    <a:pt x="20168" y="24750"/>
                  </a:lnTo>
                  <a:lnTo>
                    <a:pt x="21825" y="24985"/>
                  </a:lnTo>
                  <a:lnTo>
                    <a:pt x="24770" y="24970"/>
                  </a:lnTo>
                  <a:lnTo>
                    <a:pt x="25456" y="23263"/>
                  </a:lnTo>
                  <a:lnTo>
                    <a:pt x="26629" y="22771"/>
                  </a:lnTo>
                  <a:lnTo>
                    <a:pt x="27564" y="21548"/>
                  </a:lnTo>
                  <a:lnTo>
                    <a:pt x="24455" y="20778"/>
                  </a:lnTo>
                  <a:lnTo>
                    <a:pt x="21212" y="20662"/>
                  </a:lnTo>
                  <a:lnTo>
                    <a:pt x="19051" y="21678"/>
                  </a:lnTo>
                  <a:lnTo>
                    <a:pt x="16546" y="22138"/>
                  </a:lnTo>
                  <a:lnTo>
                    <a:pt x="14258" y="22199"/>
                  </a:lnTo>
                  <a:lnTo>
                    <a:pt x="9855" y="21910"/>
                  </a:lnTo>
                  <a:lnTo>
                    <a:pt x="7768" y="21189"/>
                  </a:lnTo>
                  <a:lnTo>
                    <a:pt x="4913" y="19304"/>
                  </a:lnTo>
                  <a:lnTo>
                    <a:pt x="3920" y="18264"/>
                  </a:lnTo>
                  <a:lnTo>
                    <a:pt x="3536" y="17448"/>
                  </a:lnTo>
                  <a:lnTo>
                    <a:pt x="3253" y="16211"/>
                  </a:lnTo>
                  <a:lnTo>
                    <a:pt x="6515" y="15103"/>
                  </a:lnTo>
                  <a:lnTo>
                    <a:pt x="7782" y="14230"/>
                  </a:lnTo>
                  <a:lnTo>
                    <a:pt x="9027" y="13037"/>
                  </a:lnTo>
                  <a:lnTo>
                    <a:pt x="4104" y="12359"/>
                  </a:lnTo>
                  <a:lnTo>
                    <a:pt x="2043" y="11359"/>
                  </a:lnTo>
                  <a:lnTo>
                    <a:pt x="0" y="9890"/>
                  </a:lnTo>
                  <a:lnTo>
                    <a:pt x="1658" y="9062"/>
                  </a:lnTo>
                  <a:lnTo>
                    <a:pt x="8290" y="8401"/>
                  </a:lnTo>
                  <a:lnTo>
                    <a:pt x="10046" y="8954"/>
                  </a:lnTo>
                  <a:lnTo>
                    <a:pt x="11787" y="10021"/>
                  </a:lnTo>
                  <a:lnTo>
                    <a:pt x="13713" y="10679"/>
                  </a:lnTo>
                  <a:lnTo>
                    <a:pt x="15576" y="9296"/>
                  </a:lnTo>
                  <a:lnTo>
                    <a:pt x="13822" y="8640"/>
                  </a:lnTo>
                  <a:lnTo>
                    <a:pt x="12252" y="6341"/>
                  </a:lnTo>
                  <a:lnTo>
                    <a:pt x="11921" y="5199"/>
                  </a:lnTo>
                  <a:lnTo>
                    <a:pt x="12126" y="4322"/>
                  </a:lnTo>
                  <a:lnTo>
                    <a:pt x="12948" y="4191"/>
                  </a:lnTo>
                  <a:lnTo>
                    <a:pt x="13560" y="4572"/>
                  </a:lnTo>
                  <a:lnTo>
                    <a:pt x="15877" y="6732"/>
                  </a:lnTo>
                  <a:lnTo>
                    <a:pt x="17633" y="7405"/>
                  </a:lnTo>
                  <a:lnTo>
                    <a:pt x="18125" y="5410"/>
                  </a:lnTo>
                  <a:lnTo>
                    <a:pt x="18203" y="4462"/>
                  </a:lnTo>
                  <a:lnTo>
                    <a:pt x="17883" y="3677"/>
                  </a:lnTo>
                  <a:lnTo>
                    <a:pt x="17058" y="2230"/>
                  </a:lnTo>
                  <a:lnTo>
                    <a:pt x="16318" y="451"/>
                  </a:lnTo>
                  <a:lnTo>
                    <a:pt x="17462" y="0"/>
                  </a:lnTo>
                  <a:lnTo>
                    <a:pt x="18595" y="196"/>
                  </a:lnTo>
                  <a:lnTo>
                    <a:pt x="21028" y="1413"/>
                  </a:lnTo>
                  <a:lnTo>
                    <a:pt x="23481" y="2272"/>
                  </a:lnTo>
                  <a:lnTo>
                    <a:pt x="24601" y="3138"/>
                  </a:lnTo>
                  <a:lnTo>
                    <a:pt x="26692" y="529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3592432" y="2736148"/>
              <a:ext cx="77965" cy="118999"/>
            </a:xfrm>
            <a:custGeom>
              <a:avLst/>
              <a:pathLst>
                <a:path w="77965" h="118999">
                  <a:moveTo>
                    <a:pt x="77468" y="74371"/>
                  </a:moveTo>
                  <a:lnTo>
                    <a:pt x="77857" y="75178"/>
                  </a:lnTo>
                  <a:lnTo>
                    <a:pt x="77896" y="76497"/>
                  </a:lnTo>
                  <a:lnTo>
                    <a:pt x="77825" y="77958"/>
                  </a:lnTo>
                  <a:lnTo>
                    <a:pt x="77427" y="81114"/>
                  </a:lnTo>
                  <a:lnTo>
                    <a:pt x="77065" y="83331"/>
                  </a:lnTo>
                  <a:lnTo>
                    <a:pt x="76644" y="88015"/>
                  </a:lnTo>
                  <a:lnTo>
                    <a:pt x="76262" y="96139"/>
                  </a:lnTo>
                  <a:lnTo>
                    <a:pt x="76346" y="97553"/>
                  </a:lnTo>
                  <a:lnTo>
                    <a:pt x="77480" y="102211"/>
                  </a:lnTo>
                  <a:lnTo>
                    <a:pt x="77924" y="105790"/>
                  </a:lnTo>
                  <a:lnTo>
                    <a:pt x="77965" y="108229"/>
                  </a:lnTo>
                  <a:lnTo>
                    <a:pt x="77484" y="112318"/>
                  </a:lnTo>
                  <a:lnTo>
                    <a:pt x="76940" y="116939"/>
                  </a:lnTo>
                  <a:lnTo>
                    <a:pt x="76671" y="117974"/>
                  </a:lnTo>
                  <a:lnTo>
                    <a:pt x="76365" y="118347"/>
                  </a:lnTo>
                  <a:lnTo>
                    <a:pt x="74963" y="116736"/>
                  </a:lnTo>
                  <a:lnTo>
                    <a:pt x="73997" y="116961"/>
                  </a:lnTo>
                  <a:lnTo>
                    <a:pt x="72888" y="117852"/>
                  </a:lnTo>
                  <a:lnTo>
                    <a:pt x="71731" y="117679"/>
                  </a:lnTo>
                  <a:lnTo>
                    <a:pt x="70774" y="117148"/>
                  </a:lnTo>
                  <a:lnTo>
                    <a:pt x="69561" y="118999"/>
                  </a:lnTo>
                  <a:lnTo>
                    <a:pt x="68402" y="117997"/>
                  </a:lnTo>
                  <a:lnTo>
                    <a:pt x="67659" y="116845"/>
                  </a:lnTo>
                  <a:lnTo>
                    <a:pt x="67163" y="113642"/>
                  </a:lnTo>
                  <a:lnTo>
                    <a:pt x="66956" y="113234"/>
                  </a:lnTo>
                  <a:lnTo>
                    <a:pt x="64515" y="116587"/>
                  </a:lnTo>
                  <a:lnTo>
                    <a:pt x="63928" y="116790"/>
                  </a:lnTo>
                  <a:lnTo>
                    <a:pt x="62411" y="114990"/>
                  </a:lnTo>
                  <a:lnTo>
                    <a:pt x="61169" y="113208"/>
                  </a:lnTo>
                  <a:lnTo>
                    <a:pt x="60705" y="112673"/>
                  </a:lnTo>
                  <a:lnTo>
                    <a:pt x="59508" y="111976"/>
                  </a:lnTo>
                  <a:lnTo>
                    <a:pt x="58429" y="111570"/>
                  </a:lnTo>
                  <a:lnTo>
                    <a:pt x="57255" y="110458"/>
                  </a:lnTo>
                  <a:lnTo>
                    <a:pt x="55797" y="111911"/>
                  </a:lnTo>
                  <a:lnTo>
                    <a:pt x="55210" y="111794"/>
                  </a:lnTo>
                  <a:lnTo>
                    <a:pt x="54659" y="110742"/>
                  </a:lnTo>
                  <a:lnTo>
                    <a:pt x="54372" y="108588"/>
                  </a:lnTo>
                  <a:lnTo>
                    <a:pt x="54300" y="106549"/>
                  </a:lnTo>
                  <a:lnTo>
                    <a:pt x="53805" y="105150"/>
                  </a:lnTo>
                  <a:lnTo>
                    <a:pt x="53036" y="104829"/>
                  </a:lnTo>
                  <a:lnTo>
                    <a:pt x="51959" y="106089"/>
                  </a:lnTo>
                  <a:lnTo>
                    <a:pt x="50388" y="107750"/>
                  </a:lnTo>
                  <a:lnTo>
                    <a:pt x="49881" y="107474"/>
                  </a:lnTo>
                  <a:lnTo>
                    <a:pt x="49415" y="106995"/>
                  </a:lnTo>
                  <a:lnTo>
                    <a:pt x="49245" y="106552"/>
                  </a:lnTo>
                  <a:lnTo>
                    <a:pt x="49028" y="104629"/>
                  </a:lnTo>
                  <a:lnTo>
                    <a:pt x="48777" y="104205"/>
                  </a:lnTo>
                  <a:lnTo>
                    <a:pt x="48411" y="104147"/>
                  </a:lnTo>
                  <a:lnTo>
                    <a:pt x="47765" y="103687"/>
                  </a:lnTo>
                  <a:lnTo>
                    <a:pt x="46968" y="102257"/>
                  </a:lnTo>
                  <a:lnTo>
                    <a:pt x="44546" y="98885"/>
                  </a:lnTo>
                  <a:lnTo>
                    <a:pt x="44243" y="97387"/>
                  </a:lnTo>
                  <a:lnTo>
                    <a:pt x="44252" y="94079"/>
                  </a:lnTo>
                  <a:lnTo>
                    <a:pt x="44117" y="92714"/>
                  </a:lnTo>
                  <a:lnTo>
                    <a:pt x="43823" y="91271"/>
                  </a:lnTo>
                  <a:lnTo>
                    <a:pt x="42580" y="89808"/>
                  </a:lnTo>
                  <a:lnTo>
                    <a:pt x="40167" y="87455"/>
                  </a:lnTo>
                  <a:lnTo>
                    <a:pt x="38832" y="85578"/>
                  </a:lnTo>
                  <a:lnTo>
                    <a:pt x="38196" y="86455"/>
                  </a:lnTo>
                  <a:lnTo>
                    <a:pt x="36969" y="87240"/>
                  </a:lnTo>
                  <a:lnTo>
                    <a:pt x="36312" y="88932"/>
                  </a:lnTo>
                  <a:lnTo>
                    <a:pt x="35525" y="88397"/>
                  </a:lnTo>
                  <a:lnTo>
                    <a:pt x="33647" y="86612"/>
                  </a:lnTo>
                  <a:lnTo>
                    <a:pt x="32643" y="86347"/>
                  </a:lnTo>
                  <a:lnTo>
                    <a:pt x="32035" y="86953"/>
                  </a:lnTo>
                  <a:lnTo>
                    <a:pt x="31895" y="87974"/>
                  </a:lnTo>
                  <a:lnTo>
                    <a:pt x="31129" y="89134"/>
                  </a:lnTo>
                  <a:lnTo>
                    <a:pt x="30400" y="88209"/>
                  </a:lnTo>
                  <a:lnTo>
                    <a:pt x="28960" y="86961"/>
                  </a:lnTo>
                  <a:lnTo>
                    <a:pt x="27698" y="86278"/>
                  </a:lnTo>
                  <a:lnTo>
                    <a:pt x="25781" y="84761"/>
                  </a:lnTo>
                  <a:lnTo>
                    <a:pt x="25564" y="82466"/>
                  </a:lnTo>
                  <a:lnTo>
                    <a:pt x="25242" y="80197"/>
                  </a:lnTo>
                  <a:lnTo>
                    <a:pt x="24786" y="79795"/>
                  </a:lnTo>
                  <a:lnTo>
                    <a:pt x="23069" y="80245"/>
                  </a:lnTo>
                  <a:lnTo>
                    <a:pt x="21496" y="77742"/>
                  </a:lnTo>
                  <a:lnTo>
                    <a:pt x="19806" y="74539"/>
                  </a:lnTo>
                  <a:lnTo>
                    <a:pt x="19086" y="73485"/>
                  </a:lnTo>
                  <a:lnTo>
                    <a:pt x="18612" y="73096"/>
                  </a:lnTo>
                  <a:lnTo>
                    <a:pt x="18204" y="73524"/>
                  </a:lnTo>
                  <a:lnTo>
                    <a:pt x="17739" y="74257"/>
                  </a:lnTo>
                  <a:lnTo>
                    <a:pt x="17314" y="74475"/>
                  </a:lnTo>
                  <a:lnTo>
                    <a:pt x="16396" y="73094"/>
                  </a:lnTo>
                  <a:lnTo>
                    <a:pt x="15227" y="71125"/>
                  </a:lnTo>
                  <a:lnTo>
                    <a:pt x="13789" y="68710"/>
                  </a:lnTo>
                  <a:lnTo>
                    <a:pt x="12105" y="65336"/>
                  </a:lnTo>
                  <a:lnTo>
                    <a:pt x="11414" y="63430"/>
                  </a:lnTo>
                  <a:lnTo>
                    <a:pt x="11099" y="61996"/>
                  </a:lnTo>
                  <a:lnTo>
                    <a:pt x="10741" y="60649"/>
                  </a:lnTo>
                  <a:lnTo>
                    <a:pt x="9276" y="58445"/>
                  </a:lnTo>
                  <a:lnTo>
                    <a:pt x="8118" y="56703"/>
                  </a:lnTo>
                  <a:lnTo>
                    <a:pt x="6721" y="54600"/>
                  </a:lnTo>
                  <a:lnTo>
                    <a:pt x="6484" y="54180"/>
                  </a:lnTo>
                  <a:lnTo>
                    <a:pt x="5956" y="52930"/>
                  </a:lnTo>
                  <a:lnTo>
                    <a:pt x="5146" y="51353"/>
                  </a:lnTo>
                  <a:lnTo>
                    <a:pt x="4481" y="50892"/>
                  </a:lnTo>
                  <a:lnTo>
                    <a:pt x="4269" y="51761"/>
                  </a:lnTo>
                  <a:lnTo>
                    <a:pt x="4109" y="52674"/>
                  </a:lnTo>
                  <a:lnTo>
                    <a:pt x="3527" y="52463"/>
                  </a:lnTo>
                  <a:lnTo>
                    <a:pt x="2625" y="50856"/>
                  </a:lnTo>
                  <a:lnTo>
                    <a:pt x="1681" y="49174"/>
                  </a:lnTo>
                  <a:lnTo>
                    <a:pt x="941" y="47616"/>
                  </a:lnTo>
                  <a:lnTo>
                    <a:pt x="183" y="46017"/>
                  </a:lnTo>
                  <a:lnTo>
                    <a:pt x="0" y="44831"/>
                  </a:lnTo>
                  <a:lnTo>
                    <a:pt x="316" y="41170"/>
                  </a:lnTo>
                  <a:lnTo>
                    <a:pt x="757" y="38032"/>
                  </a:lnTo>
                  <a:lnTo>
                    <a:pt x="1133" y="37325"/>
                  </a:lnTo>
                  <a:lnTo>
                    <a:pt x="1743" y="35248"/>
                  </a:lnTo>
                  <a:lnTo>
                    <a:pt x="1964" y="31602"/>
                  </a:lnTo>
                  <a:lnTo>
                    <a:pt x="1953" y="28489"/>
                  </a:lnTo>
                  <a:lnTo>
                    <a:pt x="2549" y="24095"/>
                  </a:lnTo>
                  <a:lnTo>
                    <a:pt x="3366" y="19420"/>
                  </a:lnTo>
                  <a:lnTo>
                    <a:pt x="4781" y="14410"/>
                  </a:lnTo>
                  <a:lnTo>
                    <a:pt x="5395" y="12754"/>
                  </a:lnTo>
                  <a:lnTo>
                    <a:pt x="6079" y="11617"/>
                  </a:lnTo>
                  <a:lnTo>
                    <a:pt x="7385" y="7924"/>
                  </a:lnTo>
                  <a:lnTo>
                    <a:pt x="7657" y="7320"/>
                  </a:lnTo>
                  <a:lnTo>
                    <a:pt x="8228" y="6370"/>
                  </a:lnTo>
                  <a:lnTo>
                    <a:pt x="8791" y="6130"/>
                  </a:lnTo>
                  <a:lnTo>
                    <a:pt x="9215" y="6589"/>
                  </a:lnTo>
                  <a:lnTo>
                    <a:pt x="9651" y="8525"/>
                  </a:lnTo>
                  <a:lnTo>
                    <a:pt x="10177" y="10362"/>
                  </a:lnTo>
                  <a:lnTo>
                    <a:pt x="10820" y="10271"/>
                  </a:lnTo>
                  <a:lnTo>
                    <a:pt x="11569" y="8693"/>
                  </a:lnTo>
                  <a:lnTo>
                    <a:pt x="13127" y="1474"/>
                  </a:lnTo>
                  <a:lnTo>
                    <a:pt x="15287" y="0"/>
                  </a:lnTo>
                  <a:lnTo>
                    <a:pt x="17335" y="741"/>
                  </a:lnTo>
                  <a:lnTo>
                    <a:pt x="19147" y="1794"/>
                  </a:lnTo>
                  <a:lnTo>
                    <a:pt x="19681" y="4208"/>
                  </a:lnTo>
                  <a:lnTo>
                    <a:pt x="20031" y="6752"/>
                  </a:lnTo>
                  <a:lnTo>
                    <a:pt x="20259" y="8046"/>
                  </a:lnTo>
                  <a:lnTo>
                    <a:pt x="20852" y="9563"/>
                  </a:lnTo>
                  <a:lnTo>
                    <a:pt x="23407" y="13178"/>
                  </a:lnTo>
                  <a:lnTo>
                    <a:pt x="24891" y="16438"/>
                  </a:lnTo>
                  <a:lnTo>
                    <a:pt x="26943" y="20805"/>
                  </a:lnTo>
                  <a:lnTo>
                    <a:pt x="28478" y="22736"/>
                  </a:lnTo>
                  <a:lnTo>
                    <a:pt x="29839" y="22896"/>
                  </a:lnTo>
                  <a:lnTo>
                    <a:pt x="30605" y="24611"/>
                  </a:lnTo>
                  <a:lnTo>
                    <a:pt x="31758" y="28022"/>
                  </a:lnTo>
                  <a:lnTo>
                    <a:pt x="32734" y="31947"/>
                  </a:lnTo>
                  <a:lnTo>
                    <a:pt x="33953" y="35574"/>
                  </a:lnTo>
                  <a:lnTo>
                    <a:pt x="34796" y="35456"/>
                  </a:lnTo>
                  <a:lnTo>
                    <a:pt x="35943" y="34278"/>
                  </a:lnTo>
                  <a:lnTo>
                    <a:pt x="37342" y="32740"/>
                  </a:lnTo>
                  <a:lnTo>
                    <a:pt x="38169" y="33498"/>
                  </a:lnTo>
                  <a:lnTo>
                    <a:pt x="38932" y="34499"/>
                  </a:lnTo>
                  <a:lnTo>
                    <a:pt x="39186" y="36380"/>
                  </a:lnTo>
                  <a:lnTo>
                    <a:pt x="39646" y="39924"/>
                  </a:lnTo>
                  <a:lnTo>
                    <a:pt x="40156" y="43606"/>
                  </a:lnTo>
                  <a:lnTo>
                    <a:pt x="40958" y="44896"/>
                  </a:lnTo>
                  <a:lnTo>
                    <a:pt x="41906" y="46793"/>
                  </a:lnTo>
                  <a:lnTo>
                    <a:pt x="42432" y="48299"/>
                  </a:lnTo>
                  <a:lnTo>
                    <a:pt x="44212" y="51058"/>
                  </a:lnTo>
                  <a:lnTo>
                    <a:pt x="44464" y="52182"/>
                  </a:lnTo>
                  <a:lnTo>
                    <a:pt x="44824" y="52950"/>
                  </a:lnTo>
                  <a:lnTo>
                    <a:pt x="45258" y="53432"/>
                  </a:lnTo>
                  <a:lnTo>
                    <a:pt x="45618" y="53994"/>
                  </a:lnTo>
                  <a:lnTo>
                    <a:pt x="46178" y="54189"/>
                  </a:lnTo>
                  <a:lnTo>
                    <a:pt x="48236" y="52533"/>
                  </a:lnTo>
                  <a:lnTo>
                    <a:pt x="48786" y="52741"/>
                  </a:lnTo>
                  <a:lnTo>
                    <a:pt x="49101" y="53048"/>
                  </a:lnTo>
                  <a:lnTo>
                    <a:pt x="49111" y="53650"/>
                  </a:lnTo>
                  <a:lnTo>
                    <a:pt x="48739" y="56238"/>
                  </a:lnTo>
                  <a:lnTo>
                    <a:pt x="48423" y="59548"/>
                  </a:lnTo>
                  <a:lnTo>
                    <a:pt x="48748" y="61211"/>
                  </a:lnTo>
                  <a:lnTo>
                    <a:pt x="49610" y="61901"/>
                  </a:lnTo>
                  <a:lnTo>
                    <a:pt x="51519" y="62392"/>
                  </a:lnTo>
                  <a:lnTo>
                    <a:pt x="54092" y="62350"/>
                  </a:lnTo>
                  <a:lnTo>
                    <a:pt x="54873" y="64028"/>
                  </a:lnTo>
                  <a:lnTo>
                    <a:pt x="55649" y="66548"/>
                  </a:lnTo>
                  <a:lnTo>
                    <a:pt x="56432" y="70852"/>
                  </a:lnTo>
                  <a:lnTo>
                    <a:pt x="56744" y="72669"/>
                  </a:lnTo>
                  <a:lnTo>
                    <a:pt x="57132" y="73195"/>
                  </a:lnTo>
                  <a:lnTo>
                    <a:pt x="57802" y="72477"/>
                  </a:lnTo>
                  <a:lnTo>
                    <a:pt x="57911" y="70708"/>
                  </a:lnTo>
                  <a:lnTo>
                    <a:pt x="57942" y="68078"/>
                  </a:lnTo>
                  <a:lnTo>
                    <a:pt x="58502" y="67169"/>
                  </a:lnTo>
                  <a:lnTo>
                    <a:pt x="58860" y="67838"/>
                  </a:lnTo>
                  <a:lnTo>
                    <a:pt x="59280" y="69896"/>
                  </a:lnTo>
                  <a:lnTo>
                    <a:pt x="60344" y="71744"/>
                  </a:lnTo>
                  <a:lnTo>
                    <a:pt x="61114" y="72656"/>
                  </a:lnTo>
                  <a:lnTo>
                    <a:pt x="61847" y="72334"/>
                  </a:lnTo>
                  <a:lnTo>
                    <a:pt x="62154" y="71626"/>
                  </a:lnTo>
                  <a:lnTo>
                    <a:pt x="62516" y="68030"/>
                  </a:lnTo>
                  <a:lnTo>
                    <a:pt x="63092" y="67504"/>
                  </a:lnTo>
                  <a:lnTo>
                    <a:pt x="63823" y="67743"/>
                  </a:lnTo>
                  <a:lnTo>
                    <a:pt x="64103" y="68460"/>
                  </a:lnTo>
                  <a:lnTo>
                    <a:pt x="64399" y="69896"/>
                  </a:lnTo>
                  <a:lnTo>
                    <a:pt x="65283" y="70572"/>
                  </a:lnTo>
                  <a:lnTo>
                    <a:pt x="66162" y="71480"/>
                  </a:lnTo>
                  <a:lnTo>
                    <a:pt x="66992" y="72656"/>
                  </a:lnTo>
                  <a:lnTo>
                    <a:pt x="68158" y="75325"/>
                  </a:lnTo>
                  <a:lnTo>
                    <a:pt x="69593" y="75810"/>
                  </a:lnTo>
                  <a:lnTo>
                    <a:pt x="71261" y="75754"/>
                  </a:lnTo>
                  <a:lnTo>
                    <a:pt x="72137" y="75813"/>
                  </a:lnTo>
                  <a:lnTo>
                    <a:pt x="72784" y="76009"/>
                  </a:lnTo>
                  <a:lnTo>
                    <a:pt x="73362" y="75826"/>
                  </a:lnTo>
                  <a:lnTo>
                    <a:pt x="75073" y="73914"/>
                  </a:lnTo>
                  <a:lnTo>
                    <a:pt x="75772" y="73774"/>
                  </a:lnTo>
                  <a:lnTo>
                    <a:pt x="76637" y="7399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4427431" y="3648530"/>
              <a:ext cx="493" cy="1815"/>
            </a:xfrm>
            <a:custGeom>
              <a:avLst/>
              <a:pathLst>
                <a:path w="493" h="1815">
                  <a:moveTo>
                    <a:pt x="493" y="805"/>
                  </a:moveTo>
                  <a:lnTo>
                    <a:pt x="306" y="1815"/>
                  </a:lnTo>
                  <a:lnTo>
                    <a:pt x="90" y="1688"/>
                  </a:lnTo>
                  <a:lnTo>
                    <a:pt x="0" y="1015"/>
                  </a:lnTo>
                  <a:lnTo>
                    <a:pt x="62" y="288"/>
                  </a:lnTo>
                  <a:lnTo>
                    <a:pt x="306" y="0"/>
                  </a:lnTo>
                  <a:lnTo>
                    <a:pt x="467" y="22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4447761" y="5184956"/>
              <a:ext cx="2035" cy="2516"/>
            </a:xfrm>
            <a:custGeom>
              <a:avLst/>
              <a:pathLst>
                <a:path w="2035" h="2516">
                  <a:moveTo>
                    <a:pt x="1504" y="357"/>
                  </a:moveTo>
                  <a:lnTo>
                    <a:pt x="2035" y="1864"/>
                  </a:lnTo>
                  <a:lnTo>
                    <a:pt x="1016" y="2516"/>
                  </a:lnTo>
                  <a:lnTo>
                    <a:pt x="521" y="1970"/>
                  </a:lnTo>
                  <a:lnTo>
                    <a:pt x="173" y="1281"/>
                  </a:lnTo>
                  <a:lnTo>
                    <a:pt x="0" y="303"/>
                  </a:lnTo>
                  <a:lnTo>
                    <a:pt x="551" y="404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4417645" y="5127211"/>
              <a:ext cx="3637" cy="9311"/>
            </a:xfrm>
            <a:custGeom>
              <a:avLst/>
              <a:pathLst>
                <a:path w="3637" h="9311">
                  <a:moveTo>
                    <a:pt x="3191" y="6812"/>
                  </a:moveTo>
                  <a:lnTo>
                    <a:pt x="3400" y="9300"/>
                  </a:lnTo>
                  <a:lnTo>
                    <a:pt x="2871" y="9311"/>
                  </a:lnTo>
                  <a:lnTo>
                    <a:pt x="1769" y="8619"/>
                  </a:lnTo>
                  <a:lnTo>
                    <a:pt x="1427" y="7557"/>
                  </a:lnTo>
                  <a:lnTo>
                    <a:pt x="1193" y="7297"/>
                  </a:lnTo>
                  <a:lnTo>
                    <a:pt x="790" y="8527"/>
                  </a:lnTo>
                  <a:lnTo>
                    <a:pt x="143" y="8584"/>
                  </a:lnTo>
                  <a:lnTo>
                    <a:pt x="0" y="8177"/>
                  </a:lnTo>
                  <a:lnTo>
                    <a:pt x="254" y="6859"/>
                  </a:lnTo>
                  <a:lnTo>
                    <a:pt x="1775" y="4374"/>
                  </a:lnTo>
                  <a:lnTo>
                    <a:pt x="2056" y="1243"/>
                  </a:lnTo>
                  <a:lnTo>
                    <a:pt x="2040" y="236"/>
                  </a:lnTo>
                  <a:lnTo>
                    <a:pt x="3229" y="0"/>
                  </a:lnTo>
                  <a:lnTo>
                    <a:pt x="3510" y="383"/>
                  </a:lnTo>
                  <a:lnTo>
                    <a:pt x="3637" y="816"/>
                  </a:lnTo>
                  <a:lnTo>
                    <a:pt x="3559" y="1367"/>
                  </a:lnTo>
                  <a:lnTo>
                    <a:pt x="3080" y="2395"/>
                  </a:lnTo>
                  <a:lnTo>
                    <a:pt x="3061" y="3589"/>
                  </a:lnTo>
                  <a:lnTo>
                    <a:pt x="3184" y="4827"/>
                  </a:lnTo>
                  <a:lnTo>
                    <a:pt x="2791" y="5427"/>
                  </a:lnTo>
                  <a:lnTo>
                    <a:pt x="2995" y="649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4433343" y="5013846"/>
              <a:ext cx="7101" cy="16820"/>
            </a:xfrm>
            <a:custGeom>
              <a:avLst/>
              <a:pathLst>
                <a:path w="7101" h="16820">
                  <a:moveTo>
                    <a:pt x="5988" y="4957"/>
                  </a:moveTo>
                  <a:lnTo>
                    <a:pt x="5992" y="6137"/>
                  </a:lnTo>
                  <a:lnTo>
                    <a:pt x="4989" y="5713"/>
                  </a:lnTo>
                  <a:lnTo>
                    <a:pt x="5010" y="7038"/>
                  </a:lnTo>
                  <a:lnTo>
                    <a:pt x="5801" y="7733"/>
                  </a:lnTo>
                  <a:lnTo>
                    <a:pt x="6094" y="8682"/>
                  </a:lnTo>
                  <a:lnTo>
                    <a:pt x="6916" y="8408"/>
                  </a:lnTo>
                  <a:lnTo>
                    <a:pt x="7101" y="9828"/>
                  </a:lnTo>
                  <a:lnTo>
                    <a:pt x="6911" y="11098"/>
                  </a:lnTo>
                  <a:lnTo>
                    <a:pt x="6363" y="12030"/>
                  </a:lnTo>
                  <a:lnTo>
                    <a:pt x="4740" y="12500"/>
                  </a:lnTo>
                  <a:lnTo>
                    <a:pt x="3687" y="14344"/>
                  </a:lnTo>
                  <a:lnTo>
                    <a:pt x="2776" y="14064"/>
                  </a:lnTo>
                  <a:lnTo>
                    <a:pt x="2528" y="14231"/>
                  </a:lnTo>
                  <a:lnTo>
                    <a:pt x="1484" y="16208"/>
                  </a:lnTo>
                  <a:lnTo>
                    <a:pt x="316" y="16820"/>
                  </a:lnTo>
                  <a:lnTo>
                    <a:pt x="0" y="16673"/>
                  </a:lnTo>
                  <a:lnTo>
                    <a:pt x="161" y="14910"/>
                  </a:lnTo>
                  <a:lnTo>
                    <a:pt x="1028" y="13233"/>
                  </a:lnTo>
                  <a:lnTo>
                    <a:pt x="1047" y="11623"/>
                  </a:lnTo>
                  <a:lnTo>
                    <a:pt x="1270" y="10336"/>
                  </a:lnTo>
                  <a:lnTo>
                    <a:pt x="2104" y="9430"/>
                  </a:lnTo>
                  <a:lnTo>
                    <a:pt x="2115" y="7753"/>
                  </a:lnTo>
                  <a:lnTo>
                    <a:pt x="2680" y="6267"/>
                  </a:lnTo>
                  <a:lnTo>
                    <a:pt x="2338" y="3050"/>
                  </a:lnTo>
                  <a:lnTo>
                    <a:pt x="2518" y="158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4423826" y="4981951"/>
              <a:ext cx="2059" cy="3393"/>
            </a:xfrm>
            <a:custGeom>
              <a:avLst/>
              <a:pathLst>
                <a:path w="2059" h="3393">
                  <a:moveTo>
                    <a:pt x="2059" y="1206"/>
                  </a:moveTo>
                  <a:lnTo>
                    <a:pt x="2009" y="2657"/>
                  </a:lnTo>
                  <a:lnTo>
                    <a:pt x="1895" y="3387"/>
                  </a:lnTo>
                  <a:lnTo>
                    <a:pt x="1562" y="3393"/>
                  </a:lnTo>
                  <a:lnTo>
                    <a:pt x="1061" y="3231"/>
                  </a:lnTo>
                  <a:lnTo>
                    <a:pt x="573" y="2562"/>
                  </a:lnTo>
                  <a:lnTo>
                    <a:pt x="260" y="2752"/>
                  </a:lnTo>
                  <a:lnTo>
                    <a:pt x="0" y="2504"/>
                  </a:lnTo>
                  <a:lnTo>
                    <a:pt x="337" y="868"/>
                  </a:lnTo>
                  <a:lnTo>
                    <a:pt x="1476" y="0"/>
                  </a:lnTo>
                  <a:lnTo>
                    <a:pt x="1917" y="69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4427293" y="4969087"/>
              <a:ext cx="1249" cy="3549"/>
            </a:xfrm>
            <a:custGeom>
              <a:avLst/>
              <a:pathLst>
                <a:path w="1249" h="3549">
                  <a:moveTo>
                    <a:pt x="834" y="0"/>
                  </a:moveTo>
                  <a:lnTo>
                    <a:pt x="1249" y="3549"/>
                  </a:lnTo>
                  <a:lnTo>
                    <a:pt x="369" y="2871"/>
                  </a:lnTo>
                  <a:lnTo>
                    <a:pt x="0" y="1797"/>
                  </a:lnTo>
                  <a:lnTo>
                    <a:pt x="673" y="2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1128633" y="4940862"/>
              <a:ext cx="1026" cy="3133"/>
            </a:xfrm>
            <a:custGeom>
              <a:avLst/>
              <a:pathLst>
                <a:path w="1026" h="3133">
                  <a:moveTo>
                    <a:pt x="507" y="2871"/>
                  </a:moveTo>
                  <a:lnTo>
                    <a:pt x="81" y="3133"/>
                  </a:lnTo>
                  <a:lnTo>
                    <a:pt x="141" y="1448"/>
                  </a:lnTo>
                  <a:lnTo>
                    <a:pt x="0" y="360"/>
                  </a:lnTo>
                  <a:lnTo>
                    <a:pt x="717" y="0"/>
                  </a:lnTo>
                  <a:lnTo>
                    <a:pt x="1026" y="129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1122688" y="4925883"/>
              <a:ext cx="6441" cy="11790"/>
            </a:xfrm>
            <a:custGeom>
              <a:avLst/>
              <a:pathLst>
                <a:path w="6441" h="11790">
                  <a:moveTo>
                    <a:pt x="6441" y="672"/>
                  </a:moveTo>
                  <a:lnTo>
                    <a:pt x="6096" y="1439"/>
                  </a:lnTo>
                  <a:lnTo>
                    <a:pt x="5506" y="1396"/>
                  </a:lnTo>
                  <a:lnTo>
                    <a:pt x="4479" y="4409"/>
                  </a:lnTo>
                  <a:lnTo>
                    <a:pt x="4541" y="2158"/>
                  </a:lnTo>
                  <a:lnTo>
                    <a:pt x="4232" y="1281"/>
                  </a:lnTo>
                  <a:lnTo>
                    <a:pt x="3350" y="1491"/>
                  </a:lnTo>
                  <a:lnTo>
                    <a:pt x="3183" y="1985"/>
                  </a:lnTo>
                  <a:lnTo>
                    <a:pt x="3775" y="2579"/>
                  </a:lnTo>
                  <a:lnTo>
                    <a:pt x="3907" y="2911"/>
                  </a:lnTo>
                  <a:lnTo>
                    <a:pt x="3340" y="4213"/>
                  </a:lnTo>
                  <a:lnTo>
                    <a:pt x="3927" y="7006"/>
                  </a:lnTo>
                  <a:lnTo>
                    <a:pt x="4443" y="6911"/>
                  </a:lnTo>
                  <a:lnTo>
                    <a:pt x="4942" y="9092"/>
                  </a:lnTo>
                  <a:lnTo>
                    <a:pt x="4939" y="9776"/>
                  </a:lnTo>
                  <a:lnTo>
                    <a:pt x="3796" y="10616"/>
                  </a:lnTo>
                  <a:lnTo>
                    <a:pt x="3192" y="11790"/>
                  </a:lnTo>
                  <a:lnTo>
                    <a:pt x="2654" y="11741"/>
                  </a:lnTo>
                  <a:lnTo>
                    <a:pt x="2400" y="11513"/>
                  </a:lnTo>
                  <a:lnTo>
                    <a:pt x="2098" y="9412"/>
                  </a:lnTo>
                  <a:lnTo>
                    <a:pt x="2077" y="8529"/>
                  </a:lnTo>
                  <a:lnTo>
                    <a:pt x="2739" y="6989"/>
                  </a:lnTo>
                  <a:lnTo>
                    <a:pt x="3113" y="5419"/>
                  </a:lnTo>
                  <a:lnTo>
                    <a:pt x="2812" y="3970"/>
                  </a:lnTo>
                  <a:lnTo>
                    <a:pt x="2048" y="3032"/>
                  </a:lnTo>
                  <a:lnTo>
                    <a:pt x="381" y="3456"/>
                  </a:lnTo>
                  <a:lnTo>
                    <a:pt x="0" y="3142"/>
                  </a:lnTo>
                  <a:lnTo>
                    <a:pt x="832" y="1191"/>
                  </a:lnTo>
                  <a:lnTo>
                    <a:pt x="1734" y="1405"/>
                  </a:lnTo>
                  <a:lnTo>
                    <a:pt x="270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4493514" y="4837100"/>
              <a:ext cx="1765" cy="6169"/>
            </a:xfrm>
            <a:custGeom>
              <a:avLst/>
              <a:pathLst>
                <a:path w="1765" h="6169">
                  <a:moveTo>
                    <a:pt x="1286" y="4452"/>
                  </a:moveTo>
                  <a:lnTo>
                    <a:pt x="0" y="6169"/>
                  </a:lnTo>
                  <a:lnTo>
                    <a:pt x="51" y="4977"/>
                  </a:lnTo>
                  <a:lnTo>
                    <a:pt x="303" y="2383"/>
                  </a:lnTo>
                  <a:lnTo>
                    <a:pt x="889" y="1073"/>
                  </a:lnTo>
                  <a:lnTo>
                    <a:pt x="1177" y="983"/>
                  </a:lnTo>
                  <a:lnTo>
                    <a:pt x="1765" y="0"/>
                  </a:lnTo>
                  <a:lnTo>
                    <a:pt x="1703" y="218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4423303" y="4830512"/>
              <a:ext cx="75875" cy="181449"/>
            </a:xfrm>
            <a:custGeom>
              <a:avLst/>
              <a:pathLst>
                <a:path w="75875" h="181449">
                  <a:moveTo>
                    <a:pt x="63812" y="23321"/>
                  </a:moveTo>
                  <a:lnTo>
                    <a:pt x="64923" y="23466"/>
                  </a:lnTo>
                  <a:lnTo>
                    <a:pt x="65951" y="21301"/>
                  </a:lnTo>
                  <a:lnTo>
                    <a:pt x="67003" y="19541"/>
                  </a:lnTo>
                  <a:lnTo>
                    <a:pt x="68111" y="18084"/>
                  </a:lnTo>
                  <a:lnTo>
                    <a:pt x="69797" y="14742"/>
                  </a:lnTo>
                  <a:lnTo>
                    <a:pt x="70239" y="14252"/>
                  </a:lnTo>
                  <a:lnTo>
                    <a:pt x="71332" y="13614"/>
                  </a:lnTo>
                  <a:lnTo>
                    <a:pt x="71809" y="12826"/>
                  </a:lnTo>
                  <a:lnTo>
                    <a:pt x="72341" y="12639"/>
                  </a:lnTo>
                  <a:lnTo>
                    <a:pt x="71864" y="14621"/>
                  </a:lnTo>
                  <a:lnTo>
                    <a:pt x="71258" y="15282"/>
                  </a:lnTo>
                  <a:lnTo>
                    <a:pt x="71162" y="15997"/>
                  </a:lnTo>
                  <a:lnTo>
                    <a:pt x="71501" y="17140"/>
                  </a:lnTo>
                  <a:lnTo>
                    <a:pt x="70975" y="18745"/>
                  </a:lnTo>
                  <a:lnTo>
                    <a:pt x="70994" y="20744"/>
                  </a:lnTo>
                  <a:lnTo>
                    <a:pt x="70374" y="23105"/>
                  </a:lnTo>
                  <a:lnTo>
                    <a:pt x="71327" y="22141"/>
                  </a:lnTo>
                  <a:lnTo>
                    <a:pt x="71677" y="20603"/>
                  </a:lnTo>
                  <a:lnTo>
                    <a:pt x="71496" y="19737"/>
                  </a:lnTo>
                  <a:lnTo>
                    <a:pt x="71910" y="18020"/>
                  </a:lnTo>
                  <a:lnTo>
                    <a:pt x="72548" y="17204"/>
                  </a:lnTo>
                  <a:lnTo>
                    <a:pt x="72294" y="15899"/>
                  </a:lnTo>
                  <a:lnTo>
                    <a:pt x="72311" y="14869"/>
                  </a:lnTo>
                  <a:lnTo>
                    <a:pt x="73092" y="15250"/>
                  </a:lnTo>
                  <a:lnTo>
                    <a:pt x="73482" y="15207"/>
                  </a:lnTo>
                  <a:lnTo>
                    <a:pt x="73790" y="14800"/>
                  </a:lnTo>
                  <a:lnTo>
                    <a:pt x="74353" y="14638"/>
                  </a:lnTo>
                  <a:lnTo>
                    <a:pt x="74469" y="15790"/>
                  </a:lnTo>
                  <a:lnTo>
                    <a:pt x="75226" y="15645"/>
                  </a:lnTo>
                  <a:lnTo>
                    <a:pt x="74950" y="17100"/>
                  </a:lnTo>
                  <a:lnTo>
                    <a:pt x="74371" y="18779"/>
                  </a:lnTo>
                  <a:lnTo>
                    <a:pt x="74235" y="19801"/>
                  </a:lnTo>
                  <a:lnTo>
                    <a:pt x="73308" y="21492"/>
                  </a:lnTo>
                  <a:lnTo>
                    <a:pt x="72688" y="22216"/>
                  </a:lnTo>
                  <a:lnTo>
                    <a:pt x="73645" y="22404"/>
                  </a:lnTo>
                  <a:lnTo>
                    <a:pt x="75043" y="20138"/>
                  </a:lnTo>
                  <a:lnTo>
                    <a:pt x="75875" y="18133"/>
                  </a:lnTo>
                  <a:lnTo>
                    <a:pt x="75851" y="20635"/>
                  </a:lnTo>
                  <a:lnTo>
                    <a:pt x="75175" y="22877"/>
                  </a:lnTo>
                  <a:lnTo>
                    <a:pt x="74597" y="24294"/>
                  </a:lnTo>
                  <a:lnTo>
                    <a:pt x="73947" y="24732"/>
                  </a:lnTo>
                  <a:lnTo>
                    <a:pt x="73298" y="25881"/>
                  </a:lnTo>
                  <a:lnTo>
                    <a:pt x="72984" y="27759"/>
                  </a:lnTo>
                  <a:lnTo>
                    <a:pt x="73018" y="29006"/>
                  </a:lnTo>
                  <a:lnTo>
                    <a:pt x="73205" y="29996"/>
                  </a:lnTo>
                  <a:lnTo>
                    <a:pt x="73866" y="31669"/>
                  </a:lnTo>
                  <a:lnTo>
                    <a:pt x="73122" y="34890"/>
                  </a:lnTo>
                  <a:lnTo>
                    <a:pt x="73951" y="34489"/>
                  </a:lnTo>
                  <a:lnTo>
                    <a:pt x="74404" y="35095"/>
                  </a:lnTo>
                  <a:lnTo>
                    <a:pt x="75039" y="36953"/>
                  </a:lnTo>
                  <a:lnTo>
                    <a:pt x="74657" y="39094"/>
                  </a:lnTo>
                  <a:lnTo>
                    <a:pt x="74388" y="40191"/>
                  </a:lnTo>
                  <a:lnTo>
                    <a:pt x="72771" y="44707"/>
                  </a:lnTo>
                  <a:lnTo>
                    <a:pt x="72066" y="46998"/>
                  </a:lnTo>
                  <a:lnTo>
                    <a:pt x="71240" y="48464"/>
                  </a:lnTo>
                  <a:lnTo>
                    <a:pt x="71251" y="50871"/>
                  </a:lnTo>
                  <a:lnTo>
                    <a:pt x="70777" y="52622"/>
                  </a:lnTo>
                  <a:lnTo>
                    <a:pt x="68368" y="58621"/>
                  </a:lnTo>
                  <a:lnTo>
                    <a:pt x="67944" y="59923"/>
                  </a:lnTo>
                  <a:lnTo>
                    <a:pt x="66045" y="69463"/>
                  </a:lnTo>
                  <a:lnTo>
                    <a:pt x="64830" y="73474"/>
                  </a:lnTo>
                  <a:lnTo>
                    <a:pt x="64134" y="74839"/>
                  </a:lnTo>
                  <a:lnTo>
                    <a:pt x="63399" y="75947"/>
                  </a:lnTo>
                  <a:lnTo>
                    <a:pt x="61635" y="77837"/>
                  </a:lnTo>
                  <a:lnTo>
                    <a:pt x="60858" y="80010"/>
                  </a:lnTo>
                  <a:lnTo>
                    <a:pt x="59998" y="81813"/>
                  </a:lnTo>
                  <a:lnTo>
                    <a:pt x="59089" y="82217"/>
                  </a:lnTo>
                  <a:lnTo>
                    <a:pt x="59117" y="83017"/>
                  </a:lnTo>
                  <a:lnTo>
                    <a:pt x="59699" y="83464"/>
                  </a:lnTo>
                  <a:lnTo>
                    <a:pt x="60153" y="84650"/>
                  </a:lnTo>
                  <a:lnTo>
                    <a:pt x="59816" y="85977"/>
                  </a:lnTo>
                  <a:lnTo>
                    <a:pt x="59168" y="86811"/>
                  </a:lnTo>
                  <a:lnTo>
                    <a:pt x="58494" y="87051"/>
                  </a:lnTo>
                  <a:lnTo>
                    <a:pt x="58153" y="87899"/>
                  </a:lnTo>
                  <a:lnTo>
                    <a:pt x="59756" y="87296"/>
                  </a:lnTo>
                  <a:lnTo>
                    <a:pt x="60208" y="87992"/>
                  </a:lnTo>
                  <a:lnTo>
                    <a:pt x="60292" y="89452"/>
                  </a:lnTo>
                  <a:lnTo>
                    <a:pt x="60460" y="90771"/>
                  </a:lnTo>
                  <a:lnTo>
                    <a:pt x="60848" y="92516"/>
                  </a:lnTo>
                  <a:lnTo>
                    <a:pt x="62196" y="93627"/>
                  </a:lnTo>
                  <a:lnTo>
                    <a:pt x="63408" y="94147"/>
                  </a:lnTo>
                  <a:lnTo>
                    <a:pt x="63646" y="94955"/>
                  </a:lnTo>
                  <a:lnTo>
                    <a:pt x="63827" y="97742"/>
                  </a:lnTo>
                  <a:lnTo>
                    <a:pt x="63607" y="99110"/>
                  </a:lnTo>
                  <a:lnTo>
                    <a:pt x="63334" y="100010"/>
                  </a:lnTo>
                  <a:lnTo>
                    <a:pt x="62928" y="100331"/>
                  </a:lnTo>
                  <a:lnTo>
                    <a:pt x="61940" y="100507"/>
                  </a:lnTo>
                  <a:lnTo>
                    <a:pt x="60951" y="99878"/>
                  </a:lnTo>
                  <a:lnTo>
                    <a:pt x="60294" y="98192"/>
                  </a:lnTo>
                  <a:lnTo>
                    <a:pt x="58422" y="98732"/>
                  </a:lnTo>
                  <a:lnTo>
                    <a:pt x="57923" y="99096"/>
                  </a:lnTo>
                  <a:lnTo>
                    <a:pt x="57666" y="98793"/>
                  </a:lnTo>
                  <a:lnTo>
                    <a:pt x="58702" y="97024"/>
                  </a:lnTo>
                  <a:lnTo>
                    <a:pt x="58159" y="96017"/>
                  </a:lnTo>
                  <a:lnTo>
                    <a:pt x="57708" y="95638"/>
                  </a:lnTo>
                  <a:lnTo>
                    <a:pt x="57221" y="96224"/>
                  </a:lnTo>
                  <a:lnTo>
                    <a:pt x="56893" y="97151"/>
                  </a:lnTo>
                  <a:lnTo>
                    <a:pt x="56793" y="98680"/>
                  </a:lnTo>
                  <a:lnTo>
                    <a:pt x="56458" y="99560"/>
                  </a:lnTo>
                  <a:lnTo>
                    <a:pt x="55941" y="99811"/>
                  </a:lnTo>
                  <a:lnTo>
                    <a:pt x="55211" y="98544"/>
                  </a:lnTo>
                  <a:lnTo>
                    <a:pt x="54492" y="96729"/>
                  </a:lnTo>
                  <a:lnTo>
                    <a:pt x="53431" y="94903"/>
                  </a:lnTo>
                  <a:lnTo>
                    <a:pt x="53592" y="96034"/>
                  </a:lnTo>
                  <a:lnTo>
                    <a:pt x="54409" y="98804"/>
                  </a:lnTo>
                  <a:lnTo>
                    <a:pt x="54818" y="100642"/>
                  </a:lnTo>
                  <a:lnTo>
                    <a:pt x="53866" y="102108"/>
                  </a:lnTo>
                  <a:lnTo>
                    <a:pt x="52875" y="103251"/>
                  </a:lnTo>
                  <a:lnTo>
                    <a:pt x="52038" y="103920"/>
                  </a:lnTo>
                  <a:lnTo>
                    <a:pt x="51248" y="104965"/>
                  </a:lnTo>
                  <a:lnTo>
                    <a:pt x="50321" y="106595"/>
                  </a:lnTo>
                  <a:lnTo>
                    <a:pt x="49811" y="107178"/>
                  </a:lnTo>
                  <a:lnTo>
                    <a:pt x="48454" y="107213"/>
                  </a:lnTo>
                  <a:lnTo>
                    <a:pt x="47731" y="107729"/>
                  </a:lnTo>
                  <a:lnTo>
                    <a:pt x="47490" y="109882"/>
                  </a:lnTo>
                  <a:lnTo>
                    <a:pt x="46981" y="111250"/>
                  </a:lnTo>
                  <a:lnTo>
                    <a:pt x="45790" y="111521"/>
                  </a:lnTo>
                  <a:lnTo>
                    <a:pt x="46219" y="111951"/>
                  </a:lnTo>
                  <a:lnTo>
                    <a:pt x="46485" y="112635"/>
                  </a:lnTo>
                  <a:lnTo>
                    <a:pt x="45697" y="119116"/>
                  </a:lnTo>
                  <a:lnTo>
                    <a:pt x="45525" y="121806"/>
                  </a:lnTo>
                  <a:lnTo>
                    <a:pt x="45378" y="126405"/>
                  </a:lnTo>
                  <a:lnTo>
                    <a:pt x="44882" y="130673"/>
                  </a:lnTo>
                  <a:lnTo>
                    <a:pt x="43467" y="130647"/>
                  </a:lnTo>
                  <a:lnTo>
                    <a:pt x="43696" y="131403"/>
                  </a:lnTo>
                  <a:lnTo>
                    <a:pt x="44766" y="132607"/>
                  </a:lnTo>
                  <a:lnTo>
                    <a:pt x="44565" y="134425"/>
                  </a:lnTo>
                  <a:lnTo>
                    <a:pt x="43387" y="137740"/>
                  </a:lnTo>
                  <a:lnTo>
                    <a:pt x="42896" y="139659"/>
                  </a:lnTo>
                  <a:lnTo>
                    <a:pt x="42418" y="144314"/>
                  </a:lnTo>
                  <a:lnTo>
                    <a:pt x="41700" y="148605"/>
                  </a:lnTo>
                  <a:lnTo>
                    <a:pt x="40597" y="153484"/>
                  </a:lnTo>
                  <a:lnTo>
                    <a:pt x="40589" y="154361"/>
                  </a:lnTo>
                  <a:lnTo>
                    <a:pt x="40975" y="155605"/>
                  </a:lnTo>
                  <a:lnTo>
                    <a:pt x="41442" y="156682"/>
                  </a:lnTo>
                  <a:lnTo>
                    <a:pt x="41469" y="158199"/>
                  </a:lnTo>
                  <a:lnTo>
                    <a:pt x="41325" y="158999"/>
                  </a:lnTo>
                  <a:lnTo>
                    <a:pt x="40801" y="159209"/>
                  </a:lnTo>
                  <a:lnTo>
                    <a:pt x="40344" y="159732"/>
                  </a:lnTo>
                  <a:lnTo>
                    <a:pt x="37892" y="161071"/>
                  </a:lnTo>
                  <a:lnTo>
                    <a:pt x="37087" y="162571"/>
                  </a:lnTo>
                  <a:lnTo>
                    <a:pt x="36427" y="165255"/>
                  </a:lnTo>
                  <a:lnTo>
                    <a:pt x="35652" y="167566"/>
                  </a:lnTo>
                  <a:lnTo>
                    <a:pt x="33077" y="172694"/>
                  </a:lnTo>
                  <a:lnTo>
                    <a:pt x="31562" y="176991"/>
                  </a:lnTo>
                  <a:lnTo>
                    <a:pt x="31258" y="178220"/>
                  </a:lnTo>
                  <a:lnTo>
                    <a:pt x="30850" y="179115"/>
                  </a:lnTo>
                  <a:lnTo>
                    <a:pt x="27539" y="181149"/>
                  </a:lnTo>
                  <a:lnTo>
                    <a:pt x="25197" y="181449"/>
                  </a:lnTo>
                  <a:lnTo>
                    <a:pt x="23920" y="180927"/>
                  </a:lnTo>
                  <a:lnTo>
                    <a:pt x="22689" y="179900"/>
                  </a:lnTo>
                  <a:lnTo>
                    <a:pt x="22007" y="179548"/>
                  </a:lnTo>
                  <a:lnTo>
                    <a:pt x="20705" y="180176"/>
                  </a:lnTo>
                  <a:lnTo>
                    <a:pt x="20137" y="180869"/>
                  </a:lnTo>
                  <a:lnTo>
                    <a:pt x="19119" y="180185"/>
                  </a:lnTo>
                  <a:lnTo>
                    <a:pt x="18309" y="180702"/>
                  </a:lnTo>
                  <a:lnTo>
                    <a:pt x="18069" y="180200"/>
                  </a:lnTo>
                  <a:lnTo>
                    <a:pt x="17766" y="178939"/>
                  </a:lnTo>
                  <a:lnTo>
                    <a:pt x="17933" y="177265"/>
                  </a:lnTo>
                  <a:lnTo>
                    <a:pt x="17709" y="176027"/>
                  </a:lnTo>
                  <a:lnTo>
                    <a:pt x="17194" y="175187"/>
                  </a:lnTo>
                  <a:lnTo>
                    <a:pt x="16849" y="174212"/>
                  </a:lnTo>
                  <a:lnTo>
                    <a:pt x="16454" y="173516"/>
                  </a:lnTo>
                  <a:lnTo>
                    <a:pt x="15379" y="173242"/>
                  </a:lnTo>
                  <a:lnTo>
                    <a:pt x="13677" y="173681"/>
                  </a:lnTo>
                  <a:lnTo>
                    <a:pt x="13116" y="173635"/>
                  </a:lnTo>
                  <a:lnTo>
                    <a:pt x="11963" y="169526"/>
                  </a:lnTo>
                  <a:lnTo>
                    <a:pt x="11580" y="168516"/>
                  </a:lnTo>
                  <a:lnTo>
                    <a:pt x="10208" y="167203"/>
                  </a:lnTo>
                  <a:lnTo>
                    <a:pt x="9738" y="167384"/>
                  </a:lnTo>
                  <a:lnTo>
                    <a:pt x="9004" y="169577"/>
                  </a:lnTo>
                  <a:lnTo>
                    <a:pt x="8568" y="169950"/>
                  </a:lnTo>
                  <a:lnTo>
                    <a:pt x="5986" y="170183"/>
                  </a:lnTo>
                  <a:lnTo>
                    <a:pt x="3394" y="169476"/>
                  </a:lnTo>
                  <a:lnTo>
                    <a:pt x="2440" y="168660"/>
                  </a:lnTo>
                  <a:lnTo>
                    <a:pt x="2254" y="166764"/>
                  </a:lnTo>
                  <a:lnTo>
                    <a:pt x="4221" y="161550"/>
                  </a:lnTo>
                  <a:lnTo>
                    <a:pt x="3641" y="162248"/>
                  </a:lnTo>
                  <a:lnTo>
                    <a:pt x="2428" y="164372"/>
                  </a:lnTo>
                  <a:lnTo>
                    <a:pt x="1656" y="164046"/>
                  </a:lnTo>
                  <a:lnTo>
                    <a:pt x="2396" y="161729"/>
                  </a:lnTo>
                  <a:lnTo>
                    <a:pt x="2462" y="160695"/>
                  </a:lnTo>
                  <a:lnTo>
                    <a:pt x="2310" y="159544"/>
                  </a:lnTo>
                  <a:lnTo>
                    <a:pt x="1298" y="161495"/>
                  </a:lnTo>
                  <a:lnTo>
                    <a:pt x="149" y="161746"/>
                  </a:lnTo>
                  <a:lnTo>
                    <a:pt x="0" y="159939"/>
                  </a:lnTo>
                  <a:lnTo>
                    <a:pt x="102" y="157844"/>
                  </a:lnTo>
                  <a:lnTo>
                    <a:pt x="339" y="157250"/>
                  </a:lnTo>
                  <a:lnTo>
                    <a:pt x="3445" y="156151"/>
                  </a:lnTo>
                  <a:lnTo>
                    <a:pt x="4565" y="155432"/>
                  </a:lnTo>
                  <a:lnTo>
                    <a:pt x="5053" y="154307"/>
                  </a:lnTo>
                  <a:lnTo>
                    <a:pt x="3194" y="153920"/>
                  </a:lnTo>
                  <a:lnTo>
                    <a:pt x="3076" y="152341"/>
                  </a:lnTo>
                  <a:lnTo>
                    <a:pt x="3345" y="151078"/>
                  </a:lnTo>
                  <a:lnTo>
                    <a:pt x="4933" y="148977"/>
                  </a:lnTo>
                  <a:lnTo>
                    <a:pt x="3762" y="149514"/>
                  </a:lnTo>
                  <a:lnTo>
                    <a:pt x="2464" y="149326"/>
                  </a:lnTo>
                  <a:lnTo>
                    <a:pt x="2551" y="147107"/>
                  </a:lnTo>
                  <a:lnTo>
                    <a:pt x="2890" y="145370"/>
                  </a:lnTo>
                  <a:lnTo>
                    <a:pt x="4252" y="145318"/>
                  </a:lnTo>
                  <a:lnTo>
                    <a:pt x="3825" y="144126"/>
                  </a:lnTo>
                  <a:lnTo>
                    <a:pt x="3764" y="142461"/>
                  </a:lnTo>
                  <a:lnTo>
                    <a:pt x="4143" y="142349"/>
                  </a:lnTo>
                  <a:lnTo>
                    <a:pt x="5523" y="144588"/>
                  </a:lnTo>
                  <a:lnTo>
                    <a:pt x="6518" y="145407"/>
                  </a:lnTo>
                  <a:lnTo>
                    <a:pt x="6099" y="143722"/>
                  </a:lnTo>
                  <a:lnTo>
                    <a:pt x="6154" y="142660"/>
                  </a:lnTo>
                  <a:lnTo>
                    <a:pt x="6418" y="142184"/>
                  </a:lnTo>
                  <a:lnTo>
                    <a:pt x="7233" y="141844"/>
                  </a:lnTo>
                  <a:lnTo>
                    <a:pt x="7010" y="141546"/>
                  </a:lnTo>
                  <a:lnTo>
                    <a:pt x="6246" y="141119"/>
                  </a:lnTo>
                  <a:lnTo>
                    <a:pt x="5337" y="139838"/>
                  </a:lnTo>
                  <a:lnTo>
                    <a:pt x="5239" y="138485"/>
                  </a:lnTo>
                  <a:lnTo>
                    <a:pt x="5270" y="136918"/>
                  </a:lnTo>
                  <a:lnTo>
                    <a:pt x="6251" y="134765"/>
                  </a:lnTo>
                  <a:lnTo>
                    <a:pt x="6831" y="136046"/>
                  </a:lnTo>
                  <a:lnTo>
                    <a:pt x="7516" y="135694"/>
                  </a:lnTo>
                  <a:lnTo>
                    <a:pt x="6993" y="134687"/>
                  </a:lnTo>
                  <a:lnTo>
                    <a:pt x="6674" y="133178"/>
                  </a:lnTo>
                  <a:lnTo>
                    <a:pt x="6892" y="132185"/>
                  </a:lnTo>
                  <a:lnTo>
                    <a:pt x="8970" y="128180"/>
                  </a:lnTo>
                  <a:lnTo>
                    <a:pt x="9503" y="132032"/>
                  </a:lnTo>
                  <a:lnTo>
                    <a:pt x="9628" y="130754"/>
                  </a:lnTo>
                  <a:lnTo>
                    <a:pt x="9656" y="129539"/>
                  </a:lnTo>
                  <a:lnTo>
                    <a:pt x="9408" y="128486"/>
                  </a:lnTo>
                  <a:lnTo>
                    <a:pt x="9443" y="127424"/>
                  </a:lnTo>
                  <a:lnTo>
                    <a:pt x="9684" y="126509"/>
                  </a:lnTo>
                  <a:lnTo>
                    <a:pt x="10575" y="125606"/>
                  </a:lnTo>
                  <a:lnTo>
                    <a:pt x="11733" y="122666"/>
                  </a:lnTo>
                  <a:lnTo>
                    <a:pt x="12588" y="121298"/>
                  </a:lnTo>
                  <a:lnTo>
                    <a:pt x="13283" y="122175"/>
                  </a:lnTo>
                  <a:lnTo>
                    <a:pt x="13760" y="123358"/>
                  </a:lnTo>
                  <a:lnTo>
                    <a:pt x="13689" y="122184"/>
                  </a:lnTo>
                  <a:lnTo>
                    <a:pt x="13351" y="121211"/>
                  </a:lnTo>
                  <a:lnTo>
                    <a:pt x="13256" y="118510"/>
                  </a:lnTo>
                  <a:lnTo>
                    <a:pt x="14812" y="114317"/>
                  </a:lnTo>
                  <a:lnTo>
                    <a:pt x="16521" y="110324"/>
                  </a:lnTo>
                  <a:lnTo>
                    <a:pt x="18159" y="106139"/>
                  </a:lnTo>
                  <a:lnTo>
                    <a:pt x="19033" y="104619"/>
                  </a:lnTo>
                  <a:lnTo>
                    <a:pt x="20893" y="102893"/>
                  </a:lnTo>
                  <a:lnTo>
                    <a:pt x="22084" y="103612"/>
                  </a:lnTo>
                  <a:lnTo>
                    <a:pt x="22388" y="103479"/>
                  </a:lnTo>
                  <a:lnTo>
                    <a:pt x="24157" y="100463"/>
                  </a:lnTo>
                  <a:lnTo>
                    <a:pt x="24888" y="99681"/>
                  </a:lnTo>
                  <a:lnTo>
                    <a:pt x="25556" y="100758"/>
                  </a:lnTo>
                  <a:lnTo>
                    <a:pt x="25969" y="101147"/>
                  </a:lnTo>
                  <a:lnTo>
                    <a:pt x="25554" y="98391"/>
                  </a:lnTo>
                  <a:lnTo>
                    <a:pt x="25878" y="97128"/>
                  </a:lnTo>
                  <a:lnTo>
                    <a:pt x="27355" y="94897"/>
                  </a:lnTo>
                  <a:lnTo>
                    <a:pt x="29202" y="92594"/>
                  </a:lnTo>
                  <a:lnTo>
                    <a:pt x="30608" y="91636"/>
                  </a:lnTo>
                  <a:lnTo>
                    <a:pt x="31644" y="90078"/>
                  </a:lnTo>
                  <a:lnTo>
                    <a:pt x="32265" y="90035"/>
                  </a:lnTo>
                  <a:lnTo>
                    <a:pt x="32171" y="88857"/>
                  </a:lnTo>
                  <a:lnTo>
                    <a:pt x="32277" y="87729"/>
                  </a:lnTo>
                  <a:lnTo>
                    <a:pt x="32813" y="87807"/>
                  </a:lnTo>
                  <a:lnTo>
                    <a:pt x="32978" y="87363"/>
                  </a:lnTo>
                  <a:lnTo>
                    <a:pt x="32507" y="86754"/>
                  </a:lnTo>
                  <a:lnTo>
                    <a:pt x="34031" y="84491"/>
                  </a:lnTo>
                  <a:lnTo>
                    <a:pt x="34859" y="81998"/>
                  </a:lnTo>
                  <a:lnTo>
                    <a:pt x="35293" y="81482"/>
                  </a:lnTo>
                  <a:lnTo>
                    <a:pt x="35686" y="80728"/>
                  </a:lnTo>
                  <a:lnTo>
                    <a:pt x="36172" y="79009"/>
                  </a:lnTo>
                  <a:lnTo>
                    <a:pt x="36747" y="78440"/>
                  </a:lnTo>
                  <a:lnTo>
                    <a:pt x="37283" y="78706"/>
                  </a:lnTo>
                  <a:lnTo>
                    <a:pt x="37670" y="79551"/>
                  </a:lnTo>
                  <a:lnTo>
                    <a:pt x="37461" y="78146"/>
                  </a:lnTo>
                  <a:lnTo>
                    <a:pt x="36774" y="77346"/>
                  </a:lnTo>
                  <a:lnTo>
                    <a:pt x="37511" y="76123"/>
                  </a:lnTo>
                  <a:lnTo>
                    <a:pt x="38272" y="75280"/>
                  </a:lnTo>
                  <a:lnTo>
                    <a:pt x="39014" y="75895"/>
                  </a:lnTo>
                  <a:lnTo>
                    <a:pt x="39744" y="76879"/>
                  </a:lnTo>
                  <a:lnTo>
                    <a:pt x="39014" y="75370"/>
                  </a:lnTo>
                  <a:lnTo>
                    <a:pt x="38896" y="74432"/>
                  </a:lnTo>
                  <a:lnTo>
                    <a:pt x="39780" y="73353"/>
                  </a:lnTo>
                  <a:lnTo>
                    <a:pt x="40260" y="73021"/>
                  </a:lnTo>
                  <a:lnTo>
                    <a:pt x="40931" y="75047"/>
                  </a:lnTo>
                  <a:lnTo>
                    <a:pt x="40835" y="73442"/>
                  </a:lnTo>
                  <a:lnTo>
                    <a:pt x="40992" y="72019"/>
                  </a:lnTo>
                  <a:lnTo>
                    <a:pt x="41941" y="69694"/>
                  </a:lnTo>
                  <a:lnTo>
                    <a:pt x="43187" y="65844"/>
                  </a:lnTo>
                  <a:lnTo>
                    <a:pt x="43586" y="67183"/>
                  </a:lnTo>
                  <a:lnTo>
                    <a:pt x="43647" y="68811"/>
                  </a:lnTo>
                  <a:lnTo>
                    <a:pt x="43589" y="70770"/>
                  </a:lnTo>
                  <a:lnTo>
                    <a:pt x="43845" y="70092"/>
                  </a:lnTo>
                  <a:lnTo>
                    <a:pt x="43933" y="68311"/>
                  </a:lnTo>
                  <a:lnTo>
                    <a:pt x="43743" y="65186"/>
                  </a:lnTo>
                  <a:lnTo>
                    <a:pt x="45298" y="59406"/>
                  </a:lnTo>
                  <a:lnTo>
                    <a:pt x="45603" y="58760"/>
                  </a:lnTo>
                  <a:lnTo>
                    <a:pt x="45947" y="58367"/>
                  </a:lnTo>
                  <a:lnTo>
                    <a:pt x="46489" y="58215"/>
                  </a:lnTo>
                  <a:lnTo>
                    <a:pt x="46323" y="57340"/>
                  </a:lnTo>
                  <a:lnTo>
                    <a:pt x="45901" y="56495"/>
                  </a:lnTo>
                  <a:lnTo>
                    <a:pt x="46326" y="53557"/>
                  </a:lnTo>
                  <a:lnTo>
                    <a:pt x="46578" y="50204"/>
                  </a:lnTo>
                  <a:lnTo>
                    <a:pt x="46939" y="46981"/>
                  </a:lnTo>
                  <a:lnTo>
                    <a:pt x="47520" y="43821"/>
                  </a:lnTo>
                  <a:lnTo>
                    <a:pt x="48150" y="38552"/>
                  </a:lnTo>
                  <a:lnTo>
                    <a:pt x="48632" y="37452"/>
                  </a:lnTo>
                  <a:lnTo>
                    <a:pt x="49938" y="37074"/>
                  </a:lnTo>
                  <a:lnTo>
                    <a:pt x="50510" y="36333"/>
                  </a:lnTo>
                  <a:lnTo>
                    <a:pt x="51462" y="34428"/>
                  </a:lnTo>
                  <a:lnTo>
                    <a:pt x="52590" y="30986"/>
                  </a:lnTo>
                  <a:lnTo>
                    <a:pt x="53193" y="28210"/>
                  </a:lnTo>
                  <a:lnTo>
                    <a:pt x="53987" y="21024"/>
                  </a:lnTo>
                  <a:lnTo>
                    <a:pt x="54430" y="13510"/>
                  </a:lnTo>
                  <a:lnTo>
                    <a:pt x="55712" y="7938"/>
                  </a:lnTo>
                  <a:lnTo>
                    <a:pt x="57591" y="3904"/>
                  </a:lnTo>
                  <a:lnTo>
                    <a:pt x="59248" y="833"/>
                  </a:lnTo>
                  <a:lnTo>
                    <a:pt x="59926" y="196"/>
                  </a:lnTo>
                  <a:lnTo>
                    <a:pt x="61071" y="0"/>
                  </a:lnTo>
                  <a:lnTo>
                    <a:pt x="62162" y="848"/>
                  </a:lnTo>
                  <a:lnTo>
                    <a:pt x="60133" y="1587"/>
                  </a:lnTo>
                  <a:lnTo>
                    <a:pt x="59926" y="3407"/>
                  </a:lnTo>
                  <a:lnTo>
                    <a:pt x="59862" y="5251"/>
                  </a:lnTo>
                  <a:lnTo>
                    <a:pt x="60097" y="6902"/>
                  </a:lnTo>
                  <a:lnTo>
                    <a:pt x="60461" y="8374"/>
                  </a:lnTo>
                  <a:lnTo>
                    <a:pt x="61445" y="9759"/>
                  </a:lnTo>
                  <a:lnTo>
                    <a:pt x="62594" y="10584"/>
                  </a:lnTo>
                  <a:lnTo>
                    <a:pt x="63110" y="13698"/>
                  </a:lnTo>
                  <a:lnTo>
                    <a:pt x="63205" y="17391"/>
                  </a:lnTo>
                  <a:lnTo>
                    <a:pt x="63363" y="2056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4508470" y="4699931"/>
              <a:ext cx="2062" cy="7771"/>
            </a:xfrm>
            <a:custGeom>
              <a:avLst/>
              <a:pathLst>
                <a:path w="2062" h="7771">
                  <a:moveTo>
                    <a:pt x="1985" y="6157"/>
                  </a:moveTo>
                  <a:lnTo>
                    <a:pt x="2062" y="7771"/>
                  </a:lnTo>
                  <a:lnTo>
                    <a:pt x="1326" y="7196"/>
                  </a:lnTo>
                  <a:lnTo>
                    <a:pt x="1038" y="5979"/>
                  </a:lnTo>
                  <a:lnTo>
                    <a:pt x="212" y="4720"/>
                  </a:lnTo>
                  <a:lnTo>
                    <a:pt x="91" y="4339"/>
                  </a:lnTo>
                  <a:lnTo>
                    <a:pt x="0" y="1887"/>
                  </a:lnTo>
                  <a:lnTo>
                    <a:pt x="432" y="706"/>
                  </a:lnTo>
                  <a:lnTo>
                    <a:pt x="508" y="201"/>
                  </a:lnTo>
                  <a:lnTo>
                    <a:pt x="699" y="0"/>
                  </a:lnTo>
                  <a:lnTo>
                    <a:pt x="1035" y="1292"/>
                  </a:lnTo>
                  <a:lnTo>
                    <a:pt x="1691" y="313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4483180" y="4651417"/>
              <a:ext cx="56050" cy="212207"/>
            </a:xfrm>
            <a:custGeom>
              <a:avLst/>
              <a:pathLst>
                <a:path w="56050" h="212207">
                  <a:moveTo>
                    <a:pt x="5417" y="14941"/>
                  </a:moveTo>
                  <a:lnTo>
                    <a:pt x="5562" y="16295"/>
                  </a:lnTo>
                  <a:lnTo>
                    <a:pt x="6094" y="15331"/>
                  </a:lnTo>
                  <a:lnTo>
                    <a:pt x="6492" y="13810"/>
                  </a:lnTo>
                  <a:lnTo>
                    <a:pt x="7132" y="12269"/>
                  </a:lnTo>
                  <a:lnTo>
                    <a:pt x="7044" y="14757"/>
                  </a:lnTo>
                  <a:lnTo>
                    <a:pt x="7370" y="15302"/>
                  </a:lnTo>
                  <a:lnTo>
                    <a:pt x="9496" y="17036"/>
                  </a:lnTo>
                  <a:lnTo>
                    <a:pt x="9933" y="18482"/>
                  </a:lnTo>
                  <a:lnTo>
                    <a:pt x="10385" y="18895"/>
                  </a:lnTo>
                  <a:lnTo>
                    <a:pt x="10640" y="18087"/>
                  </a:lnTo>
                  <a:lnTo>
                    <a:pt x="10940" y="17645"/>
                  </a:lnTo>
                  <a:lnTo>
                    <a:pt x="11708" y="18557"/>
                  </a:lnTo>
                  <a:lnTo>
                    <a:pt x="13440" y="21091"/>
                  </a:lnTo>
                  <a:lnTo>
                    <a:pt x="13584" y="21962"/>
                  </a:lnTo>
                  <a:lnTo>
                    <a:pt x="13495" y="23264"/>
                  </a:lnTo>
                  <a:lnTo>
                    <a:pt x="13582" y="24637"/>
                  </a:lnTo>
                  <a:lnTo>
                    <a:pt x="13816" y="25734"/>
                  </a:lnTo>
                  <a:lnTo>
                    <a:pt x="14394" y="25988"/>
                  </a:lnTo>
                  <a:lnTo>
                    <a:pt x="15160" y="24360"/>
                  </a:lnTo>
                  <a:lnTo>
                    <a:pt x="15519" y="24158"/>
                  </a:lnTo>
                  <a:lnTo>
                    <a:pt x="16029" y="26458"/>
                  </a:lnTo>
                  <a:lnTo>
                    <a:pt x="16141" y="27716"/>
                  </a:lnTo>
                  <a:lnTo>
                    <a:pt x="16470" y="29006"/>
                  </a:lnTo>
                  <a:lnTo>
                    <a:pt x="16908" y="30287"/>
                  </a:lnTo>
                  <a:lnTo>
                    <a:pt x="17665" y="34068"/>
                  </a:lnTo>
                  <a:lnTo>
                    <a:pt x="17552" y="35395"/>
                  </a:lnTo>
                  <a:lnTo>
                    <a:pt x="17330" y="36590"/>
                  </a:lnTo>
                  <a:lnTo>
                    <a:pt x="18022" y="40081"/>
                  </a:lnTo>
                  <a:lnTo>
                    <a:pt x="17569" y="40324"/>
                  </a:lnTo>
                  <a:lnTo>
                    <a:pt x="16199" y="39732"/>
                  </a:lnTo>
                  <a:lnTo>
                    <a:pt x="16245" y="40430"/>
                  </a:lnTo>
                  <a:lnTo>
                    <a:pt x="17042" y="42993"/>
                  </a:lnTo>
                  <a:lnTo>
                    <a:pt x="17715" y="46614"/>
                  </a:lnTo>
                  <a:lnTo>
                    <a:pt x="18255" y="48799"/>
                  </a:lnTo>
                  <a:lnTo>
                    <a:pt x="20152" y="55563"/>
                  </a:lnTo>
                  <a:lnTo>
                    <a:pt x="19866" y="57969"/>
                  </a:lnTo>
                  <a:lnTo>
                    <a:pt x="19910" y="59556"/>
                  </a:lnTo>
                  <a:lnTo>
                    <a:pt x="19667" y="60921"/>
                  </a:lnTo>
                  <a:lnTo>
                    <a:pt x="20316" y="64505"/>
                  </a:lnTo>
                  <a:lnTo>
                    <a:pt x="19911" y="65619"/>
                  </a:lnTo>
                  <a:lnTo>
                    <a:pt x="19643" y="69290"/>
                  </a:lnTo>
                  <a:lnTo>
                    <a:pt x="19349" y="69933"/>
                  </a:lnTo>
                  <a:lnTo>
                    <a:pt x="19386" y="71275"/>
                  </a:lnTo>
                  <a:lnTo>
                    <a:pt x="20150" y="71630"/>
                  </a:lnTo>
                  <a:lnTo>
                    <a:pt x="20611" y="72201"/>
                  </a:lnTo>
                  <a:lnTo>
                    <a:pt x="21010" y="73289"/>
                  </a:lnTo>
                  <a:lnTo>
                    <a:pt x="21258" y="71979"/>
                  </a:lnTo>
                  <a:lnTo>
                    <a:pt x="21593" y="71621"/>
                  </a:lnTo>
                  <a:lnTo>
                    <a:pt x="22506" y="73373"/>
                  </a:lnTo>
                  <a:lnTo>
                    <a:pt x="24410" y="75119"/>
                  </a:lnTo>
                  <a:lnTo>
                    <a:pt x="24933" y="75768"/>
                  </a:lnTo>
                  <a:lnTo>
                    <a:pt x="25192" y="77176"/>
                  </a:lnTo>
                  <a:lnTo>
                    <a:pt x="25387" y="80581"/>
                  </a:lnTo>
                  <a:lnTo>
                    <a:pt x="25758" y="82082"/>
                  </a:lnTo>
                  <a:lnTo>
                    <a:pt x="26485" y="82370"/>
                  </a:lnTo>
                  <a:lnTo>
                    <a:pt x="27269" y="81917"/>
                  </a:lnTo>
                  <a:lnTo>
                    <a:pt x="27516" y="80676"/>
                  </a:lnTo>
                  <a:lnTo>
                    <a:pt x="27360" y="77341"/>
                  </a:lnTo>
                  <a:lnTo>
                    <a:pt x="26795" y="71999"/>
                  </a:lnTo>
                  <a:lnTo>
                    <a:pt x="26792" y="70262"/>
                  </a:lnTo>
                  <a:lnTo>
                    <a:pt x="26873" y="68522"/>
                  </a:lnTo>
                  <a:lnTo>
                    <a:pt x="26740" y="66794"/>
                  </a:lnTo>
                  <a:lnTo>
                    <a:pt x="26457" y="65160"/>
                  </a:lnTo>
                  <a:lnTo>
                    <a:pt x="26153" y="63908"/>
                  </a:lnTo>
                  <a:lnTo>
                    <a:pt x="25760" y="62858"/>
                  </a:lnTo>
                  <a:lnTo>
                    <a:pt x="25897" y="61216"/>
                  </a:lnTo>
                  <a:lnTo>
                    <a:pt x="26484" y="60474"/>
                  </a:lnTo>
                  <a:lnTo>
                    <a:pt x="26838" y="61862"/>
                  </a:lnTo>
                  <a:lnTo>
                    <a:pt x="27130" y="63536"/>
                  </a:lnTo>
                  <a:lnTo>
                    <a:pt x="28605" y="68490"/>
                  </a:lnTo>
                  <a:lnTo>
                    <a:pt x="29477" y="68141"/>
                  </a:lnTo>
                  <a:lnTo>
                    <a:pt x="29559" y="70193"/>
                  </a:lnTo>
                  <a:lnTo>
                    <a:pt x="30150" y="72276"/>
                  </a:lnTo>
                  <a:lnTo>
                    <a:pt x="30477" y="74718"/>
                  </a:lnTo>
                  <a:lnTo>
                    <a:pt x="30909" y="82013"/>
                  </a:lnTo>
                  <a:lnTo>
                    <a:pt x="31573" y="88880"/>
                  </a:lnTo>
                  <a:lnTo>
                    <a:pt x="32769" y="91873"/>
                  </a:lnTo>
                  <a:lnTo>
                    <a:pt x="32908" y="93304"/>
                  </a:lnTo>
                  <a:lnTo>
                    <a:pt x="32180" y="92565"/>
                  </a:lnTo>
                  <a:lnTo>
                    <a:pt x="31955" y="92995"/>
                  </a:lnTo>
                  <a:lnTo>
                    <a:pt x="32032" y="93717"/>
                  </a:lnTo>
                  <a:lnTo>
                    <a:pt x="32710" y="95030"/>
                  </a:lnTo>
                  <a:lnTo>
                    <a:pt x="33505" y="95676"/>
                  </a:lnTo>
                  <a:lnTo>
                    <a:pt x="34005" y="95584"/>
                  </a:lnTo>
                  <a:lnTo>
                    <a:pt x="34472" y="96063"/>
                  </a:lnTo>
                  <a:lnTo>
                    <a:pt x="37577" y="100521"/>
                  </a:lnTo>
                  <a:lnTo>
                    <a:pt x="39070" y="102255"/>
                  </a:lnTo>
                  <a:lnTo>
                    <a:pt x="42837" y="105095"/>
                  </a:lnTo>
                  <a:lnTo>
                    <a:pt x="43915" y="105323"/>
                  </a:lnTo>
                  <a:lnTo>
                    <a:pt x="44511" y="105245"/>
                  </a:lnTo>
                  <a:lnTo>
                    <a:pt x="45639" y="104258"/>
                  </a:lnTo>
                  <a:lnTo>
                    <a:pt x="46648" y="102486"/>
                  </a:lnTo>
                  <a:lnTo>
                    <a:pt x="47520" y="99837"/>
                  </a:lnTo>
                  <a:lnTo>
                    <a:pt x="48273" y="96816"/>
                  </a:lnTo>
                  <a:lnTo>
                    <a:pt x="49094" y="95350"/>
                  </a:lnTo>
                  <a:lnTo>
                    <a:pt x="50024" y="94196"/>
                  </a:lnTo>
                  <a:lnTo>
                    <a:pt x="50491" y="93125"/>
                  </a:lnTo>
                  <a:lnTo>
                    <a:pt x="50983" y="92363"/>
                  </a:lnTo>
                  <a:lnTo>
                    <a:pt x="53511" y="92718"/>
                  </a:lnTo>
                  <a:lnTo>
                    <a:pt x="54363" y="94242"/>
                  </a:lnTo>
                  <a:lnTo>
                    <a:pt x="55471" y="95463"/>
                  </a:lnTo>
                  <a:lnTo>
                    <a:pt x="56050" y="96418"/>
                  </a:lnTo>
                  <a:lnTo>
                    <a:pt x="55855" y="98354"/>
                  </a:lnTo>
                  <a:lnTo>
                    <a:pt x="55193" y="101214"/>
                  </a:lnTo>
                  <a:lnTo>
                    <a:pt x="54682" y="104342"/>
                  </a:lnTo>
                  <a:lnTo>
                    <a:pt x="54233" y="111452"/>
                  </a:lnTo>
                  <a:lnTo>
                    <a:pt x="53927" y="118637"/>
                  </a:lnTo>
                  <a:lnTo>
                    <a:pt x="53468" y="121803"/>
                  </a:lnTo>
                  <a:lnTo>
                    <a:pt x="52632" y="124241"/>
                  </a:lnTo>
                  <a:lnTo>
                    <a:pt x="51711" y="126022"/>
                  </a:lnTo>
                  <a:lnTo>
                    <a:pt x="50666" y="126858"/>
                  </a:lnTo>
                  <a:lnTo>
                    <a:pt x="50242" y="130936"/>
                  </a:lnTo>
                  <a:lnTo>
                    <a:pt x="50033" y="135709"/>
                  </a:lnTo>
                  <a:lnTo>
                    <a:pt x="50093" y="136909"/>
                  </a:lnTo>
                  <a:lnTo>
                    <a:pt x="50427" y="137859"/>
                  </a:lnTo>
                  <a:lnTo>
                    <a:pt x="50564" y="139275"/>
                  </a:lnTo>
                  <a:lnTo>
                    <a:pt x="50018" y="142144"/>
                  </a:lnTo>
                  <a:lnTo>
                    <a:pt x="49698" y="141728"/>
                  </a:lnTo>
                  <a:lnTo>
                    <a:pt x="49248" y="139342"/>
                  </a:lnTo>
                  <a:lnTo>
                    <a:pt x="48839" y="138343"/>
                  </a:lnTo>
                  <a:lnTo>
                    <a:pt x="47586" y="137599"/>
                  </a:lnTo>
                  <a:lnTo>
                    <a:pt x="46309" y="137247"/>
                  </a:lnTo>
                  <a:lnTo>
                    <a:pt x="45199" y="137463"/>
                  </a:lnTo>
                  <a:lnTo>
                    <a:pt x="44132" y="138488"/>
                  </a:lnTo>
                  <a:lnTo>
                    <a:pt x="42519" y="140565"/>
                  </a:lnTo>
                  <a:lnTo>
                    <a:pt x="42019" y="141619"/>
                  </a:lnTo>
                  <a:lnTo>
                    <a:pt x="41582" y="142952"/>
                  </a:lnTo>
                  <a:lnTo>
                    <a:pt x="40840" y="145927"/>
                  </a:lnTo>
                  <a:lnTo>
                    <a:pt x="40663" y="149566"/>
                  </a:lnTo>
                  <a:lnTo>
                    <a:pt x="40697" y="151473"/>
                  </a:lnTo>
                  <a:lnTo>
                    <a:pt x="40960" y="152948"/>
                  </a:lnTo>
                  <a:lnTo>
                    <a:pt x="42337" y="154956"/>
                  </a:lnTo>
                  <a:lnTo>
                    <a:pt x="40973" y="161977"/>
                  </a:lnTo>
                  <a:lnTo>
                    <a:pt x="39764" y="169278"/>
                  </a:lnTo>
                  <a:lnTo>
                    <a:pt x="39077" y="171364"/>
                  </a:lnTo>
                  <a:lnTo>
                    <a:pt x="38289" y="173286"/>
                  </a:lnTo>
                  <a:lnTo>
                    <a:pt x="37546" y="177675"/>
                  </a:lnTo>
                  <a:lnTo>
                    <a:pt x="36248" y="181458"/>
                  </a:lnTo>
                  <a:lnTo>
                    <a:pt x="35370" y="184344"/>
                  </a:lnTo>
                  <a:lnTo>
                    <a:pt x="34685" y="187336"/>
                  </a:lnTo>
                  <a:lnTo>
                    <a:pt x="34088" y="190524"/>
                  </a:lnTo>
                  <a:lnTo>
                    <a:pt x="32808" y="195023"/>
                  </a:lnTo>
                  <a:lnTo>
                    <a:pt x="32244" y="197995"/>
                  </a:lnTo>
                  <a:lnTo>
                    <a:pt x="31503" y="200466"/>
                  </a:lnTo>
                  <a:lnTo>
                    <a:pt x="30126" y="203623"/>
                  </a:lnTo>
                  <a:lnTo>
                    <a:pt x="28661" y="206329"/>
                  </a:lnTo>
                  <a:lnTo>
                    <a:pt x="26352" y="210069"/>
                  </a:lnTo>
                  <a:lnTo>
                    <a:pt x="25709" y="211304"/>
                  </a:lnTo>
                  <a:lnTo>
                    <a:pt x="25032" y="212207"/>
                  </a:lnTo>
                  <a:lnTo>
                    <a:pt x="24190" y="211137"/>
                  </a:lnTo>
                  <a:lnTo>
                    <a:pt x="24020" y="209971"/>
                  </a:lnTo>
                  <a:lnTo>
                    <a:pt x="23829" y="207432"/>
                  </a:lnTo>
                  <a:lnTo>
                    <a:pt x="23646" y="206497"/>
                  </a:lnTo>
                  <a:lnTo>
                    <a:pt x="22572" y="205723"/>
                  </a:lnTo>
                  <a:lnTo>
                    <a:pt x="21151" y="206955"/>
                  </a:lnTo>
                  <a:lnTo>
                    <a:pt x="20913" y="206693"/>
                  </a:lnTo>
                  <a:lnTo>
                    <a:pt x="20854" y="206110"/>
                  </a:lnTo>
                  <a:lnTo>
                    <a:pt x="20852" y="202384"/>
                  </a:lnTo>
                  <a:lnTo>
                    <a:pt x="21094" y="201334"/>
                  </a:lnTo>
                  <a:lnTo>
                    <a:pt x="20762" y="200754"/>
                  </a:lnTo>
                  <a:lnTo>
                    <a:pt x="20434" y="200982"/>
                  </a:lnTo>
                  <a:lnTo>
                    <a:pt x="20321" y="201931"/>
                  </a:lnTo>
                  <a:lnTo>
                    <a:pt x="20527" y="202754"/>
                  </a:lnTo>
                  <a:lnTo>
                    <a:pt x="19718" y="203775"/>
                  </a:lnTo>
                  <a:lnTo>
                    <a:pt x="18877" y="203804"/>
                  </a:lnTo>
                  <a:lnTo>
                    <a:pt x="18621" y="203403"/>
                  </a:lnTo>
                  <a:lnTo>
                    <a:pt x="18548" y="202716"/>
                  </a:lnTo>
                  <a:lnTo>
                    <a:pt x="18752" y="201588"/>
                  </a:lnTo>
                  <a:lnTo>
                    <a:pt x="19024" y="200595"/>
                  </a:lnTo>
                  <a:lnTo>
                    <a:pt x="20590" y="195901"/>
                  </a:lnTo>
                  <a:lnTo>
                    <a:pt x="22215" y="189662"/>
                  </a:lnTo>
                  <a:lnTo>
                    <a:pt x="23616" y="182981"/>
                  </a:lnTo>
                  <a:lnTo>
                    <a:pt x="23981" y="179548"/>
                  </a:lnTo>
                  <a:lnTo>
                    <a:pt x="24497" y="173164"/>
                  </a:lnTo>
                  <a:lnTo>
                    <a:pt x="24074" y="170507"/>
                  </a:lnTo>
                  <a:lnTo>
                    <a:pt x="23553" y="168011"/>
                  </a:lnTo>
                  <a:lnTo>
                    <a:pt x="22143" y="163200"/>
                  </a:lnTo>
                  <a:lnTo>
                    <a:pt x="20263" y="160482"/>
                  </a:lnTo>
                  <a:lnTo>
                    <a:pt x="19048" y="160098"/>
                  </a:lnTo>
                  <a:lnTo>
                    <a:pt x="17896" y="159088"/>
                  </a:lnTo>
                  <a:lnTo>
                    <a:pt x="16811" y="156788"/>
                  </a:lnTo>
                  <a:lnTo>
                    <a:pt x="15825" y="154076"/>
                  </a:lnTo>
                  <a:lnTo>
                    <a:pt x="13869" y="151854"/>
                  </a:lnTo>
                  <a:lnTo>
                    <a:pt x="11809" y="150108"/>
                  </a:lnTo>
                  <a:lnTo>
                    <a:pt x="10634" y="147647"/>
                  </a:lnTo>
                  <a:lnTo>
                    <a:pt x="10354" y="146181"/>
                  </a:lnTo>
                  <a:lnTo>
                    <a:pt x="10168" y="144484"/>
                  </a:lnTo>
                  <a:lnTo>
                    <a:pt x="10194" y="142906"/>
                  </a:lnTo>
                  <a:lnTo>
                    <a:pt x="10341" y="141307"/>
                  </a:lnTo>
                  <a:lnTo>
                    <a:pt x="10575" y="140075"/>
                  </a:lnTo>
                  <a:lnTo>
                    <a:pt x="10944" y="139183"/>
                  </a:lnTo>
                  <a:lnTo>
                    <a:pt x="13126" y="135989"/>
                  </a:lnTo>
                  <a:lnTo>
                    <a:pt x="15437" y="134211"/>
                  </a:lnTo>
                  <a:lnTo>
                    <a:pt x="15863" y="134243"/>
                  </a:lnTo>
                  <a:lnTo>
                    <a:pt x="16271" y="133960"/>
                  </a:lnTo>
                  <a:lnTo>
                    <a:pt x="16848" y="132872"/>
                  </a:lnTo>
                  <a:lnTo>
                    <a:pt x="17883" y="130385"/>
                  </a:lnTo>
                  <a:lnTo>
                    <a:pt x="18183" y="128714"/>
                  </a:lnTo>
                  <a:lnTo>
                    <a:pt x="18387" y="123401"/>
                  </a:lnTo>
                  <a:lnTo>
                    <a:pt x="18718" y="118173"/>
                  </a:lnTo>
                  <a:lnTo>
                    <a:pt x="19317" y="112182"/>
                  </a:lnTo>
                  <a:lnTo>
                    <a:pt x="20220" y="108465"/>
                  </a:lnTo>
                  <a:lnTo>
                    <a:pt x="20516" y="106186"/>
                  </a:lnTo>
                  <a:lnTo>
                    <a:pt x="20147" y="102429"/>
                  </a:lnTo>
                  <a:lnTo>
                    <a:pt x="20485" y="101052"/>
                  </a:lnTo>
                  <a:lnTo>
                    <a:pt x="20896" y="100221"/>
                  </a:lnTo>
                  <a:lnTo>
                    <a:pt x="21362" y="99739"/>
                  </a:lnTo>
                  <a:lnTo>
                    <a:pt x="20573" y="96213"/>
                  </a:lnTo>
                  <a:lnTo>
                    <a:pt x="19645" y="90880"/>
                  </a:lnTo>
                  <a:lnTo>
                    <a:pt x="19450" y="89227"/>
                  </a:lnTo>
                  <a:lnTo>
                    <a:pt x="19592" y="87593"/>
                  </a:lnTo>
                  <a:lnTo>
                    <a:pt x="19820" y="85986"/>
                  </a:lnTo>
                  <a:lnTo>
                    <a:pt x="19241" y="85579"/>
                  </a:lnTo>
                  <a:lnTo>
                    <a:pt x="18906" y="84038"/>
                  </a:lnTo>
                  <a:lnTo>
                    <a:pt x="18072" y="78856"/>
                  </a:lnTo>
                  <a:lnTo>
                    <a:pt x="18301" y="78033"/>
                  </a:lnTo>
                  <a:lnTo>
                    <a:pt x="18782" y="78590"/>
                  </a:lnTo>
                  <a:lnTo>
                    <a:pt x="19499" y="82327"/>
                  </a:lnTo>
                  <a:lnTo>
                    <a:pt x="19616" y="80402"/>
                  </a:lnTo>
                  <a:lnTo>
                    <a:pt x="20166" y="79219"/>
                  </a:lnTo>
                  <a:lnTo>
                    <a:pt x="20745" y="78605"/>
                  </a:lnTo>
                  <a:lnTo>
                    <a:pt x="21370" y="78472"/>
                  </a:lnTo>
                  <a:lnTo>
                    <a:pt x="19958" y="74305"/>
                  </a:lnTo>
                  <a:lnTo>
                    <a:pt x="19486" y="74472"/>
                  </a:lnTo>
                  <a:lnTo>
                    <a:pt x="18862" y="75136"/>
                  </a:lnTo>
                  <a:lnTo>
                    <a:pt x="18222" y="75546"/>
                  </a:lnTo>
                  <a:lnTo>
                    <a:pt x="17598" y="75179"/>
                  </a:lnTo>
                  <a:lnTo>
                    <a:pt x="17012" y="74250"/>
                  </a:lnTo>
                  <a:lnTo>
                    <a:pt x="16714" y="72496"/>
                  </a:lnTo>
                  <a:lnTo>
                    <a:pt x="16344" y="69119"/>
                  </a:lnTo>
                  <a:lnTo>
                    <a:pt x="16112" y="67870"/>
                  </a:lnTo>
                  <a:lnTo>
                    <a:pt x="14256" y="60965"/>
                  </a:lnTo>
                  <a:lnTo>
                    <a:pt x="14802" y="60748"/>
                  </a:lnTo>
                  <a:lnTo>
                    <a:pt x="16301" y="64205"/>
                  </a:lnTo>
                  <a:lnTo>
                    <a:pt x="16591" y="63100"/>
                  </a:lnTo>
                  <a:lnTo>
                    <a:pt x="16808" y="61510"/>
                  </a:lnTo>
                  <a:lnTo>
                    <a:pt x="16736" y="59741"/>
                  </a:lnTo>
                  <a:lnTo>
                    <a:pt x="16378" y="58402"/>
                  </a:lnTo>
                  <a:lnTo>
                    <a:pt x="15844" y="57528"/>
                  </a:lnTo>
                  <a:lnTo>
                    <a:pt x="15835" y="55958"/>
                  </a:lnTo>
                  <a:lnTo>
                    <a:pt x="16241" y="54518"/>
                  </a:lnTo>
                  <a:lnTo>
                    <a:pt x="16216" y="53511"/>
                  </a:lnTo>
                  <a:lnTo>
                    <a:pt x="15358" y="51456"/>
                  </a:lnTo>
                  <a:lnTo>
                    <a:pt x="15015" y="51237"/>
                  </a:lnTo>
                  <a:lnTo>
                    <a:pt x="14863" y="52198"/>
                  </a:lnTo>
                  <a:lnTo>
                    <a:pt x="15108" y="53621"/>
                  </a:lnTo>
                  <a:lnTo>
                    <a:pt x="14879" y="53779"/>
                  </a:lnTo>
                  <a:lnTo>
                    <a:pt x="12790" y="50037"/>
                  </a:lnTo>
                  <a:lnTo>
                    <a:pt x="12145" y="47027"/>
                  </a:lnTo>
                  <a:lnTo>
                    <a:pt x="11618" y="43720"/>
                  </a:lnTo>
                  <a:lnTo>
                    <a:pt x="11564" y="45065"/>
                  </a:lnTo>
                  <a:lnTo>
                    <a:pt x="11645" y="46955"/>
                  </a:lnTo>
                  <a:lnTo>
                    <a:pt x="12470" y="50741"/>
                  </a:lnTo>
                  <a:lnTo>
                    <a:pt x="13809" y="54971"/>
                  </a:lnTo>
                  <a:lnTo>
                    <a:pt x="14040" y="56099"/>
                  </a:lnTo>
                  <a:lnTo>
                    <a:pt x="13842" y="57557"/>
                  </a:lnTo>
                  <a:lnTo>
                    <a:pt x="13377" y="57972"/>
                  </a:lnTo>
                  <a:lnTo>
                    <a:pt x="12966" y="57049"/>
                  </a:lnTo>
                  <a:lnTo>
                    <a:pt x="12354" y="53427"/>
                  </a:lnTo>
                  <a:lnTo>
                    <a:pt x="11912" y="51615"/>
                  </a:lnTo>
                  <a:lnTo>
                    <a:pt x="6789" y="32902"/>
                  </a:lnTo>
                  <a:lnTo>
                    <a:pt x="7444" y="30432"/>
                  </a:lnTo>
                  <a:lnTo>
                    <a:pt x="8459" y="28351"/>
                  </a:lnTo>
                  <a:lnTo>
                    <a:pt x="8694" y="27425"/>
                  </a:lnTo>
                  <a:lnTo>
                    <a:pt x="8846" y="26299"/>
                  </a:lnTo>
                  <a:lnTo>
                    <a:pt x="8418" y="26106"/>
                  </a:lnTo>
                  <a:lnTo>
                    <a:pt x="8034" y="26617"/>
                  </a:lnTo>
                  <a:lnTo>
                    <a:pt x="7596" y="27575"/>
                  </a:lnTo>
                  <a:lnTo>
                    <a:pt x="7194" y="28665"/>
                  </a:lnTo>
                  <a:lnTo>
                    <a:pt x="6688" y="31087"/>
                  </a:lnTo>
                  <a:lnTo>
                    <a:pt x="6445" y="31646"/>
                  </a:lnTo>
                  <a:lnTo>
                    <a:pt x="5845" y="29970"/>
                  </a:lnTo>
                  <a:lnTo>
                    <a:pt x="5617" y="28934"/>
                  </a:lnTo>
                  <a:lnTo>
                    <a:pt x="5626" y="27693"/>
                  </a:lnTo>
                  <a:lnTo>
                    <a:pt x="5465" y="26905"/>
                  </a:lnTo>
                  <a:lnTo>
                    <a:pt x="5019" y="26657"/>
                  </a:lnTo>
                  <a:lnTo>
                    <a:pt x="4366" y="24190"/>
                  </a:lnTo>
                  <a:lnTo>
                    <a:pt x="3948" y="22935"/>
                  </a:lnTo>
                  <a:lnTo>
                    <a:pt x="4641" y="20525"/>
                  </a:lnTo>
                  <a:lnTo>
                    <a:pt x="4659" y="17348"/>
                  </a:lnTo>
                  <a:lnTo>
                    <a:pt x="3954" y="14012"/>
                  </a:lnTo>
                  <a:lnTo>
                    <a:pt x="3111" y="10956"/>
                  </a:lnTo>
                  <a:lnTo>
                    <a:pt x="1488" y="6005"/>
                  </a:lnTo>
                  <a:lnTo>
                    <a:pt x="0" y="770"/>
                  </a:lnTo>
                  <a:lnTo>
                    <a:pt x="1613" y="112"/>
                  </a:lnTo>
                  <a:lnTo>
                    <a:pt x="3249" y="0"/>
                  </a:lnTo>
                  <a:lnTo>
                    <a:pt x="2478" y="3133"/>
                  </a:lnTo>
                  <a:lnTo>
                    <a:pt x="2825" y="4946"/>
                  </a:lnTo>
                  <a:lnTo>
                    <a:pt x="3349" y="6475"/>
                  </a:lnTo>
                  <a:lnTo>
                    <a:pt x="4471" y="11164"/>
                  </a:lnTo>
                  <a:lnTo>
                    <a:pt x="4569" y="12517"/>
                  </a:lnTo>
                  <a:lnTo>
                    <a:pt x="5139" y="1388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1176967" y="3909840"/>
              <a:ext cx="125" cy="758"/>
            </a:xfrm>
            <a:custGeom>
              <a:avLst/>
              <a:pathLst>
                <a:path w="125" h="758">
                  <a:moveTo>
                    <a:pt x="125" y="758"/>
                  </a:moveTo>
                  <a:lnTo>
                    <a:pt x="83" y="585"/>
                  </a:lnTo>
                  <a:lnTo>
                    <a:pt x="15" y="357"/>
                  </a:lnTo>
                  <a:lnTo>
                    <a:pt x="0" y="0"/>
                  </a:lnTo>
                  <a:lnTo>
                    <a:pt x="69" y="181"/>
                  </a:lnTo>
                  <a:lnTo>
                    <a:pt x="118" y="41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1164514" y="3886610"/>
              <a:ext cx="153" cy="1076"/>
            </a:xfrm>
            <a:custGeom>
              <a:avLst/>
              <a:pathLst>
                <a:path w="153" h="1076">
                  <a:moveTo>
                    <a:pt x="127" y="1076"/>
                  </a:moveTo>
                  <a:lnTo>
                    <a:pt x="84" y="741"/>
                  </a:lnTo>
                  <a:lnTo>
                    <a:pt x="28" y="375"/>
                  </a:lnTo>
                  <a:lnTo>
                    <a:pt x="0" y="0"/>
                  </a:lnTo>
                  <a:lnTo>
                    <a:pt x="93" y="285"/>
                  </a:lnTo>
                  <a:lnTo>
                    <a:pt x="153" y="62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3386597" y="3022979"/>
              <a:ext cx="2978" cy="14093"/>
            </a:xfrm>
            <a:custGeom>
              <a:avLst/>
              <a:pathLst>
                <a:path w="2978" h="14093">
                  <a:moveTo>
                    <a:pt x="780" y="13646"/>
                  </a:moveTo>
                  <a:lnTo>
                    <a:pt x="174" y="14093"/>
                  </a:lnTo>
                  <a:lnTo>
                    <a:pt x="0" y="13884"/>
                  </a:lnTo>
                  <a:lnTo>
                    <a:pt x="2" y="10141"/>
                  </a:lnTo>
                  <a:lnTo>
                    <a:pt x="1413" y="5436"/>
                  </a:lnTo>
                  <a:lnTo>
                    <a:pt x="2340" y="0"/>
                  </a:lnTo>
                  <a:lnTo>
                    <a:pt x="2978" y="4857"/>
                  </a:lnTo>
                  <a:lnTo>
                    <a:pt x="1867" y="7583"/>
                  </a:lnTo>
                  <a:lnTo>
                    <a:pt x="1262" y="1222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3322538" y="2895958"/>
              <a:ext cx="75562" cy="246167"/>
            </a:xfrm>
            <a:custGeom>
              <a:avLst/>
              <a:pathLst>
                <a:path w="75562" h="246167">
                  <a:moveTo>
                    <a:pt x="42399" y="0"/>
                  </a:moveTo>
                  <a:lnTo>
                    <a:pt x="43378" y="7766"/>
                  </a:lnTo>
                  <a:lnTo>
                    <a:pt x="44828" y="15037"/>
                  </a:lnTo>
                  <a:lnTo>
                    <a:pt x="46111" y="19048"/>
                  </a:lnTo>
                  <a:lnTo>
                    <a:pt x="47442" y="24496"/>
                  </a:lnTo>
                  <a:lnTo>
                    <a:pt x="49466" y="29504"/>
                  </a:lnTo>
                  <a:lnTo>
                    <a:pt x="50396" y="31216"/>
                  </a:lnTo>
                  <a:lnTo>
                    <a:pt x="54160" y="34735"/>
                  </a:lnTo>
                  <a:lnTo>
                    <a:pt x="56215" y="36051"/>
                  </a:lnTo>
                  <a:lnTo>
                    <a:pt x="59054" y="37309"/>
                  </a:lnTo>
                  <a:lnTo>
                    <a:pt x="61016" y="40049"/>
                  </a:lnTo>
                  <a:lnTo>
                    <a:pt x="61676" y="40217"/>
                  </a:lnTo>
                  <a:lnTo>
                    <a:pt x="62703" y="39404"/>
                  </a:lnTo>
                  <a:lnTo>
                    <a:pt x="63453" y="39469"/>
                  </a:lnTo>
                  <a:lnTo>
                    <a:pt x="65328" y="43201"/>
                  </a:lnTo>
                  <a:lnTo>
                    <a:pt x="65879" y="46738"/>
                  </a:lnTo>
                  <a:lnTo>
                    <a:pt x="66660" y="48608"/>
                  </a:lnTo>
                  <a:lnTo>
                    <a:pt x="67351" y="51547"/>
                  </a:lnTo>
                  <a:lnTo>
                    <a:pt x="67797" y="54625"/>
                  </a:lnTo>
                  <a:lnTo>
                    <a:pt x="69382" y="59314"/>
                  </a:lnTo>
                  <a:lnTo>
                    <a:pt x="70499" y="64589"/>
                  </a:lnTo>
                  <a:lnTo>
                    <a:pt x="71638" y="68505"/>
                  </a:lnTo>
                  <a:lnTo>
                    <a:pt x="72655" y="70937"/>
                  </a:lnTo>
                  <a:lnTo>
                    <a:pt x="74197" y="71894"/>
                  </a:lnTo>
                  <a:lnTo>
                    <a:pt x="75425" y="72992"/>
                  </a:lnTo>
                  <a:lnTo>
                    <a:pt x="75562" y="75605"/>
                  </a:lnTo>
                  <a:lnTo>
                    <a:pt x="75436" y="79014"/>
                  </a:lnTo>
                  <a:lnTo>
                    <a:pt x="75201" y="81534"/>
                  </a:lnTo>
                  <a:lnTo>
                    <a:pt x="74056" y="86442"/>
                  </a:lnTo>
                  <a:lnTo>
                    <a:pt x="73783" y="89469"/>
                  </a:lnTo>
                  <a:lnTo>
                    <a:pt x="72486" y="94464"/>
                  </a:lnTo>
                  <a:lnTo>
                    <a:pt x="71081" y="102841"/>
                  </a:lnTo>
                  <a:lnTo>
                    <a:pt x="70437" y="104717"/>
                  </a:lnTo>
                  <a:lnTo>
                    <a:pt x="68171" y="109039"/>
                  </a:lnTo>
                  <a:lnTo>
                    <a:pt x="66507" y="114248"/>
                  </a:lnTo>
                  <a:lnTo>
                    <a:pt x="64534" y="123280"/>
                  </a:lnTo>
                  <a:lnTo>
                    <a:pt x="63032" y="132240"/>
                  </a:lnTo>
                  <a:lnTo>
                    <a:pt x="62455" y="135107"/>
                  </a:lnTo>
                  <a:lnTo>
                    <a:pt x="61249" y="135697"/>
                  </a:lnTo>
                  <a:lnTo>
                    <a:pt x="60454" y="135445"/>
                  </a:lnTo>
                  <a:lnTo>
                    <a:pt x="59906" y="134602"/>
                  </a:lnTo>
                  <a:lnTo>
                    <a:pt x="60123" y="132154"/>
                  </a:lnTo>
                  <a:lnTo>
                    <a:pt x="60252" y="129424"/>
                  </a:lnTo>
                  <a:lnTo>
                    <a:pt x="59525" y="129711"/>
                  </a:lnTo>
                  <a:lnTo>
                    <a:pt x="58886" y="130276"/>
                  </a:lnTo>
                  <a:lnTo>
                    <a:pt x="57389" y="136977"/>
                  </a:lnTo>
                  <a:lnTo>
                    <a:pt x="56568" y="139916"/>
                  </a:lnTo>
                  <a:lnTo>
                    <a:pt x="56393" y="143651"/>
                  </a:lnTo>
                  <a:lnTo>
                    <a:pt x="55994" y="148472"/>
                  </a:lnTo>
                  <a:lnTo>
                    <a:pt x="55409" y="152907"/>
                  </a:lnTo>
                  <a:lnTo>
                    <a:pt x="55149" y="156632"/>
                  </a:lnTo>
                  <a:lnTo>
                    <a:pt x="55158" y="158745"/>
                  </a:lnTo>
                  <a:lnTo>
                    <a:pt x="55597" y="163907"/>
                  </a:lnTo>
                  <a:lnTo>
                    <a:pt x="55627" y="169194"/>
                  </a:lnTo>
                  <a:lnTo>
                    <a:pt x="55881" y="172367"/>
                  </a:lnTo>
                  <a:lnTo>
                    <a:pt x="56085" y="176174"/>
                  </a:lnTo>
                  <a:lnTo>
                    <a:pt x="55382" y="177349"/>
                  </a:lnTo>
                  <a:lnTo>
                    <a:pt x="54780" y="177924"/>
                  </a:lnTo>
                  <a:lnTo>
                    <a:pt x="52397" y="178340"/>
                  </a:lnTo>
                  <a:lnTo>
                    <a:pt x="49980" y="179558"/>
                  </a:lnTo>
                  <a:lnTo>
                    <a:pt x="47872" y="181767"/>
                  </a:lnTo>
                  <a:lnTo>
                    <a:pt x="46610" y="183962"/>
                  </a:lnTo>
                  <a:lnTo>
                    <a:pt x="44967" y="188872"/>
                  </a:lnTo>
                  <a:lnTo>
                    <a:pt x="43964" y="201324"/>
                  </a:lnTo>
                  <a:lnTo>
                    <a:pt x="42356" y="206583"/>
                  </a:lnTo>
                  <a:lnTo>
                    <a:pt x="41268" y="207682"/>
                  </a:lnTo>
                  <a:lnTo>
                    <a:pt x="38647" y="208143"/>
                  </a:lnTo>
                  <a:lnTo>
                    <a:pt x="34957" y="209594"/>
                  </a:lnTo>
                  <a:lnTo>
                    <a:pt x="33661" y="210860"/>
                  </a:lnTo>
                  <a:lnTo>
                    <a:pt x="31511" y="218472"/>
                  </a:lnTo>
                  <a:lnTo>
                    <a:pt x="31345" y="220863"/>
                  </a:lnTo>
                  <a:lnTo>
                    <a:pt x="31761" y="222591"/>
                  </a:lnTo>
                  <a:lnTo>
                    <a:pt x="31897" y="224502"/>
                  </a:lnTo>
                  <a:lnTo>
                    <a:pt x="31701" y="226295"/>
                  </a:lnTo>
                  <a:lnTo>
                    <a:pt x="30726" y="231120"/>
                  </a:lnTo>
                  <a:lnTo>
                    <a:pt x="29672" y="234627"/>
                  </a:lnTo>
                  <a:lnTo>
                    <a:pt x="26862" y="236822"/>
                  </a:lnTo>
                  <a:lnTo>
                    <a:pt x="25831" y="235515"/>
                  </a:lnTo>
                  <a:lnTo>
                    <a:pt x="24888" y="234854"/>
                  </a:lnTo>
                  <a:lnTo>
                    <a:pt x="23066" y="234783"/>
                  </a:lnTo>
                  <a:lnTo>
                    <a:pt x="20097" y="235614"/>
                  </a:lnTo>
                  <a:lnTo>
                    <a:pt x="19003" y="238205"/>
                  </a:lnTo>
                  <a:lnTo>
                    <a:pt x="17282" y="240041"/>
                  </a:lnTo>
                  <a:lnTo>
                    <a:pt x="15691" y="242870"/>
                  </a:lnTo>
                  <a:lnTo>
                    <a:pt x="12691" y="243952"/>
                  </a:lnTo>
                  <a:lnTo>
                    <a:pt x="10651" y="246167"/>
                  </a:lnTo>
                  <a:lnTo>
                    <a:pt x="10068" y="242271"/>
                  </a:lnTo>
                  <a:lnTo>
                    <a:pt x="9485" y="238376"/>
                  </a:lnTo>
                  <a:lnTo>
                    <a:pt x="8902" y="234482"/>
                  </a:lnTo>
                  <a:lnTo>
                    <a:pt x="8318" y="230586"/>
                  </a:lnTo>
                  <a:lnTo>
                    <a:pt x="7911" y="227860"/>
                  </a:lnTo>
                  <a:lnTo>
                    <a:pt x="7225" y="226901"/>
                  </a:lnTo>
                  <a:lnTo>
                    <a:pt x="6809" y="224018"/>
                  </a:lnTo>
                  <a:lnTo>
                    <a:pt x="6384" y="221066"/>
                  </a:lnTo>
                  <a:lnTo>
                    <a:pt x="5957" y="218114"/>
                  </a:lnTo>
                  <a:lnTo>
                    <a:pt x="5532" y="215164"/>
                  </a:lnTo>
                  <a:lnTo>
                    <a:pt x="5107" y="212212"/>
                  </a:lnTo>
                  <a:lnTo>
                    <a:pt x="4681" y="209259"/>
                  </a:lnTo>
                  <a:lnTo>
                    <a:pt x="4255" y="206308"/>
                  </a:lnTo>
                  <a:lnTo>
                    <a:pt x="3830" y="203357"/>
                  </a:lnTo>
                  <a:lnTo>
                    <a:pt x="3404" y="200405"/>
                  </a:lnTo>
                  <a:lnTo>
                    <a:pt x="2978" y="197454"/>
                  </a:lnTo>
                  <a:lnTo>
                    <a:pt x="2553" y="194502"/>
                  </a:lnTo>
                  <a:lnTo>
                    <a:pt x="2128" y="191552"/>
                  </a:lnTo>
                  <a:lnTo>
                    <a:pt x="1702" y="188600"/>
                  </a:lnTo>
                  <a:lnTo>
                    <a:pt x="1276" y="185648"/>
                  </a:lnTo>
                  <a:lnTo>
                    <a:pt x="851" y="182696"/>
                  </a:lnTo>
                  <a:lnTo>
                    <a:pt x="425" y="179744"/>
                  </a:lnTo>
                  <a:lnTo>
                    <a:pt x="0" y="176793"/>
                  </a:lnTo>
                  <a:lnTo>
                    <a:pt x="1354" y="175404"/>
                  </a:lnTo>
                  <a:lnTo>
                    <a:pt x="3008" y="173710"/>
                  </a:lnTo>
                  <a:lnTo>
                    <a:pt x="4663" y="172016"/>
                  </a:lnTo>
                  <a:lnTo>
                    <a:pt x="6316" y="170322"/>
                  </a:lnTo>
                  <a:lnTo>
                    <a:pt x="7970" y="168628"/>
                  </a:lnTo>
                  <a:lnTo>
                    <a:pt x="9623" y="166934"/>
                  </a:lnTo>
                  <a:lnTo>
                    <a:pt x="11278" y="165239"/>
                  </a:lnTo>
                  <a:lnTo>
                    <a:pt x="12932" y="163545"/>
                  </a:lnTo>
                  <a:lnTo>
                    <a:pt x="14585" y="161851"/>
                  </a:lnTo>
                  <a:lnTo>
                    <a:pt x="16239" y="160157"/>
                  </a:lnTo>
                  <a:lnTo>
                    <a:pt x="17893" y="158462"/>
                  </a:lnTo>
                  <a:lnTo>
                    <a:pt x="19547" y="156768"/>
                  </a:lnTo>
                  <a:lnTo>
                    <a:pt x="21201" y="155074"/>
                  </a:lnTo>
                  <a:lnTo>
                    <a:pt x="22854" y="153380"/>
                  </a:lnTo>
                  <a:lnTo>
                    <a:pt x="24509" y="151687"/>
                  </a:lnTo>
                  <a:lnTo>
                    <a:pt x="26162" y="149993"/>
                  </a:lnTo>
                  <a:lnTo>
                    <a:pt x="27816" y="148297"/>
                  </a:lnTo>
                  <a:lnTo>
                    <a:pt x="28838" y="147250"/>
                  </a:lnTo>
                  <a:lnTo>
                    <a:pt x="29262" y="143311"/>
                  </a:lnTo>
                  <a:lnTo>
                    <a:pt x="29615" y="140040"/>
                  </a:lnTo>
                  <a:lnTo>
                    <a:pt x="29966" y="136769"/>
                  </a:lnTo>
                  <a:lnTo>
                    <a:pt x="30319" y="133498"/>
                  </a:lnTo>
                  <a:lnTo>
                    <a:pt x="30671" y="130227"/>
                  </a:lnTo>
                  <a:lnTo>
                    <a:pt x="31022" y="126957"/>
                  </a:lnTo>
                  <a:lnTo>
                    <a:pt x="31374" y="123686"/>
                  </a:lnTo>
                  <a:lnTo>
                    <a:pt x="31727" y="120415"/>
                  </a:lnTo>
                  <a:lnTo>
                    <a:pt x="32079" y="117144"/>
                  </a:lnTo>
                  <a:lnTo>
                    <a:pt x="32431" y="113871"/>
                  </a:lnTo>
                  <a:lnTo>
                    <a:pt x="32783" y="110601"/>
                  </a:lnTo>
                  <a:lnTo>
                    <a:pt x="33135" y="107330"/>
                  </a:lnTo>
                  <a:lnTo>
                    <a:pt x="33487" y="104059"/>
                  </a:lnTo>
                  <a:lnTo>
                    <a:pt x="33839" y="100788"/>
                  </a:lnTo>
                  <a:lnTo>
                    <a:pt x="34191" y="97517"/>
                  </a:lnTo>
                  <a:lnTo>
                    <a:pt x="34543" y="94246"/>
                  </a:lnTo>
                  <a:lnTo>
                    <a:pt x="34895" y="90975"/>
                  </a:lnTo>
                  <a:lnTo>
                    <a:pt x="35218" y="87977"/>
                  </a:lnTo>
                  <a:lnTo>
                    <a:pt x="34610" y="85092"/>
                  </a:lnTo>
                  <a:lnTo>
                    <a:pt x="33793" y="81216"/>
                  </a:lnTo>
                  <a:lnTo>
                    <a:pt x="32938" y="77163"/>
                  </a:lnTo>
                  <a:lnTo>
                    <a:pt x="32133" y="73348"/>
                  </a:lnTo>
                  <a:lnTo>
                    <a:pt x="31548" y="70571"/>
                  </a:lnTo>
                  <a:lnTo>
                    <a:pt x="30842" y="67226"/>
                  </a:lnTo>
                  <a:lnTo>
                    <a:pt x="30921" y="62915"/>
                  </a:lnTo>
                  <a:lnTo>
                    <a:pt x="30903" y="60760"/>
                  </a:lnTo>
                  <a:lnTo>
                    <a:pt x="30977" y="57456"/>
                  </a:lnTo>
                  <a:lnTo>
                    <a:pt x="31653" y="52870"/>
                  </a:lnTo>
                  <a:lnTo>
                    <a:pt x="32451" y="47034"/>
                  </a:lnTo>
                  <a:lnTo>
                    <a:pt x="33034" y="43154"/>
                  </a:lnTo>
                  <a:lnTo>
                    <a:pt x="33538" y="39781"/>
                  </a:lnTo>
                  <a:lnTo>
                    <a:pt x="33944" y="37071"/>
                  </a:lnTo>
                  <a:lnTo>
                    <a:pt x="34166" y="34281"/>
                  </a:lnTo>
                  <a:lnTo>
                    <a:pt x="34048" y="32317"/>
                  </a:lnTo>
                  <a:lnTo>
                    <a:pt x="33783" y="31603"/>
                  </a:lnTo>
                  <a:lnTo>
                    <a:pt x="33559" y="30674"/>
                  </a:lnTo>
                  <a:lnTo>
                    <a:pt x="34322" y="29189"/>
                  </a:lnTo>
                  <a:lnTo>
                    <a:pt x="35752" y="28221"/>
                  </a:lnTo>
                  <a:lnTo>
                    <a:pt x="36546" y="28429"/>
                  </a:lnTo>
                  <a:lnTo>
                    <a:pt x="37651" y="27710"/>
                  </a:lnTo>
                  <a:lnTo>
                    <a:pt x="38526" y="27061"/>
                  </a:lnTo>
                  <a:lnTo>
                    <a:pt x="38594" y="26187"/>
                  </a:lnTo>
                  <a:lnTo>
                    <a:pt x="38345" y="24719"/>
                  </a:lnTo>
                  <a:lnTo>
                    <a:pt x="37983" y="22577"/>
                  </a:lnTo>
                  <a:lnTo>
                    <a:pt x="36744" y="22355"/>
                  </a:lnTo>
                  <a:lnTo>
                    <a:pt x="36370" y="21763"/>
                  </a:lnTo>
                  <a:lnTo>
                    <a:pt x="36801" y="18598"/>
                  </a:lnTo>
                  <a:lnTo>
                    <a:pt x="36785" y="17600"/>
                  </a:lnTo>
                  <a:lnTo>
                    <a:pt x="36620" y="16419"/>
                  </a:lnTo>
                  <a:lnTo>
                    <a:pt x="36440" y="14436"/>
                  </a:lnTo>
                  <a:lnTo>
                    <a:pt x="36530" y="11874"/>
                  </a:lnTo>
                  <a:lnTo>
                    <a:pt x="36784" y="10134"/>
                  </a:lnTo>
                  <a:lnTo>
                    <a:pt x="36787" y="8734"/>
                  </a:lnTo>
                  <a:lnTo>
                    <a:pt x="36666" y="5847"/>
                  </a:lnTo>
                  <a:lnTo>
                    <a:pt x="36705" y="3282"/>
                  </a:lnTo>
                  <a:lnTo>
                    <a:pt x="36966" y="2006"/>
                  </a:lnTo>
                  <a:lnTo>
                    <a:pt x="37426" y="820"/>
                  </a:lnTo>
                  <a:lnTo>
                    <a:pt x="37860" y="219"/>
                  </a:lnTo>
                  <a:lnTo>
                    <a:pt x="38314" y="264"/>
                  </a:lnTo>
                  <a:lnTo>
                    <a:pt x="38675" y="767"/>
                  </a:lnTo>
                  <a:lnTo>
                    <a:pt x="38830" y="2112"/>
                  </a:lnTo>
                  <a:lnTo>
                    <a:pt x="38730" y="3037"/>
                  </a:lnTo>
                  <a:lnTo>
                    <a:pt x="38474" y="3165"/>
                  </a:lnTo>
                  <a:lnTo>
                    <a:pt x="38384" y="3553"/>
                  </a:lnTo>
                  <a:lnTo>
                    <a:pt x="38750" y="5347"/>
                  </a:lnTo>
                  <a:lnTo>
                    <a:pt x="39283" y="7104"/>
                  </a:lnTo>
                  <a:lnTo>
                    <a:pt x="39693" y="6811"/>
                  </a:lnTo>
                  <a:lnTo>
                    <a:pt x="40154" y="5427"/>
                  </a:lnTo>
                  <a:lnTo>
                    <a:pt x="40637" y="4311"/>
                  </a:lnTo>
                  <a:lnTo>
                    <a:pt x="41244" y="3324"/>
                  </a:lnTo>
                  <a:lnTo>
                    <a:pt x="41684" y="1415"/>
                  </a:lnTo>
                  <a:lnTo>
                    <a:pt x="42062" y="17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3363232" y="2886367"/>
              <a:ext cx="742" cy="2806"/>
            </a:xfrm>
            <a:custGeom>
              <a:avLst/>
              <a:pathLst>
                <a:path w="742" h="2806">
                  <a:moveTo>
                    <a:pt x="0" y="2674"/>
                  </a:moveTo>
                  <a:lnTo>
                    <a:pt x="57" y="1096"/>
                  </a:lnTo>
                  <a:lnTo>
                    <a:pt x="228" y="0"/>
                  </a:lnTo>
                  <a:lnTo>
                    <a:pt x="642" y="86"/>
                  </a:lnTo>
                  <a:lnTo>
                    <a:pt x="742" y="744"/>
                  </a:lnTo>
                  <a:lnTo>
                    <a:pt x="685" y="2017"/>
                  </a:lnTo>
                  <a:lnTo>
                    <a:pt x="285" y="28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3361981" y="2855265"/>
              <a:ext cx="3358" cy="21599"/>
            </a:xfrm>
            <a:custGeom>
              <a:avLst/>
              <a:pathLst>
                <a:path w="3358" h="21599">
                  <a:moveTo>
                    <a:pt x="2089" y="20851"/>
                  </a:moveTo>
                  <a:lnTo>
                    <a:pt x="1903" y="21529"/>
                  </a:lnTo>
                  <a:lnTo>
                    <a:pt x="1625" y="21599"/>
                  </a:lnTo>
                  <a:lnTo>
                    <a:pt x="991" y="21021"/>
                  </a:lnTo>
                  <a:lnTo>
                    <a:pt x="616" y="19674"/>
                  </a:lnTo>
                  <a:lnTo>
                    <a:pt x="687" y="18032"/>
                  </a:lnTo>
                  <a:lnTo>
                    <a:pt x="707" y="15006"/>
                  </a:lnTo>
                  <a:lnTo>
                    <a:pt x="885" y="12150"/>
                  </a:lnTo>
                  <a:lnTo>
                    <a:pt x="836" y="9127"/>
                  </a:lnTo>
                  <a:lnTo>
                    <a:pt x="346" y="8515"/>
                  </a:lnTo>
                  <a:lnTo>
                    <a:pt x="0" y="8678"/>
                  </a:lnTo>
                  <a:lnTo>
                    <a:pt x="807" y="4412"/>
                  </a:lnTo>
                  <a:lnTo>
                    <a:pt x="1122" y="3757"/>
                  </a:lnTo>
                  <a:lnTo>
                    <a:pt x="1422" y="4035"/>
                  </a:lnTo>
                  <a:lnTo>
                    <a:pt x="2163" y="3579"/>
                  </a:lnTo>
                  <a:lnTo>
                    <a:pt x="2557" y="1262"/>
                  </a:lnTo>
                  <a:lnTo>
                    <a:pt x="2867" y="0"/>
                  </a:lnTo>
                  <a:lnTo>
                    <a:pt x="3197" y="152"/>
                  </a:lnTo>
                  <a:lnTo>
                    <a:pt x="3358" y="861"/>
                  </a:lnTo>
                  <a:lnTo>
                    <a:pt x="3242" y="4378"/>
                  </a:lnTo>
                  <a:lnTo>
                    <a:pt x="3229" y="7316"/>
                  </a:lnTo>
                  <a:lnTo>
                    <a:pt x="2818" y="16303"/>
                  </a:lnTo>
                  <a:lnTo>
                    <a:pt x="2392" y="17859"/>
                  </a:lnTo>
                  <a:lnTo>
                    <a:pt x="2179" y="191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3407770" y="2539672"/>
              <a:ext cx="155792" cy="392508"/>
            </a:xfrm>
            <a:custGeom>
              <a:avLst/>
              <a:pathLst>
                <a:path w="155792" h="392508">
                  <a:moveTo>
                    <a:pt x="153083" y="40628"/>
                  </a:moveTo>
                  <a:lnTo>
                    <a:pt x="153524" y="43284"/>
                  </a:lnTo>
                  <a:lnTo>
                    <a:pt x="154192" y="47305"/>
                  </a:lnTo>
                  <a:lnTo>
                    <a:pt x="154629" y="49939"/>
                  </a:lnTo>
                  <a:lnTo>
                    <a:pt x="155121" y="52899"/>
                  </a:lnTo>
                  <a:lnTo>
                    <a:pt x="155367" y="54380"/>
                  </a:lnTo>
                  <a:lnTo>
                    <a:pt x="155792" y="56933"/>
                  </a:lnTo>
                  <a:lnTo>
                    <a:pt x="155619" y="58339"/>
                  </a:lnTo>
                  <a:lnTo>
                    <a:pt x="155333" y="60418"/>
                  </a:lnTo>
                  <a:lnTo>
                    <a:pt x="154283" y="61992"/>
                  </a:lnTo>
                  <a:lnTo>
                    <a:pt x="153237" y="63130"/>
                  </a:lnTo>
                  <a:lnTo>
                    <a:pt x="152993" y="63791"/>
                  </a:lnTo>
                  <a:lnTo>
                    <a:pt x="152911" y="64686"/>
                  </a:lnTo>
                  <a:lnTo>
                    <a:pt x="152404" y="66478"/>
                  </a:lnTo>
                  <a:lnTo>
                    <a:pt x="151425" y="67987"/>
                  </a:lnTo>
                  <a:lnTo>
                    <a:pt x="150613" y="67838"/>
                  </a:lnTo>
                  <a:lnTo>
                    <a:pt x="150101" y="67388"/>
                  </a:lnTo>
                  <a:lnTo>
                    <a:pt x="147368" y="70000"/>
                  </a:lnTo>
                  <a:lnTo>
                    <a:pt x="146105" y="69935"/>
                  </a:lnTo>
                  <a:lnTo>
                    <a:pt x="145117" y="71630"/>
                  </a:lnTo>
                  <a:lnTo>
                    <a:pt x="144385" y="73175"/>
                  </a:lnTo>
                  <a:lnTo>
                    <a:pt x="142914" y="74865"/>
                  </a:lnTo>
                  <a:lnTo>
                    <a:pt x="141918" y="74875"/>
                  </a:lnTo>
                  <a:lnTo>
                    <a:pt x="140447" y="73871"/>
                  </a:lnTo>
                  <a:lnTo>
                    <a:pt x="138635" y="71960"/>
                  </a:lnTo>
                  <a:lnTo>
                    <a:pt x="137899" y="70848"/>
                  </a:lnTo>
                  <a:lnTo>
                    <a:pt x="137235" y="70913"/>
                  </a:lnTo>
                  <a:lnTo>
                    <a:pt x="135634" y="70646"/>
                  </a:lnTo>
                  <a:lnTo>
                    <a:pt x="134066" y="69704"/>
                  </a:lnTo>
                  <a:lnTo>
                    <a:pt x="132195" y="68580"/>
                  </a:lnTo>
                  <a:lnTo>
                    <a:pt x="131270" y="68099"/>
                  </a:lnTo>
                  <a:lnTo>
                    <a:pt x="129371" y="67114"/>
                  </a:lnTo>
                  <a:lnTo>
                    <a:pt x="128136" y="68428"/>
                  </a:lnTo>
                  <a:lnTo>
                    <a:pt x="127020" y="69617"/>
                  </a:lnTo>
                  <a:lnTo>
                    <a:pt x="126110" y="70421"/>
                  </a:lnTo>
                  <a:lnTo>
                    <a:pt x="125359" y="74097"/>
                  </a:lnTo>
                  <a:lnTo>
                    <a:pt x="125042" y="75390"/>
                  </a:lnTo>
                  <a:lnTo>
                    <a:pt x="124677" y="77250"/>
                  </a:lnTo>
                  <a:lnTo>
                    <a:pt x="124508" y="78554"/>
                  </a:lnTo>
                  <a:lnTo>
                    <a:pt x="124656" y="80117"/>
                  </a:lnTo>
                  <a:lnTo>
                    <a:pt x="125758" y="81225"/>
                  </a:lnTo>
                  <a:lnTo>
                    <a:pt x="126217" y="82738"/>
                  </a:lnTo>
                  <a:lnTo>
                    <a:pt x="126286" y="84077"/>
                  </a:lnTo>
                  <a:lnTo>
                    <a:pt x="125890" y="85452"/>
                  </a:lnTo>
                  <a:lnTo>
                    <a:pt x="125559" y="86539"/>
                  </a:lnTo>
                  <a:lnTo>
                    <a:pt x="125561" y="87494"/>
                  </a:lnTo>
                  <a:lnTo>
                    <a:pt x="125737" y="88458"/>
                  </a:lnTo>
                  <a:lnTo>
                    <a:pt x="126001" y="89175"/>
                  </a:lnTo>
                  <a:lnTo>
                    <a:pt x="127566" y="89621"/>
                  </a:lnTo>
                  <a:lnTo>
                    <a:pt x="128492" y="89629"/>
                  </a:lnTo>
                  <a:lnTo>
                    <a:pt x="128853" y="90020"/>
                  </a:lnTo>
                  <a:lnTo>
                    <a:pt x="128895" y="91323"/>
                  </a:lnTo>
                  <a:lnTo>
                    <a:pt x="128556" y="93082"/>
                  </a:lnTo>
                  <a:lnTo>
                    <a:pt x="127237" y="94497"/>
                  </a:lnTo>
                  <a:lnTo>
                    <a:pt x="126492" y="95989"/>
                  </a:lnTo>
                  <a:lnTo>
                    <a:pt x="126257" y="97966"/>
                  </a:lnTo>
                  <a:lnTo>
                    <a:pt x="126267" y="99546"/>
                  </a:lnTo>
                  <a:lnTo>
                    <a:pt x="126522" y="100592"/>
                  </a:lnTo>
                  <a:lnTo>
                    <a:pt x="127153" y="101795"/>
                  </a:lnTo>
                  <a:lnTo>
                    <a:pt x="127745" y="103173"/>
                  </a:lnTo>
                  <a:lnTo>
                    <a:pt x="127925" y="104298"/>
                  </a:lnTo>
                  <a:lnTo>
                    <a:pt x="127854" y="105824"/>
                  </a:lnTo>
                  <a:lnTo>
                    <a:pt x="127615" y="107929"/>
                  </a:lnTo>
                  <a:lnTo>
                    <a:pt x="126967" y="110377"/>
                  </a:lnTo>
                  <a:lnTo>
                    <a:pt x="126428" y="112123"/>
                  </a:lnTo>
                  <a:lnTo>
                    <a:pt x="126385" y="112743"/>
                  </a:lnTo>
                  <a:lnTo>
                    <a:pt x="126520" y="113681"/>
                  </a:lnTo>
                  <a:lnTo>
                    <a:pt x="126955" y="115042"/>
                  </a:lnTo>
                  <a:lnTo>
                    <a:pt x="127697" y="117050"/>
                  </a:lnTo>
                  <a:lnTo>
                    <a:pt x="128618" y="118679"/>
                  </a:lnTo>
                  <a:lnTo>
                    <a:pt x="129209" y="119128"/>
                  </a:lnTo>
                  <a:lnTo>
                    <a:pt x="129402" y="119522"/>
                  </a:lnTo>
                  <a:lnTo>
                    <a:pt x="129586" y="121407"/>
                  </a:lnTo>
                  <a:lnTo>
                    <a:pt x="129655" y="123391"/>
                  </a:lnTo>
                  <a:lnTo>
                    <a:pt x="129420" y="124880"/>
                  </a:lnTo>
                  <a:lnTo>
                    <a:pt x="129892" y="126114"/>
                  </a:lnTo>
                  <a:lnTo>
                    <a:pt x="131130" y="126046"/>
                  </a:lnTo>
                  <a:lnTo>
                    <a:pt x="132139" y="126571"/>
                  </a:lnTo>
                  <a:lnTo>
                    <a:pt x="132563" y="126049"/>
                  </a:lnTo>
                  <a:lnTo>
                    <a:pt x="132860" y="126440"/>
                  </a:lnTo>
                  <a:lnTo>
                    <a:pt x="132668" y="130871"/>
                  </a:lnTo>
                  <a:lnTo>
                    <a:pt x="132807" y="133494"/>
                  </a:lnTo>
                  <a:lnTo>
                    <a:pt x="133076" y="134237"/>
                  </a:lnTo>
                  <a:lnTo>
                    <a:pt x="134067" y="135300"/>
                  </a:lnTo>
                  <a:lnTo>
                    <a:pt x="135975" y="135171"/>
                  </a:lnTo>
                  <a:lnTo>
                    <a:pt x="137098" y="136407"/>
                  </a:lnTo>
                  <a:lnTo>
                    <a:pt x="138343" y="137833"/>
                  </a:lnTo>
                  <a:lnTo>
                    <a:pt x="139006" y="139405"/>
                  </a:lnTo>
                  <a:lnTo>
                    <a:pt x="139303" y="140578"/>
                  </a:lnTo>
                  <a:lnTo>
                    <a:pt x="139218" y="142467"/>
                  </a:lnTo>
                  <a:lnTo>
                    <a:pt x="138540" y="144682"/>
                  </a:lnTo>
                  <a:lnTo>
                    <a:pt x="137431" y="145732"/>
                  </a:lnTo>
                  <a:lnTo>
                    <a:pt x="136784" y="146188"/>
                  </a:lnTo>
                  <a:lnTo>
                    <a:pt x="133592" y="150340"/>
                  </a:lnTo>
                  <a:lnTo>
                    <a:pt x="132595" y="152086"/>
                  </a:lnTo>
                  <a:lnTo>
                    <a:pt x="131824" y="154190"/>
                  </a:lnTo>
                  <a:lnTo>
                    <a:pt x="131540" y="155768"/>
                  </a:lnTo>
                  <a:lnTo>
                    <a:pt x="131386" y="157311"/>
                  </a:lnTo>
                  <a:lnTo>
                    <a:pt x="132077" y="162896"/>
                  </a:lnTo>
                  <a:lnTo>
                    <a:pt x="132193" y="164626"/>
                  </a:lnTo>
                  <a:lnTo>
                    <a:pt x="131626" y="170654"/>
                  </a:lnTo>
                  <a:lnTo>
                    <a:pt x="131460" y="172893"/>
                  </a:lnTo>
                  <a:lnTo>
                    <a:pt x="131672" y="174457"/>
                  </a:lnTo>
                  <a:lnTo>
                    <a:pt x="132351" y="175043"/>
                  </a:lnTo>
                  <a:lnTo>
                    <a:pt x="132499" y="176346"/>
                  </a:lnTo>
                  <a:lnTo>
                    <a:pt x="132567" y="177353"/>
                  </a:lnTo>
                  <a:lnTo>
                    <a:pt x="131384" y="179569"/>
                  </a:lnTo>
                  <a:lnTo>
                    <a:pt x="130140" y="181527"/>
                  </a:lnTo>
                  <a:lnTo>
                    <a:pt x="129745" y="181523"/>
                  </a:lnTo>
                  <a:lnTo>
                    <a:pt x="128556" y="185203"/>
                  </a:lnTo>
                  <a:lnTo>
                    <a:pt x="126569" y="192570"/>
                  </a:lnTo>
                  <a:lnTo>
                    <a:pt x="125515" y="195062"/>
                  </a:lnTo>
                  <a:lnTo>
                    <a:pt x="125441" y="196283"/>
                  </a:lnTo>
                  <a:lnTo>
                    <a:pt x="125355" y="197521"/>
                  </a:lnTo>
                  <a:lnTo>
                    <a:pt x="125758" y="199604"/>
                  </a:lnTo>
                  <a:lnTo>
                    <a:pt x="125843" y="201364"/>
                  </a:lnTo>
                  <a:lnTo>
                    <a:pt x="125392" y="203139"/>
                  </a:lnTo>
                  <a:lnTo>
                    <a:pt x="124649" y="205168"/>
                  </a:lnTo>
                  <a:lnTo>
                    <a:pt x="123195" y="206945"/>
                  </a:lnTo>
                  <a:lnTo>
                    <a:pt x="121364" y="208763"/>
                  </a:lnTo>
                  <a:lnTo>
                    <a:pt x="120538" y="209866"/>
                  </a:lnTo>
                  <a:lnTo>
                    <a:pt x="119920" y="214634"/>
                  </a:lnTo>
                  <a:lnTo>
                    <a:pt x="119348" y="219430"/>
                  </a:lnTo>
                  <a:lnTo>
                    <a:pt x="119092" y="221205"/>
                  </a:lnTo>
                  <a:lnTo>
                    <a:pt x="118103" y="226722"/>
                  </a:lnTo>
                  <a:lnTo>
                    <a:pt x="116376" y="234851"/>
                  </a:lnTo>
                  <a:lnTo>
                    <a:pt x="115940" y="236626"/>
                  </a:lnTo>
                  <a:lnTo>
                    <a:pt x="113270" y="240544"/>
                  </a:lnTo>
                  <a:lnTo>
                    <a:pt x="110543" y="244806"/>
                  </a:lnTo>
                  <a:lnTo>
                    <a:pt x="110063" y="246421"/>
                  </a:lnTo>
                  <a:lnTo>
                    <a:pt x="109504" y="250305"/>
                  </a:lnTo>
                  <a:lnTo>
                    <a:pt x="108978" y="254561"/>
                  </a:lnTo>
                  <a:lnTo>
                    <a:pt x="108491" y="256791"/>
                  </a:lnTo>
                  <a:lnTo>
                    <a:pt x="106756" y="261786"/>
                  </a:lnTo>
                  <a:lnTo>
                    <a:pt x="106187" y="265622"/>
                  </a:lnTo>
                  <a:lnTo>
                    <a:pt x="106009" y="268133"/>
                  </a:lnTo>
                  <a:lnTo>
                    <a:pt x="104532" y="269534"/>
                  </a:lnTo>
                  <a:lnTo>
                    <a:pt x="102862" y="270870"/>
                  </a:lnTo>
                  <a:lnTo>
                    <a:pt x="100431" y="271301"/>
                  </a:lnTo>
                  <a:lnTo>
                    <a:pt x="99418" y="271999"/>
                  </a:lnTo>
                  <a:lnTo>
                    <a:pt x="96439" y="275462"/>
                  </a:lnTo>
                  <a:lnTo>
                    <a:pt x="95700" y="275605"/>
                  </a:lnTo>
                  <a:lnTo>
                    <a:pt x="95118" y="275032"/>
                  </a:lnTo>
                  <a:lnTo>
                    <a:pt x="94677" y="273850"/>
                  </a:lnTo>
                  <a:lnTo>
                    <a:pt x="94269" y="271890"/>
                  </a:lnTo>
                  <a:lnTo>
                    <a:pt x="94076" y="268873"/>
                  </a:lnTo>
                  <a:lnTo>
                    <a:pt x="93501" y="267503"/>
                  </a:lnTo>
                  <a:lnTo>
                    <a:pt x="92725" y="266341"/>
                  </a:lnTo>
                  <a:lnTo>
                    <a:pt x="91910" y="266284"/>
                  </a:lnTo>
                  <a:lnTo>
                    <a:pt x="91090" y="267567"/>
                  </a:lnTo>
                  <a:lnTo>
                    <a:pt x="90377" y="268971"/>
                  </a:lnTo>
                  <a:lnTo>
                    <a:pt x="89893" y="270131"/>
                  </a:lnTo>
                  <a:lnTo>
                    <a:pt x="89418" y="271486"/>
                  </a:lnTo>
                  <a:lnTo>
                    <a:pt x="88507" y="276045"/>
                  </a:lnTo>
                  <a:lnTo>
                    <a:pt x="87031" y="282578"/>
                  </a:lnTo>
                  <a:lnTo>
                    <a:pt x="85383" y="287334"/>
                  </a:lnTo>
                  <a:lnTo>
                    <a:pt x="84773" y="288758"/>
                  </a:lnTo>
                  <a:lnTo>
                    <a:pt x="84390" y="289834"/>
                  </a:lnTo>
                  <a:lnTo>
                    <a:pt x="83875" y="291414"/>
                  </a:lnTo>
                  <a:lnTo>
                    <a:pt x="83577" y="292940"/>
                  </a:lnTo>
                  <a:lnTo>
                    <a:pt x="83169" y="297928"/>
                  </a:lnTo>
                  <a:lnTo>
                    <a:pt x="82933" y="302352"/>
                  </a:lnTo>
                  <a:lnTo>
                    <a:pt x="83041" y="303340"/>
                  </a:lnTo>
                  <a:lnTo>
                    <a:pt x="83288" y="304177"/>
                  </a:lnTo>
                  <a:lnTo>
                    <a:pt x="84189" y="305464"/>
                  </a:lnTo>
                  <a:lnTo>
                    <a:pt x="85490" y="307594"/>
                  </a:lnTo>
                  <a:lnTo>
                    <a:pt x="87177" y="308803"/>
                  </a:lnTo>
                  <a:lnTo>
                    <a:pt x="88599" y="309021"/>
                  </a:lnTo>
                  <a:lnTo>
                    <a:pt x="89131" y="309928"/>
                  </a:lnTo>
                  <a:lnTo>
                    <a:pt x="89448" y="311158"/>
                  </a:lnTo>
                  <a:lnTo>
                    <a:pt x="89536" y="312192"/>
                  </a:lnTo>
                  <a:lnTo>
                    <a:pt x="89463" y="315853"/>
                  </a:lnTo>
                  <a:lnTo>
                    <a:pt x="89303" y="319776"/>
                  </a:lnTo>
                  <a:lnTo>
                    <a:pt x="88776" y="323996"/>
                  </a:lnTo>
                  <a:lnTo>
                    <a:pt x="88784" y="326417"/>
                  </a:lnTo>
                  <a:lnTo>
                    <a:pt x="88992" y="328780"/>
                  </a:lnTo>
                  <a:lnTo>
                    <a:pt x="90573" y="334794"/>
                  </a:lnTo>
                  <a:lnTo>
                    <a:pt x="91155" y="335409"/>
                  </a:lnTo>
                  <a:lnTo>
                    <a:pt x="92340" y="335538"/>
                  </a:lnTo>
                  <a:lnTo>
                    <a:pt x="92892" y="335422"/>
                  </a:lnTo>
                  <a:lnTo>
                    <a:pt x="93504" y="334811"/>
                  </a:lnTo>
                  <a:lnTo>
                    <a:pt x="93939" y="335227"/>
                  </a:lnTo>
                  <a:lnTo>
                    <a:pt x="94262" y="335964"/>
                  </a:lnTo>
                  <a:lnTo>
                    <a:pt x="94347" y="337180"/>
                  </a:lnTo>
                  <a:lnTo>
                    <a:pt x="94297" y="343175"/>
                  </a:lnTo>
                  <a:lnTo>
                    <a:pt x="94782" y="345889"/>
                  </a:lnTo>
                  <a:lnTo>
                    <a:pt x="95724" y="349589"/>
                  </a:lnTo>
                  <a:lnTo>
                    <a:pt x="96467" y="353810"/>
                  </a:lnTo>
                  <a:lnTo>
                    <a:pt x="97170" y="358875"/>
                  </a:lnTo>
                  <a:lnTo>
                    <a:pt x="97841" y="362832"/>
                  </a:lnTo>
                  <a:lnTo>
                    <a:pt x="98102" y="364898"/>
                  </a:lnTo>
                  <a:lnTo>
                    <a:pt x="97665" y="365898"/>
                  </a:lnTo>
                  <a:lnTo>
                    <a:pt x="97415" y="366937"/>
                  </a:lnTo>
                  <a:lnTo>
                    <a:pt x="97352" y="368322"/>
                  </a:lnTo>
                  <a:lnTo>
                    <a:pt x="97443" y="369782"/>
                  </a:lnTo>
                  <a:lnTo>
                    <a:pt x="97385" y="370818"/>
                  </a:lnTo>
                  <a:lnTo>
                    <a:pt x="97702" y="372091"/>
                  </a:lnTo>
                  <a:lnTo>
                    <a:pt x="98078" y="372515"/>
                  </a:lnTo>
                  <a:lnTo>
                    <a:pt x="98065" y="373398"/>
                  </a:lnTo>
                  <a:lnTo>
                    <a:pt x="97477" y="374552"/>
                  </a:lnTo>
                  <a:lnTo>
                    <a:pt x="96951" y="374513"/>
                  </a:lnTo>
                  <a:lnTo>
                    <a:pt x="96548" y="375063"/>
                  </a:lnTo>
                  <a:lnTo>
                    <a:pt x="95768" y="377480"/>
                  </a:lnTo>
                  <a:lnTo>
                    <a:pt x="95405" y="377969"/>
                  </a:lnTo>
                  <a:lnTo>
                    <a:pt x="94915" y="378188"/>
                  </a:lnTo>
                  <a:lnTo>
                    <a:pt x="94368" y="377949"/>
                  </a:lnTo>
                  <a:lnTo>
                    <a:pt x="93597" y="376975"/>
                  </a:lnTo>
                  <a:lnTo>
                    <a:pt x="93372" y="375437"/>
                  </a:lnTo>
                  <a:lnTo>
                    <a:pt x="93460" y="373821"/>
                  </a:lnTo>
                  <a:lnTo>
                    <a:pt x="93285" y="372860"/>
                  </a:lnTo>
                  <a:lnTo>
                    <a:pt x="92732" y="373042"/>
                  </a:lnTo>
                  <a:lnTo>
                    <a:pt x="90807" y="374692"/>
                  </a:lnTo>
                  <a:lnTo>
                    <a:pt x="88973" y="376725"/>
                  </a:lnTo>
                  <a:lnTo>
                    <a:pt x="88655" y="378112"/>
                  </a:lnTo>
                  <a:lnTo>
                    <a:pt x="88231" y="379560"/>
                  </a:lnTo>
                  <a:lnTo>
                    <a:pt x="87392" y="380156"/>
                  </a:lnTo>
                  <a:lnTo>
                    <a:pt x="86155" y="380338"/>
                  </a:lnTo>
                  <a:lnTo>
                    <a:pt x="85300" y="380120"/>
                  </a:lnTo>
                  <a:lnTo>
                    <a:pt x="84511" y="378566"/>
                  </a:lnTo>
                  <a:lnTo>
                    <a:pt x="83790" y="377151"/>
                  </a:lnTo>
                  <a:lnTo>
                    <a:pt x="82678" y="377083"/>
                  </a:lnTo>
                  <a:lnTo>
                    <a:pt x="80675" y="377294"/>
                  </a:lnTo>
                  <a:lnTo>
                    <a:pt x="79564" y="377282"/>
                  </a:lnTo>
                  <a:lnTo>
                    <a:pt x="78910" y="376760"/>
                  </a:lnTo>
                  <a:lnTo>
                    <a:pt x="78266" y="377151"/>
                  </a:lnTo>
                  <a:lnTo>
                    <a:pt x="77461" y="376580"/>
                  </a:lnTo>
                  <a:lnTo>
                    <a:pt x="77102" y="377346"/>
                  </a:lnTo>
                  <a:lnTo>
                    <a:pt x="76764" y="377419"/>
                  </a:lnTo>
                  <a:lnTo>
                    <a:pt x="76492" y="376088"/>
                  </a:lnTo>
                  <a:lnTo>
                    <a:pt x="76311" y="375951"/>
                  </a:lnTo>
                  <a:lnTo>
                    <a:pt x="76098" y="376142"/>
                  </a:lnTo>
                  <a:lnTo>
                    <a:pt x="75912" y="376593"/>
                  </a:lnTo>
                  <a:lnTo>
                    <a:pt x="75801" y="377372"/>
                  </a:lnTo>
                  <a:lnTo>
                    <a:pt x="75762" y="386264"/>
                  </a:lnTo>
                  <a:lnTo>
                    <a:pt x="74441" y="386208"/>
                  </a:lnTo>
                  <a:lnTo>
                    <a:pt x="73499" y="386189"/>
                  </a:lnTo>
                  <a:lnTo>
                    <a:pt x="72466" y="386672"/>
                  </a:lnTo>
                  <a:lnTo>
                    <a:pt x="71517" y="387349"/>
                  </a:lnTo>
                  <a:lnTo>
                    <a:pt x="71052" y="388160"/>
                  </a:lnTo>
                  <a:lnTo>
                    <a:pt x="70388" y="389437"/>
                  </a:lnTo>
                  <a:lnTo>
                    <a:pt x="70232" y="391213"/>
                  </a:lnTo>
                  <a:lnTo>
                    <a:pt x="69912" y="392508"/>
                  </a:lnTo>
                  <a:lnTo>
                    <a:pt x="69453" y="390588"/>
                  </a:lnTo>
                  <a:lnTo>
                    <a:pt x="69157" y="389705"/>
                  </a:lnTo>
                  <a:lnTo>
                    <a:pt x="68815" y="390360"/>
                  </a:lnTo>
                  <a:lnTo>
                    <a:pt x="68330" y="390285"/>
                  </a:lnTo>
                  <a:lnTo>
                    <a:pt x="67455" y="388096"/>
                  </a:lnTo>
                  <a:lnTo>
                    <a:pt x="67061" y="390301"/>
                  </a:lnTo>
                  <a:lnTo>
                    <a:pt x="65614" y="390806"/>
                  </a:lnTo>
                  <a:lnTo>
                    <a:pt x="65432" y="389142"/>
                  </a:lnTo>
                  <a:lnTo>
                    <a:pt x="65396" y="387588"/>
                  </a:lnTo>
                  <a:lnTo>
                    <a:pt x="64601" y="388712"/>
                  </a:lnTo>
                  <a:lnTo>
                    <a:pt x="64029" y="386992"/>
                  </a:lnTo>
                  <a:lnTo>
                    <a:pt x="63772" y="384681"/>
                  </a:lnTo>
                  <a:lnTo>
                    <a:pt x="63551" y="384042"/>
                  </a:lnTo>
                  <a:lnTo>
                    <a:pt x="63299" y="383305"/>
                  </a:lnTo>
                  <a:lnTo>
                    <a:pt x="62699" y="382514"/>
                  </a:lnTo>
                  <a:lnTo>
                    <a:pt x="62162" y="380055"/>
                  </a:lnTo>
                  <a:lnTo>
                    <a:pt x="62113" y="377452"/>
                  </a:lnTo>
                  <a:lnTo>
                    <a:pt x="61963" y="374353"/>
                  </a:lnTo>
                  <a:lnTo>
                    <a:pt x="60836" y="362879"/>
                  </a:lnTo>
                  <a:lnTo>
                    <a:pt x="60154" y="361819"/>
                  </a:lnTo>
                  <a:lnTo>
                    <a:pt x="56332" y="359781"/>
                  </a:lnTo>
                  <a:lnTo>
                    <a:pt x="56132" y="357774"/>
                  </a:lnTo>
                  <a:lnTo>
                    <a:pt x="56398" y="352382"/>
                  </a:lnTo>
                  <a:lnTo>
                    <a:pt x="56290" y="348984"/>
                  </a:lnTo>
                  <a:lnTo>
                    <a:pt x="55053" y="344487"/>
                  </a:lnTo>
                  <a:lnTo>
                    <a:pt x="54706" y="341359"/>
                  </a:lnTo>
                  <a:lnTo>
                    <a:pt x="53694" y="338671"/>
                  </a:lnTo>
                  <a:lnTo>
                    <a:pt x="52691" y="337889"/>
                  </a:lnTo>
                  <a:lnTo>
                    <a:pt x="51680" y="338241"/>
                  </a:lnTo>
                  <a:lnTo>
                    <a:pt x="51134" y="339304"/>
                  </a:lnTo>
                  <a:lnTo>
                    <a:pt x="50835" y="341096"/>
                  </a:lnTo>
                  <a:lnTo>
                    <a:pt x="53000" y="340679"/>
                  </a:lnTo>
                  <a:lnTo>
                    <a:pt x="53488" y="341339"/>
                  </a:lnTo>
                  <a:lnTo>
                    <a:pt x="54070" y="342513"/>
                  </a:lnTo>
                  <a:lnTo>
                    <a:pt x="53447" y="342468"/>
                  </a:lnTo>
                  <a:lnTo>
                    <a:pt x="52730" y="341909"/>
                  </a:lnTo>
                  <a:lnTo>
                    <a:pt x="51830" y="341950"/>
                  </a:lnTo>
                  <a:lnTo>
                    <a:pt x="48455" y="343272"/>
                  </a:lnTo>
                  <a:lnTo>
                    <a:pt x="46494" y="345174"/>
                  </a:lnTo>
                  <a:lnTo>
                    <a:pt x="43866" y="344611"/>
                  </a:lnTo>
                  <a:lnTo>
                    <a:pt x="40550" y="346479"/>
                  </a:lnTo>
                  <a:lnTo>
                    <a:pt x="37813" y="346590"/>
                  </a:lnTo>
                  <a:lnTo>
                    <a:pt x="36682" y="350232"/>
                  </a:lnTo>
                  <a:lnTo>
                    <a:pt x="36057" y="349576"/>
                  </a:lnTo>
                  <a:lnTo>
                    <a:pt x="35574" y="348678"/>
                  </a:lnTo>
                  <a:lnTo>
                    <a:pt x="31808" y="345819"/>
                  </a:lnTo>
                  <a:lnTo>
                    <a:pt x="31547" y="344622"/>
                  </a:lnTo>
                  <a:lnTo>
                    <a:pt x="30917" y="343765"/>
                  </a:lnTo>
                  <a:lnTo>
                    <a:pt x="30224" y="345295"/>
                  </a:lnTo>
                  <a:lnTo>
                    <a:pt x="29727" y="345550"/>
                  </a:lnTo>
                  <a:lnTo>
                    <a:pt x="27663" y="344269"/>
                  </a:lnTo>
                  <a:lnTo>
                    <a:pt x="26084" y="345236"/>
                  </a:lnTo>
                  <a:lnTo>
                    <a:pt x="25498" y="346880"/>
                  </a:lnTo>
                  <a:lnTo>
                    <a:pt x="25457" y="349442"/>
                  </a:lnTo>
                  <a:lnTo>
                    <a:pt x="23480" y="348947"/>
                  </a:lnTo>
                  <a:lnTo>
                    <a:pt x="22367" y="348140"/>
                  </a:lnTo>
                  <a:lnTo>
                    <a:pt x="20877" y="349033"/>
                  </a:lnTo>
                  <a:lnTo>
                    <a:pt x="17510" y="347847"/>
                  </a:lnTo>
                  <a:lnTo>
                    <a:pt x="16623" y="348144"/>
                  </a:lnTo>
                  <a:lnTo>
                    <a:pt x="15394" y="349843"/>
                  </a:lnTo>
                  <a:lnTo>
                    <a:pt x="14880" y="351164"/>
                  </a:lnTo>
                  <a:lnTo>
                    <a:pt x="14151" y="351685"/>
                  </a:lnTo>
                  <a:lnTo>
                    <a:pt x="13510" y="349840"/>
                  </a:lnTo>
                  <a:lnTo>
                    <a:pt x="13029" y="349027"/>
                  </a:lnTo>
                  <a:lnTo>
                    <a:pt x="12582" y="349566"/>
                  </a:lnTo>
                  <a:lnTo>
                    <a:pt x="11979" y="351082"/>
                  </a:lnTo>
                  <a:lnTo>
                    <a:pt x="10234" y="351792"/>
                  </a:lnTo>
                  <a:lnTo>
                    <a:pt x="8655" y="351588"/>
                  </a:lnTo>
                  <a:lnTo>
                    <a:pt x="6955" y="350166"/>
                  </a:lnTo>
                  <a:lnTo>
                    <a:pt x="7157" y="349693"/>
                  </a:lnTo>
                  <a:lnTo>
                    <a:pt x="7422" y="347217"/>
                  </a:lnTo>
                  <a:lnTo>
                    <a:pt x="7659" y="338397"/>
                  </a:lnTo>
                  <a:lnTo>
                    <a:pt x="7960" y="335212"/>
                  </a:lnTo>
                  <a:lnTo>
                    <a:pt x="7868" y="333472"/>
                  </a:lnTo>
                  <a:lnTo>
                    <a:pt x="7934" y="332949"/>
                  </a:lnTo>
                  <a:lnTo>
                    <a:pt x="8597" y="331409"/>
                  </a:lnTo>
                  <a:lnTo>
                    <a:pt x="8758" y="330751"/>
                  </a:lnTo>
                  <a:lnTo>
                    <a:pt x="9011" y="326245"/>
                  </a:lnTo>
                  <a:lnTo>
                    <a:pt x="9292" y="321239"/>
                  </a:lnTo>
                  <a:lnTo>
                    <a:pt x="9604" y="319447"/>
                  </a:lnTo>
                  <a:lnTo>
                    <a:pt x="9868" y="318959"/>
                  </a:lnTo>
                  <a:lnTo>
                    <a:pt x="11975" y="316718"/>
                  </a:lnTo>
                  <a:lnTo>
                    <a:pt x="12330" y="315219"/>
                  </a:lnTo>
                  <a:lnTo>
                    <a:pt x="13420" y="315573"/>
                  </a:lnTo>
                  <a:lnTo>
                    <a:pt x="13519" y="315212"/>
                  </a:lnTo>
                  <a:lnTo>
                    <a:pt x="13615" y="313491"/>
                  </a:lnTo>
                  <a:lnTo>
                    <a:pt x="14121" y="311618"/>
                  </a:lnTo>
                  <a:lnTo>
                    <a:pt x="14821" y="310088"/>
                  </a:lnTo>
                  <a:lnTo>
                    <a:pt x="15342" y="309545"/>
                  </a:lnTo>
                  <a:lnTo>
                    <a:pt x="17237" y="308581"/>
                  </a:lnTo>
                  <a:lnTo>
                    <a:pt x="18344" y="307236"/>
                  </a:lnTo>
                  <a:lnTo>
                    <a:pt x="18681" y="307096"/>
                  </a:lnTo>
                  <a:lnTo>
                    <a:pt x="21627" y="307438"/>
                  </a:lnTo>
                  <a:lnTo>
                    <a:pt x="22250" y="306923"/>
                  </a:lnTo>
                  <a:lnTo>
                    <a:pt x="22348" y="306455"/>
                  </a:lnTo>
                  <a:lnTo>
                    <a:pt x="22522" y="301372"/>
                  </a:lnTo>
                  <a:lnTo>
                    <a:pt x="23055" y="300570"/>
                  </a:lnTo>
                  <a:lnTo>
                    <a:pt x="23140" y="300142"/>
                  </a:lnTo>
                  <a:lnTo>
                    <a:pt x="22958" y="296628"/>
                  </a:lnTo>
                  <a:lnTo>
                    <a:pt x="23060" y="294278"/>
                  </a:lnTo>
                  <a:lnTo>
                    <a:pt x="23667" y="292893"/>
                  </a:lnTo>
                  <a:lnTo>
                    <a:pt x="23632" y="292098"/>
                  </a:lnTo>
                  <a:lnTo>
                    <a:pt x="23196" y="290430"/>
                  </a:lnTo>
                  <a:lnTo>
                    <a:pt x="22618" y="289365"/>
                  </a:lnTo>
                  <a:lnTo>
                    <a:pt x="22336" y="289113"/>
                  </a:lnTo>
                  <a:lnTo>
                    <a:pt x="19920" y="290120"/>
                  </a:lnTo>
                  <a:lnTo>
                    <a:pt x="18922" y="289794"/>
                  </a:lnTo>
                  <a:lnTo>
                    <a:pt x="18454" y="289180"/>
                  </a:lnTo>
                  <a:lnTo>
                    <a:pt x="18356" y="288725"/>
                  </a:lnTo>
                  <a:lnTo>
                    <a:pt x="18449" y="287703"/>
                  </a:lnTo>
                  <a:lnTo>
                    <a:pt x="18466" y="286032"/>
                  </a:lnTo>
                  <a:lnTo>
                    <a:pt x="18818" y="283438"/>
                  </a:lnTo>
                  <a:lnTo>
                    <a:pt x="18925" y="281887"/>
                  </a:lnTo>
                  <a:lnTo>
                    <a:pt x="18640" y="272918"/>
                  </a:lnTo>
                  <a:lnTo>
                    <a:pt x="18231" y="266964"/>
                  </a:lnTo>
                  <a:lnTo>
                    <a:pt x="18449" y="261054"/>
                  </a:lnTo>
                  <a:lnTo>
                    <a:pt x="18406" y="259828"/>
                  </a:lnTo>
                  <a:lnTo>
                    <a:pt x="18324" y="259552"/>
                  </a:lnTo>
                  <a:lnTo>
                    <a:pt x="18018" y="259555"/>
                  </a:lnTo>
                  <a:lnTo>
                    <a:pt x="16546" y="260076"/>
                  </a:lnTo>
                  <a:lnTo>
                    <a:pt x="15290" y="256273"/>
                  </a:lnTo>
                  <a:lnTo>
                    <a:pt x="14513" y="254769"/>
                  </a:lnTo>
                  <a:lnTo>
                    <a:pt x="12374" y="252876"/>
                  </a:lnTo>
                  <a:lnTo>
                    <a:pt x="11436" y="252515"/>
                  </a:lnTo>
                  <a:lnTo>
                    <a:pt x="10060" y="250875"/>
                  </a:lnTo>
                  <a:lnTo>
                    <a:pt x="8793" y="247295"/>
                  </a:lnTo>
                  <a:lnTo>
                    <a:pt x="7495" y="243633"/>
                  </a:lnTo>
                  <a:lnTo>
                    <a:pt x="6973" y="241290"/>
                  </a:lnTo>
                  <a:lnTo>
                    <a:pt x="6395" y="237297"/>
                  </a:lnTo>
                  <a:lnTo>
                    <a:pt x="4754" y="229645"/>
                  </a:lnTo>
                  <a:lnTo>
                    <a:pt x="4769" y="227671"/>
                  </a:lnTo>
                  <a:lnTo>
                    <a:pt x="4566" y="226465"/>
                  </a:lnTo>
                  <a:lnTo>
                    <a:pt x="2968" y="221439"/>
                  </a:lnTo>
                  <a:lnTo>
                    <a:pt x="1834" y="217872"/>
                  </a:lnTo>
                  <a:lnTo>
                    <a:pt x="0" y="212102"/>
                  </a:lnTo>
                  <a:lnTo>
                    <a:pt x="3663" y="215331"/>
                  </a:lnTo>
                  <a:lnTo>
                    <a:pt x="6519" y="217805"/>
                  </a:lnTo>
                  <a:lnTo>
                    <a:pt x="11128" y="221802"/>
                  </a:lnTo>
                  <a:lnTo>
                    <a:pt x="14709" y="224906"/>
                  </a:lnTo>
                  <a:lnTo>
                    <a:pt x="15701" y="225409"/>
                  </a:lnTo>
                  <a:lnTo>
                    <a:pt x="26189" y="222760"/>
                  </a:lnTo>
                  <a:lnTo>
                    <a:pt x="30068" y="224767"/>
                  </a:lnTo>
                  <a:lnTo>
                    <a:pt x="31296" y="225894"/>
                  </a:lnTo>
                  <a:lnTo>
                    <a:pt x="31481" y="225235"/>
                  </a:lnTo>
                  <a:lnTo>
                    <a:pt x="32002" y="223872"/>
                  </a:lnTo>
                  <a:lnTo>
                    <a:pt x="32905" y="222496"/>
                  </a:lnTo>
                  <a:lnTo>
                    <a:pt x="34132" y="221391"/>
                  </a:lnTo>
                  <a:lnTo>
                    <a:pt x="35356" y="220795"/>
                  </a:lnTo>
                  <a:lnTo>
                    <a:pt x="37110" y="220717"/>
                  </a:lnTo>
                  <a:lnTo>
                    <a:pt x="38300" y="220805"/>
                  </a:lnTo>
                  <a:lnTo>
                    <a:pt x="39181" y="221141"/>
                  </a:lnTo>
                  <a:lnTo>
                    <a:pt x="40878" y="220943"/>
                  </a:lnTo>
                  <a:lnTo>
                    <a:pt x="41695" y="220407"/>
                  </a:lnTo>
                  <a:lnTo>
                    <a:pt x="44488" y="218222"/>
                  </a:lnTo>
                  <a:lnTo>
                    <a:pt x="46365" y="216752"/>
                  </a:lnTo>
                  <a:lnTo>
                    <a:pt x="49205" y="214459"/>
                  </a:lnTo>
                  <a:lnTo>
                    <a:pt x="51276" y="212784"/>
                  </a:lnTo>
                  <a:lnTo>
                    <a:pt x="51797" y="211894"/>
                  </a:lnTo>
                  <a:lnTo>
                    <a:pt x="52332" y="210290"/>
                  </a:lnTo>
                  <a:lnTo>
                    <a:pt x="52586" y="208856"/>
                  </a:lnTo>
                  <a:lnTo>
                    <a:pt x="51950" y="206641"/>
                  </a:lnTo>
                  <a:lnTo>
                    <a:pt x="51866" y="204687"/>
                  </a:lnTo>
                  <a:lnTo>
                    <a:pt x="52283" y="202210"/>
                  </a:lnTo>
                  <a:lnTo>
                    <a:pt x="52510" y="198437"/>
                  </a:lnTo>
                  <a:lnTo>
                    <a:pt x="52467" y="193064"/>
                  </a:lnTo>
                  <a:lnTo>
                    <a:pt x="52332" y="189963"/>
                  </a:lnTo>
                  <a:lnTo>
                    <a:pt x="52908" y="184205"/>
                  </a:lnTo>
                  <a:lnTo>
                    <a:pt x="53392" y="180972"/>
                  </a:lnTo>
                  <a:lnTo>
                    <a:pt x="54355" y="179425"/>
                  </a:lnTo>
                  <a:lnTo>
                    <a:pt x="55023" y="178478"/>
                  </a:lnTo>
                  <a:lnTo>
                    <a:pt x="55302" y="177787"/>
                  </a:lnTo>
                  <a:lnTo>
                    <a:pt x="55575" y="177017"/>
                  </a:lnTo>
                  <a:lnTo>
                    <a:pt x="56605" y="172629"/>
                  </a:lnTo>
                  <a:lnTo>
                    <a:pt x="57546" y="170586"/>
                  </a:lnTo>
                  <a:lnTo>
                    <a:pt x="58460" y="169347"/>
                  </a:lnTo>
                  <a:lnTo>
                    <a:pt x="59454" y="169505"/>
                  </a:lnTo>
                  <a:lnTo>
                    <a:pt x="60302" y="171199"/>
                  </a:lnTo>
                  <a:lnTo>
                    <a:pt x="61949" y="171941"/>
                  </a:lnTo>
                  <a:lnTo>
                    <a:pt x="63541" y="171445"/>
                  </a:lnTo>
                  <a:lnTo>
                    <a:pt x="64921" y="170172"/>
                  </a:lnTo>
                  <a:lnTo>
                    <a:pt x="65547" y="169129"/>
                  </a:lnTo>
                  <a:lnTo>
                    <a:pt x="66281" y="168214"/>
                  </a:lnTo>
                  <a:lnTo>
                    <a:pt x="66239" y="167171"/>
                  </a:lnTo>
                  <a:lnTo>
                    <a:pt x="65408" y="166263"/>
                  </a:lnTo>
                  <a:lnTo>
                    <a:pt x="64932" y="164982"/>
                  </a:lnTo>
                  <a:lnTo>
                    <a:pt x="64746" y="163411"/>
                  </a:lnTo>
                  <a:lnTo>
                    <a:pt x="65213" y="162457"/>
                  </a:lnTo>
                  <a:lnTo>
                    <a:pt x="66300" y="162179"/>
                  </a:lnTo>
                  <a:lnTo>
                    <a:pt x="68966" y="158344"/>
                  </a:lnTo>
                  <a:lnTo>
                    <a:pt x="70052" y="155823"/>
                  </a:lnTo>
                  <a:lnTo>
                    <a:pt x="70349" y="154650"/>
                  </a:lnTo>
                  <a:lnTo>
                    <a:pt x="70858" y="154520"/>
                  </a:lnTo>
                  <a:lnTo>
                    <a:pt x="71876" y="155693"/>
                  </a:lnTo>
                  <a:lnTo>
                    <a:pt x="73062" y="156083"/>
                  </a:lnTo>
                  <a:lnTo>
                    <a:pt x="73807" y="154911"/>
                  </a:lnTo>
                  <a:lnTo>
                    <a:pt x="74547" y="154650"/>
                  </a:lnTo>
                  <a:lnTo>
                    <a:pt x="75273" y="155928"/>
                  </a:lnTo>
                  <a:lnTo>
                    <a:pt x="75662" y="157455"/>
                  </a:lnTo>
                  <a:lnTo>
                    <a:pt x="76322" y="159276"/>
                  </a:lnTo>
                  <a:lnTo>
                    <a:pt x="77155" y="159636"/>
                  </a:lnTo>
                  <a:lnTo>
                    <a:pt x="78159" y="158657"/>
                  </a:lnTo>
                  <a:lnTo>
                    <a:pt x="79214" y="156556"/>
                  </a:lnTo>
                  <a:lnTo>
                    <a:pt x="80212" y="153613"/>
                  </a:lnTo>
                  <a:lnTo>
                    <a:pt x="81100" y="150695"/>
                  </a:lnTo>
                  <a:lnTo>
                    <a:pt x="80881" y="141457"/>
                  </a:lnTo>
                  <a:lnTo>
                    <a:pt x="80735" y="136017"/>
                  </a:lnTo>
                  <a:lnTo>
                    <a:pt x="81202" y="133151"/>
                  </a:lnTo>
                  <a:lnTo>
                    <a:pt x="81871" y="131385"/>
                  </a:lnTo>
                  <a:lnTo>
                    <a:pt x="82312" y="128655"/>
                  </a:lnTo>
                  <a:lnTo>
                    <a:pt x="82304" y="126245"/>
                  </a:lnTo>
                  <a:lnTo>
                    <a:pt x="82771" y="124219"/>
                  </a:lnTo>
                  <a:lnTo>
                    <a:pt x="83237" y="118686"/>
                  </a:lnTo>
                  <a:lnTo>
                    <a:pt x="83873" y="117383"/>
                  </a:lnTo>
                  <a:lnTo>
                    <a:pt x="85180" y="116480"/>
                  </a:lnTo>
                  <a:lnTo>
                    <a:pt x="87260" y="115955"/>
                  </a:lnTo>
                  <a:lnTo>
                    <a:pt x="88896" y="113426"/>
                  </a:lnTo>
                  <a:lnTo>
                    <a:pt x="90539" y="110739"/>
                  </a:lnTo>
                  <a:lnTo>
                    <a:pt x="90760" y="108374"/>
                  </a:lnTo>
                  <a:lnTo>
                    <a:pt x="90141" y="105844"/>
                  </a:lnTo>
                  <a:lnTo>
                    <a:pt x="89318" y="100937"/>
                  </a:lnTo>
                  <a:lnTo>
                    <a:pt x="88573" y="98008"/>
                  </a:lnTo>
                  <a:lnTo>
                    <a:pt x="86760" y="92754"/>
                  </a:lnTo>
                  <a:lnTo>
                    <a:pt x="86967" y="89515"/>
                  </a:lnTo>
                  <a:lnTo>
                    <a:pt x="87978" y="88199"/>
                  </a:lnTo>
                  <a:lnTo>
                    <a:pt x="90466" y="90440"/>
                  </a:lnTo>
                  <a:lnTo>
                    <a:pt x="91159" y="90879"/>
                  </a:lnTo>
                  <a:lnTo>
                    <a:pt x="92025" y="91195"/>
                  </a:lnTo>
                  <a:lnTo>
                    <a:pt x="94316" y="91140"/>
                  </a:lnTo>
                  <a:lnTo>
                    <a:pt x="96185" y="90266"/>
                  </a:lnTo>
                  <a:lnTo>
                    <a:pt x="98138" y="88261"/>
                  </a:lnTo>
                  <a:lnTo>
                    <a:pt x="98520" y="86176"/>
                  </a:lnTo>
                  <a:lnTo>
                    <a:pt x="98498" y="83701"/>
                  </a:lnTo>
                  <a:lnTo>
                    <a:pt x="98530" y="81656"/>
                  </a:lnTo>
                  <a:lnTo>
                    <a:pt x="98562" y="78814"/>
                  </a:lnTo>
                  <a:lnTo>
                    <a:pt x="97863" y="76990"/>
                  </a:lnTo>
                  <a:lnTo>
                    <a:pt x="97439" y="75361"/>
                  </a:lnTo>
                  <a:lnTo>
                    <a:pt x="97312" y="74058"/>
                  </a:lnTo>
                  <a:lnTo>
                    <a:pt x="97799" y="73341"/>
                  </a:lnTo>
                  <a:lnTo>
                    <a:pt x="98273" y="72012"/>
                  </a:lnTo>
                  <a:lnTo>
                    <a:pt x="98731" y="69590"/>
                  </a:lnTo>
                  <a:lnTo>
                    <a:pt x="99813" y="66696"/>
                  </a:lnTo>
                  <a:lnTo>
                    <a:pt x="100470" y="64090"/>
                  </a:lnTo>
                  <a:lnTo>
                    <a:pt x="101085" y="62852"/>
                  </a:lnTo>
                  <a:lnTo>
                    <a:pt x="102017" y="61158"/>
                  </a:lnTo>
                  <a:lnTo>
                    <a:pt x="102613" y="58670"/>
                  </a:lnTo>
                  <a:lnTo>
                    <a:pt x="102886" y="57184"/>
                  </a:lnTo>
                  <a:lnTo>
                    <a:pt x="103426" y="55729"/>
                  </a:lnTo>
                  <a:lnTo>
                    <a:pt x="103607" y="54774"/>
                  </a:lnTo>
                  <a:lnTo>
                    <a:pt x="103461" y="53924"/>
                  </a:lnTo>
                  <a:lnTo>
                    <a:pt x="103192" y="52853"/>
                  </a:lnTo>
                  <a:lnTo>
                    <a:pt x="102886" y="51646"/>
                  </a:lnTo>
                  <a:lnTo>
                    <a:pt x="102886" y="50474"/>
                  </a:lnTo>
                  <a:lnTo>
                    <a:pt x="103141" y="49236"/>
                  </a:lnTo>
                  <a:lnTo>
                    <a:pt x="103416" y="48128"/>
                  </a:lnTo>
                  <a:lnTo>
                    <a:pt x="103289" y="46564"/>
                  </a:lnTo>
                  <a:lnTo>
                    <a:pt x="103141" y="44023"/>
                  </a:lnTo>
                  <a:lnTo>
                    <a:pt x="102632" y="42525"/>
                  </a:lnTo>
                  <a:lnTo>
                    <a:pt x="102291" y="39065"/>
                  </a:lnTo>
                  <a:lnTo>
                    <a:pt x="101752" y="35545"/>
                  </a:lnTo>
                  <a:lnTo>
                    <a:pt x="101464" y="34173"/>
                  </a:lnTo>
                  <a:lnTo>
                    <a:pt x="100938" y="32449"/>
                  </a:lnTo>
                  <a:lnTo>
                    <a:pt x="99759" y="30612"/>
                  </a:lnTo>
                  <a:lnTo>
                    <a:pt x="99421" y="29388"/>
                  </a:lnTo>
                  <a:lnTo>
                    <a:pt x="99881" y="27034"/>
                  </a:lnTo>
                  <a:lnTo>
                    <a:pt x="100647" y="25574"/>
                  </a:lnTo>
                  <a:lnTo>
                    <a:pt x="102096" y="21967"/>
                  </a:lnTo>
                  <a:lnTo>
                    <a:pt x="102890" y="19472"/>
                  </a:lnTo>
                  <a:lnTo>
                    <a:pt x="103607" y="17735"/>
                  </a:lnTo>
                  <a:lnTo>
                    <a:pt x="104529" y="18028"/>
                  </a:lnTo>
                  <a:lnTo>
                    <a:pt x="105070" y="17872"/>
                  </a:lnTo>
                  <a:lnTo>
                    <a:pt x="105547" y="16269"/>
                  </a:lnTo>
                  <a:lnTo>
                    <a:pt x="106493" y="14848"/>
                  </a:lnTo>
                  <a:lnTo>
                    <a:pt x="108175" y="11906"/>
                  </a:lnTo>
                  <a:lnTo>
                    <a:pt x="108763" y="9922"/>
                  </a:lnTo>
                  <a:lnTo>
                    <a:pt x="109657" y="8922"/>
                  </a:lnTo>
                  <a:lnTo>
                    <a:pt x="110399" y="8695"/>
                  </a:lnTo>
                  <a:lnTo>
                    <a:pt x="111401" y="8003"/>
                  </a:lnTo>
                  <a:lnTo>
                    <a:pt x="112364" y="6934"/>
                  </a:lnTo>
                  <a:lnTo>
                    <a:pt x="113244" y="6119"/>
                  </a:lnTo>
                  <a:lnTo>
                    <a:pt x="114622" y="5958"/>
                  </a:lnTo>
                  <a:lnTo>
                    <a:pt x="116809" y="5468"/>
                  </a:lnTo>
                  <a:lnTo>
                    <a:pt x="117992" y="4967"/>
                  </a:lnTo>
                  <a:lnTo>
                    <a:pt x="120822" y="4579"/>
                  </a:lnTo>
                  <a:lnTo>
                    <a:pt x="123905" y="4399"/>
                  </a:lnTo>
                  <a:lnTo>
                    <a:pt x="124264" y="4378"/>
                  </a:lnTo>
                  <a:lnTo>
                    <a:pt x="125597" y="5429"/>
                  </a:lnTo>
                  <a:lnTo>
                    <a:pt x="126501" y="6310"/>
                  </a:lnTo>
                  <a:lnTo>
                    <a:pt x="126857" y="6233"/>
                  </a:lnTo>
                  <a:lnTo>
                    <a:pt x="128355" y="4130"/>
                  </a:lnTo>
                  <a:lnTo>
                    <a:pt x="130627" y="1565"/>
                  </a:lnTo>
                  <a:lnTo>
                    <a:pt x="131688" y="428"/>
                  </a:lnTo>
                  <a:lnTo>
                    <a:pt x="132257" y="0"/>
                  </a:lnTo>
                  <a:lnTo>
                    <a:pt x="133138" y="27"/>
                  </a:lnTo>
                  <a:lnTo>
                    <a:pt x="133847" y="706"/>
                  </a:lnTo>
                  <a:lnTo>
                    <a:pt x="134570" y="1701"/>
                  </a:lnTo>
                  <a:lnTo>
                    <a:pt x="135032" y="2488"/>
                  </a:lnTo>
                  <a:lnTo>
                    <a:pt x="135608" y="2018"/>
                  </a:lnTo>
                  <a:lnTo>
                    <a:pt x="136615" y="1463"/>
                  </a:lnTo>
                  <a:lnTo>
                    <a:pt x="137493" y="1874"/>
                  </a:lnTo>
                  <a:lnTo>
                    <a:pt x="139430" y="3640"/>
                  </a:lnTo>
                  <a:lnTo>
                    <a:pt x="139720" y="4520"/>
                  </a:lnTo>
                  <a:lnTo>
                    <a:pt x="140175" y="8818"/>
                  </a:lnTo>
                  <a:lnTo>
                    <a:pt x="140521" y="9208"/>
                  </a:lnTo>
                  <a:lnTo>
                    <a:pt x="141612" y="8195"/>
                  </a:lnTo>
                  <a:lnTo>
                    <a:pt x="142511" y="8707"/>
                  </a:lnTo>
                  <a:lnTo>
                    <a:pt x="143520" y="10098"/>
                  </a:lnTo>
                  <a:lnTo>
                    <a:pt x="144174" y="11434"/>
                  </a:lnTo>
                  <a:lnTo>
                    <a:pt x="144604" y="12881"/>
                  </a:lnTo>
                  <a:lnTo>
                    <a:pt x="145066" y="15220"/>
                  </a:lnTo>
                  <a:lnTo>
                    <a:pt x="145247" y="17096"/>
                  </a:lnTo>
                  <a:lnTo>
                    <a:pt x="145464" y="19332"/>
                  </a:lnTo>
                  <a:lnTo>
                    <a:pt x="145409" y="25643"/>
                  </a:lnTo>
                  <a:lnTo>
                    <a:pt x="145077" y="26675"/>
                  </a:lnTo>
                  <a:lnTo>
                    <a:pt x="144796" y="28018"/>
                  </a:lnTo>
                  <a:lnTo>
                    <a:pt x="144867" y="29185"/>
                  </a:lnTo>
                  <a:lnTo>
                    <a:pt x="145183" y="30113"/>
                  </a:lnTo>
                  <a:lnTo>
                    <a:pt x="145811" y="30740"/>
                  </a:lnTo>
                  <a:lnTo>
                    <a:pt x="146392" y="31134"/>
                  </a:lnTo>
                  <a:lnTo>
                    <a:pt x="146704" y="32133"/>
                  </a:lnTo>
                  <a:lnTo>
                    <a:pt x="147132" y="35685"/>
                  </a:lnTo>
                  <a:lnTo>
                    <a:pt x="147420" y="36230"/>
                  </a:lnTo>
                  <a:lnTo>
                    <a:pt x="148130" y="36219"/>
                  </a:lnTo>
                  <a:lnTo>
                    <a:pt x="149419" y="35444"/>
                  </a:lnTo>
                  <a:lnTo>
                    <a:pt x="150537" y="34231"/>
                  </a:lnTo>
                  <a:lnTo>
                    <a:pt x="151010" y="33969"/>
                  </a:lnTo>
                  <a:lnTo>
                    <a:pt x="151127" y="37340"/>
                  </a:lnTo>
                  <a:lnTo>
                    <a:pt x="151785" y="38628"/>
                  </a:lnTo>
                  <a:lnTo>
                    <a:pt x="152705" y="4012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2035881" y="3408858"/>
              <a:ext cx="2454" cy="8690"/>
            </a:xfrm>
            <a:custGeom>
              <a:avLst/>
              <a:pathLst>
                <a:path w="2454" h="8690">
                  <a:moveTo>
                    <a:pt x="2454" y="8534"/>
                  </a:moveTo>
                  <a:lnTo>
                    <a:pt x="1927" y="8690"/>
                  </a:lnTo>
                  <a:lnTo>
                    <a:pt x="850" y="7424"/>
                  </a:lnTo>
                  <a:lnTo>
                    <a:pt x="62" y="4973"/>
                  </a:lnTo>
                  <a:lnTo>
                    <a:pt x="0" y="4179"/>
                  </a:lnTo>
                  <a:lnTo>
                    <a:pt x="15" y="3367"/>
                  </a:lnTo>
                  <a:lnTo>
                    <a:pt x="446" y="864"/>
                  </a:lnTo>
                  <a:lnTo>
                    <a:pt x="1021" y="0"/>
                  </a:lnTo>
                  <a:lnTo>
                    <a:pt x="1248" y="12"/>
                  </a:lnTo>
                  <a:lnTo>
                    <a:pt x="1799" y="2901"/>
                  </a:lnTo>
                  <a:lnTo>
                    <a:pt x="1424" y="4021"/>
                  </a:lnTo>
                  <a:lnTo>
                    <a:pt x="1575" y="5810"/>
                  </a:lnTo>
                  <a:lnTo>
                    <a:pt x="2356" y="713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2062137" y="3388937"/>
              <a:ext cx="597" cy="2540"/>
            </a:xfrm>
            <a:custGeom>
              <a:avLst/>
              <a:pathLst>
                <a:path w="597" h="2540">
                  <a:moveTo>
                    <a:pt x="597" y="1229"/>
                  </a:moveTo>
                  <a:lnTo>
                    <a:pt x="165" y="2540"/>
                  </a:lnTo>
                  <a:lnTo>
                    <a:pt x="0" y="129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2063700" y="3384078"/>
              <a:ext cx="1209" cy="6746"/>
            </a:xfrm>
            <a:custGeom>
              <a:avLst/>
              <a:pathLst>
                <a:path w="1209" h="6746">
                  <a:moveTo>
                    <a:pt x="640" y="5495"/>
                  </a:moveTo>
                  <a:lnTo>
                    <a:pt x="450" y="6746"/>
                  </a:lnTo>
                  <a:lnTo>
                    <a:pt x="0" y="3959"/>
                  </a:lnTo>
                  <a:lnTo>
                    <a:pt x="72" y="3240"/>
                  </a:lnTo>
                  <a:lnTo>
                    <a:pt x="41" y="721"/>
                  </a:lnTo>
                  <a:lnTo>
                    <a:pt x="470" y="59"/>
                  </a:lnTo>
                  <a:lnTo>
                    <a:pt x="785" y="0"/>
                  </a:lnTo>
                  <a:lnTo>
                    <a:pt x="1045" y="354"/>
                  </a:lnTo>
                  <a:lnTo>
                    <a:pt x="1209" y="3319"/>
                  </a:lnTo>
                  <a:lnTo>
                    <a:pt x="1074" y="466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2031429" y="3355367"/>
              <a:ext cx="848" cy="2889"/>
            </a:xfrm>
            <a:custGeom>
              <a:avLst/>
              <a:pathLst>
                <a:path w="848" h="2889">
                  <a:moveTo>
                    <a:pt x="848" y="1512"/>
                  </a:moveTo>
                  <a:lnTo>
                    <a:pt x="743" y="2889"/>
                  </a:lnTo>
                  <a:lnTo>
                    <a:pt x="0" y="406"/>
                  </a:lnTo>
                  <a:lnTo>
                    <a:pt x="441" y="0"/>
                  </a:lnTo>
                  <a:lnTo>
                    <a:pt x="599" y="4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2024645" y="3350463"/>
              <a:ext cx="56060" cy="70261"/>
            </a:xfrm>
            <a:custGeom>
              <a:avLst/>
              <a:pathLst>
                <a:path w="56060" h="70261">
                  <a:moveTo>
                    <a:pt x="54347" y="27762"/>
                  </a:moveTo>
                  <a:lnTo>
                    <a:pt x="54166" y="28165"/>
                  </a:lnTo>
                  <a:lnTo>
                    <a:pt x="53634" y="30494"/>
                  </a:lnTo>
                  <a:lnTo>
                    <a:pt x="53344" y="32486"/>
                  </a:lnTo>
                  <a:lnTo>
                    <a:pt x="54029" y="34590"/>
                  </a:lnTo>
                  <a:lnTo>
                    <a:pt x="54235" y="36823"/>
                  </a:lnTo>
                  <a:lnTo>
                    <a:pt x="54623" y="39250"/>
                  </a:lnTo>
                  <a:lnTo>
                    <a:pt x="55227" y="41687"/>
                  </a:lnTo>
                  <a:lnTo>
                    <a:pt x="55903" y="46213"/>
                  </a:lnTo>
                  <a:lnTo>
                    <a:pt x="56060" y="48028"/>
                  </a:lnTo>
                  <a:lnTo>
                    <a:pt x="55868" y="49208"/>
                  </a:lnTo>
                  <a:lnTo>
                    <a:pt x="55224" y="49928"/>
                  </a:lnTo>
                  <a:lnTo>
                    <a:pt x="54622" y="52045"/>
                  </a:lnTo>
                  <a:lnTo>
                    <a:pt x="54457" y="54629"/>
                  </a:lnTo>
                  <a:lnTo>
                    <a:pt x="54572" y="55906"/>
                  </a:lnTo>
                  <a:lnTo>
                    <a:pt x="52769" y="60031"/>
                  </a:lnTo>
                  <a:lnTo>
                    <a:pt x="52305" y="60716"/>
                  </a:lnTo>
                  <a:lnTo>
                    <a:pt x="51997" y="60082"/>
                  </a:lnTo>
                  <a:lnTo>
                    <a:pt x="51613" y="58011"/>
                  </a:lnTo>
                  <a:lnTo>
                    <a:pt x="51154" y="56339"/>
                  </a:lnTo>
                  <a:lnTo>
                    <a:pt x="50907" y="55756"/>
                  </a:lnTo>
                  <a:lnTo>
                    <a:pt x="50764" y="55729"/>
                  </a:lnTo>
                  <a:lnTo>
                    <a:pt x="50620" y="56114"/>
                  </a:lnTo>
                  <a:lnTo>
                    <a:pt x="50554" y="57023"/>
                  </a:lnTo>
                  <a:lnTo>
                    <a:pt x="50793" y="60897"/>
                  </a:lnTo>
                  <a:lnTo>
                    <a:pt x="50593" y="62471"/>
                  </a:lnTo>
                  <a:lnTo>
                    <a:pt x="49981" y="63679"/>
                  </a:lnTo>
                  <a:lnTo>
                    <a:pt x="49281" y="69987"/>
                  </a:lnTo>
                  <a:lnTo>
                    <a:pt x="49006" y="69189"/>
                  </a:lnTo>
                  <a:lnTo>
                    <a:pt x="46695" y="60695"/>
                  </a:lnTo>
                  <a:lnTo>
                    <a:pt x="44695" y="50172"/>
                  </a:lnTo>
                  <a:lnTo>
                    <a:pt x="44278" y="45412"/>
                  </a:lnTo>
                  <a:lnTo>
                    <a:pt x="44796" y="45130"/>
                  </a:lnTo>
                  <a:lnTo>
                    <a:pt x="45298" y="45236"/>
                  </a:lnTo>
                  <a:lnTo>
                    <a:pt x="45568" y="44502"/>
                  </a:lnTo>
                  <a:lnTo>
                    <a:pt x="45880" y="43118"/>
                  </a:lnTo>
                  <a:lnTo>
                    <a:pt x="45627" y="39899"/>
                  </a:lnTo>
                  <a:lnTo>
                    <a:pt x="46600" y="37455"/>
                  </a:lnTo>
                  <a:lnTo>
                    <a:pt x="46967" y="35806"/>
                  </a:lnTo>
                  <a:lnTo>
                    <a:pt x="47236" y="35998"/>
                  </a:lnTo>
                  <a:lnTo>
                    <a:pt x="47872" y="38800"/>
                  </a:lnTo>
                  <a:lnTo>
                    <a:pt x="48795" y="40410"/>
                  </a:lnTo>
                  <a:lnTo>
                    <a:pt x="49930" y="42748"/>
                  </a:lnTo>
                  <a:lnTo>
                    <a:pt x="50633" y="43277"/>
                  </a:lnTo>
                  <a:lnTo>
                    <a:pt x="49745" y="40826"/>
                  </a:lnTo>
                  <a:lnTo>
                    <a:pt x="48210" y="37600"/>
                  </a:lnTo>
                  <a:lnTo>
                    <a:pt x="47781" y="35480"/>
                  </a:lnTo>
                  <a:lnTo>
                    <a:pt x="47374" y="32529"/>
                  </a:lnTo>
                  <a:lnTo>
                    <a:pt x="46775" y="33808"/>
                  </a:lnTo>
                  <a:lnTo>
                    <a:pt x="46497" y="34883"/>
                  </a:lnTo>
                  <a:lnTo>
                    <a:pt x="46186" y="35494"/>
                  </a:lnTo>
                  <a:lnTo>
                    <a:pt x="45917" y="34761"/>
                  </a:lnTo>
                  <a:lnTo>
                    <a:pt x="45869" y="33808"/>
                  </a:lnTo>
                  <a:lnTo>
                    <a:pt x="44965" y="33622"/>
                  </a:lnTo>
                  <a:lnTo>
                    <a:pt x="44732" y="32757"/>
                  </a:lnTo>
                  <a:lnTo>
                    <a:pt x="44493" y="32273"/>
                  </a:lnTo>
                  <a:lnTo>
                    <a:pt x="44602" y="34112"/>
                  </a:lnTo>
                  <a:lnTo>
                    <a:pt x="44780" y="35249"/>
                  </a:lnTo>
                  <a:lnTo>
                    <a:pt x="44684" y="36618"/>
                  </a:lnTo>
                  <a:lnTo>
                    <a:pt x="44390" y="36715"/>
                  </a:lnTo>
                  <a:lnTo>
                    <a:pt x="44139" y="35297"/>
                  </a:lnTo>
                  <a:lnTo>
                    <a:pt x="43818" y="34016"/>
                  </a:lnTo>
                  <a:lnTo>
                    <a:pt x="43389" y="28653"/>
                  </a:lnTo>
                  <a:lnTo>
                    <a:pt x="42362" y="26125"/>
                  </a:lnTo>
                  <a:lnTo>
                    <a:pt x="41891" y="25284"/>
                  </a:lnTo>
                  <a:lnTo>
                    <a:pt x="41503" y="24966"/>
                  </a:lnTo>
                  <a:lnTo>
                    <a:pt x="40931" y="23248"/>
                  </a:lnTo>
                  <a:lnTo>
                    <a:pt x="40176" y="22329"/>
                  </a:lnTo>
                  <a:lnTo>
                    <a:pt x="39148" y="19659"/>
                  </a:lnTo>
                  <a:lnTo>
                    <a:pt x="37887" y="17749"/>
                  </a:lnTo>
                  <a:lnTo>
                    <a:pt x="36346" y="17072"/>
                  </a:lnTo>
                  <a:lnTo>
                    <a:pt x="34473" y="17488"/>
                  </a:lnTo>
                  <a:lnTo>
                    <a:pt x="33842" y="18550"/>
                  </a:lnTo>
                  <a:lnTo>
                    <a:pt x="33414" y="19898"/>
                  </a:lnTo>
                  <a:lnTo>
                    <a:pt x="33215" y="20524"/>
                  </a:lnTo>
                  <a:lnTo>
                    <a:pt x="32108" y="22069"/>
                  </a:lnTo>
                  <a:lnTo>
                    <a:pt x="31689" y="24304"/>
                  </a:lnTo>
                  <a:lnTo>
                    <a:pt x="31425" y="26188"/>
                  </a:lnTo>
                  <a:lnTo>
                    <a:pt x="30873" y="28326"/>
                  </a:lnTo>
                  <a:lnTo>
                    <a:pt x="31503" y="29618"/>
                  </a:lnTo>
                  <a:lnTo>
                    <a:pt x="27894" y="36882"/>
                  </a:lnTo>
                  <a:lnTo>
                    <a:pt x="27180" y="37937"/>
                  </a:lnTo>
                  <a:lnTo>
                    <a:pt x="25559" y="38682"/>
                  </a:lnTo>
                  <a:lnTo>
                    <a:pt x="25185" y="39459"/>
                  </a:lnTo>
                  <a:lnTo>
                    <a:pt x="24691" y="40895"/>
                  </a:lnTo>
                  <a:lnTo>
                    <a:pt x="24625" y="43079"/>
                  </a:lnTo>
                  <a:lnTo>
                    <a:pt x="24699" y="44938"/>
                  </a:lnTo>
                  <a:lnTo>
                    <a:pt x="25170" y="46370"/>
                  </a:lnTo>
                  <a:lnTo>
                    <a:pt x="25589" y="47274"/>
                  </a:lnTo>
                  <a:lnTo>
                    <a:pt x="26595" y="51598"/>
                  </a:lnTo>
                  <a:lnTo>
                    <a:pt x="28380" y="57053"/>
                  </a:lnTo>
                  <a:lnTo>
                    <a:pt x="28718" y="59040"/>
                  </a:lnTo>
                  <a:lnTo>
                    <a:pt x="28995" y="61988"/>
                  </a:lnTo>
                  <a:lnTo>
                    <a:pt x="28457" y="63371"/>
                  </a:lnTo>
                  <a:lnTo>
                    <a:pt x="28040" y="63956"/>
                  </a:lnTo>
                  <a:lnTo>
                    <a:pt x="26341" y="64186"/>
                  </a:lnTo>
                  <a:lnTo>
                    <a:pt x="25755" y="65367"/>
                  </a:lnTo>
                  <a:lnTo>
                    <a:pt x="25518" y="67170"/>
                  </a:lnTo>
                  <a:lnTo>
                    <a:pt x="24884" y="68639"/>
                  </a:lnTo>
                  <a:lnTo>
                    <a:pt x="22694" y="70095"/>
                  </a:lnTo>
                  <a:lnTo>
                    <a:pt x="20974" y="70261"/>
                  </a:lnTo>
                  <a:lnTo>
                    <a:pt x="20439" y="68574"/>
                  </a:lnTo>
                  <a:lnTo>
                    <a:pt x="20310" y="63836"/>
                  </a:lnTo>
                  <a:lnTo>
                    <a:pt x="19152" y="55750"/>
                  </a:lnTo>
                  <a:lnTo>
                    <a:pt x="18876" y="50177"/>
                  </a:lnTo>
                  <a:lnTo>
                    <a:pt x="18587" y="50869"/>
                  </a:lnTo>
                  <a:lnTo>
                    <a:pt x="17973" y="51517"/>
                  </a:lnTo>
                  <a:lnTo>
                    <a:pt x="17765" y="52902"/>
                  </a:lnTo>
                  <a:lnTo>
                    <a:pt x="17611" y="57013"/>
                  </a:lnTo>
                  <a:lnTo>
                    <a:pt x="17384" y="58415"/>
                  </a:lnTo>
                  <a:lnTo>
                    <a:pt x="16909" y="58281"/>
                  </a:lnTo>
                  <a:lnTo>
                    <a:pt x="15937" y="56809"/>
                  </a:lnTo>
                  <a:lnTo>
                    <a:pt x="14643" y="55453"/>
                  </a:lnTo>
                  <a:lnTo>
                    <a:pt x="12994" y="46744"/>
                  </a:lnTo>
                  <a:lnTo>
                    <a:pt x="12815" y="45105"/>
                  </a:lnTo>
                  <a:lnTo>
                    <a:pt x="12494" y="43150"/>
                  </a:lnTo>
                  <a:lnTo>
                    <a:pt x="11220" y="42326"/>
                  </a:lnTo>
                  <a:lnTo>
                    <a:pt x="10133" y="40859"/>
                  </a:lnTo>
                  <a:lnTo>
                    <a:pt x="8946" y="40632"/>
                  </a:lnTo>
                  <a:lnTo>
                    <a:pt x="8339" y="41458"/>
                  </a:lnTo>
                  <a:lnTo>
                    <a:pt x="7720" y="40407"/>
                  </a:lnTo>
                  <a:lnTo>
                    <a:pt x="7612" y="38024"/>
                  </a:lnTo>
                  <a:lnTo>
                    <a:pt x="6369" y="39093"/>
                  </a:lnTo>
                  <a:lnTo>
                    <a:pt x="4772" y="38722"/>
                  </a:lnTo>
                  <a:lnTo>
                    <a:pt x="3343" y="37701"/>
                  </a:lnTo>
                  <a:lnTo>
                    <a:pt x="2366" y="38246"/>
                  </a:lnTo>
                  <a:lnTo>
                    <a:pt x="1549" y="39935"/>
                  </a:lnTo>
                  <a:lnTo>
                    <a:pt x="1663" y="44274"/>
                  </a:lnTo>
                  <a:lnTo>
                    <a:pt x="1422" y="45127"/>
                  </a:lnTo>
                  <a:lnTo>
                    <a:pt x="1384" y="43356"/>
                  </a:lnTo>
                  <a:lnTo>
                    <a:pt x="1100" y="41316"/>
                  </a:lnTo>
                  <a:lnTo>
                    <a:pt x="758" y="39625"/>
                  </a:lnTo>
                  <a:lnTo>
                    <a:pt x="38" y="37877"/>
                  </a:lnTo>
                  <a:lnTo>
                    <a:pt x="0" y="37234"/>
                  </a:lnTo>
                  <a:lnTo>
                    <a:pt x="286" y="36347"/>
                  </a:lnTo>
                  <a:lnTo>
                    <a:pt x="1593" y="33814"/>
                  </a:lnTo>
                  <a:lnTo>
                    <a:pt x="1755" y="32755"/>
                  </a:lnTo>
                  <a:lnTo>
                    <a:pt x="1775" y="30550"/>
                  </a:lnTo>
                  <a:lnTo>
                    <a:pt x="1650" y="28442"/>
                  </a:lnTo>
                  <a:lnTo>
                    <a:pt x="1060" y="25338"/>
                  </a:lnTo>
                  <a:lnTo>
                    <a:pt x="1397" y="23418"/>
                  </a:lnTo>
                  <a:lnTo>
                    <a:pt x="2071" y="21878"/>
                  </a:lnTo>
                  <a:lnTo>
                    <a:pt x="2762" y="20662"/>
                  </a:lnTo>
                  <a:lnTo>
                    <a:pt x="2879" y="20146"/>
                  </a:lnTo>
                  <a:lnTo>
                    <a:pt x="2751" y="19092"/>
                  </a:lnTo>
                  <a:lnTo>
                    <a:pt x="2348" y="17953"/>
                  </a:lnTo>
                  <a:lnTo>
                    <a:pt x="1403" y="16015"/>
                  </a:lnTo>
                  <a:lnTo>
                    <a:pt x="836" y="15889"/>
                  </a:lnTo>
                  <a:lnTo>
                    <a:pt x="812" y="10311"/>
                  </a:lnTo>
                  <a:lnTo>
                    <a:pt x="841" y="4393"/>
                  </a:lnTo>
                  <a:lnTo>
                    <a:pt x="983" y="3806"/>
                  </a:lnTo>
                  <a:lnTo>
                    <a:pt x="1330" y="3452"/>
                  </a:lnTo>
                  <a:lnTo>
                    <a:pt x="1607" y="2552"/>
                  </a:lnTo>
                  <a:lnTo>
                    <a:pt x="1762" y="799"/>
                  </a:lnTo>
                  <a:lnTo>
                    <a:pt x="2175" y="178"/>
                  </a:lnTo>
                  <a:lnTo>
                    <a:pt x="2922" y="1529"/>
                  </a:lnTo>
                  <a:lnTo>
                    <a:pt x="3684" y="2718"/>
                  </a:lnTo>
                  <a:lnTo>
                    <a:pt x="3999" y="2322"/>
                  </a:lnTo>
                  <a:lnTo>
                    <a:pt x="4237" y="1744"/>
                  </a:lnTo>
                  <a:lnTo>
                    <a:pt x="4404" y="1171"/>
                  </a:lnTo>
                  <a:lnTo>
                    <a:pt x="4458" y="626"/>
                  </a:lnTo>
                  <a:lnTo>
                    <a:pt x="5066" y="2204"/>
                  </a:lnTo>
                  <a:lnTo>
                    <a:pt x="6311" y="5002"/>
                  </a:lnTo>
                  <a:lnTo>
                    <a:pt x="6385" y="6380"/>
                  </a:lnTo>
                  <a:lnTo>
                    <a:pt x="6267" y="7700"/>
                  </a:lnTo>
                  <a:lnTo>
                    <a:pt x="6610" y="11484"/>
                  </a:lnTo>
                  <a:lnTo>
                    <a:pt x="7257" y="12033"/>
                  </a:lnTo>
                  <a:lnTo>
                    <a:pt x="7906" y="11300"/>
                  </a:lnTo>
                  <a:lnTo>
                    <a:pt x="8067" y="11999"/>
                  </a:lnTo>
                  <a:lnTo>
                    <a:pt x="7947" y="12698"/>
                  </a:lnTo>
                  <a:lnTo>
                    <a:pt x="7612" y="13480"/>
                  </a:lnTo>
                  <a:lnTo>
                    <a:pt x="7528" y="16735"/>
                  </a:lnTo>
                  <a:lnTo>
                    <a:pt x="8595" y="18254"/>
                  </a:lnTo>
                  <a:lnTo>
                    <a:pt x="9127" y="19590"/>
                  </a:lnTo>
                  <a:lnTo>
                    <a:pt x="10894" y="18963"/>
                  </a:lnTo>
                  <a:lnTo>
                    <a:pt x="11545" y="19317"/>
                  </a:lnTo>
                  <a:lnTo>
                    <a:pt x="11989" y="18929"/>
                  </a:lnTo>
                  <a:lnTo>
                    <a:pt x="11496" y="16318"/>
                  </a:lnTo>
                  <a:lnTo>
                    <a:pt x="10836" y="14384"/>
                  </a:lnTo>
                  <a:lnTo>
                    <a:pt x="10890" y="13516"/>
                  </a:lnTo>
                  <a:lnTo>
                    <a:pt x="11391" y="14158"/>
                  </a:lnTo>
                  <a:lnTo>
                    <a:pt x="11774" y="15475"/>
                  </a:lnTo>
                  <a:lnTo>
                    <a:pt x="12643" y="17106"/>
                  </a:lnTo>
                  <a:lnTo>
                    <a:pt x="14244" y="22777"/>
                  </a:lnTo>
                  <a:lnTo>
                    <a:pt x="16079" y="24150"/>
                  </a:lnTo>
                  <a:lnTo>
                    <a:pt x="17531" y="23968"/>
                  </a:lnTo>
                  <a:lnTo>
                    <a:pt x="18883" y="23202"/>
                  </a:lnTo>
                  <a:lnTo>
                    <a:pt x="21041" y="20998"/>
                  </a:lnTo>
                  <a:lnTo>
                    <a:pt x="22600" y="17019"/>
                  </a:lnTo>
                  <a:lnTo>
                    <a:pt x="23846" y="15244"/>
                  </a:lnTo>
                  <a:lnTo>
                    <a:pt x="27881" y="11463"/>
                  </a:lnTo>
                  <a:lnTo>
                    <a:pt x="29315" y="7509"/>
                  </a:lnTo>
                  <a:lnTo>
                    <a:pt x="29920" y="6989"/>
                  </a:lnTo>
                  <a:lnTo>
                    <a:pt x="30497" y="6494"/>
                  </a:lnTo>
                  <a:lnTo>
                    <a:pt x="31765" y="3503"/>
                  </a:lnTo>
                  <a:lnTo>
                    <a:pt x="32447" y="1171"/>
                  </a:lnTo>
                  <a:lnTo>
                    <a:pt x="33167" y="0"/>
                  </a:lnTo>
                  <a:lnTo>
                    <a:pt x="35300" y="845"/>
                  </a:lnTo>
                  <a:lnTo>
                    <a:pt x="36683" y="1947"/>
                  </a:lnTo>
                  <a:lnTo>
                    <a:pt x="37638" y="1804"/>
                  </a:lnTo>
                  <a:lnTo>
                    <a:pt x="38557" y="2582"/>
                  </a:lnTo>
                  <a:lnTo>
                    <a:pt x="38957" y="4280"/>
                  </a:lnTo>
                  <a:lnTo>
                    <a:pt x="39374" y="5005"/>
                  </a:lnTo>
                  <a:lnTo>
                    <a:pt x="41631" y="4819"/>
                  </a:lnTo>
                  <a:lnTo>
                    <a:pt x="43482" y="5660"/>
                  </a:lnTo>
                  <a:lnTo>
                    <a:pt x="47535" y="10684"/>
                  </a:lnTo>
                  <a:lnTo>
                    <a:pt x="49957" y="15653"/>
                  </a:lnTo>
                  <a:lnTo>
                    <a:pt x="51242" y="2093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1588927" y="4352799"/>
              <a:ext cx="577" cy="2640"/>
            </a:xfrm>
            <a:custGeom>
              <a:avLst/>
              <a:pathLst>
                <a:path w="577" h="2640">
                  <a:moveTo>
                    <a:pt x="577" y="2190"/>
                  </a:moveTo>
                  <a:lnTo>
                    <a:pt x="482" y="2640"/>
                  </a:lnTo>
                  <a:lnTo>
                    <a:pt x="283" y="2259"/>
                  </a:lnTo>
                  <a:lnTo>
                    <a:pt x="76" y="1402"/>
                  </a:lnTo>
                  <a:lnTo>
                    <a:pt x="0" y="502"/>
                  </a:lnTo>
                  <a:lnTo>
                    <a:pt x="192" y="0"/>
                  </a:lnTo>
                  <a:lnTo>
                    <a:pt x="447" y="305"/>
                  </a:lnTo>
                  <a:lnTo>
                    <a:pt x="570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2040899" y="3635304"/>
              <a:ext cx="121625" cy="540861"/>
            </a:xfrm>
            <a:custGeom>
              <a:avLst/>
              <a:pathLst>
                <a:path w="121625" h="540861">
                  <a:moveTo>
                    <a:pt x="109314" y="123934"/>
                  </a:moveTo>
                  <a:lnTo>
                    <a:pt x="109255" y="125861"/>
                  </a:lnTo>
                  <a:lnTo>
                    <a:pt x="108948" y="126632"/>
                  </a:lnTo>
                  <a:lnTo>
                    <a:pt x="108473" y="126805"/>
                  </a:lnTo>
                  <a:lnTo>
                    <a:pt x="107748" y="125431"/>
                  </a:lnTo>
                  <a:lnTo>
                    <a:pt x="107217" y="125772"/>
                  </a:lnTo>
                  <a:lnTo>
                    <a:pt x="106687" y="125861"/>
                  </a:lnTo>
                  <a:lnTo>
                    <a:pt x="105939" y="124260"/>
                  </a:lnTo>
                  <a:lnTo>
                    <a:pt x="105682" y="122684"/>
                  </a:lnTo>
                  <a:lnTo>
                    <a:pt x="105096" y="121397"/>
                  </a:lnTo>
                  <a:lnTo>
                    <a:pt x="103884" y="121914"/>
                  </a:lnTo>
                  <a:lnTo>
                    <a:pt x="102885" y="121946"/>
                  </a:lnTo>
                  <a:lnTo>
                    <a:pt x="102049" y="121657"/>
                  </a:lnTo>
                  <a:lnTo>
                    <a:pt x="101300" y="122084"/>
                  </a:lnTo>
                  <a:lnTo>
                    <a:pt x="100660" y="123746"/>
                  </a:lnTo>
                  <a:lnTo>
                    <a:pt x="100183" y="125688"/>
                  </a:lnTo>
                  <a:lnTo>
                    <a:pt x="99625" y="127319"/>
                  </a:lnTo>
                  <a:lnTo>
                    <a:pt x="97986" y="128404"/>
                  </a:lnTo>
                  <a:lnTo>
                    <a:pt x="97113" y="128433"/>
                  </a:lnTo>
                  <a:lnTo>
                    <a:pt x="96327" y="129500"/>
                  </a:lnTo>
                  <a:lnTo>
                    <a:pt x="95159" y="129893"/>
                  </a:lnTo>
                  <a:lnTo>
                    <a:pt x="94360" y="130842"/>
                  </a:lnTo>
                  <a:lnTo>
                    <a:pt x="92947" y="131361"/>
                  </a:lnTo>
                  <a:lnTo>
                    <a:pt x="91251" y="131866"/>
                  </a:lnTo>
                  <a:lnTo>
                    <a:pt x="90305" y="133312"/>
                  </a:lnTo>
                  <a:lnTo>
                    <a:pt x="89928" y="133941"/>
                  </a:lnTo>
                  <a:lnTo>
                    <a:pt x="88965" y="135941"/>
                  </a:lnTo>
                  <a:lnTo>
                    <a:pt x="87290" y="139092"/>
                  </a:lnTo>
                  <a:lnTo>
                    <a:pt x="86367" y="140189"/>
                  </a:lnTo>
                  <a:lnTo>
                    <a:pt x="85250" y="143594"/>
                  </a:lnTo>
                  <a:lnTo>
                    <a:pt x="83910" y="146794"/>
                  </a:lnTo>
                  <a:lnTo>
                    <a:pt x="83041" y="148496"/>
                  </a:lnTo>
                  <a:lnTo>
                    <a:pt x="81761" y="149281"/>
                  </a:lnTo>
                  <a:lnTo>
                    <a:pt x="81231" y="150138"/>
                  </a:lnTo>
                  <a:lnTo>
                    <a:pt x="81034" y="151171"/>
                  </a:lnTo>
                  <a:lnTo>
                    <a:pt x="81147" y="152369"/>
                  </a:lnTo>
                  <a:lnTo>
                    <a:pt x="80931" y="155451"/>
                  </a:lnTo>
                  <a:lnTo>
                    <a:pt x="80540" y="161144"/>
                  </a:lnTo>
                  <a:lnTo>
                    <a:pt x="80431" y="163935"/>
                  </a:lnTo>
                  <a:lnTo>
                    <a:pt x="80338" y="165271"/>
                  </a:lnTo>
                  <a:lnTo>
                    <a:pt x="79491" y="169842"/>
                  </a:lnTo>
                  <a:lnTo>
                    <a:pt x="78579" y="174092"/>
                  </a:lnTo>
                  <a:lnTo>
                    <a:pt x="78132" y="176909"/>
                  </a:lnTo>
                  <a:lnTo>
                    <a:pt x="77880" y="178969"/>
                  </a:lnTo>
                  <a:lnTo>
                    <a:pt x="78160" y="180683"/>
                  </a:lnTo>
                  <a:lnTo>
                    <a:pt x="78533" y="183762"/>
                  </a:lnTo>
                  <a:lnTo>
                    <a:pt x="78844" y="186235"/>
                  </a:lnTo>
                  <a:lnTo>
                    <a:pt x="78931" y="187906"/>
                  </a:lnTo>
                  <a:lnTo>
                    <a:pt x="78824" y="189825"/>
                  </a:lnTo>
                  <a:lnTo>
                    <a:pt x="78439" y="191579"/>
                  </a:lnTo>
                  <a:lnTo>
                    <a:pt x="77834" y="192728"/>
                  </a:lnTo>
                  <a:lnTo>
                    <a:pt x="77016" y="193042"/>
                  </a:lnTo>
                  <a:lnTo>
                    <a:pt x="75339" y="196138"/>
                  </a:lnTo>
                  <a:lnTo>
                    <a:pt x="73468" y="200698"/>
                  </a:lnTo>
                  <a:lnTo>
                    <a:pt x="72857" y="202825"/>
                  </a:lnTo>
                  <a:lnTo>
                    <a:pt x="72682" y="204827"/>
                  </a:lnTo>
                  <a:lnTo>
                    <a:pt x="72409" y="207970"/>
                  </a:lnTo>
                  <a:lnTo>
                    <a:pt x="72521" y="209600"/>
                  </a:lnTo>
                  <a:lnTo>
                    <a:pt x="72856" y="210714"/>
                  </a:lnTo>
                  <a:lnTo>
                    <a:pt x="73191" y="213374"/>
                  </a:lnTo>
                  <a:lnTo>
                    <a:pt x="73219" y="214748"/>
                  </a:lnTo>
                  <a:lnTo>
                    <a:pt x="72940" y="215519"/>
                  </a:lnTo>
                  <a:lnTo>
                    <a:pt x="72409" y="215692"/>
                  </a:lnTo>
                  <a:lnTo>
                    <a:pt x="71935" y="215948"/>
                  </a:lnTo>
                  <a:lnTo>
                    <a:pt x="71572" y="216635"/>
                  </a:lnTo>
                  <a:lnTo>
                    <a:pt x="71210" y="216462"/>
                  </a:lnTo>
                  <a:lnTo>
                    <a:pt x="70874" y="216806"/>
                  </a:lnTo>
                  <a:lnTo>
                    <a:pt x="70874" y="217922"/>
                  </a:lnTo>
                  <a:lnTo>
                    <a:pt x="70986" y="219209"/>
                  </a:lnTo>
                  <a:lnTo>
                    <a:pt x="70930" y="220580"/>
                  </a:lnTo>
                  <a:lnTo>
                    <a:pt x="70707" y="221440"/>
                  </a:lnTo>
                  <a:lnTo>
                    <a:pt x="70512" y="222040"/>
                  </a:lnTo>
                  <a:lnTo>
                    <a:pt x="70707" y="222897"/>
                  </a:lnTo>
                  <a:lnTo>
                    <a:pt x="71042" y="223670"/>
                  </a:lnTo>
                  <a:lnTo>
                    <a:pt x="71544" y="224957"/>
                  </a:lnTo>
                  <a:lnTo>
                    <a:pt x="72242" y="227445"/>
                  </a:lnTo>
                  <a:lnTo>
                    <a:pt x="72772" y="227875"/>
                  </a:lnTo>
                  <a:lnTo>
                    <a:pt x="73219" y="228732"/>
                  </a:lnTo>
                  <a:lnTo>
                    <a:pt x="73275" y="230105"/>
                  </a:lnTo>
                  <a:lnTo>
                    <a:pt x="73108" y="231476"/>
                  </a:lnTo>
                  <a:lnTo>
                    <a:pt x="72716" y="232076"/>
                  </a:lnTo>
                  <a:lnTo>
                    <a:pt x="72689" y="233280"/>
                  </a:lnTo>
                  <a:lnTo>
                    <a:pt x="73219" y="234737"/>
                  </a:lnTo>
                  <a:lnTo>
                    <a:pt x="73582" y="235767"/>
                  </a:lnTo>
                  <a:lnTo>
                    <a:pt x="73945" y="237311"/>
                  </a:lnTo>
                  <a:lnTo>
                    <a:pt x="74280" y="239455"/>
                  </a:lnTo>
                  <a:lnTo>
                    <a:pt x="74280" y="240829"/>
                  </a:lnTo>
                  <a:lnTo>
                    <a:pt x="74642" y="242543"/>
                  </a:lnTo>
                  <a:lnTo>
                    <a:pt x="74866" y="244003"/>
                  </a:lnTo>
                  <a:lnTo>
                    <a:pt x="74866" y="245376"/>
                  </a:lnTo>
                  <a:lnTo>
                    <a:pt x="75452" y="246747"/>
                  </a:lnTo>
                  <a:lnTo>
                    <a:pt x="75954" y="247777"/>
                  </a:lnTo>
                  <a:lnTo>
                    <a:pt x="76317" y="248721"/>
                  </a:lnTo>
                  <a:lnTo>
                    <a:pt x="76680" y="249321"/>
                  </a:lnTo>
                  <a:lnTo>
                    <a:pt x="76764" y="250351"/>
                  </a:lnTo>
                  <a:lnTo>
                    <a:pt x="76715" y="251912"/>
                  </a:lnTo>
                  <a:lnTo>
                    <a:pt x="77237" y="254483"/>
                  </a:lnTo>
                  <a:lnTo>
                    <a:pt x="78192" y="256414"/>
                  </a:lnTo>
                  <a:lnTo>
                    <a:pt x="78967" y="259213"/>
                  </a:lnTo>
                  <a:lnTo>
                    <a:pt x="79467" y="261245"/>
                  </a:lnTo>
                  <a:lnTo>
                    <a:pt x="80395" y="264505"/>
                  </a:lnTo>
                  <a:lnTo>
                    <a:pt x="80430" y="268257"/>
                  </a:lnTo>
                  <a:lnTo>
                    <a:pt x="79281" y="272559"/>
                  </a:lnTo>
                  <a:lnTo>
                    <a:pt x="78132" y="276865"/>
                  </a:lnTo>
                  <a:lnTo>
                    <a:pt x="80013" y="276746"/>
                  </a:lnTo>
                  <a:lnTo>
                    <a:pt x="81931" y="276833"/>
                  </a:lnTo>
                  <a:lnTo>
                    <a:pt x="83938" y="278065"/>
                  </a:lnTo>
                  <a:lnTo>
                    <a:pt x="85291" y="279251"/>
                  </a:lnTo>
                  <a:lnTo>
                    <a:pt x="86115" y="279782"/>
                  </a:lnTo>
                  <a:lnTo>
                    <a:pt x="86701" y="281155"/>
                  </a:lnTo>
                  <a:lnTo>
                    <a:pt x="86980" y="283300"/>
                  </a:lnTo>
                  <a:lnTo>
                    <a:pt x="87203" y="285051"/>
                  </a:lnTo>
                  <a:lnTo>
                    <a:pt x="87259" y="287588"/>
                  </a:lnTo>
                  <a:lnTo>
                    <a:pt x="88097" y="289648"/>
                  </a:lnTo>
                  <a:lnTo>
                    <a:pt x="88037" y="291602"/>
                  </a:lnTo>
                  <a:lnTo>
                    <a:pt x="88013" y="294366"/>
                  </a:lnTo>
                  <a:lnTo>
                    <a:pt x="88384" y="294409"/>
                  </a:lnTo>
                  <a:lnTo>
                    <a:pt x="90841" y="294421"/>
                  </a:lnTo>
                  <a:lnTo>
                    <a:pt x="93527" y="294435"/>
                  </a:lnTo>
                  <a:lnTo>
                    <a:pt x="96109" y="293919"/>
                  </a:lnTo>
                  <a:lnTo>
                    <a:pt x="97085" y="293252"/>
                  </a:lnTo>
                  <a:lnTo>
                    <a:pt x="98264" y="289896"/>
                  </a:lnTo>
                  <a:lnTo>
                    <a:pt x="98971" y="288901"/>
                  </a:lnTo>
                  <a:lnTo>
                    <a:pt x="99653" y="287334"/>
                  </a:lnTo>
                  <a:lnTo>
                    <a:pt x="100482" y="284477"/>
                  </a:lnTo>
                  <a:lnTo>
                    <a:pt x="101139" y="283184"/>
                  </a:lnTo>
                  <a:lnTo>
                    <a:pt x="101694" y="281600"/>
                  </a:lnTo>
                  <a:lnTo>
                    <a:pt x="102521" y="280013"/>
                  </a:lnTo>
                  <a:lnTo>
                    <a:pt x="102863" y="278838"/>
                  </a:lnTo>
                  <a:lnTo>
                    <a:pt x="103142" y="278408"/>
                  </a:lnTo>
                  <a:lnTo>
                    <a:pt x="103784" y="277635"/>
                  </a:lnTo>
                  <a:lnTo>
                    <a:pt x="103505" y="279182"/>
                  </a:lnTo>
                  <a:lnTo>
                    <a:pt x="103292" y="280766"/>
                  </a:lnTo>
                  <a:lnTo>
                    <a:pt x="103226" y="283043"/>
                  </a:lnTo>
                  <a:lnTo>
                    <a:pt x="103533" y="285527"/>
                  </a:lnTo>
                  <a:lnTo>
                    <a:pt x="103277" y="287386"/>
                  </a:lnTo>
                  <a:lnTo>
                    <a:pt x="102863" y="289048"/>
                  </a:lnTo>
                  <a:lnTo>
                    <a:pt x="102856" y="293422"/>
                  </a:lnTo>
                  <a:lnTo>
                    <a:pt x="102847" y="299621"/>
                  </a:lnTo>
                  <a:lnTo>
                    <a:pt x="102839" y="304933"/>
                  </a:lnTo>
                  <a:lnTo>
                    <a:pt x="102830" y="311573"/>
                  </a:lnTo>
                  <a:lnTo>
                    <a:pt x="102818" y="319102"/>
                  </a:lnTo>
                  <a:lnTo>
                    <a:pt x="102811" y="324108"/>
                  </a:lnTo>
                  <a:lnTo>
                    <a:pt x="103251" y="323122"/>
                  </a:lnTo>
                  <a:lnTo>
                    <a:pt x="103859" y="322236"/>
                  </a:lnTo>
                  <a:lnTo>
                    <a:pt x="104651" y="324538"/>
                  </a:lnTo>
                  <a:lnTo>
                    <a:pt x="105215" y="325537"/>
                  </a:lnTo>
                  <a:lnTo>
                    <a:pt x="105698" y="325776"/>
                  </a:lnTo>
                  <a:lnTo>
                    <a:pt x="106194" y="325704"/>
                  </a:lnTo>
                  <a:lnTo>
                    <a:pt x="106870" y="325214"/>
                  </a:lnTo>
                  <a:lnTo>
                    <a:pt x="108348" y="323286"/>
                  </a:lnTo>
                  <a:lnTo>
                    <a:pt x="109367" y="321733"/>
                  </a:lnTo>
                  <a:lnTo>
                    <a:pt x="110526" y="321837"/>
                  </a:lnTo>
                  <a:lnTo>
                    <a:pt x="112120" y="322449"/>
                  </a:lnTo>
                  <a:lnTo>
                    <a:pt x="113037" y="322380"/>
                  </a:lnTo>
                  <a:lnTo>
                    <a:pt x="114239" y="328792"/>
                  </a:lnTo>
                  <a:lnTo>
                    <a:pt x="115119" y="333484"/>
                  </a:lnTo>
                  <a:lnTo>
                    <a:pt x="116122" y="338834"/>
                  </a:lnTo>
                  <a:lnTo>
                    <a:pt x="116929" y="343139"/>
                  </a:lnTo>
                  <a:lnTo>
                    <a:pt x="118156" y="349681"/>
                  </a:lnTo>
                  <a:lnTo>
                    <a:pt x="119215" y="355328"/>
                  </a:lnTo>
                  <a:lnTo>
                    <a:pt x="120343" y="361345"/>
                  </a:lnTo>
                  <a:lnTo>
                    <a:pt x="121625" y="368187"/>
                  </a:lnTo>
                  <a:lnTo>
                    <a:pt x="121213" y="369924"/>
                  </a:lnTo>
                  <a:lnTo>
                    <a:pt x="120879" y="371312"/>
                  </a:lnTo>
                  <a:lnTo>
                    <a:pt x="120916" y="373661"/>
                  </a:lnTo>
                  <a:lnTo>
                    <a:pt x="120409" y="374913"/>
                  </a:lnTo>
                  <a:lnTo>
                    <a:pt x="119872" y="375669"/>
                  </a:lnTo>
                  <a:lnTo>
                    <a:pt x="119237" y="377646"/>
                  </a:lnTo>
                  <a:lnTo>
                    <a:pt x="118805" y="379360"/>
                  </a:lnTo>
                  <a:lnTo>
                    <a:pt x="118787" y="381798"/>
                  </a:lnTo>
                  <a:lnTo>
                    <a:pt x="118866" y="394201"/>
                  </a:lnTo>
                  <a:lnTo>
                    <a:pt x="118759" y="397571"/>
                  </a:lnTo>
                  <a:lnTo>
                    <a:pt x="118431" y="400468"/>
                  </a:lnTo>
                  <a:lnTo>
                    <a:pt x="118092" y="401931"/>
                  </a:lnTo>
                  <a:lnTo>
                    <a:pt x="117887" y="403080"/>
                  </a:lnTo>
                  <a:lnTo>
                    <a:pt x="118378" y="405960"/>
                  </a:lnTo>
                  <a:lnTo>
                    <a:pt x="118847" y="411743"/>
                  </a:lnTo>
                  <a:lnTo>
                    <a:pt x="119201" y="412885"/>
                  </a:lnTo>
                  <a:lnTo>
                    <a:pt x="119641" y="415240"/>
                  </a:lnTo>
                  <a:lnTo>
                    <a:pt x="119841" y="417468"/>
                  </a:lnTo>
                  <a:lnTo>
                    <a:pt x="119750" y="418328"/>
                  </a:lnTo>
                  <a:lnTo>
                    <a:pt x="118871" y="419378"/>
                  </a:lnTo>
                  <a:lnTo>
                    <a:pt x="118556" y="420284"/>
                  </a:lnTo>
                  <a:lnTo>
                    <a:pt x="118473" y="423600"/>
                  </a:lnTo>
                  <a:lnTo>
                    <a:pt x="118092" y="424792"/>
                  </a:lnTo>
                  <a:lnTo>
                    <a:pt x="117449" y="426350"/>
                  </a:lnTo>
                  <a:lnTo>
                    <a:pt x="117036" y="428142"/>
                  </a:lnTo>
                  <a:lnTo>
                    <a:pt x="116684" y="429371"/>
                  </a:lnTo>
                  <a:lnTo>
                    <a:pt x="116341" y="430095"/>
                  </a:lnTo>
                  <a:lnTo>
                    <a:pt x="116174" y="432283"/>
                  </a:lnTo>
                  <a:lnTo>
                    <a:pt x="115946" y="434493"/>
                  </a:lnTo>
                  <a:lnTo>
                    <a:pt x="115144" y="435953"/>
                  </a:lnTo>
                  <a:lnTo>
                    <a:pt x="115007" y="438677"/>
                  </a:lnTo>
                  <a:lnTo>
                    <a:pt x="114997" y="440908"/>
                  </a:lnTo>
                  <a:lnTo>
                    <a:pt x="115420" y="443153"/>
                  </a:lnTo>
                  <a:lnTo>
                    <a:pt x="116801" y="447874"/>
                  </a:lnTo>
                  <a:lnTo>
                    <a:pt x="116942" y="448993"/>
                  </a:lnTo>
                  <a:lnTo>
                    <a:pt x="116155" y="451839"/>
                  </a:lnTo>
                  <a:lnTo>
                    <a:pt x="115697" y="453804"/>
                  </a:lnTo>
                  <a:lnTo>
                    <a:pt x="114576" y="459832"/>
                  </a:lnTo>
                  <a:lnTo>
                    <a:pt x="114553" y="460931"/>
                  </a:lnTo>
                  <a:lnTo>
                    <a:pt x="114832" y="463777"/>
                  </a:lnTo>
                  <a:lnTo>
                    <a:pt x="116508" y="475957"/>
                  </a:lnTo>
                  <a:lnTo>
                    <a:pt x="116792" y="476953"/>
                  </a:lnTo>
                  <a:lnTo>
                    <a:pt x="117310" y="478110"/>
                  </a:lnTo>
                  <a:lnTo>
                    <a:pt x="118155" y="477983"/>
                  </a:lnTo>
                  <a:lnTo>
                    <a:pt x="119431" y="479290"/>
                  </a:lnTo>
                  <a:lnTo>
                    <a:pt x="120053" y="480793"/>
                  </a:lnTo>
                  <a:lnTo>
                    <a:pt x="120111" y="481535"/>
                  </a:lnTo>
                  <a:lnTo>
                    <a:pt x="119967" y="482034"/>
                  </a:lnTo>
                  <a:lnTo>
                    <a:pt x="119291" y="483047"/>
                  </a:lnTo>
                  <a:lnTo>
                    <a:pt x="118540" y="484366"/>
                  </a:lnTo>
                  <a:lnTo>
                    <a:pt x="118283" y="485615"/>
                  </a:lnTo>
                  <a:lnTo>
                    <a:pt x="118231" y="487586"/>
                  </a:lnTo>
                  <a:lnTo>
                    <a:pt x="118401" y="490527"/>
                  </a:lnTo>
                  <a:lnTo>
                    <a:pt x="118075" y="491476"/>
                  </a:lnTo>
                  <a:lnTo>
                    <a:pt x="117326" y="492622"/>
                  </a:lnTo>
                  <a:lnTo>
                    <a:pt x="116679" y="494258"/>
                  </a:lnTo>
                  <a:lnTo>
                    <a:pt x="116031" y="496990"/>
                  </a:lnTo>
                  <a:lnTo>
                    <a:pt x="114932" y="501140"/>
                  </a:lnTo>
                  <a:lnTo>
                    <a:pt x="114551" y="502283"/>
                  </a:lnTo>
                  <a:lnTo>
                    <a:pt x="114386" y="503711"/>
                  </a:lnTo>
                  <a:lnTo>
                    <a:pt x="113761" y="504196"/>
                  </a:lnTo>
                  <a:lnTo>
                    <a:pt x="112592" y="507015"/>
                  </a:lnTo>
                  <a:lnTo>
                    <a:pt x="112392" y="508444"/>
                  </a:lnTo>
                  <a:lnTo>
                    <a:pt x="112583" y="509800"/>
                  </a:lnTo>
                  <a:lnTo>
                    <a:pt x="113179" y="510937"/>
                  </a:lnTo>
                  <a:lnTo>
                    <a:pt x="113582" y="512593"/>
                  </a:lnTo>
                  <a:lnTo>
                    <a:pt x="113687" y="514703"/>
                  </a:lnTo>
                  <a:lnTo>
                    <a:pt x="113688" y="516053"/>
                  </a:lnTo>
                  <a:lnTo>
                    <a:pt x="112962" y="518038"/>
                  </a:lnTo>
                  <a:lnTo>
                    <a:pt x="112016" y="520301"/>
                  </a:lnTo>
                  <a:lnTo>
                    <a:pt x="110850" y="520748"/>
                  </a:lnTo>
                  <a:lnTo>
                    <a:pt x="110408" y="521897"/>
                  </a:lnTo>
                  <a:lnTo>
                    <a:pt x="110510" y="524300"/>
                  </a:lnTo>
                  <a:lnTo>
                    <a:pt x="110885" y="527694"/>
                  </a:lnTo>
                  <a:lnTo>
                    <a:pt x="110884" y="530360"/>
                  </a:lnTo>
                  <a:lnTo>
                    <a:pt x="110527" y="533410"/>
                  </a:lnTo>
                  <a:lnTo>
                    <a:pt x="109694" y="536737"/>
                  </a:lnTo>
                  <a:lnTo>
                    <a:pt x="108418" y="539026"/>
                  </a:lnTo>
                  <a:lnTo>
                    <a:pt x="107219" y="540258"/>
                  </a:lnTo>
                  <a:lnTo>
                    <a:pt x="106272" y="540264"/>
                  </a:lnTo>
                  <a:lnTo>
                    <a:pt x="105357" y="540506"/>
                  </a:lnTo>
                  <a:lnTo>
                    <a:pt x="104965" y="540861"/>
                  </a:lnTo>
                  <a:lnTo>
                    <a:pt x="104260" y="538855"/>
                  </a:lnTo>
                  <a:lnTo>
                    <a:pt x="101127" y="532201"/>
                  </a:lnTo>
                  <a:lnTo>
                    <a:pt x="99933" y="528640"/>
                  </a:lnTo>
                  <a:lnTo>
                    <a:pt x="98828" y="526975"/>
                  </a:lnTo>
                  <a:lnTo>
                    <a:pt x="96133" y="521267"/>
                  </a:lnTo>
                  <a:lnTo>
                    <a:pt x="95864" y="519435"/>
                  </a:lnTo>
                  <a:lnTo>
                    <a:pt x="95532" y="513569"/>
                  </a:lnTo>
                  <a:lnTo>
                    <a:pt x="95182" y="511915"/>
                  </a:lnTo>
                  <a:lnTo>
                    <a:pt x="94256" y="509797"/>
                  </a:lnTo>
                  <a:lnTo>
                    <a:pt x="91927" y="506975"/>
                  </a:lnTo>
                  <a:lnTo>
                    <a:pt x="91024" y="505564"/>
                  </a:lnTo>
                  <a:lnTo>
                    <a:pt x="90077" y="502993"/>
                  </a:lnTo>
                  <a:lnTo>
                    <a:pt x="88689" y="501175"/>
                  </a:lnTo>
                  <a:lnTo>
                    <a:pt x="87176" y="497441"/>
                  </a:lnTo>
                  <a:lnTo>
                    <a:pt x="86274" y="494451"/>
                  </a:lnTo>
                  <a:lnTo>
                    <a:pt x="85262" y="492474"/>
                  </a:lnTo>
                  <a:lnTo>
                    <a:pt x="82126" y="489710"/>
                  </a:lnTo>
                  <a:lnTo>
                    <a:pt x="80551" y="486943"/>
                  </a:lnTo>
                  <a:lnTo>
                    <a:pt x="77609" y="483033"/>
                  </a:lnTo>
                  <a:lnTo>
                    <a:pt x="76299" y="480542"/>
                  </a:lnTo>
                  <a:lnTo>
                    <a:pt x="73149" y="477509"/>
                  </a:lnTo>
                  <a:lnTo>
                    <a:pt x="72214" y="476067"/>
                  </a:lnTo>
                  <a:lnTo>
                    <a:pt x="69117" y="468965"/>
                  </a:lnTo>
                  <a:lnTo>
                    <a:pt x="66946" y="466645"/>
                  </a:lnTo>
                  <a:lnTo>
                    <a:pt x="65197" y="462657"/>
                  </a:lnTo>
                  <a:lnTo>
                    <a:pt x="59915" y="454173"/>
                  </a:lnTo>
                  <a:lnTo>
                    <a:pt x="59086" y="451461"/>
                  </a:lnTo>
                  <a:lnTo>
                    <a:pt x="58278" y="447265"/>
                  </a:lnTo>
                  <a:lnTo>
                    <a:pt x="57105" y="444766"/>
                  </a:lnTo>
                  <a:lnTo>
                    <a:pt x="55787" y="439024"/>
                  </a:lnTo>
                  <a:lnTo>
                    <a:pt x="53826" y="435647"/>
                  </a:lnTo>
                  <a:lnTo>
                    <a:pt x="51940" y="431175"/>
                  </a:lnTo>
                  <a:lnTo>
                    <a:pt x="51243" y="427103"/>
                  </a:lnTo>
                  <a:lnTo>
                    <a:pt x="49992" y="421917"/>
                  </a:lnTo>
                  <a:lnTo>
                    <a:pt x="49620" y="419150"/>
                  </a:lnTo>
                  <a:lnTo>
                    <a:pt x="48526" y="416386"/>
                  </a:lnTo>
                  <a:lnTo>
                    <a:pt x="48448" y="410929"/>
                  </a:lnTo>
                  <a:lnTo>
                    <a:pt x="47685" y="408407"/>
                  </a:lnTo>
                  <a:lnTo>
                    <a:pt x="48233" y="407178"/>
                  </a:lnTo>
                  <a:lnTo>
                    <a:pt x="48812" y="406626"/>
                  </a:lnTo>
                  <a:lnTo>
                    <a:pt x="49536" y="398128"/>
                  </a:lnTo>
                  <a:lnTo>
                    <a:pt x="49154" y="393872"/>
                  </a:lnTo>
                  <a:lnTo>
                    <a:pt x="47196" y="386153"/>
                  </a:lnTo>
                  <a:lnTo>
                    <a:pt x="46476" y="382442"/>
                  </a:lnTo>
                  <a:lnTo>
                    <a:pt x="45966" y="377686"/>
                  </a:lnTo>
                  <a:lnTo>
                    <a:pt x="45179" y="374867"/>
                  </a:lnTo>
                  <a:lnTo>
                    <a:pt x="44017" y="368931"/>
                  </a:lnTo>
                  <a:lnTo>
                    <a:pt x="43304" y="363659"/>
                  </a:lnTo>
                  <a:lnTo>
                    <a:pt x="41747" y="359833"/>
                  </a:lnTo>
                  <a:lnTo>
                    <a:pt x="41324" y="358459"/>
                  </a:lnTo>
                  <a:lnTo>
                    <a:pt x="41088" y="356511"/>
                  </a:lnTo>
                  <a:lnTo>
                    <a:pt x="40222" y="355138"/>
                  </a:lnTo>
                  <a:lnTo>
                    <a:pt x="40175" y="351092"/>
                  </a:lnTo>
                  <a:lnTo>
                    <a:pt x="39572" y="343408"/>
                  </a:lnTo>
                  <a:lnTo>
                    <a:pt x="38711" y="339538"/>
                  </a:lnTo>
                  <a:lnTo>
                    <a:pt x="35603" y="332309"/>
                  </a:lnTo>
                  <a:lnTo>
                    <a:pt x="35551" y="329525"/>
                  </a:lnTo>
                  <a:lnTo>
                    <a:pt x="35304" y="324458"/>
                  </a:lnTo>
                  <a:lnTo>
                    <a:pt x="34614" y="318981"/>
                  </a:lnTo>
                  <a:lnTo>
                    <a:pt x="31159" y="301958"/>
                  </a:lnTo>
                  <a:lnTo>
                    <a:pt x="30292" y="296888"/>
                  </a:lnTo>
                  <a:lnTo>
                    <a:pt x="29427" y="288652"/>
                  </a:lnTo>
                  <a:lnTo>
                    <a:pt x="28649" y="283975"/>
                  </a:lnTo>
                  <a:lnTo>
                    <a:pt x="27792" y="275658"/>
                  </a:lnTo>
                  <a:lnTo>
                    <a:pt x="26500" y="269336"/>
                  </a:lnTo>
                  <a:lnTo>
                    <a:pt x="25687" y="263853"/>
                  </a:lnTo>
                  <a:lnTo>
                    <a:pt x="24822" y="257037"/>
                  </a:lnTo>
                  <a:lnTo>
                    <a:pt x="24749" y="253390"/>
                  </a:lnTo>
                  <a:lnTo>
                    <a:pt x="23180" y="247114"/>
                  </a:lnTo>
                  <a:lnTo>
                    <a:pt x="22345" y="241368"/>
                  </a:lnTo>
                  <a:lnTo>
                    <a:pt x="20882" y="236552"/>
                  </a:lnTo>
                  <a:lnTo>
                    <a:pt x="19455" y="232890"/>
                  </a:lnTo>
                  <a:lnTo>
                    <a:pt x="18836" y="230299"/>
                  </a:lnTo>
                  <a:lnTo>
                    <a:pt x="16802" y="217989"/>
                  </a:lnTo>
                  <a:lnTo>
                    <a:pt x="16524" y="214344"/>
                  </a:lnTo>
                  <a:lnTo>
                    <a:pt x="15138" y="207574"/>
                  </a:lnTo>
                  <a:lnTo>
                    <a:pt x="13766" y="202703"/>
                  </a:lnTo>
                  <a:lnTo>
                    <a:pt x="12898" y="198782"/>
                  </a:lnTo>
                  <a:lnTo>
                    <a:pt x="11789" y="195256"/>
                  </a:lnTo>
                  <a:lnTo>
                    <a:pt x="5047" y="184400"/>
                  </a:lnTo>
                  <a:lnTo>
                    <a:pt x="2674" y="179884"/>
                  </a:lnTo>
                  <a:lnTo>
                    <a:pt x="1870" y="177737"/>
                  </a:lnTo>
                  <a:lnTo>
                    <a:pt x="1500" y="174358"/>
                  </a:lnTo>
                  <a:lnTo>
                    <a:pt x="1656" y="172375"/>
                  </a:lnTo>
                  <a:lnTo>
                    <a:pt x="2353" y="170517"/>
                  </a:lnTo>
                  <a:lnTo>
                    <a:pt x="3316" y="171951"/>
                  </a:lnTo>
                  <a:lnTo>
                    <a:pt x="3902" y="171357"/>
                  </a:lnTo>
                  <a:lnTo>
                    <a:pt x="4363" y="168938"/>
                  </a:lnTo>
                  <a:lnTo>
                    <a:pt x="4371" y="165276"/>
                  </a:lnTo>
                  <a:lnTo>
                    <a:pt x="3782" y="160558"/>
                  </a:lnTo>
                  <a:lnTo>
                    <a:pt x="1624" y="151448"/>
                  </a:lnTo>
                  <a:lnTo>
                    <a:pt x="1787" y="149521"/>
                  </a:lnTo>
                  <a:lnTo>
                    <a:pt x="2193" y="147334"/>
                  </a:lnTo>
                  <a:lnTo>
                    <a:pt x="1360" y="142950"/>
                  </a:lnTo>
                  <a:lnTo>
                    <a:pt x="453" y="139441"/>
                  </a:lnTo>
                  <a:lnTo>
                    <a:pt x="0" y="136746"/>
                  </a:lnTo>
                  <a:lnTo>
                    <a:pt x="513" y="126485"/>
                  </a:lnTo>
                  <a:lnTo>
                    <a:pt x="1005" y="123885"/>
                  </a:lnTo>
                  <a:lnTo>
                    <a:pt x="4274" y="113465"/>
                  </a:lnTo>
                  <a:lnTo>
                    <a:pt x="5172" y="109015"/>
                  </a:lnTo>
                  <a:lnTo>
                    <a:pt x="6574" y="106271"/>
                  </a:lnTo>
                  <a:lnTo>
                    <a:pt x="8007" y="102072"/>
                  </a:lnTo>
                  <a:lnTo>
                    <a:pt x="9728" y="98875"/>
                  </a:lnTo>
                  <a:lnTo>
                    <a:pt x="9981" y="99423"/>
                  </a:lnTo>
                  <a:lnTo>
                    <a:pt x="10220" y="99960"/>
                  </a:lnTo>
                  <a:lnTo>
                    <a:pt x="10236" y="101036"/>
                  </a:lnTo>
                  <a:lnTo>
                    <a:pt x="10299" y="101965"/>
                  </a:lnTo>
                  <a:lnTo>
                    <a:pt x="10490" y="102843"/>
                  </a:lnTo>
                  <a:lnTo>
                    <a:pt x="10506" y="104456"/>
                  </a:lnTo>
                  <a:lnTo>
                    <a:pt x="10728" y="105532"/>
                  </a:lnTo>
                  <a:lnTo>
                    <a:pt x="10744" y="106753"/>
                  </a:lnTo>
                  <a:lnTo>
                    <a:pt x="10760" y="108415"/>
                  </a:lnTo>
                  <a:lnTo>
                    <a:pt x="10649" y="109246"/>
                  </a:lnTo>
                  <a:lnTo>
                    <a:pt x="10758" y="110689"/>
                  </a:lnTo>
                  <a:lnTo>
                    <a:pt x="11126" y="113349"/>
                  </a:lnTo>
                  <a:lnTo>
                    <a:pt x="10983" y="114180"/>
                  </a:lnTo>
                  <a:lnTo>
                    <a:pt x="10633" y="114717"/>
                  </a:lnTo>
                  <a:lnTo>
                    <a:pt x="10283" y="115450"/>
                  </a:lnTo>
                  <a:lnTo>
                    <a:pt x="9934" y="117112"/>
                  </a:lnTo>
                  <a:lnTo>
                    <a:pt x="9409" y="117063"/>
                  </a:lnTo>
                  <a:lnTo>
                    <a:pt x="8646" y="116330"/>
                  </a:lnTo>
                  <a:lnTo>
                    <a:pt x="8137" y="117259"/>
                  </a:lnTo>
                  <a:lnTo>
                    <a:pt x="7946" y="119017"/>
                  </a:lnTo>
                  <a:lnTo>
                    <a:pt x="8105" y="120483"/>
                  </a:lnTo>
                  <a:lnTo>
                    <a:pt x="8153" y="121853"/>
                  </a:lnTo>
                  <a:lnTo>
                    <a:pt x="8487" y="123025"/>
                  </a:lnTo>
                  <a:lnTo>
                    <a:pt x="9457" y="123123"/>
                  </a:lnTo>
                  <a:lnTo>
                    <a:pt x="8582" y="126886"/>
                  </a:lnTo>
                  <a:lnTo>
                    <a:pt x="8153" y="128594"/>
                  </a:lnTo>
                  <a:lnTo>
                    <a:pt x="8249" y="129670"/>
                  </a:lnTo>
                  <a:lnTo>
                    <a:pt x="8771" y="130597"/>
                  </a:lnTo>
                  <a:lnTo>
                    <a:pt x="9162" y="130663"/>
                  </a:lnTo>
                  <a:lnTo>
                    <a:pt x="10029" y="129278"/>
                  </a:lnTo>
                  <a:lnTo>
                    <a:pt x="10617" y="127275"/>
                  </a:lnTo>
                  <a:lnTo>
                    <a:pt x="10951" y="126153"/>
                  </a:lnTo>
                  <a:lnTo>
                    <a:pt x="11508" y="125711"/>
                  </a:lnTo>
                  <a:lnTo>
                    <a:pt x="12239" y="126641"/>
                  </a:lnTo>
                  <a:lnTo>
                    <a:pt x="13206" y="128496"/>
                  </a:lnTo>
                  <a:lnTo>
                    <a:pt x="14338" y="130138"/>
                  </a:lnTo>
                  <a:lnTo>
                    <a:pt x="14798" y="131038"/>
                  </a:lnTo>
                  <a:lnTo>
                    <a:pt x="15628" y="130779"/>
                  </a:lnTo>
                  <a:lnTo>
                    <a:pt x="16324" y="130403"/>
                  </a:lnTo>
                  <a:lnTo>
                    <a:pt x="16909" y="131754"/>
                  </a:lnTo>
                  <a:lnTo>
                    <a:pt x="17501" y="132894"/>
                  </a:lnTo>
                  <a:lnTo>
                    <a:pt x="17638" y="136778"/>
                  </a:lnTo>
                  <a:lnTo>
                    <a:pt x="18081" y="139603"/>
                  </a:lnTo>
                  <a:lnTo>
                    <a:pt x="18623" y="141784"/>
                  </a:lnTo>
                  <a:lnTo>
                    <a:pt x="19281" y="144379"/>
                  </a:lnTo>
                  <a:lnTo>
                    <a:pt x="19885" y="145259"/>
                  </a:lnTo>
                  <a:lnTo>
                    <a:pt x="20668" y="145276"/>
                  </a:lnTo>
                  <a:lnTo>
                    <a:pt x="21730" y="146234"/>
                  </a:lnTo>
                  <a:lnTo>
                    <a:pt x="22143" y="145599"/>
                  </a:lnTo>
                  <a:lnTo>
                    <a:pt x="22508" y="143793"/>
                  </a:lnTo>
                  <a:lnTo>
                    <a:pt x="22700" y="142766"/>
                  </a:lnTo>
                  <a:lnTo>
                    <a:pt x="23240" y="142327"/>
                  </a:lnTo>
                  <a:lnTo>
                    <a:pt x="23288" y="141152"/>
                  </a:lnTo>
                  <a:lnTo>
                    <a:pt x="23176" y="139736"/>
                  </a:lnTo>
                  <a:lnTo>
                    <a:pt x="23351" y="138073"/>
                  </a:lnTo>
                  <a:lnTo>
                    <a:pt x="23794" y="136613"/>
                  </a:lnTo>
                  <a:lnTo>
                    <a:pt x="24933" y="134475"/>
                  </a:lnTo>
                  <a:lnTo>
                    <a:pt x="25481" y="133581"/>
                  </a:lnTo>
                  <a:lnTo>
                    <a:pt x="25593" y="132259"/>
                  </a:lnTo>
                  <a:lnTo>
                    <a:pt x="25800" y="130502"/>
                  </a:lnTo>
                  <a:lnTo>
                    <a:pt x="25720" y="129523"/>
                  </a:lnTo>
                  <a:lnTo>
                    <a:pt x="25490" y="128308"/>
                  </a:lnTo>
                  <a:lnTo>
                    <a:pt x="25545" y="126591"/>
                  </a:lnTo>
                  <a:lnTo>
                    <a:pt x="25847" y="124295"/>
                  </a:lnTo>
                  <a:lnTo>
                    <a:pt x="26276" y="121611"/>
                  </a:lnTo>
                  <a:lnTo>
                    <a:pt x="26644" y="118191"/>
                  </a:lnTo>
                  <a:lnTo>
                    <a:pt x="26785" y="116575"/>
                  </a:lnTo>
                  <a:lnTo>
                    <a:pt x="27182" y="115548"/>
                  </a:lnTo>
                  <a:lnTo>
                    <a:pt x="27333" y="114068"/>
                  </a:lnTo>
                  <a:lnTo>
                    <a:pt x="27548" y="112325"/>
                  </a:lnTo>
                  <a:lnTo>
                    <a:pt x="28041" y="110368"/>
                  </a:lnTo>
                  <a:lnTo>
                    <a:pt x="28025" y="108268"/>
                  </a:lnTo>
                  <a:lnTo>
                    <a:pt x="28232" y="107338"/>
                  </a:lnTo>
                  <a:lnTo>
                    <a:pt x="28250" y="104990"/>
                  </a:lnTo>
                  <a:lnTo>
                    <a:pt x="28738" y="100156"/>
                  </a:lnTo>
                  <a:lnTo>
                    <a:pt x="28756" y="99155"/>
                  </a:lnTo>
                  <a:lnTo>
                    <a:pt x="28971" y="98886"/>
                  </a:lnTo>
                  <a:lnTo>
                    <a:pt x="29345" y="99204"/>
                  </a:lnTo>
                  <a:lnTo>
                    <a:pt x="29666" y="100300"/>
                  </a:lnTo>
                  <a:lnTo>
                    <a:pt x="29766" y="101377"/>
                  </a:lnTo>
                  <a:lnTo>
                    <a:pt x="29901" y="101867"/>
                  </a:lnTo>
                  <a:lnTo>
                    <a:pt x="30203" y="101769"/>
                  </a:lnTo>
                  <a:lnTo>
                    <a:pt x="30553" y="101157"/>
                  </a:lnTo>
                  <a:lnTo>
                    <a:pt x="30529" y="100182"/>
                  </a:lnTo>
                  <a:lnTo>
                    <a:pt x="30275" y="99227"/>
                  </a:lnTo>
                  <a:lnTo>
                    <a:pt x="30206" y="98656"/>
                  </a:lnTo>
                  <a:lnTo>
                    <a:pt x="30314" y="97761"/>
                  </a:lnTo>
                  <a:lnTo>
                    <a:pt x="30844" y="95802"/>
                  </a:lnTo>
                  <a:lnTo>
                    <a:pt x="31424" y="93525"/>
                  </a:lnTo>
                  <a:lnTo>
                    <a:pt x="32668" y="88801"/>
                  </a:lnTo>
                  <a:lnTo>
                    <a:pt x="33417" y="86871"/>
                  </a:lnTo>
                  <a:lnTo>
                    <a:pt x="35355" y="84825"/>
                  </a:lnTo>
                  <a:lnTo>
                    <a:pt x="36821" y="83275"/>
                  </a:lnTo>
                  <a:lnTo>
                    <a:pt x="38229" y="81789"/>
                  </a:lnTo>
                  <a:lnTo>
                    <a:pt x="40138" y="79662"/>
                  </a:lnTo>
                  <a:lnTo>
                    <a:pt x="42837" y="76655"/>
                  </a:lnTo>
                  <a:lnTo>
                    <a:pt x="44775" y="74488"/>
                  </a:lnTo>
                  <a:lnTo>
                    <a:pt x="46503" y="70639"/>
                  </a:lnTo>
                  <a:lnTo>
                    <a:pt x="47842" y="67655"/>
                  </a:lnTo>
                  <a:lnTo>
                    <a:pt x="48988" y="65072"/>
                  </a:lnTo>
                  <a:lnTo>
                    <a:pt x="50441" y="61797"/>
                  </a:lnTo>
                  <a:lnTo>
                    <a:pt x="52405" y="54716"/>
                  </a:lnTo>
                  <a:lnTo>
                    <a:pt x="53760" y="49830"/>
                  </a:lnTo>
                  <a:lnTo>
                    <a:pt x="54749" y="46261"/>
                  </a:lnTo>
                  <a:lnTo>
                    <a:pt x="55432" y="44013"/>
                  </a:lnTo>
                  <a:lnTo>
                    <a:pt x="55977" y="37662"/>
                  </a:lnTo>
                  <a:lnTo>
                    <a:pt x="56599" y="30419"/>
                  </a:lnTo>
                  <a:lnTo>
                    <a:pt x="56876" y="27198"/>
                  </a:lnTo>
                  <a:lnTo>
                    <a:pt x="56995" y="26079"/>
                  </a:lnTo>
                  <a:lnTo>
                    <a:pt x="57263" y="26549"/>
                  </a:lnTo>
                  <a:lnTo>
                    <a:pt x="57570" y="27334"/>
                  </a:lnTo>
                  <a:lnTo>
                    <a:pt x="57945" y="27371"/>
                  </a:lnTo>
                  <a:lnTo>
                    <a:pt x="58299" y="27334"/>
                  </a:lnTo>
                  <a:lnTo>
                    <a:pt x="58518" y="26892"/>
                  </a:lnTo>
                  <a:lnTo>
                    <a:pt x="58191" y="19661"/>
                  </a:lnTo>
                  <a:lnTo>
                    <a:pt x="58238" y="18088"/>
                  </a:lnTo>
                  <a:lnTo>
                    <a:pt x="58424" y="16204"/>
                  </a:lnTo>
                  <a:lnTo>
                    <a:pt x="58387" y="15177"/>
                  </a:lnTo>
                  <a:lnTo>
                    <a:pt x="57791" y="13734"/>
                  </a:lnTo>
                  <a:lnTo>
                    <a:pt x="56835" y="10848"/>
                  </a:lnTo>
                  <a:lnTo>
                    <a:pt x="56438" y="8274"/>
                  </a:lnTo>
                  <a:lnTo>
                    <a:pt x="56197" y="6104"/>
                  </a:lnTo>
                  <a:lnTo>
                    <a:pt x="55528" y="4679"/>
                  </a:lnTo>
                  <a:lnTo>
                    <a:pt x="54842" y="3423"/>
                  </a:lnTo>
                  <a:lnTo>
                    <a:pt x="54897" y="2396"/>
                  </a:lnTo>
                  <a:lnTo>
                    <a:pt x="55306" y="2396"/>
                  </a:lnTo>
                  <a:lnTo>
                    <a:pt x="56342" y="3409"/>
                  </a:lnTo>
                  <a:lnTo>
                    <a:pt x="57088" y="3080"/>
                  </a:lnTo>
                  <a:lnTo>
                    <a:pt x="57644" y="2967"/>
                  </a:lnTo>
                  <a:lnTo>
                    <a:pt x="58183" y="1914"/>
                  </a:lnTo>
                  <a:lnTo>
                    <a:pt x="58758" y="0"/>
                  </a:lnTo>
                  <a:lnTo>
                    <a:pt x="59148" y="0"/>
                  </a:lnTo>
                  <a:lnTo>
                    <a:pt x="59587" y="258"/>
                  </a:lnTo>
                  <a:lnTo>
                    <a:pt x="60392" y="2214"/>
                  </a:lnTo>
                  <a:lnTo>
                    <a:pt x="60870" y="3371"/>
                  </a:lnTo>
                  <a:lnTo>
                    <a:pt x="61443" y="4327"/>
                  </a:lnTo>
                  <a:lnTo>
                    <a:pt x="61986" y="4658"/>
                  </a:lnTo>
                  <a:lnTo>
                    <a:pt x="62480" y="4774"/>
                  </a:lnTo>
                  <a:lnTo>
                    <a:pt x="62823" y="4679"/>
                  </a:lnTo>
                  <a:lnTo>
                    <a:pt x="63028" y="5992"/>
                  </a:lnTo>
                  <a:lnTo>
                    <a:pt x="63269" y="7590"/>
                  </a:lnTo>
                  <a:lnTo>
                    <a:pt x="63882" y="8672"/>
                  </a:lnTo>
                  <a:lnTo>
                    <a:pt x="64606" y="9700"/>
                  </a:lnTo>
                  <a:lnTo>
                    <a:pt x="65195" y="11469"/>
                  </a:lnTo>
                  <a:lnTo>
                    <a:pt x="65591" y="12657"/>
                  </a:lnTo>
                  <a:lnTo>
                    <a:pt x="66059" y="14063"/>
                  </a:lnTo>
                  <a:lnTo>
                    <a:pt x="66514" y="15924"/>
                  </a:lnTo>
                  <a:lnTo>
                    <a:pt x="66927" y="19196"/>
                  </a:lnTo>
                  <a:lnTo>
                    <a:pt x="67136" y="21418"/>
                  </a:lnTo>
                  <a:lnTo>
                    <a:pt x="67372" y="22653"/>
                  </a:lnTo>
                  <a:lnTo>
                    <a:pt x="67316" y="23909"/>
                  </a:lnTo>
                  <a:lnTo>
                    <a:pt x="67802" y="26182"/>
                  </a:lnTo>
                  <a:lnTo>
                    <a:pt x="68163" y="27446"/>
                  </a:lnTo>
                  <a:lnTo>
                    <a:pt x="68794" y="28249"/>
                  </a:lnTo>
                  <a:lnTo>
                    <a:pt x="70008" y="29160"/>
                  </a:lnTo>
                  <a:lnTo>
                    <a:pt x="70658" y="31215"/>
                  </a:lnTo>
                  <a:lnTo>
                    <a:pt x="71234" y="32014"/>
                  </a:lnTo>
                  <a:lnTo>
                    <a:pt x="71847" y="34127"/>
                  </a:lnTo>
                  <a:lnTo>
                    <a:pt x="72385" y="34756"/>
                  </a:lnTo>
                  <a:lnTo>
                    <a:pt x="73072" y="34643"/>
                  </a:lnTo>
                  <a:lnTo>
                    <a:pt x="73759" y="35668"/>
                  </a:lnTo>
                  <a:lnTo>
                    <a:pt x="74278" y="37664"/>
                  </a:lnTo>
                  <a:lnTo>
                    <a:pt x="74612" y="40175"/>
                  </a:lnTo>
                  <a:lnTo>
                    <a:pt x="75133" y="41603"/>
                  </a:lnTo>
                  <a:lnTo>
                    <a:pt x="75393" y="44172"/>
                  </a:lnTo>
                  <a:lnTo>
                    <a:pt x="75095" y="47193"/>
                  </a:lnTo>
                  <a:lnTo>
                    <a:pt x="75374" y="48794"/>
                  </a:lnTo>
                  <a:lnTo>
                    <a:pt x="75912" y="50104"/>
                  </a:lnTo>
                  <a:lnTo>
                    <a:pt x="76785" y="51478"/>
                  </a:lnTo>
                  <a:lnTo>
                    <a:pt x="77583" y="51135"/>
                  </a:lnTo>
                  <a:lnTo>
                    <a:pt x="77992" y="51591"/>
                  </a:lnTo>
                  <a:lnTo>
                    <a:pt x="78251" y="52849"/>
                  </a:lnTo>
                  <a:lnTo>
                    <a:pt x="78400" y="54329"/>
                  </a:lnTo>
                  <a:lnTo>
                    <a:pt x="78749" y="57962"/>
                  </a:lnTo>
                  <a:lnTo>
                    <a:pt x="78929" y="60259"/>
                  </a:lnTo>
                  <a:lnTo>
                    <a:pt x="78605" y="62484"/>
                  </a:lnTo>
                  <a:lnTo>
                    <a:pt x="78485" y="64022"/>
                  </a:lnTo>
                  <a:lnTo>
                    <a:pt x="78660" y="66085"/>
                  </a:lnTo>
                  <a:lnTo>
                    <a:pt x="79490" y="67084"/>
                  </a:lnTo>
                  <a:lnTo>
                    <a:pt x="80244" y="67903"/>
                  </a:lnTo>
                  <a:lnTo>
                    <a:pt x="80711" y="69508"/>
                  </a:lnTo>
                  <a:lnTo>
                    <a:pt x="81230" y="69935"/>
                  </a:lnTo>
                  <a:lnTo>
                    <a:pt x="81960" y="69845"/>
                  </a:lnTo>
                  <a:lnTo>
                    <a:pt x="82893" y="69453"/>
                  </a:lnTo>
                  <a:lnTo>
                    <a:pt x="83412" y="68532"/>
                  </a:lnTo>
                  <a:lnTo>
                    <a:pt x="83747" y="68255"/>
                  </a:lnTo>
                  <a:lnTo>
                    <a:pt x="84118" y="68653"/>
                  </a:lnTo>
                  <a:lnTo>
                    <a:pt x="84945" y="69536"/>
                  </a:lnTo>
                  <a:lnTo>
                    <a:pt x="85955" y="70538"/>
                  </a:lnTo>
                  <a:lnTo>
                    <a:pt x="86867" y="69958"/>
                  </a:lnTo>
                  <a:lnTo>
                    <a:pt x="87658" y="69698"/>
                  </a:lnTo>
                  <a:lnTo>
                    <a:pt x="88443" y="69112"/>
                  </a:lnTo>
                  <a:lnTo>
                    <a:pt x="89241" y="67456"/>
                  </a:lnTo>
                  <a:lnTo>
                    <a:pt x="89910" y="67514"/>
                  </a:lnTo>
                  <a:lnTo>
                    <a:pt x="90408" y="66394"/>
                  </a:lnTo>
                  <a:lnTo>
                    <a:pt x="91034" y="64593"/>
                  </a:lnTo>
                  <a:lnTo>
                    <a:pt x="91655" y="62778"/>
                  </a:lnTo>
                  <a:lnTo>
                    <a:pt x="92138" y="62377"/>
                  </a:lnTo>
                  <a:lnTo>
                    <a:pt x="92917" y="63246"/>
                  </a:lnTo>
                  <a:lnTo>
                    <a:pt x="93994" y="64489"/>
                  </a:lnTo>
                  <a:lnTo>
                    <a:pt x="94603" y="66114"/>
                  </a:lnTo>
                  <a:lnTo>
                    <a:pt x="95071" y="66544"/>
                  </a:lnTo>
                  <a:lnTo>
                    <a:pt x="95556" y="67736"/>
                  </a:lnTo>
                  <a:lnTo>
                    <a:pt x="96487" y="67759"/>
                  </a:lnTo>
                  <a:lnTo>
                    <a:pt x="97484" y="67115"/>
                  </a:lnTo>
                  <a:lnTo>
                    <a:pt x="98282" y="65116"/>
                  </a:lnTo>
                  <a:lnTo>
                    <a:pt x="99110" y="64536"/>
                  </a:lnTo>
                  <a:lnTo>
                    <a:pt x="99675" y="63976"/>
                  </a:lnTo>
                  <a:lnTo>
                    <a:pt x="100194" y="64322"/>
                  </a:lnTo>
                  <a:lnTo>
                    <a:pt x="102205" y="67970"/>
                  </a:lnTo>
                  <a:lnTo>
                    <a:pt x="102756" y="69854"/>
                  </a:lnTo>
                  <a:lnTo>
                    <a:pt x="103450" y="70223"/>
                  </a:lnTo>
                  <a:lnTo>
                    <a:pt x="104018" y="71253"/>
                  </a:lnTo>
                  <a:lnTo>
                    <a:pt x="104965" y="72364"/>
                  </a:lnTo>
                  <a:lnTo>
                    <a:pt x="105485" y="73504"/>
                  </a:lnTo>
                  <a:lnTo>
                    <a:pt x="106154" y="74191"/>
                  </a:lnTo>
                  <a:lnTo>
                    <a:pt x="106636" y="75787"/>
                  </a:lnTo>
                  <a:lnTo>
                    <a:pt x="107402" y="76771"/>
                  </a:lnTo>
                  <a:lnTo>
                    <a:pt x="108064" y="77313"/>
                  </a:lnTo>
                  <a:lnTo>
                    <a:pt x="108364" y="78597"/>
                  </a:lnTo>
                  <a:lnTo>
                    <a:pt x="108366" y="79457"/>
                  </a:lnTo>
                  <a:lnTo>
                    <a:pt x="108274" y="80032"/>
                  </a:lnTo>
                  <a:lnTo>
                    <a:pt x="107572" y="83396"/>
                  </a:lnTo>
                  <a:lnTo>
                    <a:pt x="106197" y="89993"/>
                  </a:lnTo>
                  <a:lnTo>
                    <a:pt x="104958" y="95931"/>
                  </a:lnTo>
                  <a:lnTo>
                    <a:pt x="103009" y="105278"/>
                  </a:lnTo>
                  <a:lnTo>
                    <a:pt x="101919" y="110507"/>
                  </a:lnTo>
                  <a:lnTo>
                    <a:pt x="102197" y="110726"/>
                  </a:lnTo>
                  <a:lnTo>
                    <a:pt x="103894" y="113014"/>
                  </a:lnTo>
                  <a:lnTo>
                    <a:pt x="104315" y="113101"/>
                  </a:lnTo>
                  <a:lnTo>
                    <a:pt x="104938" y="112518"/>
                  </a:lnTo>
                  <a:lnTo>
                    <a:pt x="105340" y="111606"/>
                  </a:lnTo>
                  <a:lnTo>
                    <a:pt x="105722" y="111476"/>
                  </a:lnTo>
                  <a:lnTo>
                    <a:pt x="106117" y="112359"/>
                  </a:lnTo>
                  <a:lnTo>
                    <a:pt x="106676" y="113496"/>
                  </a:lnTo>
                  <a:lnTo>
                    <a:pt x="107079" y="116818"/>
                  </a:lnTo>
                  <a:lnTo>
                    <a:pt x="107375" y="118445"/>
                  </a:lnTo>
                  <a:lnTo>
                    <a:pt x="108075" y="119686"/>
                  </a:lnTo>
                  <a:lnTo>
                    <a:pt x="108821" y="12174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3974766" y="3476275"/>
              <a:ext cx="4123" cy="8270"/>
            </a:xfrm>
            <a:custGeom>
              <a:avLst/>
              <a:pathLst>
                <a:path w="4123" h="8270">
                  <a:moveTo>
                    <a:pt x="4123" y="2467"/>
                  </a:moveTo>
                  <a:lnTo>
                    <a:pt x="3862" y="4250"/>
                  </a:lnTo>
                  <a:lnTo>
                    <a:pt x="3558" y="5075"/>
                  </a:lnTo>
                  <a:lnTo>
                    <a:pt x="3158" y="4609"/>
                  </a:lnTo>
                  <a:lnTo>
                    <a:pt x="2853" y="3684"/>
                  </a:lnTo>
                  <a:lnTo>
                    <a:pt x="2683" y="5055"/>
                  </a:lnTo>
                  <a:lnTo>
                    <a:pt x="1843" y="5583"/>
                  </a:lnTo>
                  <a:lnTo>
                    <a:pt x="1313" y="7698"/>
                  </a:lnTo>
                  <a:lnTo>
                    <a:pt x="538" y="8270"/>
                  </a:lnTo>
                  <a:lnTo>
                    <a:pt x="0" y="7994"/>
                  </a:lnTo>
                  <a:lnTo>
                    <a:pt x="56" y="6114"/>
                  </a:lnTo>
                  <a:lnTo>
                    <a:pt x="1549" y="3299"/>
                  </a:lnTo>
                  <a:lnTo>
                    <a:pt x="2482" y="2259"/>
                  </a:lnTo>
                  <a:lnTo>
                    <a:pt x="3304" y="226"/>
                  </a:lnTo>
                  <a:lnTo>
                    <a:pt x="3715" y="0"/>
                  </a:lnTo>
                  <a:lnTo>
                    <a:pt x="3921" y="165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3984908" y="3453939"/>
              <a:ext cx="5174" cy="6678"/>
            </a:xfrm>
            <a:custGeom>
              <a:avLst/>
              <a:pathLst>
                <a:path w="5174" h="6678">
                  <a:moveTo>
                    <a:pt x="2720" y="601"/>
                  </a:moveTo>
                  <a:lnTo>
                    <a:pt x="3244" y="2732"/>
                  </a:lnTo>
                  <a:lnTo>
                    <a:pt x="3904" y="2178"/>
                  </a:lnTo>
                  <a:lnTo>
                    <a:pt x="4952" y="2774"/>
                  </a:lnTo>
                  <a:lnTo>
                    <a:pt x="5174" y="3885"/>
                  </a:lnTo>
                  <a:lnTo>
                    <a:pt x="5140" y="4614"/>
                  </a:lnTo>
                  <a:lnTo>
                    <a:pt x="4019" y="6678"/>
                  </a:lnTo>
                  <a:lnTo>
                    <a:pt x="3285" y="4529"/>
                  </a:lnTo>
                  <a:lnTo>
                    <a:pt x="1986" y="5997"/>
                  </a:lnTo>
                  <a:lnTo>
                    <a:pt x="1366" y="5113"/>
                  </a:lnTo>
                  <a:lnTo>
                    <a:pt x="521" y="5904"/>
                  </a:lnTo>
                  <a:lnTo>
                    <a:pt x="0" y="4236"/>
                  </a:lnTo>
                  <a:lnTo>
                    <a:pt x="210" y="2631"/>
                  </a:lnTo>
                  <a:lnTo>
                    <a:pt x="155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3993871" y="3434888"/>
              <a:ext cx="4949" cy="9638"/>
            </a:xfrm>
            <a:custGeom>
              <a:avLst/>
              <a:pathLst>
                <a:path w="4949" h="9638">
                  <a:moveTo>
                    <a:pt x="2732" y="9231"/>
                  </a:moveTo>
                  <a:lnTo>
                    <a:pt x="1756" y="9638"/>
                  </a:lnTo>
                  <a:lnTo>
                    <a:pt x="1446" y="9600"/>
                  </a:lnTo>
                  <a:lnTo>
                    <a:pt x="684" y="6593"/>
                  </a:lnTo>
                  <a:lnTo>
                    <a:pt x="613" y="5259"/>
                  </a:lnTo>
                  <a:lnTo>
                    <a:pt x="0" y="3752"/>
                  </a:lnTo>
                  <a:lnTo>
                    <a:pt x="224" y="2265"/>
                  </a:lnTo>
                  <a:lnTo>
                    <a:pt x="1021" y="1905"/>
                  </a:lnTo>
                  <a:lnTo>
                    <a:pt x="2399" y="0"/>
                  </a:lnTo>
                  <a:lnTo>
                    <a:pt x="4608" y="3008"/>
                  </a:lnTo>
                  <a:lnTo>
                    <a:pt x="4949" y="4091"/>
                  </a:lnTo>
                  <a:lnTo>
                    <a:pt x="4259" y="4755"/>
                  </a:lnTo>
                  <a:lnTo>
                    <a:pt x="3771" y="761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4031117" y="3421744"/>
              <a:ext cx="976" cy="8267"/>
            </a:xfrm>
            <a:custGeom>
              <a:avLst/>
              <a:pathLst>
                <a:path w="976" h="8267">
                  <a:moveTo>
                    <a:pt x="976" y="6583"/>
                  </a:moveTo>
                  <a:lnTo>
                    <a:pt x="826" y="8267"/>
                  </a:lnTo>
                  <a:lnTo>
                    <a:pt x="235" y="4301"/>
                  </a:lnTo>
                  <a:lnTo>
                    <a:pt x="0" y="3319"/>
                  </a:lnTo>
                  <a:lnTo>
                    <a:pt x="302" y="0"/>
                  </a:lnTo>
                  <a:lnTo>
                    <a:pt x="965" y="162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4003368" y="3414420"/>
              <a:ext cx="1456" cy="3510"/>
            </a:xfrm>
            <a:custGeom>
              <a:avLst/>
              <a:pathLst>
                <a:path w="1456" h="3510">
                  <a:moveTo>
                    <a:pt x="1350" y="717"/>
                  </a:moveTo>
                  <a:lnTo>
                    <a:pt x="1456" y="1408"/>
                  </a:lnTo>
                  <a:lnTo>
                    <a:pt x="1413" y="2138"/>
                  </a:lnTo>
                  <a:lnTo>
                    <a:pt x="413" y="3510"/>
                  </a:lnTo>
                  <a:lnTo>
                    <a:pt x="77" y="3469"/>
                  </a:lnTo>
                  <a:lnTo>
                    <a:pt x="0" y="1183"/>
                  </a:lnTo>
                  <a:lnTo>
                    <a:pt x="245" y="145"/>
                  </a:lnTo>
                  <a:lnTo>
                    <a:pt x="717" y="1066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3947348" y="3395635"/>
              <a:ext cx="1060" cy="7730"/>
            </a:xfrm>
            <a:custGeom>
              <a:avLst/>
              <a:pathLst>
                <a:path w="1060" h="7730">
                  <a:moveTo>
                    <a:pt x="1060" y="5488"/>
                  </a:moveTo>
                  <a:lnTo>
                    <a:pt x="565" y="7730"/>
                  </a:lnTo>
                  <a:lnTo>
                    <a:pt x="0" y="5147"/>
                  </a:lnTo>
                  <a:lnTo>
                    <a:pt x="60" y="1551"/>
                  </a:lnTo>
                  <a:lnTo>
                    <a:pt x="231" y="549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3950259" y="3388370"/>
              <a:ext cx="797" cy="3663"/>
            </a:xfrm>
            <a:custGeom>
              <a:avLst/>
              <a:pathLst>
                <a:path w="797" h="3663">
                  <a:moveTo>
                    <a:pt x="797" y="2965"/>
                  </a:moveTo>
                  <a:lnTo>
                    <a:pt x="141" y="3663"/>
                  </a:lnTo>
                  <a:lnTo>
                    <a:pt x="0" y="1816"/>
                  </a:lnTo>
                  <a:lnTo>
                    <a:pt x="82" y="0"/>
                  </a:lnTo>
                  <a:lnTo>
                    <a:pt x="551" y="191"/>
                  </a:lnTo>
                  <a:lnTo>
                    <a:pt x="782" y="7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4021081" y="3360943"/>
              <a:ext cx="1610" cy="4729"/>
            </a:xfrm>
            <a:custGeom>
              <a:avLst/>
              <a:pathLst>
                <a:path w="1610" h="4729">
                  <a:moveTo>
                    <a:pt x="1610" y="2970"/>
                  </a:moveTo>
                  <a:lnTo>
                    <a:pt x="1334" y="4729"/>
                  </a:lnTo>
                  <a:lnTo>
                    <a:pt x="257" y="3275"/>
                  </a:lnTo>
                  <a:lnTo>
                    <a:pt x="0" y="2011"/>
                  </a:lnTo>
                  <a:lnTo>
                    <a:pt x="136" y="512"/>
                  </a:lnTo>
                  <a:lnTo>
                    <a:pt x="663" y="4"/>
                  </a:lnTo>
                  <a:lnTo>
                    <a:pt x="939" y="0"/>
                  </a:lnTo>
                  <a:lnTo>
                    <a:pt x="1453" y="15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6"/>
            <p:cNvSpPr/>
            <p:nvPr/>
          </p:nvSpPr>
          <p:spPr>
            <a:xfrm>
              <a:off x="4010067" y="3359891"/>
              <a:ext cx="2045" cy="5184"/>
            </a:xfrm>
            <a:custGeom>
              <a:avLst/>
              <a:pathLst>
                <a:path w="2045" h="5184">
                  <a:moveTo>
                    <a:pt x="1963" y="1224"/>
                  </a:moveTo>
                  <a:lnTo>
                    <a:pt x="2045" y="4290"/>
                  </a:lnTo>
                  <a:lnTo>
                    <a:pt x="1163" y="5184"/>
                  </a:lnTo>
                  <a:lnTo>
                    <a:pt x="454" y="4403"/>
                  </a:lnTo>
                  <a:lnTo>
                    <a:pt x="0" y="2561"/>
                  </a:lnTo>
                  <a:lnTo>
                    <a:pt x="0" y="1868"/>
                  </a:lnTo>
                  <a:lnTo>
                    <a:pt x="400" y="1926"/>
                  </a:lnTo>
                  <a:lnTo>
                    <a:pt x="1274" y="310"/>
                  </a:lnTo>
                  <a:lnTo>
                    <a:pt x="155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g1137"/>
            <p:cNvSpPr/>
            <p:nvPr/>
          </p:nvSpPr>
          <p:spPr>
            <a:xfrm>
              <a:off x="4033415" y="3345698"/>
              <a:ext cx="681" cy="5647"/>
            </a:xfrm>
            <a:custGeom>
              <a:avLst/>
              <a:pathLst>
                <a:path w="681" h="5647">
                  <a:moveTo>
                    <a:pt x="465" y="4891"/>
                  </a:moveTo>
                  <a:lnTo>
                    <a:pt x="292" y="5647"/>
                  </a:lnTo>
                  <a:lnTo>
                    <a:pt x="0" y="4065"/>
                  </a:lnTo>
                  <a:lnTo>
                    <a:pt x="254" y="587"/>
                  </a:lnTo>
                  <a:lnTo>
                    <a:pt x="439" y="0"/>
                  </a:lnTo>
                  <a:lnTo>
                    <a:pt x="681" y="22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g1138"/>
            <p:cNvSpPr/>
            <p:nvPr/>
          </p:nvSpPr>
          <p:spPr>
            <a:xfrm>
              <a:off x="3994789" y="3345697"/>
              <a:ext cx="45079" cy="122928"/>
            </a:xfrm>
            <a:custGeom>
              <a:avLst/>
              <a:pathLst>
                <a:path w="45079" h="122928">
                  <a:moveTo>
                    <a:pt x="39432" y="12947"/>
                  </a:moveTo>
                  <a:lnTo>
                    <a:pt x="40217" y="14726"/>
                  </a:lnTo>
                  <a:lnTo>
                    <a:pt x="41234" y="14255"/>
                  </a:lnTo>
                  <a:lnTo>
                    <a:pt x="41221" y="18740"/>
                  </a:lnTo>
                  <a:lnTo>
                    <a:pt x="41385" y="20050"/>
                  </a:lnTo>
                  <a:lnTo>
                    <a:pt x="42303" y="23848"/>
                  </a:lnTo>
                  <a:lnTo>
                    <a:pt x="42447" y="27019"/>
                  </a:lnTo>
                  <a:lnTo>
                    <a:pt x="41903" y="29997"/>
                  </a:lnTo>
                  <a:lnTo>
                    <a:pt x="41492" y="31405"/>
                  </a:lnTo>
                  <a:lnTo>
                    <a:pt x="40736" y="33444"/>
                  </a:lnTo>
                  <a:lnTo>
                    <a:pt x="40717" y="34379"/>
                  </a:lnTo>
                  <a:lnTo>
                    <a:pt x="41039" y="35431"/>
                  </a:lnTo>
                  <a:lnTo>
                    <a:pt x="42089" y="36044"/>
                  </a:lnTo>
                  <a:lnTo>
                    <a:pt x="42887" y="37682"/>
                  </a:lnTo>
                  <a:lnTo>
                    <a:pt x="43026" y="42325"/>
                  </a:lnTo>
                  <a:lnTo>
                    <a:pt x="43785" y="45987"/>
                  </a:lnTo>
                  <a:lnTo>
                    <a:pt x="43765" y="47584"/>
                  </a:lnTo>
                  <a:lnTo>
                    <a:pt x="43464" y="54124"/>
                  </a:lnTo>
                  <a:lnTo>
                    <a:pt x="43560" y="56920"/>
                  </a:lnTo>
                  <a:lnTo>
                    <a:pt x="44128" y="59161"/>
                  </a:lnTo>
                  <a:lnTo>
                    <a:pt x="44609" y="60112"/>
                  </a:lnTo>
                  <a:lnTo>
                    <a:pt x="44856" y="61517"/>
                  </a:lnTo>
                  <a:lnTo>
                    <a:pt x="45079" y="65372"/>
                  </a:lnTo>
                  <a:lnTo>
                    <a:pt x="45040" y="71921"/>
                  </a:lnTo>
                  <a:lnTo>
                    <a:pt x="44966" y="74208"/>
                  </a:lnTo>
                  <a:lnTo>
                    <a:pt x="44631" y="76334"/>
                  </a:lnTo>
                  <a:lnTo>
                    <a:pt x="43596" y="81164"/>
                  </a:lnTo>
                  <a:lnTo>
                    <a:pt x="42202" y="85006"/>
                  </a:lnTo>
                  <a:lnTo>
                    <a:pt x="41460" y="84750"/>
                  </a:lnTo>
                  <a:lnTo>
                    <a:pt x="41222" y="85887"/>
                  </a:lnTo>
                  <a:lnTo>
                    <a:pt x="41685" y="89393"/>
                  </a:lnTo>
                  <a:lnTo>
                    <a:pt x="41501" y="96794"/>
                  </a:lnTo>
                  <a:lnTo>
                    <a:pt x="41195" y="101928"/>
                  </a:lnTo>
                  <a:lnTo>
                    <a:pt x="40745" y="99331"/>
                  </a:lnTo>
                  <a:lnTo>
                    <a:pt x="40430" y="96610"/>
                  </a:lnTo>
                  <a:lnTo>
                    <a:pt x="40145" y="89408"/>
                  </a:lnTo>
                  <a:lnTo>
                    <a:pt x="39789" y="86164"/>
                  </a:lnTo>
                  <a:lnTo>
                    <a:pt x="39230" y="83197"/>
                  </a:lnTo>
                  <a:lnTo>
                    <a:pt x="39006" y="80548"/>
                  </a:lnTo>
                  <a:lnTo>
                    <a:pt x="38425" y="78072"/>
                  </a:lnTo>
                  <a:lnTo>
                    <a:pt x="37687" y="71680"/>
                  </a:lnTo>
                  <a:lnTo>
                    <a:pt x="37199" y="72009"/>
                  </a:lnTo>
                  <a:lnTo>
                    <a:pt x="36388" y="73757"/>
                  </a:lnTo>
                  <a:lnTo>
                    <a:pt x="36205" y="74960"/>
                  </a:lnTo>
                  <a:lnTo>
                    <a:pt x="36109" y="76784"/>
                  </a:lnTo>
                  <a:lnTo>
                    <a:pt x="35921" y="78424"/>
                  </a:lnTo>
                  <a:lnTo>
                    <a:pt x="34974" y="81039"/>
                  </a:lnTo>
                  <a:lnTo>
                    <a:pt x="34229" y="84155"/>
                  </a:lnTo>
                  <a:lnTo>
                    <a:pt x="33616" y="87565"/>
                  </a:lnTo>
                  <a:lnTo>
                    <a:pt x="33421" y="90691"/>
                  </a:lnTo>
                  <a:lnTo>
                    <a:pt x="33923" y="93138"/>
                  </a:lnTo>
                  <a:lnTo>
                    <a:pt x="34440" y="94125"/>
                  </a:lnTo>
                  <a:lnTo>
                    <a:pt x="35189" y="96315"/>
                  </a:lnTo>
                  <a:lnTo>
                    <a:pt x="35419" y="97315"/>
                  </a:lnTo>
                  <a:lnTo>
                    <a:pt x="36209" y="104430"/>
                  </a:lnTo>
                  <a:lnTo>
                    <a:pt x="36183" y="111709"/>
                  </a:lnTo>
                  <a:lnTo>
                    <a:pt x="35605" y="114915"/>
                  </a:lnTo>
                  <a:lnTo>
                    <a:pt x="34144" y="120999"/>
                  </a:lnTo>
                  <a:lnTo>
                    <a:pt x="33092" y="122928"/>
                  </a:lnTo>
                  <a:lnTo>
                    <a:pt x="32529" y="121944"/>
                  </a:lnTo>
                  <a:lnTo>
                    <a:pt x="32078" y="118261"/>
                  </a:lnTo>
                  <a:lnTo>
                    <a:pt x="32003" y="116743"/>
                  </a:lnTo>
                  <a:lnTo>
                    <a:pt x="32309" y="113277"/>
                  </a:lnTo>
                  <a:lnTo>
                    <a:pt x="32342" y="110099"/>
                  </a:lnTo>
                  <a:lnTo>
                    <a:pt x="31987" y="109024"/>
                  </a:lnTo>
                  <a:lnTo>
                    <a:pt x="31598" y="109231"/>
                  </a:lnTo>
                  <a:lnTo>
                    <a:pt x="31434" y="109690"/>
                  </a:lnTo>
                  <a:lnTo>
                    <a:pt x="30494" y="113848"/>
                  </a:lnTo>
                  <a:lnTo>
                    <a:pt x="30101" y="114900"/>
                  </a:lnTo>
                  <a:lnTo>
                    <a:pt x="29523" y="115046"/>
                  </a:lnTo>
                  <a:lnTo>
                    <a:pt x="29063" y="114762"/>
                  </a:lnTo>
                  <a:lnTo>
                    <a:pt x="26265" y="111132"/>
                  </a:lnTo>
                  <a:lnTo>
                    <a:pt x="23982" y="107540"/>
                  </a:lnTo>
                  <a:lnTo>
                    <a:pt x="22194" y="104186"/>
                  </a:lnTo>
                  <a:lnTo>
                    <a:pt x="20899" y="99127"/>
                  </a:lnTo>
                  <a:lnTo>
                    <a:pt x="20626" y="95341"/>
                  </a:lnTo>
                  <a:lnTo>
                    <a:pt x="20611" y="91382"/>
                  </a:lnTo>
                  <a:lnTo>
                    <a:pt x="20031" y="85578"/>
                  </a:lnTo>
                  <a:lnTo>
                    <a:pt x="19964" y="83607"/>
                  </a:lnTo>
                  <a:lnTo>
                    <a:pt x="20006" y="81715"/>
                  </a:lnTo>
                  <a:lnTo>
                    <a:pt x="20581" y="78157"/>
                  </a:lnTo>
                  <a:lnTo>
                    <a:pt x="21278" y="76355"/>
                  </a:lnTo>
                  <a:lnTo>
                    <a:pt x="21669" y="75064"/>
                  </a:lnTo>
                  <a:lnTo>
                    <a:pt x="21981" y="73630"/>
                  </a:lnTo>
                  <a:lnTo>
                    <a:pt x="22194" y="71715"/>
                  </a:lnTo>
                  <a:lnTo>
                    <a:pt x="22134" y="69815"/>
                  </a:lnTo>
                  <a:lnTo>
                    <a:pt x="21901" y="68625"/>
                  </a:lnTo>
                  <a:lnTo>
                    <a:pt x="20801" y="64453"/>
                  </a:lnTo>
                  <a:lnTo>
                    <a:pt x="19844" y="61889"/>
                  </a:lnTo>
                  <a:lnTo>
                    <a:pt x="17886" y="59585"/>
                  </a:lnTo>
                  <a:lnTo>
                    <a:pt x="17431" y="58321"/>
                  </a:lnTo>
                  <a:lnTo>
                    <a:pt x="16935" y="57365"/>
                  </a:lnTo>
                  <a:lnTo>
                    <a:pt x="16388" y="56955"/>
                  </a:lnTo>
                  <a:lnTo>
                    <a:pt x="15853" y="56941"/>
                  </a:lnTo>
                  <a:lnTo>
                    <a:pt x="15274" y="57656"/>
                  </a:lnTo>
                  <a:lnTo>
                    <a:pt x="15124" y="59180"/>
                  </a:lnTo>
                  <a:lnTo>
                    <a:pt x="15164" y="60542"/>
                  </a:lnTo>
                  <a:lnTo>
                    <a:pt x="15114" y="61868"/>
                  </a:lnTo>
                  <a:lnTo>
                    <a:pt x="14292" y="69487"/>
                  </a:lnTo>
                  <a:lnTo>
                    <a:pt x="13246" y="67815"/>
                  </a:lnTo>
                  <a:lnTo>
                    <a:pt x="12248" y="65885"/>
                  </a:lnTo>
                  <a:lnTo>
                    <a:pt x="11983" y="64533"/>
                  </a:lnTo>
                  <a:lnTo>
                    <a:pt x="11868" y="62915"/>
                  </a:lnTo>
                  <a:lnTo>
                    <a:pt x="11699" y="61823"/>
                  </a:lnTo>
                  <a:lnTo>
                    <a:pt x="11463" y="60832"/>
                  </a:lnTo>
                  <a:lnTo>
                    <a:pt x="11005" y="63376"/>
                  </a:lnTo>
                  <a:lnTo>
                    <a:pt x="10434" y="65387"/>
                  </a:lnTo>
                  <a:lnTo>
                    <a:pt x="9735" y="65853"/>
                  </a:lnTo>
                  <a:lnTo>
                    <a:pt x="9024" y="65889"/>
                  </a:lnTo>
                  <a:lnTo>
                    <a:pt x="8792" y="65026"/>
                  </a:lnTo>
                  <a:lnTo>
                    <a:pt x="8533" y="60181"/>
                  </a:lnTo>
                  <a:lnTo>
                    <a:pt x="7784" y="58655"/>
                  </a:lnTo>
                  <a:lnTo>
                    <a:pt x="6844" y="58979"/>
                  </a:lnTo>
                  <a:lnTo>
                    <a:pt x="5708" y="61650"/>
                  </a:lnTo>
                  <a:lnTo>
                    <a:pt x="5481" y="62648"/>
                  </a:lnTo>
                  <a:lnTo>
                    <a:pt x="5233" y="64948"/>
                  </a:lnTo>
                  <a:lnTo>
                    <a:pt x="3994" y="71476"/>
                  </a:lnTo>
                  <a:lnTo>
                    <a:pt x="3338" y="76505"/>
                  </a:lnTo>
                  <a:lnTo>
                    <a:pt x="2614" y="81405"/>
                  </a:lnTo>
                  <a:lnTo>
                    <a:pt x="2290" y="83017"/>
                  </a:lnTo>
                  <a:lnTo>
                    <a:pt x="1864" y="84079"/>
                  </a:lnTo>
                  <a:lnTo>
                    <a:pt x="1186" y="83639"/>
                  </a:lnTo>
                  <a:lnTo>
                    <a:pt x="577" y="82468"/>
                  </a:lnTo>
                  <a:lnTo>
                    <a:pt x="0" y="79307"/>
                  </a:lnTo>
                  <a:lnTo>
                    <a:pt x="196" y="75634"/>
                  </a:lnTo>
                  <a:lnTo>
                    <a:pt x="835" y="73292"/>
                  </a:lnTo>
                  <a:lnTo>
                    <a:pt x="1374" y="70786"/>
                  </a:lnTo>
                  <a:lnTo>
                    <a:pt x="2025" y="62029"/>
                  </a:lnTo>
                  <a:lnTo>
                    <a:pt x="2073" y="58913"/>
                  </a:lnTo>
                  <a:lnTo>
                    <a:pt x="2188" y="57580"/>
                  </a:lnTo>
                  <a:lnTo>
                    <a:pt x="3260" y="53602"/>
                  </a:lnTo>
                  <a:lnTo>
                    <a:pt x="4161" y="51140"/>
                  </a:lnTo>
                  <a:lnTo>
                    <a:pt x="4638" y="50624"/>
                  </a:lnTo>
                  <a:lnTo>
                    <a:pt x="6587" y="49223"/>
                  </a:lnTo>
                  <a:lnTo>
                    <a:pt x="7390" y="48047"/>
                  </a:lnTo>
                  <a:lnTo>
                    <a:pt x="8654" y="48030"/>
                  </a:lnTo>
                  <a:lnTo>
                    <a:pt x="9680" y="47357"/>
                  </a:lnTo>
                  <a:lnTo>
                    <a:pt x="10498" y="45464"/>
                  </a:lnTo>
                  <a:lnTo>
                    <a:pt x="10560" y="43502"/>
                  </a:lnTo>
                  <a:lnTo>
                    <a:pt x="10523" y="41459"/>
                  </a:lnTo>
                  <a:lnTo>
                    <a:pt x="10703" y="40210"/>
                  </a:lnTo>
                  <a:lnTo>
                    <a:pt x="11020" y="39158"/>
                  </a:lnTo>
                  <a:lnTo>
                    <a:pt x="11456" y="37773"/>
                  </a:lnTo>
                  <a:lnTo>
                    <a:pt x="11949" y="36732"/>
                  </a:lnTo>
                  <a:lnTo>
                    <a:pt x="13350" y="35981"/>
                  </a:lnTo>
                  <a:lnTo>
                    <a:pt x="13814" y="35125"/>
                  </a:lnTo>
                  <a:lnTo>
                    <a:pt x="14189" y="33789"/>
                  </a:lnTo>
                  <a:lnTo>
                    <a:pt x="14712" y="31198"/>
                  </a:lnTo>
                  <a:lnTo>
                    <a:pt x="15331" y="31841"/>
                  </a:lnTo>
                  <a:lnTo>
                    <a:pt x="15953" y="32848"/>
                  </a:lnTo>
                  <a:lnTo>
                    <a:pt x="17072" y="33642"/>
                  </a:lnTo>
                  <a:lnTo>
                    <a:pt x="18065" y="35796"/>
                  </a:lnTo>
                  <a:lnTo>
                    <a:pt x="18698" y="39194"/>
                  </a:lnTo>
                  <a:lnTo>
                    <a:pt x="18807" y="40868"/>
                  </a:lnTo>
                  <a:lnTo>
                    <a:pt x="18970" y="46401"/>
                  </a:lnTo>
                  <a:lnTo>
                    <a:pt x="18739" y="47692"/>
                  </a:lnTo>
                  <a:lnTo>
                    <a:pt x="17774" y="50259"/>
                  </a:lnTo>
                  <a:lnTo>
                    <a:pt x="18219" y="50529"/>
                  </a:lnTo>
                  <a:lnTo>
                    <a:pt x="19486" y="48185"/>
                  </a:lnTo>
                  <a:lnTo>
                    <a:pt x="20118" y="47282"/>
                  </a:lnTo>
                  <a:lnTo>
                    <a:pt x="21680" y="46027"/>
                  </a:lnTo>
                  <a:lnTo>
                    <a:pt x="22048" y="45197"/>
                  </a:lnTo>
                  <a:lnTo>
                    <a:pt x="22318" y="43961"/>
                  </a:lnTo>
                  <a:lnTo>
                    <a:pt x="22870" y="40575"/>
                  </a:lnTo>
                  <a:lnTo>
                    <a:pt x="23274" y="36956"/>
                  </a:lnTo>
                  <a:lnTo>
                    <a:pt x="23589" y="35450"/>
                  </a:lnTo>
                  <a:lnTo>
                    <a:pt x="24040" y="34255"/>
                  </a:lnTo>
                  <a:lnTo>
                    <a:pt x="24486" y="34063"/>
                  </a:lnTo>
                  <a:lnTo>
                    <a:pt x="26125" y="36536"/>
                  </a:lnTo>
                  <a:lnTo>
                    <a:pt x="27177" y="35344"/>
                  </a:lnTo>
                  <a:lnTo>
                    <a:pt x="27471" y="31597"/>
                  </a:lnTo>
                  <a:lnTo>
                    <a:pt x="27712" y="26151"/>
                  </a:lnTo>
                  <a:lnTo>
                    <a:pt x="27898" y="24676"/>
                  </a:lnTo>
                  <a:lnTo>
                    <a:pt x="28501" y="23251"/>
                  </a:lnTo>
                  <a:lnTo>
                    <a:pt x="29222" y="23711"/>
                  </a:lnTo>
                  <a:lnTo>
                    <a:pt x="30207" y="25666"/>
                  </a:lnTo>
                  <a:lnTo>
                    <a:pt x="31117" y="26309"/>
                  </a:lnTo>
                  <a:lnTo>
                    <a:pt x="31455" y="24734"/>
                  </a:lnTo>
                  <a:lnTo>
                    <a:pt x="31777" y="21629"/>
                  </a:lnTo>
                  <a:lnTo>
                    <a:pt x="32144" y="21646"/>
                  </a:lnTo>
                  <a:lnTo>
                    <a:pt x="33372" y="22673"/>
                  </a:lnTo>
                  <a:lnTo>
                    <a:pt x="34556" y="21995"/>
                  </a:lnTo>
                  <a:lnTo>
                    <a:pt x="34889" y="18267"/>
                  </a:lnTo>
                  <a:lnTo>
                    <a:pt x="34666" y="14279"/>
                  </a:lnTo>
                  <a:lnTo>
                    <a:pt x="33741" y="2657"/>
                  </a:lnTo>
                  <a:lnTo>
                    <a:pt x="34292" y="69"/>
                  </a:lnTo>
                  <a:lnTo>
                    <a:pt x="34769" y="0"/>
                  </a:lnTo>
                  <a:lnTo>
                    <a:pt x="35938" y="3091"/>
                  </a:lnTo>
                  <a:lnTo>
                    <a:pt x="38189" y="7268"/>
                  </a:lnTo>
                  <a:lnTo>
                    <a:pt x="38939" y="982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g1139"/>
            <p:cNvSpPr/>
            <p:nvPr/>
          </p:nvSpPr>
          <p:spPr>
            <a:xfrm>
              <a:off x="4034080" y="3336829"/>
              <a:ext cx="1743" cy="8818"/>
            </a:xfrm>
            <a:custGeom>
              <a:avLst/>
              <a:pathLst>
                <a:path w="1743" h="8818">
                  <a:moveTo>
                    <a:pt x="655" y="8658"/>
                  </a:moveTo>
                  <a:lnTo>
                    <a:pt x="534" y="8818"/>
                  </a:lnTo>
                  <a:lnTo>
                    <a:pt x="0" y="6521"/>
                  </a:lnTo>
                  <a:lnTo>
                    <a:pt x="71" y="3905"/>
                  </a:lnTo>
                  <a:lnTo>
                    <a:pt x="794" y="0"/>
                  </a:lnTo>
                  <a:lnTo>
                    <a:pt x="1329" y="3418"/>
                  </a:lnTo>
                  <a:lnTo>
                    <a:pt x="1323" y="4967"/>
                  </a:lnTo>
                  <a:lnTo>
                    <a:pt x="1245" y="5733"/>
                  </a:lnTo>
                  <a:lnTo>
                    <a:pt x="1743" y="7661"/>
                  </a:lnTo>
                  <a:lnTo>
                    <a:pt x="1400" y="861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g1140"/>
            <p:cNvSpPr/>
            <p:nvPr/>
          </p:nvSpPr>
          <p:spPr>
            <a:xfrm>
              <a:off x="4025829" y="3333999"/>
              <a:ext cx="1487" cy="6569"/>
            </a:xfrm>
            <a:custGeom>
              <a:avLst/>
              <a:pathLst>
                <a:path w="1487" h="6569">
                  <a:moveTo>
                    <a:pt x="1420" y="5107"/>
                  </a:moveTo>
                  <a:lnTo>
                    <a:pt x="1487" y="6569"/>
                  </a:lnTo>
                  <a:lnTo>
                    <a:pt x="249" y="2721"/>
                  </a:lnTo>
                  <a:lnTo>
                    <a:pt x="0" y="0"/>
                  </a:lnTo>
                  <a:lnTo>
                    <a:pt x="412" y="116"/>
                  </a:lnTo>
                  <a:lnTo>
                    <a:pt x="941" y="11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g1141"/>
            <p:cNvSpPr/>
            <p:nvPr/>
          </p:nvSpPr>
          <p:spPr>
            <a:xfrm>
              <a:off x="4013180" y="3333854"/>
              <a:ext cx="7466" cy="16565"/>
            </a:xfrm>
            <a:custGeom>
              <a:avLst/>
              <a:pathLst>
                <a:path w="7466" h="16565">
                  <a:moveTo>
                    <a:pt x="7466" y="11013"/>
                  </a:moveTo>
                  <a:lnTo>
                    <a:pt x="7374" y="12098"/>
                  </a:lnTo>
                  <a:lnTo>
                    <a:pt x="6618" y="12008"/>
                  </a:lnTo>
                  <a:lnTo>
                    <a:pt x="6348" y="12174"/>
                  </a:lnTo>
                  <a:lnTo>
                    <a:pt x="5635" y="14946"/>
                  </a:lnTo>
                  <a:lnTo>
                    <a:pt x="5217" y="15651"/>
                  </a:lnTo>
                  <a:lnTo>
                    <a:pt x="2934" y="16565"/>
                  </a:lnTo>
                  <a:lnTo>
                    <a:pt x="1138" y="15836"/>
                  </a:lnTo>
                  <a:lnTo>
                    <a:pt x="523" y="14307"/>
                  </a:lnTo>
                  <a:lnTo>
                    <a:pt x="122" y="11783"/>
                  </a:lnTo>
                  <a:lnTo>
                    <a:pt x="0" y="10121"/>
                  </a:lnTo>
                  <a:lnTo>
                    <a:pt x="448" y="8306"/>
                  </a:lnTo>
                  <a:lnTo>
                    <a:pt x="881" y="7100"/>
                  </a:lnTo>
                  <a:lnTo>
                    <a:pt x="2332" y="4719"/>
                  </a:lnTo>
                  <a:lnTo>
                    <a:pt x="2659" y="2913"/>
                  </a:lnTo>
                  <a:lnTo>
                    <a:pt x="3419" y="730"/>
                  </a:lnTo>
                  <a:lnTo>
                    <a:pt x="4985" y="0"/>
                  </a:lnTo>
                  <a:lnTo>
                    <a:pt x="5137" y="548"/>
                  </a:lnTo>
                  <a:lnTo>
                    <a:pt x="5345" y="895"/>
                  </a:lnTo>
                  <a:lnTo>
                    <a:pt x="5659" y="989"/>
                  </a:lnTo>
                  <a:lnTo>
                    <a:pt x="6432" y="2790"/>
                  </a:lnTo>
                  <a:lnTo>
                    <a:pt x="7305" y="3936"/>
                  </a:lnTo>
                  <a:lnTo>
                    <a:pt x="7093" y="8294"/>
                  </a:lnTo>
                  <a:lnTo>
                    <a:pt x="7354" y="97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g1142"/>
            <p:cNvSpPr/>
            <p:nvPr/>
          </p:nvSpPr>
          <p:spPr>
            <a:xfrm>
              <a:off x="4029308" y="3325574"/>
              <a:ext cx="2004" cy="16360"/>
            </a:xfrm>
            <a:custGeom>
              <a:avLst/>
              <a:pathLst>
                <a:path w="2004" h="16360">
                  <a:moveTo>
                    <a:pt x="1878" y="15533"/>
                  </a:moveTo>
                  <a:lnTo>
                    <a:pt x="1708" y="16360"/>
                  </a:lnTo>
                  <a:lnTo>
                    <a:pt x="1478" y="14657"/>
                  </a:lnTo>
                  <a:lnTo>
                    <a:pt x="920" y="13059"/>
                  </a:lnTo>
                  <a:lnTo>
                    <a:pt x="381" y="10343"/>
                  </a:lnTo>
                  <a:lnTo>
                    <a:pt x="0" y="9498"/>
                  </a:lnTo>
                  <a:lnTo>
                    <a:pt x="261" y="7346"/>
                  </a:lnTo>
                  <a:lnTo>
                    <a:pt x="286" y="3853"/>
                  </a:lnTo>
                  <a:lnTo>
                    <a:pt x="820" y="2259"/>
                  </a:lnTo>
                  <a:lnTo>
                    <a:pt x="1067" y="1789"/>
                  </a:lnTo>
                  <a:lnTo>
                    <a:pt x="1472" y="98"/>
                  </a:lnTo>
                  <a:lnTo>
                    <a:pt x="1653" y="0"/>
                  </a:lnTo>
                  <a:lnTo>
                    <a:pt x="1824" y="1421"/>
                  </a:lnTo>
                  <a:lnTo>
                    <a:pt x="1459" y="5753"/>
                  </a:lnTo>
                  <a:lnTo>
                    <a:pt x="2004" y="10884"/>
                  </a:lnTo>
                  <a:lnTo>
                    <a:pt x="1822" y="14093"/>
                  </a:lnTo>
                  <a:lnTo>
                    <a:pt x="1900" y="1480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g1143"/>
            <p:cNvSpPr/>
            <p:nvPr/>
          </p:nvSpPr>
          <p:spPr>
            <a:xfrm>
              <a:off x="3974218" y="3319664"/>
              <a:ext cx="2345" cy="5462"/>
            </a:xfrm>
            <a:custGeom>
              <a:avLst/>
              <a:pathLst>
                <a:path w="2345" h="5462">
                  <a:moveTo>
                    <a:pt x="1458" y="4554"/>
                  </a:moveTo>
                  <a:lnTo>
                    <a:pt x="275" y="5462"/>
                  </a:lnTo>
                  <a:lnTo>
                    <a:pt x="0" y="2615"/>
                  </a:lnTo>
                  <a:lnTo>
                    <a:pt x="842" y="0"/>
                  </a:lnTo>
                  <a:lnTo>
                    <a:pt x="1785" y="1044"/>
                  </a:lnTo>
                  <a:lnTo>
                    <a:pt x="2345" y="2069"/>
                  </a:lnTo>
                  <a:lnTo>
                    <a:pt x="2083" y="29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g1144"/>
            <p:cNvSpPr/>
            <p:nvPr/>
          </p:nvSpPr>
          <p:spPr>
            <a:xfrm>
              <a:off x="4017710" y="3317698"/>
              <a:ext cx="902" cy="3109"/>
            </a:xfrm>
            <a:custGeom>
              <a:avLst/>
              <a:pathLst>
                <a:path w="902" h="3109">
                  <a:moveTo>
                    <a:pt x="266" y="2975"/>
                  </a:moveTo>
                  <a:lnTo>
                    <a:pt x="0" y="3109"/>
                  </a:lnTo>
                  <a:lnTo>
                    <a:pt x="444" y="0"/>
                  </a:lnTo>
                  <a:lnTo>
                    <a:pt x="794" y="453"/>
                  </a:lnTo>
                  <a:lnTo>
                    <a:pt x="902" y="793"/>
                  </a:lnTo>
                  <a:lnTo>
                    <a:pt x="892" y="219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g1145"/>
            <p:cNvSpPr/>
            <p:nvPr/>
          </p:nvSpPr>
          <p:spPr>
            <a:xfrm>
              <a:off x="4000677" y="3316695"/>
              <a:ext cx="2119" cy="9327"/>
            </a:xfrm>
            <a:custGeom>
              <a:avLst/>
              <a:pathLst>
                <a:path w="2119" h="9327">
                  <a:moveTo>
                    <a:pt x="1276" y="7916"/>
                  </a:moveTo>
                  <a:lnTo>
                    <a:pt x="1011" y="8320"/>
                  </a:lnTo>
                  <a:lnTo>
                    <a:pt x="773" y="8261"/>
                  </a:lnTo>
                  <a:lnTo>
                    <a:pt x="208" y="9327"/>
                  </a:lnTo>
                  <a:lnTo>
                    <a:pt x="0" y="7331"/>
                  </a:lnTo>
                  <a:lnTo>
                    <a:pt x="200" y="3931"/>
                  </a:lnTo>
                  <a:lnTo>
                    <a:pt x="1048" y="1347"/>
                  </a:lnTo>
                  <a:lnTo>
                    <a:pt x="1266" y="535"/>
                  </a:lnTo>
                  <a:lnTo>
                    <a:pt x="1498" y="53"/>
                  </a:lnTo>
                  <a:lnTo>
                    <a:pt x="1774" y="0"/>
                  </a:lnTo>
                  <a:lnTo>
                    <a:pt x="2042" y="1011"/>
                  </a:lnTo>
                  <a:lnTo>
                    <a:pt x="2119" y="2542"/>
                  </a:lnTo>
                  <a:lnTo>
                    <a:pt x="1582" y="71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g1146"/>
            <p:cNvSpPr/>
            <p:nvPr/>
          </p:nvSpPr>
          <p:spPr>
            <a:xfrm>
              <a:off x="3999551" y="3309209"/>
              <a:ext cx="11229" cy="57342"/>
            </a:xfrm>
            <a:custGeom>
              <a:avLst/>
              <a:pathLst>
                <a:path w="11229" h="57342">
                  <a:moveTo>
                    <a:pt x="7030" y="57024"/>
                  </a:moveTo>
                  <a:lnTo>
                    <a:pt x="6394" y="57342"/>
                  </a:lnTo>
                  <a:lnTo>
                    <a:pt x="5722" y="57180"/>
                  </a:lnTo>
                  <a:lnTo>
                    <a:pt x="5271" y="55729"/>
                  </a:lnTo>
                  <a:lnTo>
                    <a:pt x="4490" y="49468"/>
                  </a:lnTo>
                  <a:lnTo>
                    <a:pt x="3585" y="47946"/>
                  </a:lnTo>
                  <a:lnTo>
                    <a:pt x="2547" y="46793"/>
                  </a:lnTo>
                  <a:lnTo>
                    <a:pt x="2026" y="45822"/>
                  </a:lnTo>
                  <a:lnTo>
                    <a:pt x="1566" y="44652"/>
                  </a:lnTo>
                  <a:lnTo>
                    <a:pt x="109" y="38415"/>
                  </a:lnTo>
                  <a:lnTo>
                    <a:pt x="0" y="34598"/>
                  </a:lnTo>
                  <a:lnTo>
                    <a:pt x="250" y="32440"/>
                  </a:lnTo>
                  <a:lnTo>
                    <a:pt x="691" y="30507"/>
                  </a:lnTo>
                  <a:lnTo>
                    <a:pt x="1189" y="29984"/>
                  </a:lnTo>
                  <a:lnTo>
                    <a:pt x="2391" y="29915"/>
                  </a:lnTo>
                  <a:lnTo>
                    <a:pt x="3013" y="29661"/>
                  </a:lnTo>
                  <a:lnTo>
                    <a:pt x="4384" y="26801"/>
                  </a:lnTo>
                  <a:lnTo>
                    <a:pt x="4482" y="25676"/>
                  </a:lnTo>
                  <a:lnTo>
                    <a:pt x="4489" y="20977"/>
                  </a:lnTo>
                  <a:lnTo>
                    <a:pt x="4353" y="17690"/>
                  </a:lnTo>
                  <a:lnTo>
                    <a:pt x="4013" y="14483"/>
                  </a:lnTo>
                  <a:lnTo>
                    <a:pt x="4384" y="13017"/>
                  </a:lnTo>
                  <a:lnTo>
                    <a:pt x="4867" y="11565"/>
                  </a:lnTo>
                  <a:lnTo>
                    <a:pt x="5372" y="8734"/>
                  </a:lnTo>
                  <a:lnTo>
                    <a:pt x="5472" y="6743"/>
                  </a:lnTo>
                  <a:lnTo>
                    <a:pt x="5481" y="4661"/>
                  </a:lnTo>
                  <a:lnTo>
                    <a:pt x="5612" y="3171"/>
                  </a:lnTo>
                  <a:lnTo>
                    <a:pt x="6007" y="2426"/>
                  </a:lnTo>
                  <a:lnTo>
                    <a:pt x="7904" y="155"/>
                  </a:lnTo>
                  <a:lnTo>
                    <a:pt x="8240" y="0"/>
                  </a:lnTo>
                  <a:lnTo>
                    <a:pt x="10681" y="2094"/>
                  </a:lnTo>
                  <a:lnTo>
                    <a:pt x="11180" y="5256"/>
                  </a:lnTo>
                  <a:lnTo>
                    <a:pt x="11229" y="6299"/>
                  </a:lnTo>
                  <a:lnTo>
                    <a:pt x="10846" y="9808"/>
                  </a:lnTo>
                  <a:lnTo>
                    <a:pt x="10511" y="12162"/>
                  </a:lnTo>
                  <a:lnTo>
                    <a:pt x="9684" y="15807"/>
                  </a:lnTo>
                  <a:lnTo>
                    <a:pt x="9075" y="19755"/>
                  </a:lnTo>
                  <a:lnTo>
                    <a:pt x="8619" y="25690"/>
                  </a:lnTo>
                  <a:lnTo>
                    <a:pt x="8332" y="27625"/>
                  </a:lnTo>
                  <a:lnTo>
                    <a:pt x="7566" y="31341"/>
                  </a:lnTo>
                  <a:lnTo>
                    <a:pt x="7330" y="33381"/>
                  </a:lnTo>
                  <a:lnTo>
                    <a:pt x="7336" y="37802"/>
                  </a:lnTo>
                  <a:lnTo>
                    <a:pt x="7209" y="39436"/>
                  </a:lnTo>
                  <a:lnTo>
                    <a:pt x="7212" y="41007"/>
                  </a:lnTo>
                  <a:lnTo>
                    <a:pt x="8737" y="48370"/>
                  </a:lnTo>
                  <a:lnTo>
                    <a:pt x="8867" y="49537"/>
                  </a:lnTo>
                  <a:lnTo>
                    <a:pt x="8854" y="50853"/>
                  </a:lnTo>
                  <a:lnTo>
                    <a:pt x="8593" y="52498"/>
                  </a:lnTo>
                  <a:lnTo>
                    <a:pt x="7971" y="55332"/>
                  </a:lnTo>
                  <a:lnTo>
                    <a:pt x="7623" y="563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g1147"/>
            <p:cNvSpPr/>
            <p:nvPr/>
          </p:nvSpPr>
          <p:spPr>
            <a:xfrm>
              <a:off x="4008361" y="3300948"/>
              <a:ext cx="7132" cy="54683"/>
            </a:xfrm>
            <a:custGeom>
              <a:avLst/>
              <a:pathLst>
                <a:path w="7132" h="54683">
                  <a:moveTo>
                    <a:pt x="521" y="53895"/>
                  </a:moveTo>
                  <a:lnTo>
                    <a:pt x="151" y="54683"/>
                  </a:lnTo>
                  <a:lnTo>
                    <a:pt x="0" y="52732"/>
                  </a:lnTo>
                  <a:lnTo>
                    <a:pt x="106" y="50099"/>
                  </a:lnTo>
                  <a:lnTo>
                    <a:pt x="842" y="40904"/>
                  </a:lnTo>
                  <a:lnTo>
                    <a:pt x="675" y="38604"/>
                  </a:lnTo>
                  <a:lnTo>
                    <a:pt x="1906" y="33485"/>
                  </a:lnTo>
                  <a:lnTo>
                    <a:pt x="2661" y="28680"/>
                  </a:lnTo>
                  <a:lnTo>
                    <a:pt x="3801" y="23634"/>
                  </a:lnTo>
                  <a:lnTo>
                    <a:pt x="3945" y="21019"/>
                  </a:lnTo>
                  <a:lnTo>
                    <a:pt x="4956" y="16031"/>
                  </a:lnTo>
                  <a:lnTo>
                    <a:pt x="5901" y="9151"/>
                  </a:lnTo>
                  <a:lnTo>
                    <a:pt x="5850" y="6873"/>
                  </a:lnTo>
                  <a:lnTo>
                    <a:pt x="6095" y="5743"/>
                  </a:lnTo>
                  <a:lnTo>
                    <a:pt x="6230" y="4021"/>
                  </a:lnTo>
                  <a:lnTo>
                    <a:pt x="6260" y="2559"/>
                  </a:lnTo>
                  <a:lnTo>
                    <a:pt x="6949" y="0"/>
                  </a:lnTo>
                  <a:lnTo>
                    <a:pt x="7132" y="1663"/>
                  </a:lnTo>
                  <a:lnTo>
                    <a:pt x="6926" y="4930"/>
                  </a:lnTo>
                  <a:lnTo>
                    <a:pt x="6958" y="6498"/>
                  </a:lnTo>
                  <a:lnTo>
                    <a:pt x="7080" y="7232"/>
                  </a:lnTo>
                  <a:lnTo>
                    <a:pt x="7088" y="10275"/>
                  </a:lnTo>
                  <a:lnTo>
                    <a:pt x="6840" y="14941"/>
                  </a:lnTo>
                  <a:lnTo>
                    <a:pt x="7068" y="20327"/>
                  </a:lnTo>
                  <a:lnTo>
                    <a:pt x="6623" y="25809"/>
                  </a:lnTo>
                  <a:lnTo>
                    <a:pt x="6115" y="28276"/>
                  </a:lnTo>
                  <a:lnTo>
                    <a:pt x="5363" y="30016"/>
                  </a:lnTo>
                  <a:lnTo>
                    <a:pt x="4543" y="31107"/>
                  </a:lnTo>
                  <a:lnTo>
                    <a:pt x="3696" y="33840"/>
                  </a:lnTo>
                  <a:lnTo>
                    <a:pt x="3147" y="37034"/>
                  </a:lnTo>
                  <a:lnTo>
                    <a:pt x="3056" y="39944"/>
                  </a:lnTo>
                  <a:lnTo>
                    <a:pt x="1706" y="4976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g1148"/>
            <p:cNvSpPr/>
            <p:nvPr/>
          </p:nvSpPr>
          <p:spPr>
            <a:xfrm>
              <a:off x="4012126" y="3300659"/>
              <a:ext cx="1038" cy="3917"/>
            </a:xfrm>
            <a:custGeom>
              <a:avLst/>
              <a:pathLst>
                <a:path w="1038" h="3917">
                  <a:moveTo>
                    <a:pt x="475" y="0"/>
                  </a:moveTo>
                  <a:lnTo>
                    <a:pt x="1038" y="3917"/>
                  </a:lnTo>
                  <a:lnTo>
                    <a:pt x="279" y="3895"/>
                  </a:lnTo>
                  <a:lnTo>
                    <a:pt x="0" y="1043"/>
                  </a:lnTo>
                  <a:lnTo>
                    <a:pt x="324" y="1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g1149"/>
            <p:cNvSpPr/>
            <p:nvPr/>
          </p:nvSpPr>
          <p:spPr>
            <a:xfrm>
              <a:off x="3949743" y="3298794"/>
              <a:ext cx="23729" cy="88031"/>
            </a:xfrm>
            <a:custGeom>
              <a:avLst/>
              <a:pathLst>
                <a:path w="23729" h="88031">
                  <a:moveTo>
                    <a:pt x="889" y="85894"/>
                  </a:moveTo>
                  <a:lnTo>
                    <a:pt x="0" y="88031"/>
                  </a:lnTo>
                  <a:lnTo>
                    <a:pt x="95" y="85389"/>
                  </a:lnTo>
                  <a:lnTo>
                    <a:pt x="358" y="82898"/>
                  </a:lnTo>
                  <a:lnTo>
                    <a:pt x="1262" y="77798"/>
                  </a:lnTo>
                  <a:lnTo>
                    <a:pt x="1915" y="76230"/>
                  </a:lnTo>
                  <a:lnTo>
                    <a:pt x="2993" y="72213"/>
                  </a:lnTo>
                  <a:lnTo>
                    <a:pt x="3602" y="70271"/>
                  </a:lnTo>
                  <a:lnTo>
                    <a:pt x="5060" y="66431"/>
                  </a:lnTo>
                  <a:lnTo>
                    <a:pt x="6404" y="62223"/>
                  </a:lnTo>
                  <a:lnTo>
                    <a:pt x="6854" y="61910"/>
                  </a:lnTo>
                  <a:lnTo>
                    <a:pt x="7349" y="61846"/>
                  </a:lnTo>
                  <a:lnTo>
                    <a:pt x="7741" y="61363"/>
                  </a:lnTo>
                  <a:lnTo>
                    <a:pt x="8616" y="59090"/>
                  </a:lnTo>
                  <a:lnTo>
                    <a:pt x="10819" y="51523"/>
                  </a:lnTo>
                  <a:lnTo>
                    <a:pt x="12640" y="45883"/>
                  </a:lnTo>
                  <a:lnTo>
                    <a:pt x="14506" y="38751"/>
                  </a:lnTo>
                  <a:lnTo>
                    <a:pt x="15396" y="36673"/>
                  </a:lnTo>
                  <a:lnTo>
                    <a:pt x="15637" y="35906"/>
                  </a:lnTo>
                  <a:lnTo>
                    <a:pt x="17355" y="29338"/>
                  </a:lnTo>
                  <a:lnTo>
                    <a:pt x="17894" y="28384"/>
                  </a:lnTo>
                  <a:lnTo>
                    <a:pt x="18501" y="27692"/>
                  </a:lnTo>
                  <a:lnTo>
                    <a:pt x="18914" y="26800"/>
                  </a:lnTo>
                  <a:lnTo>
                    <a:pt x="19278" y="25682"/>
                  </a:lnTo>
                  <a:lnTo>
                    <a:pt x="19885" y="22824"/>
                  </a:lnTo>
                  <a:lnTo>
                    <a:pt x="20132" y="19482"/>
                  </a:lnTo>
                  <a:lnTo>
                    <a:pt x="19978" y="17595"/>
                  </a:lnTo>
                  <a:lnTo>
                    <a:pt x="19636" y="14812"/>
                  </a:lnTo>
                  <a:lnTo>
                    <a:pt x="20064" y="11015"/>
                  </a:lnTo>
                  <a:lnTo>
                    <a:pt x="20401" y="9264"/>
                  </a:lnTo>
                  <a:lnTo>
                    <a:pt x="21599" y="1555"/>
                  </a:lnTo>
                  <a:lnTo>
                    <a:pt x="21945" y="0"/>
                  </a:lnTo>
                  <a:lnTo>
                    <a:pt x="22445" y="972"/>
                  </a:lnTo>
                  <a:lnTo>
                    <a:pt x="22512" y="2353"/>
                  </a:lnTo>
                  <a:lnTo>
                    <a:pt x="22265" y="5602"/>
                  </a:lnTo>
                  <a:lnTo>
                    <a:pt x="22246" y="7234"/>
                  </a:lnTo>
                  <a:lnTo>
                    <a:pt x="22528" y="8892"/>
                  </a:lnTo>
                  <a:lnTo>
                    <a:pt x="22189" y="11620"/>
                  </a:lnTo>
                  <a:lnTo>
                    <a:pt x="23049" y="18883"/>
                  </a:lnTo>
                  <a:lnTo>
                    <a:pt x="23705" y="23483"/>
                  </a:lnTo>
                  <a:lnTo>
                    <a:pt x="23729" y="25001"/>
                  </a:lnTo>
                  <a:lnTo>
                    <a:pt x="22848" y="27746"/>
                  </a:lnTo>
                  <a:lnTo>
                    <a:pt x="22322" y="28576"/>
                  </a:lnTo>
                  <a:lnTo>
                    <a:pt x="21187" y="29313"/>
                  </a:lnTo>
                  <a:lnTo>
                    <a:pt x="20676" y="30114"/>
                  </a:lnTo>
                  <a:lnTo>
                    <a:pt x="19863" y="32348"/>
                  </a:lnTo>
                  <a:lnTo>
                    <a:pt x="19355" y="35290"/>
                  </a:lnTo>
                  <a:lnTo>
                    <a:pt x="19227" y="36810"/>
                  </a:lnTo>
                  <a:lnTo>
                    <a:pt x="18967" y="37980"/>
                  </a:lnTo>
                  <a:lnTo>
                    <a:pt x="16632" y="39979"/>
                  </a:lnTo>
                  <a:lnTo>
                    <a:pt x="15536" y="41283"/>
                  </a:lnTo>
                  <a:lnTo>
                    <a:pt x="15031" y="42264"/>
                  </a:lnTo>
                  <a:lnTo>
                    <a:pt x="14770" y="43860"/>
                  </a:lnTo>
                  <a:lnTo>
                    <a:pt x="14951" y="46676"/>
                  </a:lnTo>
                  <a:lnTo>
                    <a:pt x="12988" y="56842"/>
                  </a:lnTo>
                  <a:lnTo>
                    <a:pt x="12362" y="59504"/>
                  </a:lnTo>
                  <a:lnTo>
                    <a:pt x="11694" y="61770"/>
                  </a:lnTo>
                  <a:lnTo>
                    <a:pt x="10873" y="63381"/>
                  </a:lnTo>
                  <a:lnTo>
                    <a:pt x="9716" y="64371"/>
                  </a:lnTo>
                  <a:lnTo>
                    <a:pt x="8801" y="66339"/>
                  </a:lnTo>
                  <a:lnTo>
                    <a:pt x="8180" y="69821"/>
                  </a:lnTo>
                  <a:lnTo>
                    <a:pt x="7412" y="72966"/>
                  </a:lnTo>
                  <a:lnTo>
                    <a:pt x="6441" y="75296"/>
                  </a:lnTo>
                  <a:lnTo>
                    <a:pt x="5395" y="77354"/>
                  </a:lnTo>
                  <a:lnTo>
                    <a:pt x="4435" y="78854"/>
                  </a:lnTo>
                  <a:lnTo>
                    <a:pt x="3399" y="79913"/>
                  </a:lnTo>
                  <a:lnTo>
                    <a:pt x="3086" y="81284"/>
                  </a:lnTo>
                  <a:lnTo>
                    <a:pt x="2865" y="82976"/>
                  </a:lnTo>
                  <a:lnTo>
                    <a:pt x="2409" y="83773"/>
                  </a:lnTo>
                  <a:lnTo>
                    <a:pt x="1864" y="8423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g1150"/>
            <p:cNvSpPr/>
            <p:nvPr/>
          </p:nvSpPr>
          <p:spPr>
            <a:xfrm>
              <a:off x="3973844" y="3293507"/>
              <a:ext cx="1512" cy="4422"/>
            </a:xfrm>
            <a:custGeom>
              <a:avLst/>
              <a:pathLst>
                <a:path w="1512" h="4422">
                  <a:moveTo>
                    <a:pt x="1306" y="0"/>
                  </a:moveTo>
                  <a:lnTo>
                    <a:pt x="1512" y="1563"/>
                  </a:lnTo>
                  <a:lnTo>
                    <a:pt x="1243" y="3908"/>
                  </a:lnTo>
                  <a:lnTo>
                    <a:pt x="1010" y="4422"/>
                  </a:lnTo>
                  <a:lnTo>
                    <a:pt x="702" y="3445"/>
                  </a:lnTo>
                  <a:lnTo>
                    <a:pt x="42" y="2760"/>
                  </a:lnTo>
                  <a:lnTo>
                    <a:pt x="0" y="1497"/>
                  </a:lnTo>
                  <a:lnTo>
                    <a:pt x="344" y="1527"/>
                  </a:lnTo>
                  <a:lnTo>
                    <a:pt x="972" y="29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g1151"/>
            <p:cNvSpPr/>
            <p:nvPr/>
          </p:nvSpPr>
          <p:spPr>
            <a:xfrm>
              <a:off x="4017900" y="3293216"/>
              <a:ext cx="9231" cy="44385"/>
            </a:xfrm>
            <a:custGeom>
              <a:avLst/>
              <a:pathLst>
                <a:path w="9231" h="44385">
                  <a:moveTo>
                    <a:pt x="2561" y="5677"/>
                  </a:moveTo>
                  <a:lnTo>
                    <a:pt x="3231" y="6710"/>
                  </a:lnTo>
                  <a:lnTo>
                    <a:pt x="4000" y="6297"/>
                  </a:lnTo>
                  <a:lnTo>
                    <a:pt x="4930" y="3953"/>
                  </a:lnTo>
                  <a:lnTo>
                    <a:pt x="5977" y="4797"/>
                  </a:lnTo>
                  <a:lnTo>
                    <a:pt x="6592" y="8252"/>
                  </a:lnTo>
                  <a:lnTo>
                    <a:pt x="6906" y="9558"/>
                  </a:lnTo>
                  <a:lnTo>
                    <a:pt x="7076" y="11818"/>
                  </a:lnTo>
                  <a:lnTo>
                    <a:pt x="7032" y="17235"/>
                  </a:lnTo>
                  <a:lnTo>
                    <a:pt x="6777" y="22147"/>
                  </a:lnTo>
                  <a:lnTo>
                    <a:pt x="6975" y="23158"/>
                  </a:lnTo>
                  <a:lnTo>
                    <a:pt x="7457" y="24041"/>
                  </a:lnTo>
                  <a:lnTo>
                    <a:pt x="7876" y="25131"/>
                  </a:lnTo>
                  <a:lnTo>
                    <a:pt x="8228" y="26527"/>
                  </a:lnTo>
                  <a:lnTo>
                    <a:pt x="8455" y="28081"/>
                  </a:lnTo>
                  <a:lnTo>
                    <a:pt x="8546" y="31853"/>
                  </a:lnTo>
                  <a:lnTo>
                    <a:pt x="9150" y="35033"/>
                  </a:lnTo>
                  <a:lnTo>
                    <a:pt x="9231" y="36271"/>
                  </a:lnTo>
                  <a:lnTo>
                    <a:pt x="9086" y="37568"/>
                  </a:lnTo>
                  <a:lnTo>
                    <a:pt x="8077" y="37314"/>
                  </a:lnTo>
                  <a:lnTo>
                    <a:pt x="7997" y="38409"/>
                  </a:lnTo>
                  <a:lnTo>
                    <a:pt x="8021" y="39765"/>
                  </a:lnTo>
                  <a:lnTo>
                    <a:pt x="7663" y="38912"/>
                  </a:lnTo>
                  <a:lnTo>
                    <a:pt x="7073" y="35806"/>
                  </a:lnTo>
                  <a:lnTo>
                    <a:pt x="6530" y="34502"/>
                  </a:lnTo>
                  <a:lnTo>
                    <a:pt x="6697" y="39540"/>
                  </a:lnTo>
                  <a:lnTo>
                    <a:pt x="6877" y="41957"/>
                  </a:lnTo>
                  <a:lnTo>
                    <a:pt x="6906" y="44385"/>
                  </a:lnTo>
                  <a:lnTo>
                    <a:pt x="5969" y="42530"/>
                  </a:lnTo>
                  <a:lnTo>
                    <a:pt x="4850" y="41385"/>
                  </a:lnTo>
                  <a:lnTo>
                    <a:pt x="4543" y="40397"/>
                  </a:lnTo>
                  <a:lnTo>
                    <a:pt x="4648" y="37250"/>
                  </a:lnTo>
                  <a:lnTo>
                    <a:pt x="4627" y="35685"/>
                  </a:lnTo>
                  <a:lnTo>
                    <a:pt x="4129" y="32369"/>
                  </a:lnTo>
                  <a:lnTo>
                    <a:pt x="4714" y="25204"/>
                  </a:lnTo>
                  <a:lnTo>
                    <a:pt x="4700" y="23740"/>
                  </a:lnTo>
                  <a:lnTo>
                    <a:pt x="4600" y="22274"/>
                  </a:lnTo>
                  <a:lnTo>
                    <a:pt x="4138" y="19368"/>
                  </a:lnTo>
                  <a:lnTo>
                    <a:pt x="3408" y="16938"/>
                  </a:lnTo>
                  <a:lnTo>
                    <a:pt x="2960" y="16931"/>
                  </a:lnTo>
                  <a:lnTo>
                    <a:pt x="1871" y="18638"/>
                  </a:lnTo>
                  <a:lnTo>
                    <a:pt x="1320" y="18072"/>
                  </a:lnTo>
                  <a:lnTo>
                    <a:pt x="995" y="11372"/>
                  </a:lnTo>
                  <a:lnTo>
                    <a:pt x="555" y="4860"/>
                  </a:lnTo>
                  <a:lnTo>
                    <a:pt x="218" y="3194"/>
                  </a:lnTo>
                  <a:lnTo>
                    <a:pt x="0" y="1448"/>
                  </a:lnTo>
                  <a:lnTo>
                    <a:pt x="215" y="0"/>
                  </a:lnTo>
                  <a:lnTo>
                    <a:pt x="633" y="597"/>
                  </a:lnTo>
                  <a:lnTo>
                    <a:pt x="1228" y="2304"/>
                  </a:lnTo>
                  <a:lnTo>
                    <a:pt x="1949" y="3289"/>
                  </a:lnTo>
                  <a:lnTo>
                    <a:pt x="2307" y="414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g1152"/>
            <p:cNvSpPr/>
            <p:nvPr/>
          </p:nvSpPr>
          <p:spPr>
            <a:xfrm>
              <a:off x="4018401" y="3288493"/>
              <a:ext cx="2517" cy="6181"/>
            </a:xfrm>
            <a:custGeom>
              <a:avLst/>
              <a:pathLst>
                <a:path w="2517" h="6181">
                  <a:moveTo>
                    <a:pt x="2384" y="5993"/>
                  </a:moveTo>
                  <a:lnTo>
                    <a:pt x="1183" y="6181"/>
                  </a:lnTo>
                  <a:lnTo>
                    <a:pt x="658" y="4824"/>
                  </a:lnTo>
                  <a:lnTo>
                    <a:pt x="0" y="859"/>
                  </a:lnTo>
                  <a:lnTo>
                    <a:pt x="740" y="0"/>
                  </a:lnTo>
                  <a:lnTo>
                    <a:pt x="1447" y="233"/>
                  </a:lnTo>
                  <a:lnTo>
                    <a:pt x="1966" y="1634"/>
                  </a:lnTo>
                  <a:lnTo>
                    <a:pt x="2517" y="429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g1153"/>
            <p:cNvSpPr/>
            <p:nvPr/>
          </p:nvSpPr>
          <p:spPr>
            <a:xfrm>
              <a:off x="4021963" y="3287893"/>
              <a:ext cx="1187" cy="5083"/>
            </a:xfrm>
            <a:custGeom>
              <a:avLst/>
              <a:pathLst>
                <a:path w="1187" h="5083">
                  <a:moveTo>
                    <a:pt x="1187" y="3562"/>
                  </a:moveTo>
                  <a:lnTo>
                    <a:pt x="1010" y="5083"/>
                  </a:lnTo>
                  <a:lnTo>
                    <a:pt x="728" y="4661"/>
                  </a:lnTo>
                  <a:lnTo>
                    <a:pt x="482" y="3976"/>
                  </a:lnTo>
                  <a:lnTo>
                    <a:pt x="122" y="1678"/>
                  </a:lnTo>
                  <a:lnTo>
                    <a:pt x="0" y="0"/>
                  </a:lnTo>
                  <a:lnTo>
                    <a:pt x="552" y="952"/>
                  </a:lnTo>
                  <a:lnTo>
                    <a:pt x="871" y="262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g1154"/>
            <p:cNvSpPr/>
            <p:nvPr/>
          </p:nvSpPr>
          <p:spPr>
            <a:xfrm>
              <a:off x="3994664" y="3282514"/>
              <a:ext cx="12181" cy="42934"/>
            </a:xfrm>
            <a:custGeom>
              <a:avLst/>
              <a:pathLst>
                <a:path w="12181" h="42934">
                  <a:moveTo>
                    <a:pt x="5816" y="8340"/>
                  </a:moveTo>
                  <a:lnTo>
                    <a:pt x="6936" y="9845"/>
                  </a:lnTo>
                  <a:lnTo>
                    <a:pt x="8027" y="8553"/>
                  </a:lnTo>
                  <a:lnTo>
                    <a:pt x="9102" y="8915"/>
                  </a:lnTo>
                  <a:lnTo>
                    <a:pt x="9998" y="10875"/>
                  </a:lnTo>
                  <a:lnTo>
                    <a:pt x="9705" y="12115"/>
                  </a:lnTo>
                  <a:lnTo>
                    <a:pt x="9645" y="13475"/>
                  </a:lnTo>
                  <a:lnTo>
                    <a:pt x="11647" y="10516"/>
                  </a:lnTo>
                  <a:lnTo>
                    <a:pt x="12181" y="10691"/>
                  </a:lnTo>
                  <a:lnTo>
                    <a:pt x="12163" y="13439"/>
                  </a:lnTo>
                  <a:lnTo>
                    <a:pt x="12045" y="15772"/>
                  </a:lnTo>
                  <a:lnTo>
                    <a:pt x="11808" y="18041"/>
                  </a:lnTo>
                  <a:lnTo>
                    <a:pt x="11385" y="20698"/>
                  </a:lnTo>
                  <a:lnTo>
                    <a:pt x="10818" y="23073"/>
                  </a:lnTo>
                  <a:lnTo>
                    <a:pt x="10070" y="24797"/>
                  </a:lnTo>
                  <a:lnTo>
                    <a:pt x="9185" y="25852"/>
                  </a:lnTo>
                  <a:lnTo>
                    <a:pt x="8764" y="26810"/>
                  </a:lnTo>
                  <a:lnTo>
                    <a:pt x="8635" y="28253"/>
                  </a:lnTo>
                  <a:lnTo>
                    <a:pt x="8651" y="30069"/>
                  </a:lnTo>
                  <a:lnTo>
                    <a:pt x="8447" y="31721"/>
                  </a:lnTo>
                  <a:lnTo>
                    <a:pt x="7517" y="32398"/>
                  </a:lnTo>
                  <a:lnTo>
                    <a:pt x="6064" y="35620"/>
                  </a:lnTo>
                  <a:lnTo>
                    <a:pt x="2946" y="37659"/>
                  </a:lnTo>
                  <a:lnTo>
                    <a:pt x="2089" y="39058"/>
                  </a:lnTo>
                  <a:lnTo>
                    <a:pt x="1543" y="40875"/>
                  </a:lnTo>
                  <a:lnTo>
                    <a:pt x="934" y="42522"/>
                  </a:lnTo>
                  <a:lnTo>
                    <a:pt x="603" y="42934"/>
                  </a:lnTo>
                  <a:lnTo>
                    <a:pt x="452" y="42150"/>
                  </a:lnTo>
                  <a:lnTo>
                    <a:pt x="409" y="41478"/>
                  </a:lnTo>
                  <a:lnTo>
                    <a:pt x="854" y="37195"/>
                  </a:lnTo>
                  <a:lnTo>
                    <a:pt x="780" y="35414"/>
                  </a:lnTo>
                  <a:lnTo>
                    <a:pt x="567" y="33685"/>
                  </a:lnTo>
                  <a:lnTo>
                    <a:pt x="703" y="30307"/>
                  </a:lnTo>
                  <a:lnTo>
                    <a:pt x="1244" y="27133"/>
                  </a:lnTo>
                  <a:lnTo>
                    <a:pt x="1534" y="23639"/>
                  </a:lnTo>
                  <a:lnTo>
                    <a:pt x="1619" y="16892"/>
                  </a:lnTo>
                  <a:lnTo>
                    <a:pt x="2040" y="7518"/>
                  </a:lnTo>
                  <a:lnTo>
                    <a:pt x="2020" y="6397"/>
                  </a:lnTo>
                  <a:lnTo>
                    <a:pt x="1689" y="5130"/>
                  </a:lnTo>
                  <a:lnTo>
                    <a:pt x="476" y="4109"/>
                  </a:lnTo>
                  <a:lnTo>
                    <a:pt x="0" y="3146"/>
                  </a:lnTo>
                  <a:lnTo>
                    <a:pt x="238" y="1271"/>
                  </a:lnTo>
                  <a:lnTo>
                    <a:pt x="696" y="0"/>
                  </a:lnTo>
                  <a:lnTo>
                    <a:pt x="1326" y="57"/>
                  </a:lnTo>
                  <a:lnTo>
                    <a:pt x="1880" y="1249"/>
                  </a:lnTo>
                  <a:lnTo>
                    <a:pt x="3840" y="3703"/>
                  </a:lnTo>
                  <a:lnTo>
                    <a:pt x="4883" y="576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g1155"/>
            <p:cNvSpPr/>
            <p:nvPr/>
          </p:nvSpPr>
          <p:spPr>
            <a:xfrm>
              <a:off x="3975146" y="3280033"/>
              <a:ext cx="2040" cy="9218"/>
            </a:xfrm>
            <a:custGeom>
              <a:avLst/>
              <a:pathLst>
                <a:path w="2040" h="9218">
                  <a:moveTo>
                    <a:pt x="1709" y="8215"/>
                  </a:moveTo>
                  <a:lnTo>
                    <a:pt x="989" y="9218"/>
                  </a:lnTo>
                  <a:lnTo>
                    <a:pt x="807" y="8587"/>
                  </a:lnTo>
                  <a:lnTo>
                    <a:pt x="680" y="7121"/>
                  </a:lnTo>
                  <a:lnTo>
                    <a:pt x="690" y="6113"/>
                  </a:lnTo>
                  <a:lnTo>
                    <a:pt x="0" y="809"/>
                  </a:lnTo>
                  <a:lnTo>
                    <a:pt x="529" y="0"/>
                  </a:lnTo>
                  <a:lnTo>
                    <a:pt x="919" y="623"/>
                  </a:lnTo>
                  <a:lnTo>
                    <a:pt x="1316" y="1454"/>
                  </a:lnTo>
                  <a:lnTo>
                    <a:pt x="1682" y="1894"/>
                  </a:lnTo>
                  <a:lnTo>
                    <a:pt x="2016" y="3569"/>
                  </a:lnTo>
                  <a:lnTo>
                    <a:pt x="1936" y="4728"/>
                  </a:lnTo>
                  <a:lnTo>
                    <a:pt x="2040" y="584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g1156"/>
            <p:cNvSpPr/>
            <p:nvPr/>
          </p:nvSpPr>
          <p:spPr>
            <a:xfrm>
              <a:off x="3975193" y="3270053"/>
              <a:ext cx="4571" cy="9613"/>
            </a:xfrm>
            <a:custGeom>
              <a:avLst/>
              <a:pathLst>
                <a:path w="4571" h="9613">
                  <a:moveTo>
                    <a:pt x="2250" y="4474"/>
                  </a:moveTo>
                  <a:lnTo>
                    <a:pt x="2776" y="4925"/>
                  </a:lnTo>
                  <a:lnTo>
                    <a:pt x="3151" y="4492"/>
                  </a:lnTo>
                  <a:lnTo>
                    <a:pt x="3483" y="2933"/>
                  </a:lnTo>
                  <a:lnTo>
                    <a:pt x="3793" y="5240"/>
                  </a:lnTo>
                  <a:lnTo>
                    <a:pt x="4571" y="7140"/>
                  </a:lnTo>
                  <a:lnTo>
                    <a:pt x="4312" y="9062"/>
                  </a:lnTo>
                  <a:lnTo>
                    <a:pt x="3629" y="9287"/>
                  </a:lnTo>
                  <a:lnTo>
                    <a:pt x="2958" y="8848"/>
                  </a:lnTo>
                  <a:lnTo>
                    <a:pt x="2251" y="9613"/>
                  </a:lnTo>
                  <a:lnTo>
                    <a:pt x="1390" y="9185"/>
                  </a:lnTo>
                  <a:lnTo>
                    <a:pt x="875" y="7382"/>
                  </a:lnTo>
                  <a:lnTo>
                    <a:pt x="290" y="4146"/>
                  </a:lnTo>
                  <a:lnTo>
                    <a:pt x="0" y="3547"/>
                  </a:lnTo>
                  <a:lnTo>
                    <a:pt x="35" y="2219"/>
                  </a:lnTo>
                  <a:lnTo>
                    <a:pt x="248" y="1376"/>
                  </a:lnTo>
                  <a:lnTo>
                    <a:pt x="136" y="1158"/>
                  </a:lnTo>
                  <a:lnTo>
                    <a:pt x="190" y="568"/>
                  </a:lnTo>
                  <a:lnTo>
                    <a:pt x="295" y="167"/>
                  </a:lnTo>
                  <a:lnTo>
                    <a:pt x="485" y="0"/>
                  </a:lnTo>
                  <a:lnTo>
                    <a:pt x="941" y="1438"/>
                  </a:lnTo>
                  <a:lnTo>
                    <a:pt x="2034" y="358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g1157"/>
            <p:cNvSpPr/>
            <p:nvPr/>
          </p:nvSpPr>
          <p:spPr>
            <a:xfrm>
              <a:off x="3999776" y="3264945"/>
              <a:ext cx="2502" cy="6097"/>
            </a:xfrm>
            <a:custGeom>
              <a:avLst/>
              <a:pathLst>
                <a:path w="2502" h="6097">
                  <a:moveTo>
                    <a:pt x="2225" y="5404"/>
                  </a:moveTo>
                  <a:lnTo>
                    <a:pt x="1734" y="6097"/>
                  </a:lnTo>
                  <a:lnTo>
                    <a:pt x="734" y="3198"/>
                  </a:lnTo>
                  <a:lnTo>
                    <a:pt x="153" y="1845"/>
                  </a:lnTo>
                  <a:lnTo>
                    <a:pt x="0" y="1089"/>
                  </a:lnTo>
                  <a:lnTo>
                    <a:pt x="470" y="0"/>
                  </a:lnTo>
                  <a:lnTo>
                    <a:pt x="1736" y="10"/>
                  </a:lnTo>
                  <a:lnTo>
                    <a:pt x="2410" y="1999"/>
                  </a:lnTo>
                  <a:lnTo>
                    <a:pt x="2502" y="323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g1158"/>
            <p:cNvSpPr/>
            <p:nvPr/>
          </p:nvSpPr>
          <p:spPr>
            <a:xfrm>
              <a:off x="4017771" y="3262563"/>
              <a:ext cx="13982" cy="45001"/>
            </a:xfrm>
            <a:custGeom>
              <a:avLst/>
              <a:pathLst>
                <a:path w="13982" h="45001">
                  <a:moveTo>
                    <a:pt x="9083" y="1320"/>
                  </a:moveTo>
                  <a:lnTo>
                    <a:pt x="9763" y="3731"/>
                  </a:lnTo>
                  <a:lnTo>
                    <a:pt x="9929" y="5476"/>
                  </a:lnTo>
                  <a:lnTo>
                    <a:pt x="9858" y="7408"/>
                  </a:lnTo>
                  <a:lnTo>
                    <a:pt x="10166" y="8267"/>
                  </a:lnTo>
                  <a:lnTo>
                    <a:pt x="10710" y="8501"/>
                  </a:lnTo>
                  <a:lnTo>
                    <a:pt x="11406" y="9473"/>
                  </a:lnTo>
                  <a:lnTo>
                    <a:pt x="11929" y="11262"/>
                  </a:lnTo>
                  <a:lnTo>
                    <a:pt x="11618" y="12906"/>
                  </a:lnTo>
                  <a:lnTo>
                    <a:pt x="11715" y="15305"/>
                  </a:lnTo>
                  <a:lnTo>
                    <a:pt x="11169" y="18320"/>
                  </a:lnTo>
                  <a:lnTo>
                    <a:pt x="11243" y="23668"/>
                  </a:lnTo>
                  <a:lnTo>
                    <a:pt x="11556" y="25376"/>
                  </a:lnTo>
                  <a:lnTo>
                    <a:pt x="11587" y="27100"/>
                  </a:lnTo>
                  <a:lnTo>
                    <a:pt x="11508" y="28905"/>
                  </a:lnTo>
                  <a:lnTo>
                    <a:pt x="11642" y="30385"/>
                  </a:lnTo>
                  <a:lnTo>
                    <a:pt x="12480" y="35291"/>
                  </a:lnTo>
                  <a:lnTo>
                    <a:pt x="12634" y="36921"/>
                  </a:lnTo>
                  <a:lnTo>
                    <a:pt x="12378" y="38208"/>
                  </a:lnTo>
                  <a:lnTo>
                    <a:pt x="12293" y="39428"/>
                  </a:lnTo>
                  <a:lnTo>
                    <a:pt x="12811" y="39556"/>
                  </a:lnTo>
                  <a:lnTo>
                    <a:pt x="13548" y="41598"/>
                  </a:lnTo>
                  <a:lnTo>
                    <a:pt x="13982" y="44293"/>
                  </a:lnTo>
                  <a:lnTo>
                    <a:pt x="13852" y="45001"/>
                  </a:lnTo>
                  <a:lnTo>
                    <a:pt x="13263" y="42898"/>
                  </a:lnTo>
                  <a:lnTo>
                    <a:pt x="12818" y="42566"/>
                  </a:lnTo>
                  <a:lnTo>
                    <a:pt x="10931" y="43140"/>
                  </a:lnTo>
                  <a:lnTo>
                    <a:pt x="9775" y="42263"/>
                  </a:lnTo>
                  <a:lnTo>
                    <a:pt x="9024" y="42180"/>
                  </a:lnTo>
                  <a:lnTo>
                    <a:pt x="8278" y="38576"/>
                  </a:lnTo>
                  <a:lnTo>
                    <a:pt x="7625" y="37976"/>
                  </a:lnTo>
                  <a:lnTo>
                    <a:pt x="7109" y="36383"/>
                  </a:lnTo>
                  <a:lnTo>
                    <a:pt x="6254" y="32309"/>
                  </a:lnTo>
                  <a:lnTo>
                    <a:pt x="5982" y="29967"/>
                  </a:lnTo>
                  <a:lnTo>
                    <a:pt x="6577" y="27601"/>
                  </a:lnTo>
                  <a:lnTo>
                    <a:pt x="6763" y="25714"/>
                  </a:lnTo>
                  <a:lnTo>
                    <a:pt x="6732" y="23864"/>
                  </a:lnTo>
                  <a:lnTo>
                    <a:pt x="6161" y="24168"/>
                  </a:lnTo>
                  <a:lnTo>
                    <a:pt x="5667" y="23552"/>
                  </a:lnTo>
                  <a:lnTo>
                    <a:pt x="5060" y="21288"/>
                  </a:lnTo>
                  <a:lnTo>
                    <a:pt x="4817" y="19981"/>
                  </a:lnTo>
                  <a:lnTo>
                    <a:pt x="4374" y="18888"/>
                  </a:lnTo>
                  <a:lnTo>
                    <a:pt x="3672" y="16301"/>
                  </a:lnTo>
                  <a:lnTo>
                    <a:pt x="2664" y="15289"/>
                  </a:lnTo>
                  <a:lnTo>
                    <a:pt x="2253" y="14578"/>
                  </a:lnTo>
                  <a:lnTo>
                    <a:pt x="1451" y="12403"/>
                  </a:lnTo>
                  <a:lnTo>
                    <a:pt x="866" y="9708"/>
                  </a:lnTo>
                  <a:lnTo>
                    <a:pt x="298" y="4986"/>
                  </a:lnTo>
                  <a:lnTo>
                    <a:pt x="0" y="95"/>
                  </a:lnTo>
                  <a:lnTo>
                    <a:pt x="2606" y="1369"/>
                  </a:lnTo>
                  <a:lnTo>
                    <a:pt x="5243" y="1122"/>
                  </a:lnTo>
                  <a:lnTo>
                    <a:pt x="8224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g1159"/>
            <p:cNvSpPr/>
            <p:nvPr/>
          </p:nvSpPr>
          <p:spPr>
            <a:xfrm>
              <a:off x="4006822" y="3262240"/>
              <a:ext cx="8650" cy="24556"/>
            </a:xfrm>
            <a:custGeom>
              <a:avLst/>
              <a:pathLst>
                <a:path w="8650" h="24556">
                  <a:moveTo>
                    <a:pt x="5390" y="8750"/>
                  </a:moveTo>
                  <a:lnTo>
                    <a:pt x="7233" y="12245"/>
                  </a:lnTo>
                  <a:lnTo>
                    <a:pt x="8502" y="18222"/>
                  </a:lnTo>
                  <a:lnTo>
                    <a:pt x="8650" y="22809"/>
                  </a:lnTo>
                  <a:lnTo>
                    <a:pt x="8552" y="24556"/>
                  </a:lnTo>
                  <a:lnTo>
                    <a:pt x="7948" y="22593"/>
                  </a:lnTo>
                  <a:lnTo>
                    <a:pt x="6651" y="19795"/>
                  </a:lnTo>
                  <a:lnTo>
                    <a:pt x="5750" y="19178"/>
                  </a:lnTo>
                  <a:lnTo>
                    <a:pt x="5473" y="18673"/>
                  </a:lnTo>
                  <a:lnTo>
                    <a:pt x="5577" y="17163"/>
                  </a:lnTo>
                  <a:lnTo>
                    <a:pt x="4988" y="15764"/>
                  </a:lnTo>
                  <a:lnTo>
                    <a:pt x="4919" y="15192"/>
                  </a:lnTo>
                  <a:lnTo>
                    <a:pt x="4385" y="14575"/>
                  </a:lnTo>
                  <a:lnTo>
                    <a:pt x="3606" y="11431"/>
                  </a:lnTo>
                  <a:lnTo>
                    <a:pt x="3055" y="10839"/>
                  </a:lnTo>
                  <a:lnTo>
                    <a:pt x="2528" y="11502"/>
                  </a:lnTo>
                  <a:lnTo>
                    <a:pt x="1315" y="16166"/>
                  </a:lnTo>
                  <a:lnTo>
                    <a:pt x="18" y="19439"/>
                  </a:lnTo>
                  <a:lnTo>
                    <a:pt x="0" y="18188"/>
                  </a:lnTo>
                  <a:lnTo>
                    <a:pt x="525" y="14092"/>
                  </a:lnTo>
                  <a:lnTo>
                    <a:pt x="859" y="7548"/>
                  </a:lnTo>
                  <a:lnTo>
                    <a:pt x="1070" y="5556"/>
                  </a:lnTo>
                  <a:lnTo>
                    <a:pt x="807" y="2624"/>
                  </a:lnTo>
                  <a:lnTo>
                    <a:pt x="774" y="0"/>
                  </a:lnTo>
                  <a:lnTo>
                    <a:pt x="1741" y="1214"/>
                  </a:lnTo>
                  <a:lnTo>
                    <a:pt x="2952" y="2431"/>
                  </a:lnTo>
                  <a:lnTo>
                    <a:pt x="3875" y="4097"/>
                  </a:lnTo>
                  <a:lnTo>
                    <a:pt x="4027" y="521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g1160"/>
            <p:cNvSpPr/>
            <p:nvPr/>
          </p:nvSpPr>
          <p:spPr>
            <a:xfrm>
              <a:off x="3998092" y="3262069"/>
              <a:ext cx="605" cy="2687"/>
            </a:xfrm>
            <a:custGeom>
              <a:avLst/>
              <a:pathLst>
                <a:path w="605" h="2687">
                  <a:moveTo>
                    <a:pt x="605" y="1786"/>
                  </a:moveTo>
                  <a:lnTo>
                    <a:pt x="307" y="2687"/>
                  </a:lnTo>
                  <a:lnTo>
                    <a:pt x="125" y="2546"/>
                  </a:lnTo>
                  <a:lnTo>
                    <a:pt x="0" y="955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g1161"/>
            <p:cNvSpPr/>
            <p:nvPr/>
          </p:nvSpPr>
          <p:spPr>
            <a:xfrm>
              <a:off x="3994972" y="3260197"/>
              <a:ext cx="2132" cy="16163"/>
            </a:xfrm>
            <a:custGeom>
              <a:avLst/>
              <a:pathLst>
                <a:path w="2132" h="16163">
                  <a:moveTo>
                    <a:pt x="1641" y="8798"/>
                  </a:moveTo>
                  <a:lnTo>
                    <a:pt x="872" y="16163"/>
                  </a:lnTo>
                  <a:lnTo>
                    <a:pt x="354" y="13628"/>
                  </a:lnTo>
                  <a:lnTo>
                    <a:pt x="564" y="12036"/>
                  </a:lnTo>
                  <a:lnTo>
                    <a:pt x="119" y="10704"/>
                  </a:lnTo>
                  <a:lnTo>
                    <a:pt x="0" y="9495"/>
                  </a:lnTo>
                  <a:lnTo>
                    <a:pt x="170" y="7896"/>
                  </a:lnTo>
                  <a:lnTo>
                    <a:pt x="636" y="6422"/>
                  </a:lnTo>
                  <a:lnTo>
                    <a:pt x="752" y="1598"/>
                  </a:lnTo>
                  <a:lnTo>
                    <a:pt x="1735" y="59"/>
                  </a:lnTo>
                  <a:lnTo>
                    <a:pt x="2132" y="0"/>
                  </a:lnTo>
                  <a:lnTo>
                    <a:pt x="1990" y="1183"/>
                  </a:lnTo>
                  <a:lnTo>
                    <a:pt x="2003" y="340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g1162"/>
            <p:cNvSpPr/>
            <p:nvPr/>
          </p:nvSpPr>
          <p:spPr>
            <a:xfrm>
              <a:off x="4010969" y="3259539"/>
              <a:ext cx="1844" cy="9120"/>
            </a:xfrm>
            <a:custGeom>
              <a:avLst/>
              <a:pathLst>
                <a:path w="1844" h="9120">
                  <a:moveTo>
                    <a:pt x="1809" y="6530"/>
                  </a:moveTo>
                  <a:lnTo>
                    <a:pt x="1844" y="9120"/>
                  </a:lnTo>
                  <a:lnTo>
                    <a:pt x="1483" y="8166"/>
                  </a:lnTo>
                  <a:lnTo>
                    <a:pt x="321" y="3084"/>
                  </a:lnTo>
                  <a:lnTo>
                    <a:pt x="0" y="1229"/>
                  </a:lnTo>
                  <a:lnTo>
                    <a:pt x="329" y="0"/>
                  </a:lnTo>
                  <a:lnTo>
                    <a:pt x="1167" y="18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g1163"/>
            <p:cNvSpPr/>
            <p:nvPr/>
          </p:nvSpPr>
          <p:spPr>
            <a:xfrm>
              <a:off x="4004833" y="3246500"/>
              <a:ext cx="4020" cy="12272"/>
            </a:xfrm>
            <a:custGeom>
              <a:avLst/>
              <a:pathLst>
                <a:path w="4020" h="12272">
                  <a:moveTo>
                    <a:pt x="3199" y="7763"/>
                  </a:moveTo>
                  <a:lnTo>
                    <a:pt x="4020" y="12272"/>
                  </a:lnTo>
                  <a:lnTo>
                    <a:pt x="3126" y="9192"/>
                  </a:lnTo>
                  <a:lnTo>
                    <a:pt x="2089" y="7100"/>
                  </a:lnTo>
                  <a:lnTo>
                    <a:pt x="1011" y="3625"/>
                  </a:lnTo>
                  <a:lnTo>
                    <a:pt x="234" y="2406"/>
                  </a:lnTo>
                  <a:lnTo>
                    <a:pt x="0" y="1698"/>
                  </a:lnTo>
                  <a:lnTo>
                    <a:pt x="81" y="265"/>
                  </a:lnTo>
                  <a:lnTo>
                    <a:pt x="654" y="0"/>
                  </a:lnTo>
                  <a:lnTo>
                    <a:pt x="908" y="82"/>
                  </a:lnTo>
                  <a:lnTo>
                    <a:pt x="2472" y="622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g1164"/>
            <p:cNvSpPr/>
            <p:nvPr/>
          </p:nvSpPr>
          <p:spPr>
            <a:xfrm>
              <a:off x="3979736" y="3234496"/>
              <a:ext cx="11556" cy="38520"/>
            </a:xfrm>
            <a:custGeom>
              <a:avLst/>
              <a:pathLst>
                <a:path w="11556" h="38520">
                  <a:moveTo>
                    <a:pt x="3517" y="1268"/>
                  </a:moveTo>
                  <a:lnTo>
                    <a:pt x="4007" y="1519"/>
                  </a:lnTo>
                  <a:lnTo>
                    <a:pt x="5545" y="630"/>
                  </a:lnTo>
                  <a:lnTo>
                    <a:pt x="6174" y="1076"/>
                  </a:lnTo>
                  <a:lnTo>
                    <a:pt x="6597" y="2768"/>
                  </a:lnTo>
                  <a:lnTo>
                    <a:pt x="7122" y="3299"/>
                  </a:lnTo>
                  <a:lnTo>
                    <a:pt x="7536" y="4171"/>
                  </a:lnTo>
                  <a:lnTo>
                    <a:pt x="8308" y="2662"/>
                  </a:lnTo>
                  <a:lnTo>
                    <a:pt x="9093" y="4381"/>
                  </a:lnTo>
                  <a:lnTo>
                    <a:pt x="9790" y="7592"/>
                  </a:lnTo>
                  <a:lnTo>
                    <a:pt x="10610" y="9868"/>
                  </a:lnTo>
                  <a:lnTo>
                    <a:pt x="11385" y="11559"/>
                  </a:lnTo>
                  <a:lnTo>
                    <a:pt x="11538" y="12810"/>
                  </a:lnTo>
                  <a:lnTo>
                    <a:pt x="11067" y="14858"/>
                  </a:lnTo>
                  <a:lnTo>
                    <a:pt x="10924" y="17458"/>
                  </a:lnTo>
                  <a:lnTo>
                    <a:pt x="10971" y="20250"/>
                  </a:lnTo>
                  <a:lnTo>
                    <a:pt x="11556" y="26128"/>
                  </a:lnTo>
                  <a:lnTo>
                    <a:pt x="11351" y="27722"/>
                  </a:lnTo>
                  <a:lnTo>
                    <a:pt x="10762" y="29976"/>
                  </a:lnTo>
                  <a:lnTo>
                    <a:pt x="10323" y="32485"/>
                  </a:lnTo>
                  <a:lnTo>
                    <a:pt x="10379" y="33498"/>
                  </a:lnTo>
                  <a:lnTo>
                    <a:pt x="10206" y="34326"/>
                  </a:lnTo>
                  <a:lnTo>
                    <a:pt x="10150" y="36103"/>
                  </a:lnTo>
                  <a:lnTo>
                    <a:pt x="9790" y="35734"/>
                  </a:lnTo>
                  <a:lnTo>
                    <a:pt x="9458" y="36014"/>
                  </a:lnTo>
                  <a:lnTo>
                    <a:pt x="9136" y="36809"/>
                  </a:lnTo>
                  <a:lnTo>
                    <a:pt x="8635" y="38520"/>
                  </a:lnTo>
                  <a:lnTo>
                    <a:pt x="7854" y="38002"/>
                  </a:lnTo>
                  <a:lnTo>
                    <a:pt x="7484" y="37497"/>
                  </a:lnTo>
                  <a:lnTo>
                    <a:pt x="7394" y="36014"/>
                  </a:lnTo>
                  <a:lnTo>
                    <a:pt x="7161" y="34969"/>
                  </a:lnTo>
                  <a:lnTo>
                    <a:pt x="6826" y="34349"/>
                  </a:lnTo>
                  <a:lnTo>
                    <a:pt x="5999" y="31791"/>
                  </a:lnTo>
                  <a:lnTo>
                    <a:pt x="5611" y="29867"/>
                  </a:lnTo>
                  <a:lnTo>
                    <a:pt x="5604" y="27814"/>
                  </a:lnTo>
                  <a:lnTo>
                    <a:pt x="5392" y="25901"/>
                  </a:lnTo>
                  <a:lnTo>
                    <a:pt x="4963" y="24193"/>
                  </a:lnTo>
                  <a:lnTo>
                    <a:pt x="4398" y="22883"/>
                  </a:lnTo>
                  <a:lnTo>
                    <a:pt x="4209" y="21625"/>
                  </a:lnTo>
                  <a:lnTo>
                    <a:pt x="4136" y="20137"/>
                  </a:lnTo>
                  <a:lnTo>
                    <a:pt x="4087" y="16328"/>
                  </a:lnTo>
                  <a:lnTo>
                    <a:pt x="3285" y="11577"/>
                  </a:lnTo>
                  <a:lnTo>
                    <a:pt x="3008" y="10438"/>
                  </a:lnTo>
                  <a:lnTo>
                    <a:pt x="2255" y="9264"/>
                  </a:lnTo>
                  <a:lnTo>
                    <a:pt x="1632" y="7752"/>
                  </a:lnTo>
                  <a:lnTo>
                    <a:pt x="1366" y="6245"/>
                  </a:lnTo>
                  <a:lnTo>
                    <a:pt x="1124" y="3809"/>
                  </a:lnTo>
                  <a:lnTo>
                    <a:pt x="957" y="3457"/>
                  </a:lnTo>
                  <a:lnTo>
                    <a:pt x="471" y="3568"/>
                  </a:lnTo>
                  <a:lnTo>
                    <a:pt x="0" y="3252"/>
                  </a:lnTo>
                  <a:lnTo>
                    <a:pt x="137" y="1461"/>
                  </a:lnTo>
                  <a:lnTo>
                    <a:pt x="603" y="158"/>
                  </a:lnTo>
                  <a:lnTo>
                    <a:pt x="1248" y="0"/>
                  </a:lnTo>
                  <a:lnTo>
                    <a:pt x="3026" y="73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g1165"/>
            <p:cNvSpPr/>
            <p:nvPr/>
          </p:nvSpPr>
          <p:spPr>
            <a:xfrm>
              <a:off x="3993932" y="3233203"/>
              <a:ext cx="2954" cy="10672"/>
            </a:xfrm>
            <a:custGeom>
              <a:avLst/>
              <a:pathLst>
                <a:path w="2954" h="10672">
                  <a:moveTo>
                    <a:pt x="959" y="763"/>
                  </a:moveTo>
                  <a:lnTo>
                    <a:pt x="1552" y="849"/>
                  </a:lnTo>
                  <a:lnTo>
                    <a:pt x="1736" y="572"/>
                  </a:lnTo>
                  <a:lnTo>
                    <a:pt x="2879" y="3042"/>
                  </a:lnTo>
                  <a:lnTo>
                    <a:pt x="2809" y="4293"/>
                  </a:lnTo>
                  <a:lnTo>
                    <a:pt x="2954" y="5940"/>
                  </a:lnTo>
                  <a:lnTo>
                    <a:pt x="2303" y="8791"/>
                  </a:lnTo>
                  <a:lnTo>
                    <a:pt x="2185" y="9750"/>
                  </a:lnTo>
                  <a:lnTo>
                    <a:pt x="1825" y="10672"/>
                  </a:lnTo>
                  <a:lnTo>
                    <a:pt x="584" y="8404"/>
                  </a:lnTo>
                  <a:lnTo>
                    <a:pt x="136" y="7019"/>
                  </a:lnTo>
                  <a:lnTo>
                    <a:pt x="0" y="4187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g1166"/>
            <p:cNvSpPr/>
            <p:nvPr/>
          </p:nvSpPr>
          <p:spPr>
            <a:xfrm>
              <a:off x="3977438" y="3224578"/>
              <a:ext cx="1667" cy="5173"/>
            </a:xfrm>
            <a:custGeom>
              <a:avLst/>
              <a:pathLst>
                <a:path w="1667" h="5173">
                  <a:moveTo>
                    <a:pt x="1652" y="3172"/>
                  </a:moveTo>
                  <a:lnTo>
                    <a:pt x="1667" y="5173"/>
                  </a:lnTo>
                  <a:lnTo>
                    <a:pt x="46" y="2236"/>
                  </a:lnTo>
                  <a:lnTo>
                    <a:pt x="0" y="1214"/>
                  </a:lnTo>
                  <a:lnTo>
                    <a:pt x="38" y="458"/>
                  </a:lnTo>
                  <a:lnTo>
                    <a:pt x="204" y="0"/>
                  </a:lnTo>
                  <a:lnTo>
                    <a:pt x="1076" y="11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g1167"/>
            <p:cNvSpPr/>
            <p:nvPr/>
          </p:nvSpPr>
          <p:spPr>
            <a:xfrm>
              <a:off x="4015311" y="3218091"/>
              <a:ext cx="3636" cy="16135"/>
            </a:xfrm>
            <a:custGeom>
              <a:avLst/>
              <a:pathLst>
                <a:path w="3636" h="16135">
                  <a:moveTo>
                    <a:pt x="3025" y="13159"/>
                  </a:moveTo>
                  <a:lnTo>
                    <a:pt x="2770" y="15076"/>
                  </a:lnTo>
                  <a:lnTo>
                    <a:pt x="2457" y="14397"/>
                  </a:lnTo>
                  <a:lnTo>
                    <a:pt x="2012" y="14506"/>
                  </a:lnTo>
                  <a:lnTo>
                    <a:pt x="1312" y="16135"/>
                  </a:lnTo>
                  <a:lnTo>
                    <a:pt x="174" y="13947"/>
                  </a:lnTo>
                  <a:lnTo>
                    <a:pt x="0" y="12246"/>
                  </a:lnTo>
                  <a:lnTo>
                    <a:pt x="815" y="8483"/>
                  </a:lnTo>
                  <a:lnTo>
                    <a:pt x="807" y="2892"/>
                  </a:lnTo>
                  <a:lnTo>
                    <a:pt x="1104" y="1519"/>
                  </a:lnTo>
                  <a:lnTo>
                    <a:pt x="1416" y="533"/>
                  </a:lnTo>
                  <a:lnTo>
                    <a:pt x="1788" y="0"/>
                  </a:lnTo>
                  <a:lnTo>
                    <a:pt x="2590" y="3859"/>
                  </a:lnTo>
                  <a:lnTo>
                    <a:pt x="2863" y="4328"/>
                  </a:lnTo>
                  <a:lnTo>
                    <a:pt x="3636" y="6103"/>
                  </a:lnTo>
                  <a:lnTo>
                    <a:pt x="3436" y="9677"/>
                  </a:lnTo>
                  <a:lnTo>
                    <a:pt x="3510" y="1176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g1168"/>
            <p:cNvSpPr/>
            <p:nvPr/>
          </p:nvSpPr>
          <p:spPr>
            <a:xfrm>
              <a:off x="3995191" y="3213624"/>
              <a:ext cx="2205" cy="6523"/>
            </a:xfrm>
            <a:custGeom>
              <a:avLst/>
              <a:pathLst>
                <a:path w="2205" h="6523">
                  <a:moveTo>
                    <a:pt x="2205" y="5316"/>
                  </a:moveTo>
                  <a:lnTo>
                    <a:pt x="2175" y="6523"/>
                  </a:lnTo>
                  <a:lnTo>
                    <a:pt x="98" y="2148"/>
                  </a:lnTo>
                  <a:lnTo>
                    <a:pt x="3" y="1396"/>
                  </a:lnTo>
                  <a:lnTo>
                    <a:pt x="0" y="698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g1169"/>
            <p:cNvSpPr/>
            <p:nvPr/>
          </p:nvSpPr>
          <p:spPr>
            <a:xfrm>
              <a:off x="3993982" y="3189464"/>
              <a:ext cx="2223" cy="11533"/>
            </a:xfrm>
            <a:custGeom>
              <a:avLst/>
              <a:pathLst>
                <a:path w="2223" h="11533">
                  <a:moveTo>
                    <a:pt x="2049" y="1222"/>
                  </a:moveTo>
                  <a:lnTo>
                    <a:pt x="2223" y="2260"/>
                  </a:lnTo>
                  <a:lnTo>
                    <a:pt x="2032" y="2208"/>
                  </a:lnTo>
                  <a:lnTo>
                    <a:pt x="1893" y="2396"/>
                  </a:lnTo>
                  <a:lnTo>
                    <a:pt x="1441" y="4533"/>
                  </a:lnTo>
                  <a:lnTo>
                    <a:pt x="1935" y="8479"/>
                  </a:lnTo>
                  <a:lnTo>
                    <a:pt x="1627" y="11353"/>
                  </a:lnTo>
                  <a:lnTo>
                    <a:pt x="1083" y="11533"/>
                  </a:lnTo>
                  <a:lnTo>
                    <a:pt x="868" y="11225"/>
                  </a:lnTo>
                  <a:lnTo>
                    <a:pt x="979" y="9805"/>
                  </a:lnTo>
                  <a:lnTo>
                    <a:pt x="1098" y="9153"/>
                  </a:lnTo>
                  <a:lnTo>
                    <a:pt x="987" y="7280"/>
                  </a:lnTo>
                  <a:lnTo>
                    <a:pt x="662" y="6103"/>
                  </a:lnTo>
                  <a:lnTo>
                    <a:pt x="403" y="3817"/>
                  </a:lnTo>
                  <a:lnTo>
                    <a:pt x="0" y="2446"/>
                  </a:lnTo>
                  <a:lnTo>
                    <a:pt x="187" y="243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g1170"/>
            <p:cNvSpPr/>
            <p:nvPr/>
          </p:nvSpPr>
          <p:spPr>
            <a:xfrm>
              <a:off x="3974193" y="3084006"/>
              <a:ext cx="42117" cy="178718"/>
            </a:xfrm>
            <a:custGeom>
              <a:avLst/>
              <a:pathLst>
                <a:path w="42117" h="178718">
                  <a:moveTo>
                    <a:pt x="12879" y="0"/>
                  </a:moveTo>
                  <a:lnTo>
                    <a:pt x="14350" y="1532"/>
                  </a:lnTo>
                  <a:lnTo>
                    <a:pt x="17604" y="7056"/>
                  </a:lnTo>
                  <a:lnTo>
                    <a:pt x="18794" y="8427"/>
                  </a:lnTo>
                  <a:lnTo>
                    <a:pt x="20032" y="9451"/>
                  </a:lnTo>
                  <a:lnTo>
                    <a:pt x="21013" y="9754"/>
                  </a:lnTo>
                  <a:lnTo>
                    <a:pt x="21887" y="8490"/>
                  </a:lnTo>
                  <a:lnTo>
                    <a:pt x="22256" y="7198"/>
                  </a:lnTo>
                  <a:lnTo>
                    <a:pt x="22927" y="3803"/>
                  </a:lnTo>
                  <a:lnTo>
                    <a:pt x="23643" y="3387"/>
                  </a:lnTo>
                  <a:lnTo>
                    <a:pt x="24069" y="4622"/>
                  </a:lnTo>
                  <a:lnTo>
                    <a:pt x="24399" y="6279"/>
                  </a:lnTo>
                  <a:lnTo>
                    <a:pt x="24545" y="8716"/>
                  </a:lnTo>
                  <a:lnTo>
                    <a:pt x="24342" y="11258"/>
                  </a:lnTo>
                  <a:lnTo>
                    <a:pt x="23659" y="13537"/>
                  </a:lnTo>
                  <a:lnTo>
                    <a:pt x="23242" y="16282"/>
                  </a:lnTo>
                  <a:lnTo>
                    <a:pt x="22968" y="25376"/>
                  </a:lnTo>
                  <a:lnTo>
                    <a:pt x="22981" y="28097"/>
                  </a:lnTo>
                  <a:lnTo>
                    <a:pt x="23201" y="30719"/>
                  </a:lnTo>
                  <a:lnTo>
                    <a:pt x="23793" y="34880"/>
                  </a:lnTo>
                  <a:lnTo>
                    <a:pt x="24103" y="36050"/>
                  </a:lnTo>
                  <a:lnTo>
                    <a:pt x="25000" y="37539"/>
                  </a:lnTo>
                  <a:lnTo>
                    <a:pt x="25242" y="38664"/>
                  </a:lnTo>
                  <a:lnTo>
                    <a:pt x="25294" y="40686"/>
                  </a:lnTo>
                  <a:lnTo>
                    <a:pt x="25434" y="42466"/>
                  </a:lnTo>
                  <a:lnTo>
                    <a:pt x="26015" y="43146"/>
                  </a:lnTo>
                  <a:lnTo>
                    <a:pt x="26507" y="44040"/>
                  </a:lnTo>
                  <a:lnTo>
                    <a:pt x="26323" y="46015"/>
                  </a:lnTo>
                  <a:lnTo>
                    <a:pt x="26016" y="48024"/>
                  </a:lnTo>
                  <a:lnTo>
                    <a:pt x="25610" y="52970"/>
                  </a:lnTo>
                  <a:lnTo>
                    <a:pt x="23688" y="64419"/>
                  </a:lnTo>
                  <a:lnTo>
                    <a:pt x="23575" y="66892"/>
                  </a:lnTo>
                  <a:lnTo>
                    <a:pt x="22816" y="71817"/>
                  </a:lnTo>
                  <a:lnTo>
                    <a:pt x="21273" y="72612"/>
                  </a:lnTo>
                  <a:lnTo>
                    <a:pt x="19485" y="74990"/>
                  </a:lnTo>
                  <a:lnTo>
                    <a:pt x="18490" y="76843"/>
                  </a:lnTo>
                  <a:lnTo>
                    <a:pt x="17626" y="79251"/>
                  </a:lnTo>
                  <a:lnTo>
                    <a:pt x="17296" y="82398"/>
                  </a:lnTo>
                  <a:lnTo>
                    <a:pt x="17579" y="83838"/>
                  </a:lnTo>
                  <a:lnTo>
                    <a:pt x="17759" y="85374"/>
                  </a:lnTo>
                  <a:lnTo>
                    <a:pt x="17739" y="87035"/>
                  </a:lnTo>
                  <a:lnTo>
                    <a:pt x="17471" y="88413"/>
                  </a:lnTo>
                  <a:lnTo>
                    <a:pt x="16612" y="91772"/>
                  </a:lnTo>
                  <a:lnTo>
                    <a:pt x="16249" y="94516"/>
                  </a:lnTo>
                  <a:lnTo>
                    <a:pt x="15863" y="95745"/>
                  </a:lnTo>
                  <a:lnTo>
                    <a:pt x="15674" y="97242"/>
                  </a:lnTo>
                  <a:lnTo>
                    <a:pt x="15738" y="98950"/>
                  </a:lnTo>
                  <a:lnTo>
                    <a:pt x="16085" y="100436"/>
                  </a:lnTo>
                  <a:lnTo>
                    <a:pt x="17132" y="106852"/>
                  </a:lnTo>
                  <a:lnTo>
                    <a:pt x="18253" y="113048"/>
                  </a:lnTo>
                  <a:lnTo>
                    <a:pt x="18494" y="113759"/>
                  </a:lnTo>
                  <a:lnTo>
                    <a:pt x="18588" y="114590"/>
                  </a:lnTo>
                  <a:lnTo>
                    <a:pt x="17926" y="116232"/>
                  </a:lnTo>
                  <a:lnTo>
                    <a:pt x="17940" y="119204"/>
                  </a:lnTo>
                  <a:lnTo>
                    <a:pt x="18138" y="122149"/>
                  </a:lnTo>
                  <a:lnTo>
                    <a:pt x="19131" y="129457"/>
                  </a:lnTo>
                  <a:lnTo>
                    <a:pt x="19273" y="131410"/>
                  </a:lnTo>
                  <a:lnTo>
                    <a:pt x="19599" y="133012"/>
                  </a:lnTo>
                  <a:lnTo>
                    <a:pt x="20106" y="134513"/>
                  </a:lnTo>
                  <a:lnTo>
                    <a:pt x="20668" y="135774"/>
                  </a:lnTo>
                  <a:lnTo>
                    <a:pt x="22282" y="137939"/>
                  </a:lnTo>
                  <a:lnTo>
                    <a:pt x="22904" y="138365"/>
                  </a:lnTo>
                  <a:lnTo>
                    <a:pt x="23552" y="138440"/>
                  </a:lnTo>
                  <a:lnTo>
                    <a:pt x="23713" y="136983"/>
                  </a:lnTo>
                  <a:lnTo>
                    <a:pt x="24281" y="136489"/>
                  </a:lnTo>
                  <a:lnTo>
                    <a:pt x="24155" y="135055"/>
                  </a:lnTo>
                  <a:lnTo>
                    <a:pt x="23464" y="133077"/>
                  </a:lnTo>
                  <a:lnTo>
                    <a:pt x="23437" y="132002"/>
                  </a:lnTo>
                  <a:lnTo>
                    <a:pt x="23800" y="131204"/>
                  </a:lnTo>
                  <a:lnTo>
                    <a:pt x="24234" y="130738"/>
                  </a:lnTo>
                  <a:lnTo>
                    <a:pt x="25205" y="128580"/>
                  </a:lnTo>
                  <a:lnTo>
                    <a:pt x="26235" y="126851"/>
                  </a:lnTo>
                  <a:lnTo>
                    <a:pt x="27546" y="126994"/>
                  </a:lnTo>
                  <a:lnTo>
                    <a:pt x="28833" y="127959"/>
                  </a:lnTo>
                  <a:lnTo>
                    <a:pt x="29747" y="128966"/>
                  </a:lnTo>
                  <a:lnTo>
                    <a:pt x="30498" y="130819"/>
                  </a:lnTo>
                  <a:lnTo>
                    <a:pt x="31270" y="134018"/>
                  </a:lnTo>
                  <a:lnTo>
                    <a:pt x="31813" y="137560"/>
                  </a:lnTo>
                  <a:lnTo>
                    <a:pt x="31810" y="139251"/>
                  </a:lnTo>
                  <a:lnTo>
                    <a:pt x="31678" y="140943"/>
                  </a:lnTo>
                  <a:lnTo>
                    <a:pt x="31707" y="142618"/>
                  </a:lnTo>
                  <a:lnTo>
                    <a:pt x="32110" y="143757"/>
                  </a:lnTo>
                  <a:lnTo>
                    <a:pt x="33355" y="143842"/>
                  </a:lnTo>
                  <a:lnTo>
                    <a:pt x="33985" y="141210"/>
                  </a:lnTo>
                  <a:lnTo>
                    <a:pt x="34066" y="138251"/>
                  </a:lnTo>
                  <a:lnTo>
                    <a:pt x="33623" y="137102"/>
                  </a:lnTo>
                  <a:lnTo>
                    <a:pt x="33827" y="135644"/>
                  </a:lnTo>
                  <a:lnTo>
                    <a:pt x="34210" y="134554"/>
                  </a:lnTo>
                  <a:lnTo>
                    <a:pt x="34759" y="135530"/>
                  </a:lnTo>
                  <a:lnTo>
                    <a:pt x="35287" y="137374"/>
                  </a:lnTo>
                  <a:lnTo>
                    <a:pt x="37214" y="139376"/>
                  </a:lnTo>
                  <a:lnTo>
                    <a:pt x="37707" y="139420"/>
                  </a:lnTo>
                  <a:lnTo>
                    <a:pt x="38110" y="139795"/>
                  </a:lnTo>
                  <a:lnTo>
                    <a:pt x="38972" y="141190"/>
                  </a:lnTo>
                  <a:lnTo>
                    <a:pt x="39375" y="142298"/>
                  </a:lnTo>
                  <a:lnTo>
                    <a:pt x="38881" y="144599"/>
                  </a:lnTo>
                  <a:lnTo>
                    <a:pt x="36967" y="145110"/>
                  </a:lnTo>
                  <a:lnTo>
                    <a:pt x="36414" y="146844"/>
                  </a:lnTo>
                  <a:lnTo>
                    <a:pt x="36976" y="150322"/>
                  </a:lnTo>
                  <a:lnTo>
                    <a:pt x="37895" y="153173"/>
                  </a:lnTo>
                  <a:lnTo>
                    <a:pt x="38483" y="155480"/>
                  </a:lnTo>
                  <a:lnTo>
                    <a:pt x="39006" y="157963"/>
                  </a:lnTo>
                  <a:lnTo>
                    <a:pt x="38981" y="160264"/>
                  </a:lnTo>
                  <a:lnTo>
                    <a:pt x="38679" y="162659"/>
                  </a:lnTo>
                  <a:lnTo>
                    <a:pt x="39521" y="162469"/>
                  </a:lnTo>
                  <a:lnTo>
                    <a:pt x="40313" y="162979"/>
                  </a:lnTo>
                  <a:lnTo>
                    <a:pt x="41409" y="164982"/>
                  </a:lnTo>
                  <a:lnTo>
                    <a:pt x="41749" y="165187"/>
                  </a:lnTo>
                  <a:lnTo>
                    <a:pt x="42117" y="164868"/>
                  </a:lnTo>
                  <a:lnTo>
                    <a:pt x="42064" y="172097"/>
                  </a:lnTo>
                  <a:lnTo>
                    <a:pt x="41319" y="178718"/>
                  </a:lnTo>
                  <a:lnTo>
                    <a:pt x="40376" y="177894"/>
                  </a:lnTo>
                  <a:lnTo>
                    <a:pt x="39569" y="175095"/>
                  </a:lnTo>
                  <a:lnTo>
                    <a:pt x="39734" y="171688"/>
                  </a:lnTo>
                  <a:lnTo>
                    <a:pt x="40249" y="168396"/>
                  </a:lnTo>
                  <a:lnTo>
                    <a:pt x="39955" y="167700"/>
                  </a:lnTo>
                  <a:lnTo>
                    <a:pt x="39435" y="167975"/>
                  </a:lnTo>
                  <a:lnTo>
                    <a:pt x="38844" y="168716"/>
                  </a:lnTo>
                  <a:lnTo>
                    <a:pt x="38206" y="168972"/>
                  </a:lnTo>
                  <a:lnTo>
                    <a:pt x="37156" y="168533"/>
                  </a:lnTo>
                  <a:lnTo>
                    <a:pt x="34998" y="164947"/>
                  </a:lnTo>
                  <a:lnTo>
                    <a:pt x="34120" y="164623"/>
                  </a:lnTo>
                  <a:lnTo>
                    <a:pt x="33922" y="163000"/>
                  </a:lnTo>
                  <a:lnTo>
                    <a:pt x="33971" y="159556"/>
                  </a:lnTo>
                  <a:lnTo>
                    <a:pt x="33110" y="155480"/>
                  </a:lnTo>
                  <a:lnTo>
                    <a:pt x="32972" y="154021"/>
                  </a:lnTo>
                  <a:lnTo>
                    <a:pt x="32700" y="152872"/>
                  </a:lnTo>
                  <a:lnTo>
                    <a:pt x="30132" y="148434"/>
                  </a:lnTo>
                  <a:lnTo>
                    <a:pt x="29818" y="147687"/>
                  </a:lnTo>
                  <a:lnTo>
                    <a:pt x="29028" y="144146"/>
                  </a:lnTo>
                  <a:lnTo>
                    <a:pt x="27239" y="139106"/>
                  </a:lnTo>
                  <a:lnTo>
                    <a:pt x="26737" y="138591"/>
                  </a:lnTo>
                  <a:lnTo>
                    <a:pt x="26192" y="138446"/>
                  </a:lnTo>
                  <a:lnTo>
                    <a:pt x="26016" y="139724"/>
                  </a:lnTo>
                  <a:lnTo>
                    <a:pt x="26263" y="141689"/>
                  </a:lnTo>
                  <a:lnTo>
                    <a:pt x="26364" y="143377"/>
                  </a:lnTo>
                  <a:lnTo>
                    <a:pt x="26325" y="145148"/>
                  </a:lnTo>
                  <a:lnTo>
                    <a:pt x="26400" y="146517"/>
                  </a:lnTo>
                  <a:lnTo>
                    <a:pt x="27248" y="149319"/>
                  </a:lnTo>
                  <a:lnTo>
                    <a:pt x="27375" y="150645"/>
                  </a:lnTo>
                  <a:lnTo>
                    <a:pt x="27937" y="154243"/>
                  </a:lnTo>
                  <a:lnTo>
                    <a:pt x="28007" y="158445"/>
                  </a:lnTo>
                  <a:lnTo>
                    <a:pt x="27284" y="160189"/>
                  </a:lnTo>
                  <a:lnTo>
                    <a:pt x="26470" y="158243"/>
                  </a:lnTo>
                  <a:lnTo>
                    <a:pt x="26444" y="156658"/>
                  </a:lnTo>
                  <a:lnTo>
                    <a:pt x="26304" y="155184"/>
                  </a:lnTo>
                  <a:lnTo>
                    <a:pt x="25429" y="151365"/>
                  </a:lnTo>
                  <a:lnTo>
                    <a:pt x="25137" y="150542"/>
                  </a:lnTo>
                  <a:lnTo>
                    <a:pt x="23490" y="146771"/>
                  </a:lnTo>
                  <a:lnTo>
                    <a:pt x="22216" y="142630"/>
                  </a:lnTo>
                  <a:lnTo>
                    <a:pt x="19382" y="138219"/>
                  </a:lnTo>
                  <a:lnTo>
                    <a:pt x="19045" y="137977"/>
                  </a:lnTo>
                  <a:lnTo>
                    <a:pt x="18553" y="138310"/>
                  </a:lnTo>
                  <a:lnTo>
                    <a:pt x="18089" y="138860"/>
                  </a:lnTo>
                  <a:lnTo>
                    <a:pt x="16720" y="141040"/>
                  </a:lnTo>
                  <a:lnTo>
                    <a:pt x="16237" y="142559"/>
                  </a:lnTo>
                  <a:lnTo>
                    <a:pt x="16194" y="144891"/>
                  </a:lnTo>
                  <a:lnTo>
                    <a:pt x="15211" y="146745"/>
                  </a:lnTo>
                  <a:lnTo>
                    <a:pt x="13859" y="147006"/>
                  </a:lnTo>
                  <a:lnTo>
                    <a:pt x="12821" y="145847"/>
                  </a:lnTo>
                  <a:lnTo>
                    <a:pt x="11962" y="143524"/>
                  </a:lnTo>
                  <a:lnTo>
                    <a:pt x="11252" y="143413"/>
                  </a:lnTo>
                  <a:lnTo>
                    <a:pt x="10372" y="139783"/>
                  </a:lnTo>
                  <a:lnTo>
                    <a:pt x="9299" y="139316"/>
                  </a:lnTo>
                  <a:lnTo>
                    <a:pt x="8414" y="142154"/>
                  </a:lnTo>
                  <a:lnTo>
                    <a:pt x="8225" y="136515"/>
                  </a:lnTo>
                  <a:lnTo>
                    <a:pt x="8219" y="130820"/>
                  </a:lnTo>
                  <a:lnTo>
                    <a:pt x="8468" y="129157"/>
                  </a:lnTo>
                  <a:lnTo>
                    <a:pt x="8906" y="127772"/>
                  </a:lnTo>
                  <a:lnTo>
                    <a:pt x="11154" y="121806"/>
                  </a:lnTo>
                  <a:lnTo>
                    <a:pt x="11437" y="119890"/>
                  </a:lnTo>
                  <a:lnTo>
                    <a:pt x="11339" y="117316"/>
                  </a:lnTo>
                  <a:lnTo>
                    <a:pt x="10827" y="115226"/>
                  </a:lnTo>
                  <a:lnTo>
                    <a:pt x="10023" y="113955"/>
                  </a:lnTo>
                  <a:lnTo>
                    <a:pt x="9095" y="113429"/>
                  </a:lnTo>
                  <a:lnTo>
                    <a:pt x="8426" y="112260"/>
                  </a:lnTo>
                  <a:lnTo>
                    <a:pt x="7901" y="110337"/>
                  </a:lnTo>
                  <a:lnTo>
                    <a:pt x="7546" y="113739"/>
                  </a:lnTo>
                  <a:lnTo>
                    <a:pt x="7891" y="118806"/>
                  </a:lnTo>
                  <a:lnTo>
                    <a:pt x="7949" y="122101"/>
                  </a:lnTo>
                  <a:lnTo>
                    <a:pt x="7631" y="123335"/>
                  </a:lnTo>
                  <a:lnTo>
                    <a:pt x="7055" y="123370"/>
                  </a:lnTo>
                  <a:lnTo>
                    <a:pt x="6508" y="122980"/>
                  </a:lnTo>
                  <a:lnTo>
                    <a:pt x="6097" y="121800"/>
                  </a:lnTo>
                  <a:lnTo>
                    <a:pt x="5801" y="118402"/>
                  </a:lnTo>
                  <a:lnTo>
                    <a:pt x="5019" y="116154"/>
                  </a:lnTo>
                  <a:lnTo>
                    <a:pt x="4700" y="112935"/>
                  </a:lnTo>
                  <a:lnTo>
                    <a:pt x="4345" y="112478"/>
                  </a:lnTo>
                  <a:lnTo>
                    <a:pt x="3616" y="112726"/>
                  </a:lnTo>
                  <a:lnTo>
                    <a:pt x="3079" y="111228"/>
                  </a:lnTo>
                  <a:lnTo>
                    <a:pt x="2717" y="107474"/>
                  </a:lnTo>
                  <a:lnTo>
                    <a:pt x="2641" y="103443"/>
                  </a:lnTo>
                  <a:lnTo>
                    <a:pt x="2337" y="100054"/>
                  </a:lnTo>
                  <a:lnTo>
                    <a:pt x="1899" y="96774"/>
                  </a:lnTo>
                  <a:lnTo>
                    <a:pt x="1643" y="94095"/>
                  </a:lnTo>
                  <a:lnTo>
                    <a:pt x="1247" y="82075"/>
                  </a:lnTo>
                  <a:lnTo>
                    <a:pt x="1150" y="80972"/>
                  </a:lnTo>
                  <a:lnTo>
                    <a:pt x="940" y="80063"/>
                  </a:lnTo>
                  <a:lnTo>
                    <a:pt x="445" y="78698"/>
                  </a:lnTo>
                  <a:lnTo>
                    <a:pt x="68" y="77029"/>
                  </a:lnTo>
                  <a:lnTo>
                    <a:pt x="0" y="75654"/>
                  </a:lnTo>
                  <a:lnTo>
                    <a:pt x="103" y="69740"/>
                  </a:lnTo>
                  <a:lnTo>
                    <a:pt x="273" y="68316"/>
                  </a:lnTo>
                  <a:lnTo>
                    <a:pt x="662" y="67629"/>
                  </a:lnTo>
                  <a:lnTo>
                    <a:pt x="1195" y="68786"/>
                  </a:lnTo>
                  <a:lnTo>
                    <a:pt x="1620" y="70223"/>
                  </a:lnTo>
                  <a:lnTo>
                    <a:pt x="2147" y="70913"/>
                  </a:lnTo>
                  <a:lnTo>
                    <a:pt x="2610" y="71825"/>
                  </a:lnTo>
                  <a:lnTo>
                    <a:pt x="3482" y="75322"/>
                  </a:lnTo>
                  <a:lnTo>
                    <a:pt x="3825" y="75870"/>
                  </a:lnTo>
                  <a:lnTo>
                    <a:pt x="4897" y="75759"/>
                  </a:lnTo>
                  <a:lnTo>
                    <a:pt x="5529" y="75315"/>
                  </a:lnTo>
                  <a:lnTo>
                    <a:pt x="5834" y="74041"/>
                  </a:lnTo>
                  <a:lnTo>
                    <a:pt x="6027" y="72523"/>
                  </a:lnTo>
                  <a:lnTo>
                    <a:pt x="6032" y="70730"/>
                  </a:lnTo>
                  <a:lnTo>
                    <a:pt x="5414" y="65449"/>
                  </a:lnTo>
                  <a:lnTo>
                    <a:pt x="5224" y="61640"/>
                  </a:lnTo>
                  <a:lnTo>
                    <a:pt x="5216" y="58206"/>
                  </a:lnTo>
                  <a:lnTo>
                    <a:pt x="5377" y="54766"/>
                  </a:lnTo>
                  <a:lnTo>
                    <a:pt x="6220" y="49041"/>
                  </a:lnTo>
                  <a:lnTo>
                    <a:pt x="6328" y="45068"/>
                  </a:lnTo>
                  <a:lnTo>
                    <a:pt x="6247" y="39754"/>
                  </a:lnTo>
                  <a:lnTo>
                    <a:pt x="6396" y="36592"/>
                  </a:lnTo>
                  <a:lnTo>
                    <a:pt x="6370" y="34777"/>
                  </a:lnTo>
                  <a:lnTo>
                    <a:pt x="5866" y="31918"/>
                  </a:lnTo>
                  <a:lnTo>
                    <a:pt x="5735" y="28872"/>
                  </a:lnTo>
                  <a:lnTo>
                    <a:pt x="7145" y="13374"/>
                  </a:lnTo>
                  <a:lnTo>
                    <a:pt x="7586" y="10378"/>
                  </a:lnTo>
                  <a:lnTo>
                    <a:pt x="7908" y="7284"/>
                  </a:lnTo>
                  <a:lnTo>
                    <a:pt x="8055" y="3174"/>
                  </a:lnTo>
                  <a:lnTo>
                    <a:pt x="9109" y="2048"/>
                  </a:lnTo>
                  <a:lnTo>
                    <a:pt x="10113" y="350"/>
                  </a:lnTo>
                  <a:lnTo>
                    <a:pt x="10632" y="483"/>
                  </a:lnTo>
                  <a:lnTo>
                    <a:pt x="11182" y="891"/>
                  </a:lnTo>
                  <a:lnTo>
                    <a:pt x="12397" y="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g1171"/>
            <p:cNvSpPr/>
            <p:nvPr/>
          </p:nvSpPr>
          <p:spPr>
            <a:xfrm>
              <a:off x="3994029" y="3072329"/>
              <a:ext cx="1564" cy="5541"/>
            </a:xfrm>
            <a:custGeom>
              <a:avLst/>
              <a:pathLst>
                <a:path w="1564" h="5541">
                  <a:moveTo>
                    <a:pt x="927" y="3419"/>
                  </a:moveTo>
                  <a:lnTo>
                    <a:pt x="317" y="5541"/>
                  </a:lnTo>
                  <a:lnTo>
                    <a:pt x="0" y="4956"/>
                  </a:lnTo>
                  <a:lnTo>
                    <a:pt x="341" y="2892"/>
                  </a:lnTo>
                  <a:lnTo>
                    <a:pt x="332" y="2177"/>
                  </a:lnTo>
                  <a:lnTo>
                    <a:pt x="612" y="558"/>
                  </a:lnTo>
                  <a:lnTo>
                    <a:pt x="1135" y="0"/>
                  </a:lnTo>
                  <a:lnTo>
                    <a:pt x="1564" y="15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g1172"/>
            <p:cNvSpPr/>
            <p:nvPr/>
          </p:nvSpPr>
          <p:spPr>
            <a:xfrm>
              <a:off x="3987873" y="3067213"/>
              <a:ext cx="647" cy="4976"/>
            </a:xfrm>
            <a:custGeom>
              <a:avLst/>
              <a:pathLst>
                <a:path w="647" h="4976">
                  <a:moveTo>
                    <a:pt x="647" y="2989"/>
                  </a:moveTo>
                  <a:lnTo>
                    <a:pt x="594" y="4976"/>
                  </a:lnTo>
                  <a:lnTo>
                    <a:pt x="107" y="3927"/>
                  </a:lnTo>
                  <a:lnTo>
                    <a:pt x="0" y="2428"/>
                  </a:lnTo>
                  <a:lnTo>
                    <a:pt x="48" y="1320"/>
                  </a:lnTo>
                  <a:lnTo>
                    <a:pt x="272" y="0"/>
                  </a:lnTo>
                  <a:lnTo>
                    <a:pt x="575" y="11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g1173"/>
            <p:cNvSpPr/>
            <p:nvPr/>
          </p:nvSpPr>
          <p:spPr>
            <a:xfrm>
              <a:off x="3989697" y="3060837"/>
              <a:ext cx="1505" cy="3783"/>
            </a:xfrm>
            <a:custGeom>
              <a:avLst/>
              <a:pathLst>
                <a:path w="1505" h="3783">
                  <a:moveTo>
                    <a:pt x="1406" y="1105"/>
                  </a:moveTo>
                  <a:lnTo>
                    <a:pt x="1505" y="3783"/>
                  </a:lnTo>
                  <a:lnTo>
                    <a:pt x="937" y="3723"/>
                  </a:lnTo>
                  <a:lnTo>
                    <a:pt x="79" y="2095"/>
                  </a:lnTo>
                  <a:lnTo>
                    <a:pt x="0" y="1272"/>
                  </a:lnTo>
                  <a:lnTo>
                    <a:pt x="13" y="58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g1174"/>
            <p:cNvSpPr/>
            <p:nvPr/>
          </p:nvSpPr>
          <p:spPr>
            <a:xfrm>
              <a:off x="3994884" y="3028918"/>
              <a:ext cx="1125" cy="3719"/>
            </a:xfrm>
            <a:custGeom>
              <a:avLst/>
              <a:pathLst>
                <a:path w="1125" h="3719">
                  <a:moveTo>
                    <a:pt x="442" y="3360"/>
                  </a:moveTo>
                  <a:lnTo>
                    <a:pt x="261" y="3719"/>
                  </a:lnTo>
                  <a:lnTo>
                    <a:pt x="0" y="3550"/>
                  </a:lnTo>
                  <a:lnTo>
                    <a:pt x="260" y="764"/>
                  </a:lnTo>
                  <a:lnTo>
                    <a:pt x="741" y="0"/>
                  </a:lnTo>
                  <a:lnTo>
                    <a:pt x="1125" y="3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g1175"/>
            <p:cNvSpPr/>
            <p:nvPr/>
          </p:nvSpPr>
          <p:spPr>
            <a:xfrm>
              <a:off x="3993697" y="3018231"/>
              <a:ext cx="841" cy="4165"/>
            </a:xfrm>
            <a:custGeom>
              <a:avLst/>
              <a:pathLst>
                <a:path w="841" h="4165">
                  <a:moveTo>
                    <a:pt x="841" y="1754"/>
                  </a:moveTo>
                  <a:lnTo>
                    <a:pt x="374" y="4165"/>
                  </a:lnTo>
                  <a:lnTo>
                    <a:pt x="0" y="4139"/>
                  </a:lnTo>
                  <a:lnTo>
                    <a:pt x="56" y="2796"/>
                  </a:lnTo>
                  <a:lnTo>
                    <a:pt x="550" y="0"/>
                  </a:lnTo>
                  <a:lnTo>
                    <a:pt x="734" y="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g1176"/>
            <p:cNvSpPr/>
            <p:nvPr/>
          </p:nvSpPr>
          <p:spPr>
            <a:xfrm>
              <a:off x="4083530" y="3543632"/>
              <a:ext cx="508" cy="1144"/>
            </a:xfrm>
            <a:custGeom>
              <a:avLst/>
              <a:pathLst>
                <a:path w="508" h="1144">
                  <a:moveTo>
                    <a:pt x="359" y="1015"/>
                  </a:moveTo>
                  <a:lnTo>
                    <a:pt x="140" y="1144"/>
                  </a:lnTo>
                  <a:lnTo>
                    <a:pt x="0" y="1044"/>
                  </a:lnTo>
                  <a:lnTo>
                    <a:pt x="16" y="624"/>
                  </a:lnTo>
                  <a:lnTo>
                    <a:pt x="159" y="191"/>
                  </a:lnTo>
                  <a:lnTo>
                    <a:pt x="359" y="0"/>
                  </a:lnTo>
                  <a:lnTo>
                    <a:pt x="508" y="147"/>
                  </a:lnTo>
                  <a:lnTo>
                    <a:pt x="493" y="54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g1177"/>
            <p:cNvSpPr/>
            <p:nvPr/>
          </p:nvSpPr>
          <p:spPr>
            <a:xfrm>
              <a:off x="4115941" y="3406185"/>
              <a:ext cx="1474" cy="10385"/>
            </a:xfrm>
            <a:custGeom>
              <a:avLst/>
              <a:pathLst>
                <a:path w="1474" h="10385">
                  <a:moveTo>
                    <a:pt x="857" y="9753"/>
                  </a:moveTo>
                  <a:lnTo>
                    <a:pt x="273" y="10385"/>
                  </a:lnTo>
                  <a:lnTo>
                    <a:pt x="0" y="8125"/>
                  </a:lnTo>
                  <a:lnTo>
                    <a:pt x="91" y="5505"/>
                  </a:lnTo>
                  <a:lnTo>
                    <a:pt x="477" y="3491"/>
                  </a:lnTo>
                  <a:lnTo>
                    <a:pt x="898" y="2846"/>
                  </a:lnTo>
                  <a:lnTo>
                    <a:pt x="984" y="2615"/>
                  </a:lnTo>
                  <a:lnTo>
                    <a:pt x="1393" y="0"/>
                  </a:lnTo>
                  <a:lnTo>
                    <a:pt x="1474" y="1442"/>
                  </a:lnTo>
                  <a:lnTo>
                    <a:pt x="1215" y="6228"/>
                  </a:lnTo>
                  <a:lnTo>
                    <a:pt x="884" y="809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g1178"/>
            <p:cNvSpPr/>
            <p:nvPr/>
          </p:nvSpPr>
          <p:spPr>
            <a:xfrm>
              <a:off x="4295691" y="3968687"/>
              <a:ext cx="5347" cy="9055"/>
            </a:xfrm>
            <a:custGeom>
              <a:avLst/>
              <a:pathLst>
                <a:path w="5347" h="9055">
                  <a:moveTo>
                    <a:pt x="3196" y="4492"/>
                  </a:moveTo>
                  <a:lnTo>
                    <a:pt x="4803" y="6039"/>
                  </a:lnTo>
                  <a:lnTo>
                    <a:pt x="5347" y="7747"/>
                  </a:lnTo>
                  <a:lnTo>
                    <a:pt x="4767" y="8524"/>
                  </a:lnTo>
                  <a:lnTo>
                    <a:pt x="3365" y="9055"/>
                  </a:lnTo>
                  <a:lnTo>
                    <a:pt x="3034" y="8010"/>
                  </a:lnTo>
                  <a:lnTo>
                    <a:pt x="1686" y="6957"/>
                  </a:lnTo>
                  <a:lnTo>
                    <a:pt x="1474" y="5049"/>
                  </a:lnTo>
                  <a:lnTo>
                    <a:pt x="799" y="5699"/>
                  </a:lnTo>
                  <a:lnTo>
                    <a:pt x="1141" y="4354"/>
                  </a:lnTo>
                  <a:lnTo>
                    <a:pt x="296" y="2842"/>
                  </a:lnTo>
                  <a:lnTo>
                    <a:pt x="32" y="819"/>
                  </a:lnTo>
                  <a:lnTo>
                    <a:pt x="0" y="0"/>
                  </a:lnTo>
                  <a:lnTo>
                    <a:pt x="991" y="95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g1179"/>
            <p:cNvSpPr/>
            <p:nvPr/>
          </p:nvSpPr>
          <p:spPr>
            <a:xfrm>
              <a:off x="4303572" y="3968312"/>
              <a:ext cx="2473" cy="3376"/>
            </a:xfrm>
            <a:custGeom>
              <a:avLst/>
              <a:pathLst>
                <a:path w="2473" h="3376">
                  <a:moveTo>
                    <a:pt x="2473" y="1477"/>
                  </a:moveTo>
                  <a:lnTo>
                    <a:pt x="2331" y="3087"/>
                  </a:lnTo>
                  <a:lnTo>
                    <a:pt x="1981" y="2542"/>
                  </a:lnTo>
                  <a:lnTo>
                    <a:pt x="939" y="3376"/>
                  </a:lnTo>
                  <a:lnTo>
                    <a:pt x="390" y="3188"/>
                  </a:lnTo>
                  <a:lnTo>
                    <a:pt x="74" y="1745"/>
                  </a:lnTo>
                  <a:lnTo>
                    <a:pt x="0" y="1079"/>
                  </a:lnTo>
                  <a:lnTo>
                    <a:pt x="905" y="1598"/>
                  </a:lnTo>
                  <a:lnTo>
                    <a:pt x="752" y="0"/>
                  </a:lnTo>
                  <a:lnTo>
                    <a:pt x="2061" y="81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g1180"/>
            <p:cNvSpPr/>
            <p:nvPr/>
          </p:nvSpPr>
          <p:spPr>
            <a:xfrm>
              <a:off x="4272446" y="3945867"/>
              <a:ext cx="1086" cy="2706"/>
            </a:xfrm>
            <a:custGeom>
              <a:avLst/>
              <a:pathLst>
                <a:path w="1086" h="2706">
                  <a:moveTo>
                    <a:pt x="1086" y="398"/>
                  </a:moveTo>
                  <a:lnTo>
                    <a:pt x="951" y="2706"/>
                  </a:lnTo>
                  <a:lnTo>
                    <a:pt x="159" y="2019"/>
                  </a:lnTo>
                  <a:lnTo>
                    <a:pt x="0" y="1523"/>
                  </a:lnTo>
                  <a:lnTo>
                    <a:pt x="130" y="66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g1181"/>
            <p:cNvSpPr/>
            <p:nvPr/>
          </p:nvSpPr>
          <p:spPr>
            <a:xfrm>
              <a:off x="4272353" y="3920964"/>
              <a:ext cx="5003" cy="14350"/>
            </a:xfrm>
            <a:custGeom>
              <a:avLst/>
              <a:pathLst>
                <a:path w="5003" h="14350">
                  <a:moveTo>
                    <a:pt x="2931" y="9190"/>
                  </a:moveTo>
                  <a:lnTo>
                    <a:pt x="3339" y="9193"/>
                  </a:lnTo>
                  <a:lnTo>
                    <a:pt x="4020" y="6986"/>
                  </a:lnTo>
                  <a:lnTo>
                    <a:pt x="4610" y="6310"/>
                  </a:lnTo>
                  <a:lnTo>
                    <a:pt x="5003" y="7317"/>
                  </a:lnTo>
                  <a:lnTo>
                    <a:pt x="4372" y="14350"/>
                  </a:lnTo>
                  <a:lnTo>
                    <a:pt x="3839" y="13291"/>
                  </a:lnTo>
                  <a:lnTo>
                    <a:pt x="1760" y="11331"/>
                  </a:lnTo>
                  <a:lnTo>
                    <a:pt x="1695" y="8550"/>
                  </a:lnTo>
                  <a:lnTo>
                    <a:pt x="1153" y="7652"/>
                  </a:lnTo>
                  <a:lnTo>
                    <a:pt x="819" y="4937"/>
                  </a:lnTo>
                  <a:lnTo>
                    <a:pt x="130" y="1927"/>
                  </a:lnTo>
                  <a:lnTo>
                    <a:pt x="0" y="0"/>
                  </a:lnTo>
                  <a:lnTo>
                    <a:pt x="390" y="793"/>
                  </a:lnTo>
                  <a:lnTo>
                    <a:pt x="828" y="2758"/>
                  </a:lnTo>
                  <a:lnTo>
                    <a:pt x="2647" y="6792"/>
                  </a:lnTo>
                  <a:lnTo>
                    <a:pt x="2577" y="809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g1182"/>
            <p:cNvSpPr/>
            <p:nvPr/>
          </p:nvSpPr>
          <p:spPr>
            <a:xfrm>
              <a:off x="4269040" y="3910224"/>
              <a:ext cx="4491" cy="10555"/>
            </a:xfrm>
            <a:custGeom>
              <a:avLst/>
              <a:pathLst>
                <a:path w="4491" h="10555">
                  <a:moveTo>
                    <a:pt x="932" y="28"/>
                  </a:moveTo>
                  <a:lnTo>
                    <a:pt x="2284" y="2449"/>
                  </a:lnTo>
                  <a:lnTo>
                    <a:pt x="3028" y="1740"/>
                  </a:lnTo>
                  <a:lnTo>
                    <a:pt x="3434" y="2138"/>
                  </a:lnTo>
                  <a:lnTo>
                    <a:pt x="4303" y="4937"/>
                  </a:lnTo>
                  <a:lnTo>
                    <a:pt x="4351" y="6983"/>
                  </a:lnTo>
                  <a:lnTo>
                    <a:pt x="4491" y="8740"/>
                  </a:lnTo>
                  <a:lnTo>
                    <a:pt x="4447" y="9511"/>
                  </a:lnTo>
                  <a:lnTo>
                    <a:pt x="3966" y="10555"/>
                  </a:lnTo>
                  <a:lnTo>
                    <a:pt x="4006" y="9366"/>
                  </a:lnTo>
                  <a:lnTo>
                    <a:pt x="3639" y="9135"/>
                  </a:lnTo>
                  <a:lnTo>
                    <a:pt x="2373" y="9187"/>
                  </a:lnTo>
                  <a:lnTo>
                    <a:pt x="1392" y="8437"/>
                  </a:lnTo>
                  <a:lnTo>
                    <a:pt x="46" y="8244"/>
                  </a:lnTo>
                  <a:lnTo>
                    <a:pt x="614" y="6385"/>
                  </a:lnTo>
                  <a:lnTo>
                    <a:pt x="740" y="5629"/>
                  </a:lnTo>
                  <a:lnTo>
                    <a:pt x="31" y="2640"/>
                  </a:lnTo>
                  <a:lnTo>
                    <a:pt x="0" y="1211"/>
                  </a:lnTo>
                  <a:lnTo>
                    <a:pt x="56" y="424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g1183"/>
            <p:cNvSpPr/>
            <p:nvPr/>
          </p:nvSpPr>
          <p:spPr>
            <a:xfrm>
              <a:off x="4265948" y="3906109"/>
              <a:ext cx="2484" cy="9225"/>
            </a:xfrm>
            <a:custGeom>
              <a:avLst/>
              <a:pathLst>
                <a:path w="2484" h="9225">
                  <a:moveTo>
                    <a:pt x="2265" y="8495"/>
                  </a:moveTo>
                  <a:lnTo>
                    <a:pt x="2130" y="9225"/>
                  </a:lnTo>
                  <a:lnTo>
                    <a:pt x="1567" y="8688"/>
                  </a:lnTo>
                  <a:lnTo>
                    <a:pt x="0" y="4596"/>
                  </a:lnTo>
                  <a:lnTo>
                    <a:pt x="242" y="1572"/>
                  </a:lnTo>
                  <a:lnTo>
                    <a:pt x="947" y="0"/>
                  </a:lnTo>
                  <a:lnTo>
                    <a:pt x="2022" y="1708"/>
                  </a:lnTo>
                  <a:lnTo>
                    <a:pt x="2377" y="4215"/>
                  </a:lnTo>
                  <a:lnTo>
                    <a:pt x="2484" y="5618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g1184"/>
            <p:cNvSpPr/>
            <p:nvPr/>
          </p:nvSpPr>
          <p:spPr>
            <a:xfrm>
              <a:off x="4289072" y="3898811"/>
              <a:ext cx="4616" cy="7828"/>
            </a:xfrm>
            <a:custGeom>
              <a:avLst/>
              <a:pathLst>
                <a:path w="4616" h="7828">
                  <a:moveTo>
                    <a:pt x="1113" y="0"/>
                  </a:moveTo>
                  <a:lnTo>
                    <a:pt x="1673" y="450"/>
                  </a:lnTo>
                  <a:lnTo>
                    <a:pt x="2835" y="230"/>
                  </a:lnTo>
                  <a:lnTo>
                    <a:pt x="3217" y="1924"/>
                  </a:lnTo>
                  <a:lnTo>
                    <a:pt x="3748" y="2507"/>
                  </a:lnTo>
                  <a:lnTo>
                    <a:pt x="4208" y="3272"/>
                  </a:lnTo>
                  <a:lnTo>
                    <a:pt x="4616" y="4386"/>
                  </a:lnTo>
                  <a:lnTo>
                    <a:pt x="4613" y="5064"/>
                  </a:lnTo>
                  <a:lnTo>
                    <a:pt x="4516" y="5655"/>
                  </a:lnTo>
                  <a:lnTo>
                    <a:pt x="4269" y="6183"/>
                  </a:lnTo>
                  <a:lnTo>
                    <a:pt x="4342" y="7375"/>
                  </a:lnTo>
                  <a:lnTo>
                    <a:pt x="3918" y="7199"/>
                  </a:lnTo>
                  <a:lnTo>
                    <a:pt x="3387" y="7828"/>
                  </a:lnTo>
                  <a:lnTo>
                    <a:pt x="2348" y="6434"/>
                  </a:lnTo>
                  <a:lnTo>
                    <a:pt x="1970" y="6120"/>
                  </a:lnTo>
                  <a:lnTo>
                    <a:pt x="1856" y="4925"/>
                  </a:lnTo>
                  <a:lnTo>
                    <a:pt x="1182" y="2926"/>
                  </a:lnTo>
                  <a:lnTo>
                    <a:pt x="0" y="1491"/>
                  </a:lnTo>
                  <a:lnTo>
                    <a:pt x="595" y="31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g1185"/>
            <p:cNvSpPr/>
            <p:nvPr/>
          </p:nvSpPr>
          <p:spPr>
            <a:xfrm>
              <a:off x="4199585" y="3882974"/>
              <a:ext cx="3858" cy="7496"/>
            </a:xfrm>
            <a:custGeom>
              <a:avLst/>
              <a:pathLst>
                <a:path w="3858" h="7496">
                  <a:moveTo>
                    <a:pt x="3686" y="6204"/>
                  </a:moveTo>
                  <a:lnTo>
                    <a:pt x="3858" y="7496"/>
                  </a:lnTo>
                  <a:lnTo>
                    <a:pt x="2460" y="5722"/>
                  </a:lnTo>
                  <a:lnTo>
                    <a:pt x="1127" y="2758"/>
                  </a:lnTo>
                  <a:lnTo>
                    <a:pt x="451" y="1953"/>
                  </a:lnTo>
                  <a:lnTo>
                    <a:pt x="0" y="0"/>
                  </a:lnTo>
                  <a:lnTo>
                    <a:pt x="828" y="1457"/>
                  </a:lnTo>
                  <a:lnTo>
                    <a:pt x="2273" y="282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g1186"/>
            <p:cNvSpPr/>
            <p:nvPr/>
          </p:nvSpPr>
          <p:spPr>
            <a:xfrm>
              <a:off x="4274554" y="3882839"/>
              <a:ext cx="1284" cy="11406"/>
            </a:xfrm>
            <a:custGeom>
              <a:avLst/>
              <a:pathLst>
                <a:path w="1284" h="11406">
                  <a:moveTo>
                    <a:pt x="979" y="9297"/>
                  </a:moveTo>
                  <a:lnTo>
                    <a:pt x="1145" y="11406"/>
                  </a:lnTo>
                  <a:lnTo>
                    <a:pt x="396" y="9144"/>
                  </a:lnTo>
                  <a:lnTo>
                    <a:pt x="728" y="6587"/>
                  </a:lnTo>
                  <a:lnTo>
                    <a:pt x="786" y="5205"/>
                  </a:lnTo>
                  <a:lnTo>
                    <a:pt x="748" y="4426"/>
                  </a:lnTo>
                  <a:lnTo>
                    <a:pt x="0" y="3102"/>
                  </a:lnTo>
                  <a:lnTo>
                    <a:pt x="397" y="937"/>
                  </a:lnTo>
                  <a:lnTo>
                    <a:pt x="818" y="210"/>
                  </a:lnTo>
                  <a:lnTo>
                    <a:pt x="1082" y="0"/>
                  </a:lnTo>
                  <a:lnTo>
                    <a:pt x="1071" y="3044"/>
                  </a:lnTo>
                  <a:lnTo>
                    <a:pt x="1284" y="440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g1187"/>
            <p:cNvSpPr/>
            <p:nvPr/>
          </p:nvSpPr>
          <p:spPr>
            <a:xfrm>
              <a:off x="4200691" y="3881324"/>
              <a:ext cx="2602" cy="3462"/>
            </a:xfrm>
            <a:custGeom>
              <a:avLst/>
              <a:pathLst>
                <a:path w="2602" h="3462">
                  <a:moveTo>
                    <a:pt x="2547" y="3373"/>
                  </a:moveTo>
                  <a:lnTo>
                    <a:pt x="2127" y="3462"/>
                  </a:lnTo>
                  <a:lnTo>
                    <a:pt x="432" y="1457"/>
                  </a:lnTo>
                  <a:lnTo>
                    <a:pt x="0" y="0"/>
                  </a:lnTo>
                  <a:lnTo>
                    <a:pt x="1983" y="323"/>
                  </a:lnTo>
                  <a:lnTo>
                    <a:pt x="2495" y="689"/>
                  </a:lnTo>
                  <a:lnTo>
                    <a:pt x="2602" y="272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g1188"/>
            <p:cNvSpPr/>
            <p:nvPr/>
          </p:nvSpPr>
          <p:spPr>
            <a:xfrm>
              <a:off x="4243560" y="3796318"/>
              <a:ext cx="2836" cy="10140"/>
            </a:xfrm>
            <a:custGeom>
              <a:avLst/>
              <a:pathLst>
                <a:path w="2836" h="10140">
                  <a:moveTo>
                    <a:pt x="2352" y="9915"/>
                  </a:moveTo>
                  <a:lnTo>
                    <a:pt x="1964" y="10140"/>
                  </a:lnTo>
                  <a:lnTo>
                    <a:pt x="1796" y="8798"/>
                  </a:lnTo>
                  <a:lnTo>
                    <a:pt x="898" y="7635"/>
                  </a:lnTo>
                  <a:lnTo>
                    <a:pt x="0" y="4031"/>
                  </a:lnTo>
                  <a:lnTo>
                    <a:pt x="13" y="934"/>
                  </a:lnTo>
                  <a:lnTo>
                    <a:pt x="130" y="46"/>
                  </a:lnTo>
                  <a:lnTo>
                    <a:pt x="628" y="0"/>
                  </a:lnTo>
                  <a:lnTo>
                    <a:pt x="2631" y="3566"/>
                  </a:lnTo>
                  <a:lnTo>
                    <a:pt x="2836" y="4709"/>
                  </a:lnTo>
                  <a:lnTo>
                    <a:pt x="2685" y="809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89"/>
            <p:cNvSpPr/>
            <p:nvPr/>
          </p:nvSpPr>
          <p:spPr>
            <a:xfrm>
              <a:off x="4310163" y="3794948"/>
              <a:ext cx="12003" cy="41911"/>
            </a:xfrm>
            <a:custGeom>
              <a:avLst/>
              <a:pathLst>
                <a:path w="12003" h="41911">
                  <a:moveTo>
                    <a:pt x="12003" y="36711"/>
                  </a:moveTo>
                  <a:lnTo>
                    <a:pt x="11769" y="39478"/>
                  </a:lnTo>
                  <a:lnTo>
                    <a:pt x="11593" y="39957"/>
                  </a:lnTo>
                  <a:lnTo>
                    <a:pt x="11372" y="38918"/>
                  </a:lnTo>
                  <a:lnTo>
                    <a:pt x="10536" y="39925"/>
                  </a:lnTo>
                  <a:lnTo>
                    <a:pt x="10137" y="41071"/>
                  </a:lnTo>
                  <a:lnTo>
                    <a:pt x="9713" y="41911"/>
                  </a:lnTo>
                  <a:lnTo>
                    <a:pt x="8732" y="41709"/>
                  </a:lnTo>
                  <a:lnTo>
                    <a:pt x="7805" y="40950"/>
                  </a:lnTo>
                  <a:lnTo>
                    <a:pt x="6906" y="39544"/>
                  </a:lnTo>
                  <a:lnTo>
                    <a:pt x="6105" y="37741"/>
                  </a:lnTo>
                  <a:lnTo>
                    <a:pt x="5302" y="34916"/>
                  </a:lnTo>
                  <a:lnTo>
                    <a:pt x="4803" y="31984"/>
                  </a:lnTo>
                  <a:lnTo>
                    <a:pt x="5051" y="28579"/>
                  </a:lnTo>
                  <a:lnTo>
                    <a:pt x="4741" y="25506"/>
                  </a:lnTo>
                  <a:lnTo>
                    <a:pt x="3226" y="23321"/>
                  </a:lnTo>
                  <a:lnTo>
                    <a:pt x="2895" y="22614"/>
                  </a:lnTo>
                  <a:lnTo>
                    <a:pt x="2223" y="19553"/>
                  </a:lnTo>
                  <a:lnTo>
                    <a:pt x="1550" y="18231"/>
                  </a:lnTo>
                  <a:lnTo>
                    <a:pt x="701" y="15550"/>
                  </a:lnTo>
                  <a:lnTo>
                    <a:pt x="483" y="14387"/>
                  </a:lnTo>
                  <a:lnTo>
                    <a:pt x="116" y="10994"/>
                  </a:lnTo>
                  <a:lnTo>
                    <a:pt x="0" y="8942"/>
                  </a:lnTo>
                  <a:lnTo>
                    <a:pt x="308" y="2980"/>
                  </a:lnTo>
                  <a:lnTo>
                    <a:pt x="195" y="0"/>
                  </a:lnTo>
                  <a:lnTo>
                    <a:pt x="612" y="285"/>
                  </a:lnTo>
                  <a:lnTo>
                    <a:pt x="1052" y="1465"/>
                  </a:lnTo>
                  <a:lnTo>
                    <a:pt x="1552" y="2273"/>
                  </a:lnTo>
                  <a:lnTo>
                    <a:pt x="2769" y="2822"/>
                  </a:lnTo>
                  <a:lnTo>
                    <a:pt x="3699" y="5194"/>
                  </a:lnTo>
                  <a:lnTo>
                    <a:pt x="4592" y="9825"/>
                  </a:lnTo>
                  <a:lnTo>
                    <a:pt x="4699" y="11343"/>
                  </a:lnTo>
                  <a:lnTo>
                    <a:pt x="4985" y="12434"/>
                  </a:lnTo>
                  <a:lnTo>
                    <a:pt x="5903" y="14399"/>
                  </a:lnTo>
                  <a:lnTo>
                    <a:pt x="6379" y="15660"/>
                  </a:lnTo>
                  <a:lnTo>
                    <a:pt x="7287" y="20704"/>
                  </a:lnTo>
                  <a:lnTo>
                    <a:pt x="7790" y="21780"/>
                  </a:lnTo>
                  <a:lnTo>
                    <a:pt x="8383" y="22213"/>
                  </a:lnTo>
                  <a:lnTo>
                    <a:pt x="8935" y="22940"/>
                  </a:lnTo>
                  <a:lnTo>
                    <a:pt x="9855" y="25154"/>
                  </a:lnTo>
                  <a:lnTo>
                    <a:pt x="10705" y="27658"/>
                  </a:lnTo>
                  <a:lnTo>
                    <a:pt x="11279" y="30293"/>
                  </a:lnTo>
                  <a:lnTo>
                    <a:pt x="11715" y="3311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0"/>
            <p:cNvSpPr/>
            <p:nvPr/>
          </p:nvSpPr>
          <p:spPr>
            <a:xfrm>
              <a:off x="4236108" y="3787454"/>
              <a:ext cx="2076" cy="7286"/>
            </a:xfrm>
            <a:custGeom>
              <a:avLst/>
              <a:pathLst>
                <a:path w="2076" h="7286">
                  <a:moveTo>
                    <a:pt x="1638" y="7124"/>
                  </a:moveTo>
                  <a:lnTo>
                    <a:pt x="1099" y="7286"/>
                  </a:lnTo>
                  <a:lnTo>
                    <a:pt x="222" y="4478"/>
                  </a:lnTo>
                  <a:lnTo>
                    <a:pt x="0" y="3433"/>
                  </a:lnTo>
                  <a:lnTo>
                    <a:pt x="85" y="1968"/>
                  </a:lnTo>
                  <a:lnTo>
                    <a:pt x="1203" y="0"/>
                  </a:lnTo>
                  <a:lnTo>
                    <a:pt x="1927" y="1794"/>
                  </a:lnTo>
                  <a:lnTo>
                    <a:pt x="2076" y="563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g1191"/>
            <p:cNvSpPr/>
            <p:nvPr/>
          </p:nvSpPr>
          <p:spPr>
            <a:xfrm>
              <a:off x="4308539" y="3782225"/>
              <a:ext cx="1798" cy="12610"/>
            </a:xfrm>
            <a:custGeom>
              <a:avLst/>
              <a:pathLst>
                <a:path w="1798" h="12610">
                  <a:moveTo>
                    <a:pt x="1030" y="12376"/>
                  </a:moveTo>
                  <a:lnTo>
                    <a:pt x="839" y="12610"/>
                  </a:lnTo>
                  <a:lnTo>
                    <a:pt x="421" y="8882"/>
                  </a:lnTo>
                  <a:lnTo>
                    <a:pt x="347" y="6117"/>
                  </a:lnTo>
                  <a:lnTo>
                    <a:pt x="218" y="4080"/>
                  </a:lnTo>
                  <a:lnTo>
                    <a:pt x="0" y="2865"/>
                  </a:lnTo>
                  <a:lnTo>
                    <a:pt x="629" y="623"/>
                  </a:lnTo>
                  <a:lnTo>
                    <a:pt x="889" y="0"/>
                  </a:lnTo>
                  <a:lnTo>
                    <a:pt x="1365" y="1186"/>
                  </a:lnTo>
                  <a:lnTo>
                    <a:pt x="1433" y="3806"/>
                  </a:lnTo>
                  <a:lnTo>
                    <a:pt x="1798" y="6033"/>
                  </a:lnTo>
                  <a:lnTo>
                    <a:pt x="1522" y="1090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g1192"/>
            <p:cNvSpPr/>
            <p:nvPr/>
          </p:nvSpPr>
          <p:spPr>
            <a:xfrm>
              <a:off x="4225319" y="3768201"/>
              <a:ext cx="1632" cy="6397"/>
            </a:xfrm>
            <a:custGeom>
              <a:avLst/>
              <a:pathLst>
                <a:path w="1632" h="6397">
                  <a:moveTo>
                    <a:pt x="1304" y="5523"/>
                  </a:moveTo>
                  <a:lnTo>
                    <a:pt x="660" y="6397"/>
                  </a:lnTo>
                  <a:lnTo>
                    <a:pt x="196" y="5725"/>
                  </a:lnTo>
                  <a:lnTo>
                    <a:pt x="0" y="3788"/>
                  </a:lnTo>
                  <a:lnTo>
                    <a:pt x="159" y="1918"/>
                  </a:lnTo>
                  <a:lnTo>
                    <a:pt x="722" y="444"/>
                  </a:lnTo>
                  <a:lnTo>
                    <a:pt x="1078" y="0"/>
                  </a:lnTo>
                  <a:lnTo>
                    <a:pt x="1478" y="1001"/>
                  </a:lnTo>
                  <a:lnTo>
                    <a:pt x="1632" y="298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g1193"/>
            <p:cNvSpPr/>
            <p:nvPr/>
          </p:nvSpPr>
          <p:spPr>
            <a:xfrm>
              <a:off x="4248907" y="3758176"/>
              <a:ext cx="39112" cy="62078"/>
            </a:xfrm>
            <a:custGeom>
              <a:avLst/>
              <a:pathLst>
                <a:path w="39112" h="62078">
                  <a:moveTo>
                    <a:pt x="34401" y="2859"/>
                  </a:moveTo>
                  <a:lnTo>
                    <a:pt x="34901" y="3457"/>
                  </a:lnTo>
                  <a:lnTo>
                    <a:pt x="36339" y="360"/>
                  </a:lnTo>
                  <a:lnTo>
                    <a:pt x="37109" y="2516"/>
                  </a:lnTo>
                  <a:lnTo>
                    <a:pt x="38091" y="3566"/>
                  </a:lnTo>
                  <a:lnTo>
                    <a:pt x="39112" y="4158"/>
                  </a:lnTo>
                  <a:lnTo>
                    <a:pt x="38708" y="8593"/>
                  </a:lnTo>
                  <a:lnTo>
                    <a:pt x="38828" y="10645"/>
                  </a:lnTo>
                  <a:lnTo>
                    <a:pt x="39092" y="12685"/>
                  </a:lnTo>
                  <a:lnTo>
                    <a:pt x="39058" y="15697"/>
                  </a:lnTo>
                  <a:lnTo>
                    <a:pt x="38588" y="18384"/>
                  </a:lnTo>
                  <a:lnTo>
                    <a:pt x="37689" y="22300"/>
                  </a:lnTo>
                  <a:lnTo>
                    <a:pt x="37286" y="23024"/>
                  </a:lnTo>
                  <a:lnTo>
                    <a:pt x="36814" y="23437"/>
                  </a:lnTo>
                  <a:lnTo>
                    <a:pt x="35340" y="23751"/>
                  </a:lnTo>
                  <a:lnTo>
                    <a:pt x="35056" y="25838"/>
                  </a:lnTo>
                  <a:lnTo>
                    <a:pt x="35154" y="28042"/>
                  </a:lnTo>
                  <a:lnTo>
                    <a:pt x="35951" y="30939"/>
                  </a:lnTo>
                  <a:lnTo>
                    <a:pt x="36587" y="34189"/>
                  </a:lnTo>
                  <a:lnTo>
                    <a:pt x="35953" y="37181"/>
                  </a:lnTo>
                  <a:lnTo>
                    <a:pt x="34909" y="39265"/>
                  </a:lnTo>
                  <a:lnTo>
                    <a:pt x="33919" y="40329"/>
                  </a:lnTo>
                  <a:lnTo>
                    <a:pt x="32279" y="39700"/>
                  </a:lnTo>
                  <a:lnTo>
                    <a:pt x="30551" y="39960"/>
                  </a:lnTo>
                  <a:lnTo>
                    <a:pt x="30227" y="41100"/>
                  </a:lnTo>
                  <a:lnTo>
                    <a:pt x="30218" y="42981"/>
                  </a:lnTo>
                  <a:lnTo>
                    <a:pt x="29975" y="44415"/>
                  </a:lnTo>
                  <a:lnTo>
                    <a:pt x="29660" y="45723"/>
                  </a:lnTo>
                  <a:lnTo>
                    <a:pt x="28783" y="48432"/>
                  </a:lnTo>
                  <a:lnTo>
                    <a:pt x="27803" y="50822"/>
                  </a:lnTo>
                  <a:lnTo>
                    <a:pt x="26464" y="53090"/>
                  </a:lnTo>
                  <a:lnTo>
                    <a:pt x="26014" y="53632"/>
                  </a:lnTo>
                  <a:lnTo>
                    <a:pt x="24829" y="53993"/>
                  </a:lnTo>
                  <a:lnTo>
                    <a:pt x="23762" y="55297"/>
                  </a:lnTo>
                  <a:lnTo>
                    <a:pt x="23287" y="56570"/>
                  </a:lnTo>
                  <a:lnTo>
                    <a:pt x="22770" y="57603"/>
                  </a:lnTo>
                  <a:lnTo>
                    <a:pt x="21639" y="58737"/>
                  </a:lnTo>
                  <a:lnTo>
                    <a:pt x="20538" y="60970"/>
                  </a:lnTo>
                  <a:lnTo>
                    <a:pt x="20103" y="61348"/>
                  </a:lnTo>
                  <a:lnTo>
                    <a:pt x="17820" y="61738"/>
                  </a:lnTo>
                  <a:lnTo>
                    <a:pt x="14552" y="61845"/>
                  </a:lnTo>
                  <a:lnTo>
                    <a:pt x="13585" y="62078"/>
                  </a:lnTo>
                  <a:lnTo>
                    <a:pt x="12645" y="61770"/>
                  </a:lnTo>
                  <a:lnTo>
                    <a:pt x="12125" y="60898"/>
                  </a:lnTo>
                  <a:lnTo>
                    <a:pt x="11015" y="56876"/>
                  </a:lnTo>
                  <a:lnTo>
                    <a:pt x="10047" y="55496"/>
                  </a:lnTo>
                  <a:lnTo>
                    <a:pt x="8993" y="55537"/>
                  </a:lnTo>
                  <a:lnTo>
                    <a:pt x="7588" y="56959"/>
                  </a:lnTo>
                  <a:lnTo>
                    <a:pt x="7323" y="56645"/>
                  </a:lnTo>
                  <a:lnTo>
                    <a:pt x="4521" y="50718"/>
                  </a:lnTo>
                  <a:lnTo>
                    <a:pt x="3671" y="49269"/>
                  </a:lnTo>
                  <a:lnTo>
                    <a:pt x="2764" y="48187"/>
                  </a:lnTo>
                  <a:lnTo>
                    <a:pt x="1658" y="47437"/>
                  </a:lnTo>
                  <a:lnTo>
                    <a:pt x="614" y="46245"/>
                  </a:lnTo>
                  <a:lnTo>
                    <a:pt x="0" y="43420"/>
                  </a:lnTo>
                  <a:lnTo>
                    <a:pt x="72" y="39741"/>
                  </a:lnTo>
                  <a:lnTo>
                    <a:pt x="911" y="37579"/>
                  </a:lnTo>
                  <a:lnTo>
                    <a:pt x="2189" y="38647"/>
                  </a:lnTo>
                  <a:lnTo>
                    <a:pt x="2678" y="38633"/>
                  </a:lnTo>
                  <a:lnTo>
                    <a:pt x="3159" y="38018"/>
                  </a:lnTo>
                  <a:lnTo>
                    <a:pt x="3721" y="38214"/>
                  </a:lnTo>
                  <a:lnTo>
                    <a:pt x="4290" y="38757"/>
                  </a:lnTo>
                  <a:lnTo>
                    <a:pt x="6364" y="37957"/>
                  </a:lnTo>
                  <a:lnTo>
                    <a:pt x="7564" y="39083"/>
                  </a:lnTo>
                  <a:lnTo>
                    <a:pt x="8730" y="40572"/>
                  </a:lnTo>
                  <a:lnTo>
                    <a:pt x="9822" y="40895"/>
                  </a:lnTo>
                  <a:lnTo>
                    <a:pt x="10942" y="40577"/>
                  </a:lnTo>
                  <a:lnTo>
                    <a:pt x="12445" y="38886"/>
                  </a:lnTo>
                  <a:lnTo>
                    <a:pt x="12919" y="39109"/>
                  </a:lnTo>
                  <a:lnTo>
                    <a:pt x="14365" y="39126"/>
                  </a:lnTo>
                  <a:lnTo>
                    <a:pt x="15627" y="36869"/>
                  </a:lnTo>
                  <a:lnTo>
                    <a:pt x="16099" y="27762"/>
                  </a:lnTo>
                  <a:lnTo>
                    <a:pt x="16421" y="24663"/>
                  </a:lnTo>
                  <a:lnTo>
                    <a:pt x="16851" y="23988"/>
                  </a:lnTo>
                  <a:lnTo>
                    <a:pt x="17161" y="24175"/>
                  </a:lnTo>
                  <a:lnTo>
                    <a:pt x="17622" y="25725"/>
                  </a:lnTo>
                  <a:lnTo>
                    <a:pt x="17030" y="27658"/>
                  </a:lnTo>
                  <a:lnTo>
                    <a:pt x="16769" y="29147"/>
                  </a:lnTo>
                  <a:lnTo>
                    <a:pt x="16682" y="32786"/>
                  </a:lnTo>
                  <a:lnTo>
                    <a:pt x="17006" y="36315"/>
                  </a:lnTo>
                  <a:lnTo>
                    <a:pt x="17745" y="39112"/>
                  </a:lnTo>
                  <a:lnTo>
                    <a:pt x="18857" y="39466"/>
                  </a:lnTo>
                  <a:lnTo>
                    <a:pt x="19873" y="37620"/>
                  </a:lnTo>
                  <a:lnTo>
                    <a:pt x="20979" y="37239"/>
                  </a:lnTo>
                  <a:lnTo>
                    <a:pt x="22001" y="39031"/>
                  </a:lnTo>
                  <a:lnTo>
                    <a:pt x="23046" y="38722"/>
                  </a:lnTo>
                  <a:lnTo>
                    <a:pt x="23526" y="37553"/>
                  </a:lnTo>
                  <a:lnTo>
                    <a:pt x="24085" y="37045"/>
                  </a:lnTo>
                  <a:lnTo>
                    <a:pt x="24640" y="36852"/>
                  </a:lnTo>
                  <a:lnTo>
                    <a:pt x="25146" y="36160"/>
                  </a:lnTo>
                  <a:lnTo>
                    <a:pt x="25813" y="33115"/>
                  </a:lnTo>
                  <a:lnTo>
                    <a:pt x="26261" y="29681"/>
                  </a:lnTo>
                  <a:lnTo>
                    <a:pt x="26924" y="26975"/>
                  </a:lnTo>
                  <a:lnTo>
                    <a:pt x="28738" y="22467"/>
                  </a:lnTo>
                  <a:lnTo>
                    <a:pt x="29261" y="21904"/>
                  </a:lnTo>
                  <a:lnTo>
                    <a:pt x="29827" y="21599"/>
                  </a:lnTo>
                  <a:lnTo>
                    <a:pt x="31103" y="21792"/>
                  </a:lnTo>
                  <a:lnTo>
                    <a:pt x="32051" y="20190"/>
                  </a:lnTo>
                  <a:lnTo>
                    <a:pt x="32126" y="16578"/>
                  </a:lnTo>
                  <a:lnTo>
                    <a:pt x="31989" y="12913"/>
                  </a:lnTo>
                  <a:lnTo>
                    <a:pt x="30905" y="4299"/>
                  </a:lnTo>
                  <a:lnTo>
                    <a:pt x="30831" y="2931"/>
                  </a:lnTo>
                  <a:lnTo>
                    <a:pt x="30988" y="1399"/>
                  </a:lnTo>
                  <a:lnTo>
                    <a:pt x="31300" y="23"/>
                  </a:lnTo>
                  <a:lnTo>
                    <a:pt x="32364" y="0"/>
                  </a:lnTo>
                  <a:lnTo>
                    <a:pt x="33476" y="502"/>
                  </a:lnTo>
                  <a:lnTo>
                    <a:pt x="33912" y="179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g1194"/>
            <p:cNvSpPr/>
            <p:nvPr/>
          </p:nvSpPr>
          <p:spPr>
            <a:xfrm>
              <a:off x="4299420" y="3753484"/>
              <a:ext cx="687" cy="2418"/>
            </a:xfrm>
            <a:custGeom>
              <a:avLst/>
              <a:pathLst>
                <a:path w="687" h="2418">
                  <a:moveTo>
                    <a:pt x="651" y="1716"/>
                  </a:moveTo>
                  <a:lnTo>
                    <a:pt x="563" y="2418"/>
                  </a:lnTo>
                  <a:lnTo>
                    <a:pt x="0" y="1618"/>
                  </a:lnTo>
                  <a:lnTo>
                    <a:pt x="463" y="103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g1195"/>
            <p:cNvSpPr/>
            <p:nvPr/>
          </p:nvSpPr>
          <p:spPr>
            <a:xfrm>
              <a:off x="4289342" y="3723981"/>
              <a:ext cx="1224" cy="5272"/>
            </a:xfrm>
            <a:custGeom>
              <a:avLst/>
              <a:pathLst>
                <a:path w="1224" h="5272">
                  <a:moveTo>
                    <a:pt x="1224" y="2677"/>
                  </a:moveTo>
                  <a:lnTo>
                    <a:pt x="989" y="5272"/>
                  </a:lnTo>
                  <a:lnTo>
                    <a:pt x="401" y="3754"/>
                  </a:lnTo>
                  <a:lnTo>
                    <a:pt x="0" y="1561"/>
                  </a:lnTo>
                  <a:lnTo>
                    <a:pt x="256" y="582"/>
                  </a:lnTo>
                  <a:lnTo>
                    <a:pt x="918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4283683" y="3718155"/>
              <a:ext cx="1390" cy="4498"/>
            </a:xfrm>
            <a:custGeom>
              <a:avLst/>
              <a:pathLst>
                <a:path w="1390" h="4498">
                  <a:moveTo>
                    <a:pt x="1390" y="3006"/>
                  </a:moveTo>
                  <a:lnTo>
                    <a:pt x="1287" y="4498"/>
                  </a:lnTo>
                  <a:lnTo>
                    <a:pt x="987" y="4412"/>
                  </a:lnTo>
                  <a:lnTo>
                    <a:pt x="158" y="1491"/>
                  </a:lnTo>
                  <a:lnTo>
                    <a:pt x="0" y="735"/>
                  </a:lnTo>
                  <a:lnTo>
                    <a:pt x="193" y="0"/>
                  </a:lnTo>
                  <a:lnTo>
                    <a:pt x="1153" y="215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7"/>
            <p:cNvSpPr/>
            <p:nvPr/>
          </p:nvSpPr>
          <p:spPr>
            <a:xfrm>
              <a:off x="4283445" y="3714106"/>
              <a:ext cx="783" cy="3598"/>
            </a:xfrm>
            <a:custGeom>
              <a:avLst/>
              <a:pathLst>
                <a:path w="783" h="3598">
                  <a:moveTo>
                    <a:pt x="263" y="3592"/>
                  </a:moveTo>
                  <a:lnTo>
                    <a:pt x="34" y="3598"/>
                  </a:lnTo>
                  <a:lnTo>
                    <a:pt x="0" y="1240"/>
                  </a:lnTo>
                  <a:lnTo>
                    <a:pt x="159" y="0"/>
                  </a:lnTo>
                  <a:lnTo>
                    <a:pt x="693" y="862"/>
                  </a:lnTo>
                  <a:lnTo>
                    <a:pt x="783" y="297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g1198"/>
            <p:cNvSpPr/>
            <p:nvPr/>
          </p:nvSpPr>
          <p:spPr>
            <a:xfrm>
              <a:off x="4177046" y="3711186"/>
              <a:ext cx="96013" cy="237725"/>
            </a:xfrm>
            <a:custGeom>
              <a:avLst/>
              <a:pathLst>
                <a:path w="96013" h="237725">
                  <a:moveTo>
                    <a:pt x="1094" y="192334"/>
                  </a:moveTo>
                  <a:lnTo>
                    <a:pt x="1092" y="191944"/>
                  </a:lnTo>
                  <a:lnTo>
                    <a:pt x="1092" y="185936"/>
                  </a:lnTo>
                  <a:lnTo>
                    <a:pt x="1091" y="179928"/>
                  </a:lnTo>
                  <a:lnTo>
                    <a:pt x="1090" y="173923"/>
                  </a:lnTo>
                  <a:lnTo>
                    <a:pt x="1089" y="167915"/>
                  </a:lnTo>
                  <a:lnTo>
                    <a:pt x="1089" y="161907"/>
                  </a:lnTo>
                  <a:lnTo>
                    <a:pt x="1089" y="155900"/>
                  </a:lnTo>
                  <a:lnTo>
                    <a:pt x="1088" y="149895"/>
                  </a:lnTo>
                  <a:lnTo>
                    <a:pt x="1087" y="143887"/>
                  </a:lnTo>
                  <a:lnTo>
                    <a:pt x="1086" y="137879"/>
                  </a:lnTo>
                  <a:lnTo>
                    <a:pt x="1085" y="131871"/>
                  </a:lnTo>
                  <a:lnTo>
                    <a:pt x="1085" y="126931"/>
                  </a:lnTo>
                  <a:lnTo>
                    <a:pt x="550" y="125000"/>
                  </a:lnTo>
                  <a:lnTo>
                    <a:pt x="0" y="122045"/>
                  </a:lnTo>
                  <a:lnTo>
                    <a:pt x="118" y="118248"/>
                  </a:lnTo>
                  <a:lnTo>
                    <a:pt x="785" y="113541"/>
                  </a:lnTo>
                  <a:lnTo>
                    <a:pt x="1083" y="110404"/>
                  </a:lnTo>
                  <a:lnTo>
                    <a:pt x="1083" y="107842"/>
                  </a:lnTo>
                  <a:lnTo>
                    <a:pt x="1082" y="101837"/>
                  </a:lnTo>
                  <a:lnTo>
                    <a:pt x="1081" y="95829"/>
                  </a:lnTo>
                  <a:lnTo>
                    <a:pt x="1080" y="89821"/>
                  </a:lnTo>
                  <a:lnTo>
                    <a:pt x="1079" y="83813"/>
                  </a:lnTo>
                  <a:lnTo>
                    <a:pt x="1079" y="77808"/>
                  </a:lnTo>
                  <a:lnTo>
                    <a:pt x="1078" y="71800"/>
                  </a:lnTo>
                  <a:lnTo>
                    <a:pt x="1077" y="65792"/>
                  </a:lnTo>
                  <a:lnTo>
                    <a:pt x="1076" y="59784"/>
                  </a:lnTo>
                  <a:lnTo>
                    <a:pt x="1075" y="53779"/>
                  </a:lnTo>
                  <a:lnTo>
                    <a:pt x="1075" y="47771"/>
                  </a:lnTo>
                  <a:lnTo>
                    <a:pt x="1074" y="41764"/>
                  </a:lnTo>
                  <a:lnTo>
                    <a:pt x="1074" y="35756"/>
                  </a:lnTo>
                  <a:lnTo>
                    <a:pt x="1073" y="29751"/>
                  </a:lnTo>
                  <a:lnTo>
                    <a:pt x="1072" y="23743"/>
                  </a:lnTo>
                  <a:lnTo>
                    <a:pt x="1071" y="17735"/>
                  </a:lnTo>
                  <a:lnTo>
                    <a:pt x="1070" y="11727"/>
                  </a:lnTo>
                  <a:lnTo>
                    <a:pt x="1069" y="5722"/>
                  </a:lnTo>
                  <a:lnTo>
                    <a:pt x="1068" y="0"/>
                  </a:lnTo>
                  <a:lnTo>
                    <a:pt x="1355" y="11"/>
                  </a:lnTo>
                  <a:lnTo>
                    <a:pt x="2331" y="46"/>
                  </a:lnTo>
                  <a:lnTo>
                    <a:pt x="3108" y="533"/>
                  </a:lnTo>
                  <a:lnTo>
                    <a:pt x="7926" y="6951"/>
                  </a:lnTo>
                  <a:lnTo>
                    <a:pt x="9365" y="9525"/>
                  </a:lnTo>
                  <a:lnTo>
                    <a:pt x="9855" y="10128"/>
                  </a:lnTo>
                  <a:lnTo>
                    <a:pt x="10339" y="10151"/>
                  </a:lnTo>
                  <a:lnTo>
                    <a:pt x="10800" y="10454"/>
                  </a:lnTo>
                  <a:lnTo>
                    <a:pt x="12970" y="13998"/>
                  </a:lnTo>
                  <a:lnTo>
                    <a:pt x="16215" y="17576"/>
                  </a:lnTo>
                  <a:lnTo>
                    <a:pt x="19639" y="21007"/>
                  </a:lnTo>
                  <a:lnTo>
                    <a:pt x="20701" y="21723"/>
                  </a:lnTo>
                  <a:lnTo>
                    <a:pt x="21800" y="22023"/>
                  </a:lnTo>
                  <a:lnTo>
                    <a:pt x="24188" y="23212"/>
                  </a:lnTo>
                  <a:lnTo>
                    <a:pt x="25444" y="24271"/>
                  </a:lnTo>
                  <a:lnTo>
                    <a:pt x="27286" y="28472"/>
                  </a:lnTo>
                  <a:lnTo>
                    <a:pt x="28214" y="29771"/>
                  </a:lnTo>
                  <a:lnTo>
                    <a:pt x="29085" y="32140"/>
                  </a:lnTo>
                  <a:lnTo>
                    <a:pt x="30316" y="34685"/>
                  </a:lnTo>
                  <a:lnTo>
                    <a:pt x="30803" y="35323"/>
                  </a:lnTo>
                  <a:lnTo>
                    <a:pt x="31337" y="35620"/>
                  </a:lnTo>
                  <a:lnTo>
                    <a:pt x="32548" y="35709"/>
                  </a:lnTo>
                  <a:lnTo>
                    <a:pt x="33764" y="35251"/>
                  </a:lnTo>
                  <a:lnTo>
                    <a:pt x="34265" y="35455"/>
                  </a:lnTo>
                  <a:lnTo>
                    <a:pt x="34757" y="35917"/>
                  </a:lnTo>
                  <a:lnTo>
                    <a:pt x="35207" y="36803"/>
                  </a:lnTo>
                  <a:lnTo>
                    <a:pt x="35435" y="38511"/>
                  </a:lnTo>
                  <a:lnTo>
                    <a:pt x="36189" y="40875"/>
                  </a:lnTo>
                  <a:lnTo>
                    <a:pt x="37258" y="41940"/>
                  </a:lnTo>
                  <a:lnTo>
                    <a:pt x="38273" y="44078"/>
                  </a:lnTo>
                  <a:lnTo>
                    <a:pt x="39186" y="46640"/>
                  </a:lnTo>
                  <a:lnTo>
                    <a:pt x="39859" y="49220"/>
                  </a:lnTo>
                  <a:lnTo>
                    <a:pt x="40622" y="51396"/>
                  </a:lnTo>
                  <a:lnTo>
                    <a:pt x="41778" y="52316"/>
                  </a:lnTo>
                  <a:lnTo>
                    <a:pt x="42994" y="52463"/>
                  </a:lnTo>
                  <a:lnTo>
                    <a:pt x="47151" y="65400"/>
                  </a:lnTo>
                  <a:lnTo>
                    <a:pt x="47354" y="67397"/>
                  </a:lnTo>
                  <a:lnTo>
                    <a:pt x="47400" y="75886"/>
                  </a:lnTo>
                  <a:lnTo>
                    <a:pt x="46942" y="82520"/>
                  </a:lnTo>
                  <a:lnTo>
                    <a:pt x="47977" y="84555"/>
                  </a:lnTo>
                  <a:lnTo>
                    <a:pt x="49386" y="85317"/>
                  </a:lnTo>
                  <a:lnTo>
                    <a:pt x="51366" y="86736"/>
                  </a:lnTo>
                  <a:lnTo>
                    <a:pt x="53270" y="88849"/>
                  </a:lnTo>
                  <a:lnTo>
                    <a:pt x="59335" y="97791"/>
                  </a:lnTo>
                  <a:lnTo>
                    <a:pt x="60168" y="98553"/>
                  </a:lnTo>
                  <a:lnTo>
                    <a:pt x="61392" y="98842"/>
                  </a:lnTo>
                  <a:lnTo>
                    <a:pt x="62626" y="98723"/>
                  </a:lnTo>
                  <a:lnTo>
                    <a:pt x="63069" y="99179"/>
                  </a:lnTo>
                  <a:lnTo>
                    <a:pt x="63990" y="100801"/>
                  </a:lnTo>
                  <a:lnTo>
                    <a:pt x="64453" y="101860"/>
                  </a:lnTo>
                  <a:lnTo>
                    <a:pt x="65283" y="104751"/>
                  </a:lnTo>
                  <a:lnTo>
                    <a:pt x="66024" y="107894"/>
                  </a:lnTo>
                  <a:lnTo>
                    <a:pt x="66339" y="108791"/>
                  </a:lnTo>
                  <a:lnTo>
                    <a:pt x="66716" y="109493"/>
                  </a:lnTo>
                  <a:lnTo>
                    <a:pt x="66932" y="111201"/>
                  </a:lnTo>
                  <a:lnTo>
                    <a:pt x="67220" y="116464"/>
                  </a:lnTo>
                  <a:lnTo>
                    <a:pt x="67134" y="119751"/>
                  </a:lnTo>
                  <a:lnTo>
                    <a:pt x="66797" y="120969"/>
                  </a:lnTo>
                  <a:lnTo>
                    <a:pt x="65827" y="121560"/>
                  </a:lnTo>
                  <a:lnTo>
                    <a:pt x="62425" y="122114"/>
                  </a:lnTo>
                  <a:lnTo>
                    <a:pt x="60151" y="121503"/>
                  </a:lnTo>
                  <a:lnTo>
                    <a:pt x="58559" y="124824"/>
                  </a:lnTo>
                  <a:lnTo>
                    <a:pt x="58517" y="126273"/>
                  </a:lnTo>
                  <a:lnTo>
                    <a:pt x="58628" y="127623"/>
                  </a:lnTo>
                  <a:lnTo>
                    <a:pt x="60014" y="134661"/>
                  </a:lnTo>
                  <a:lnTo>
                    <a:pt x="60832" y="140900"/>
                  </a:lnTo>
                  <a:lnTo>
                    <a:pt x="61506" y="143439"/>
                  </a:lnTo>
                  <a:lnTo>
                    <a:pt x="62518" y="145500"/>
                  </a:lnTo>
                  <a:lnTo>
                    <a:pt x="63418" y="147935"/>
                  </a:lnTo>
                  <a:lnTo>
                    <a:pt x="64246" y="150734"/>
                  </a:lnTo>
                  <a:lnTo>
                    <a:pt x="65969" y="155620"/>
                  </a:lnTo>
                  <a:lnTo>
                    <a:pt x="66907" y="157429"/>
                  </a:lnTo>
                  <a:lnTo>
                    <a:pt x="68005" y="158549"/>
                  </a:lnTo>
                  <a:lnTo>
                    <a:pt x="69838" y="162337"/>
                  </a:lnTo>
                  <a:lnTo>
                    <a:pt x="70080" y="164011"/>
                  </a:lnTo>
                  <a:lnTo>
                    <a:pt x="70604" y="169283"/>
                  </a:lnTo>
                  <a:lnTo>
                    <a:pt x="70830" y="172859"/>
                  </a:lnTo>
                  <a:lnTo>
                    <a:pt x="70864" y="174333"/>
                  </a:lnTo>
                  <a:lnTo>
                    <a:pt x="70992" y="175655"/>
                  </a:lnTo>
                  <a:lnTo>
                    <a:pt x="72603" y="178895"/>
                  </a:lnTo>
                  <a:lnTo>
                    <a:pt x="72956" y="179799"/>
                  </a:lnTo>
                  <a:lnTo>
                    <a:pt x="73675" y="187010"/>
                  </a:lnTo>
                  <a:lnTo>
                    <a:pt x="74225" y="190354"/>
                  </a:lnTo>
                  <a:lnTo>
                    <a:pt x="75151" y="191543"/>
                  </a:lnTo>
                  <a:lnTo>
                    <a:pt x="76231" y="191468"/>
                  </a:lnTo>
                  <a:lnTo>
                    <a:pt x="79170" y="189324"/>
                  </a:lnTo>
                  <a:lnTo>
                    <a:pt x="79595" y="189255"/>
                  </a:lnTo>
                  <a:lnTo>
                    <a:pt x="80139" y="189748"/>
                  </a:lnTo>
                  <a:lnTo>
                    <a:pt x="80613" y="190923"/>
                  </a:lnTo>
                  <a:lnTo>
                    <a:pt x="80771" y="194166"/>
                  </a:lnTo>
                  <a:lnTo>
                    <a:pt x="80311" y="197568"/>
                  </a:lnTo>
                  <a:lnTo>
                    <a:pt x="80184" y="200846"/>
                  </a:lnTo>
                  <a:lnTo>
                    <a:pt x="80763" y="203536"/>
                  </a:lnTo>
                  <a:lnTo>
                    <a:pt x="82258" y="205634"/>
                  </a:lnTo>
                  <a:lnTo>
                    <a:pt x="82807" y="206208"/>
                  </a:lnTo>
                  <a:lnTo>
                    <a:pt x="85498" y="206877"/>
                  </a:lnTo>
                  <a:lnTo>
                    <a:pt x="86554" y="207443"/>
                  </a:lnTo>
                  <a:lnTo>
                    <a:pt x="87592" y="208349"/>
                  </a:lnTo>
                  <a:lnTo>
                    <a:pt x="87952" y="209160"/>
                  </a:lnTo>
                  <a:lnTo>
                    <a:pt x="87699" y="210603"/>
                  </a:lnTo>
                  <a:lnTo>
                    <a:pt x="87156" y="211307"/>
                  </a:lnTo>
                  <a:lnTo>
                    <a:pt x="86542" y="211596"/>
                  </a:lnTo>
                  <a:lnTo>
                    <a:pt x="85551" y="212637"/>
                  </a:lnTo>
                  <a:lnTo>
                    <a:pt x="85569" y="214493"/>
                  </a:lnTo>
                  <a:lnTo>
                    <a:pt x="86128" y="216429"/>
                  </a:lnTo>
                  <a:lnTo>
                    <a:pt x="86639" y="218758"/>
                  </a:lnTo>
                  <a:lnTo>
                    <a:pt x="87069" y="219603"/>
                  </a:lnTo>
                  <a:lnTo>
                    <a:pt x="87535" y="220169"/>
                  </a:lnTo>
                  <a:lnTo>
                    <a:pt x="88698" y="220977"/>
                  </a:lnTo>
                  <a:lnTo>
                    <a:pt x="89829" y="222085"/>
                  </a:lnTo>
                  <a:lnTo>
                    <a:pt x="90575" y="223187"/>
                  </a:lnTo>
                  <a:lnTo>
                    <a:pt x="91346" y="223978"/>
                  </a:lnTo>
                  <a:lnTo>
                    <a:pt x="93027" y="224483"/>
                  </a:lnTo>
                  <a:lnTo>
                    <a:pt x="94258" y="225972"/>
                  </a:lnTo>
                  <a:lnTo>
                    <a:pt x="96013" y="225348"/>
                  </a:lnTo>
                  <a:lnTo>
                    <a:pt x="94492" y="227767"/>
                  </a:lnTo>
                  <a:lnTo>
                    <a:pt x="93968" y="228361"/>
                  </a:lnTo>
                  <a:lnTo>
                    <a:pt x="92135" y="227455"/>
                  </a:lnTo>
                  <a:lnTo>
                    <a:pt x="91790" y="228399"/>
                  </a:lnTo>
                  <a:lnTo>
                    <a:pt x="92546" y="230955"/>
                  </a:lnTo>
                  <a:lnTo>
                    <a:pt x="93667" y="232678"/>
                  </a:lnTo>
                  <a:lnTo>
                    <a:pt x="94068" y="233679"/>
                  </a:lnTo>
                  <a:lnTo>
                    <a:pt x="93787" y="234851"/>
                  </a:lnTo>
                  <a:lnTo>
                    <a:pt x="92484" y="237194"/>
                  </a:lnTo>
                  <a:lnTo>
                    <a:pt x="91940" y="237537"/>
                  </a:lnTo>
                  <a:lnTo>
                    <a:pt x="90922" y="237725"/>
                  </a:lnTo>
                  <a:lnTo>
                    <a:pt x="89215" y="236715"/>
                  </a:lnTo>
                  <a:lnTo>
                    <a:pt x="88008" y="235428"/>
                  </a:lnTo>
                  <a:lnTo>
                    <a:pt x="87669" y="233671"/>
                  </a:lnTo>
                  <a:lnTo>
                    <a:pt x="87347" y="232635"/>
                  </a:lnTo>
                  <a:lnTo>
                    <a:pt x="86258" y="230159"/>
                  </a:lnTo>
                  <a:lnTo>
                    <a:pt x="85482" y="228805"/>
                  </a:lnTo>
                  <a:lnTo>
                    <a:pt x="84495" y="228347"/>
                  </a:lnTo>
                  <a:lnTo>
                    <a:pt x="83466" y="228376"/>
                  </a:lnTo>
                  <a:lnTo>
                    <a:pt x="81623" y="226936"/>
                  </a:lnTo>
                  <a:lnTo>
                    <a:pt x="77625" y="225914"/>
                  </a:lnTo>
                  <a:lnTo>
                    <a:pt x="76672" y="225288"/>
                  </a:lnTo>
                  <a:lnTo>
                    <a:pt x="75472" y="223305"/>
                  </a:lnTo>
                  <a:lnTo>
                    <a:pt x="74908" y="223023"/>
                  </a:lnTo>
                  <a:lnTo>
                    <a:pt x="74303" y="223646"/>
                  </a:lnTo>
                  <a:lnTo>
                    <a:pt x="72758" y="224030"/>
                  </a:lnTo>
                  <a:lnTo>
                    <a:pt x="72305" y="223854"/>
                  </a:lnTo>
                  <a:lnTo>
                    <a:pt x="71203" y="222163"/>
                  </a:lnTo>
                  <a:lnTo>
                    <a:pt x="70066" y="221545"/>
                  </a:lnTo>
                  <a:lnTo>
                    <a:pt x="69593" y="222053"/>
                  </a:lnTo>
                  <a:lnTo>
                    <a:pt x="69113" y="222166"/>
                  </a:lnTo>
                  <a:lnTo>
                    <a:pt x="67563" y="220957"/>
                  </a:lnTo>
                  <a:lnTo>
                    <a:pt x="66395" y="220446"/>
                  </a:lnTo>
                  <a:lnTo>
                    <a:pt x="65435" y="218761"/>
                  </a:lnTo>
                  <a:lnTo>
                    <a:pt x="64911" y="217185"/>
                  </a:lnTo>
                  <a:lnTo>
                    <a:pt x="64323" y="215785"/>
                  </a:lnTo>
                  <a:lnTo>
                    <a:pt x="63778" y="212181"/>
                  </a:lnTo>
                  <a:lnTo>
                    <a:pt x="62930" y="208762"/>
                  </a:lnTo>
                  <a:lnTo>
                    <a:pt x="61879" y="205951"/>
                  </a:lnTo>
                  <a:lnTo>
                    <a:pt x="59625" y="201415"/>
                  </a:lnTo>
                  <a:lnTo>
                    <a:pt x="59170" y="200287"/>
                  </a:lnTo>
                  <a:lnTo>
                    <a:pt x="58288" y="196128"/>
                  </a:lnTo>
                  <a:lnTo>
                    <a:pt x="58336" y="193373"/>
                  </a:lnTo>
                  <a:lnTo>
                    <a:pt x="58657" y="190585"/>
                  </a:lnTo>
                  <a:lnTo>
                    <a:pt x="58172" y="191534"/>
                  </a:lnTo>
                  <a:lnTo>
                    <a:pt x="57623" y="191416"/>
                  </a:lnTo>
                  <a:lnTo>
                    <a:pt x="56088" y="189575"/>
                  </a:lnTo>
                  <a:lnTo>
                    <a:pt x="55456" y="187382"/>
                  </a:lnTo>
                  <a:lnTo>
                    <a:pt x="54430" y="181429"/>
                  </a:lnTo>
                  <a:lnTo>
                    <a:pt x="53774" y="178292"/>
                  </a:lnTo>
                  <a:lnTo>
                    <a:pt x="52242" y="172737"/>
                  </a:lnTo>
                  <a:lnTo>
                    <a:pt x="51801" y="169439"/>
                  </a:lnTo>
                  <a:lnTo>
                    <a:pt x="51161" y="166556"/>
                  </a:lnTo>
                  <a:lnTo>
                    <a:pt x="50766" y="165489"/>
                  </a:lnTo>
                  <a:lnTo>
                    <a:pt x="50437" y="164254"/>
                  </a:lnTo>
                  <a:lnTo>
                    <a:pt x="50146" y="162649"/>
                  </a:lnTo>
                  <a:lnTo>
                    <a:pt x="49711" y="161532"/>
                  </a:lnTo>
                  <a:lnTo>
                    <a:pt x="47574" y="159062"/>
                  </a:lnTo>
                  <a:lnTo>
                    <a:pt x="47198" y="158283"/>
                  </a:lnTo>
                  <a:lnTo>
                    <a:pt x="46784" y="157870"/>
                  </a:lnTo>
                  <a:lnTo>
                    <a:pt x="45194" y="157617"/>
                  </a:lnTo>
                  <a:lnTo>
                    <a:pt x="44275" y="157210"/>
                  </a:lnTo>
                  <a:lnTo>
                    <a:pt x="42542" y="155187"/>
                  </a:lnTo>
                  <a:lnTo>
                    <a:pt x="41646" y="154581"/>
                  </a:lnTo>
                  <a:lnTo>
                    <a:pt x="40569" y="154197"/>
                  </a:lnTo>
                  <a:lnTo>
                    <a:pt x="39526" y="153429"/>
                  </a:lnTo>
                  <a:lnTo>
                    <a:pt x="39017" y="152676"/>
                  </a:lnTo>
                  <a:lnTo>
                    <a:pt x="38676" y="151404"/>
                  </a:lnTo>
                  <a:lnTo>
                    <a:pt x="38473" y="148388"/>
                  </a:lnTo>
                  <a:lnTo>
                    <a:pt x="37600" y="148711"/>
                  </a:lnTo>
                  <a:lnTo>
                    <a:pt x="36744" y="148189"/>
                  </a:lnTo>
                  <a:lnTo>
                    <a:pt x="35913" y="147130"/>
                  </a:lnTo>
                  <a:lnTo>
                    <a:pt x="35066" y="146492"/>
                  </a:lnTo>
                  <a:lnTo>
                    <a:pt x="34488" y="147401"/>
                  </a:lnTo>
                  <a:lnTo>
                    <a:pt x="34310" y="149802"/>
                  </a:lnTo>
                  <a:lnTo>
                    <a:pt x="34043" y="149926"/>
                  </a:lnTo>
                  <a:lnTo>
                    <a:pt x="33547" y="149436"/>
                  </a:lnTo>
                  <a:lnTo>
                    <a:pt x="33300" y="149724"/>
                  </a:lnTo>
                  <a:lnTo>
                    <a:pt x="32762" y="150832"/>
                  </a:lnTo>
                  <a:lnTo>
                    <a:pt x="32331" y="152330"/>
                  </a:lnTo>
                  <a:lnTo>
                    <a:pt x="31538" y="152102"/>
                  </a:lnTo>
                  <a:lnTo>
                    <a:pt x="29911" y="150587"/>
                  </a:lnTo>
                  <a:lnTo>
                    <a:pt x="29186" y="149638"/>
                  </a:lnTo>
                  <a:lnTo>
                    <a:pt x="28570" y="147927"/>
                  </a:lnTo>
                  <a:lnTo>
                    <a:pt x="28041" y="145982"/>
                  </a:lnTo>
                  <a:lnTo>
                    <a:pt x="27505" y="144449"/>
                  </a:lnTo>
                  <a:lnTo>
                    <a:pt x="26847" y="143330"/>
                  </a:lnTo>
                  <a:lnTo>
                    <a:pt x="27685" y="145973"/>
                  </a:lnTo>
                  <a:lnTo>
                    <a:pt x="29609" y="157628"/>
                  </a:lnTo>
                  <a:lnTo>
                    <a:pt x="29128" y="157853"/>
                  </a:lnTo>
                  <a:lnTo>
                    <a:pt x="28632" y="157559"/>
                  </a:lnTo>
                  <a:lnTo>
                    <a:pt x="29087" y="159798"/>
                  </a:lnTo>
                  <a:lnTo>
                    <a:pt x="28563" y="160136"/>
                  </a:lnTo>
                  <a:lnTo>
                    <a:pt x="28042" y="160110"/>
                  </a:lnTo>
                  <a:lnTo>
                    <a:pt x="26944" y="159143"/>
                  </a:lnTo>
                  <a:lnTo>
                    <a:pt x="25853" y="158823"/>
                  </a:lnTo>
                  <a:lnTo>
                    <a:pt x="25532" y="159296"/>
                  </a:lnTo>
                  <a:lnTo>
                    <a:pt x="25763" y="160136"/>
                  </a:lnTo>
                  <a:lnTo>
                    <a:pt x="26146" y="162606"/>
                  </a:lnTo>
                  <a:lnTo>
                    <a:pt x="26451" y="165197"/>
                  </a:lnTo>
                  <a:lnTo>
                    <a:pt x="24877" y="166363"/>
                  </a:lnTo>
                  <a:lnTo>
                    <a:pt x="23262" y="167073"/>
                  </a:lnTo>
                  <a:lnTo>
                    <a:pt x="21463" y="168472"/>
                  </a:lnTo>
                  <a:lnTo>
                    <a:pt x="19642" y="168568"/>
                  </a:lnTo>
                  <a:lnTo>
                    <a:pt x="18708" y="167771"/>
                  </a:lnTo>
                  <a:lnTo>
                    <a:pt x="17749" y="167321"/>
                  </a:lnTo>
                  <a:lnTo>
                    <a:pt x="16850" y="167771"/>
                  </a:lnTo>
                  <a:lnTo>
                    <a:pt x="15976" y="168781"/>
                  </a:lnTo>
                  <a:lnTo>
                    <a:pt x="15240" y="168620"/>
                  </a:lnTo>
                  <a:lnTo>
                    <a:pt x="14775" y="166802"/>
                  </a:lnTo>
                  <a:lnTo>
                    <a:pt x="14556" y="165422"/>
                  </a:lnTo>
                  <a:lnTo>
                    <a:pt x="14277" y="164225"/>
                  </a:lnTo>
                  <a:lnTo>
                    <a:pt x="13589" y="164415"/>
                  </a:lnTo>
                  <a:lnTo>
                    <a:pt x="12925" y="165062"/>
                  </a:lnTo>
                  <a:lnTo>
                    <a:pt x="14062" y="165137"/>
                  </a:lnTo>
                  <a:lnTo>
                    <a:pt x="14403" y="166663"/>
                  </a:lnTo>
                  <a:lnTo>
                    <a:pt x="14696" y="168516"/>
                  </a:lnTo>
                  <a:lnTo>
                    <a:pt x="15502" y="170192"/>
                  </a:lnTo>
                  <a:lnTo>
                    <a:pt x="16474" y="169194"/>
                  </a:lnTo>
                  <a:lnTo>
                    <a:pt x="18608" y="169471"/>
                  </a:lnTo>
                  <a:lnTo>
                    <a:pt x="20682" y="172391"/>
                  </a:lnTo>
                  <a:lnTo>
                    <a:pt x="21174" y="172726"/>
                  </a:lnTo>
                  <a:lnTo>
                    <a:pt x="21626" y="173297"/>
                  </a:lnTo>
                  <a:lnTo>
                    <a:pt x="22694" y="176183"/>
                  </a:lnTo>
                  <a:lnTo>
                    <a:pt x="23499" y="178806"/>
                  </a:lnTo>
                  <a:lnTo>
                    <a:pt x="24177" y="181798"/>
                  </a:lnTo>
                  <a:lnTo>
                    <a:pt x="24321" y="182970"/>
                  </a:lnTo>
                  <a:lnTo>
                    <a:pt x="24276" y="186112"/>
                  </a:lnTo>
                  <a:lnTo>
                    <a:pt x="24071" y="187673"/>
                  </a:lnTo>
                  <a:lnTo>
                    <a:pt x="22731" y="189887"/>
                  </a:lnTo>
                  <a:lnTo>
                    <a:pt x="21303" y="191558"/>
                  </a:lnTo>
                  <a:lnTo>
                    <a:pt x="19197" y="194813"/>
                  </a:lnTo>
                  <a:lnTo>
                    <a:pt x="17158" y="198512"/>
                  </a:lnTo>
                  <a:lnTo>
                    <a:pt x="16087" y="197788"/>
                  </a:lnTo>
                  <a:lnTo>
                    <a:pt x="15121" y="195828"/>
                  </a:lnTo>
                  <a:lnTo>
                    <a:pt x="14747" y="195297"/>
                  </a:lnTo>
                  <a:lnTo>
                    <a:pt x="13752" y="194230"/>
                  </a:lnTo>
                  <a:lnTo>
                    <a:pt x="13144" y="193846"/>
                  </a:lnTo>
                  <a:lnTo>
                    <a:pt x="10734" y="194680"/>
                  </a:lnTo>
                  <a:lnTo>
                    <a:pt x="8316" y="195107"/>
                  </a:lnTo>
                  <a:lnTo>
                    <a:pt x="7299" y="195069"/>
                  </a:lnTo>
                  <a:lnTo>
                    <a:pt x="6310" y="194443"/>
                  </a:lnTo>
                  <a:lnTo>
                    <a:pt x="5223" y="193277"/>
                  </a:lnTo>
                  <a:lnTo>
                    <a:pt x="4146" y="193794"/>
                  </a:lnTo>
                  <a:lnTo>
                    <a:pt x="3409" y="195162"/>
                  </a:lnTo>
                  <a:lnTo>
                    <a:pt x="2604" y="19536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g1199"/>
            <p:cNvSpPr/>
            <p:nvPr/>
          </p:nvSpPr>
          <p:spPr>
            <a:xfrm>
              <a:off x="4272065" y="3710098"/>
              <a:ext cx="22942" cy="66765"/>
            </a:xfrm>
            <a:custGeom>
              <a:avLst/>
              <a:pathLst>
                <a:path w="22942" h="66765">
                  <a:moveTo>
                    <a:pt x="21339" y="64517"/>
                  </a:moveTo>
                  <a:lnTo>
                    <a:pt x="20627" y="66765"/>
                  </a:lnTo>
                  <a:lnTo>
                    <a:pt x="20184" y="64670"/>
                  </a:lnTo>
                  <a:lnTo>
                    <a:pt x="19616" y="62834"/>
                  </a:lnTo>
                  <a:lnTo>
                    <a:pt x="19168" y="60956"/>
                  </a:lnTo>
                  <a:lnTo>
                    <a:pt x="18598" y="56896"/>
                  </a:lnTo>
                  <a:lnTo>
                    <a:pt x="18570" y="54850"/>
                  </a:lnTo>
                  <a:lnTo>
                    <a:pt x="18720" y="52686"/>
                  </a:lnTo>
                  <a:lnTo>
                    <a:pt x="18753" y="50501"/>
                  </a:lnTo>
                  <a:lnTo>
                    <a:pt x="18478" y="46063"/>
                  </a:lnTo>
                  <a:lnTo>
                    <a:pt x="17807" y="42015"/>
                  </a:lnTo>
                  <a:lnTo>
                    <a:pt x="15474" y="32362"/>
                  </a:lnTo>
                  <a:lnTo>
                    <a:pt x="14740" y="29828"/>
                  </a:lnTo>
                  <a:lnTo>
                    <a:pt x="13902" y="27566"/>
                  </a:lnTo>
                  <a:lnTo>
                    <a:pt x="13365" y="27012"/>
                  </a:lnTo>
                  <a:lnTo>
                    <a:pt x="12278" y="26470"/>
                  </a:lnTo>
                  <a:lnTo>
                    <a:pt x="11794" y="26016"/>
                  </a:lnTo>
                  <a:lnTo>
                    <a:pt x="10898" y="24441"/>
                  </a:lnTo>
                  <a:lnTo>
                    <a:pt x="10066" y="22603"/>
                  </a:lnTo>
                  <a:lnTo>
                    <a:pt x="8002" y="17155"/>
                  </a:lnTo>
                  <a:lnTo>
                    <a:pt x="6911" y="15614"/>
                  </a:lnTo>
                  <a:lnTo>
                    <a:pt x="6335" y="13709"/>
                  </a:lnTo>
                  <a:lnTo>
                    <a:pt x="3083" y="7566"/>
                  </a:lnTo>
                  <a:lnTo>
                    <a:pt x="2133" y="6114"/>
                  </a:lnTo>
                  <a:lnTo>
                    <a:pt x="978" y="6111"/>
                  </a:lnTo>
                  <a:lnTo>
                    <a:pt x="0" y="4902"/>
                  </a:lnTo>
                  <a:lnTo>
                    <a:pt x="772" y="4135"/>
                  </a:lnTo>
                  <a:lnTo>
                    <a:pt x="931" y="2086"/>
                  </a:lnTo>
                  <a:lnTo>
                    <a:pt x="762" y="0"/>
                  </a:lnTo>
                  <a:lnTo>
                    <a:pt x="2395" y="3407"/>
                  </a:lnTo>
                  <a:lnTo>
                    <a:pt x="4119" y="6385"/>
                  </a:lnTo>
                  <a:lnTo>
                    <a:pt x="4618" y="8786"/>
                  </a:lnTo>
                  <a:lnTo>
                    <a:pt x="5466" y="8933"/>
                  </a:lnTo>
                  <a:lnTo>
                    <a:pt x="7011" y="10919"/>
                  </a:lnTo>
                  <a:lnTo>
                    <a:pt x="8072" y="12708"/>
                  </a:lnTo>
                  <a:lnTo>
                    <a:pt x="9072" y="14771"/>
                  </a:lnTo>
                  <a:lnTo>
                    <a:pt x="10200" y="17726"/>
                  </a:lnTo>
                  <a:lnTo>
                    <a:pt x="12371" y="20046"/>
                  </a:lnTo>
                  <a:lnTo>
                    <a:pt x="12679" y="20889"/>
                  </a:lnTo>
                  <a:lnTo>
                    <a:pt x="13779" y="24744"/>
                  </a:lnTo>
                  <a:lnTo>
                    <a:pt x="15222" y="28013"/>
                  </a:lnTo>
                  <a:lnTo>
                    <a:pt x="15712" y="29814"/>
                  </a:lnTo>
                  <a:lnTo>
                    <a:pt x="21829" y="45290"/>
                  </a:lnTo>
                  <a:lnTo>
                    <a:pt x="22862" y="49624"/>
                  </a:lnTo>
                  <a:lnTo>
                    <a:pt x="22942" y="52582"/>
                  </a:lnTo>
                  <a:lnTo>
                    <a:pt x="22740" y="53742"/>
                  </a:lnTo>
                  <a:lnTo>
                    <a:pt x="22094" y="56244"/>
                  </a:lnTo>
                  <a:lnTo>
                    <a:pt x="22106" y="59199"/>
                  </a:lnTo>
                  <a:lnTo>
                    <a:pt x="21891" y="6185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g1200"/>
            <p:cNvSpPr/>
            <p:nvPr/>
          </p:nvSpPr>
          <p:spPr>
            <a:xfrm>
              <a:off x="4264523" y="3704520"/>
              <a:ext cx="4710" cy="8607"/>
            </a:xfrm>
            <a:custGeom>
              <a:avLst/>
              <a:pathLst>
                <a:path w="4710" h="8607">
                  <a:moveTo>
                    <a:pt x="4566" y="8203"/>
                  </a:moveTo>
                  <a:lnTo>
                    <a:pt x="2652" y="8607"/>
                  </a:lnTo>
                  <a:lnTo>
                    <a:pt x="1962" y="8157"/>
                  </a:lnTo>
                  <a:lnTo>
                    <a:pt x="1345" y="6452"/>
                  </a:lnTo>
                  <a:lnTo>
                    <a:pt x="786" y="3791"/>
                  </a:lnTo>
                  <a:lnTo>
                    <a:pt x="226" y="3171"/>
                  </a:lnTo>
                  <a:lnTo>
                    <a:pt x="0" y="2649"/>
                  </a:lnTo>
                  <a:lnTo>
                    <a:pt x="1354" y="614"/>
                  </a:lnTo>
                  <a:lnTo>
                    <a:pt x="2552" y="0"/>
                  </a:lnTo>
                  <a:lnTo>
                    <a:pt x="4497" y="2548"/>
                  </a:lnTo>
                  <a:lnTo>
                    <a:pt x="4695" y="3814"/>
                  </a:lnTo>
                  <a:lnTo>
                    <a:pt x="4710" y="4637"/>
                  </a:lnTo>
                  <a:lnTo>
                    <a:pt x="4657" y="733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g1201"/>
            <p:cNvSpPr/>
            <p:nvPr/>
          </p:nvSpPr>
          <p:spPr>
            <a:xfrm>
              <a:off x="4243123" y="3700460"/>
              <a:ext cx="1359" cy="2628"/>
            </a:xfrm>
            <a:custGeom>
              <a:avLst/>
              <a:pathLst>
                <a:path w="1359" h="2628">
                  <a:moveTo>
                    <a:pt x="1359" y="1073"/>
                  </a:moveTo>
                  <a:lnTo>
                    <a:pt x="1047" y="2628"/>
                  </a:lnTo>
                  <a:lnTo>
                    <a:pt x="320" y="2496"/>
                  </a:lnTo>
                  <a:lnTo>
                    <a:pt x="0" y="2031"/>
                  </a:lnTo>
                  <a:lnTo>
                    <a:pt x="525" y="1737"/>
                  </a:lnTo>
                  <a:lnTo>
                    <a:pt x="736" y="453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g1202"/>
            <p:cNvSpPr/>
            <p:nvPr/>
          </p:nvSpPr>
          <p:spPr>
            <a:xfrm>
              <a:off x="4231546" y="3691647"/>
              <a:ext cx="8775" cy="7739"/>
            </a:xfrm>
            <a:custGeom>
              <a:avLst/>
              <a:pathLst>
                <a:path w="8775" h="7739">
                  <a:moveTo>
                    <a:pt x="5155" y="343"/>
                  </a:moveTo>
                  <a:lnTo>
                    <a:pt x="8356" y="2262"/>
                  </a:lnTo>
                  <a:lnTo>
                    <a:pt x="8567" y="2239"/>
                  </a:lnTo>
                  <a:lnTo>
                    <a:pt x="8531" y="1552"/>
                  </a:lnTo>
                  <a:lnTo>
                    <a:pt x="8585" y="1359"/>
                  </a:lnTo>
                  <a:lnTo>
                    <a:pt x="8775" y="1861"/>
                  </a:lnTo>
                  <a:lnTo>
                    <a:pt x="8717" y="3263"/>
                  </a:lnTo>
                  <a:lnTo>
                    <a:pt x="8210" y="3607"/>
                  </a:lnTo>
                  <a:lnTo>
                    <a:pt x="7740" y="3471"/>
                  </a:lnTo>
                  <a:lnTo>
                    <a:pt x="7402" y="4192"/>
                  </a:lnTo>
                  <a:lnTo>
                    <a:pt x="6489" y="6896"/>
                  </a:lnTo>
                  <a:lnTo>
                    <a:pt x="5872" y="6443"/>
                  </a:lnTo>
                  <a:lnTo>
                    <a:pt x="5119" y="7049"/>
                  </a:lnTo>
                  <a:lnTo>
                    <a:pt x="3797" y="7107"/>
                  </a:lnTo>
                  <a:lnTo>
                    <a:pt x="2081" y="5918"/>
                  </a:lnTo>
                  <a:lnTo>
                    <a:pt x="1612" y="6919"/>
                  </a:lnTo>
                  <a:lnTo>
                    <a:pt x="1000" y="6642"/>
                  </a:lnTo>
                  <a:lnTo>
                    <a:pt x="395" y="7739"/>
                  </a:lnTo>
                  <a:lnTo>
                    <a:pt x="145" y="7684"/>
                  </a:lnTo>
                  <a:lnTo>
                    <a:pt x="0" y="6074"/>
                  </a:lnTo>
                  <a:lnTo>
                    <a:pt x="10" y="5248"/>
                  </a:lnTo>
                  <a:lnTo>
                    <a:pt x="727" y="4550"/>
                  </a:lnTo>
                  <a:lnTo>
                    <a:pt x="620" y="2019"/>
                  </a:lnTo>
                  <a:lnTo>
                    <a:pt x="1200" y="753"/>
                  </a:lnTo>
                  <a:lnTo>
                    <a:pt x="2198" y="862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g1203"/>
            <p:cNvSpPr/>
            <p:nvPr/>
          </p:nvSpPr>
          <p:spPr>
            <a:xfrm>
              <a:off x="4260527" y="3674056"/>
              <a:ext cx="2110" cy="6971"/>
            </a:xfrm>
            <a:custGeom>
              <a:avLst/>
              <a:pathLst>
                <a:path w="2110" h="6971">
                  <a:moveTo>
                    <a:pt x="2110" y="5904"/>
                  </a:moveTo>
                  <a:lnTo>
                    <a:pt x="2088" y="6971"/>
                  </a:lnTo>
                  <a:lnTo>
                    <a:pt x="1394" y="6432"/>
                  </a:lnTo>
                  <a:lnTo>
                    <a:pt x="1203" y="6590"/>
                  </a:lnTo>
                  <a:lnTo>
                    <a:pt x="0" y="3500"/>
                  </a:lnTo>
                  <a:lnTo>
                    <a:pt x="18" y="1610"/>
                  </a:lnTo>
                  <a:lnTo>
                    <a:pt x="336" y="0"/>
                  </a:lnTo>
                  <a:lnTo>
                    <a:pt x="837" y="259"/>
                  </a:lnTo>
                  <a:lnTo>
                    <a:pt x="1724" y="2288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g1204"/>
            <p:cNvSpPr/>
            <p:nvPr/>
          </p:nvSpPr>
          <p:spPr>
            <a:xfrm>
              <a:off x="2958670" y="2013654"/>
              <a:ext cx="95916" cy="171899"/>
            </a:xfrm>
            <a:custGeom>
              <a:avLst/>
              <a:pathLst>
                <a:path w="95916" h="171899">
                  <a:moveTo>
                    <a:pt x="52642" y="11199"/>
                  </a:moveTo>
                  <a:lnTo>
                    <a:pt x="53025" y="11557"/>
                  </a:lnTo>
                  <a:lnTo>
                    <a:pt x="55717" y="11943"/>
                  </a:lnTo>
                  <a:lnTo>
                    <a:pt x="58447" y="12334"/>
                  </a:lnTo>
                  <a:lnTo>
                    <a:pt x="62836" y="12751"/>
                  </a:lnTo>
                  <a:lnTo>
                    <a:pt x="67410" y="13190"/>
                  </a:lnTo>
                  <a:lnTo>
                    <a:pt x="72156" y="13643"/>
                  </a:lnTo>
                  <a:lnTo>
                    <a:pt x="77292" y="14133"/>
                  </a:lnTo>
                  <a:lnTo>
                    <a:pt x="82708" y="14422"/>
                  </a:lnTo>
                  <a:lnTo>
                    <a:pt x="83038" y="14224"/>
                  </a:lnTo>
                  <a:lnTo>
                    <a:pt x="83591" y="13071"/>
                  </a:lnTo>
                  <a:lnTo>
                    <a:pt x="84266" y="13227"/>
                  </a:lnTo>
                  <a:lnTo>
                    <a:pt x="85063" y="13942"/>
                  </a:lnTo>
                  <a:lnTo>
                    <a:pt x="85435" y="14474"/>
                  </a:lnTo>
                  <a:lnTo>
                    <a:pt x="85593" y="15078"/>
                  </a:lnTo>
                  <a:lnTo>
                    <a:pt x="85692" y="15778"/>
                  </a:lnTo>
                  <a:lnTo>
                    <a:pt x="86127" y="15918"/>
                  </a:lnTo>
                  <a:lnTo>
                    <a:pt x="86923" y="16451"/>
                  </a:lnTo>
                  <a:lnTo>
                    <a:pt x="88000" y="17665"/>
                  </a:lnTo>
                  <a:lnTo>
                    <a:pt x="88844" y="18843"/>
                  </a:lnTo>
                  <a:lnTo>
                    <a:pt x="89647" y="20528"/>
                  </a:lnTo>
                  <a:lnTo>
                    <a:pt x="89914" y="22433"/>
                  </a:lnTo>
                  <a:lnTo>
                    <a:pt x="89930" y="24591"/>
                  </a:lnTo>
                  <a:lnTo>
                    <a:pt x="89878" y="25980"/>
                  </a:lnTo>
                  <a:lnTo>
                    <a:pt x="89945" y="26546"/>
                  </a:lnTo>
                  <a:lnTo>
                    <a:pt x="91044" y="36610"/>
                  </a:lnTo>
                  <a:lnTo>
                    <a:pt x="92874" y="46310"/>
                  </a:lnTo>
                  <a:lnTo>
                    <a:pt x="93546" y="51003"/>
                  </a:lnTo>
                  <a:lnTo>
                    <a:pt x="93814" y="53502"/>
                  </a:lnTo>
                  <a:lnTo>
                    <a:pt x="94028" y="57127"/>
                  </a:lnTo>
                  <a:lnTo>
                    <a:pt x="94095" y="59672"/>
                  </a:lnTo>
                  <a:lnTo>
                    <a:pt x="94087" y="61105"/>
                  </a:lnTo>
                  <a:lnTo>
                    <a:pt x="93951" y="63074"/>
                  </a:lnTo>
                  <a:lnTo>
                    <a:pt x="93407" y="64238"/>
                  </a:lnTo>
                  <a:lnTo>
                    <a:pt x="89897" y="67567"/>
                  </a:lnTo>
                  <a:lnTo>
                    <a:pt x="89237" y="68612"/>
                  </a:lnTo>
                  <a:lnTo>
                    <a:pt x="88202" y="71207"/>
                  </a:lnTo>
                  <a:lnTo>
                    <a:pt x="87248" y="73881"/>
                  </a:lnTo>
                  <a:lnTo>
                    <a:pt x="87029" y="74794"/>
                  </a:lnTo>
                  <a:lnTo>
                    <a:pt x="86969" y="75396"/>
                  </a:lnTo>
                  <a:lnTo>
                    <a:pt x="87180" y="76273"/>
                  </a:lnTo>
                  <a:lnTo>
                    <a:pt x="88431" y="77706"/>
                  </a:lnTo>
                  <a:lnTo>
                    <a:pt x="89693" y="78856"/>
                  </a:lnTo>
                  <a:lnTo>
                    <a:pt x="90104" y="79717"/>
                  </a:lnTo>
                  <a:lnTo>
                    <a:pt x="91035" y="80819"/>
                  </a:lnTo>
                  <a:lnTo>
                    <a:pt x="91374" y="81809"/>
                  </a:lnTo>
                  <a:lnTo>
                    <a:pt x="91558" y="82672"/>
                  </a:lnTo>
                  <a:lnTo>
                    <a:pt x="91545" y="84663"/>
                  </a:lnTo>
                  <a:lnTo>
                    <a:pt x="91126" y="87417"/>
                  </a:lnTo>
                  <a:lnTo>
                    <a:pt x="91301" y="89499"/>
                  </a:lnTo>
                  <a:lnTo>
                    <a:pt x="90875" y="90886"/>
                  </a:lnTo>
                  <a:lnTo>
                    <a:pt x="90524" y="92427"/>
                  </a:lnTo>
                  <a:lnTo>
                    <a:pt x="90474" y="95126"/>
                  </a:lnTo>
                  <a:lnTo>
                    <a:pt x="91105" y="98110"/>
                  </a:lnTo>
                  <a:lnTo>
                    <a:pt x="91620" y="100147"/>
                  </a:lnTo>
                  <a:lnTo>
                    <a:pt x="91820" y="101745"/>
                  </a:lnTo>
                  <a:lnTo>
                    <a:pt x="91608" y="102998"/>
                  </a:lnTo>
                  <a:lnTo>
                    <a:pt x="91674" y="104252"/>
                  </a:lnTo>
                  <a:lnTo>
                    <a:pt x="92133" y="105580"/>
                  </a:lnTo>
                  <a:lnTo>
                    <a:pt x="93587" y="109684"/>
                  </a:lnTo>
                  <a:lnTo>
                    <a:pt x="94305" y="113635"/>
                  </a:lnTo>
                  <a:lnTo>
                    <a:pt x="94763" y="115174"/>
                  </a:lnTo>
                  <a:lnTo>
                    <a:pt x="95821" y="117174"/>
                  </a:lnTo>
                  <a:lnTo>
                    <a:pt x="95916" y="117995"/>
                  </a:lnTo>
                  <a:lnTo>
                    <a:pt x="95492" y="118747"/>
                  </a:lnTo>
                  <a:lnTo>
                    <a:pt x="95149" y="118846"/>
                  </a:lnTo>
                  <a:lnTo>
                    <a:pt x="94872" y="119047"/>
                  </a:lnTo>
                  <a:lnTo>
                    <a:pt x="94692" y="119750"/>
                  </a:lnTo>
                  <a:lnTo>
                    <a:pt x="94970" y="120501"/>
                  </a:lnTo>
                  <a:lnTo>
                    <a:pt x="95345" y="121605"/>
                  </a:lnTo>
                  <a:lnTo>
                    <a:pt x="95810" y="124730"/>
                  </a:lnTo>
                  <a:lnTo>
                    <a:pt x="95764" y="127288"/>
                  </a:lnTo>
                  <a:lnTo>
                    <a:pt x="95406" y="127939"/>
                  </a:lnTo>
                  <a:lnTo>
                    <a:pt x="94948" y="129458"/>
                  </a:lnTo>
                  <a:lnTo>
                    <a:pt x="94637" y="130846"/>
                  </a:lnTo>
                  <a:lnTo>
                    <a:pt x="92128" y="131813"/>
                  </a:lnTo>
                  <a:lnTo>
                    <a:pt x="91526" y="133299"/>
                  </a:lnTo>
                  <a:lnTo>
                    <a:pt x="90152" y="136172"/>
                  </a:lnTo>
                  <a:lnTo>
                    <a:pt x="89214" y="137824"/>
                  </a:lnTo>
                  <a:lnTo>
                    <a:pt x="87828" y="140811"/>
                  </a:lnTo>
                  <a:lnTo>
                    <a:pt x="85635" y="145946"/>
                  </a:lnTo>
                  <a:lnTo>
                    <a:pt x="84827" y="148094"/>
                  </a:lnTo>
                  <a:lnTo>
                    <a:pt x="84236" y="149870"/>
                  </a:lnTo>
                  <a:lnTo>
                    <a:pt x="82461" y="154600"/>
                  </a:lnTo>
                  <a:lnTo>
                    <a:pt x="81916" y="156585"/>
                  </a:lnTo>
                  <a:lnTo>
                    <a:pt x="82024" y="158220"/>
                  </a:lnTo>
                  <a:lnTo>
                    <a:pt x="82593" y="162058"/>
                  </a:lnTo>
                  <a:lnTo>
                    <a:pt x="82714" y="163790"/>
                  </a:lnTo>
                  <a:lnTo>
                    <a:pt x="82613" y="165392"/>
                  </a:lnTo>
                  <a:lnTo>
                    <a:pt x="82424" y="166818"/>
                  </a:lnTo>
                  <a:lnTo>
                    <a:pt x="82456" y="167454"/>
                  </a:lnTo>
                  <a:lnTo>
                    <a:pt x="82980" y="168487"/>
                  </a:lnTo>
                  <a:lnTo>
                    <a:pt x="83816" y="170111"/>
                  </a:lnTo>
                  <a:lnTo>
                    <a:pt x="83864" y="170658"/>
                  </a:lnTo>
                  <a:lnTo>
                    <a:pt x="83745" y="171362"/>
                  </a:lnTo>
                  <a:lnTo>
                    <a:pt x="83457" y="171899"/>
                  </a:lnTo>
                  <a:lnTo>
                    <a:pt x="82414" y="171332"/>
                  </a:lnTo>
                  <a:lnTo>
                    <a:pt x="81248" y="170231"/>
                  </a:lnTo>
                  <a:lnTo>
                    <a:pt x="80851" y="170364"/>
                  </a:lnTo>
                  <a:lnTo>
                    <a:pt x="80220" y="170110"/>
                  </a:lnTo>
                  <a:lnTo>
                    <a:pt x="77620" y="167985"/>
                  </a:lnTo>
                  <a:lnTo>
                    <a:pt x="75866" y="166321"/>
                  </a:lnTo>
                  <a:lnTo>
                    <a:pt x="75693" y="165240"/>
                  </a:lnTo>
                  <a:lnTo>
                    <a:pt x="75362" y="163675"/>
                  </a:lnTo>
                  <a:lnTo>
                    <a:pt x="74616" y="162363"/>
                  </a:lnTo>
                  <a:lnTo>
                    <a:pt x="72905" y="161227"/>
                  </a:lnTo>
                  <a:lnTo>
                    <a:pt x="72208" y="160339"/>
                  </a:lnTo>
                  <a:lnTo>
                    <a:pt x="69428" y="159843"/>
                  </a:lnTo>
                  <a:lnTo>
                    <a:pt x="68222" y="159823"/>
                  </a:lnTo>
                  <a:lnTo>
                    <a:pt x="67367" y="160189"/>
                  </a:lnTo>
                  <a:lnTo>
                    <a:pt x="66822" y="160153"/>
                  </a:lnTo>
                  <a:lnTo>
                    <a:pt x="66070" y="162470"/>
                  </a:lnTo>
                  <a:lnTo>
                    <a:pt x="65552" y="163143"/>
                  </a:lnTo>
                  <a:lnTo>
                    <a:pt x="64794" y="163213"/>
                  </a:lnTo>
                  <a:lnTo>
                    <a:pt x="64131" y="162801"/>
                  </a:lnTo>
                  <a:lnTo>
                    <a:pt x="63453" y="161581"/>
                  </a:lnTo>
                  <a:lnTo>
                    <a:pt x="62368" y="160938"/>
                  </a:lnTo>
                  <a:lnTo>
                    <a:pt x="61584" y="161248"/>
                  </a:lnTo>
                  <a:lnTo>
                    <a:pt x="61007" y="160983"/>
                  </a:lnTo>
                  <a:lnTo>
                    <a:pt x="60508" y="160919"/>
                  </a:lnTo>
                  <a:lnTo>
                    <a:pt x="60336" y="161163"/>
                  </a:lnTo>
                  <a:lnTo>
                    <a:pt x="59935" y="161128"/>
                  </a:lnTo>
                  <a:lnTo>
                    <a:pt x="59354" y="161711"/>
                  </a:lnTo>
                  <a:lnTo>
                    <a:pt x="58719" y="162535"/>
                  </a:lnTo>
                  <a:lnTo>
                    <a:pt x="58019" y="163163"/>
                  </a:lnTo>
                  <a:lnTo>
                    <a:pt x="57480" y="164512"/>
                  </a:lnTo>
                  <a:lnTo>
                    <a:pt x="56999" y="167155"/>
                  </a:lnTo>
                  <a:lnTo>
                    <a:pt x="55639" y="165971"/>
                  </a:lnTo>
                  <a:lnTo>
                    <a:pt x="55185" y="166484"/>
                  </a:lnTo>
                  <a:lnTo>
                    <a:pt x="54544" y="166829"/>
                  </a:lnTo>
                  <a:lnTo>
                    <a:pt x="54105" y="166473"/>
                  </a:lnTo>
                  <a:lnTo>
                    <a:pt x="54209" y="165562"/>
                  </a:lnTo>
                  <a:lnTo>
                    <a:pt x="54407" y="164535"/>
                  </a:lnTo>
                  <a:lnTo>
                    <a:pt x="54397" y="163099"/>
                  </a:lnTo>
                  <a:lnTo>
                    <a:pt x="54272" y="161515"/>
                  </a:lnTo>
                  <a:lnTo>
                    <a:pt x="53850" y="161000"/>
                  </a:lnTo>
                  <a:lnTo>
                    <a:pt x="53216" y="160810"/>
                  </a:lnTo>
                  <a:lnTo>
                    <a:pt x="52891" y="160496"/>
                  </a:lnTo>
                  <a:lnTo>
                    <a:pt x="52856" y="159973"/>
                  </a:lnTo>
                  <a:lnTo>
                    <a:pt x="52533" y="159300"/>
                  </a:lnTo>
                  <a:lnTo>
                    <a:pt x="51972" y="157596"/>
                  </a:lnTo>
                  <a:lnTo>
                    <a:pt x="51443" y="155481"/>
                  </a:lnTo>
                  <a:lnTo>
                    <a:pt x="51077" y="154851"/>
                  </a:lnTo>
                  <a:lnTo>
                    <a:pt x="50544" y="155858"/>
                  </a:lnTo>
                  <a:lnTo>
                    <a:pt x="49738" y="157003"/>
                  </a:lnTo>
                  <a:lnTo>
                    <a:pt x="49237" y="157400"/>
                  </a:lnTo>
                  <a:lnTo>
                    <a:pt x="48268" y="160693"/>
                  </a:lnTo>
                  <a:lnTo>
                    <a:pt x="46527" y="160804"/>
                  </a:lnTo>
                  <a:lnTo>
                    <a:pt x="46420" y="159266"/>
                  </a:lnTo>
                  <a:lnTo>
                    <a:pt x="46237" y="157788"/>
                  </a:lnTo>
                  <a:lnTo>
                    <a:pt x="45218" y="157419"/>
                  </a:lnTo>
                  <a:lnTo>
                    <a:pt x="45190" y="156552"/>
                  </a:lnTo>
                  <a:lnTo>
                    <a:pt x="44975" y="154377"/>
                  </a:lnTo>
                  <a:lnTo>
                    <a:pt x="42934" y="150120"/>
                  </a:lnTo>
                  <a:lnTo>
                    <a:pt x="42686" y="148343"/>
                  </a:lnTo>
                  <a:lnTo>
                    <a:pt x="42766" y="147658"/>
                  </a:lnTo>
                  <a:lnTo>
                    <a:pt x="42624" y="146528"/>
                  </a:lnTo>
                  <a:lnTo>
                    <a:pt x="42180" y="145847"/>
                  </a:lnTo>
                  <a:lnTo>
                    <a:pt x="40567" y="145037"/>
                  </a:lnTo>
                  <a:lnTo>
                    <a:pt x="40153" y="145503"/>
                  </a:lnTo>
                  <a:lnTo>
                    <a:pt x="39778" y="145024"/>
                  </a:lnTo>
                  <a:lnTo>
                    <a:pt x="39191" y="144005"/>
                  </a:lnTo>
                  <a:lnTo>
                    <a:pt x="38172" y="143177"/>
                  </a:lnTo>
                  <a:lnTo>
                    <a:pt x="38061" y="142748"/>
                  </a:lnTo>
                  <a:lnTo>
                    <a:pt x="37694" y="142020"/>
                  </a:lnTo>
                  <a:lnTo>
                    <a:pt x="37490" y="141921"/>
                  </a:lnTo>
                  <a:lnTo>
                    <a:pt x="37359" y="142364"/>
                  </a:lnTo>
                  <a:lnTo>
                    <a:pt x="37062" y="142991"/>
                  </a:lnTo>
                  <a:lnTo>
                    <a:pt x="36014" y="143783"/>
                  </a:lnTo>
                  <a:lnTo>
                    <a:pt x="35595" y="143457"/>
                  </a:lnTo>
                  <a:lnTo>
                    <a:pt x="35215" y="142768"/>
                  </a:lnTo>
                  <a:lnTo>
                    <a:pt x="34781" y="141285"/>
                  </a:lnTo>
                  <a:lnTo>
                    <a:pt x="34151" y="139985"/>
                  </a:lnTo>
                  <a:lnTo>
                    <a:pt x="33632" y="139524"/>
                  </a:lnTo>
                  <a:lnTo>
                    <a:pt x="33337" y="138841"/>
                  </a:lnTo>
                  <a:lnTo>
                    <a:pt x="33270" y="138310"/>
                  </a:lnTo>
                  <a:lnTo>
                    <a:pt x="34423" y="137244"/>
                  </a:lnTo>
                  <a:lnTo>
                    <a:pt x="34674" y="136144"/>
                  </a:lnTo>
                  <a:lnTo>
                    <a:pt x="34527" y="134139"/>
                  </a:lnTo>
                  <a:lnTo>
                    <a:pt x="34355" y="133886"/>
                  </a:lnTo>
                  <a:lnTo>
                    <a:pt x="33898" y="134565"/>
                  </a:lnTo>
                  <a:lnTo>
                    <a:pt x="32936" y="135160"/>
                  </a:lnTo>
                  <a:lnTo>
                    <a:pt x="32048" y="135435"/>
                  </a:lnTo>
                  <a:lnTo>
                    <a:pt x="31596" y="135435"/>
                  </a:lnTo>
                  <a:lnTo>
                    <a:pt x="29065" y="131784"/>
                  </a:lnTo>
                  <a:lnTo>
                    <a:pt x="27419" y="130668"/>
                  </a:lnTo>
                  <a:lnTo>
                    <a:pt x="26451" y="130344"/>
                  </a:lnTo>
                  <a:lnTo>
                    <a:pt x="26346" y="130715"/>
                  </a:lnTo>
                  <a:lnTo>
                    <a:pt x="26784" y="132762"/>
                  </a:lnTo>
                  <a:lnTo>
                    <a:pt x="27540" y="135289"/>
                  </a:lnTo>
                  <a:lnTo>
                    <a:pt x="27505" y="135963"/>
                  </a:lnTo>
                  <a:lnTo>
                    <a:pt x="26598" y="136996"/>
                  </a:lnTo>
                  <a:lnTo>
                    <a:pt x="26083" y="137446"/>
                  </a:lnTo>
                  <a:lnTo>
                    <a:pt x="25476" y="138323"/>
                  </a:lnTo>
                  <a:lnTo>
                    <a:pt x="24963" y="139534"/>
                  </a:lnTo>
                  <a:lnTo>
                    <a:pt x="24519" y="140083"/>
                  </a:lnTo>
                  <a:lnTo>
                    <a:pt x="24135" y="139945"/>
                  </a:lnTo>
                  <a:lnTo>
                    <a:pt x="23727" y="139361"/>
                  </a:lnTo>
                  <a:lnTo>
                    <a:pt x="22678" y="135624"/>
                  </a:lnTo>
                  <a:lnTo>
                    <a:pt x="21360" y="132762"/>
                  </a:lnTo>
                  <a:lnTo>
                    <a:pt x="21203" y="132122"/>
                  </a:lnTo>
                  <a:lnTo>
                    <a:pt x="20791" y="131975"/>
                  </a:lnTo>
                  <a:lnTo>
                    <a:pt x="20209" y="131318"/>
                  </a:lnTo>
                  <a:lnTo>
                    <a:pt x="20013" y="130442"/>
                  </a:lnTo>
                  <a:lnTo>
                    <a:pt x="20305" y="129528"/>
                  </a:lnTo>
                  <a:lnTo>
                    <a:pt x="20706" y="128691"/>
                  </a:lnTo>
                  <a:lnTo>
                    <a:pt x="21419" y="128174"/>
                  </a:lnTo>
                  <a:lnTo>
                    <a:pt x="21635" y="127689"/>
                  </a:lnTo>
                  <a:lnTo>
                    <a:pt x="21762" y="126958"/>
                  </a:lnTo>
                  <a:lnTo>
                    <a:pt x="22026" y="126013"/>
                  </a:lnTo>
                  <a:lnTo>
                    <a:pt x="21956" y="125672"/>
                  </a:lnTo>
                  <a:lnTo>
                    <a:pt x="21451" y="124602"/>
                  </a:lnTo>
                  <a:lnTo>
                    <a:pt x="20704" y="123590"/>
                  </a:lnTo>
                  <a:lnTo>
                    <a:pt x="18629" y="124349"/>
                  </a:lnTo>
                  <a:lnTo>
                    <a:pt x="18060" y="124890"/>
                  </a:lnTo>
                  <a:lnTo>
                    <a:pt x="17739" y="124186"/>
                  </a:lnTo>
                  <a:lnTo>
                    <a:pt x="17496" y="123158"/>
                  </a:lnTo>
                  <a:lnTo>
                    <a:pt x="16971" y="122961"/>
                  </a:lnTo>
                  <a:lnTo>
                    <a:pt x="16253" y="122022"/>
                  </a:lnTo>
                  <a:lnTo>
                    <a:pt x="15400" y="121106"/>
                  </a:lnTo>
                  <a:lnTo>
                    <a:pt x="14567" y="120835"/>
                  </a:lnTo>
                  <a:lnTo>
                    <a:pt x="12837" y="119506"/>
                  </a:lnTo>
                  <a:lnTo>
                    <a:pt x="12171" y="119434"/>
                  </a:lnTo>
                  <a:lnTo>
                    <a:pt x="11784" y="118976"/>
                  </a:lnTo>
                  <a:lnTo>
                    <a:pt x="11382" y="117972"/>
                  </a:lnTo>
                  <a:lnTo>
                    <a:pt x="11040" y="116871"/>
                  </a:lnTo>
                  <a:lnTo>
                    <a:pt x="10863" y="114639"/>
                  </a:lnTo>
                  <a:lnTo>
                    <a:pt x="9588" y="113625"/>
                  </a:lnTo>
                  <a:lnTo>
                    <a:pt x="8317" y="112990"/>
                  </a:lnTo>
                  <a:lnTo>
                    <a:pt x="8227" y="113313"/>
                  </a:lnTo>
                  <a:lnTo>
                    <a:pt x="8280" y="115564"/>
                  </a:lnTo>
                  <a:lnTo>
                    <a:pt x="8212" y="116766"/>
                  </a:lnTo>
                  <a:lnTo>
                    <a:pt x="7375" y="117510"/>
                  </a:lnTo>
                  <a:lnTo>
                    <a:pt x="6544" y="117581"/>
                  </a:lnTo>
                  <a:lnTo>
                    <a:pt x="6591" y="117207"/>
                  </a:lnTo>
                  <a:lnTo>
                    <a:pt x="7583" y="113156"/>
                  </a:lnTo>
                  <a:lnTo>
                    <a:pt x="8029" y="110603"/>
                  </a:lnTo>
                  <a:lnTo>
                    <a:pt x="8536" y="105946"/>
                  </a:lnTo>
                  <a:lnTo>
                    <a:pt x="7926" y="102270"/>
                  </a:lnTo>
                  <a:lnTo>
                    <a:pt x="7757" y="100550"/>
                  </a:lnTo>
                  <a:lnTo>
                    <a:pt x="7473" y="99723"/>
                  </a:lnTo>
                  <a:lnTo>
                    <a:pt x="5730" y="97934"/>
                  </a:lnTo>
                  <a:lnTo>
                    <a:pt x="5598" y="97312"/>
                  </a:lnTo>
                  <a:lnTo>
                    <a:pt x="5864" y="94883"/>
                  </a:lnTo>
                  <a:lnTo>
                    <a:pt x="5732" y="93861"/>
                  </a:lnTo>
                  <a:lnTo>
                    <a:pt x="5313" y="92783"/>
                  </a:lnTo>
                  <a:lnTo>
                    <a:pt x="4761" y="90638"/>
                  </a:lnTo>
                  <a:lnTo>
                    <a:pt x="4547" y="88818"/>
                  </a:lnTo>
                  <a:lnTo>
                    <a:pt x="5251" y="86677"/>
                  </a:lnTo>
                  <a:lnTo>
                    <a:pt x="5425" y="85106"/>
                  </a:lnTo>
                  <a:lnTo>
                    <a:pt x="5731" y="82953"/>
                  </a:lnTo>
                  <a:lnTo>
                    <a:pt x="5955" y="81773"/>
                  </a:lnTo>
                  <a:lnTo>
                    <a:pt x="5998" y="81447"/>
                  </a:lnTo>
                  <a:lnTo>
                    <a:pt x="5537" y="80609"/>
                  </a:lnTo>
                  <a:lnTo>
                    <a:pt x="5419" y="79431"/>
                  </a:lnTo>
                  <a:lnTo>
                    <a:pt x="5544" y="77735"/>
                  </a:lnTo>
                  <a:lnTo>
                    <a:pt x="5299" y="76478"/>
                  </a:lnTo>
                  <a:lnTo>
                    <a:pt x="4681" y="75661"/>
                  </a:lnTo>
                  <a:lnTo>
                    <a:pt x="4281" y="74582"/>
                  </a:lnTo>
                  <a:lnTo>
                    <a:pt x="4095" y="73237"/>
                  </a:lnTo>
                  <a:lnTo>
                    <a:pt x="4240" y="71126"/>
                  </a:lnTo>
                  <a:lnTo>
                    <a:pt x="4718" y="68248"/>
                  </a:lnTo>
                  <a:lnTo>
                    <a:pt x="3705" y="64788"/>
                  </a:lnTo>
                  <a:lnTo>
                    <a:pt x="1202" y="60742"/>
                  </a:lnTo>
                  <a:lnTo>
                    <a:pt x="0" y="57915"/>
                  </a:lnTo>
                  <a:lnTo>
                    <a:pt x="98" y="56300"/>
                  </a:lnTo>
                  <a:lnTo>
                    <a:pt x="625" y="54838"/>
                  </a:lnTo>
                  <a:lnTo>
                    <a:pt x="1581" y="53525"/>
                  </a:lnTo>
                  <a:lnTo>
                    <a:pt x="2306" y="51197"/>
                  </a:lnTo>
                  <a:lnTo>
                    <a:pt x="2714" y="48435"/>
                  </a:lnTo>
                  <a:lnTo>
                    <a:pt x="2727" y="47911"/>
                  </a:lnTo>
                  <a:lnTo>
                    <a:pt x="2748" y="45939"/>
                  </a:lnTo>
                  <a:lnTo>
                    <a:pt x="1635" y="37874"/>
                  </a:lnTo>
                  <a:lnTo>
                    <a:pt x="1454" y="35855"/>
                  </a:lnTo>
                  <a:lnTo>
                    <a:pt x="1321" y="33421"/>
                  </a:lnTo>
                  <a:lnTo>
                    <a:pt x="1252" y="32756"/>
                  </a:lnTo>
                  <a:lnTo>
                    <a:pt x="3451" y="34463"/>
                  </a:lnTo>
                  <a:lnTo>
                    <a:pt x="4373" y="35424"/>
                  </a:lnTo>
                  <a:lnTo>
                    <a:pt x="4258" y="34345"/>
                  </a:lnTo>
                  <a:lnTo>
                    <a:pt x="4071" y="33415"/>
                  </a:lnTo>
                  <a:lnTo>
                    <a:pt x="4194" y="32050"/>
                  </a:lnTo>
                  <a:lnTo>
                    <a:pt x="4131" y="29992"/>
                  </a:lnTo>
                  <a:lnTo>
                    <a:pt x="2136" y="28941"/>
                  </a:lnTo>
                  <a:lnTo>
                    <a:pt x="817" y="28586"/>
                  </a:lnTo>
                  <a:lnTo>
                    <a:pt x="669" y="27159"/>
                  </a:lnTo>
                  <a:lnTo>
                    <a:pt x="796" y="26234"/>
                  </a:lnTo>
                  <a:lnTo>
                    <a:pt x="1160" y="26778"/>
                  </a:lnTo>
                  <a:lnTo>
                    <a:pt x="2456" y="26992"/>
                  </a:lnTo>
                  <a:lnTo>
                    <a:pt x="5644" y="24226"/>
                  </a:lnTo>
                  <a:lnTo>
                    <a:pt x="11149" y="20633"/>
                  </a:lnTo>
                  <a:lnTo>
                    <a:pt x="17029" y="17263"/>
                  </a:lnTo>
                  <a:lnTo>
                    <a:pt x="18402" y="16896"/>
                  </a:lnTo>
                  <a:lnTo>
                    <a:pt x="19782" y="16187"/>
                  </a:lnTo>
                  <a:lnTo>
                    <a:pt x="20291" y="14926"/>
                  </a:lnTo>
                  <a:lnTo>
                    <a:pt x="20800" y="14081"/>
                  </a:lnTo>
                  <a:lnTo>
                    <a:pt x="21601" y="11858"/>
                  </a:lnTo>
                  <a:lnTo>
                    <a:pt x="23372" y="8402"/>
                  </a:lnTo>
                  <a:lnTo>
                    <a:pt x="26503" y="7144"/>
                  </a:lnTo>
                  <a:lnTo>
                    <a:pt x="27672" y="5505"/>
                  </a:lnTo>
                  <a:lnTo>
                    <a:pt x="30122" y="3210"/>
                  </a:lnTo>
                  <a:lnTo>
                    <a:pt x="35708" y="634"/>
                  </a:lnTo>
                  <a:lnTo>
                    <a:pt x="38041" y="69"/>
                  </a:lnTo>
                  <a:lnTo>
                    <a:pt x="40327" y="0"/>
                  </a:lnTo>
                  <a:lnTo>
                    <a:pt x="42363" y="2031"/>
                  </a:lnTo>
                  <a:lnTo>
                    <a:pt x="44517" y="4539"/>
                  </a:lnTo>
                  <a:lnTo>
                    <a:pt x="44905" y="6052"/>
                  </a:lnTo>
                  <a:lnTo>
                    <a:pt x="43739" y="5109"/>
                  </a:lnTo>
                  <a:lnTo>
                    <a:pt x="42040" y="2856"/>
                  </a:lnTo>
                  <a:lnTo>
                    <a:pt x="41412" y="2761"/>
                  </a:lnTo>
                  <a:lnTo>
                    <a:pt x="42862" y="9612"/>
                  </a:lnTo>
                  <a:lnTo>
                    <a:pt x="43655" y="12034"/>
                  </a:lnTo>
                  <a:lnTo>
                    <a:pt x="45259" y="13846"/>
                  </a:lnTo>
                  <a:lnTo>
                    <a:pt x="46603" y="14457"/>
                  </a:lnTo>
                  <a:lnTo>
                    <a:pt x="50745" y="13359"/>
                  </a:lnTo>
                  <a:lnTo>
                    <a:pt x="52217" y="119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g1205"/>
            <p:cNvSpPr/>
            <p:nvPr/>
          </p:nvSpPr>
          <p:spPr>
            <a:xfrm>
              <a:off x="2169718" y="3098607"/>
              <a:ext cx="900" cy="1724"/>
            </a:xfrm>
            <a:custGeom>
              <a:avLst/>
              <a:pathLst>
                <a:path w="900" h="1724">
                  <a:moveTo>
                    <a:pt x="399" y="1724"/>
                  </a:moveTo>
                  <a:lnTo>
                    <a:pt x="337" y="1455"/>
                  </a:lnTo>
                  <a:lnTo>
                    <a:pt x="64" y="1011"/>
                  </a:lnTo>
                  <a:lnTo>
                    <a:pt x="0" y="605"/>
                  </a:lnTo>
                  <a:lnTo>
                    <a:pt x="61" y="177"/>
                  </a:lnTo>
                  <a:lnTo>
                    <a:pt x="174" y="7"/>
                  </a:lnTo>
                  <a:lnTo>
                    <a:pt x="787" y="0"/>
                  </a:lnTo>
                  <a:lnTo>
                    <a:pt x="897" y="298"/>
                  </a:lnTo>
                  <a:lnTo>
                    <a:pt x="900" y="507"/>
                  </a:lnTo>
                  <a:lnTo>
                    <a:pt x="845" y="712"/>
                  </a:lnTo>
                  <a:lnTo>
                    <a:pt x="748" y="1227"/>
                  </a:lnTo>
                  <a:lnTo>
                    <a:pt x="707" y="1357"/>
                  </a:lnTo>
                  <a:lnTo>
                    <a:pt x="675" y="149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g1206"/>
            <p:cNvSpPr/>
            <p:nvPr/>
          </p:nvSpPr>
          <p:spPr>
            <a:xfrm>
              <a:off x="2192453" y="3097310"/>
              <a:ext cx="2666" cy="1936"/>
            </a:xfrm>
            <a:custGeom>
              <a:avLst/>
              <a:pathLst>
                <a:path w="2666" h="1936">
                  <a:moveTo>
                    <a:pt x="1409" y="1755"/>
                  </a:moveTo>
                  <a:lnTo>
                    <a:pt x="655" y="1936"/>
                  </a:lnTo>
                  <a:lnTo>
                    <a:pt x="164" y="1695"/>
                  </a:lnTo>
                  <a:lnTo>
                    <a:pt x="0" y="819"/>
                  </a:lnTo>
                  <a:lnTo>
                    <a:pt x="913" y="0"/>
                  </a:lnTo>
                  <a:lnTo>
                    <a:pt x="1980" y="116"/>
                  </a:lnTo>
                  <a:lnTo>
                    <a:pt x="2591" y="610"/>
                  </a:lnTo>
                  <a:lnTo>
                    <a:pt x="2666" y="9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g1207"/>
            <p:cNvSpPr/>
            <p:nvPr/>
          </p:nvSpPr>
          <p:spPr>
            <a:xfrm>
              <a:off x="2176188" y="3086758"/>
              <a:ext cx="15797" cy="16987"/>
            </a:xfrm>
            <a:custGeom>
              <a:avLst/>
              <a:pathLst>
                <a:path w="15797" h="16987">
                  <a:moveTo>
                    <a:pt x="10908" y="2282"/>
                  </a:moveTo>
                  <a:lnTo>
                    <a:pt x="11205" y="2865"/>
                  </a:lnTo>
                  <a:lnTo>
                    <a:pt x="11494" y="2781"/>
                  </a:lnTo>
                  <a:lnTo>
                    <a:pt x="11261" y="1571"/>
                  </a:lnTo>
                  <a:lnTo>
                    <a:pt x="11475" y="1571"/>
                  </a:lnTo>
                  <a:lnTo>
                    <a:pt x="13317" y="2314"/>
                  </a:lnTo>
                  <a:lnTo>
                    <a:pt x="14502" y="3562"/>
                  </a:lnTo>
                  <a:lnTo>
                    <a:pt x="15720" y="4159"/>
                  </a:lnTo>
                  <a:lnTo>
                    <a:pt x="15797" y="8268"/>
                  </a:lnTo>
                  <a:lnTo>
                    <a:pt x="14859" y="9913"/>
                  </a:lnTo>
                  <a:lnTo>
                    <a:pt x="14245" y="11629"/>
                  </a:lnTo>
                  <a:lnTo>
                    <a:pt x="13746" y="13735"/>
                  </a:lnTo>
                  <a:lnTo>
                    <a:pt x="12433" y="16187"/>
                  </a:lnTo>
                  <a:lnTo>
                    <a:pt x="10849" y="16922"/>
                  </a:lnTo>
                  <a:lnTo>
                    <a:pt x="9796" y="16987"/>
                  </a:lnTo>
                  <a:lnTo>
                    <a:pt x="9403" y="16908"/>
                  </a:lnTo>
                  <a:lnTo>
                    <a:pt x="9020" y="16488"/>
                  </a:lnTo>
                  <a:lnTo>
                    <a:pt x="8224" y="16889"/>
                  </a:lnTo>
                  <a:lnTo>
                    <a:pt x="7241" y="15813"/>
                  </a:lnTo>
                  <a:lnTo>
                    <a:pt x="6399" y="16083"/>
                  </a:lnTo>
                  <a:lnTo>
                    <a:pt x="4726" y="15826"/>
                  </a:lnTo>
                  <a:lnTo>
                    <a:pt x="4099" y="16756"/>
                  </a:lnTo>
                  <a:lnTo>
                    <a:pt x="3500" y="16969"/>
                  </a:lnTo>
                  <a:lnTo>
                    <a:pt x="2911" y="16795"/>
                  </a:lnTo>
                  <a:lnTo>
                    <a:pt x="2410" y="16378"/>
                  </a:lnTo>
                  <a:lnTo>
                    <a:pt x="1169" y="16413"/>
                  </a:lnTo>
                  <a:lnTo>
                    <a:pt x="645" y="15601"/>
                  </a:lnTo>
                  <a:lnTo>
                    <a:pt x="862" y="10922"/>
                  </a:lnTo>
                  <a:lnTo>
                    <a:pt x="880" y="8804"/>
                  </a:lnTo>
                  <a:lnTo>
                    <a:pt x="576" y="7055"/>
                  </a:lnTo>
                  <a:lnTo>
                    <a:pt x="241" y="5954"/>
                  </a:lnTo>
                  <a:lnTo>
                    <a:pt x="0" y="4656"/>
                  </a:lnTo>
                  <a:lnTo>
                    <a:pt x="487" y="3798"/>
                  </a:lnTo>
                  <a:lnTo>
                    <a:pt x="887" y="2552"/>
                  </a:lnTo>
                  <a:lnTo>
                    <a:pt x="1013" y="678"/>
                  </a:lnTo>
                  <a:lnTo>
                    <a:pt x="1451" y="217"/>
                  </a:lnTo>
                  <a:lnTo>
                    <a:pt x="1965" y="0"/>
                  </a:lnTo>
                  <a:lnTo>
                    <a:pt x="4337" y="875"/>
                  </a:lnTo>
                  <a:lnTo>
                    <a:pt x="10339" y="1370"/>
                  </a:lnTo>
                  <a:lnTo>
                    <a:pt x="10680" y="15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g1208"/>
            <p:cNvSpPr/>
            <p:nvPr/>
          </p:nvSpPr>
          <p:spPr>
            <a:xfrm>
              <a:off x="4023071" y="2463697"/>
              <a:ext cx="850" cy="2962"/>
            </a:xfrm>
            <a:custGeom>
              <a:avLst/>
              <a:pathLst>
                <a:path w="850" h="2962">
                  <a:moveTo>
                    <a:pt x="568" y="2113"/>
                  </a:moveTo>
                  <a:lnTo>
                    <a:pt x="27" y="2962"/>
                  </a:lnTo>
                  <a:lnTo>
                    <a:pt x="0" y="1445"/>
                  </a:lnTo>
                  <a:lnTo>
                    <a:pt x="417" y="168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g1209"/>
            <p:cNvSpPr/>
            <p:nvPr/>
          </p:nvSpPr>
          <p:spPr>
            <a:xfrm>
              <a:off x="4018289" y="2363516"/>
              <a:ext cx="60937" cy="155992"/>
            </a:xfrm>
            <a:custGeom>
              <a:avLst/>
              <a:pathLst>
                <a:path w="60937" h="155992">
                  <a:moveTo>
                    <a:pt x="59396" y="13673"/>
                  </a:moveTo>
                  <a:lnTo>
                    <a:pt x="59657" y="15467"/>
                  </a:lnTo>
                  <a:lnTo>
                    <a:pt x="60271" y="17212"/>
                  </a:lnTo>
                  <a:lnTo>
                    <a:pt x="60594" y="18486"/>
                  </a:lnTo>
                  <a:lnTo>
                    <a:pt x="60656" y="19808"/>
                  </a:lnTo>
                  <a:lnTo>
                    <a:pt x="60937" y="20554"/>
                  </a:lnTo>
                  <a:lnTo>
                    <a:pt x="60449" y="21372"/>
                  </a:lnTo>
                  <a:lnTo>
                    <a:pt x="59802" y="20874"/>
                  </a:lnTo>
                  <a:lnTo>
                    <a:pt x="58728" y="20579"/>
                  </a:lnTo>
                  <a:lnTo>
                    <a:pt x="57356" y="23167"/>
                  </a:lnTo>
                  <a:lnTo>
                    <a:pt x="56596" y="24080"/>
                  </a:lnTo>
                  <a:lnTo>
                    <a:pt x="56059" y="26628"/>
                  </a:lnTo>
                  <a:lnTo>
                    <a:pt x="54986" y="28142"/>
                  </a:lnTo>
                  <a:lnTo>
                    <a:pt x="54400" y="29755"/>
                  </a:lnTo>
                  <a:lnTo>
                    <a:pt x="53640" y="32545"/>
                  </a:lnTo>
                  <a:lnTo>
                    <a:pt x="53141" y="35240"/>
                  </a:lnTo>
                  <a:lnTo>
                    <a:pt x="51987" y="37996"/>
                  </a:lnTo>
                  <a:lnTo>
                    <a:pt x="51314" y="41462"/>
                  </a:lnTo>
                  <a:lnTo>
                    <a:pt x="51277" y="44436"/>
                  </a:lnTo>
                  <a:lnTo>
                    <a:pt x="52013" y="47474"/>
                  </a:lnTo>
                  <a:lnTo>
                    <a:pt x="52079" y="50064"/>
                  </a:lnTo>
                  <a:lnTo>
                    <a:pt x="51562" y="55388"/>
                  </a:lnTo>
                  <a:lnTo>
                    <a:pt x="51850" y="61044"/>
                  </a:lnTo>
                  <a:lnTo>
                    <a:pt x="51529" y="63259"/>
                  </a:lnTo>
                  <a:lnTo>
                    <a:pt x="47996" y="67130"/>
                  </a:lnTo>
                  <a:lnTo>
                    <a:pt x="47073" y="69059"/>
                  </a:lnTo>
                  <a:lnTo>
                    <a:pt x="45772" y="74081"/>
                  </a:lnTo>
                  <a:lnTo>
                    <a:pt x="44190" y="75948"/>
                  </a:lnTo>
                  <a:lnTo>
                    <a:pt x="43207" y="77999"/>
                  </a:lnTo>
                  <a:lnTo>
                    <a:pt x="41845" y="79209"/>
                  </a:lnTo>
                  <a:lnTo>
                    <a:pt x="40974" y="82744"/>
                  </a:lnTo>
                  <a:lnTo>
                    <a:pt x="40017" y="84744"/>
                  </a:lnTo>
                  <a:lnTo>
                    <a:pt x="38880" y="85963"/>
                  </a:lnTo>
                  <a:lnTo>
                    <a:pt x="38030" y="87530"/>
                  </a:lnTo>
                  <a:lnTo>
                    <a:pt x="36125" y="87629"/>
                  </a:lnTo>
                  <a:lnTo>
                    <a:pt x="34781" y="88722"/>
                  </a:lnTo>
                  <a:lnTo>
                    <a:pt x="33825" y="91667"/>
                  </a:lnTo>
                  <a:lnTo>
                    <a:pt x="30951" y="95034"/>
                  </a:lnTo>
                  <a:lnTo>
                    <a:pt x="30560" y="97583"/>
                  </a:lnTo>
                  <a:lnTo>
                    <a:pt x="30750" y="101511"/>
                  </a:lnTo>
                  <a:lnTo>
                    <a:pt x="30766" y="104516"/>
                  </a:lnTo>
                  <a:lnTo>
                    <a:pt x="30515" y="106989"/>
                  </a:lnTo>
                  <a:lnTo>
                    <a:pt x="29886" y="106292"/>
                  </a:lnTo>
                  <a:lnTo>
                    <a:pt x="29548" y="107102"/>
                  </a:lnTo>
                  <a:lnTo>
                    <a:pt x="29176" y="109390"/>
                  </a:lnTo>
                  <a:lnTo>
                    <a:pt x="29282" y="111997"/>
                  </a:lnTo>
                  <a:lnTo>
                    <a:pt x="30267" y="112837"/>
                  </a:lnTo>
                  <a:lnTo>
                    <a:pt x="31074" y="113908"/>
                  </a:lnTo>
                  <a:lnTo>
                    <a:pt x="32208" y="114446"/>
                  </a:lnTo>
                  <a:lnTo>
                    <a:pt x="33046" y="115655"/>
                  </a:lnTo>
                  <a:lnTo>
                    <a:pt x="34830" y="121155"/>
                  </a:lnTo>
                  <a:lnTo>
                    <a:pt x="36285" y="123566"/>
                  </a:lnTo>
                  <a:lnTo>
                    <a:pt x="36665" y="124460"/>
                  </a:lnTo>
                  <a:lnTo>
                    <a:pt x="37500" y="125670"/>
                  </a:lnTo>
                  <a:lnTo>
                    <a:pt x="38270" y="127570"/>
                  </a:lnTo>
                  <a:lnTo>
                    <a:pt x="38704" y="129268"/>
                  </a:lnTo>
                  <a:lnTo>
                    <a:pt x="38366" y="129728"/>
                  </a:lnTo>
                  <a:lnTo>
                    <a:pt x="37788" y="132213"/>
                  </a:lnTo>
                  <a:lnTo>
                    <a:pt x="37248" y="135368"/>
                  </a:lnTo>
                  <a:lnTo>
                    <a:pt x="36724" y="137072"/>
                  </a:lnTo>
                  <a:lnTo>
                    <a:pt x="36124" y="138017"/>
                  </a:lnTo>
                  <a:lnTo>
                    <a:pt x="35477" y="138573"/>
                  </a:lnTo>
                  <a:lnTo>
                    <a:pt x="34192" y="138812"/>
                  </a:lnTo>
                  <a:lnTo>
                    <a:pt x="33032" y="138597"/>
                  </a:lnTo>
                  <a:lnTo>
                    <a:pt x="32656" y="138257"/>
                  </a:lnTo>
                  <a:lnTo>
                    <a:pt x="31060" y="138456"/>
                  </a:lnTo>
                  <a:lnTo>
                    <a:pt x="30610" y="138678"/>
                  </a:lnTo>
                  <a:lnTo>
                    <a:pt x="28316" y="138433"/>
                  </a:lnTo>
                  <a:lnTo>
                    <a:pt x="27119" y="138691"/>
                  </a:lnTo>
                  <a:lnTo>
                    <a:pt x="26357" y="139301"/>
                  </a:lnTo>
                  <a:lnTo>
                    <a:pt x="25582" y="140583"/>
                  </a:lnTo>
                  <a:lnTo>
                    <a:pt x="24912" y="142502"/>
                  </a:lnTo>
                  <a:lnTo>
                    <a:pt x="24325" y="144556"/>
                  </a:lnTo>
                  <a:lnTo>
                    <a:pt x="23127" y="148312"/>
                  </a:lnTo>
                  <a:lnTo>
                    <a:pt x="22286" y="150137"/>
                  </a:lnTo>
                  <a:lnTo>
                    <a:pt x="22283" y="152774"/>
                  </a:lnTo>
                  <a:lnTo>
                    <a:pt x="22264" y="153578"/>
                  </a:lnTo>
                  <a:lnTo>
                    <a:pt x="21969" y="154136"/>
                  </a:lnTo>
                  <a:lnTo>
                    <a:pt x="21867" y="153890"/>
                  </a:lnTo>
                  <a:lnTo>
                    <a:pt x="21381" y="153694"/>
                  </a:lnTo>
                  <a:lnTo>
                    <a:pt x="19431" y="151284"/>
                  </a:lnTo>
                  <a:lnTo>
                    <a:pt x="17828" y="152757"/>
                  </a:lnTo>
                  <a:lnTo>
                    <a:pt x="17423" y="154672"/>
                  </a:lnTo>
                  <a:lnTo>
                    <a:pt x="16997" y="155286"/>
                  </a:lnTo>
                  <a:lnTo>
                    <a:pt x="16359" y="151537"/>
                  </a:lnTo>
                  <a:lnTo>
                    <a:pt x="15315" y="151422"/>
                  </a:lnTo>
                  <a:lnTo>
                    <a:pt x="13656" y="148123"/>
                  </a:lnTo>
                  <a:lnTo>
                    <a:pt x="12943" y="148792"/>
                  </a:lnTo>
                  <a:lnTo>
                    <a:pt x="12762" y="150121"/>
                  </a:lnTo>
                  <a:lnTo>
                    <a:pt x="11852" y="153155"/>
                  </a:lnTo>
                  <a:lnTo>
                    <a:pt x="10581" y="155662"/>
                  </a:lnTo>
                  <a:lnTo>
                    <a:pt x="10171" y="155992"/>
                  </a:lnTo>
                  <a:lnTo>
                    <a:pt x="9701" y="155822"/>
                  </a:lnTo>
                  <a:lnTo>
                    <a:pt x="9769" y="155129"/>
                  </a:lnTo>
                  <a:lnTo>
                    <a:pt x="9249" y="152314"/>
                  </a:lnTo>
                  <a:lnTo>
                    <a:pt x="7242" y="151174"/>
                  </a:lnTo>
                  <a:lnTo>
                    <a:pt x="6519" y="149977"/>
                  </a:lnTo>
                  <a:lnTo>
                    <a:pt x="6154" y="149716"/>
                  </a:lnTo>
                  <a:lnTo>
                    <a:pt x="8119" y="146573"/>
                  </a:lnTo>
                  <a:lnTo>
                    <a:pt x="8633" y="146010"/>
                  </a:lnTo>
                  <a:lnTo>
                    <a:pt x="8249" y="145280"/>
                  </a:lnTo>
                  <a:lnTo>
                    <a:pt x="7825" y="144923"/>
                  </a:lnTo>
                  <a:lnTo>
                    <a:pt x="6214" y="145390"/>
                  </a:lnTo>
                  <a:lnTo>
                    <a:pt x="5368" y="144361"/>
                  </a:lnTo>
                  <a:lnTo>
                    <a:pt x="4142" y="144690"/>
                  </a:lnTo>
                  <a:lnTo>
                    <a:pt x="3290" y="143872"/>
                  </a:lnTo>
                  <a:lnTo>
                    <a:pt x="5055" y="140793"/>
                  </a:lnTo>
                  <a:lnTo>
                    <a:pt x="5134" y="138974"/>
                  </a:lnTo>
                  <a:lnTo>
                    <a:pt x="5113" y="137595"/>
                  </a:lnTo>
                  <a:lnTo>
                    <a:pt x="6009" y="133503"/>
                  </a:lnTo>
                  <a:lnTo>
                    <a:pt x="6909" y="131239"/>
                  </a:lnTo>
                  <a:lnTo>
                    <a:pt x="9239" y="128029"/>
                  </a:lnTo>
                  <a:lnTo>
                    <a:pt x="10254" y="127584"/>
                  </a:lnTo>
                  <a:lnTo>
                    <a:pt x="10990" y="127711"/>
                  </a:lnTo>
                  <a:lnTo>
                    <a:pt x="11592" y="127413"/>
                  </a:lnTo>
                  <a:lnTo>
                    <a:pt x="10960" y="126185"/>
                  </a:lnTo>
                  <a:lnTo>
                    <a:pt x="10340" y="125620"/>
                  </a:lnTo>
                  <a:lnTo>
                    <a:pt x="9135" y="125736"/>
                  </a:lnTo>
                  <a:lnTo>
                    <a:pt x="7885" y="123888"/>
                  </a:lnTo>
                  <a:lnTo>
                    <a:pt x="7774" y="121937"/>
                  </a:lnTo>
                  <a:lnTo>
                    <a:pt x="10200" y="109620"/>
                  </a:lnTo>
                  <a:lnTo>
                    <a:pt x="10234" y="108500"/>
                  </a:lnTo>
                  <a:lnTo>
                    <a:pt x="9853" y="105505"/>
                  </a:lnTo>
                  <a:lnTo>
                    <a:pt x="9731" y="102580"/>
                  </a:lnTo>
                  <a:lnTo>
                    <a:pt x="7993" y="100899"/>
                  </a:lnTo>
                  <a:lnTo>
                    <a:pt x="7224" y="100697"/>
                  </a:lnTo>
                  <a:lnTo>
                    <a:pt x="4991" y="97403"/>
                  </a:lnTo>
                  <a:lnTo>
                    <a:pt x="4101" y="95741"/>
                  </a:lnTo>
                  <a:lnTo>
                    <a:pt x="3751" y="96230"/>
                  </a:lnTo>
                  <a:lnTo>
                    <a:pt x="3687" y="98869"/>
                  </a:lnTo>
                  <a:lnTo>
                    <a:pt x="3370" y="99455"/>
                  </a:lnTo>
                  <a:lnTo>
                    <a:pt x="2784" y="99966"/>
                  </a:lnTo>
                  <a:lnTo>
                    <a:pt x="2489" y="96956"/>
                  </a:lnTo>
                  <a:lnTo>
                    <a:pt x="2007" y="94780"/>
                  </a:lnTo>
                  <a:lnTo>
                    <a:pt x="530" y="92565"/>
                  </a:lnTo>
                  <a:lnTo>
                    <a:pt x="0" y="91343"/>
                  </a:lnTo>
                  <a:lnTo>
                    <a:pt x="254" y="88706"/>
                  </a:lnTo>
                  <a:lnTo>
                    <a:pt x="129" y="88472"/>
                  </a:lnTo>
                  <a:lnTo>
                    <a:pt x="365" y="85511"/>
                  </a:lnTo>
                  <a:lnTo>
                    <a:pt x="1273" y="83225"/>
                  </a:lnTo>
                  <a:lnTo>
                    <a:pt x="3497" y="79159"/>
                  </a:lnTo>
                  <a:lnTo>
                    <a:pt x="4069" y="77253"/>
                  </a:lnTo>
                  <a:lnTo>
                    <a:pt x="5198" y="75005"/>
                  </a:lnTo>
                  <a:lnTo>
                    <a:pt x="5707" y="75054"/>
                  </a:lnTo>
                  <a:lnTo>
                    <a:pt x="6231" y="74859"/>
                  </a:lnTo>
                  <a:lnTo>
                    <a:pt x="6390" y="73881"/>
                  </a:lnTo>
                  <a:lnTo>
                    <a:pt x="6511" y="73112"/>
                  </a:lnTo>
                  <a:lnTo>
                    <a:pt x="6963" y="72415"/>
                  </a:lnTo>
                  <a:lnTo>
                    <a:pt x="8049" y="71175"/>
                  </a:lnTo>
                  <a:lnTo>
                    <a:pt x="9285" y="69544"/>
                  </a:lnTo>
                  <a:lnTo>
                    <a:pt x="10269" y="69092"/>
                  </a:lnTo>
                  <a:lnTo>
                    <a:pt x="11478" y="66649"/>
                  </a:lnTo>
                  <a:lnTo>
                    <a:pt x="11971" y="65575"/>
                  </a:lnTo>
                  <a:lnTo>
                    <a:pt x="12463" y="65575"/>
                  </a:lnTo>
                  <a:lnTo>
                    <a:pt x="12599" y="65074"/>
                  </a:lnTo>
                  <a:lnTo>
                    <a:pt x="12878" y="63810"/>
                  </a:lnTo>
                  <a:lnTo>
                    <a:pt x="13263" y="62982"/>
                  </a:lnTo>
                  <a:lnTo>
                    <a:pt x="13798" y="62824"/>
                  </a:lnTo>
                  <a:lnTo>
                    <a:pt x="14673" y="62227"/>
                  </a:lnTo>
                  <a:lnTo>
                    <a:pt x="15770" y="61861"/>
                  </a:lnTo>
                  <a:lnTo>
                    <a:pt x="16517" y="59809"/>
                  </a:lnTo>
                  <a:lnTo>
                    <a:pt x="16771" y="58343"/>
                  </a:lnTo>
                  <a:lnTo>
                    <a:pt x="17265" y="56730"/>
                  </a:lnTo>
                  <a:lnTo>
                    <a:pt x="18313" y="54971"/>
                  </a:lnTo>
                  <a:lnTo>
                    <a:pt x="19035" y="52374"/>
                  </a:lnTo>
                  <a:lnTo>
                    <a:pt x="19834" y="49548"/>
                  </a:lnTo>
                  <a:lnTo>
                    <a:pt x="20215" y="48646"/>
                  </a:lnTo>
                  <a:lnTo>
                    <a:pt x="20590" y="48463"/>
                  </a:lnTo>
                  <a:lnTo>
                    <a:pt x="20813" y="47401"/>
                  </a:lnTo>
                  <a:lnTo>
                    <a:pt x="21068" y="44400"/>
                  </a:lnTo>
                  <a:lnTo>
                    <a:pt x="21435" y="41481"/>
                  </a:lnTo>
                  <a:lnTo>
                    <a:pt x="21656" y="40103"/>
                  </a:lnTo>
                  <a:lnTo>
                    <a:pt x="22576" y="38598"/>
                  </a:lnTo>
                  <a:lnTo>
                    <a:pt x="22812" y="37869"/>
                  </a:lnTo>
                  <a:lnTo>
                    <a:pt x="23019" y="37624"/>
                  </a:lnTo>
                  <a:lnTo>
                    <a:pt x="23448" y="37820"/>
                  </a:lnTo>
                  <a:lnTo>
                    <a:pt x="24021" y="36940"/>
                  </a:lnTo>
                  <a:lnTo>
                    <a:pt x="24561" y="35963"/>
                  </a:lnTo>
                  <a:lnTo>
                    <a:pt x="25054" y="36305"/>
                  </a:lnTo>
                  <a:lnTo>
                    <a:pt x="25555" y="37116"/>
                  </a:lnTo>
                  <a:lnTo>
                    <a:pt x="26078" y="38732"/>
                  </a:lnTo>
                  <a:lnTo>
                    <a:pt x="26309" y="40019"/>
                  </a:lnTo>
                  <a:lnTo>
                    <a:pt x="26723" y="41094"/>
                  </a:lnTo>
                  <a:lnTo>
                    <a:pt x="26803" y="42657"/>
                  </a:lnTo>
                  <a:lnTo>
                    <a:pt x="27216" y="43342"/>
                  </a:lnTo>
                  <a:lnTo>
                    <a:pt x="28092" y="43682"/>
                  </a:lnTo>
                  <a:lnTo>
                    <a:pt x="29530" y="44747"/>
                  </a:lnTo>
                  <a:lnTo>
                    <a:pt x="30459" y="44808"/>
                  </a:lnTo>
                  <a:lnTo>
                    <a:pt x="30989" y="45606"/>
                  </a:lnTo>
                  <a:lnTo>
                    <a:pt x="32100" y="46041"/>
                  </a:lnTo>
                  <a:lnTo>
                    <a:pt x="34320" y="45417"/>
                  </a:lnTo>
                  <a:lnTo>
                    <a:pt x="35228" y="45785"/>
                  </a:lnTo>
                  <a:lnTo>
                    <a:pt x="35609" y="46762"/>
                  </a:lnTo>
                  <a:lnTo>
                    <a:pt x="36172" y="47541"/>
                  </a:lnTo>
                  <a:lnTo>
                    <a:pt x="36539" y="47585"/>
                  </a:lnTo>
                  <a:lnTo>
                    <a:pt x="37028" y="46248"/>
                  </a:lnTo>
                  <a:lnTo>
                    <a:pt x="37553" y="44075"/>
                  </a:lnTo>
                  <a:lnTo>
                    <a:pt x="37899" y="42413"/>
                  </a:lnTo>
                  <a:lnTo>
                    <a:pt x="37883" y="41094"/>
                  </a:lnTo>
                  <a:lnTo>
                    <a:pt x="37581" y="39677"/>
                  </a:lnTo>
                  <a:lnTo>
                    <a:pt x="36850" y="38357"/>
                  </a:lnTo>
                  <a:lnTo>
                    <a:pt x="36371" y="36315"/>
                  </a:lnTo>
                  <a:lnTo>
                    <a:pt x="35912" y="34205"/>
                  </a:lnTo>
                  <a:lnTo>
                    <a:pt x="35641" y="33519"/>
                  </a:lnTo>
                  <a:lnTo>
                    <a:pt x="35419" y="32493"/>
                  </a:lnTo>
                  <a:lnTo>
                    <a:pt x="35379" y="30924"/>
                  </a:lnTo>
                  <a:lnTo>
                    <a:pt x="35537" y="29863"/>
                  </a:lnTo>
                  <a:lnTo>
                    <a:pt x="36642" y="29150"/>
                  </a:lnTo>
                  <a:lnTo>
                    <a:pt x="38062" y="28736"/>
                  </a:lnTo>
                  <a:lnTo>
                    <a:pt x="39210" y="29176"/>
                  </a:lnTo>
                  <a:lnTo>
                    <a:pt x="41128" y="28878"/>
                  </a:lnTo>
                  <a:lnTo>
                    <a:pt x="42303" y="28292"/>
                  </a:lnTo>
                  <a:lnTo>
                    <a:pt x="43177" y="28376"/>
                  </a:lnTo>
                  <a:lnTo>
                    <a:pt x="43980" y="28364"/>
                  </a:lnTo>
                  <a:lnTo>
                    <a:pt x="44338" y="27461"/>
                  </a:lnTo>
                  <a:lnTo>
                    <a:pt x="45459" y="25286"/>
                  </a:lnTo>
                  <a:lnTo>
                    <a:pt x="46001" y="24515"/>
                  </a:lnTo>
                  <a:lnTo>
                    <a:pt x="46596" y="23039"/>
                  </a:lnTo>
                  <a:lnTo>
                    <a:pt x="46691" y="21499"/>
                  </a:lnTo>
                  <a:lnTo>
                    <a:pt x="46810" y="20254"/>
                  </a:lnTo>
                  <a:lnTo>
                    <a:pt x="47144" y="18919"/>
                  </a:lnTo>
                  <a:lnTo>
                    <a:pt x="47732" y="17273"/>
                  </a:lnTo>
                  <a:lnTo>
                    <a:pt x="48233" y="16516"/>
                  </a:lnTo>
                  <a:lnTo>
                    <a:pt x="48789" y="16614"/>
                  </a:lnTo>
                  <a:lnTo>
                    <a:pt x="49378" y="17370"/>
                  </a:lnTo>
                  <a:lnTo>
                    <a:pt x="49751" y="18127"/>
                  </a:lnTo>
                  <a:lnTo>
                    <a:pt x="50173" y="17908"/>
                  </a:lnTo>
                  <a:lnTo>
                    <a:pt x="50522" y="16614"/>
                  </a:lnTo>
                  <a:lnTo>
                    <a:pt x="50753" y="16366"/>
                  </a:lnTo>
                  <a:lnTo>
                    <a:pt x="51425" y="16252"/>
                  </a:lnTo>
                  <a:lnTo>
                    <a:pt x="51635" y="15458"/>
                  </a:lnTo>
                  <a:lnTo>
                    <a:pt x="51893" y="11652"/>
                  </a:lnTo>
                  <a:lnTo>
                    <a:pt x="52152" y="8648"/>
                  </a:lnTo>
                  <a:lnTo>
                    <a:pt x="52207" y="6547"/>
                  </a:lnTo>
                  <a:lnTo>
                    <a:pt x="52806" y="3070"/>
                  </a:lnTo>
                  <a:lnTo>
                    <a:pt x="52994" y="976"/>
                  </a:lnTo>
                  <a:lnTo>
                    <a:pt x="53352" y="0"/>
                  </a:lnTo>
                  <a:lnTo>
                    <a:pt x="53765" y="73"/>
                  </a:lnTo>
                  <a:lnTo>
                    <a:pt x="54108" y="688"/>
                  </a:lnTo>
                  <a:lnTo>
                    <a:pt x="54544" y="1050"/>
                  </a:lnTo>
                  <a:lnTo>
                    <a:pt x="55124" y="708"/>
                  </a:lnTo>
                  <a:lnTo>
                    <a:pt x="55530" y="1245"/>
                  </a:lnTo>
                  <a:lnTo>
                    <a:pt x="55784" y="2369"/>
                  </a:lnTo>
                  <a:lnTo>
                    <a:pt x="56640" y="3142"/>
                  </a:lnTo>
                  <a:lnTo>
                    <a:pt x="56722" y="3709"/>
                  </a:lnTo>
                  <a:lnTo>
                    <a:pt x="56701" y="7485"/>
                  </a:lnTo>
                  <a:lnTo>
                    <a:pt x="57172" y="9254"/>
                  </a:lnTo>
                  <a:lnTo>
                    <a:pt x="57798" y="10852"/>
                  </a:lnTo>
                  <a:lnTo>
                    <a:pt x="58659" y="12305"/>
                  </a:lnTo>
                  <a:lnTo>
                    <a:pt x="59120" y="126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g1210"/>
            <p:cNvSpPr/>
            <p:nvPr/>
          </p:nvSpPr>
          <p:spPr>
            <a:xfrm>
              <a:off x="2657093" y="2662834"/>
              <a:ext cx="5265" cy="6510"/>
            </a:xfrm>
            <a:custGeom>
              <a:avLst/>
              <a:pathLst>
                <a:path w="5265" h="6510">
                  <a:moveTo>
                    <a:pt x="482" y="0"/>
                  </a:moveTo>
                  <a:lnTo>
                    <a:pt x="1793" y="1558"/>
                  </a:lnTo>
                  <a:lnTo>
                    <a:pt x="2997" y="803"/>
                  </a:lnTo>
                  <a:lnTo>
                    <a:pt x="4489" y="2809"/>
                  </a:lnTo>
                  <a:lnTo>
                    <a:pt x="5265" y="3267"/>
                  </a:lnTo>
                  <a:lnTo>
                    <a:pt x="4573" y="4694"/>
                  </a:lnTo>
                  <a:lnTo>
                    <a:pt x="3880" y="6510"/>
                  </a:lnTo>
                  <a:lnTo>
                    <a:pt x="2141" y="6081"/>
                  </a:lnTo>
                  <a:lnTo>
                    <a:pt x="671" y="4335"/>
                  </a:lnTo>
                  <a:lnTo>
                    <a:pt x="144" y="3006"/>
                  </a:lnTo>
                  <a:lnTo>
                    <a:pt x="0" y="18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g1211"/>
            <p:cNvSpPr/>
            <p:nvPr/>
          </p:nvSpPr>
          <p:spPr>
            <a:xfrm>
              <a:off x="2580594" y="2540045"/>
              <a:ext cx="1644" cy="2437"/>
            </a:xfrm>
            <a:custGeom>
              <a:avLst/>
              <a:pathLst>
                <a:path w="1644" h="2437">
                  <a:moveTo>
                    <a:pt x="1644" y="1893"/>
                  </a:moveTo>
                  <a:lnTo>
                    <a:pt x="1603" y="2437"/>
                  </a:lnTo>
                  <a:lnTo>
                    <a:pt x="1057" y="2220"/>
                  </a:lnTo>
                  <a:lnTo>
                    <a:pt x="369" y="2383"/>
                  </a:lnTo>
                  <a:lnTo>
                    <a:pt x="0" y="812"/>
                  </a:lnTo>
                  <a:lnTo>
                    <a:pt x="335" y="161"/>
                  </a:lnTo>
                  <a:lnTo>
                    <a:pt x="1110" y="0"/>
                  </a:lnTo>
                  <a:lnTo>
                    <a:pt x="1480" y="7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g1212"/>
            <p:cNvSpPr/>
            <p:nvPr/>
          </p:nvSpPr>
          <p:spPr>
            <a:xfrm>
              <a:off x="2574350" y="2513832"/>
              <a:ext cx="6401" cy="5785"/>
            </a:xfrm>
            <a:custGeom>
              <a:avLst/>
              <a:pathLst>
                <a:path w="6401" h="5785">
                  <a:moveTo>
                    <a:pt x="1911" y="2074"/>
                  </a:moveTo>
                  <a:lnTo>
                    <a:pt x="2522" y="2278"/>
                  </a:lnTo>
                  <a:lnTo>
                    <a:pt x="5587" y="1846"/>
                  </a:lnTo>
                  <a:lnTo>
                    <a:pt x="6401" y="2164"/>
                  </a:lnTo>
                  <a:lnTo>
                    <a:pt x="6317" y="4337"/>
                  </a:lnTo>
                  <a:lnTo>
                    <a:pt x="5736" y="5204"/>
                  </a:lnTo>
                  <a:lnTo>
                    <a:pt x="3930" y="5785"/>
                  </a:lnTo>
                  <a:lnTo>
                    <a:pt x="1090" y="4380"/>
                  </a:lnTo>
                  <a:lnTo>
                    <a:pt x="136" y="2513"/>
                  </a:lnTo>
                  <a:lnTo>
                    <a:pt x="0" y="1144"/>
                  </a:lnTo>
                  <a:lnTo>
                    <a:pt x="18" y="504"/>
                  </a:lnTo>
                  <a:lnTo>
                    <a:pt x="61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g1213"/>
            <p:cNvSpPr/>
            <p:nvPr/>
          </p:nvSpPr>
          <p:spPr>
            <a:xfrm>
              <a:off x="2548384" y="2494855"/>
              <a:ext cx="4653" cy="4984"/>
            </a:xfrm>
            <a:custGeom>
              <a:avLst/>
              <a:pathLst>
                <a:path w="4653" h="4984">
                  <a:moveTo>
                    <a:pt x="3860" y="2975"/>
                  </a:moveTo>
                  <a:lnTo>
                    <a:pt x="4653" y="4155"/>
                  </a:lnTo>
                  <a:lnTo>
                    <a:pt x="3452" y="4409"/>
                  </a:lnTo>
                  <a:lnTo>
                    <a:pt x="3054" y="4984"/>
                  </a:lnTo>
                  <a:lnTo>
                    <a:pt x="2080" y="4150"/>
                  </a:lnTo>
                  <a:lnTo>
                    <a:pt x="906" y="4276"/>
                  </a:lnTo>
                  <a:lnTo>
                    <a:pt x="169" y="2683"/>
                  </a:lnTo>
                  <a:lnTo>
                    <a:pt x="0" y="1028"/>
                  </a:lnTo>
                  <a:lnTo>
                    <a:pt x="370" y="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g1214"/>
            <p:cNvSpPr/>
            <p:nvPr/>
          </p:nvSpPr>
          <p:spPr>
            <a:xfrm>
              <a:off x="2545565" y="2492340"/>
              <a:ext cx="2271" cy="3431"/>
            </a:xfrm>
            <a:custGeom>
              <a:avLst/>
              <a:pathLst>
                <a:path w="2271" h="3431">
                  <a:moveTo>
                    <a:pt x="1929" y="3353"/>
                  </a:moveTo>
                  <a:lnTo>
                    <a:pt x="944" y="3431"/>
                  </a:lnTo>
                  <a:lnTo>
                    <a:pt x="0" y="1183"/>
                  </a:lnTo>
                  <a:lnTo>
                    <a:pt x="1387" y="0"/>
                  </a:lnTo>
                  <a:lnTo>
                    <a:pt x="1794" y="721"/>
                  </a:lnTo>
                  <a:lnTo>
                    <a:pt x="2094" y="1541"/>
                  </a:lnTo>
                  <a:lnTo>
                    <a:pt x="2271" y="259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g1215"/>
            <p:cNvSpPr/>
            <p:nvPr/>
          </p:nvSpPr>
          <p:spPr>
            <a:xfrm>
              <a:off x="2550673" y="2489225"/>
              <a:ext cx="5116" cy="5919"/>
            </a:xfrm>
            <a:custGeom>
              <a:avLst/>
              <a:pathLst>
                <a:path w="5116" h="5919">
                  <a:moveTo>
                    <a:pt x="5116" y="5563"/>
                  </a:moveTo>
                  <a:lnTo>
                    <a:pt x="4660" y="5919"/>
                  </a:lnTo>
                  <a:lnTo>
                    <a:pt x="2098" y="3644"/>
                  </a:lnTo>
                  <a:lnTo>
                    <a:pt x="1186" y="2615"/>
                  </a:lnTo>
                  <a:lnTo>
                    <a:pt x="0" y="0"/>
                  </a:lnTo>
                  <a:lnTo>
                    <a:pt x="3345" y="31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g1216"/>
            <p:cNvSpPr/>
            <p:nvPr/>
          </p:nvSpPr>
          <p:spPr>
            <a:xfrm>
              <a:off x="2559563" y="2487488"/>
              <a:ext cx="3307" cy="4983"/>
            </a:xfrm>
            <a:custGeom>
              <a:avLst/>
              <a:pathLst>
                <a:path w="3307" h="4983">
                  <a:moveTo>
                    <a:pt x="2986" y="4705"/>
                  </a:moveTo>
                  <a:lnTo>
                    <a:pt x="2793" y="4983"/>
                  </a:lnTo>
                  <a:lnTo>
                    <a:pt x="798" y="4185"/>
                  </a:lnTo>
                  <a:lnTo>
                    <a:pt x="230" y="3097"/>
                  </a:lnTo>
                  <a:lnTo>
                    <a:pt x="0" y="1089"/>
                  </a:lnTo>
                  <a:lnTo>
                    <a:pt x="335" y="405"/>
                  </a:lnTo>
                  <a:lnTo>
                    <a:pt x="1213" y="0"/>
                  </a:lnTo>
                  <a:lnTo>
                    <a:pt x="2489" y="379"/>
                  </a:lnTo>
                  <a:lnTo>
                    <a:pt x="3307" y="1816"/>
                  </a:lnTo>
                  <a:lnTo>
                    <a:pt x="3306" y="365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g1217"/>
            <p:cNvSpPr/>
            <p:nvPr/>
          </p:nvSpPr>
          <p:spPr>
            <a:xfrm>
              <a:off x="2522099" y="2466267"/>
              <a:ext cx="1402" cy="4784"/>
            </a:xfrm>
            <a:custGeom>
              <a:avLst/>
              <a:pathLst>
                <a:path w="1402" h="4784">
                  <a:moveTo>
                    <a:pt x="1402" y="3366"/>
                  </a:moveTo>
                  <a:lnTo>
                    <a:pt x="976" y="4784"/>
                  </a:lnTo>
                  <a:lnTo>
                    <a:pt x="243" y="4280"/>
                  </a:lnTo>
                  <a:lnTo>
                    <a:pt x="0" y="3745"/>
                  </a:lnTo>
                  <a:lnTo>
                    <a:pt x="212" y="711"/>
                  </a:lnTo>
                  <a:lnTo>
                    <a:pt x="798" y="0"/>
                  </a:lnTo>
                  <a:lnTo>
                    <a:pt x="1387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g1218"/>
            <p:cNvSpPr/>
            <p:nvPr/>
          </p:nvSpPr>
          <p:spPr>
            <a:xfrm>
              <a:off x="2731707" y="2388950"/>
              <a:ext cx="31410" cy="151645"/>
            </a:xfrm>
            <a:custGeom>
              <a:avLst/>
              <a:pathLst>
                <a:path w="31410" h="151645">
                  <a:moveTo>
                    <a:pt x="19934" y="146503"/>
                  </a:moveTo>
                  <a:lnTo>
                    <a:pt x="19094" y="146831"/>
                  </a:lnTo>
                  <a:lnTo>
                    <a:pt x="15820" y="151636"/>
                  </a:lnTo>
                  <a:lnTo>
                    <a:pt x="14805" y="151645"/>
                  </a:lnTo>
                  <a:lnTo>
                    <a:pt x="12910" y="149528"/>
                  </a:lnTo>
                  <a:lnTo>
                    <a:pt x="9569" y="148849"/>
                  </a:lnTo>
                  <a:lnTo>
                    <a:pt x="8480" y="148220"/>
                  </a:lnTo>
                  <a:lnTo>
                    <a:pt x="7120" y="149600"/>
                  </a:lnTo>
                  <a:lnTo>
                    <a:pt x="6069" y="149569"/>
                  </a:lnTo>
                  <a:lnTo>
                    <a:pt x="5233" y="151332"/>
                  </a:lnTo>
                  <a:lnTo>
                    <a:pt x="4633" y="150851"/>
                  </a:lnTo>
                  <a:lnTo>
                    <a:pt x="5320" y="146898"/>
                  </a:lnTo>
                  <a:lnTo>
                    <a:pt x="6398" y="139075"/>
                  </a:lnTo>
                  <a:lnTo>
                    <a:pt x="6356" y="134299"/>
                  </a:lnTo>
                  <a:lnTo>
                    <a:pt x="6613" y="130151"/>
                  </a:lnTo>
                  <a:lnTo>
                    <a:pt x="6316" y="126042"/>
                  </a:lnTo>
                  <a:lnTo>
                    <a:pt x="5775" y="123477"/>
                  </a:lnTo>
                  <a:lnTo>
                    <a:pt x="6513" y="116824"/>
                  </a:lnTo>
                  <a:lnTo>
                    <a:pt x="6429" y="113398"/>
                  </a:lnTo>
                  <a:lnTo>
                    <a:pt x="5755" y="109057"/>
                  </a:lnTo>
                  <a:lnTo>
                    <a:pt x="7800" y="109718"/>
                  </a:lnTo>
                  <a:lnTo>
                    <a:pt x="7169" y="108001"/>
                  </a:lnTo>
                  <a:lnTo>
                    <a:pt x="6545" y="106945"/>
                  </a:lnTo>
                  <a:lnTo>
                    <a:pt x="5942" y="107187"/>
                  </a:lnTo>
                  <a:lnTo>
                    <a:pt x="5431" y="107123"/>
                  </a:lnTo>
                  <a:lnTo>
                    <a:pt x="3689" y="108804"/>
                  </a:lnTo>
                  <a:lnTo>
                    <a:pt x="2816" y="109308"/>
                  </a:lnTo>
                  <a:lnTo>
                    <a:pt x="2561" y="109015"/>
                  </a:lnTo>
                  <a:lnTo>
                    <a:pt x="2656" y="106330"/>
                  </a:lnTo>
                  <a:lnTo>
                    <a:pt x="2204" y="102850"/>
                  </a:lnTo>
                  <a:lnTo>
                    <a:pt x="2902" y="101932"/>
                  </a:lnTo>
                  <a:lnTo>
                    <a:pt x="3714" y="101670"/>
                  </a:lnTo>
                  <a:lnTo>
                    <a:pt x="4405" y="100186"/>
                  </a:lnTo>
                  <a:lnTo>
                    <a:pt x="4832" y="98530"/>
                  </a:lnTo>
                  <a:lnTo>
                    <a:pt x="4607" y="95572"/>
                  </a:lnTo>
                  <a:lnTo>
                    <a:pt x="5207" y="92763"/>
                  </a:lnTo>
                  <a:lnTo>
                    <a:pt x="6615" y="90397"/>
                  </a:lnTo>
                  <a:lnTo>
                    <a:pt x="5886" y="90758"/>
                  </a:lnTo>
                  <a:lnTo>
                    <a:pt x="5051" y="92232"/>
                  </a:lnTo>
                  <a:lnTo>
                    <a:pt x="3737" y="97592"/>
                  </a:lnTo>
                  <a:lnTo>
                    <a:pt x="3306" y="100308"/>
                  </a:lnTo>
                  <a:lnTo>
                    <a:pt x="2186" y="101194"/>
                  </a:lnTo>
                  <a:lnTo>
                    <a:pt x="1182" y="101634"/>
                  </a:lnTo>
                  <a:lnTo>
                    <a:pt x="668" y="101349"/>
                  </a:lnTo>
                  <a:lnTo>
                    <a:pt x="53" y="100660"/>
                  </a:lnTo>
                  <a:lnTo>
                    <a:pt x="0" y="98653"/>
                  </a:lnTo>
                  <a:lnTo>
                    <a:pt x="47" y="97053"/>
                  </a:lnTo>
                  <a:lnTo>
                    <a:pt x="464" y="93876"/>
                  </a:lnTo>
                  <a:lnTo>
                    <a:pt x="628" y="89394"/>
                  </a:lnTo>
                  <a:lnTo>
                    <a:pt x="1220" y="85374"/>
                  </a:lnTo>
                  <a:lnTo>
                    <a:pt x="1177" y="84307"/>
                  </a:lnTo>
                  <a:lnTo>
                    <a:pt x="1009" y="82711"/>
                  </a:lnTo>
                  <a:lnTo>
                    <a:pt x="1539" y="81150"/>
                  </a:lnTo>
                  <a:lnTo>
                    <a:pt x="2194" y="80118"/>
                  </a:lnTo>
                  <a:lnTo>
                    <a:pt x="3186" y="76674"/>
                  </a:lnTo>
                  <a:lnTo>
                    <a:pt x="4573" y="68460"/>
                  </a:lnTo>
                  <a:lnTo>
                    <a:pt x="6170" y="59740"/>
                  </a:lnTo>
                  <a:lnTo>
                    <a:pt x="6041" y="58672"/>
                  </a:lnTo>
                  <a:lnTo>
                    <a:pt x="5702" y="57855"/>
                  </a:lnTo>
                  <a:lnTo>
                    <a:pt x="5836" y="55502"/>
                  </a:lnTo>
                  <a:lnTo>
                    <a:pt x="6799" y="45261"/>
                  </a:lnTo>
                  <a:lnTo>
                    <a:pt x="7192" y="43924"/>
                  </a:lnTo>
                  <a:lnTo>
                    <a:pt x="7643" y="40921"/>
                  </a:lnTo>
                  <a:lnTo>
                    <a:pt x="7746" y="36076"/>
                  </a:lnTo>
                  <a:lnTo>
                    <a:pt x="7923" y="32737"/>
                  </a:lnTo>
                  <a:lnTo>
                    <a:pt x="7882" y="31059"/>
                  </a:lnTo>
                  <a:lnTo>
                    <a:pt x="7740" y="29044"/>
                  </a:lnTo>
                  <a:lnTo>
                    <a:pt x="7127" y="25197"/>
                  </a:lnTo>
                  <a:lnTo>
                    <a:pt x="6480" y="17061"/>
                  </a:lnTo>
                  <a:lnTo>
                    <a:pt x="6430" y="14344"/>
                  </a:lnTo>
                  <a:lnTo>
                    <a:pt x="6963" y="12972"/>
                  </a:lnTo>
                  <a:lnTo>
                    <a:pt x="6088" y="12771"/>
                  </a:lnTo>
                  <a:lnTo>
                    <a:pt x="5692" y="11016"/>
                  </a:lnTo>
                  <a:lnTo>
                    <a:pt x="5782" y="9022"/>
                  </a:lnTo>
                  <a:lnTo>
                    <a:pt x="6754" y="5801"/>
                  </a:lnTo>
                  <a:lnTo>
                    <a:pt x="7659" y="3809"/>
                  </a:lnTo>
                  <a:lnTo>
                    <a:pt x="8557" y="2501"/>
                  </a:lnTo>
                  <a:lnTo>
                    <a:pt x="9052" y="2011"/>
                  </a:lnTo>
                  <a:lnTo>
                    <a:pt x="11124" y="659"/>
                  </a:lnTo>
                  <a:lnTo>
                    <a:pt x="11667" y="0"/>
                  </a:lnTo>
                  <a:lnTo>
                    <a:pt x="12177" y="109"/>
                  </a:lnTo>
                  <a:lnTo>
                    <a:pt x="12262" y="754"/>
                  </a:lnTo>
                  <a:lnTo>
                    <a:pt x="12556" y="2009"/>
                  </a:lnTo>
                  <a:lnTo>
                    <a:pt x="12886" y="2880"/>
                  </a:lnTo>
                  <a:lnTo>
                    <a:pt x="12976" y="3523"/>
                  </a:lnTo>
                  <a:lnTo>
                    <a:pt x="12174" y="6214"/>
                  </a:lnTo>
                  <a:lnTo>
                    <a:pt x="12064" y="7137"/>
                  </a:lnTo>
                  <a:lnTo>
                    <a:pt x="12483" y="8877"/>
                  </a:lnTo>
                  <a:lnTo>
                    <a:pt x="12557" y="9379"/>
                  </a:lnTo>
                  <a:lnTo>
                    <a:pt x="12759" y="9616"/>
                  </a:lnTo>
                  <a:lnTo>
                    <a:pt x="13317" y="9550"/>
                  </a:lnTo>
                  <a:lnTo>
                    <a:pt x="14312" y="8436"/>
                  </a:lnTo>
                  <a:lnTo>
                    <a:pt x="14986" y="7498"/>
                  </a:lnTo>
                  <a:lnTo>
                    <a:pt x="15221" y="7885"/>
                  </a:lnTo>
                  <a:lnTo>
                    <a:pt x="17176" y="7355"/>
                  </a:lnTo>
                  <a:lnTo>
                    <a:pt x="17641" y="7784"/>
                  </a:lnTo>
                  <a:lnTo>
                    <a:pt x="17950" y="8257"/>
                  </a:lnTo>
                  <a:lnTo>
                    <a:pt x="18911" y="8906"/>
                  </a:lnTo>
                  <a:lnTo>
                    <a:pt x="19959" y="8974"/>
                  </a:lnTo>
                  <a:lnTo>
                    <a:pt x="21257" y="8066"/>
                  </a:lnTo>
                  <a:lnTo>
                    <a:pt x="21824" y="7155"/>
                  </a:lnTo>
                  <a:lnTo>
                    <a:pt x="21932" y="6146"/>
                  </a:lnTo>
                  <a:lnTo>
                    <a:pt x="21961" y="5383"/>
                  </a:lnTo>
                  <a:lnTo>
                    <a:pt x="22128" y="4897"/>
                  </a:lnTo>
                  <a:lnTo>
                    <a:pt x="22425" y="4617"/>
                  </a:lnTo>
                  <a:lnTo>
                    <a:pt x="22886" y="5117"/>
                  </a:lnTo>
                  <a:lnTo>
                    <a:pt x="23546" y="5518"/>
                  </a:lnTo>
                  <a:lnTo>
                    <a:pt x="25132" y="5677"/>
                  </a:lnTo>
                  <a:lnTo>
                    <a:pt x="25442" y="5119"/>
                  </a:lnTo>
                  <a:lnTo>
                    <a:pt x="25980" y="5286"/>
                  </a:lnTo>
                  <a:lnTo>
                    <a:pt x="26688" y="5993"/>
                  </a:lnTo>
                  <a:lnTo>
                    <a:pt x="27509" y="5762"/>
                  </a:lnTo>
                  <a:lnTo>
                    <a:pt x="27921" y="6628"/>
                  </a:lnTo>
                  <a:lnTo>
                    <a:pt x="28093" y="7779"/>
                  </a:lnTo>
                  <a:lnTo>
                    <a:pt x="28140" y="10278"/>
                  </a:lnTo>
                  <a:lnTo>
                    <a:pt x="28079" y="12805"/>
                  </a:lnTo>
                  <a:lnTo>
                    <a:pt x="28240" y="13737"/>
                  </a:lnTo>
                  <a:lnTo>
                    <a:pt x="28793" y="13976"/>
                  </a:lnTo>
                  <a:lnTo>
                    <a:pt x="29687" y="13947"/>
                  </a:lnTo>
                  <a:lnTo>
                    <a:pt x="30491" y="14633"/>
                  </a:lnTo>
                  <a:lnTo>
                    <a:pt x="31115" y="15826"/>
                  </a:lnTo>
                  <a:lnTo>
                    <a:pt x="31321" y="17048"/>
                  </a:lnTo>
                  <a:lnTo>
                    <a:pt x="31410" y="17888"/>
                  </a:lnTo>
                  <a:lnTo>
                    <a:pt x="31104" y="18364"/>
                  </a:lnTo>
                  <a:lnTo>
                    <a:pt x="30671" y="20163"/>
                  </a:lnTo>
                  <a:lnTo>
                    <a:pt x="29577" y="22516"/>
                  </a:lnTo>
                  <a:lnTo>
                    <a:pt x="28012" y="24634"/>
                  </a:lnTo>
                  <a:lnTo>
                    <a:pt x="26818" y="27270"/>
                  </a:lnTo>
                  <a:lnTo>
                    <a:pt x="25994" y="30426"/>
                  </a:lnTo>
                  <a:lnTo>
                    <a:pt x="24965" y="31765"/>
                  </a:lnTo>
                  <a:lnTo>
                    <a:pt x="24651" y="32485"/>
                  </a:lnTo>
                  <a:lnTo>
                    <a:pt x="24527" y="33339"/>
                  </a:lnTo>
                  <a:lnTo>
                    <a:pt x="25207" y="37204"/>
                  </a:lnTo>
                  <a:lnTo>
                    <a:pt x="25417" y="40184"/>
                  </a:lnTo>
                  <a:lnTo>
                    <a:pt x="25585" y="43831"/>
                  </a:lnTo>
                  <a:lnTo>
                    <a:pt x="25475" y="44864"/>
                  </a:lnTo>
                  <a:lnTo>
                    <a:pt x="25418" y="48881"/>
                  </a:lnTo>
                  <a:lnTo>
                    <a:pt x="25261" y="50060"/>
                  </a:lnTo>
                  <a:lnTo>
                    <a:pt x="25301" y="51014"/>
                  </a:lnTo>
                  <a:lnTo>
                    <a:pt x="25552" y="52039"/>
                  </a:lnTo>
                  <a:lnTo>
                    <a:pt x="25664" y="53019"/>
                  </a:lnTo>
                  <a:lnTo>
                    <a:pt x="25195" y="54271"/>
                  </a:lnTo>
                  <a:lnTo>
                    <a:pt x="24335" y="55723"/>
                  </a:lnTo>
                  <a:lnTo>
                    <a:pt x="23698" y="57001"/>
                  </a:lnTo>
                  <a:lnTo>
                    <a:pt x="23525" y="58196"/>
                  </a:lnTo>
                  <a:lnTo>
                    <a:pt x="23571" y="58943"/>
                  </a:lnTo>
                  <a:lnTo>
                    <a:pt x="24643" y="61478"/>
                  </a:lnTo>
                  <a:lnTo>
                    <a:pt x="24838" y="62513"/>
                  </a:lnTo>
                  <a:lnTo>
                    <a:pt x="24693" y="65016"/>
                  </a:lnTo>
                  <a:lnTo>
                    <a:pt x="24075" y="69115"/>
                  </a:lnTo>
                  <a:lnTo>
                    <a:pt x="23486" y="71610"/>
                  </a:lnTo>
                  <a:lnTo>
                    <a:pt x="23383" y="71858"/>
                  </a:lnTo>
                  <a:lnTo>
                    <a:pt x="22708" y="72564"/>
                  </a:lnTo>
                  <a:lnTo>
                    <a:pt x="19473" y="72594"/>
                  </a:lnTo>
                  <a:lnTo>
                    <a:pt x="18689" y="73158"/>
                  </a:lnTo>
                  <a:lnTo>
                    <a:pt x="18799" y="73656"/>
                  </a:lnTo>
                  <a:lnTo>
                    <a:pt x="19560" y="76863"/>
                  </a:lnTo>
                  <a:lnTo>
                    <a:pt x="20352" y="78573"/>
                  </a:lnTo>
                  <a:lnTo>
                    <a:pt x="20614" y="78962"/>
                  </a:lnTo>
                  <a:lnTo>
                    <a:pt x="20899" y="82715"/>
                  </a:lnTo>
                  <a:lnTo>
                    <a:pt x="22181" y="88712"/>
                  </a:lnTo>
                  <a:lnTo>
                    <a:pt x="23426" y="89543"/>
                  </a:lnTo>
                  <a:lnTo>
                    <a:pt x="23859" y="91039"/>
                  </a:lnTo>
                  <a:lnTo>
                    <a:pt x="23779" y="93142"/>
                  </a:lnTo>
                  <a:lnTo>
                    <a:pt x="23396" y="95454"/>
                  </a:lnTo>
                  <a:lnTo>
                    <a:pt x="22632" y="97820"/>
                  </a:lnTo>
                  <a:lnTo>
                    <a:pt x="21725" y="99488"/>
                  </a:lnTo>
                  <a:lnTo>
                    <a:pt x="21132" y="101142"/>
                  </a:lnTo>
                  <a:lnTo>
                    <a:pt x="21086" y="103068"/>
                  </a:lnTo>
                  <a:lnTo>
                    <a:pt x="20897" y="105506"/>
                  </a:lnTo>
                  <a:lnTo>
                    <a:pt x="20611" y="107438"/>
                  </a:lnTo>
                  <a:lnTo>
                    <a:pt x="20541" y="108740"/>
                  </a:lnTo>
                  <a:lnTo>
                    <a:pt x="22816" y="116907"/>
                  </a:lnTo>
                  <a:lnTo>
                    <a:pt x="24081" y="116511"/>
                  </a:lnTo>
                  <a:lnTo>
                    <a:pt x="24247" y="116704"/>
                  </a:lnTo>
                  <a:lnTo>
                    <a:pt x="24021" y="118652"/>
                  </a:lnTo>
                  <a:lnTo>
                    <a:pt x="23619" y="120934"/>
                  </a:lnTo>
                  <a:lnTo>
                    <a:pt x="23142" y="121369"/>
                  </a:lnTo>
                  <a:lnTo>
                    <a:pt x="22056" y="122068"/>
                  </a:lnTo>
                  <a:lnTo>
                    <a:pt x="21029" y="125020"/>
                  </a:lnTo>
                  <a:lnTo>
                    <a:pt x="20196" y="128568"/>
                  </a:lnTo>
                  <a:lnTo>
                    <a:pt x="19571" y="130285"/>
                  </a:lnTo>
                  <a:lnTo>
                    <a:pt x="18998" y="134504"/>
                  </a:lnTo>
                  <a:lnTo>
                    <a:pt x="19070" y="136334"/>
                  </a:lnTo>
                  <a:lnTo>
                    <a:pt x="19347" y="13915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g1219"/>
            <p:cNvSpPr/>
            <p:nvPr/>
          </p:nvSpPr>
          <p:spPr>
            <a:xfrm>
              <a:off x="2220537" y="4203960"/>
              <a:ext cx="80843" cy="244299"/>
            </a:xfrm>
            <a:custGeom>
              <a:avLst/>
              <a:pathLst>
                <a:path w="80843" h="244299">
                  <a:moveTo>
                    <a:pt x="43177" y="25956"/>
                  </a:moveTo>
                  <a:lnTo>
                    <a:pt x="43388" y="28103"/>
                  </a:lnTo>
                  <a:lnTo>
                    <a:pt x="43514" y="29762"/>
                  </a:lnTo>
                  <a:lnTo>
                    <a:pt x="43833" y="30937"/>
                  </a:lnTo>
                  <a:lnTo>
                    <a:pt x="44151" y="32501"/>
                  </a:lnTo>
                  <a:lnTo>
                    <a:pt x="44468" y="33378"/>
                  </a:lnTo>
                  <a:lnTo>
                    <a:pt x="44691" y="34844"/>
                  </a:lnTo>
                  <a:lnTo>
                    <a:pt x="44627" y="36506"/>
                  </a:lnTo>
                  <a:lnTo>
                    <a:pt x="44755" y="38656"/>
                  </a:lnTo>
                  <a:lnTo>
                    <a:pt x="44914" y="40514"/>
                  </a:lnTo>
                  <a:lnTo>
                    <a:pt x="45073" y="41002"/>
                  </a:lnTo>
                  <a:lnTo>
                    <a:pt x="45528" y="41489"/>
                  </a:lnTo>
                  <a:lnTo>
                    <a:pt x="45756" y="43177"/>
                  </a:lnTo>
                  <a:lnTo>
                    <a:pt x="45592" y="44032"/>
                  </a:lnTo>
                  <a:lnTo>
                    <a:pt x="45655" y="45007"/>
                  </a:lnTo>
                  <a:lnTo>
                    <a:pt x="45820" y="45962"/>
                  </a:lnTo>
                  <a:lnTo>
                    <a:pt x="45669" y="46888"/>
                  </a:lnTo>
                  <a:lnTo>
                    <a:pt x="45748" y="47598"/>
                  </a:lnTo>
                  <a:lnTo>
                    <a:pt x="46058" y="48233"/>
                  </a:lnTo>
                  <a:lnTo>
                    <a:pt x="46345" y="50579"/>
                  </a:lnTo>
                  <a:lnTo>
                    <a:pt x="46376" y="54587"/>
                  </a:lnTo>
                  <a:lnTo>
                    <a:pt x="46058" y="56734"/>
                  </a:lnTo>
                  <a:lnTo>
                    <a:pt x="45804" y="58494"/>
                  </a:lnTo>
                  <a:lnTo>
                    <a:pt x="45740" y="59571"/>
                  </a:lnTo>
                  <a:lnTo>
                    <a:pt x="45931" y="61132"/>
                  </a:lnTo>
                  <a:lnTo>
                    <a:pt x="45613" y="62990"/>
                  </a:lnTo>
                  <a:lnTo>
                    <a:pt x="45232" y="65238"/>
                  </a:lnTo>
                  <a:lnTo>
                    <a:pt x="45327" y="66802"/>
                  </a:lnTo>
                  <a:lnTo>
                    <a:pt x="45391" y="68268"/>
                  </a:lnTo>
                  <a:lnTo>
                    <a:pt x="45422" y="69832"/>
                  </a:lnTo>
                  <a:lnTo>
                    <a:pt x="45518" y="71298"/>
                  </a:lnTo>
                  <a:lnTo>
                    <a:pt x="45391" y="72859"/>
                  </a:lnTo>
                  <a:lnTo>
                    <a:pt x="45264" y="74230"/>
                  </a:lnTo>
                  <a:lnTo>
                    <a:pt x="45200" y="75791"/>
                  </a:lnTo>
                  <a:lnTo>
                    <a:pt x="45359" y="77551"/>
                  </a:lnTo>
                  <a:lnTo>
                    <a:pt x="45073" y="79213"/>
                  </a:lnTo>
                  <a:lnTo>
                    <a:pt x="44914" y="80385"/>
                  </a:lnTo>
                  <a:lnTo>
                    <a:pt x="44850" y="81559"/>
                  </a:lnTo>
                  <a:lnTo>
                    <a:pt x="45136" y="83415"/>
                  </a:lnTo>
                  <a:lnTo>
                    <a:pt x="45868" y="84197"/>
                  </a:lnTo>
                  <a:lnTo>
                    <a:pt x="46440" y="84393"/>
                  </a:lnTo>
                  <a:lnTo>
                    <a:pt x="46981" y="83415"/>
                  </a:lnTo>
                  <a:lnTo>
                    <a:pt x="47394" y="83121"/>
                  </a:lnTo>
                  <a:lnTo>
                    <a:pt x="48157" y="84001"/>
                  </a:lnTo>
                  <a:lnTo>
                    <a:pt x="48856" y="85565"/>
                  </a:lnTo>
                  <a:lnTo>
                    <a:pt x="49746" y="85761"/>
                  </a:lnTo>
                  <a:lnTo>
                    <a:pt x="50542" y="86052"/>
                  </a:lnTo>
                  <a:lnTo>
                    <a:pt x="51145" y="86543"/>
                  </a:lnTo>
                  <a:lnTo>
                    <a:pt x="52036" y="85957"/>
                  </a:lnTo>
                  <a:lnTo>
                    <a:pt x="52958" y="86543"/>
                  </a:lnTo>
                  <a:lnTo>
                    <a:pt x="54039" y="87423"/>
                  </a:lnTo>
                  <a:lnTo>
                    <a:pt x="54929" y="88205"/>
                  </a:lnTo>
                  <a:lnTo>
                    <a:pt x="55819" y="88009"/>
                  </a:lnTo>
                  <a:lnTo>
                    <a:pt x="56487" y="87911"/>
                  </a:lnTo>
                  <a:lnTo>
                    <a:pt x="57187" y="87031"/>
                  </a:lnTo>
                  <a:lnTo>
                    <a:pt x="57854" y="87129"/>
                  </a:lnTo>
                  <a:lnTo>
                    <a:pt x="58363" y="85565"/>
                  </a:lnTo>
                  <a:lnTo>
                    <a:pt x="58649" y="84197"/>
                  </a:lnTo>
                  <a:lnTo>
                    <a:pt x="58904" y="83219"/>
                  </a:lnTo>
                  <a:lnTo>
                    <a:pt x="59635" y="82440"/>
                  </a:lnTo>
                  <a:lnTo>
                    <a:pt x="60144" y="82927"/>
                  </a:lnTo>
                  <a:lnTo>
                    <a:pt x="60557" y="85467"/>
                  </a:lnTo>
                  <a:lnTo>
                    <a:pt x="61288" y="86933"/>
                  </a:lnTo>
                  <a:lnTo>
                    <a:pt x="61574" y="88009"/>
                  </a:lnTo>
                  <a:lnTo>
                    <a:pt x="62115" y="88497"/>
                  </a:lnTo>
                  <a:lnTo>
                    <a:pt x="63291" y="88595"/>
                  </a:lnTo>
                  <a:lnTo>
                    <a:pt x="64022" y="88497"/>
                  </a:lnTo>
                  <a:lnTo>
                    <a:pt x="64849" y="89279"/>
                  </a:lnTo>
                  <a:lnTo>
                    <a:pt x="65390" y="89279"/>
                  </a:lnTo>
                  <a:lnTo>
                    <a:pt x="65867" y="90646"/>
                  </a:lnTo>
                  <a:lnTo>
                    <a:pt x="66312" y="92309"/>
                  </a:lnTo>
                  <a:lnTo>
                    <a:pt x="66376" y="95338"/>
                  </a:lnTo>
                  <a:lnTo>
                    <a:pt x="66789" y="97685"/>
                  </a:lnTo>
                  <a:lnTo>
                    <a:pt x="67329" y="98565"/>
                  </a:lnTo>
                  <a:lnTo>
                    <a:pt x="67615" y="100031"/>
                  </a:lnTo>
                  <a:lnTo>
                    <a:pt x="67520" y="102082"/>
                  </a:lnTo>
                  <a:lnTo>
                    <a:pt x="67266" y="104134"/>
                  </a:lnTo>
                  <a:lnTo>
                    <a:pt x="67298" y="106382"/>
                  </a:lnTo>
                  <a:lnTo>
                    <a:pt x="67583" y="108434"/>
                  </a:lnTo>
                  <a:lnTo>
                    <a:pt x="67583" y="110485"/>
                  </a:lnTo>
                  <a:lnTo>
                    <a:pt x="67774" y="112537"/>
                  </a:lnTo>
                  <a:lnTo>
                    <a:pt x="68156" y="114297"/>
                  </a:lnTo>
                  <a:lnTo>
                    <a:pt x="68283" y="117131"/>
                  </a:lnTo>
                  <a:lnTo>
                    <a:pt x="68219" y="119183"/>
                  </a:lnTo>
                  <a:lnTo>
                    <a:pt x="68474" y="120357"/>
                  </a:lnTo>
                  <a:lnTo>
                    <a:pt x="68569" y="122019"/>
                  </a:lnTo>
                  <a:lnTo>
                    <a:pt x="68410" y="123387"/>
                  </a:lnTo>
                  <a:lnTo>
                    <a:pt x="68347" y="125242"/>
                  </a:lnTo>
                  <a:lnTo>
                    <a:pt x="68379" y="126905"/>
                  </a:lnTo>
                  <a:lnTo>
                    <a:pt x="68569" y="128272"/>
                  </a:lnTo>
                  <a:lnTo>
                    <a:pt x="69142" y="130030"/>
                  </a:lnTo>
                  <a:lnTo>
                    <a:pt x="69300" y="133158"/>
                  </a:lnTo>
                  <a:lnTo>
                    <a:pt x="69300" y="135308"/>
                  </a:lnTo>
                  <a:lnTo>
                    <a:pt x="69555" y="137850"/>
                  </a:lnTo>
                  <a:lnTo>
                    <a:pt x="70032" y="139021"/>
                  </a:lnTo>
                  <a:lnTo>
                    <a:pt x="70795" y="139414"/>
                  </a:lnTo>
                  <a:lnTo>
                    <a:pt x="71685" y="139803"/>
                  </a:lnTo>
                  <a:lnTo>
                    <a:pt x="72766" y="139218"/>
                  </a:lnTo>
                  <a:lnTo>
                    <a:pt x="73720" y="138534"/>
                  </a:lnTo>
                  <a:lnTo>
                    <a:pt x="74260" y="137850"/>
                  </a:lnTo>
                  <a:lnTo>
                    <a:pt x="75310" y="135992"/>
                  </a:lnTo>
                  <a:lnTo>
                    <a:pt x="76232" y="134918"/>
                  </a:lnTo>
                  <a:lnTo>
                    <a:pt x="76709" y="134234"/>
                  </a:lnTo>
                  <a:lnTo>
                    <a:pt x="77154" y="133746"/>
                  </a:lnTo>
                  <a:lnTo>
                    <a:pt x="78076" y="134918"/>
                  </a:lnTo>
                  <a:lnTo>
                    <a:pt x="78935" y="136384"/>
                  </a:lnTo>
                  <a:lnTo>
                    <a:pt x="79602" y="138436"/>
                  </a:lnTo>
                  <a:lnTo>
                    <a:pt x="80843" y="140684"/>
                  </a:lnTo>
                  <a:lnTo>
                    <a:pt x="80601" y="141232"/>
                  </a:lnTo>
                  <a:lnTo>
                    <a:pt x="80107" y="143073"/>
                  </a:lnTo>
                  <a:lnTo>
                    <a:pt x="80117" y="145234"/>
                  </a:lnTo>
                  <a:lnTo>
                    <a:pt x="80466" y="148331"/>
                  </a:lnTo>
                  <a:lnTo>
                    <a:pt x="80159" y="154892"/>
                  </a:lnTo>
                  <a:lnTo>
                    <a:pt x="79197" y="164920"/>
                  </a:lnTo>
                  <a:lnTo>
                    <a:pt x="78801" y="170764"/>
                  </a:lnTo>
                  <a:lnTo>
                    <a:pt x="78973" y="172420"/>
                  </a:lnTo>
                  <a:lnTo>
                    <a:pt x="78618" y="175343"/>
                  </a:lnTo>
                  <a:lnTo>
                    <a:pt x="77297" y="181622"/>
                  </a:lnTo>
                  <a:lnTo>
                    <a:pt x="77246" y="185858"/>
                  </a:lnTo>
                  <a:lnTo>
                    <a:pt x="77092" y="198555"/>
                  </a:lnTo>
                  <a:lnTo>
                    <a:pt x="76652" y="207509"/>
                  </a:lnTo>
                  <a:lnTo>
                    <a:pt x="75908" y="214132"/>
                  </a:lnTo>
                  <a:lnTo>
                    <a:pt x="75231" y="217658"/>
                  </a:lnTo>
                  <a:lnTo>
                    <a:pt x="74621" y="218088"/>
                  </a:lnTo>
                  <a:lnTo>
                    <a:pt x="74183" y="219144"/>
                  </a:lnTo>
                  <a:lnTo>
                    <a:pt x="73917" y="220824"/>
                  </a:lnTo>
                  <a:lnTo>
                    <a:pt x="73422" y="222220"/>
                  </a:lnTo>
                  <a:lnTo>
                    <a:pt x="72699" y="223340"/>
                  </a:lnTo>
                  <a:lnTo>
                    <a:pt x="72307" y="224567"/>
                  </a:lnTo>
                  <a:lnTo>
                    <a:pt x="72247" y="225900"/>
                  </a:lnTo>
                  <a:lnTo>
                    <a:pt x="71554" y="226757"/>
                  </a:lnTo>
                  <a:lnTo>
                    <a:pt x="70229" y="227140"/>
                  </a:lnTo>
                  <a:lnTo>
                    <a:pt x="69452" y="228208"/>
                  </a:lnTo>
                  <a:lnTo>
                    <a:pt x="69221" y="229954"/>
                  </a:lnTo>
                  <a:lnTo>
                    <a:pt x="68778" y="231342"/>
                  </a:lnTo>
                  <a:lnTo>
                    <a:pt x="68123" y="232366"/>
                  </a:lnTo>
                  <a:lnTo>
                    <a:pt x="67812" y="234069"/>
                  </a:lnTo>
                  <a:lnTo>
                    <a:pt x="67845" y="236447"/>
                  </a:lnTo>
                  <a:lnTo>
                    <a:pt x="67469" y="238487"/>
                  </a:lnTo>
                  <a:lnTo>
                    <a:pt x="66683" y="240192"/>
                  </a:lnTo>
                  <a:lnTo>
                    <a:pt x="65959" y="240238"/>
                  </a:lnTo>
                  <a:lnTo>
                    <a:pt x="65295" y="238628"/>
                  </a:lnTo>
                  <a:lnTo>
                    <a:pt x="64406" y="237558"/>
                  </a:lnTo>
                  <a:lnTo>
                    <a:pt x="63292" y="237027"/>
                  </a:lnTo>
                  <a:lnTo>
                    <a:pt x="62363" y="237434"/>
                  </a:lnTo>
                  <a:lnTo>
                    <a:pt x="61616" y="238773"/>
                  </a:lnTo>
                  <a:lnTo>
                    <a:pt x="60954" y="240899"/>
                  </a:lnTo>
                  <a:lnTo>
                    <a:pt x="60378" y="243814"/>
                  </a:lnTo>
                  <a:lnTo>
                    <a:pt x="59737" y="244299"/>
                  </a:lnTo>
                  <a:lnTo>
                    <a:pt x="59032" y="242351"/>
                  </a:lnTo>
                  <a:lnTo>
                    <a:pt x="58139" y="241759"/>
                  </a:lnTo>
                  <a:lnTo>
                    <a:pt x="57059" y="242524"/>
                  </a:lnTo>
                  <a:lnTo>
                    <a:pt x="56199" y="242255"/>
                  </a:lnTo>
                  <a:lnTo>
                    <a:pt x="55559" y="240954"/>
                  </a:lnTo>
                  <a:lnTo>
                    <a:pt x="54576" y="240810"/>
                  </a:lnTo>
                  <a:lnTo>
                    <a:pt x="53251" y="241826"/>
                  </a:lnTo>
                  <a:lnTo>
                    <a:pt x="50565" y="240654"/>
                  </a:lnTo>
                  <a:lnTo>
                    <a:pt x="46518" y="237289"/>
                  </a:lnTo>
                  <a:lnTo>
                    <a:pt x="43095" y="236014"/>
                  </a:lnTo>
                  <a:lnTo>
                    <a:pt x="38898" y="237223"/>
                  </a:lnTo>
                  <a:lnTo>
                    <a:pt x="38543" y="233728"/>
                  </a:lnTo>
                  <a:lnTo>
                    <a:pt x="38765" y="231838"/>
                  </a:lnTo>
                  <a:lnTo>
                    <a:pt x="39447" y="230416"/>
                  </a:lnTo>
                  <a:lnTo>
                    <a:pt x="39875" y="228805"/>
                  </a:lnTo>
                  <a:lnTo>
                    <a:pt x="40047" y="227002"/>
                  </a:lnTo>
                  <a:lnTo>
                    <a:pt x="40518" y="225628"/>
                  </a:lnTo>
                  <a:lnTo>
                    <a:pt x="41286" y="224685"/>
                  </a:lnTo>
                  <a:lnTo>
                    <a:pt x="41611" y="223727"/>
                  </a:lnTo>
                  <a:lnTo>
                    <a:pt x="41495" y="222760"/>
                  </a:lnTo>
                  <a:lnTo>
                    <a:pt x="41658" y="221903"/>
                  </a:lnTo>
                  <a:lnTo>
                    <a:pt x="42101" y="221159"/>
                  </a:lnTo>
                  <a:lnTo>
                    <a:pt x="42352" y="219987"/>
                  </a:lnTo>
                  <a:lnTo>
                    <a:pt x="42411" y="218385"/>
                  </a:lnTo>
                  <a:lnTo>
                    <a:pt x="42578" y="217592"/>
                  </a:lnTo>
                  <a:lnTo>
                    <a:pt x="42873" y="217000"/>
                  </a:lnTo>
                  <a:lnTo>
                    <a:pt x="42906" y="215895"/>
                  </a:lnTo>
                  <a:lnTo>
                    <a:pt x="42740" y="212467"/>
                  </a:lnTo>
                  <a:lnTo>
                    <a:pt x="42761" y="209656"/>
                  </a:lnTo>
                  <a:lnTo>
                    <a:pt x="42968" y="207469"/>
                  </a:lnTo>
                  <a:lnTo>
                    <a:pt x="43225" y="206145"/>
                  </a:lnTo>
                  <a:lnTo>
                    <a:pt x="43408" y="205816"/>
                  </a:lnTo>
                  <a:lnTo>
                    <a:pt x="43577" y="205031"/>
                  </a:lnTo>
                  <a:lnTo>
                    <a:pt x="43644" y="203709"/>
                  </a:lnTo>
                  <a:lnTo>
                    <a:pt x="43920" y="202480"/>
                  </a:lnTo>
                  <a:lnTo>
                    <a:pt x="45259" y="199949"/>
                  </a:lnTo>
                  <a:lnTo>
                    <a:pt x="45764" y="198578"/>
                  </a:lnTo>
                  <a:lnTo>
                    <a:pt x="45806" y="197329"/>
                  </a:lnTo>
                  <a:lnTo>
                    <a:pt x="46008" y="195635"/>
                  </a:lnTo>
                  <a:lnTo>
                    <a:pt x="46804" y="191993"/>
                  </a:lnTo>
                  <a:lnTo>
                    <a:pt x="47048" y="190288"/>
                  </a:lnTo>
                  <a:lnTo>
                    <a:pt x="47070" y="189434"/>
                  </a:lnTo>
                  <a:lnTo>
                    <a:pt x="47351" y="188551"/>
                  </a:lnTo>
                  <a:lnTo>
                    <a:pt x="48310" y="186528"/>
                  </a:lnTo>
                  <a:lnTo>
                    <a:pt x="48830" y="184621"/>
                  </a:lnTo>
                  <a:lnTo>
                    <a:pt x="48912" y="182834"/>
                  </a:lnTo>
                  <a:lnTo>
                    <a:pt x="48681" y="180806"/>
                  </a:lnTo>
                  <a:lnTo>
                    <a:pt x="48136" y="178540"/>
                  </a:lnTo>
                  <a:lnTo>
                    <a:pt x="46427" y="172867"/>
                  </a:lnTo>
                  <a:lnTo>
                    <a:pt x="45099" y="170290"/>
                  </a:lnTo>
                  <a:lnTo>
                    <a:pt x="43400" y="168161"/>
                  </a:lnTo>
                  <a:lnTo>
                    <a:pt x="42282" y="167471"/>
                  </a:lnTo>
                  <a:lnTo>
                    <a:pt x="41745" y="168218"/>
                  </a:lnTo>
                  <a:lnTo>
                    <a:pt x="41200" y="167633"/>
                  </a:lnTo>
                  <a:lnTo>
                    <a:pt x="40648" y="165708"/>
                  </a:lnTo>
                  <a:lnTo>
                    <a:pt x="39717" y="164193"/>
                  </a:lnTo>
                  <a:lnTo>
                    <a:pt x="37752" y="162531"/>
                  </a:lnTo>
                  <a:lnTo>
                    <a:pt x="33299" y="155902"/>
                  </a:lnTo>
                  <a:lnTo>
                    <a:pt x="31513" y="152699"/>
                  </a:lnTo>
                  <a:lnTo>
                    <a:pt x="30913" y="150723"/>
                  </a:lnTo>
                  <a:lnTo>
                    <a:pt x="29248" y="147170"/>
                  </a:lnTo>
                  <a:lnTo>
                    <a:pt x="26519" y="142051"/>
                  </a:lnTo>
                  <a:lnTo>
                    <a:pt x="24425" y="139558"/>
                  </a:lnTo>
                  <a:lnTo>
                    <a:pt x="22964" y="139700"/>
                  </a:lnTo>
                  <a:lnTo>
                    <a:pt x="20627" y="138211"/>
                  </a:lnTo>
                  <a:lnTo>
                    <a:pt x="17411" y="135094"/>
                  </a:lnTo>
                  <a:lnTo>
                    <a:pt x="15555" y="132067"/>
                  </a:lnTo>
                  <a:lnTo>
                    <a:pt x="15057" y="129135"/>
                  </a:lnTo>
                  <a:lnTo>
                    <a:pt x="13868" y="126198"/>
                  </a:lnTo>
                  <a:lnTo>
                    <a:pt x="11988" y="123257"/>
                  </a:lnTo>
                  <a:lnTo>
                    <a:pt x="11012" y="121321"/>
                  </a:lnTo>
                  <a:lnTo>
                    <a:pt x="10939" y="120389"/>
                  </a:lnTo>
                  <a:lnTo>
                    <a:pt x="10382" y="119177"/>
                  </a:lnTo>
                  <a:lnTo>
                    <a:pt x="9339" y="117679"/>
                  </a:lnTo>
                  <a:lnTo>
                    <a:pt x="8195" y="115117"/>
                  </a:lnTo>
                  <a:lnTo>
                    <a:pt x="6950" y="111489"/>
                  </a:lnTo>
                  <a:lnTo>
                    <a:pt x="5618" y="105880"/>
                  </a:lnTo>
                  <a:lnTo>
                    <a:pt x="4199" y="98285"/>
                  </a:lnTo>
                  <a:lnTo>
                    <a:pt x="2677" y="93166"/>
                  </a:lnTo>
                  <a:lnTo>
                    <a:pt x="1051" y="90519"/>
                  </a:lnTo>
                  <a:lnTo>
                    <a:pt x="240" y="88771"/>
                  </a:lnTo>
                  <a:lnTo>
                    <a:pt x="243" y="87917"/>
                  </a:lnTo>
                  <a:lnTo>
                    <a:pt x="0" y="87094"/>
                  </a:lnTo>
                  <a:lnTo>
                    <a:pt x="215" y="85625"/>
                  </a:lnTo>
                  <a:lnTo>
                    <a:pt x="807" y="79854"/>
                  </a:lnTo>
                  <a:lnTo>
                    <a:pt x="1664" y="71480"/>
                  </a:lnTo>
                  <a:lnTo>
                    <a:pt x="2552" y="62806"/>
                  </a:lnTo>
                  <a:lnTo>
                    <a:pt x="3598" y="52590"/>
                  </a:lnTo>
                  <a:lnTo>
                    <a:pt x="3599" y="45345"/>
                  </a:lnTo>
                  <a:lnTo>
                    <a:pt x="3601" y="37712"/>
                  </a:lnTo>
                  <a:lnTo>
                    <a:pt x="5088" y="31430"/>
                  </a:lnTo>
                  <a:lnTo>
                    <a:pt x="6144" y="26972"/>
                  </a:lnTo>
                  <a:lnTo>
                    <a:pt x="7056" y="22727"/>
                  </a:lnTo>
                  <a:lnTo>
                    <a:pt x="7980" y="15461"/>
                  </a:lnTo>
                  <a:lnTo>
                    <a:pt x="8595" y="10610"/>
                  </a:lnTo>
                  <a:lnTo>
                    <a:pt x="10951" y="9462"/>
                  </a:lnTo>
                  <a:lnTo>
                    <a:pt x="14949" y="6937"/>
                  </a:lnTo>
                  <a:lnTo>
                    <a:pt x="16941" y="5681"/>
                  </a:lnTo>
                  <a:lnTo>
                    <a:pt x="21143" y="3029"/>
                  </a:lnTo>
                  <a:lnTo>
                    <a:pt x="25414" y="334"/>
                  </a:lnTo>
                  <a:lnTo>
                    <a:pt x="29899" y="164"/>
                  </a:lnTo>
                  <a:lnTo>
                    <a:pt x="34228" y="0"/>
                  </a:lnTo>
                  <a:lnTo>
                    <a:pt x="37588" y="6028"/>
                  </a:lnTo>
                  <a:lnTo>
                    <a:pt x="40153" y="10633"/>
                  </a:lnTo>
                  <a:lnTo>
                    <a:pt x="42980" y="15709"/>
                  </a:lnTo>
                  <a:lnTo>
                    <a:pt x="43174" y="16803"/>
                  </a:lnTo>
                  <a:lnTo>
                    <a:pt x="43367" y="210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g1220"/>
            <p:cNvSpPr/>
            <p:nvPr/>
          </p:nvSpPr>
          <p:spPr>
            <a:xfrm>
              <a:off x="3151612" y="2700767"/>
              <a:ext cx="3147" cy="11127"/>
            </a:xfrm>
            <a:custGeom>
              <a:avLst/>
              <a:pathLst>
                <a:path w="3147" h="11127">
                  <a:moveTo>
                    <a:pt x="453" y="11127"/>
                  </a:moveTo>
                  <a:lnTo>
                    <a:pt x="137" y="8645"/>
                  </a:lnTo>
                  <a:lnTo>
                    <a:pt x="0" y="7749"/>
                  </a:lnTo>
                  <a:lnTo>
                    <a:pt x="1818" y="2986"/>
                  </a:lnTo>
                  <a:lnTo>
                    <a:pt x="2684" y="0"/>
                  </a:lnTo>
                  <a:lnTo>
                    <a:pt x="3133" y="1276"/>
                  </a:lnTo>
                  <a:lnTo>
                    <a:pt x="3147" y="1750"/>
                  </a:lnTo>
                  <a:lnTo>
                    <a:pt x="1461" y="6563"/>
                  </a:lnTo>
                  <a:lnTo>
                    <a:pt x="1443" y="86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g1221"/>
            <p:cNvSpPr/>
            <p:nvPr/>
          </p:nvSpPr>
          <p:spPr>
            <a:xfrm>
              <a:off x="3158097" y="2672709"/>
              <a:ext cx="6722" cy="34959"/>
            </a:xfrm>
            <a:custGeom>
              <a:avLst/>
              <a:pathLst>
                <a:path w="6722" h="34959">
                  <a:moveTo>
                    <a:pt x="5555" y="31177"/>
                  </a:moveTo>
                  <a:lnTo>
                    <a:pt x="5152" y="31071"/>
                  </a:lnTo>
                  <a:lnTo>
                    <a:pt x="3883" y="32847"/>
                  </a:lnTo>
                  <a:lnTo>
                    <a:pt x="2195" y="34519"/>
                  </a:lnTo>
                  <a:lnTo>
                    <a:pt x="337" y="34959"/>
                  </a:lnTo>
                  <a:lnTo>
                    <a:pt x="74" y="34461"/>
                  </a:lnTo>
                  <a:lnTo>
                    <a:pt x="0" y="33613"/>
                  </a:lnTo>
                  <a:lnTo>
                    <a:pt x="542" y="29485"/>
                  </a:lnTo>
                  <a:lnTo>
                    <a:pt x="752" y="27543"/>
                  </a:lnTo>
                  <a:lnTo>
                    <a:pt x="1556" y="25447"/>
                  </a:lnTo>
                  <a:lnTo>
                    <a:pt x="2698" y="23637"/>
                  </a:lnTo>
                  <a:lnTo>
                    <a:pt x="3181" y="23178"/>
                  </a:lnTo>
                  <a:lnTo>
                    <a:pt x="3127" y="22401"/>
                  </a:lnTo>
                  <a:lnTo>
                    <a:pt x="2445" y="21206"/>
                  </a:lnTo>
                  <a:lnTo>
                    <a:pt x="1734" y="20580"/>
                  </a:lnTo>
                  <a:lnTo>
                    <a:pt x="1059" y="21205"/>
                  </a:lnTo>
                  <a:lnTo>
                    <a:pt x="849" y="21011"/>
                  </a:lnTo>
                  <a:lnTo>
                    <a:pt x="779" y="20482"/>
                  </a:lnTo>
                  <a:lnTo>
                    <a:pt x="1014" y="19739"/>
                  </a:lnTo>
                  <a:lnTo>
                    <a:pt x="1124" y="18354"/>
                  </a:lnTo>
                  <a:lnTo>
                    <a:pt x="1019" y="16039"/>
                  </a:lnTo>
                  <a:lnTo>
                    <a:pt x="948" y="13217"/>
                  </a:lnTo>
                  <a:lnTo>
                    <a:pt x="799" y="11036"/>
                  </a:lnTo>
                  <a:lnTo>
                    <a:pt x="1218" y="7486"/>
                  </a:lnTo>
                  <a:lnTo>
                    <a:pt x="1324" y="5798"/>
                  </a:lnTo>
                  <a:lnTo>
                    <a:pt x="1848" y="2185"/>
                  </a:lnTo>
                  <a:lnTo>
                    <a:pt x="3081" y="0"/>
                  </a:lnTo>
                  <a:lnTo>
                    <a:pt x="4144" y="634"/>
                  </a:lnTo>
                  <a:lnTo>
                    <a:pt x="4704" y="796"/>
                  </a:lnTo>
                  <a:lnTo>
                    <a:pt x="4941" y="1223"/>
                  </a:lnTo>
                  <a:lnTo>
                    <a:pt x="5094" y="2475"/>
                  </a:lnTo>
                  <a:lnTo>
                    <a:pt x="5879" y="3923"/>
                  </a:lnTo>
                  <a:lnTo>
                    <a:pt x="6524" y="4104"/>
                  </a:lnTo>
                  <a:lnTo>
                    <a:pt x="6722" y="8762"/>
                  </a:lnTo>
                  <a:lnTo>
                    <a:pt x="6364" y="12747"/>
                  </a:lnTo>
                  <a:lnTo>
                    <a:pt x="6332" y="16237"/>
                  </a:lnTo>
                  <a:lnTo>
                    <a:pt x="6597" y="22720"/>
                  </a:lnTo>
                  <a:lnTo>
                    <a:pt x="6024" y="25473"/>
                  </a:lnTo>
                  <a:lnTo>
                    <a:pt x="5697" y="2872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g1222"/>
            <p:cNvSpPr/>
            <p:nvPr/>
          </p:nvSpPr>
          <p:spPr>
            <a:xfrm>
              <a:off x="1490692" y="4247839"/>
              <a:ext cx="600" cy="3093"/>
            </a:xfrm>
            <a:custGeom>
              <a:avLst/>
              <a:pathLst>
                <a:path w="600" h="3093">
                  <a:moveTo>
                    <a:pt x="600" y="2542"/>
                  </a:moveTo>
                  <a:lnTo>
                    <a:pt x="321" y="3093"/>
                  </a:lnTo>
                  <a:lnTo>
                    <a:pt x="426" y="2346"/>
                  </a:lnTo>
                  <a:lnTo>
                    <a:pt x="211" y="706"/>
                  </a:lnTo>
                  <a:lnTo>
                    <a:pt x="0" y="470"/>
                  </a:lnTo>
                  <a:lnTo>
                    <a:pt x="211" y="0"/>
                  </a:lnTo>
                  <a:lnTo>
                    <a:pt x="513" y="12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g1223"/>
            <p:cNvSpPr/>
            <p:nvPr/>
          </p:nvSpPr>
          <p:spPr>
            <a:xfrm>
              <a:off x="1510784" y="4179639"/>
              <a:ext cx="1774" cy="3047"/>
            </a:xfrm>
            <a:custGeom>
              <a:avLst/>
              <a:pathLst>
                <a:path w="1774" h="3047">
                  <a:moveTo>
                    <a:pt x="1774" y="2398"/>
                  </a:moveTo>
                  <a:lnTo>
                    <a:pt x="1581" y="3047"/>
                  </a:lnTo>
                  <a:lnTo>
                    <a:pt x="1562" y="2424"/>
                  </a:lnTo>
                  <a:lnTo>
                    <a:pt x="1292" y="2118"/>
                  </a:lnTo>
                  <a:lnTo>
                    <a:pt x="919" y="1491"/>
                  </a:lnTo>
                  <a:lnTo>
                    <a:pt x="411" y="764"/>
                  </a:lnTo>
                  <a:lnTo>
                    <a:pt x="137" y="646"/>
                  </a:lnTo>
                  <a:lnTo>
                    <a:pt x="0" y="225"/>
                  </a:lnTo>
                  <a:lnTo>
                    <a:pt x="190" y="0"/>
                  </a:lnTo>
                  <a:lnTo>
                    <a:pt x="503" y="328"/>
                  </a:lnTo>
                  <a:lnTo>
                    <a:pt x="943" y="992"/>
                  </a:lnTo>
                  <a:lnTo>
                    <a:pt x="1450" y="16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g1224"/>
            <p:cNvSpPr/>
            <p:nvPr/>
          </p:nvSpPr>
          <p:spPr>
            <a:xfrm>
              <a:off x="1469414" y="4175827"/>
              <a:ext cx="1056" cy="2421"/>
            </a:xfrm>
            <a:custGeom>
              <a:avLst/>
              <a:pathLst>
                <a:path w="1056" h="2421">
                  <a:moveTo>
                    <a:pt x="926" y="1350"/>
                  </a:moveTo>
                  <a:lnTo>
                    <a:pt x="1056" y="2421"/>
                  </a:lnTo>
                  <a:lnTo>
                    <a:pt x="823" y="1918"/>
                  </a:lnTo>
                  <a:lnTo>
                    <a:pt x="81" y="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g1225"/>
            <p:cNvSpPr/>
            <p:nvPr/>
          </p:nvSpPr>
          <p:spPr>
            <a:xfrm>
              <a:off x="1505120" y="4173793"/>
              <a:ext cx="925" cy="2825"/>
            </a:xfrm>
            <a:custGeom>
              <a:avLst/>
              <a:pathLst>
                <a:path w="925" h="2825">
                  <a:moveTo>
                    <a:pt x="921" y="2265"/>
                  </a:moveTo>
                  <a:lnTo>
                    <a:pt x="925" y="2825"/>
                  </a:lnTo>
                  <a:lnTo>
                    <a:pt x="0" y="0"/>
                  </a:lnTo>
                  <a:lnTo>
                    <a:pt x="364" y="22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g1226"/>
            <p:cNvSpPr/>
            <p:nvPr/>
          </p:nvSpPr>
          <p:spPr>
            <a:xfrm>
              <a:off x="1467570" y="4167702"/>
              <a:ext cx="1449" cy="4660"/>
            </a:xfrm>
            <a:custGeom>
              <a:avLst/>
              <a:pathLst>
                <a:path w="1449" h="4660">
                  <a:moveTo>
                    <a:pt x="1380" y="3846"/>
                  </a:moveTo>
                  <a:lnTo>
                    <a:pt x="1449" y="4660"/>
                  </a:lnTo>
                  <a:lnTo>
                    <a:pt x="1090" y="4123"/>
                  </a:lnTo>
                  <a:lnTo>
                    <a:pt x="750" y="2623"/>
                  </a:lnTo>
                  <a:lnTo>
                    <a:pt x="143" y="764"/>
                  </a:lnTo>
                  <a:lnTo>
                    <a:pt x="0" y="0"/>
                  </a:lnTo>
                  <a:lnTo>
                    <a:pt x="465" y="727"/>
                  </a:lnTo>
                  <a:lnTo>
                    <a:pt x="771" y="181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g1227"/>
            <p:cNvSpPr/>
            <p:nvPr/>
          </p:nvSpPr>
          <p:spPr>
            <a:xfrm>
              <a:off x="1468743" y="4156194"/>
              <a:ext cx="2050" cy="6085"/>
            </a:xfrm>
            <a:custGeom>
              <a:avLst/>
              <a:pathLst>
                <a:path w="2050" h="6085">
                  <a:moveTo>
                    <a:pt x="405" y="5523"/>
                  </a:moveTo>
                  <a:lnTo>
                    <a:pt x="452" y="6085"/>
                  </a:lnTo>
                  <a:lnTo>
                    <a:pt x="103" y="6010"/>
                  </a:lnTo>
                  <a:lnTo>
                    <a:pt x="0" y="5817"/>
                  </a:lnTo>
                  <a:lnTo>
                    <a:pt x="8" y="4767"/>
                  </a:lnTo>
                  <a:lnTo>
                    <a:pt x="262" y="3494"/>
                  </a:lnTo>
                  <a:lnTo>
                    <a:pt x="460" y="2421"/>
                  </a:lnTo>
                  <a:lnTo>
                    <a:pt x="866" y="1419"/>
                  </a:lnTo>
                  <a:lnTo>
                    <a:pt x="1589" y="415"/>
                  </a:lnTo>
                  <a:lnTo>
                    <a:pt x="1939" y="0"/>
                  </a:lnTo>
                  <a:lnTo>
                    <a:pt x="2050" y="245"/>
                  </a:lnTo>
                  <a:lnTo>
                    <a:pt x="1918" y="395"/>
                  </a:lnTo>
                  <a:lnTo>
                    <a:pt x="723" y="2493"/>
                  </a:lnTo>
                  <a:lnTo>
                    <a:pt x="349" y="3959"/>
                  </a:lnTo>
                  <a:lnTo>
                    <a:pt x="183" y="4986"/>
                  </a:lnTo>
                  <a:lnTo>
                    <a:pt x="214" y="53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g1228"/>
            <p:cNvSpPr/>
            <p:nvPr/>
          </p:nvSpPr>
          <p:spPr>
            <a:xfrm>
              <a:off x="1384301" y="4151072"/>
              <a:ext cx="4654" cy="10812"/>
            </a:xfrm>
            <a:custGeom>
              <a:avLst/>
              <a:pathLst>
                <a:path w="4654" h="10812">
                  <a:moveTo>
                    <a:pt x="3013" y="5722"/>
                  </a:moveTo>
                  <a:lnTo>
                    <a:pt x="4396" y="7098"/>
                  </a:lnTo>
                  <a:lnTo>
                    <a:pt x="4654" y="9329"/>
                  </a:lnTo>
                  <a:lnTo>
                    <a:pt x="4357" y="10812"/>
                  </a:lnTo>
                  <a:lnTo>
                    <a:pt x="3658" y="10445"/>
                  </a:lnTo>
                  <a:lnTo>
                    <a:pt x="3312" y="9635"/>
                  </a:lnTo>
                  <a:lnTo>
                    <a:pt x="2825" y="6974"/>
                  </a:lnTo>
                  <a:lnTo>
                    <a:pt x="1473" y="7574"/>
                  </a:lnTo>
                  <a:lnTo>
                    <a:pt x="539" y="7049"/>
                  </a:lnTo>
                  <a:lnTo>
                    <a:pt x="21" y="3581"/>
                  </a:lnTo>
                  <a:lnTo>
                    <a:pt x="0" y="2005"/>
                  </a:lnTo>
                  <a:lnTo>
                    <a:pt x="226" y="1041"/>
                  </a:lnTo>
                  <a:lnTo>
                    <a:pt x="1220" y="0"/>
                  </a:lnTo>
                  <a:lnTo>
                    <a:pt x="2459" y="767"/>
                  </a:lnTo>
                  <a:lnTo>
                    <a:pt x="2931" y="273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g1229"/>
            <p:cNvSpPr/>
            <p:nvPr/>
          </p:nvSpPr>
          <p:spPr>
            <a:xfrm>
              <a:off x="1381640" y="4150278"/>
              <a:ext cx="1243" cy="3001"/>
            </a:xfrm>
            <a:custGeom>
              <a:avLst/>
              <a:pathLst>
                <a:path w="1243" h="3001">
                  <a:moveTo>
                    <a:pt x="943" y="2230"/>
                  </a:moveTo>
                  <a:lnTo>
                    <a:pt x="643" y="3001"/>
                  </a:lnTo>
                  <a:lnTo>
                    <a:pt x="242" y="2461"/>
                  </a:lnTo>
                  <a:lnTo>
                    <a:pt x="64" y="1719"/>
                  </a:lnTo>
                  <a:lnTo>
                    <a:pt x="0" y="934"/>
                  </a:lnTo>
                  <a:lnTo>
                    <a:pt x="93" y="0"/>
                  </a:lnTo>
                  <a:lnTo>
                    <a:pt x="990" y="129"/>
                  </a:lnTo>
                  <a:lnTo>
                    <a:pt x="1243" y="53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g1230"/>
            <p:cNvSpPr/>
            <p:nvPr/>
          </p:nvSpPr>
          <p:spPr>
            <a:xfrm>
              <a:off x="1366512" y="4128711"/>
              <a:ext cx="1163" cy="4126"/>
            </a:xfrm>
            <a:custGeom>
              <a:avLst/>
              <a:pathLst>
                <a:path w="1163" h="4126">
                  <a:moveTo>
                    <a:pt x="727" y="4080"/>
                  </a:moveTo>
                  <a:lnTo>
                    <a:pt x="346" y="4126"/>
                  </a:lnTo>
                  <a:lnTo>
                    <a:pt x="0" y="3664"/>
                  </a:lnTo>
                  <a:lnTo>
                    <a:pt x="87" y="623"/>
                  </a:lnTo>
                  <a:lnTo>
                    <a:pt x="180" y="0"/>
                  </a:lnTo>
                  <a:lnTo>
                    <a:pt x="714" y="1027"/>
                  </a:lnTo>
                  <a:lnTo>
                    <a:pt x="1163" y="36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g1231"/>
            <p:cNvSpPr/>
            <p:nvPr/>
          </p:nvSpPr>
          <p:spPr>
            <a:xfrm>
              <a:off x="1442794" y="4124948"/>
              <a:ext cx="1581" cy="1670"/>
            </a:xfrm>
            <a:custGeom>
              <a:avLst/>
              <a:pathLst>
                <a:path w="1581" h="1670">
                  <a:moveTo>
                    <a:pt x="1058" y="219"/>
                  </a:moveTo>
                  <a:lnTo>
                    <a:pt x="1581" y="1670"/>
                  </a:lnTo>
                  <a:lnTo>
                    <a:pt x="885" y="683"/>
                  </a:lnTo>
                  <a:lnTo>
                    <a:pt x="0" y="259"/>
                  </a:lnTo>
                  <a:lnTo>
                    <a:pt x="337" y="0"/>
                  </a:lnTo>
                  <a:lnTo>
                    <a:pt x="826" y="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g1232"/>
            <p:cNvSpPr/>
            <p:nvPr/>
          </p:nvSpPr>
          <p:spPr>
            <a:xfrm>
              <a:off x="1441287" y="4124019"/>
              <a:ext cx="1310" cy="1760"/>
            </a:xfrm>
            <a:custGeom>
              <a:avLst/>
              <a:pathLst>
                <a:path w="1310" h="1760">
                  <a:moveTo>
                    <a:pt x="1310" y="1592"/>
                  </a:moveTo>
                  <a:lnTo>
                    <a:pt x="930" y="1760"/>
                  </a:lnTo>
                  <a:lnTo>
                    <a:pt x="0" y="0"/>
                  </a:lnTo>
                  <a:lnTo>
                    <a:pt x="357" y="0"/>
                  </a:lnTo>
                  <a:lnTo>
                    <a:pt x="890" y="109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g1233"/>
            <p:cNvSpPr/>
            <p:nvPr/>
          </p:nvSpPr>
          <p:spPr>
            <a:xfrm>
              <a:off x="1366253" y="4123816"/>
              <a:ext cx="714" cy="2692"/>
            </a:xfrm>
            <a:custGeom>
              <a:avLst/>
              <a:pathLst>
                <a:path w="714" h="2692">
                  <a:moveTo>
                    <a:pt x="440" y="2467"/>
                  </a:moveTo>
                  <a:lnTo>
                    <a:pt x="264" y="2692"/>
                  </a:lnTo>
                  <a:lnTo>
                    <a:pt x="79" y="2155"/>
                  </a:lnTo>
                  <a:lnTo>
                    <a:pt x="0" y="1330"/>
                  </a:lnTo>
                  <a:lnTo>
                    <a:pt x="63" y="0"/>
                  </a:lnTo>
                  <a:lnTo>
                    <a:pt x="528" y="877"/>
                  </a:lnTo>
                  <a:lnTo>
                    <a:pt x="714" y="146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g1234"/>
            <p:cNvSpPr/>
            <p:nvPr/>
          </p:nvSpPr>
          <p:spPr>
            <a:xfrm>
              <a:off x="1422960" y="4109195"/>
              <a:ext cx="1265" cy="7906"/>
            </a:xfrm>
            <a:custGeom>
              <a:avLst/>
              <a:pathLst>
                <a:path w="1265" h="7906">
                  <a:moveTo>
                    <a:pt x="1222" y="7404"/>
                  </a:moveTo>
                  <a:lnTo>
                    <a:pt x="1265" y="7906"/>
                  </a:lnTo>
                  <a:lnTo>
                    <a:pt x="1067" y="7877"/>
                  </a:lnTo>
                  <a:lnTo>
                    <a:pt x="711" y="6380"/>
                  </a:lnTo>
                  <a:lnTo>
                    <a:pt x="583" y="5081"/>
                  </a:lnTo>
                  <a:lnTo>
                    <a:pt x="356" y="3612"/>
                  </a:lnTo>
                  <a:lnTo>
                    <a:pt x="45" y="2542"/>
                  </a:lnTo>
                  <a:lnTo>
                    <a:pt x="9" y="1555"/>
                  </a:lnTo>
                  <a:lnTo>
                    <a:pt x="0" y="0"/>
                  </a:lnTo>
                  <a:lnTo>
                    <a:pt x="353" y="2383"/>
                  </a:lnTo>
                  <a:lnTo>
                    <a:pt x="687" y="4296"/>
                  </a:lnTo>
                  <a:lnTo>
                    <a:pt x="930" y="58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g1235"/>
            <p:cNvSpPr/>
            <p:nvPr/>
          </p:nvSpPr>
          <p:spPr>
            <a:xfrm>
              <a:off x="1452611" y="4107380"/>
              <a:ext cx="465" cy="2640"/>
            </a:xfrm>
            <a:custGeom>
              <a:avLst/>
              <a:pathLst>
                <a:path w="465" h="2640">
                  <a:moveTo>
                    <a:pt x="170" y="2320"/>
                  </a:moveTo>
                  <a:lnTo>
                    <a:pt x="0" y="2640"/>
                  </a:lnTo>
                  <a:lnTo>
                    <a:pt x="218" y="294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g1236"/>
            <p:cNvSpPr/>
            <p:nvPr/>
          </p:nvSpPr>
          <p:spPr>
            <a:xfrm>
              <a:off x="1427316" y="4099675"/>
              <a:ext cx="1051" cy="4256"/>
            </a:xfrm>
            <a:custGeom>
              <a:avLst/>
              <a:pathLst>
                <a:path w="1051" h="4256">
                  <a:moveTo>
                    <a:pt x="1051" y="2926"/>
                  </a:moveTo>
                  <a:lnTo>
                    <a:pt x="990" y="4256"/>
                  </a:lnTo>
                  <a:lnTo>
                    <a:pt x="810" y="2972"/>
                  </a:lnTo>
                  <a:lnTo>
                    <a:pt x="219" y="917"/>
                  </a:lnTo>
                  <a:lnTo>
                    <a:pt x="0" y="0"/>
                  </a:lnTo>
                  <a:lnTo>
                    <a:pt x="261" y="14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g1237"/>
            <p:cNvSpPr/>
            <p:nvPr/>
          </p:nvSpPr>
          <p:spPr>
            <a:xfrm>
              <a:off x="1489519" y="3942136"/>
              <a:ext cx="633" cy="3156"/>
            </a:xfrm>
            <a:custGeom>
              <a:avLst/>
              <a:pathLst>
                <a:path w="633" h="3156">
                  <a:moveTo>
                    <a:pt x="377" y="2651"/>
                  </a:moveTo>
                  <a:lnTo>
                    <a:pt x="25" y="3156"/>
                  </a:lnTo>
                  <a:lnTo>
                    <a:pt x="0" y="0"/>
                  </a:lnTo>
                  <a:lnTo>
                    <a:pt x="456" y="600"/>
                  </a:lnTo>
                  <a:lnTo>
                    <a:pt x="633" y="1105"/>
                  </a:lnTo>
                  <a:lnTo>
                    <a:pt x="557" y="196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g1238"/>
            <p:cNvSpPr/>
            <p:nvPr/>
          </p:nvSpPr>
          <p:spPr>
            <a:xfrm>
              <a:off x="1485252" y="3927061"/>
              <a:ext cx="716" cy="2781"/>
            </a:xfrm>
            <a:custGeom>
              <a:avLst/>
              <a:pathLst>
                <a:path w="716" h="2781">
                  <a:moveTo>
                    <a:pt x="716" y="470"/>
                  </a:moveTo>
                  <a:lnTo>
                    <a:pt x="2" y="2781"/>
                  </a:lnTo>
                  <a:lnTo>
                    <a:pt x="0" y="320"/>
                  </a:lnTo>
                  <a:lnTo>
                    <a:pt x="257" y="0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g1239"/>
            <p:cNvSpPr/>
            <p:nvPr/>
          </p:nvSpPr>
          <p:spPr>
            <a:xfrm>
              <a:off x="1484943" y="3920554"/>
              <a:ext cx="3260" cy="4446"/>
            </a:xfrm>
            <a:custGeom>
              <a:avLst/>
              <a:pathLst>
                <a:path w="3260" h="4446">
                  <a:moveTo>
                    <a:pt x="1366" y="0"/>
                  </a:moveTo>
                  <a:lnTo>
                    <a:pt x="2807" y="1535"/>
                  </a:lnTo>
                  <a:lnTo>
                    <a:pt x="3260" y="1370"/>
                  </a:lnTo>
                  <a:lnTo>
                    <a:pt x="2802" y="2885"/>
                  </a:lnTo>
                  <a:lnTo>
                    <a:pt x="1367" y="3708"/>
                  </a:lnTo>
                  <a:lnTo>
                    <a:pt x="892" y="4446"/>
                  </a:lnTo>
                  <a:lnTo>
                    <a:pt x="311" y="3967"/>
                  </a:lnTo>
                  <a:lnTo>
                    <a:pt x="0" y="22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g1240"/>
            <p:cNvSpPr/>
            <p:nvPr/>
          </p:nvSpPr>
          <p:spPr>
            <a:xfrm>
              <a:off x="1475541" y="3909707"/>
              <a:ext cx="1089" cy="3428"/>
            </a:xfrm>
            <a:custGeom>
              <a:avLst/>
              <a:pathLst>
                <a:path w="1089" h="3428">
                  <a:moveTo>
                    <a:pt x="660" y="2891"/>
                  </a:moveTo>
                  <a:lnTo>
                    <a:pt x="452" y="3428"/>
                  </a:lnTo>
                  <a:lnTo>
                    <a:pt x="61" y="1662"/>
                  </a:lnTo>
                  <a:lnTo>
                    <a:pt x="0" y="923"/>
                  </a:lnTo>
                  <a:lnTo>
                    <a:pt x="706" y="0"/>
                  </a:lnTo>
                  <a:lnTo>
                    <a:pt x="1089" y="49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g1241"/>
            <p:cNvSpPr/>
            <p:nvPr/>
          </p:nvSpPr>
          <p:spPr>
            <a:xfrm>
              <a:off x="1480469" y="3895876"/>
              <a:ext cx="1186" cy="2597"/>
            </a:xfrm>
            <a:custGeom>
              <a:avLst/>
              <a:pathLst>
                <a:path w="1186" h="2597">
                  <a:moveTo>
                    <a:pt x="726" y="2369"/>
                  </a:moveTo>
                  <a:lnTo>
                    <a:pt x="103" y="2597"/>
                  </a:lnTo>
                  <a:lnTo>
                    <a:pt x="0" y="1136"/>
                  </a:lnTo>
                  <a:lnTo>
                    <a:pt x="192" y="363"/>
                  </a:lnTo>
                  <a:lnTo>
                    <a:pt x="459" y="0"/>
                  </a:lnTo>
                  <a:lnTo>
                    <a:pt x="934" y="453"/>
                  </a:lnTo>
                  <a:lnTo>
                    <a:pt x="1186" y="1093"/>
                  </a:lnTo>
                  <a:lnTo>
                    <a:pt x="1171" y="16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g1242"/>
            <p:cNvSpPr/>
            <p:nvPr/>
          </p:nvSpPr>
          <p:spPr>
            <a:xfrm>
              <a:off x="1474500" y="3893556"/>
              <a:ext cx="2009" cy="4504"/>
            </a:xfrm>
            <a:custGeom>
              <a:avLst/>
              <a:pathLst>
                <a:path w="2009" h="4504">
                  <a:moveTo>
                    <a:pt x="1731" y="3809"/>
                  </a:moveTo>
                  <a:lnTo>
                    <a:pt x="789" y="4504"/>
                  </a:lnTo>
                  <a:lnTo>
                    <a:pt x="338" y="4377"/>
                  </a:lnTo>
                  <a:lnTo>
                    <a:pt x="0" y="1965"/>
                  </a:lnTo>
                  <a:lnTo>
                    <a:pt x="121" y="473"/>
                  </a:lnTo>
                  <a:lnTo>
                    <a:pt x="271" y="0"/>
                  </a:lnTo>
                  <a:lnTo>
                    <a:pt x="1874" y="588"/>
                  </a:lnTo>
                  <a:lnTo>
                    <a:pt x="2009" y="1682"/>
                  </a:lnTo>
                  <a:lnTo>
                    <a:pt x="1985" y="272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g1243"/>
            <p:cNvSpPr/>
            <p:nvPr/>
          </p:nvSpPr>
          <p:spPr>
            <a:xfrm>
              <a:off x="3310780" y="2861266"/>
              <a:ext cx="8212" cy="46942"/>
            </a:xfrm>
            <a:custGeom>
              <a:avLst/>
              <a:pathLst>
                <a:path w="8212" h="46942">
                  <a:moveTo>
                    <a:pt x="4935" y="45684"/>
                  </a:moveTo>
                  <a:lnTo>
                    <a:pt x="4070" y="46290"/>
                  </a:lnTo>
                  <a:lnTo>
                    <a:pt x="3256" y="46942"/>
                  </a:lnTo>
                  <a:lnTo>
                    <a:pt x="2578" y="46924"/>
                  </a:lnTo>
                  <a:lnTo>
                    <a:pt x="2032" y="46668"/>
                  </a:lnTo>
                  <a:lnTo>
                    <a:pt x="1670" y="46041"/>
                  </a:lnTo>
                  <a:lnTo>
                    <a:pt x="971" y="43544"/>
                  </a:lnTo>
                  <a:lnTo>
                    <a:pt x="478" y="40305"/>
                  </a:lnTo>
                  <a:lnTo>
                    <a:pt x="782" y="38498"/>
                  </a:lnTo>
                  <a:lnTo>
                    <a:pt x="886" y="37370"/>
                  </a:lnTo>
                  <a:lnTo>
                    <a:pt x="218" y="28834"/>
                  </a:lnTo>
                  <a:lnTo>
                    <a:pt x="0" y="22280"/>
                  </a:lnTo>
                  <a:lnTo>
                    <a:pt x="79" y="20936"/>
                  </a:lnTo>
                  <a:lnTo>
                    <a:pt x="461" y="19390"/>
                  </a:lnTo>
                  <a:lnTo>
                    <a:pt x="1096" y="15973"/>
                  </a:lnTo>
                  <a:lnTo>
                    <a:pt x="1434" y="12682"/>
                  </a:lnTo>
                  <a:lnTo>
                    <a:pt x="2389" y="5077"/>
                  </a:lnTo>
                  <a:lnTo>
                    <a:pt x="3398" y="2148"/>
                  </a:lnTo>
                  <a:lnTo>
                    <a:pt x="4881" y="0"/>
                  </a:lnTo>
                  <a:lnTo>
                    <a:pt x="6099" y="4200"/>
                  </a:lnTo>
                  <a:lnTo>
                    <a:pt x="7580" y="7413"/>
                  </a:lnTo>
                  <a:lnTo>
                    <a:pt x="7860" y="11000"/>
                  </a:lnTo>
                  <a:lnTo>
                    <a:pt x="7425" y="13921"/>
                  </a:lnTo>
                  <a:lnTo>
                    <a:pt x="7025" y="18573"/>
                  </a:lnTo>
                  <a:lnTo>
                    <a:pt x="7264" y="20711"/>
                  </a:lnTo>
                  <a:lnTo>
                    <a:pt x="7353" y="22561"/>
                  </a:lnTo>
                  <a:lnTo>
                    <a:pt x="7756" y="25672"/>
                  </a:lnTo>
                  <a:lnTo>
                    <a:pt x="8146" y="29706"/>
                  </a:lnTo>
                  <a:lnTo>
                    <a:pt x="8212" y="32515"/>
                  </a:lnTo>
                  <a:lnTo>
                    <a:pt x="8001" y="35116"/>
                  </a:lnTo>
                  <a:lnTo>
                    <a:pt x="7487" y="37302"/>
                  </a:lnTo>
                  <a:lnTo>
                    <a:pt x="6473" y="43880"/>
                  </a:lnTo>
                  <a:lnTo>
                    <a:pt x="6170" y="44564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g1244"/>
            <p:cNvSpPr/>
            <p:nvPr/>
          </p:nvSpPr>
          <p:spPr>
            <a:xfrm>
              <a:off x="3017440" y="2207930"/>
              <a:ext cx="90984" cy="135709"/>
            </a:xfrm>
            <a:custGeom>
              <a:avLst/>
              <a:pathLst>
                <a:path w="90984" h="135709">
                  <a:moveTo>
                    <a:pt x="76627" y="83122"/>
                  </a:moveTo>
                  <a:lnTo>
                    <a:pt x="77638" y="86175"/>
                  </a:lnTo>
                  <a:lnTo>
                    <a:pt x="78923" y="87798"/>
                  </a:lnTo>
                  <a:lnTo>
                    <a:pt x="81898" y="89514"/>
                  </a:lnTo>
                  <a:lnTo>
                    <a:pt x="82163" y="89312"/>
                  </a:lnTo>
                  <a:lnTo>
                    <a:pt x="82193" y="88989"/>
                  </a:lnTo>
                  <a:lnTo>
                    <a:pt x="81985" y="88546"/>
                  </a:lnTo>
                  <a:lnTo>
                    <a:pt x="81954" y="87974"/>
                  </a:lnTo>
                  <a:lnTo>
                    <a:pt x="82100" y="87276"/>
                  </a:lnTo>
                  <a:lnTo>
                    <a:pt x="82509" y="87240"/>
                  </a:lnTo>
                  <a:lnTo>
                    <a:pt x="83182" y="87865"/>
                  </a:lnTo>
                  <a:lnTo>
                    <a:pt x="84462" y="86960"/>
                  </a:lnTo>
                  <a:lnTo>
                    <a:pt x="86347" y="84526"/>
                  </a:lnTo>
                  <a:lnTo>
                    <a:pt x="88079" y="84031"/>
                  </a:lnTo>
                  <a:lnTo>
                    <a:pt x="89655" y="85475"/>
                  </a:lnTo>
                  <a:lnTo>
                    <a:pt x="90466" y="87156"/>
                  </a:lnTo>
                  <a:lnTo>
                    <a:pt x="90984" y="88752"/>
                  </a:lnTo>
                  <a:lnTo>
                    <a:pt x="90822" y="90723"/>
                  </a:lnTo>
                  <a:lnTo>
                    <a:pt x="90722" y="91951"/>
                  </a:lnTo>
                  <a:lnTo>
                    <a:pt x="90306" y="97034"/>
                  </a:lnTo>
                  <a:lnTo>
                    <a:pt x="90019" y="98930"/>
                  </a:lnTo>
                  <a:lnTo>
                    <a:pt x="89558" y="101059"/>
                  </a:lnTo>
                  <a:lnTo>
                    <a:pt x="84662" y="103596"/>
                  </a:lnTo>
                  <a:lnTo>
                    <a:pt x="84977" y="102377"/>
                  </a:lnTo>
                  <a:lnTo>
                    <a:pt x="84863" y="100240"/>
                  </a:lnTo>
                  <a:lnTo>
                    <a:pt x="84657" y="98628"/>
                  </a:lnTo>
                  <a:lnTo>
                    <a:pt x="85114" y="97169"/>
                  </a:lnTo>
                  <a:lnTo>
                    <a:pt x="84012" y="96641"/>
                  </a:lnTo>
                  <a:lnTo>
                    <a:pt x="83530" y="97442"/>
                  </a:lnTo>
                  <a:lnTo>
                    <a:pt x="83155" y="98836"/>
                  </a:lnTo>
                  <a:lnTo>
                    <a:pt x="83488" y="102046"/>
                  </a:lnTo>
                  <a:lnTo>
                    <a:pt x="82952" y="103821"/>
                  </a:lnTo>
                  <a:lnTo>
                    <a:pt x="82746" y="104815"/>
                  </a:lnTo>
                  <a:lnTo>
                    <a:pt x="82722" y="107162"/>
                  </a:lnTo>
                  <a:lnTo>
                    <a:pt x="82406" y="108178"/>
                  </a:lnTo>
                  <a:lnTo>
                    <a:pt x="82343" y="109285"/>
                  </a:lnTo>
                  <a:lnTo>
                    <a:pt x="83123" y="108998"/>
                  </a:lnTo>
                  <a:lnTo>
                    <a:pt x="82773" y="111026"/>
                  </a:lnTo>
                  <a:lnTo>
                    <a:pt x="81306" y="114923"/>
                  </a:lnTo>
                  <a:lnTo>
                    <a:pt x="80789" y="117245"/>
                  </a:lnTo>
                  <a:lnTo>
                    <a:pt x="80916" y="126459"/>
                  </a:lnTo>
                  <a:lnTo>
                    <a:pt x="80263" y="131967"/>
                  </a:lnTo>
                  <a:lnTo>
                    <a:pt x="80212" y="133598"/>
                  </a:lnTo>
                  <a:lnTo>
                    <a:pt x="78655" y="133650"/>
                  </a:lnTo>
                  <a:lnTo>
                    <a:pt x="78191" y="133523"/>
                  </a:lnTo>
                  <a:lnTo>
                    <a:pt x="76718" y="132693"/>
                  </a:lnTo>
                  <a:lnTo>
                    <a:pt x="75065" y="131229"/>
                  </a:lnTo>
                  <a:lnTo>
                    <a:pt x="74093" y="128386"/>
                  </a:lnTo>
                  <a:lnTo>
                    <a:pt x="73472" y="126355"/>
                  </a:lnTo>
                  <a:lnTo>
                    <a:pt x="72071" y="127273"/>
                  </a:lnTo>
                  <a:lnTo>
                    <a:pt x="71803" y="127027"/>
                  </a:lnTo>
                  <a:lnTo>
                    <a:pt x="71420" y="126046"/>
                  </a:lnTo>
                  <a:lnTo>
                    <a:pt x="70364" y="125388"/>
                  </a:lnTo>
                  <a:lnTo>
                    <a:pt x="69060" y="125375"/>
                  </a:lnTo>
                  <a:lnTo>
                    <a:pt x="66131" y="121663"/>
                  </a:lnTo>
                  <a:lnTo>
                    <a:pt x="65806" y="121035"/>
                  </a:lnTo>
                  <a:lnTo>
                    <a:pt x="63507" y="121661"/>
                  </a:lnTo>
                  <a:lnTo>
                    <a:pt x="60061" y="123500"/>
                  </a:lnTo>
                  <a:lnTo>
                    <a:pt x="57432" y="125766"/>
                  </a:lnTo>
                  <a:lnTo>
                    <a:pt x="54717" y="129806"/>
                  </a:lnTo>
                  <a:lnTo>
                    <a:pt x="53615" y="132871"/>
                  </a:lnTo>
                  <a:lnTo>
                    <a:pt x="52340" y="134498"/>
                  </a:lnTo>
                  <a:lnTo>
                    <a:pt x="50522" y="135709"/>
                  </a:lnTo>
                  <a:lnTo>
                    <a:pt x="47278" y="135250"/>
                  </a:lnTo>
                  <a:lnTo>
                    <a:pt x="43899" y="133710"/>
                  </a:lnTo>
                  <a:lnTo>
                    <a:pt x="40269" y="132057"/>
                  </a:lnTo>
                  <a:lnTo>
                    <a:pt x="38310" y="132970"/>
                  </a:lnTo>
                  <a:lnTo>
                    <a:pt x="35656" y="132285"/>
                  </a:lnTo>
                  <a:lnTo>
                    <a:pt x="31655" y="130308"/>
                  </a:lnTo>
                  <a:lnTo>
                    <a:pt x="28675" y="129708"/>
                  </a:lnTo>
                  <a:lnTo>
                    <a:pt x="25738" y="130872"/>
                  </a:lnTo>
                  <a:lnTo>
                    <a:pt x="25244" y="129984"/>
                  </a:lnTo>
                  <a:lnTo>
                    <a:pt x="25136" y="128965"/>
                  </a:lnTo>
                  <a:lnTo>
                    <a:pt x="25249" y="127521"/>
                  </a:lnTo>
                  <a:lnTo>
                    <a:pt x="25663" y="126359"/>
                  </a:lnTo>
                  <a:lnTo>
                    <a:pt x="26375" y="125479"/>
                  </a:lnTo>
                  <a:lnTo>
                    <a:pt x="26751" y="124586"/>
                  </a:lnTo>
                  <a:lnTo>
                    <a:pt x="26790" y="123677"/>
                  </a:lnTo>
                  <a:lnTo>
                    <a:pt x="25991" y="122220"/>
                  </a:lnTo>
                  <a:lnTo>
                    <a:pt x="24355" y="120213"/>
                  </a:lnTo>
                  <a:lnTo>
                    <a:pt x="23681" y="118955"/>
                  </a:lnTo>
                  <a:lnTo>
                    <a:pt x="23515" y="118644"/>
                  </a:lnTo>
                  <a:lnTo>
                    <a:pt x="23471" y="117516"/>
                  </a:lnTo>
                  <a:lnTo>
                    <a:pt x="23131" y="116630"/>
                  </a:lnTo>
                  <a:lnTo>
                    <a:pt x="22496" y="115984"/>
                  </a:lnTo>
                  <a:lnTo>
                    <a:pt x="22004" y="114812"/>
                  </a:lnTo>
                  <a:lnTo>
                    <a:pt x="21657" y="113114"/>
                  </a:lnTo>
                  <a:lnTo>
                    <a:pt x="21732" y="111514"/>
                  </a:lnTo>
                  <a:lnTo>
                    <a:pt x="22228" y="110015"/>
                  </a:lnTo>
                  <a:lnTo>
                    <a:pt x="22864" y="109364"/>
                  </a:lnTo>
                  <a:lnTo>
                    <a:pt x="23639" y="109566"/>
                  </a:lnTo>
                  <a:lnTo>
                    <a:pt x="23962" y="109141"/>
                  </a:lnTo>
                  <a:lnTo>
                    <a:pt x="23833" y="108089"/>
                  </a:lnTo>
                  <a:lnTo>
                    <a:pt x="23075" y="106746"/>
                  </a:lnTo>
                  <a:lnTo>
                    <a:pt x="21687" y="105112"/>
                  </a:lnTo>
                  <a:lnTo>
                    <a:pt x="20274" y="106002"/>
                  </a:lnTo>
                  <a:lnTo>
                    <a:pt x="18834" y="109413"/>
                  </a:lnTo>
                  <a:lnTo>
                    <a:pt x="17797" y="109967"/>
                  </a:lnTo>
                  <a:lnTo>
                    <a:pt x="17161" y="107665"/>
                  </a:lnTo>
                  <a:lnTo>
                    <a:pt x="16030" y="106298"/>
                  </a:lnTo>
                  <a:lnTo>
                    <a:pt x="14405" y="105868"/>
                  </a:lnTo>
                  <a:lnTo>
                    <a:pt x="13404" y="104988"/>
                  </a:lnTo>
                  <a:lnTo>
                    <a:pt x="13029" y="103659"/>
                  </a:lnTo>
                  <a:lnTo>
                    <a:pt x="12318" y="102635"/>
                  </a:lnTo>
                  <a:lnTo>
                    <a:pt x="10750" y="101554"/>
                  </a:lnTo>
                  <a:lnTo>
                    <a:pt x="10729" y="100515"/>
                  </a:lnTo>
                  <a:lnTo>
                    <a:pt x="10984" y="100272"/>
                  </a:lnTo>
                  <a:lnTo>
                    <a:pt x="11540" y="100173"/>
                  </a:lnTo>
                  <a:lnTo>
                    <a:pt x="12287" y="99954"/>
                  </a:lnTo>
                  <a:lnTo>
                    <a:pt x="12406" y="99367"/>
                  </a:lnTo>
                  <a:lnTo>
                    <a:pt x="12415" y="98830"/>
                  </a:lnTo>
                  <a:lnTo>
                    <a:pt x="11826" y="98146"/>
                  </a:lnTo>
                  <a:lnTo>
                    <a:pt x="11230" y="97682"/>
                  </a:lnTo>
                  <a:lnTo>
                    <a:pt x="10920" y="97217"/>
                  </a:lnTo>
                  <a:lnTo>
                    <a:pt x="10721" y="96705"/>
                  </a:lnTo>
                  <a:lnTo>
                    <a:pt x="10682" y="96167"/>
                  </a:lnTo>
                  <a:lnTo>
                    <a:pt x="10856" y="95800"/>
                  </a:lnTo>
                  <a:lnTo>
                    <a:pt x="11095" y="95776"/>
                  </a:lnTo>
                  <a:lnTo>
                    <a:pt x="11333" y="95458"/>
                  </a:lnTo>
                  <a:lnTo>
                    <a:pt x="11465" y="94212"/>
                  </a:lnTo>
                  <a:lnTo>
                    <a:pt x="11787" y="93186"/>
                  </a:lnTo>
                  <a:lnTo>
                    <a:pt x="12017" y="92819"/>
                  </a:lnTo>
                  <a:lnTo>
                    <a:pt x="12002" y="92062"/>
                  </a:lnTo>
                  <a:lnTo>
                    <a:pt x="11763" y="91353"/>
                  </a:lnTo>
                  <a:lnTo>
                    <a:pt x="11436" y="90743"/>
                  </a:lnTo>
                  <a:lnTo>
                    <a:pt x="10959" y="90372"/>
                  </a:lnTo>
                  <a:lnTo>
                    <a:pt x="9466" y="89302"/>
                  </a:lnTo>
                  <a:lnTo>
                    <a:pt x="8710" y="87811"/>
                  </a:lnTo>
                  <a:lnTo>
                    <a:pt x="8249" y="87758"/>
                  </a:lnTo>
                  <a:lnTo>
                    <a:pt x="7518" y="86931"/>
                  </a:lnTo>
                  <a:lnTo>
                    <a:pt x="6729" y="85637"/>
                  </a:lnTo>
                  <a:lnTo>
                    <a:pt x="6047" y="83799"/>
                  </a:lnTo>
                  <a:lnTo>
                    <a:pt x="5309" y="82607"/>
                  </a:lnTo>
                  <a:lnTo>
                    <a:pt x="5118" y="82118"/>
                  </a:lnTo>
                  <a:lnTo>
                    <a:pt x="5101" y="81655"/>
                  </a:lnTo>
                  <a:lnTo>
                    <a:pt x="5236" y="81141"/>
                  </a:lnTo>
                  <a:lnTo>
                    <a:pt x="5232" y="80580"/>
                  </a:lnTo>
                  <a:lnTo>
                    <a:pt x="5037" y="78778"/>
                  </a:lnTo>
                  <a:lnTo>
                    <a:pt x="5167" y="76870"/>
                  </a:lnTo>
                  <a:lnTo>
                    <a:pt x="5133" y="75083"/>
                  </a:lnTo>
                  <a:lnTo>
                    <a:pt x="5126" y="74276"/>
                  </a:lnTo>
                  <a:lnTo>
                    <a:pt x="4983" y="74031"/>
                  </a:lnTo>
                  <a:lnTo>
                    <a:pt x="4855" y="74301"/>
                  </a:lnTo>
                  <a:lnTo>
                    <a:pt x="4672" y="74643"/>
                  </a:lnTo>
                  <a:lnTo>
                    <a:pt x="4494" y="74706"/>
                  </a:lnTo>
                  <a:lnTo>
                    <a:pt x="3950" y="73402"/>
                  </a:lnTo>
                  <a:lnTo>
                    <a:pt x="3262" y="70740"/>
                  </a:lnTo>
                  <a:lnTo>
                    <a:pt x="2795" y="69852"/>
                  </a:lnTo>
                  <a:lnTo>
                    <a:pt x="1886" y="68633"/>
                  </a:lnTo>
                  <a:lnTo>
                    <a:pt x="1122" y="67607"/>
                  </a:lnTo>
                  <a:lnTo>
                    <a:pt x="572" y="65385"/>
                  </a:lnTo>
                  <a:lnTo>
                    <a:pt x="0" y="63674"/>
                  </a:lnTo>
                  <a:lnTo>
                    <a:pt x="376" y="62953"/>
                  </a:lnTo>
                  <a:lnTo>
                    <a:pt x="2560" y="61950"/>
                  </a:lnTo>
                  <a:lnTo>
                    <a:pt x="3575" y="62938"/>
                  </a:lnTo>
                  <a:lnTo>
                    <a:pt x="4030" y="62579"/>
                  </a:lnTo>
                  <a:lnTo>
                    <a:pt x="4476" y="61777"/>
                  </a:lnTo>
                  <a:lnTo>
                    <a:pt x="4719" y="61138"/>
                  </a:lnTo>
                  <a:lnTo>
                    <a:pt x="4764" y="60457"/>
                  </a:lnTo>
                  <a:lnTo>
                    <a:pt x="4984" y="59607"/>
                  </a:lnTo>
                  <a:lnTo>
                    <a:pt x="5722" y="59209"/>
                  </a:lnTo>
                  <a:lnTo>
                    <a:pt x="7672" y="59725"/>
                  </a:lnTo>
                  <a:lnTo>
                    <a:pt x="8458" y="58538"/>
                  </a:lnTo>
                  <a:lnTo>
                    <a:pt x="8749" y="57890"/>
                  </a:lnTo>
                  <a:lnTo>
                    <a:pt x="8927" y="56462"/>
                  </a:lnTo>
                  <a:lnTo>
                    <a:pt x="9132" y="55313"/>
                  </a:lnTo>
                  <a:lnTo>
                    <a:pt x="9832" y="54700"/>
                  </a:lnTo>
                  <a:lnTo>
                    <a:pt x="9820" y="53652"/>
                  </a:lnTo>
                  <a:lnTo>
                    <a:pt x="9714" y="52511"/>
                  </a:lnTo>
                  <a:lnTo>
                    <a:pt x="10120" y="49967"/>
                  </a:lnTo>
                  <a:lnTo>
                    <a:pt x="10367" y="48923"/>
                  </a:lnTo>
                  <a:lnTo>
                    <a:pt x="10762" y="48541"/>
                  </a:lnTo>
                  <a:lnTo>
                    <a:pt x="11240" y="47740"/>
                  </a:lnTo>
                  <a:lnTo>
                    <a:pt x="12067" y="46072"/>
                  </a:lnTo>
                  <a:lnTo>
                    <a:pt x="11875" y="44622"/>
                  </a:lnTo>
                  <a:lnTo>
                    <a:pt x="12042" y="43547"/>
                  </a:lnTo>
                  <a:lnTo>
                    <a:pt x="12905" y="40928"/>
                  </a:lnTo>
                  <a:lnTo>
                    <a:pt x="13563" y="38405"/>
                  </a:lnTo>
                  <a:lnTo>
                    <a:pt x="13552" y="37141"/>
                  </a:lnTo>
                  <a:lnTo>
                    <a:pt x="13647" y="36037"/>
                  </a:lnTo>
                  <a:lnTo>
                    <a:pt x="14228" y="34828"/>
                  </a:lnTo>
                  <a:lnTo>
                    <a:pt x="14840" y="33252"/>
                  </a:lnTo>
                  <a:lnTo>
                    <a:pt x="15646" y="28334"/>
                  </a:lnTo>
                  <a:lnTo>
                    <a:pt x="15933" y="27507"/>
                  </a:lnTo>
                  <a:lnTo>
                    <a:pt x="16463" y="26571"/>
                  </a:lnTo>
                  <a:lnTo>
                    <a:pt x="16857" y="25641"/>
                  </a:lnTo>
                  <a:lnTo>
                    <a:pt x="16899" y="22411"/>
                  </a:lnTo>
                  <a:lnTo>
                    <a:pt x="17267" y="21477"/>
                  </a:lnTo>
                  <a:lnTo>
                    <a:pt x="17978" y="20431"/>
                  </a:lnTo>
                  <a:lnTo>
                    <a:pt x="18681" y="18746"/>
                  </a:lnTo>
                  <a:lnTo>
                    <a:pt x="19254" y="16757"/>
                  </a:lnTo>
                  <a:lnTo>
                    <a:pt x="19696" y="15827"/>
                  </a:lnTo>
                  <a:lnTo>
                    <a:pt x="20281" y="15579"/>
                  </a:lnTo>
                  <a:lnTo>
                    <a:pt x="20916" y="14799"/>
                  </a:lnTo>
                  <a:lnTo>
                    <a:pt x="21627" y="14506"/>
                  </a:lnTo>
                  <a:lnTo>
                    <a:pt x="22314" y="14889"/>
                  </a:lnTo>
                  <a:lnTo>
                    <a:pt x="22751" y="14690"/>
                  </a:lnTo>
                  <a:lnTo>
                    <a:pt x="23408" y="13724"/>
                  </a:lnTo>
                  <a:lnTo>
                    <a:pt x="25091" y="10073"/>
                  </a:lnTo>
                  <a:lnTo>
                    <a:pt x="25330" y="9343"/>
                  </a:lnTo>
                  <a:lnTo>
                    <a:pt x="25679" y="8841"/>
                  </a:lnTo>
                  <a:lnTo>
                    <a:pt x="27043" y="7592"/>
                  </a:lnTo>
                  <a:lnTo>
                    <a:pt x="27389" y="6333"/>
                  </a:lnTo>
                  <a:lnTo>
                    <a:pt x="27857" y="5202"/>
                  </a:lnTo>
                  <a:lnTo>
                    <a:pt x="28464" y="5287"/>
                  </a:lnTo>
                  <a:lnTo>
                    <a:pt x="30440" y="8081"/>
                  </a:lnTo>
                  <a:lnTo>
                    <a:pt x="32560" y="7908"/>
                  </a:lnTo>
                  <a:lnTo>
                    <a:pt x="33073" y="8069"/>
                  </a:lnTo>
                  <a:lnTo>
                    <a:pt x="33332" y="8299"/>
                  </a:lnTo>
                  <a:lnTo>
                    <a:pt x="36147" y="9682"/>
                  </a:lnTo>
                  <a:lnTo>
                    <a:pt x="36704" y="9417"/>
                  </a:lnTo>
                  <a:lnTo>
                    <a:pt x="37838" y="10561"/>
                  </a:lnTo>
                  <a:lnTo>
                    <a:pt x="38840" y="10409"/>
                  </a:lnTo>
                  <a:lnTo>
                    <a:pt x="39792" y="9616"/>
                  </a:lnTo>
                  <a:lnTo>
                    <a:pt x="40783" y="9348"/>
                  </a:lnTo>
                  <a:lnTo>
                    <a:pt x="41695" y="9822"/>
                  </a:lnTo>
                  <a:lnTo>
                    <a:pt x="42388" y="11434"/>
                  </a:lnTo>
                  <a:lnTo>
                    <a:pt x="44185" y="14852"/>
                  </a:lnTo>
                  <a:lnTo>
                    <a:pt x="44718" y="16125"/>
                  </a:lnTo>
                  <a:lnTo>
                    <a:pt x="45542" y="15937"/>
                  </a:lnTo>
                  <a:lnTo>
                    <a:pt x="46453" y="15299"/>
                  </a:lnTo>
                  <a:lnTo>
                    <a:pt x="47374" y="13012"/>
                  </a:lnTo>
                  <a:lnTo>
                    <a:pt x="50207" y="10421"/>
                  </a:lnTo>
                  <a:lnTo>
                    <a:pt x="52370" y="9780"/>
                  </a:lnTo>
                  <a:lnTo>
                    <a:pt x="54479" y="8743"/>
                  </a:lnTo>
                  <a:lnTo>
                    <a:pt x="56921" y="8006"/>
                  </a:lnTo>
                  <a:lnTo>
                    <a:pt x="57628" y="5883"/>
                  </a:lnTo>
                  <a:lnTo>
                    <a:pt x="58019" y="4439"/>
                  </a:lnTo>
                  <a:lnTo>
                    <a:pt x="58295" y="1764"/>
                  </a:lnTo>
                  <a:lnTo>
                    <a:pt x="59610" y="989"/>
                  </a:lnTo>
                  <a:lnTo>
                    <a:pt x="60860" y="442"/>
                  </a:lnTo>
                  <a:lnTo>
                    <a:pt x="61307" y="106"/>
                  </a:lnTo>
                  <a:lnTo>
                    <a:pt x="62219" y="0"/>
                  </a:lnTo>
                  <a:lnTo>
                    <a:pt x="62926" y="226"/>
                  </a:lnTo>
                  <a:lnTo>
                    <a:pt x="64019" y="1546"/>
                  </a:lnTo>
                  <a:lnTo>
                    <a:pt x="64786" y="3204"/>
                  </a:lnTo>
                  <a:lnTo>
                    <a:pt x="65088" y="4520"/>
                  </a:lnTo>
                  <a:lnTo>
                    <a:pt x="65743" y="6377"/>
                  </a:lnTo>
                  <a:lnTo>
                    <a:pt x="66432" y="8988"/>
                  </a:lnTo>
                  <a:lnTo>
                    <a:pt x="67190" y="12461"/>
                  </a:lnTo>
                  <a:lnTo>
                    <a:pt x="67356" y="14220"/>
                  </a:lnTo>
                  <a:lnTo>
                    <a:pt x="67643" y="16119"/>
                  </a:lnTo>
                  <a:lnTo>
                    <a:pt x="68210" y="18430"/>
                  </a:lnTo>
                  <a:lnTo>
                    <a:pt x="69289" y="20990"/>
                  </a:lnTo>
                  <a:lnTo>
                    <a:pt x="69439" y="21476"/>
                  </a:lnTo>
                  <a:lnTo>
                    <a:pt x="69930" y="23279"/>
                  </a:lnTo>
                  <a:lnTo>
                    <a:pt x="70874" y="27272"/>
                  </a:lnTo>
                  <a:lnTo>
                    <a:pt x="71664" y="28871"/>
                  </a:lnTo>
                  <a:lnTo>
                    <a:pt x="72354" y="30609"/>
                  </a:lnTo>
                  <a:lnTo>
                    <a:pt x="72684" y="32361"/>
                  </a:lnTo>
                  <a:lnTo>
                    <a:pt x="73179" y="33951"/>
                  </a:lnTo>
                  <a:lnTo>
                    <a:pt x="74336" y="36057"/>
                  </a:lnTo>
                  <a:lnTo>
                    <a:pt x="75274" y="37972"/>
                  </a:lnTo>
                  <a:lnTo>
                    <a:pt x="76026" y="43478"/>
                  </a:lnTo>
                  <a:lnTo>
                    <a:pt x="76552" y="46010"/>
                  </a:lnTo>
                  <a:lnTo>
                    <a:pt x="76886" y="47947"/>
                  </a:lnTo>
                  <a:lnTo>
                    <a:pt x="76725" y="51871"/>
                  </a:lnTo>
                  <a:lnTo>
                    <a:pt x="76933" y="53548"/>
                  </a:lnTo>
                  <a:lnTo>
                    <a:pt x="76503" y="56613"/>
                  </a:lnTo>
                  <a:lnTo>
                    <a:pt x="75730" y="62785"/>
                  </a:lnTo>
                  <a:lnTo>
                    <a:pt x="75543" y="67693"/>
                  </a:lnTo>
                  <a:lnTo>
                    <a:pt x="75676" y="70339"/>
                  </a:lnTo>
                  <a:lnTo>
                    <a:pt x="75695" y="72038"/>
                  </a:lnTo>
                  <a:lnTo>
                    <a:pt x="75882" y="73122"/>
                  </a:lnTo>
                  <a:lnTo>
                    <a:pt x="76086" y="75361"/>
                  </a:lnTo>
                  <a:lnTo>
                    <a:pt x="76120" y="77310"/>
                  </a:lnTo>
                  <a:lnTo>
                    <a:pt x="75842" y="77867"/>
                  </a:lnTo>
                  <a:lnTo>
                    <a:pt x="75453" y="78326"/>
                  </a:lnTo>
                  <a:lnTo>
                    <a:pt x="75302" y="78733"/>
                  </a:lnTo>
                  <a:lnTo>
                    <a:pt x="75660" y="79615"/>
                  </a:lnTo>
                  <a:lnTo>
                    <a:pt x="76147" y="812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g1245"/>
            <p:cNvSpPr/>
            <p:nvPr/>
          </p:nvSpPr>
          <p:spPr>
            <a:xfrm>
              <a:off x="4226707" y="2350193"/>
              <a:ext cx="699" cy="1237"/>
            </a:xfrm>
            <a:custGeom>
              <a:avLst/>
              <a:pathLst>
                <a:path w="699" h="1237">
                  <a:moveTo>
                    <a:pt x="168" y="1173"/>
                  </a:moveTo>
                  <a:lnTo>
                    <a:pt x="41" y="1237"/>
                  </a:lnTo>
                  <a:lnTo>
                    <a:pt x="0" y="846"/>
                  </a:lnTo>
                  <a:lnTo>
                    <a:pt x="200" y="455"/>
                  </a:lnTo>
                  <a:lnTo>
                    <a:pt x="582" y="0"/>
                  </a:lnTo>
                  <a:lnTo>
                    <a:pt x="699" y="261"/>
                  </a:lnTo>
                  <a:lnTo>
                    <a:pt x="560" y="585"/>
                  </a:lnTo>
                  <a:lnTo>
                    <a:pt x="402" y="8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g1246"/>
            <p:cNvSpPr/>
            <p:nvPr/>
          </p:nvSpPr>
          <p:spPr>
            <a:xfrm>
              <a:off x="4225180" y="2349883"/>
              <a:ext cx="691" cy="1173"/>
            </a:xfrm>
            <a:custGeom>
              <a:avLst/>
              <a:pathLst>
                <a:path w="691" h="1173">
                  <a:moveTo>
                    <a:pt x="119" y="0"/>
                  </a:moveTo>
                  <a:lnTo>
                    <a:pt x="254" y="147"/>
                  </a:lnTo>
                  <a:lnTo>
                    <a:pt x="429" y="122"/>
                  </a:lnTo>
                  <a:lnTo>
                    <a:pt x="596" y="73"/>
                  </a:lnTo>
                  <a:lnTo>
                    <a:pt x="691" y="415"/>
                  </a:lnTo>
                  <a:lnTo>
                    <a:pt x="596" y="1001"/>
                  </a:lnTo>
                  <a:lnTo>
                    <a:pt x="366" y="1099"/>
                  </a:lnTo>
                  <a:lnTo>
                    <a:pt x="238" y="1173"/>
                  </a:lnTo>
                  <a:lnTo>
                    <a:pt x="167" y="782"/>
                  </a:lnTo>
                  <a:lnTo>
                    <a:pt x="119" y="464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g1247"/>
            <p:cNvSpPr/>
            <p:nvPr/>
          </p:nvSpPr>
          <p:spPr>
            <a:xfrm>
              <a:off x="4229070" y="2344199"/>
              <a:ext cx="816" cy="943"/>
            </a:xfrm>
            <a:custGeom>
              <a:avLst/>
              <a:pathLst>
                <a:path w="816" h="943">
                  <a:moveTo>
                    <a:pt x="816" y="781"/>
                  </a:moveTo>
                  <a:lnTo>
                    <a:pt x="562" y="943"/>
                  </a:lnTo>
                  <a:lnTo>
                    <a:pt x="138" y="781"/>
                  </a:lnTo>
                  <a:lnTo>
                    <a:pt x="0" y="650"/>
                  </a:lnTo>
                  <a:lnTo>
                    <a:pt x="94" y="391"/>
                  </a:lnTo>
                  <a:lnTo>
                    <a:pt x="349" y="0"/>
                  </a:lnTo>
                  <a:lnTo>
                    <a:pt x="571" y="129"/>
                  </a:lnTo>
                  <a:lnTo>
                    <a:pt x="730" y="22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g1248"/>
            <p:cNvSpPr/>
            <p:nvPr/>
          </p:nvSpPr>
          <p:spPr>
            <a:xfrm>
              <a:off x="4232289" y="2338034"/>
              <a:ext cx="2792" cy="4259"/>
            </a:xfrm>
            <a:custGeom>
              <a:avLst/>
              <a:pathLst>
                <a:path w="2792" h="4259">
                  <a:moveTo>
                    <a:pt x="1012" y="3448"/>
                  </a:moveTo>
                  <a:lnTo>
                    <a:pt x="715" y="4259"/>
                  </a:lnTo>
                  <a:lnTo>
                    <a:pt x="0" y="3546"/>
                  </a:lnTo>
                  <a:lnTo>
                    <a:pt x="46" y="1875"/>
                  </a:lnTo>
                  <a:lnTo>
                    <a:pt x="128" y="1403"/>
                  </a:lnTo>
                  <a:lnTo>
                    <a:pt x="2076" y="0"/>
                  </a:lnTo>
                  <a:lnTo>
                    <a:pt x="2648" y="926"/>
                  </a:lnTo>
                  <a:lnTo>
                    <a:pt x="2792" y="166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g1249"/>
            <p:cNvSpPr/>
            <p:nvPr/>
          </p:nvSpPr>
          <p:spPr>
            <a:xfrm>
              <a:off x="4220921" y="2319133"/>
              <a:ext cx="10974" cy="24689"/>
            </a:xfrm>
            <a:custGeom>
              <a:avLst/>
              <a:pathLst>
                <a:path w="10974" h="24689">
                  <a:moveTo>
                    <a:pt x="7512" y="73"/>
                  </a:moveTo>
                  <a:lnTo>
                    <a:pt x="8938" y="2232"/>
                  </a:lnTo>
                  <a:lnTo>
                    <a:pt x="10974" y="1764"/>
                  </a:lnTo>
                  <a:lnTo>
                    <a:pt x="10479" y="3708"/>
                  </a:lnTo>
                  <a:lnTo>
                    <a:pt x="9713" y="3677"/>
                  </a:lnTo>
                  <a:lnTo>
                    <a:pt x="8363" y="6476"/>
                  </a:lnTo>
                  <a:lnTo>
                    <a:pt x="7179" y="6840"/>
                  </a:lnTo>
                  <a:lnTo>
                    <a:pt x="6596" y="7511"/>
                  </a:lnTo>
                  <a:lnTo>
                    <a:pt x="4690" y="11714"/>
                  </a:lnTo>
                  <a:lnTo>
                    <a:pt x="4433" y="13367"/>
                  </a:lnTo>
                  <a:lnTo>
                    <a:pt x="3276" y="16530"/>
                  </a:lnTo>
                  <a:lnTo>
                    <a:pt x="1544" y="19355"/>
                  </a:lnTo>
                  <a:lnTo>
                    <a:pt x="1246" y="24689"/>
                  </a:lnTo>
                  <a:lnTo>
                    <a:pt x="125" y="22548"/>
                  </a:lnTo>
                  <a:lnTo>
                    <a:pt x="0" y="20382"/>
                  </a:lnTo>
                  <a:lnTo>
                    <a:pt x="341" y="18593"/>
                  </a:lnTo>
                  <a:lnTo>
                    <a:pt x="2308" y="14806"/>
                  </a:lnTo>
                  <a:lnTo>
                    <a:pt x="3097" y="12665"/>
                  </a:lnTo>
                  <a:lnTo>
                    <a:pt x="3337" y="10966"/>
                  </a:lnTo>
                  <a:lnTo>
                    <a:pt x="4093" y="9075"/>
                  </a:lnTo>
                  <a:lnTo>
                    <a:pt x="4461" y="7433"/>
                  </a:lnTo>
                  <a:lnTo>
                    <a:pt x="4943" y="6722"/>
                  </a:lnTo>
                  <a:lnTo>
                    <a:pt x="659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g1250"/>
            <p:cNvSpPr/>
            <p:nvPr/>
          </p:nvSpPr>
          <p:spPr>
            <a:xfrm>
              <a:off x="4235066" y="2288806"/>
              <a:ext cx="18647" cy="33159"/>
            </a:xfrm>
            <a:custGeom>
              <a:avLst/>
              <a:pathLst>
                <a:path w="18647" h="33159">
                  <a:moveTo>
                    <a:pt x="16362" y="6171"/>
                  </a:moveTo>
                  <a:lnTo>
                    <a:pt x="14585" y="8252"/>
                  </a:lnTo>
                  <a:lnTo>
                    <a:pt x="13121" y="9148"/>
                  </a:lnTo>
                  <a:lnTo>
                    <a:pt x="10650" y="13483"/>
                  </a:lnTo>
                  <a:lnTo>
                    <a:pt x="9770" y="15840"/>
                  </a:lnTo>
                  <a:lnTo>
                    <a:pt x="8523" y="16780"/>
                  </a:lnTo>
                  <a:lnTo>
                    <a:pt x="7309" y="16231"/>
                  </a:lnTo>
                  <a:lnTo>
                    <a:pt x="6964" y="17189"/>
                  </a:lnTo>
                  <a:lnTo>
                    <a:pt x="6846" y="18908"/>
                  </a:lnTo>
                  <a:lnTo>
                    <a:pt x="6399" y="20415"/>
                  </a:lnTo>
                  <a:lnTo>
                    <a:pt x="3967" y="25082"/>
                  </a:lnTo>
                  <a:lnTo>
                    <a:pt x="2979" y="28748"/>
                  </a:lnTo>
                  <a:lnTo>
                    <a:pt x="1932" y="29407"/>
                  </a:lnTo>
                  <a:lnTo>
                    <a:pt x="0" y="33159"/>
                  </a:lnTo>
                  <a:lnTo>
                    <a:pt x="346" y="29944"/>
                  </a:lnTo>
                  <a:lnTo>
                    <a:pt x="738" y="28389"/>
                  </a:lnTo>
                  <a:lnTo>
                    <a:pt x="2340" y="25504"/>
                  </a:lnTo>
                  <a:lnTo>
                    <a:pt x="2473" y="22464"/>
                  </a:lnTo>
                  <a:lnTo>
                    <a:pt x="3356" y="19809"/>
                  </a:lnTo>
                  <a:lnTo>
                    <a:pt x="5124" y="17175"/>
                  </a:lnTo>
                  <a:lnTo>
                    <a:pt x="6348" y="13711"/>
                  </a:lnTo>
                  <a:lnTo>
                    <a:pt x="7310" y="12807"/>
                  </a:lnTo>
                  <a:lnTo>
                    <a:pt x="8382" y="9920"/>
                  </a:lnTo>
                  <a:lnTo>
                    <a:pt x="9499" y="8889"/>
                  </a:lnTo>
                  <a:lnTo>
                    <a:pt x="9375" y="6683"/>
                  </a:lnTo>
                  <a:lnTo>
                    <a:pt x="9869" y="4230"/>
                  </a:lnTo>
                  <a:lnTo>
                    <a:pt x="10258" y="4394"/>
                  </a:lnTo>
                  <a:lnTo>
                    <a:pt x="11138" y="7811"/>
                  </a:lnTo>
                  <a:lnTo>
                    <a:pt x="11849" y="7926"/>
                  </a:lnTo>
                  <a:lnTo>
                    <a:pt x="13716" y="7211"/>
                  </a:lnTo>
                  <a:lnTo>
                    <a:pt x="16485" y="1235"/>
                  </a:lnTo>
                  <a:lnTo>
                    <a:pt x="17392" y="171"/>
                  </a:lnTo>
                  <a:lnTo>
                    <a:pt x="18027" y="0"/>
                  </a:lnTo>
                  <a:lnTo>
                    <a:pt x="18407" y="486"/>
                  </a:lnTo>
                  <a:lnTo>
                    <a:pt x="18541" y="1193"/>
                  </a:lnTo>
                  <a:lnTo>
                    <a:pt x="18534" y="2084"/>
                  </a:lnTo>
                  <a:lnTo>
                    <a:pt x="18319" y="3337"/>
                  </a:lnTo>
                  <a:lnTo>
                    <a:pt x="18647" y="4839"/>
                  </a:lnTo>
                  <a:lnTo>
                    <a:pt x="18201" y="59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g1251"/>
            <p:cNvSpPr/>
            <p:nvPr/>
          </p:nvSpPr>
          <p:spPr>
            <a:xfrm>
              <a:off x="3283506" y="2285243"/>
              <a:ext cx="668" cy="5233"/>
            </a:xfrm>
            <a:custGeom>
              <a:avLst/>
              <a:pathLst>
                <a:path w="668" h="5233">
                  <a:moveTo>
                    <a:pt x="629" y="4693"/>
                  </a:moveTo>
                  <a:lnTo>
                    <a:pt x="481" y="5233"/>
                  </a:lnTo>
                  <a:lnTo>
                    <a:pt x="26" y="2511"/>
                  </a:lnTo>
                  <a:lnTo>
                    <a:pt x="0" y="854"/>
                  </a:lnTo>
                  <a:lnTo>
                    <a:pt x="284" y="0"/>
                  </a:lnTo>
                  <a:lnTo>
                    <a:pt x="668" y="274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g1252"/>
            <p:cNvSpPr/>
            <p:nvPr/>
          </p:nvSpPr>
          <p:spPr>
            <a:xfrm>
              <a:off x="4259577" y="2268507"/>
              <a:ext cx="10633" cy="18381"/>
            </a:xfrm>
            <a:custGeom>
              <a:avLst/>
              <a:pathLst>
                <a:path w="10633" h="18381">
                  <a:moveTo>
                    <a:pt x="2313" y="16883"/>
                  </a:moveTo>
                  <a:lnTo>
                    <a:pt x="882" y="18381"/>
                  </a:lnTo>
                  <a:lnTo>
                    <a:pt x="0" y="18322"/>
                  </a:lnTo>
                  <a:lnTo>
                    <a:pt x="2104" y="11040"/>
                  </a:lnTo>
                  <a:lnTo>
                    <a:pt x="3357" y="9968"/>
                  </a:lnTo>
                  <a:lnTo>
                    <a:pt x="4953" y="5658"/>
                  </a:lnTo>
                  <a:lnTo>
                    <a:pt x="8284" y="386"/>
                  </a:lnTo>
                  <a:lnTo>
                    <a:pt x="8667" y="0"/>
                  </a:lnTo>
                  <a:lnTo>
                    <a:pt x="10633" y="144"/>
                  </a:lnTo>
                  <a:lnTo>
                    <a:pt x="7570" y="5943"/>
                  </a:lnTo>
                  <a:lnTo>
                    <a:pt x="7190" y="8280"/>
                  </a:lnTo>
                  <a:lnTo>
                    <a:pt x="5860" y="10757"/>
                  </a:lnTo>
                  <a:lnTo>
                    <a:pt x="4874" y="11552"/>
                  </a:lnTo>
                  <a:lnTo>
                    <a:pt x="4194" y="1271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g1253"/>
            <p:cNvSpPr/>
            <p:nvPr/>
          </p:nvSpPr>
          <p:spPr>
            <a:xfrm>
              <a:off x="4281383" y="2241027"/>
              <a:ext cx="5513" cy="10528"/>
            </a:xfrm>
            <a:custGeom>
              <a:avLst/>
              <a:pathLst>
                <a:path w="5513" h="10528">
                  <a:moveTo>
                    <a:pt x="2756" y="7276"/>
                  </a:moveTo>
                  <a:lnTo>
                    <a:pt x="964" y="10528"/>
                  </a:lnTo>
                  <a:lnTo>
                    <a:pt x="372" y="10492"/>
                  </a:lnTo>
                  <a:lnTo>
                    <a:pt x="77" y="9296"/>
                  </a:lnTo>
                  <a:lnTo>
                    <a:pt x="0" y="8590"/>
                  </a:lnTo>
                  <a:lnTo>
                    <a:pt x="1432" y="8108"/>
                  </a:lnTo>
                  <a:lnTo>
                    <a:pt x="3119" y="3794"/>
                  </a:lnTo>
                  <a:lnTo>
                    <a:pt x="4330" y="973"/>
                  </a:lnTo>
                  <a:lnTo>
                    <a:pt x="4992" y="0"/>
                  </a:lnTo>
                  <a:lnTo>
                    <a:pt x="5513" y="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g1254"/>
            <p:cNvSpPr/>
            <p:nvPr/>
          </p:nvSpPr>
          <p:spPr>
            <a:xfrm>
              <a:off x="4293582" y="2221367"/>
              <a:ext cx="1122" cy="3032"/>
            </a:xfrm>
            <a:custGeom>
              <a:avLst/>
              <a:pathLst>
                <a:path w="1122" h="3032">
                  <a:moveTo>
                    <a:pt x="1122" y="1353"/>
                  </a:moveTo>
                  <a:lnTo>
                    <a:pt x="668" y="3032"/>
                  </a:lnTo>
                  <a:lnTo>
                    <a:pt x="190" y="2814"/>
                  </a:lnTo>
                  <a:lnTo>
                    <a:pt x="0" y="2387"/>
                  </a:lnTo>
                  <a:lnTo>
                    <a:pt x="623" y="346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g1255"/>
            <p:cNvSpPr/>
            <p:nvPr/>
          </p:nvSpPr>
          <p:spPr>
            <a:xfrm>
              <a:off x="4303273" y="2188976"/>
              <a:ext cx="2270" cy="4909"/>
            </a:xfrm>
            <a:custGeom>
              <a:avLst/>
              <a:pathLst>
                <a:path w="2270" h="4909">
                  <a:moveTo>
                    <a:pt x="855" y="3387"/>
                  </a:moveTo>
                  <a:lnTo>
                    <a:pt x="487" y="4909"/>
                  </a:lnTo>
                  <a:lnTo>
                    <a:pt x="80" y="4409"/>
                  </a:lnTo>
                  <a:lnTo>
                    <a:pt x="0" y="3912"/>
                  </a:lnTo>
                  <a:lnTo>
                    <a:pt x="955" y="2151"/>
                  </a:lnTo>
                  <a:lnTo>
                    <a:pt x="1288" y="14"/>
                  </a:lnTo>
                  <a:lnTo>
                    <a:pt x="1987" y="0"/>
                  </a:lnTo>
                  <a:lnTo>
                    <a:pt x="2270" y="379"/>
                  </a:lnTo>
                  <a:lnTo>
                    <a:pt x="2042" y="141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g1256"/>
            <p:cNvSpPr/>
            <p:nvPr/>
          </p:nvSpPr>
          <p:spPr>
            <a:xfrm>
              <a:off x="4309220" y="2167051"/>
              <a:ext cx="2775" cy="11206"/>
            </a:xfrm>
            <a:custGeom>
              <a:avLst/>
              <a:pathLst>
                <a:path w="2775" h="11206">
                  <a:moveTo>
                    <a:pt x="1918" y="9896"/>
                  </a:moveTo>
                  <a:lnTo>
                    <a:pt x="998" y="11206"/>
                  </a:lnTo>
                  <a:lnTo>
                    <a:pt x="0" y="10427"/>
                  </a:lnTo>
                  <a:lnTo>
                    <a:pt x="19" y="7869"/>
                  </a:lnTo>
                  <a:lnTo>
                    <a:pt x="2056" y="0"/>
                  </a:lnTo>
                  <a:lnTo>
                    <a:pt x="2775" y="489"/>
                  </a:lnTo>
                  <a:lnTo>
                    <a:pt x="2618" y="2379"/>
                  </a:lnTo>
                  <a:lnTo>
                    <a:pt x="1840" y="5279"/>
                  </a:lnTo>
                  <a:lnTo>
                    <a:pt x="2104" y="88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g1257"/>
            <p:cNvSpPr/>
            <p:nvPr/>
          </p:nvSpPr>
          <p:spPr>
            <a:xfrm>
              <a:off x="4314836" y="2133809"/>
              <a:ext cx="8918" cy="21589"/>
            </a:xfrm>
            <a:custGeom>
              <a:avLst/>
              <a:pathLst>
                <a:path w="8918" h="21589">
                  <a:moveTo>
                    <a:pt x="6979" y="13878"/>
                  </a:moveTo>
                  <a:lnTo>
                    <a:pt x="5741" y="16837"/>
                  </a:lnTo>
                  <a:lnTo>
                    <a:pt x="3964" y="17570"/>
                  </a:lnTo>
                  <a:lnTo>
                    <a:pt x="3088" y="18505"/>
                  </a:lnTo>
                  <a:lnTo>
                    <a:pt x="2440" y="20509"/>
                  </a:lnTo>
                  <a:lnTo>
                    <a:pt x="1942" y="21589"/>
                  </a:lnTo>
                  <a:lnTo>
                    <a:pt x="899" y="21000"/>
                  </a:lnTo>
                  <a:lnTo>
                    <a:pt x="461" y="20012"/>
                  </a:lnTo>
                  <a:lnTo>
                    <a:pt x="461" y="16520"/>
                  </a:lnTo>
                  <a:lnTo>
                    <a:pt x="0" y="14991"/>
                  </a:lnTo>
                  <a:lnTo>
                    <a:pt x="223" y="14007"/>
                  </a:lnTo>
                  <a:lnTo>
                    <a:pt x="1265" y="14142"/>
                  </a:lnTo>
                  <a:lnTo>
                    <a:pt x="2295" y="11906"/>
                  </a:lnTo>
                  <a:lnTo>
                    <a:pt x="4663" y="10966"/>
                  </a:lnTo>
                  <a:lnTo>
                    <a:pt x="5553" y="8553"/>
                  </a:lnTo>
                  <a:lnTo>
                    <a:pt x="6630" y="2592"/>
                  </a:lnTo>
                  <a:lnTo>
                    <a:pt x="7753" y="441"/>
                  </a:lnTo>
                  <a:lnTo>
                    <a:pt x="8669" y="0"/>
                  </a:lnTo>
                  <a:lnTo>
                    <a:pt x="8918" y="2972"/>
                  </a:lnTo>
                  <a:lnTo>
                    <a:pt x="8704" y="6282"/>
                  </a:lnTo>
                  <a:lnTo>
                    <a:pt x="8165" y="945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g1258"/>
            <p:cNvSpPr/>
            <p:nvPr/>
          </p:nvSpPr>
          <p:spPr>
            <a:xfrm>
              <a:off x="4324189" y="2131143"/>
              <a:ext cx="3071" cy="6746"/>
            </a:xfrm>
            <a:custGeom>
              <a:avLst/>
              <a:pathLst>
                <a:path w="3071" h="6746">
                  <a:moveTo>
                    <a:pt x="2279" y="6042"/>
                  </a:moveTo>
                  <a:lnTo>
                    <a:pt x="1898" y="6746"/>
                  </a:lnTo>
                  <a:lnTo>
                    <a:pt x="1517" y="6590"/>
                  </a:lnTo>
                  <a:lnTo>
                    <a:pt x="272" y="4726"/>
                  </a:lnTo>
                  <a:lnTo>
                    <a:pt x="0" y="3848"/>
                  </a:lnTo>
                  <a:lnTo>
                    <a:pt x="433" y="2286"/>
                  </a:lnTo>
                  <a:lnTo>
                    <a:pt x="2004" y="0"/>
                  </a:lnTo>
                  <a:lnTo>
                    <a:pt x="2767" y="75"/>
                  </a:lnTo>
                  <a:lnTo>
                    <a:pt x="3071" y="565"/>
                  </a:lnTo>
                  <a:lnTo>
                    <a:pt x="3029" y="327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g1259"/>
            <p:cNvSpPr/>
            <p:nvPr/>
          </p:nvSpPr>
          <p:spPr>
            <a:xfrm>
              <a:off x="4317454" y="2129005"/>
              <a:ext cx="1790" cy="3660"/>
            </a:xfrm>
            <a:custGeom>
              <a:avLst/>
              <a:pathLst>
                <a:path w="1790" h="3660">
                  <a:moveTo>
                    <a:pt x="1705" y="3325"/>
                  </a:moveTo>
                  <a:lnTo>
                    <a:pt x="827" y="3660"/>
                  </a:lnTo>
                  <a:lnTo>
                    <a:pt x="436" y="2871"/>
                  </a:lnTo>
                  <a:lnTo>
                    <a:pt x="154" y="1916"/>
                  </a:lnTo>
                  <a:lnTo>
                    <a:pt x="0" y="617"/>
                  </a:lnTo>
                  <a:lnTo>
                    <a:pt x="972" y="0"/>
                  </a:lnTo>
                  <a:lnTo>
                    <a:pt x="1656" y="708"/>
                  </a:lnTo>
                  <a:lnTo>
                    <a:pt x="1790" y="263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g1260"/>
            <p:cNvSpPr/>
            <p:nvPr/>
          </p:nvSpPr>
          <p:spPr>
            <a:xfrm>
              <a:off x="4184723" y="2026126"/>
              <a:ext cx="29349" cy="251139"/>
            </a:xfrm>
            <a:custGeom>
              <a:avLst/>
              <a:pathLst>
                <a:path w="29349" h="251139">
                  <a:moveTo>
                    <a:pt x="10576" y="655"/>
                  </a:moveTo>
                  <a:lnTo>
                    <a:pt x="12645" y="8130"/>
                  </a:lnTo>
                  <a:lnTo>
                    <a:pt x="12739" y="9763"/>
                  </a:lnTo>
                  <a:lnTo>
                    <a:pt x="12557" y="11444"/>
                  </a:lnTo>
                  <a:lnTo>
                    <a:pt x="12168" y="13607"/>
                  </a:lnTo>
                  <a:lnTo>
                    <a:pt x="12022" y="15889"/>
                  </a:lnTo>
                  <a:lnTo>
                    <a:pt x="12262" y="17882"/>
                  </a:lnTo>
                  <a:lnTo>
                    <a:pt x="12085" y="18375"/>
                  </a:lnTo>
                  <a:lnTo>
                    <a:pt x="13792" y="27404"/>
                  </a:lnTo>
                  <a:lnTo>
                    <a:pt x="15024" y="33097"/>
                  </a:lnTo>
                  <a:lnTo>
                    <a:pt x="15373" y="35424"/>
                  </a:lnTo>
                  <a:lnTo>
                    <a:pt x="15641" y="37874"/>
                  </a:lnTo>
                  <a:lnTo>
                    <a:pt x="15995" y="42935"/>
                  </a:lnTo>
                  <a:lnTo>
                    <a:pt x="16071" y="50708"/>
                  </a:lnTo>
                  <a:lnTo>
                    <a:pt x="15985" y="53263"/>
                  </a:lnTo>
                  <a:lnTo>
                    <a:pt x="15711" y="55757"/>
                  </a:lnTo>
                  <a:lnTo>
                    <a:pt x="15414" y="57249"/>
                  </a:lnTo>
                  <a:lnTo>
                    <a:pt x="14806" y="58306"/>
                  </a:lnTo>
                  <a:lnTo>
                    <a:pt x="14530" y="61070"/>
                  </a:lnTo>
                  <a:lnTo>
                    <a:pt x="14369" y="68919"/>
                  </a:lnTo>
                  <a:lnTo>
                    <a:pt x="14706" y="73034"/>
                  </a:lnTo>
                  <a:lnTo>
                    <a:pt x="15283" y="75888"/>
                  </a:lnTo>
                  <a:lnTo>
                    <a:pt x="15707" y="78948"/>
                  </a:lnTo>
                  <a:lnTo>
                    <a:pt x="15753" y="82256"/>
                  </a:lnTo>
                  <a:lnTo>
                    <a:pt x="15955" y="83708"/>
                  </a:lnTo>
                  <a:lnTo>
                    <a:pt x="16890" y="85559"/>
                  </a:lnTo>
                  <a:lnTo>
                    <a:pt x="17252" y="87011"/>
                  </a:lnTo>
                  <a:lnTo>
                    <a:pt x="17367" y="89067"/>
                  </a:lnTo>
                  <a:lnTo>
                    <a:pt x="17420" y="92101"/>
                  </a:lnTo>
                  <a:lnTo>
                    <a:pt x="17573" y="92756"/>
                  </a:lnTo>
                  <a:lnTo>
                    <a:pt x="18009" y="93665"/>
                  </a:lnTo>
                  <a:lnTo>
                    <a:pt x="19950" y="115518"/>
                  </a:lnTo>
                  <a:lnTo>
                    <a:pt x="20719" y="122140"/>
                  </a:lnTo>
                  <a:lnTo>
                    <a:pt x="22948" y="133572"/>
                  </a:lnTo>
                  <a:lnTo>
                    <a:pt x="23846" y="140495"/>
                  </a:lnTo>
                  <a:lnTo>
                    <a:pt x="24406" y="143796"/>
                  </a:lnTo>
                  <a:lnTo>
                    <a:pt x="24794" y="147274"/>
                  </a:lnTo>
                  <a:lnTo>
                    <a:pt x="25103" y="150841"/>
                  </a:lnTo>
                  <a:lnTo>
                    <a:pt x="25768" y="154706"/>
                  </a:lnTo>
                  <a:lnTo>
                    <a:pt x="26638" y="158531"/>
                  </a:lnTo>
                  <a:lnTo>
                    <a:pt x="28321" y="161936"/>
                  </a:lnTo>
                  <a:lnTo>
                    <a:pt x="29078" y="163845"/>
                  </a:lnTo>
                  <a:lnTo>
                    <a:pt x="29281" y="165373"/>
                  </a:lnTo>
                  <a:lnTo>
                    <a:pt x="29349" y="170670"/>
                  </a:lnTo>
                  <a:lnTo>
                    <a:pt x="28954" y="169539"/>
                  </a:lnTo>
                  <a:lnTo>
                    <a:pt x="28457" y="165512"/>
                  </a:lnTo>
                  <a:lnTo>
                    <a:pt x="27643" y="163186"/>
                  </a:lnTo>
                  <a:lnTo>
                    <a:pt x="26446" y="160443"/>
                  </a:lnTo>
                  <a:lnTo>
                    <a:pt x="25216" y="157979"/>
                  </a:lnTo>
                  <a:lnTo>
                    <a:pt x="23694" y="153878"/>
                  </a:lnTo>
                  <a:lnTo>
                    <a:pt x="22956" y="152678"/>
                  </a:lnTo>
                  <a:lnTo>
                    <a:pt x="22178" y="151876"/>
                  </a:lnTo>
                  <a:lnTo>
                    <a:pt x="20749" y="150922"/>
                  </a:lnTo>
                  <a:lnTo>
                    <a:pt x="19914" y="150821"/>
                  </a:lnTo>
                  <a:lnTo>
                    <a:pt x="16548" y="151451"/>
                  </a:lnTo>
                  <a:lnTo>
                    <a:pt x="15146" y="152274"/>
                  </a:lnTo>
                  <a:lnTo>
                    <a:pt x="13883" y="154165"/>
                  </a:lnTo>
                  <a:lnTo>
                    <a:pt x="13132" y="156925"/>
                  </a:lnTo>
                  <a:lnTo>
                    <a:pt x="12601" y="162470"/>
                  </a:lnTo>
                  <a:lnTo>
                    <a:pt x="9518" y="182295"/>
                  </a:lnTo>
                  <a:lnTo>
                    <a:pt x="8780" y="187457"/>
                  </a:lnTo>
                  <a:lnTo>
                    <a:pt x="8508" y="192990"/>
                  </a:lnTo>
                  <a:lnTo>
                    <a:pt x="8614" y="197335"/>
                  </a:lnTo>
                  <a:lnTo>
                    <a:pt x="8826" y="198927"/>
                  </a:lnTo>
                  <a:lnTo>
                    <a:pt x="9702" y="203273"/>
                  </a:lnTo>
                  <a:lnTo>
                    <a:pt x="10426" y="205771"/>
                  </a:lnTo>
                  <a:lnTo>
                    <a:pt x="10958" y="206841"/>
                  </a:lnTo>
                  <a:lnTo>
                    <a:pt x="11566" y="207561"/>
                  </a:lnTo>
                  <a:lnTo>
                    <a:pt x="11965" y="208446"/>
                  </a:lnTo>
                  <a:lnTo>
                    <a:pt x="12300" y="209602"/>
                  </a:lnTo>
                  <a:lnTo>
                    <a:pt x="12927" y="212558"/>
                  </a:lnTo>
                  <a:lnTo>
                    <a:pt x="13732" y="219116"/>
                  </a:lnTo>
                  <a:lnTo>
                    <a:pt x="14584" y="223747"/>
                  </a:lnTo>
                  <a:lnTo>
                    <a:pt x="14966" y="225200"/>
                  </a:lnTo>
                  <a:lnTo>
                    <a:pt x="15937" y="224831"/>
                  </a:lnTo>
                  <a:lnTo>
                    <a:pt x="16569" y="224881"/>
                  </a:lnTo>
                  <a:lnTo>
                    <a:pt x="17174" y="225285"/>
                  </a:lnTo>
                  <a:lnTo>
                    <a:pt x="17543" y="226465"/>
                  </a:lnTo>
                  <a:lnTo>
                    <a:pt x="18068" y="231694"/>
                  </a:lnTo>
                  <a:lnTo>
                    <a:pt x="18437" y="236689"/>
                  </a:lnTo>
                  <a:lnTo>
                    <a:pt x="18456" y="238029"/>
                  </a:lnTo>
                  <a:lnTo>
                    <a:pt x="17763" y="241886"/>
                  </a:lnTo>
                  <a:lnTo>
                    <a:pt x="17590" y="243528"/>
                  </a:lnTo>
                  <a:lnTo>
                    <a:pt x="17511" y="245265"/>
                  </a:lnTo>
                  <a:lnTo>
                    <a:pt x="17330" y="246635"/>
                  </a:lnTo>
                  <a:lnTo>
                    <a:pt x="17023" y="247841"/>
                  </a:lnTo>
                  <a:lnTo>
                    <a:pt x="16898" y="242127"/>
                  </a:lnTo>
                  <a:lnTo>
                    <a:pt x="16434" y="238095"/>
                  </a:lnTo>
                  <a:lnTo>
                    <a:pt x="16259" y="234616"/>
                  </a:lnTo>
                  <a:lnTo>
                    <a:pt x="15588" y="232170"/>
                  </a:lnTo>
                  <a:lnTo>
                    <a:pt x="13334" y="231176"/>
                  </a:lnTo>
                  <a:lnTo>
                    <a:pt x="11233" y="230802"/>
                  </a:lnTo>
                  <a:lnTo>
                    <a:pt x="10908" y="230361"/>
                  </a:lnTo>
                  <a:lnTo>
                    <a:pt x="10445" y="228870"/>
                  </a:lnTo>
                  <a:lnTo>
                    <a:pt x="9912" y="227683"/>
                  </a:lnTo>
                  <a:lnTo>
                    <a:pt x="9372" y="227524"/>
                  </a:lnTo>
                  <a:lnTo>
                    <a:pt x="8817" y="227980"/>
                  </a:lnTo>
                  <a:lnTo>
                    <a:pt x="7863" y="229651"/>
                  </a:lnTo>
                  <a:lnTo>
                    <a:pt x="7167" y="232297"/>
                  </a:lnTo>
                  <a:lnTo>
                    <a:pt x="6625" y="235134"/>
                  </a:lnTo>
                  <a:lnTo>
                    <a:pt x="6183" y="238122"/>
                  </a:lnTo>
                  <a:lnTo>
                    <a:pt x="5265" y="246062"/>
                  </a:lnTo>
                  <a:lnTo>
                    <a:pt x="4699" y="248709"/>
                  </a:lnTo>
                  <a:lnTo>
                    <a:pt x="4002" y="251139"/>
                  </a:lnTo>
                  <a:lnTo>
                    <a:pt x="3410" y="249822"/>
                  </a:lnTo>
                  <a:lnTo>
                    <a:pt x="2891" y="248289"/>
                  </a:lnTo>
                  <a:lnTo>
                    <a:pt x="2587" y="246079"/>
                  </a:lnTo>
                  <a:lnTo>
                    <a:pt x="2455" y="243642"/>
                  </a:lnTo>
                  <a:lnTo>
                    <a:pt x="1629" y="235359"/>
                  </a:lnTo>
                  <a:lnTo>
                    <a:pt x="1977" y="228175"/>
                  </a:lnTo>
                  <a:lnTo>
                    <a:pt x="3366" y="218243"/>
                  </a:lnTo>
                  <a:lnTo>
                    <a:pt x="3632" y="214993"/>
                  </a:lnTo>
                  <a:lnTo>
                    <a:pt x="3423" y="211909"/>
                  </a:lnTo>
                  <a:lnTo>
                    <a:pt x="3108" y="208864"/>
                  </a:lnTo>
                  <a:lnTo>
                    <a:pt x="2900" y="203070"/>
                  </a:lnTo>
                  <a:lnTo>
                    <a:pt x="2915" y="201780"/>
                  </a:lnTo>
                  <a:lnTo>
                    <a:pt x="3410" y="198436"/>
                  </a:lnTo>
                  <a:lnTo>
                    <a:pt x="3990" y="195253"/>
                  </a:lnTo>
                  <a:lnTo>
                    <a:pt x="4695" y="192481"/>
                  </a:lnTo>
                  <a:lnTo>
                    <a:pt x="5007" y="189194"/>
                  </a:lnTo>
                  <a:lnTo>
                    <a:pt x="4561" y="181018"/>
                  </a:lnTo>
                  <a:lnTo>
                    <a:pt x="3536" y="175492"/>
                  </a:lnTo>
                  <a:lnTo>
                    <a:pt x="2272" y="170244"/>
                  </a:lnTo>
                  <a:lnTo>
                    <a:pt x="2040" y="168847"/>
                  </a:lnTo>
                  <a:lnTo>
                    <a:pt x="1975" y="167425"/>
                  </a:lnTo>
                  <a:lnTo>
                    <a:pt x="3064" y="160863"/>
                  </a:lnTo>
                  <a:lnTo>
                    <a:pt x="3454" y="157722"/>
                  </a:lnTo>
                  <a:lnTo>
                    <a:pt x="3899" y="150819"/>
                  </a:lnTo>
                  <a:lnTo>
                    <a:pt x="4305" y="147049"/>
                  </a:lnTo>
                  <a:lnTo>
                    <a:pt x="4628" y="143223"/>
                  </a:lnTo>
                  <a:lnTo>
                    <a:pt x="4732" y="124087"/>
                  </a:lnTo>
                  <a:lnTo>
                    <a:pt x="4635" y="121269"/>
                  </a:lnTo>
                  <a:lnTo>
                    <a:pt x="3943" y="115274"/>
                  </a:lnTo>
                  <a:lnTo>
                    <a:pt x="3895" y="111862"/>
                  </a:lnTo>
                  <a:lnTo>
                    <a:pt x="4226" y="107548"/>
                  </a:lnTo>
                  <a:lnTo>
                    <a:pt x="4676" y="104187"/>
                  </a:lnTo>
                  <a:lnTo>
                    <a:pt x="5259" y="100987"/>
                  </a:lnTo>
                  <a:lnTo>
                    <a:pt x="5248" y="94366"/>
                  </a:lnTo>
                  <a:lnTo>
                    <a:pt x="4132" y="88254"/>
                  </a:lnTo>
                  <a:lnTo>
                    <a:pt x="3317" y="85562"/>
                  </a:lnTo>
                  <a:lnTo>
                    <a:pt x="2039" y="82326"/>
                  </a:lnTo>
                  <a:lnTo>
                    <a:pt x="1067" y="80548"/>
                  </a:lnTo>
                  <a:lnTo>
                    <a:pt x="591" y="79185"/>
                  </a:lnTo>
                  <a:lnTo>
                    <a:pt x="1067" y="78727"/>
                  </a:lnTo>
                  <a:lnTo>
                    <a:pt x="1415" y="77622"/>
                  </a:lnTo>
                  <a:lnTo>
                    <a:pt x="578" y="75921"/>
                  </a:lnTo>
                  <a:lnTo>
                    <a:pt x="73" y="73363"/>
                  </a:lnTo>
                  <a:lnTo>
                    <a:pt x="0" y="63328"/>
                  </a:lnTo>
                  <a:lnTo>
                    <a:pt x="207" y="60781"/>
                  </a:lnTo>
                  <a:lnTo>
                    <a:pt x="833" y="57953"/>
                  </a:lnTo>
                  <a:lnTo>
                    <a:pt x="1369" y="54976"/>
                  </a:lnTo>
                  <a:lnTo>
                    <a:pt x="1872" y="47946"/>
                  </a:lnTo>
                  <a:lnTo>
                    <a:pt x="2045" y="40694"/>
                  </a:lnTo>
                  <a:lnTo>
                    <a:pt x="1711" y="37752"/>
                  </a:lnTo>
                  <a:lnTo>
                    <a:pt x="1564" y="31812"/>
                  </a:lnTo>
                  <a:lnTo>
                    <a:pt x="1842" y="30336"/>
                  </a:lnTo>
                  <a:lnTo>
                    <a:pt x="2918" y="28358"/>
                  </a:lnTo>
                  <a:lnTo>
                    <a:pt x="4625" y="27200"/>
                  </a:lnTo>
                  <a:lnTo>
                    <a:pt x="4989" y="27542"/>
                  </a:lnTo>
                  <a:lnTo>
                    <a:pt x="6326" y="29863"/>
                  </a:lnTo>
                  <a:lnTo>
                    <a:pt x="6822" y="29950"/>
                  </a:lnTo>
                  <a:lnTo>
                    <a:pt x="7336" y="29707"/>
                  </a:lnTo>
                  <a:lnTo>
                    <a:pt x="8318" y="28622"/>
                  </a:lnTo>
                  <a:lnTo>
                    <a:pt x="8870" y="25983"/>
                  </a:lnTo>
                  <a:lnTo>
                    <a:pt x="8155" y="24481"/>
                  </a:lnTo>
                  <a:lnTo>
                    <a:pt x="8572" y="22560"/>
                  </a:lnTo>
                  <a:lnTo>
                    <a:pt x="9793" y="21917"/>
                  </a:lnTo>
                  <a:lnTo>
                    <a:pt x="9883" y="20268"/>
                  </a:lnTo>
                  <a:lnTo>
                    <a:pt x="9440" y="20074"/>
                  </a:lnTo>
                  <a:lnTo>
                    <a:pt x="9826" y="17732"/>
                  </a:lnTo>
                  <a:lnTo>
                    <a:pt x="10047" y="15377"/>
                  </a:lnTo>
                  <a:lnTo>
                    <a:pt x="9703" y="13229"/>
                  </a:lnTo>
                  <a:lnTo>
                    <a:pt x="7746" y="7906"/>
                  </a:lnTo>
                  <a:lnTo>
                    <a:pt x="6480" y="4001"/>
                  </a:lnTo>
                  <a:lnTo>
                    <a:pt x="8564" y="4052"/>
                  </a:lnTo>
                  <a:lnTo>
                    <a:pt x="9178" y="3324"/>
                  </a:lnTo>
                  <a:lnTo>
                    <a:pt x="9665" y="1711"/>
                  </a:lnTo>
                  <a:lnTo>
                    <a:pt x="992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g1261"/>
            <p:cNvSpPr/>
            <p:nvPr/>
          </p:nvSpPr>
          <p:spPr>
            <a:xfrm>
              <a:off x="4432569" y="2013100"/>
              <a:ext cx="6151" cy="10170"/>
            </a:xfrm>
            <a:custGeom>
              <a:avLst/>
              <a:pathLst>
                <a:path w="6151" h="10170">
                  <a:moveTo>
                    <a:pt x="5744" y="8626"/>
                  </a:moveTo>
                  <a:lnTo>
                    <a:pt x="6151" y="10170"/>
                  </a:lnTo>
                  <a:lnTo>
                    <a:pt x="2267" y="4706"/>
                  </a:lnTo>
                  <a:lnTo>
                    <a:pt x="447" y="1830"/>
                  </a:lnTo>
                  <a:lnTo>
                    <a:pt x="0" y="31"/>
                  </a:lnTo>
                  <a:lnTo>
                    <a:pt x="675" y="0"/>
                  </a:lnTo>
                  <a:lnTo>
                    <a:pt x="1451" y="1748"/>
                  </a:lnTo>
                  <a:lnTo>
                    <a:pt x="2587" y="2563"/>
                  </a:lnTo>
                  <a:lnTo>
                    <a:pt x="4240" y="49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g1262"/>
            <p:cNvSpPr/>
            <p:nvPr/>
          </p:nvSpPr>
          <p:spPr>
            <a:xfrm>
              <a:off x="4137171" y="2005687"/>
              <a:ext cx="4460" cy="5432"/>
            </a:xfrm>
            <a:custGeom>
              <a:avLst/>
              <a:pathLst>
                <a:path w="4460" h="5432">
                  <a:moveTo>
                    <a:pt x="4460" y="217"/>
                  </a:moveTo>
                  <a:lnTo>
                    <a:pt x="3274" y="5350"/>
                  </a:lnTo>
                  <a:lnTo>
                    <a:pt x="2449" y="5432"/>
                  </a:lnTo>
                  <a:lnTo>
                    <a:pt x="1808" y="4348"/>
                  </a:lnTo>
                  <a:lnTo>
                    <a:pt x="485" y="4780"/>
                  </a:lnTo>
                  <a:lnTo>
                    <a:pt x="0" y="4481"/>
                  </a:lnTo>
                  <a:lnTo>
                    <a:pt x="775" y="2908"/>
                  </a:lnTo>
                  <a:lnTo>
                    <a:pt x="2701" y="445"/>
                  </a:lnTo>
                  <a:lnTo>
                    <a:pt x="3488" y="474"/>
                  </a:lnTo>
                  <a:lnTo>
                    <a:pt x="424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g1263"/>
            <p:cNvSpPr/>
            <p:nvPr/>
          </p:nvSpPr>
          <p:spPr>
            <a:xfrm>
              <a:off x="4142154" y="2003051"/>
              <a:ext cx="9356" cy="16067"/>
            </a:xfrm>
            <a:custGeom>
              <a:avLst/>
              <a:pathLst>
                <a:path w="9356" h="16067">
                  <a:moveTo>
                    <a:pt x="6802" y="3084"/>
                  </a:moveTo>
                  <a:lnTo>
                    <a:pt x="7674" y="4246"/>
                  </a:lnTo>
                  <a:lnTo>
                    <a:pt x="9028" y="4047"/>
                  </a:lnTo>
                  <a:lnTo>
                    <a:pt x="9356" y="4830"/>
                  </a:lnTo>
                  <a:lnTo>
                    <a:pt x="8302" y="6090"/>
                  </a:lnTo>
                  <a:lnTo>
                    <a:pt x="7534" y="8750"/>
                  </a:lnTo>
                  <a:lnTo>
                    <a:pt x="7290" y="11119"/>
                  </a:lnTo>
                  <a:lnTo>
                    <a:pt x="6984" y="12056"/>
                  </a:lnTo>
                  <a:lnTo>
                    <a:pt x="6125" y="13222"/>
                  </a:lnTo>
                  <a:lnTo>
                    <a:pt x="5357" y="14777"/>
                  </a:lnTo>
                  <a:lnTo>
                    <a:pt x="4697" y="15772"/>
                  </a:lnTo>
                  <a:lnTo>
                    <a:pt x="4116" y="16067"/>
                  </a:lnTo>
                  <a:lnTo>
                    <a:pt x="2813" y="10968"/>
                  </a:lnTo>
                  <a:lnTo>
                    <a:pt x="2209" y="9563"/>
                  </a:lnTo>
                  <a:lnTo>
                    <a:pt x="414" y="11956"/>
                  </a:lnTo>
                  <a:lnTo>
                    <a:pt x="0" y="12010"/>
                  </a:lnTo>
                  <a:lnTo>
                    <a:pt x="406" y="9042"/>
                  </a:lnTo>
                  <a:lnTo>
                    <a:pt x="1456" y="5801"/>
                  </a:lnTo>
                  <a:lnTo>
                    <a:pt x="1948" y="5348"/>
                  </a:lnTo>
                  <a:lnTo>
                    <a:pt x="2987" y="1002"/>
                  </a:lnTo>
                  <a:lnTo>
                    <a:pt x="3311" y="0"/>
                  </a:lnTo>
                  <a:lnTo>
                    <a:pt x="6513" y="256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g1264"/>
            <p:cNvSpPr/>
            <p:nvPr/>
          </p:nvSpPr>
          <p:spPr>
            <a:xfrm>
              <a:off x="3011313" y="2000402"/>
              <a:ext cx="31021" cy="27674"/>
            </a:xfrm>
            <a:custGeom>
              <a:avLst/>
              <a:pathLst>
                <a:path w="31021" h="27674">
                  <a:moveTo>
                    <a:pt x="15683" y="666"/>
                  </a:moveTo>
                  <a:lnTo>
                    <a:pt x="16277" y="656"/>
                  </a:lnTo>
                  <a:lnTo>
                    <a:pt x="17159" y="329"/>
                  </a:lnTo>
                  <a:lnTo>
                    <a:pt x="17714" y="1543"/>
                  </a:lnTo>
                  <a:lnTo>
                    <a:pt x="18749" y="2699"/>
                  </a:lnTo>
                  <a:lnTo>
                    <a:pt x="19980" y="3732"/>
                  </a:lnTo>
                  <a:lnTo>
                    <a:pt x="21818" y="5494"/>
                  </a:lnTo>
                  <a:lnTo>
                    <a:pt x="23726" y="6589"/>
                  </a:lnTo>
                  <a:lnTo>
                    <a:pt x="24356" y="6716"/>
                  </a:lnTo>
                  <a:lnTo>
                    <a:pt x="26360" y="6572"/>
                  </a:lnTo>
                  <a:lnTo>
                    <a:pt x="28484" y="6723"/>
                  </a:lnTo>
                  <a:lnTo>
                    <a:pt x="29062" y="9336"/>
                  </a:lnTo>
                  <a:lnTo>
                    <a:pt x="30111" y="10573"/>
                  </a:lnTo>
                  <a:lnTo>
                    <a:pt x="30959" y="12274"/>
                  </a:lnTo>
                  <a:lnTo>
                    <a:pt x="31021" y="13243"/>
                  </a:lnTo>
                  <a:lnTo>
                    <a:pt x="29853" y="19326"/>
                  </a:lnTo>
                  <a:lnTo>
                    <a:pt x="29610" y="21385"/>
                  </a:lnTo>
                  <a:lnTo>
                    <a:pt x="29566" y="23451"/>
                  </a:lnTo>
                  <a:lnTo>
                    <a:pt x="29993" y="26034"/>
                  </a:lnTo>
                  <a:lnTo>
                    <a:pt x="30396" y="27477"/>
                  </a:lnTo>
                  <a:lnTo>
                    <a:pt x="30066" y="27674"/>
                  </a:lnTo>
                  <a:lnTo>
                    <a:pt x="24650" y="27386"/>
                  </a:lnTo>
                  <a:lnTo>
                    <a:pt x="19513" y="26895"/>
                  </a:lnTo>
                  <a:lnTo>
                    <a:pt x="14767" y="26442"/>
                  </a:lnTo>
                  <a:lnTo>
                    <a:pt x="10193" y="26004"/>
                  </a:lnTo>
                  <a:lnTo>
                    <a:pt x="5804" y="25587"/>
                  </a:lnTo>
                  <a:lnTo>
                    <a:pt x="3075" y="25195"/>
                  </a:lnTo>
                  <a:lnTo>
                    <a:pt x="383" y="24809"/>
                  </a:lnTo>
                  <a:lnTo>
                    <a:pt x="0" y="24451"/>
                  </a:lnTo>
                  <a:lnTo>
                    <a:pt x="1481" y="21920"/>
                  </a:lnTo>
                  <a:lnTo>
                    <a:pt x="2446" y="19290"/>
                  </a:lnTo>
                  <a:lnTo>
                    <a:pt x="3266" y="15858"/>
                  </a:lnTo>
                  <a:lnTo>
                    <a:pt x="3353" y="13480"/>
                  </a:lnTo>
                  <a:lnTo>
                    <a:pt x="3558" y="10799"/>
                  </a:lnTo>
                  <a:lnTo>
                    <a:pt x="4837" y="9756"/>
                  </a:lnTo>
                  <a:lnTo>
                    <a:pt x="7616" y="9910"/>
                  </a:lnTo>
                  <a:lnTo>
                    <a:pt x="8805" y="8622"/>
                  </a:lnTo>
                  <a:lnTo>
                    <a:pt x="10330" y="5437"/>
                  </a:lnTo>
                  <a:lnTo>
                    <a:pt x="11933" y="1614"/>
                  </a:lnTo>
                  <a:lnTo>
                    <a:pt x="12453" y="0"/>
                  </a:lnTo>
                  <a:lnTo>
                    <a:pt x="13011" y="229"/>
                  </a:lnTo>
                  <a:lnTo>
                    <a:pt x="12064" y="3044"/>
                  </a:lnTo>
                  <a:lnTo>
                    <a:pt x="9521" y="8991"/>
                  </a:lnTo>
                  <a:lnTo>
                    <a:pt x="10318" y="9780"/>
                  </a:lnTo>
                  <a:lnTo>
                    <a:pt x="11244" y="10036"/>
                  </a:lnTo>
                  <a:lnTo>
                    <a:pt x="12335" y="11145"/>
                  </a:lnTo>
                  <a:lnTo>
                    <a:pt x="13377" y="11346"/>
                  </a:lnTo>
                  <a:lnTo>
                    <a:pt x="15232" y="10385"/>
                  </a:lnTo>
                  <a:lnTo>
                    <a:pt x="15559" y="528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g1265"/>
            <p:cNvSpPr/>
            <p:nvPr/>
          </p:nvSpPr>
          <p:spPr>
            <a:xfrm>
              <a:off x="4416318" y="1998487"/>
              <a:ext cx="8644" cy="19424"/>
            </a:xfrm>
            <a:custGeom>
              <a:avLst/>
              <a:pathLst>
                <a:path w="8644" h="19424">
                  <a:moveTo>
                    <a:pt x="8644" y="15140"/>
                  </a:moveTo>
                  <a:lnTo>
                    <a:pt x="8595" y="19424"/>
                  </a:lnTo>
                  <a:lnTo>
                    <a:pt x="7404" y="17251"/>
                  </a:lnTo>
                  <a:lnTo>
                    <a:pt x="6850" y="15501"/>
                  </a:lnTo>
                  <a:lnTo>
                    <a:pt x="6063" y="15169"/>
                  </a:lnTo>
                  <a:lnTo>
                    <a:pt x="5515" y="14387"/>
                  </a:lnTo>
                  <a:lnTo>
                    <a:pt x="4603" y="12261"/>
                  </a:lnTo>
                  <a:lnTo>
                    <a:pt x="3544" y="9488"/>
                  </a:lnTo>
                  <a:lnTo>
                    <a:pt x="3184" y="8123"/>
                  </a:lnTo>
                  <a:lnTo>
                    <a:pt x="3030" y="6375"/>
                  </a:lnTo>
                  <a:lnTo>
                    <a:pt x="2315" y="4756"/>
                  </a:lnTo>
                  <a:lnTo>
                    <a:pt x="0" y="1682"/>
                  </a:lnTo>
                  <a:lnTo>
                    <a:pt x="763" y="1315"/>
                  </a:lnTo>
                  <a:lnTo>
                    <a:pt x="1732" y="0"/>
                  </a:lnTo>
                  <a:lnTo>
                    <a:pt x="4430" y="812"/>
                  </a:lnTo>
                  <a:lnTo>
                    <a:pt x="5044" y="1167"/>
                  </a:lnTo>
                  <a:lnTo>
                    <a:pt x="4604" y="3224"/>
                  </a:lnTo>
                  <a:lnTo>
                    <a:pt x="4777" y="5497"/>
                  </a:lnTo>
                  <a:lnTo>
                    <a:pt x="6279" y="10219"/>
                  </a:lnTo>
                  <a:lnTo>
                    <a:pt x="7002" y="11865"/>
                  </a:lnTo>
                  <a:lnTo>
                    <a:pt x="7943" y="1311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g1266"/>
            <p:cNvSpPr/>
            <p:nvPr/>
          </p:nvSpPr>
          <p:spPr>
            <a:xfrm>
              <a:off x="4269413" y="1885944"/>
              <a:ext cx="2475" cy="4513"/>
            </a:xfrm>
            <a:custGeom>
              <a:avLst/>
              <a:pathLst>
                <a:path w="2475" h="4513">
                  <a:moveTo>
                    <a:pt x="1151" y="4178"/>
                  </a:moveTo>
                  <a:lnTo>
                    <a:pt x="393" y="4513"/>
                  </a:lnTo>
                  <a:lnTo>
                    <a:pt x="14" y="3705"/>
                  </a:lnTo>
                  <a:lnTo>
                    <a:pt x="0" y="3135"/>
                  </a:lnTo>
                  <a:lnTo>
                    <a:pt x="1175" y="1859"/>
                  </a:lnTo>
                  <a:lnTo>
                    <a:pt x="1884" y="0"/>
                  </a:lnTo>
                  <a:lnTo>
                    <a:pt x="2331" y="1113"/>
                  </a:lnTo>
                  <a:lnTo>
                    <a:pt x="2475" y="19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g1267"/>
            <p:cNvSpPr/>
            <p:nvPr/>
          </p:nvSpPr>
          <p:spPr>
            <a:xfrm>
              <a:off x="4393977" y="1883976"/>
              <a:ext cx="11866" cy="21198"/>
            </a:xfrm>
            <a:custGeom>
              <a:avLst/>
              <a:pathLst>
                <a:path w="11866" h="21198">
                  <a:moveTo>
                    <a:pt x="1998" y="18420"/>
                  </a:moveTo>
                  <a:lnTo>
                    <a:pt x="424" y="21198"/>
                  </a:lnTo>
                  <a:lnTo>
                    <a:pt x="192" y="20746"/>
                  </a:lnTo>
                  <a:lnTo>
                    <a:pt x="44" y="20111"/>
                  </a:lnTo>
                  <a:lnTo>
                    <a:pt x="0" y="19141"/>
                  </a:lnTo>
                  <a:lnTo>
                    <a:pt x="1437" y="17312"/>
                  </a:lnTo>
                  <a:lnTo>
                    <a:pt x="2877" y="12653"/>
                  </a:lnTo>
                  <a:lnTo>
                    <a:pt x="3434" y="8776"/>
                  </a:lnTo>
                  <a:lnTo>
                    <a:pt x="3262" y="7517"/>
                  </a:lnTo>
                  <a:lnTo>
                    <a:pt x="3208" y="6255"/>
                  </a:lnTo>
                  <a:lnTo>
                    <a:pt x="7449" y="3858"/>
                  </a:lnTo>
                  <a:lnTo>
                    <a:pt x="10480" y="0"/>
                  </a:lnTo>
                  <a:lnTo>
                    <a:pt x="11011" y="165"/>
                  </a:lnTo>
                  <a:lnTo>
                    <a:pt x="11556" y="3384"/>
                  </a:lnTo>
                  <a:lnTo>
                    <a:pt x="11866" y="7564"/>
                  </a:lnTo>
                  <a:lnTo>
                    <a:pt x="11425" y="10081"/>
                  </a:lnTo>
                  <a:lnTo>
                    <a:pt x="8186" y="11484"/>
                  </a:lnTo>
                  <a:lnTo>
                    <a:pt x="5122" y="1427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g1268"/>
            <p:cNvSpPr/>
            <p:nvPr/>
          </p:nvSpPr>
          <p:spPr>
            <a:xfrm>
              <a:off x="3164405" y="1707544"/>
              <a:ext cx="3167" cy="6527"/>
            </a:xfrm>
            <a:custGeom>
              <a:avLst/>
              <a:pathLst>
                <a:path w="3167" h="6527">
                  <a:moveTo>
                    <a:pt x="2761" y="457"/>
                  </a:moveTo>
                  <a:lnTo>
                    <a:pt x="3071" y="1621"/>
                  </a:lnTo>
                  <a:lnTo>
                    <a:pt x="3167" y="3534"/>
                  </a:lnTo>
                  <a:lnTo>
                    <a:pt x="2869" y="4759"/>
                  </a:lnTo>
                  <a:lnTo>
                    <a:pt x="3012" y="5794"/>
                  </a:lnTo>
                  <a:lnTo>
                    <a:pt x="2401" y="6527"/>
                  </a:lnTo>
                  <a:lnTo>
                    <a:pt x="1453" y="4135"/>
                  </a:lnTo>
                  <a:lnTo>
                    <a:pt x="889" y="4100"/>
                  </a:lnTo>
                  <a:lnTo>
                    <a:pt x="285" y="3071"/>
                  </a:lnTo>
                  <a:lnTo>
                    <a:pt x="0" y="1373"/>
                  </a:lnTo>
                  <a:lnTo>
                    <a:pt x="546" y="900"/>
                  </a:lnTo>
                  <a:lnTo>
                    <a:pt x="767" y="1194"/>
                  </a:lnTo>
                  <a:lnTo>
                    <a:pt x="192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g1269"/>
            <p:cNvSpPr/>
            <p:nvPr/>
          </p:nvSpPr>
          <p:spPr>
            <a:xfrm>
              <a:off x="3490697" y="1661639"/>
              <a:ext cx="6159" cy="7722"/>
            </a:xfrm>
            <a:custGeom>
              <a:avLst/>
              <a:pathLst>
                <a:path w="6159" h="7722">
                  <a:moveTo>
                    <a:pt x="5300" y="7354"/>
                  </a:moveTo>
                  <a:lnTo>
                    <a:pt x="3608" y="7722"/>
                  </a:lnTo>
                  <a:lnTo>
                    <a:pt x="1749" y="5488"/>
                  </a:lnTo>
                  <a:lnTo>
                    <a:pt x="0" y="1037"/>
                  </a:lnTo>
                  <a:lnTo>
                    <a:pt x="321" y="0"/>
                  </a:lnTo>
                  <a:lnTo>
                    <a:pt x="1413" y="356"/>
                  </a:lnTo>
                  <a:lnTo>
                    <a:pt x="3182" y="431"/>
                  </a:lnTo>
                  <a:lnTo>
                    <a:pt x="4309" y="1164"/>
                  </a:lnTo>
                  <a:lnTo>
                    <a:pt x="5838" y="1630"/>
                  </a:lnTo>
                  <a:lnTo>
                    <a:pt x="5655" y="3660"/>
                  </a:lnTo>
                  <a:lnTo>
                    <a:pt x="5651" y="4480"/>
                  </a:lnTo>
                  <a:lnTo>
                    <a:pt x="6159" y="5377"/>
                  </a:lnTo>
                  <a:lnTo>
                    <a:pt x="5670" y="689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g1270"/>
            <p:cNvSpPr/>
            <p:nvPr/>
          </p:nvSpPr>
          <p:spPr>
            <a:xfrm>
              <a:off x="3231039" y="1660326"/>
              <a:ext cx="2438" cy="3174"/>
            </a:xfrm>
            <a:custGeom>
              <a:avLst/>
              <a:pathLst>
                <a:path w="2438" h="3174">
                  <a:moveTo>
                    <a:pt x="2438" y="2771"/>
                  </a:moveTo>
                  <a:lnTo>
                    <a:pt x="2072" y="3174"/>
                  </a:lnTo>
                  <a:lnTo>
                    <a:pt x="166" y="1786"/>
                  </a:lnTo>
                  <a:lnTo>
                    <a:pt x="0" y="743"/>
                  </a:lnTo>
                  <a:lnTo>
                    <a:pt x="81" y="294"/>
                  </a:lnTo>
                  <a:lnTo>
                    <a:pt x="840" y="0"/>
                  </a:lnTo>
                  <a:lnTo>
                    <a:pt x="1647" y="392"/>
                  </a:lnTo>
                  <a:lnTo>
                    <a:pt x="2217" y="177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g1271"/>
            <p:cNvSpPr/>
            <p:nvPr/>
          </p:nvSpPr>
          <p:spPr>
            <a:xfrm>
              <a:off x="3286979" y="1580079"/>
              <a:ext cx="19267" cy="22991"/>
            </a:xfrm>
            <a:custGeom>
              <a:avLst/>
              <a:pathLst>
                <a:path w="19267" h="22991">
                  <a:moveTo>
                    <a:pt x="19096" y="9622"/>
                  </a:moveTo>
                  <a:lnTo>
                    <a:pt x="19267" y="12480"/>
                  </a:lnTo>
                  <a:lnTo>
                    <a:pt x="18667" y="13664"/>
                  </a:lnTo>
                  <a:lnTo>
                    <a:pt x="18127" y="13996"/>
                  </a:lnTo>
                  <a:lnTo>
                    <a:pt x="17901" y="12206"/>
                  </a:lnTo>
                  <a:lnTo>
                    <a:pt x="17450" y="11396"/>
                  </a:lnTo>
                  <a:lnTo>
                    <a:pt x="15785" y="13532"/>
                  </a:lnTo>
                  <a:lnTo>
                    <a:pt x="15007" y="15881"/>
                  </a:lnTo>
                  <a:lnTo>
                    <a:pt x="12954" y="19251"/>
                  </a:lnTo>
                  <a:lnTo>
                    <a:pt x="8668" y="21653"/>
                  </a:lnTo>
                  <a:lnTo>
                    <a:pt x="6071" y="22698"/>
                  </a:lnTo>
                  <a:lnTo>
                    <a:pt x="3731" y="22991"/>
                  </a:lnTo>
                  <a:lnTo>
                    <a:pt x="1540" y="20872"/>
                  </a:lnTo>
                  <a:lnTo>
                    <a:pt x="356" y="16808"/>
                  </a:lnTo>
                  <a:lnTo>
                    <a:pt x="150" y="15572"/>
                  </a:lnTo>
                  <a:lnTo>
                    <a:pt x="0" y="13914"/>
                  </a:lnTo>
                  <a:lnTo>
                    <a:pt x="14" y="12250"/>
                  </a:lnTo>
                  <a:lnTo>
                    <a:pt x="168" y="9672"/>
                  </a:lnTo>
                  <a:lnTo>
                    <a:pt x="395" y="7150"/>
                  </a:lnTo>
                  <a:lnTo>
                    <a:pt x="1298" y="4892"/>
                  </a:lnTo>
                  <a:lnTo>
                    <a:pt x="3389" y="2221"/>
                  </a:lnTo>
                  <a:lnTo>
                    <a:pt x="5442" y="487"/>
                  </a:lnTo>
                  <a:lnTo>
                    <a:pt x="6484" y="57"/>
                  </a:lnTo>
                  <a:lnTo>
                    <a:pt x="9098" y="0"/>
                  </a:lnTo>
                  <a:lnTo>
                    <a:pt x="16511" y="5963"/>
                  </a:lnTo>
                  <a:lnTo>
                    <a:pt x="18155" y="75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2"/>
            <p:cNvSpPr/>
            <p:nvPr/>
          </p:nvSpPr>
          <p:spPr>
            <a:xfrm>
              <a:off x="3467207" y="1578184"/>
              <a:ext cx="3067" cy="3925"/>
            </a:xfrm>
            <a:custGeom>
              <a:avLst/>
              <a:pathLst>
                <a:path w="3067" h="3925">
                  <a:moveTo>
                    <a:pt x="3067" y="1345"/>
                  </a:moveTo>
                  <a:lnTo>
                    <a:pt x="2288" y="3925"/>
                  </a:lnTo>
                  <a:lnTo>
                    <a:pt x="691" y="3788"/>
                  </a:lnTo>
                  <a:lnTo>
                    <a:pt x="205" y="3201"/>
                  </a:lnTo>
                  <a:lnTo>
                    <a:pt x="0" y="2724"/>
                  </a:lnTo>
                  <a:lnTo>
                    <a:pt x="1828" y="0"/>
                  </a:lnTo>
                  <a:lnTo>
                    <a:pt x="2913" y="9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g1273"/>
            <p:cNvSpPr/>
            <p:nvPr/>
          </p:nvSpPr>
          <p:spPr>
            <a:xfrm>
              <a:off x="4371439" y="1576290"/>
              <a:ext cx="5143" cy="21860"/>
            </a:xfrm>
            <a:custGeom>
              <a:avLst/>
              <a:pathLst>
                <a:path w="5143" h="21860">
                  <a:moveTo>
                    <a:pt x="3694" y="21821"/>
                  </a:moveTo>
                  <a:lnTo>
                    <a:pt x="3265" y="21860"/>
                  </a:lnTo>
                  <a:lnTo>
                    <a:pt x="3590" y="19899"/>
                  </a:lnTo>
                  <a:lnTo>
                    <a:pt x="3637" y="19025"/>
                  </a:lnTo>
                  <a:lnTo>
                    <a:pt x="2703" y="17582"/>
                  </a:lnTo>
                  <a:lnTo>
                    <a:pt x="958" y="16484"/>
                  </a:lnTo>
                  <a:lnTo>
                    <a:pt x="516" y="15637"/>
                  </a:lnTo>
                  <a:lnTo>
                    <a:pt x="410" y="13073"/>
                  </a:lnTo>
                  <a:lnTo>
                    <a:pt x="785" y="9037"/>
                  </a:lnTo>
                  <a:lnTo>
                    <a:pt x="0" y="6908"/>
                  </a:lnTo>
                  <a:lnTo>
                    <a:pt x="268" y="5012"/>
                  </a:lnTo>
                  <a:lnTo>
                    <a:pt x="2312" y="2911"/>
                  </a:lnTo>
                  <a:lnTo>
                    <a:pt x="3143" y="1292"/>
                  </a:lnTo>
                  <a:lnTo>
                    <a:pt x="4060" y="0"/>
                  </a:lnTo>
                  <a:lnTo>
                    <a:pt x="4209" y="160"/>
                  </a:lnTo>
                  <a:lnTo>
                    <a:pt x="5143" y="1389"/>
                  </a:lnTo>
                  <a:lnTo>
                    <a:pt x="5061" y="4093"/>
                  </a:lnTo>
                  <a:lnTo>
                    <a:pt x="4398" y="5996"/>
                  </a:lnTo>
                  <a:lnTo>
                    <a:pt x="2803" y="6671"/>
                  </a:lnTo>
                  <a:lnTo>
                    <a:pt x="2577" y="7981"/>
                  </a:lnTo>
                  <a:lnTo>
                    <a:pt x="2786" y="10242"/>
                  </a:lnTo>
                  <a:lnTo>
                    <a:pt x="2833" y="13149"/>
                  </a:lnTo>
                  <a:lnTo>
                    <a:pt x="2994" y="15750"/>
                  </a:lnTo>
                  <a:lnTo>
                    <a:pt x="3959" y="18422"/>
                  </a:lnTo>
                  <a:lnTo>
                    <a:pt x="4174" y="19794"/>
                  </a:lnTo>
                  <a:lnTo>
                    <a:pt x="4075" y="210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g1274"/>
            <p:cNvSpPr/>
            <p:nvPr/>
          </p:nvSpPr>
          <p:spPr>
            <a:xfrm>
              <a:off x="4435909" y="1565174"/>
              <a:ext cx="15811" cy="13126"/>
            </a:xfrm>
            <a:custGeom>
              <a:avLst/>
              <a:pathLst>
                <a:path w="15811" h="13126">
                  <a:moveTo>
                    <a:pt x="13573" y="12860"/>
                  </a:moveTo>
                  <a:lnTo>
                    <a:pt x="10833" y="13126"/>
                  </a:lnTo>
                  <a:lnTo>
                    <a:pt x="5375" y="10381"/>
                  </a:lnTo>
                  <a:lnTo>
                    <a:pt x="3417" y="8934"/>
                  </a:lnTo>
                  <a:lnTo>
                    <a:pt x="1959" y="7087"/>
                  </a:lnTo>
                  <a:lnTo>
                    <a:pt x="311" y="5793"/>
                  </a:lnTo>
                  <a:lnTo>
                    <a:pt x="0" y="5283"/>
                  </a:lnTo>
                  <a:lnTo>
                    <a:pt x="241" y="4214"/>
                  </a:lnTo>
                  <a:lnTo>
                    <a:pt x="729" y="3386"/>
                  </a:lnTo>
                  <a:lnTo>
                    <a:pt x="2602" y="1204"/>
                  </a:lnTo>
                  <a:lnTo>
                    <a:pt x="3916" y="215"/>
                  </a:lnTo>
                  <a:lnTo>
                    <a:pt x="5470" y="0"/>
                  </a:lnTo>
                  <a:lnTo>
                    <a:pt x="15246" y="3931"/>
                  </a:lnTo>
                  <a:lnTo>
                    <a:pt x="15687" y="4716"/>
                  </a:lnTo>
                  <a:lnTo>
                    <a:pt x="15811" y="5422"/>
                  </a:lnTo>
                  <a:lnTo>
                    <a:pt x="15663" y="6987"/>
                  </a:lnTo>
                  <a:lnTo>
                    <a:pt x="14839" y="7271"/>
                  </a:lnTo>
                  <a:lnTo>
                    <a:pt x="14519" y="8300"/>
                  </a:lnTo>
                  <a:lnTo>
                    <a:pt x="14175" y="11434"/>
                  </a:lnTo>
                  <a:lnTo>
                    <a:pt x="14006" y="122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g1275"/>
            <p:cNvSpPr/>
            <p:nvPr/>
          </p:nvSpPr>
          <p:spPr>
            <a:xfrm>
              <a:off x="3384983" y="1551891"/>
              <a:ext cx="19300" cy="22974"/>
            </a:xfrm>
            <a:custGeom>
              <a:avLst/>
              <a:pathLst>
                <a:path w="19300" h="22974">
                  <a:moveTo>
                    <a:pt x="19010" y="15670"/>
                  </a:moveTo>
                  <a:lnTo>
                    <a:pt x="19300" y="17129"/>
                  </a:lnTo>
                  <a:lnTo>
                    <a:pt x="19267" y="19841"/>
                  </a:lnTo>
                  <a:lnTo>
                    <a:pt x="18911" y="21844"/>
                  </a:lnTo>
                  <a:lnTo>
                    <a:pt x="17824" y="22158"/>
                  </a:lnTo>
                  <a:lnTo>
                    <a:pt x="16755" y="22974"/>
                  </a:lnTo>
                  <a:lnTo>
                    <a:pt x="14931" y="22107"/>
                  </a:lnTo>
                  <a:lnTo>
                    <a:pt x="13906" y="22700"/>
                  </a:lnTo>
                  <a:lnTo>
                    <a:pt x="12879" y="22738"/>
                  </a:lnTo>
                  <a:lnTo>
                    <a:pt x="12032" y="22427"/>
                  </a:lnTo>
                  <a:lnTo>
                    <a:pt x="11189" y="21988"/>
                  </a:lnTo>
                  <a:lnTo>
                    <a:pt x="10624" y="21469"/>
                  </a:lnTo>
                  <a:lnTo>
                    <a:pt x="10653" y="19925"/>
                  </a:lnTo>
                  <a:lnTo>
                    <a:pt x="9898" y="17699"/>
                  </a:lnTo>
                  <a:lnTo>
                    <a:pt x="8733" y="16983"/>
                  </a:lnTo>
                  <a:lnTo>
                    <a:pt x="7645" y="16746"/>
                  </a:lnTo>
                  <a:lnTo>
                    <a:pt x="6452" y="16053"/>
                  </a:lnTo>
                  <a:lnTo>
                    <a:pt x="5859" y="16381"/>
                  </a:lnTo>
                  <a:lnTo>
                    <a:pt x="5104" y="17194"/>
                  </a:lnTo>
                  <a:lnTo>
                    <a:pt x="4611" y="16914"/>
                  </a:lnTo>
                  <a:lnTo>
                    <a:pt x="1990" y="12238"/>
                  </a:lnTo>
                  <a:lnTo>
                    <a:pt x="1549" y="11144"/>
                  </a:lnTo>
                  <a:lnTo>
                    <a:pt x="1273" y="9928"/>
                  </a:lnTo>
                  <a:lnTo>
                    <a:pt x="913" y="9145"/>
                  </a:lnTo>
                  <a:lnTo>
                    <a:pt x="0" y="5860"/>
                  </a:lnTo>
                  <a:lnTo>
                    <a:pt x="450" y="4340"/>
                  </a:lnTo>
                  <a:lnTo>
                    <a:pt x="1367" y="3379"/>
                  </a:lnTo>
                  <a:lnTo>
                    <a:pt x="1970" y="3121"/>
                  </a:lnTo>
                  <a:lnTo>
                    <a:pt x="3087" y="952"/>
                  </a:lnTo>
                  <a:lnTo>
                    <a:pt x="5116" y="0"/>
                  </a:lnTo>
                  <a:lnTo>
                    <a:pt x="5527" y="138"/>
                  </a:lnTo>
                  <a:lnTo>
                    <a:pt x="5914" y="829"/>
                  </a:lnTo>
                  <a:lnTo>
                    <a:pt x="8044" y="3058"/>
                  </a:lnTo>
                  <a:lnTo>
                    <a:pt x="9161" y="4557"/>
                  </a:lnTo>
                  <a:lnTo>
                    <a:pt x="10152" y="6389"/>
                  </a:lnTo>
                  <a:lnTo>
                    <a:pt x="11183" y="7924"/>
                  </a:lnTo>
                  <a:lnTo>
                    <a:pt x="14255" y="10544"/>
                  </a:lnTo>
                  <a:lnTo>
                    <a:pt x="16335" y="13070"/>
                  </a:lnTo>
                  <a:lnTo>
                    <a:pt x="18453" y="1485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g1276"/>
            <p:cNvSpPr/>
            <p:nvPr/>
          </p:nvSpPr>
          <p:spPr>
            <a:xfrm>
              <a:off x="3461140" y="1542805"/>
              <a:ext cx="1670" cy="8013"/>
            </a:xfrm>
            <a:custGeom>
              <a:avLst/>
              <a:pathLst>
                <a:path w="1670" h="8013">
                  <a:moveTo>
                    <a:pt x="1596" y="6823"/>
                  </a:moveTo>
                  <a:lnTo>
                    <a:pt x="1670" y="8013"/>
                  </a:lnTo>
                  <a:lnTo>
                    <a:pt x="1163" y="7616"/>
                  </a:lnTo>
                  <a:lnTo>
                    <a:pt x="517" y="6253"/>
                  </a:lnTo>
                  <a:lnTo>
                    <a:pt x="123" y="4635"/>
                  </a:lnTo>
                  <a:lnTo>
                    <a:pt x="0" y="1340"/>
                  </a:lnTo>
                  <a:lnTo>
                    <a:pt x="224" y="458"/>
                  </a:lnTo>
                  <a:lnTo>
                    <a:pt x="436" y="0"/>
                  </a:lnTo>
                  <a:lnTo>
                    <a:pt x="654" y="98"/>
                  </a:lnTo>
                  <a:lnTo>
                    <a:pt x="604" y="218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g1277"/>
            <p:cNvSpPr/>
            <p:nvPr/>
          </p:nvSpPr>
          <p:spPr>
            <a:xfrm>
              <a:off x="4365229" y="1538037"/>
              <a:ext cx="2711" cy="3787"/>
            </a:xfrm>
            <a:custGeom>
              <a:avLst/>
              <a:pathLst>
                <a:path w="2711" h="3787">
                  <a:moveTo>
                    <a:pt x="2711" y="3289"/>
                  </a:moveTo>
                  <a:lnTo>
                    <a:pt x="2061" y="3787"/>
                  </a:lnTo>
                  <a:lnTo>
                    <a:pt x="652" y="3377"/>
                  </a:lnTo>
                  <a:lnTo>
                    <a:pt x="0" y="2452"/>
                  </a:lnTo>
                  <a:lnTo>
                    <a:pt x="33" y="336"/>
                  </a:lnTo>
                  <a:lnTo>
                    <a:pt x="111" y="0"/>
                  </a:lnTo>
                  <a:lnTo>
                    <a:pt x="1239" y="302"/>
                  </a:lnTo>
                  <a:lnTo>
                    <a:pt x="1999" y="149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g1278"/>
            <p:cNvSpPr/>
            <p:nvPr/>
          </p:nvSpPr>
          <p:spPr>
            <a:xfrm>
              <a:off x="3325059" y="1524159"/>
              <a:ext cx="9280" cy="12854"/>
            </a:xfrm>
            <a:custGeom>
              <a:avLst/>
              <a:pathLst>
                <a:path w="9280" h="12854">
                  <a:moveTo>
                    <a:pt x="6378" y="1144"/>
                  </a:moveTo>
                  <a:lnTo>
                    <a:pt x="7251" y="3322"/>
                  </a:lnTo>
                  <a:lnTo>
                    <a:pt x="8019" y="4898"/>
                  </a:lnTo>
                  <a:lnTo>
                    <a:pt x="8667" y="4781"/>
                  </a:lnTo>
                  <a:lnTo>
                    <a:pt x="9159" y="5567"/>
                  </a:lnTo>
                  <a:lnTo>
                    <a:pt x="9280" y="7209"/>
                  </a:lnTo>
                  <a:lnTo>
                    <a:pt x="7995" y="10007"/>
                  </a:lnTo>
                  <a:lnTo>
                    <a:pt x="7770" y="11014"/>
                  </a:lnTo>
                  <a:lnTo>
                    <a:pt x="8324" y="11950"/>
                  </a:lnTo>
                  <a:lnTo>
                    <a:pt x="8471" y="12460"/>
                  </a:lnTo>
                  <a:lnTo>
                    <a:pt x="7525" y="12854"/>
                  </a:lnTo>
                  <a:lnTo>
                    <a:pt x="7351" y="11585"/>
                  </a:lnTo>
                  <a:lnTo>
                    <a:pt x="6823" y="10345"/>
                  </a:lnTo>
                  <a:lnTo>
                    <a:pt x="5724" y="9392"/>
                  </a:lnTo>
                  <a:lnTo>
                    <a:pt x="5279" y="8532"/>
                  </a:lnTo>
                  <a:lnTo>
                    <a:pt x="4792" y="6590"/>
                  </a:lnTo>
                  <a:lnTo>
                    <a:pt x="2948" y="4529"/>
                  </a:lnTo>
                  <a:lnTo>
                    <a:pt x="1784" y="4859"/>
                  </a:lnTo>
                  <a:lnTo>
                    <a:pt x="476" y="3940"/>
                  </a:lnTo>
                  <a:lnTo>
                    <a:pt x="93" y="3510"/>
                  </a:lnTo>
                  <a:lnTo>
                    <a:pt x="0" y="2324"/>
                  </a:lnTo>
                  <a:lnTo>
                    <a:pt x="545" y="1385"/>
                  </a:lnTo>
                  <a:lnTo>
                    <a:pt x="2622" y="550"/>
                  </a:lnTo>
                  <a:lnTo>
                    <a:pt x="3629" y="601"/>
                  </a:lnTo>
                  <a:lnTo>
                    <a:pt x="4709" y="1435"/>
                  </a:lnTo>
                  <a:lnTo>
                    <a:pt x="4619" y="411"/>
                  </a:lnTo>
                  <a:lnTo>
                    <a:pt x="4733" y="0"/>
                  </a:lnTo>
                  <a:lnTo>
                    <a:pt x="5161" y="11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g1279"/>
            <p:cNvSpPr/>
            <p:nvPr/>
          </p:nvSpPr>
          <p:spPr>
            <a:xfrm>
              <a:off x="4540116" y="1518471"/>
              <a:ext cx="37235" cy="22874"/>
            </a:xfrm>
            <a:custGeom>
              <a:avLst/>
              <a:pathLst>
                <a:path w="37235" h="22874">
                  <a:moveTo>
                    <a:pt x="2241" y="22746"/>
                  </a:moveTo>
                  <a:lnTo>
                    <a:pt x="1579" y="22874"/>
                  </a:lnTo>
                  <a:lnTo>
                    <a:pt x="191" y="17599"/>
                  </a:lnTo>
                  <a:lnTo>
                    <a:pt x="0" y="16217"/>
                  </a:lnTo>
                  <a:lnTo>
                    <a:pt x="534" y="14494"/>
                  </a:lnTo>
                  <a:lnTo>
                    <a:pt x="1929" y="12360"/>
                  </a:lnTo>
                  <a:lnTo>
                    <a:pt x="2526" y="10787"/>
                  </a:lnTo>
                  <a:lnTo>
                    <a:pt x="5832" y="8027"/>
                  </a:lnTo>
                  <a:lnTo>
                    <a:pt x="8838" y="4389"/>
                  </a:lnTo>
                  <a:lnTo>
                    <a:pt x="10455" y="3840"/>
                  </a:lnTo>
                  <a:lnTo>
                    <a:pt x="12094" y="2152"/>
                  </a:lnTo>
                  <a:lnTo>
                    <a:pt x="13187" y="1727"/>
                  </a:lnTo>
                  <a:lnTo>
                    <a:pt x="14678" y="1335"/>
                  </a:lnTo>
                  <a:lnTo>
                    <a:pt x="16157" y="538"/>
                  </a:lnTo>
                  <a:lnTo>
                    <a:pt x="17547" y="406"/>
                  </a:lnTo>
                  <a:lnTo>
                    <a:pt x="18935" y="872"/>
                  </a:lnTo>
                  <a:lnTo>
                    <a:pt x="20334" y="724"/>
                  </a:lnTo>
                  <a:lnTo>
                    <a:pt x="21727" y="0"/>
                  </a:lnTo>
                  <a:lnTo>
                    <a:pt x="22857" y="87"/>
                  </a:lnTo>
                  <a:lnTo>
                    <a:pt x="23988" y="565"/>
                  </a:lnTo>
                  <a:lnTo>
                    <a:pt x="28194" y="1626"/>
                  </a:lnTo>
                  <a:lnTo>
                    <a:pt x="29015" y="1979"/>
                  </a:lnTo>
                  <a:lnTo>
                    <a:pt x="30350" y="3385"/>
                  </a:lnTo>
                  <a:lnTo>
                    <a:pt x="31126" y="3862"/>
                  </a:lnTo>
                  <a:lnTo>
                    <a:pt x="31869" y="4686"/>
                  </a:lnTo>
                  <a:lnTo>
                    <a:pt x="32656" y="6076"/>
                  </a:lnTo>
                  <a:lnTo>
                    <a:pt x="34173" y="7570"/>
                  </a:lnTo>
                  <a:lnTo>
                    <a:pt x="36412" y="9293"/>
                  </a:lnTo>
                  <a:lnTo>
                    <a:pt x="36911" y="9842"/>
                  </a:lnTo>
                  <a:lnTo>
                    <a:pt x="37235" y="11141"/>
                  </a:lnTo>
                  <a:lnTo>
                    <a:pt x="36994" y="12685"/>
                  </a:lnTo>
                  <a:lnTo>
                    <a:pt x="34127" y="15619"/>
                  </a:lnTo>
                  <a:lnTo>
                    <a:pt x="31811" y="16377"/>
                  </a:lnTo>
                  <a:lnTo>
                    <a:pt x="27338" y="17179"/>
                  </a:lnTo>
                  <a:lnTo>
                    <a:pt x="21292" y="19394"/>
                  </a:lnTo>
                  <a:lnTo>
                    <a:pt x="18804" y="20010"/>
                  </a:lnTo>
                  <a:lnTo>
                    <a:pt x="17929" y="19879"/>
                  </a:lnTo>
                  <a:lnTo>
                    <a:pt x="15743" y="18453"/>
                  </a:lnTo>
                  <a:lnTo>
                    <a:pt x="13187" y="17823"/>
                  </a:lnTo>
                  <a:lnTo>
                    <a:pt x="12046" y="18335"/>
                  </a:lnTo>
                  <a:lnTo>
                    <a:pt x="9799" y="20603"/>
                  </a:lnTo>
                  <a:lnTo>
                    <a:pt x="5039" y="2115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g1280"/>
            <p:cNvSpPr/>
            <p:nvPr/>
          </p:nvSpPr>
          <p:spPr>
            <a:xfrm>
              <a:off x="4140531" y="1518716"/>
              <a:ext cx="8612" cy="4865"/>
            </a:xfrm>
            <a:custGeom>
              <a:avLst/>
              <a:pathLst>
                <a:path w="8612" h="4865">
                  <a:moveTo>
                    <a:pt x="8612" y="2370"/>
                  </a:moveTo>
                  <a:lnTo>
                    <a:pt x="6227" y="4865"/>
                  </a:lnTo>
                  <a:lnTo>
                    <a:pt x="5276" y="4549"/>
                  </a:lnTo>
                  <a:lnTo>
                    <a:pt x="4304" y="3347"/>
                  </a:lnTo>
                  <a:lnTo>
                    <a:pt x="3785" y="3084"/>
                  </a:lnTo>
                  <a:lnTo>
                    <a:pt x="3260" y="3267"/>
                  </a:lnTo>
                  <a:lnTo>
                    <a:pt x="2693" y="3762"/>
                  </a:lnTo>
                  <a:lnTo>
                    <a:pt x="1936" y="3899"/>
                  </a:lnTo>
                  <a:lnTo>
                    <a:pt x="140" y="2532"/>
                  </a:lnTo>
                  <a:lnTo>
                    <a:pt x="0" y="1714"/>
                  </a:lnTo>
                  <a:lnTo>
                    <a:pt x="171" y="1334"/>
                  </a:lnTo>
                  <a:lnTo>
                    <a:pt x="629" y="937"/>
                  </a:lnTo>
                  <a:lnTo>
                    <a:pt x="1000" y="908"/>
                  </a:lnTo>
                  <a:lnTo>
                    <a:pt x="2093" y="235"/>
                  </a:lnTo>
                  <a:lnTo>
                    <a:pt x="7236" y="0"/>
                  </a:lnTo>
                  <a:lnTo>
                    <a:pt x="7629" y="142"/>
                  </a:lnTo>
                  <a:lnTo>
                    <a:pt x="8361" y="133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g1281"/>
            <p:cNvSpPr/>
            <p:nvPr/>
          </p:nvSpPr>
          <p:spPr>
            <a:xfrm>
              <a:off x="3561855" y="1487887"/>
              <a:ext cx="14363" cy="10322"/>
            </a:xfrm>
            <a:custGeom>
              <a:avLst/>
              <a:pathLst>
                <a:path w="14363" h="10322">
                  <a:moveTo>
                    <a:pt x="7320" y="10044"/>
                  </a:moveTo>
                  <a:lnTo>
                    <a:pt x="2639" y="10322"/>
                  </a:lnTo>
                  <a:lnTo>
                    <a:pt x="335" y="9856"/>
                  </a:lnTo>
                  <a:lnTo>
                    <a:pt x="0" y="9283"/>
                  </a:lnTo>
                  <a:lnTo>
                    <a:pt x="307" y="7848"/>
                  </a:lnTo>
                  <a:lnTo>
                    <a:pt x="2676" y="5673"/>
                  </a:lnTo>
                  <a:lnTo>
                    <a:pt x="3743" y="4286"/>
                  </a:lnTo>
                  <a:lnTo>
                    <a:pt x="4871" y="1947"/>
                  </a:lnTo>
                  <a:lnTo>
                    <a:pt x="6802" y="10"/>
                  </a:lnTo>
                  <a:lnTo>
                    <a:pt x="8435" y="0"/>
                  </a:lnTo>
                  <a:lnTo>
                    <a:pt x="13536" y="2304"/>
                  </a:lnTo>
                  <a:lnTo>
                    <a:pt x="14245" y="3749"/>
                  </a:lnTo>
                  <a:lnTo>
                    <a:pt x="14363" y="4396"/>
                  </a:lnTo>
                  <a:lnTo>
                    <a:pt x="12338" y="6329"/>
                  </a:lnTo>
                  <a:lnTo>
                    <a:pt x="10922" y="7054"/>
                  </a:lnTo>
                  <a:lnTo>
                    <a:pt x="8746" y="95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g1282"/>
            <p:cNvSpPr/>
            <p:nvPr/>
          </p:nvSpPr>
          <p:spPr>
            <a:xfrm>
              <a:off x="3578796" y="1474202"/>
              <a:ext cx="8730" cy="11336"/>
            </a:xfrm>
            <a:custGeom>
              <a:avLst/>
              <a:pathLst>
                <a:path w="8730" h="11336">
                  <a:moveTo>
                    <a:pt x="8347" y="11004"/>
                  </a:moveTo>
                  <a:lnTo>
                    <a:pt x="7666" y="11336"/>
                  </a:lnTo>
                  <a:lnTo>
                    <a:pt x="2378" y="10127"/>
                  </a:lnTo>
                  <a:lnTo>
                    <a:pt x="548" y="8596"/>
                  </a:lnTo>
                  <a:lnTo>
                    <a:pt x="0" y="7198"/>
                  </a:lnTo>
                  <a:lnTo>
                    <a:pt x="227" y="5970"/>
                  </a:lnTo>
                  <a:lnTo>
                    <a:pt x="5105" y="0"/>
                  </a:lnTo>
                  <a:lnTo>
                    <a:pt x="6953" y="1646"/>
                  </a:lnTo>
                  <a:lnTo>
                    <a:pt x="7491" y="3286"/>
                  </a:lnTo>
                  <a:lnTo>
                    <a:pt x="8730" y="5191"/>
                  </a:lnTo>
                  <a:lnTo>
                    <a:pt x="8697" y="96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g1283"/>
            <p:cNvSpPr/>
            <p:nvPr/>
          </p:nvSpPr>
          <p:spPr>
            <a:xfrm>
              <a:off x="3535217" y="1473134"/>
              <a:ext cx="8280" cy="7880"/>
            </a:xfrm>
            <a:custGeom>
              <a:avLst/>
              <a:pathLst>
                <a:path w="8280" h="7880">
                  <a:moveTo>
                    <a:pt x="5387" y="7595"/>
                  </a:moveTo>
                  <a:lnTo>
                    <a:pt x="5173" y="7880"/>
                  </a:lnTo>
                  <a:lnTo>
                    <a:pt x="4690" y="7367"/>
                  </a:lnTo>
                  <a:lnTo>
                    <a:pt x="3216" y="6583"/>
                  </a:lnTo>
                  <a:lnTo>
                    <a:pt x="773" y="4583"/>
                  </a:lnTo>
                  <a:lnTo>
                    <a:pt x="0" y="3219"/>
                  </a:lnTo>
                  <a:lnTo>
                    <a:pt x="405" y="1657"/>
                  </a:lnTo>
                  <a:lnTo>
                    <a:pt x="945" y="631"/>
                  </a:lnTo>
                  <a:lnTo>
                    <a:pt x="2966" y="0"/>
                  </a:lnTo>
                  <a:lnTo>
                    <a:pt x="4803" y="256"/>
                  </a:lnTo>
                  <a:lnTo>
                    <a:pt x="6009" y="659"/>
                  </a:lnTo>
                  <a:lnTo>
                    <a:pt x="8280" y="2008"/>
                  </a:lnTo>
                  <a:lnTo>
                    <a:pt x="6175" y="2888"/>
                  </a:lnTo>
                  <a:lnTo>
                    <a:pt x="5259" y="4770"/>
                  </a:lnTo>
                  <a:lnTo>
                    <a:pt x="5383" y="5944"/>
                  </a:lnTo>
                  <a:lnTo>
                    <a:pt x="5739" y="658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g1284"/>
            <p:cNvSpPr/>
            <p:nvPr/>
          </p:nvSpPr>
          <p:spPr>
            <a:xfrm>
              <a:off x="3973026" y="1472035"/>
              <a:ext cx="5969" cy="3628"/>
            </a:xfrm>
            <a:custGeom>
              <a:avLst/>
              <a:pathLst>
                <a:path w="5969" h="3628">
                  <a:moveTo>
                    <a:pt x="5969" y="2299"/>
                  </a:moveTo>
                  <a:lnTo>
                    <a:pt x="3532" y="3628"/>
                  </a:lnTo>
                  <a:lnTo>
                    <a:pt x="1457" y="3612"/>
                  </a:lnTo>
                  <a:lnTo>
                    <a:pt x="0" y="1281"/>
                  </a:lnTo>
                  <a:lnTo>
                    <a:pt x="1167" y="360"/>
                  </a:lnTo>
                  <a:lnTo>
                    <a:pt x="3115" y="0"/>
                  </a:lnTo>
                  <a:lnTo>
                    <a:pt x="4211" y="323"/>
                  </a:lnTo>
                  <a:lnTo>
                    <a:pt x="5733" y="178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g1285"/>
            <p:cNvSpPr/>
            <p:nvPr/>
          </p:nvSpPr>
          <p:spPr>
            <a:xfrm>
              <a:off x="3317260" y="1465535"/>
              <a:ext cx="59573" cy="83465"/>
            </a:xfrm>
            <a:custGeom>
              <a:avLst/>
              <a:pathLst>
                <a:path w="59573" h="83465">
                  <a:moveTo>
                    <a:pt x="37408" y="2344"/>
                  </a:moveTo>
                  <a:lnTo>
                    <a:pt x="41903" y="3517"/>
                  </a:lnTo>
                  <a:lnTo>
                    <a:pt x="45271" y="3885"/>
                  </a:lnTo>
                  <a:lnTo>
                    <a:pt x="47317" y="4790"/>
                  </a:lnTo>
                  <a:lnTo>
                    <a:pt x="48077" y="5510"/>
                  </a:lnTo>
                  <a:lnTo>
                    <a:pt x="47768" y="7342"/>
                  </a:lnTo>
                  <a:lnTo>
                    <a:pt x="47165" y="8095"/>
                  </a:lnTo>
                  <a:lnTo>
                    <a:pt x="45764" y="10479"/>
                  </a:lnTo>
                  <a:lnTo>
                    <a:pt x="45553" y="11950"/>
                  </a:lnTo>
                  <a:lnTo>
                    <a:pt x="45801" y="14262"/>
                  </a:lnTo>
                  <a:lnTo>
                    <a:pt x="45587" y="15943"/>
                  </a:lnTo>
                  <a:lnTo>
                    <a:pt x="45117" y="17169"/>
                  </a:lnTo>
                  <a:lnTo>
                    <a:pt x="44753" y="17677"/>
                  </a:lnTo>
                  <a:lnTo>
                    <a:pt x="42214" y="17674"/>
                  </a:lnTo>
                  <a:lnTo>
                    <a:pt x="41288" y="18357"/>
                  </a:lnTo>
                  <a:lnTo>
                    <a:pt x="41241" y="19682"/>
                  </a:lnTo>
                  <a:lnTo>
                    <a:pt x="41073" y="21154"/>
                  </a:lnTo>
                  <a:lnTo>
                    <a:pt x="40260" y="23301"/>
                  </a:lnTo>
                  <a:lnTo>
                    <a:pt x="38576" y="24001"/>
                  </a:lnTo>
                  <a:lnTo>
                    <a:pt x="38211" y="24778"/>
                  </a:lnTo>
                  <a:lnTo>
                    <a:pt x="38342" y="26189"/>
                  </a:lnTo>
                  <a:lnTo>
                    <a:pt x="37756" y="27260"/>
                  </a:lnTo>
                  <a:lnTo>
                    <a:pt x="37790" y="28927"/>
                  </a:lnTo>
                  <a:lnTo>
                    <a:pt x="38087" y="29838"/>
                  </a:lnTo>
                  <a:lnTo>
                    <a:pt x="38171" y="31736"/>
                  </a:lnTo>
                  <a:lnTo>
                    <a:pt x="39314" y="34483"/>
                  </a:lnTo>
                  <a:lnTo>
                    <a:pt x="39092" y="35615"/>
                  </a:lnTo>
                  <a:lnTo>
                    <a:pt x="38211" y="37845"/>
                  </a:lnTo>
                  <a:lnTo>
                    <a:pt x="37939" y="40563"/>
                  </a:lnTo>
                  <a:lnTo>
                    <a:pt x="37197" y="42913"/>
                  </a:lnTo>
                  <a:lnTo>
                    <a:pt x="38863" y="44867"/>
                  </a:lnTo>
                  <a:lnTo>
                    <a:pt x="39589" y="47405"/>
                  </a:lnTo>
                  <a:lnTo>
                    <a:pt x="40233" y="50167"/>
                  </a:lnTo>
                  <a:lnTo>
                    <a:pt x="42210" y="55554"/>
                  </a:lnTo>
                  <a:lnTo>
                    <a:pt x="44362" y="60340"/>
                  </a:lnTo>
                  <a:lnTo>
                    <a:pt x="48316" y="67379"/>
                  </a:lnTo>
                  <a:lnTo>
                    <a:pt x="52550" y="72709"/>
                  </a:lnTo>
                  <a:lnTo>
                    <a:pt x="54192" y="74215"/>
                  </a:lnTo>
                  <a:lnTo>
                    <a:pt x="58210" y="76690"/>
                  </a:lnTo>
                  <a:lnTo>
                    <a:pt x="58910" y="77472"/>
                  </a:lnTo>
                  <a:lnTo>
                    <a:pt x="59573" y="78566"/>
                  </a:lnTo>
                  <a:lnTo>
                    <a:pt x="57860" y="80568"/>
                  </a:lnTo>
                  <a:lnTo>
                    <a:pt x="56096" y="81307"/>
                  </a:lnTo>
                  <a:lnTo>
                    <a:pt x="55935" y="82220"/>
                  </a:lnTo>
                  <a:lnTo>
                    <a:pt x="54964" y="82693"/>
                  </a:lnTo>
                  <a:lnTo>
                    <a:pt x="50185" y="80997"/>
                  </a:lnTo>
                  <a:lnTo>
                    <a:pt x="49924" y="80735"/>
                  </a:lnTo>
                  <a:lnTo>
                    <a:pt x="49414" y="79492"/>
                  </a:lnTo>
                  <a:lnTo>
                    <a:pt x="48851" y="78566"/>
                  </a:lnTo>
                  <a:lnTo>
                    <a:pt x="47656" y="78408"/>
                  </a:lnTo>
                  <a:lnTo>
                    <a:pt x="46447" y="78981"/>
                  </a:lnTo>
                  <a:lnTo>
                    <a:pt x="47166" y="80105"/>
                  </a:lnTo>
                  <a:lnTo>
                    <a:pt x="47958" y="80453"/>
                  </a:lnTo>
                  <a:lnTo>
                    <a:pt x="49344" y="82562"/>
                  </a:lnTo>
                  <a:lnTo>
                    <a:pt x="48751" y="83364"/>
                  </a:lnTo>
                  <a:lnTo>
                    <a:pt x="48125" y="83465"/>
                  </a:lnTo>
                  <a:lnTo>
                    <a:pt x="45317" y="80662"/>
                  </a:lnTo>
                  <a:lnTo>
                    <a:pt x="45050" y="81008"/>
                  </a:lnTo>
                  <a:lnTo>
                    <a:pt x="44785" y="81829"/>
                  </a:lnTo>
                  <a:lnTo>
                    <a:pt x="43386" y="80916"/>
                  </a:lnTo>
                  <a:lnTo>
                    <a:pt x="43055" y="81594"/>
                  </a:lnTo>
                  <a:lnTo>
                    <a:pt x="41995" y="81911"/>
                  </a:lnTo>
                  <a:lnTo>
                    <a:pt x="41128" y="81134"/>
                  </a:lnTo>
                  <a:lnTo>
                    <a:pt x="41125" y="80148"/>
                  </a:lnTo>
                  <a:lnTo>
                    <a:pt x="40941" y="79648"/>
                  </a:lnTo>
                  <a:lnTo>
                    <a:pt x="36611" y="80421"/>
                  </a:lnTo>
                  <a:lnTo>
                    <a:pt x="34830" y="80399"/>
                  </a:lnTo>
                  <a:lnTo>
                    <a:pt x="33056" y="80063"/>
                  </a:lnTo>
                  <a:lnTo>
                    <a:pt x="30922" y="78180"/>
                  </a:lnTo>
                  <a:lnTo>
                    <a:pt x="30567" y="79026"/>
                  </a:lnTo>
                  <a:lnTo>
                    <a:pt x="30499" y="80005"/>
                  </a:lnTo>
                  <a:lnTo>
                    <a:pt x="29694" y="79614"/>
                  </a:lnTo>
                  <a:lnTo>
                    <a:pt x="27918" y="78097"/>
                  </a:lnTo>
                  <a:lnTo>
                    <a:pt x="26637" y="77499"/>
                  </a:lnTo>
                  <a:lnTo>
                    <a:pt x="22051" y="76035"/>
                  </a:lnTo>
                  <a:lnTo>
                    <a:pt x="18794" y="74289"/>
                  </a:lnTo>
                  <a:lnTo>
                    <a:pt x="19603" y="73490"/>
                  </a:lnTo>
                  <a:lnTo>
                    <a:pt x="21005" y="73074"/>
                  </a:lnTo>
                  <a:lnTo>
                    <a:pt x="21025" y="72005"/>
                  </a:lnTo>
                  <a:lnTo>
                    <a:pt x="20803" y="70532"/>
                  </a:lnTo>
                  <a:lnTo>
                    <a:pt x="20757" y="69007"/>
                  </a:lnTo>
                  <a:lnTo>
                    <a:pt x="21552" y="67984"/>
                  </a:lnTo>
                  <a:lnTo>
                    <a:pt x="23346" y="68471"/>
                  </a:lnTo>
                  <a:lnTo>
                    <a:pt x="23127" y="66808"/>
                  </a:lnTo>
                  <a:lnTo>
                    <a:pt x="23973" y="66486"/>
                  </a:lnTo>
                  <a:lnTo>
                    <a:pt x="25623" y="67443"/>
                  </a:lnTo>
                  <a:lnTo>
                    <a:pt x="26216" y="66844"/>
                  </a:lnTo>
                  <a:lnTo>
                    <a:pt x="23625" y="64752"/>
                  </a:lnTo>
                  <a:lnTo>
                    <a:pt x="20786" y="61786"/>
                  </a:lnTo>
                  <a:lnTo>
                    <a:pt x="21088" y="60719"/>
                  </a:lnTo>
                  <a:lnTo>
                    <a:pt x="20060" y="60431"/>
                  </a:lnTo>
                  <a:lnTo>
                    <a:pt x="19048" y="60501"/>
                  </a:lnTo>
                  <a:lnTo>
                    <a:pt x="18173" y="58757"/>
                  </a:lnTo>
                  <a:lnTo>
                    <a:pt x="18303" y="56450"/>
                  </a:lnTo>
                  <a:lnTo>
                    <a:pt x="19063" y="54887"/>
                  </a:lnTo>
                  <a:lnTo>
                    <a:pt x="18604" y="54547"/>
                  </a:lnTo>
                  <a:lnTo>
                    <a:pt x="14231" y="55925"/>
                  </a:lnTo>
                  <a:lnTo>
                    <a:pt x="12018" y="55610"/>
                  </a:lnTo>
                  <a:lnTo>
                    <a:pt x="9519" y="54688"/>
                  </a:lnTo>
                  <a:lnTo>
                    <a:pt x="7223" y="56066"/>
                  </a:lnTo>
                  <a:lnTo>
                    <a:pt x="4896" y="56525"/>
                  </a:lnTo>
                  <a:lnTo>
                    <a:pt x="3691" y="56034"/>
                  </a:lnTo>
                  <a:lnTo>
                    <a:pt x="2528" y="55034"/>
                  </a:lnTo>
                  <a:lnTo>
                    <a:pt x="1555" y="53675"/>
                  </a:lnTo>
                  <a:lnTo>
                    <a:pt x="795" y="51401"/>
                  </a:lnTo>
                  <a:lnTo>
                    <a:pt x="96" y="47598"/>
                  </a:lnTo>
                  <a:lnTo>
                    <a:pt x="0" y="46158"/>
                  </a:lnTo>
                  <a:lnTo>
                    <a:pt x="143" y="42942"/>
                  </a:lnTo>
                  <a:lnTo>
                    <a:pt x="515" y="41600"/>
                  </a:lnTo>
                  <a:lnTo>
                    <a:pt x="1479" y="38899"/>
                  </a:lnTo>
                  <a:lnTo>
                    <a:pt x="2158" y="38067"/>
                  </a:lnTo>
                  <a:lnTo>
                    <a:pt x="3622" y="36803"/>
                  </a:lnTo>
                  <a:lnTo>
                    <a:pt x="4391" y="36475"/>
                  </a:lnTo>
                  <a:lnTo>
                    <a:pt x="6153" y="37127"/>
                  </a:lnTo>
                  <a:lnTo>
                    <a:pt x="7916" y="37169"/>
                  </a:lnTo>
                  <a:lnTo>
                    <a:pt x="8687" y="36454"/>
                  </a:lnTo>
                  <a:lnTo>
                    <a:pt x="9403" y="35190"/>
                  </a:lnTo>
                  <a:lnTo>
                    <a:pt x="9933" y="33547"/>
                  </a:lnTo>
                  <a:lnTo>
                    <a:pt x="11128" y="32610"/>
                  </a:lnTo>
                  <a:lnTo>
                    <a:pt x="11473" y="32110"/>
                  </a:lnTo>
                  <a:lnTo>
                    <a:pt x="11856" y="31049"/>
                  </a:lnTo>
                  <a:lnTo>
                    <a:pt x="12278" y="29450"/>
                  </a:lnTo>
                  <a:lnTo>
                    <a:pt x="12356" y="28091"/>
                  </a:lnTo>
                  <a:lnTo>
                    <a:pt x="12691" y="26732"/>
                  </a:lnTo>
                  <a:lnTo>
                    <a:pt x="13796" y="24755"/>
                  </a:lnTo>
                  <a:lnTo>
                    <a:pt x="13407" y="23532"/>
                  </a:lnTo>
                  <a:lnTo>
                    <a:pt x="13559" y="22704"/>
                  </a:lnTo>
                  <a:lnTo>
                    <a:pt x="14305" y="21238"/>
                  </a:lnTo>
                  <a:lnTo>
                    <a:pt x="12060" y="20841"/>
                  </a:lnTo>
                  <a:lnTo>
                    <a:pt x="11309" y="20199"/>
                  </a:lnTo>
                  <a:lnTo>
                    <a:pt x="10574" y="19215"/>
                  </a:lnTo>
                  <a:lnTo>
                    <a:pt x="10786" y="18293"/>
                  </a:lnTo>
                  <a:lnTo>
                    <a:pt x="11062" y="17619"/>
                  </a:lnTo>
                  <a:lnTo>
                    <a:pt x="13301" y="15140"/>
                  </a:lnTo>
                  <a:lnTo>
                    <a:pt x="14272" y="14410"/>
                  </a:lnTo>
                  <a:lnTo>
                    <a:pt x="15339" y="14008"/>
                  </a:lnTo>
                  <a:lnTo>
                    <a:pt x="16404" y="14018"/>
                  </a:lnTo>
                  <a:lnTo>
                    <a:pt x="17544" y="14298"/>
                  </a:lnTo>
                  <a:lnTo>
                    <a:pt x="18662" y="13914"/>
                  </a:lnTo>
                  <a:lnTo>
                    <a:pt x="17483" y="12248"/>
                  </a:lnTo>
                  <a:lnTo>
                    <a:pt x="17386" y="11123"/>
                  </a:lnTo>
                  <a:lnTo>
                    <a:pt x="16923" y="8381"/>
                  </a:lnTo>
                  <a:lnTo>
                    <a:pt x="17009" y="7094"/>
                  </a:lnTo>
                  <a:lnTo>
                    <a:pt x="17521" y="6048"/>
                  </a:lnTo>
                  <a:lnTo>
                    <a:pt x="18544" y="4819"/>
                  </a:lnTo>
                  <a:lnTo>
                    <a:pt x="20030" y="4410"/>
                  </a:lnTo>
                  <a:lnTo>
                    <a:pt x="21198" y="3764"/>
                  </a:lnTo>
                  <a:lnTo>
                    <a:pt x="22348" y="2788"/>
                  </a:lnTo>
                  <a:lnTo>
                    <a:pt x="23428" y="2620"/>
                  </a:lnTo>
                  <a:lnTo>
                    <a:pt x="25595" y="3285"/>
                  </a:lnTo>
                  <a:lnTo>
                    <a:pt x="26665" y="3140"/>
                  </a:lnTo>
                  <a:lnTo>
                    <a:pt x="27870" y="2605"/>
                  </a:lnTo>
                  <a:lnTo>
                    <a:pt x="31220" y="520"/>
                  </a:lnTo>
                  <a:lnTo>
                    <a:pt x="32448" y="0"/>
                  </a:lnTo>
                  <a:lnTo>
                    <a:pt x="33763" y="129"/>
                  </a:lnTo>
                  <a:lnTo>
                    <a:pt x="35501" y="91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g1286"/>
            <p:cNvSpPr/>
            <p:nvPr/>
          </p:nvSpPr>
          <p:spPr>
            <a:xfrm>
              <a:off x="3495031" y="1461789"/>
              <a:ext cx="16442" cy="14102"/>
            </a:xfrm>
            <a:custGeom>
              <a:avLst/>
              <a:pathLst>
                <a:path w="16442" h="14102">
                  <a:moveTo>
                    <a:pt x="7246" y="12392"/>
                  </a:moveTo>
                  <a:lnTo>
                    <a:pt x="4424" y="13778"/>
                  </a:lnTo>
                  <a:lnTo>
                    <a:pt x="3636" y="13885"/>
                  </a:lnTo>
                  <a:lnTo>
                    <a:pt x="1908" y="13536"/>
                  </a:lnTo>
                  <a:lnTo>
                    <a:pt x="1159" y="14102"/>
                  </a:lnTo>
                  <a:lnTo>
                    <a:pt x="0" y="12702"/>
                  </a:lnTo>
                  <a:lnTo>
                    <a:pt x="98" y="11458"/>
                  </a:lnTo>
                  <a:lnTo>
                    <a:pt x="629" y="10199"/>
                  </a:lnTo>
                  <a:lnTo>
                    <a:pt x="948" y="8571"/>
                  </a:lnTo>
                  <a:lnTo>
                    <a:pt x="728" y="4580"/>
                  </a:lnTo>
                  <a:lnTo>
                    <a:pt x="2206" y="2058"/>
                  </a:lnTo>
                  <a:lnTo>
                    <a:pt x="4132" y="1086"/>
                  </a:lnTo>
                  <a:lnTo>
                    <a:pt x="9807" y="0"/>
                  </a:lnTo>
                  <a:lnTo>
                    <a:pt x="10605" y="301"/>
                  </a:lnTo>
                  <a:lnTo>
                    <a:pt x="11739" y="1076"/>
                  </a:lnTo>
                  <a:lnTo>
                    <a:pt x="12608" y="1969"/>
                  </a:lnTo>
                  <a:lnTo>
                    <a:pt x="13757" y="4201"/>
                  </a:lnTo>
                  <a:lnTo>
                    <a:pt x="14658" y="5091"/>
                  </a:lnTo>
                  <a:lnTo>
                    <a:pt x="16049" y="6833"/>
                  </a:lnTo>
                  <a:lnTo>
                    <a:pt x="16442" y="8557"/>
                  </a:lnTo>
                  <a:lnTo>
                    <a:pt x="16401" y="10059"/>
                  </a:lnTo>
                  <a:lnTo>
                    <a:pt x="13800" y="10399"/>
                  </a:lnTo>
                  <a:lnTo>
                    <a:pt x="9292" y="1166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g1287"/>
            <p:cNvSpPr/>
            <p:nvPr/>
          </p:nvSpPr>
          <p:spPr>
            <a:xfrm>
              <a:off x="3554280" y="1460582"/>
              <a:ext cx="6469" cy="3420"/>
            </a:xfrm>
            <a:custGeom>
              <a:avLst/>
              <a:pathLst>
                <a:path w="6469" h="3420">
                  <a:moveTo>
                    <a:pt x="6469" y="3234"/>
                  </a:moveTo>
                  <a:lnTo>
                    <a:pt x="5540" y="3420"/>
                  </a:lnTo>
                  <a:lnTo>
                    <a:pt x="1455" y="2335"/>
                  </a:lnTo>
                  <a:lnTo>
                    <a:pt x="0" y="938"/>
                  </a:lnTo>
                  <a:lnTo>
                    <a:pt x="542" y="28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g1288"/>
            <p:cNvSpPr/>
            <p:nvPr/>
          </p:nvSpPr>
          <p:spPr>
            <a:xfrm>
              <a:off x="3547178" y="1460039"/>
              <a:ext cx="6798" cy="4176"/>
            </a:xfrm>
            <a:custGeom>
              <a:avLst/>
              <a:pathLst>
                <a:path w="6798" h="4176">
                  <a:moveTo>
                    <a:pt x="1532" y="3456"/>
                  </a:moveTo>
                  <a:lnTo>
                    <a:pt x="0" y="4176"/>
                  </a:lnTo>
                  <a:lnTo>
                    <a:pt x="294" y="2843"/>
                  </a:lnTo>
                  <a:lnTo>
                    <a:pt x="2166" y="975"/>
                  </a:lnTo>
                  <a:lnTo>
                    <a:pt x="5632" y="0"/>
                  </a:lnTo>
                  <a:lnTo>
                    <a:pt x="6682" y="405"/>
                  </a:lnTo>
                  <a:lnTo>
                    <a:pt x="6798" y="720"/>
                  </a:lnTo>
                  <a:lnTo>
                    <a:pt x="5351" y="2722"/>
                  </a:lnTo>
                  <a:lnTo>
                    <a:pt x="4641" y="33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g1289"/>
            <p:cNvSpPr/>
            <p:nvPr/>
          </p:nvSpPr>
          <p:spPr>
            <a:xfrm>
              <a:off x="4165733" y="1449954"/>
              <a:ext cx="36587" cy="20512"/>
            </a:xfrm>
            <a:custGeom>
              <a:avLst/>
              <a:pathLst>
                <a:path w="36587" h="20512">
                  <a:moveTo>
                    <a:pt x="24027" y="562"/>
                  </a:moveTo>
                  <a:lnTo>
                    <a:pt x="26432" y="1872"/>
                  </a:lnTo>
                  <a:lnTo>
                    <a:pt x="28395" y="3305"/>
                  </a:lnTo>
                  <a:lnTo>
                    <a:pt x="35168" y="10229"/>
                  </a:lnTo>
                  <a:lnTo>
                    <a:pt x="35812" y="11645"/>
                  </a:lnTo>
                  <a:lnTo>
                    <a:pt x="36324" y="13475"/>
                  </a:lnTo>
                  <a:lnTo>
                    <a:pt x="36587" y="19753"/>
                  </a:lnTo>
                  <a:lnTo>
                    <a:pt x="36204" y="20200"/>
                  </a:lnTo>
                  <a:lnTo>
                    <a:pt x="33722" y="20512"/>
                  </a:lnTo>
                  <a:lnTo>
                    <a:pt x="30341" y="19801"/>
                  </a:lnTo>
                  <a:lnTo>
                    <a:pt x="27892" y="19550"/>
                  </a:lnTo>
                  <a:lnTo>
                    <a:pt x="25540" y="19563"/>
                  </a:lnTo>
                  <a:lnTo>
                    <a:pt x="23465" y="18712"/>
                  </a:lnTo>
                  <a:lnTo>
                    <a:pt x="18372" y="17850"/>
                  </a:lnTo>
                  <a:lnTo>
                    <a:pt x="14393" y="15534"/>
                  </a:lnTo>
                  <a:lnTo>
                    <a:pt x="10271" y="13855"/>
                  </a:lnTo>
                  <a:lnTo>
                    <a:pt x="9394" y="13679"/>
                  </a:lnTo>
                  <a:lnTo>
                    <a:pt x="6796" y="14171"/>
                  </a:lnTo>
                  <a:lnTo>
                    <a:pt x="3282" y="16355"/>
                  </a:lnTo>
                  <a:lnTo>
                    <a:pt x="2302" y="16539"/>
                  </a:lnTo>
                  <a:lnTo>
                    <a:pt x="961" y="16539"/>
                  </a:lnTo>
                  <a:lnTo>
                    <a:pt x="0" y="14455"/>
                  </a:lnTo>
                  <a:lnTo>
                    <a:pt x="2255" y="13780"/>
                  </a:lnTo>
                  <a:lnTo>
                    <a:pt x="4514" y="13516"/>
                  </a:lnTo>
                  <a:lnTo>
                    <a:pt x="6682" y="12763"/>
                  </a:lnTo>
                  <a:lnTo>
                    <a:pt x="8729" y="10353"/>
                  </a:lnTo>
                  <a:lnTo>
                    <a:pt x="9728" y="8444"/>
                  </a:lnTo>
                  <a:lnTo>
                    <a:pt x="11519" y="4060"/>
                  </a:lnTo>
                  <a:lnTo>
                    <a:pt x="12478" y="2464"/>
                  </a:lnTo>
                  <a:lnTo>
                    <a:pt x="13451" y="1450"/>
                  </a:lnTo>
                  <a:lnTo>
                    <a:pt x="14462" y="1136"/>
                  </a:lnTo>
                  <a:lnTo>
                    <a:pt x="15635" y="1272"/>
                  </a:lnTo>
                  <a:lnTo>
                    <a:pt x="19192" y="317"/>
                  </a:lnTo>
                  <a:lnTo>
                    <a:pt x="2159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g1290"/>
            <p:cNvSpPr/>
            <p:nvPr/>
          </p:nvSpPr>
          <p:spPr>
            <a:xfrm>
              <a:off x="4018165" y="1449124"/>
              <a:ext cx="3049" cy="2810"/>
            </a:xfrm>
            <a:custGeom>
              <a:avLst/>
              <a:pathLst>
                <a:path w="3049" h="2810">
                  <a:moveTo>
                    <a:pt x="1992" y="2745"/>
                  </a:moveTo>
                  <a:lnTo>
                    <a:pt x="1403" y="2810"/>
                  </a:lnTo>
                  <a:lnTo>
                    <a:pt x="294" y="2021"/>
                  </a:lnTo>
                  <a:lnTo>
                    <a:pt x="0" y="966"/>
                  </a:lnTo>
                  <a:lnTo>
                    <a:pt x="7" y="433"/>
                  </a:lnTo>
                  <a:lnTo>
                    <a:pt x="903" y="0"/>
                  </a:lnTo>
                  <a:lnTo>
                    <a:pt x="2037" y="271"/>
                  </a:lnTo>
                  <a:lnTo>
                    <a:pt x="2895" y="1259"/>
                  </a:lnTo>
                  <a:lnTo>
                    <a:pt x="3049" y="16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g1291"/>
            <p:cNvSpPr/>
            <p:nvPr/>
          </p:nvSpPr>
          <p:spPr>
            <a:xfrm>
              <a:off x="3619025" y="1442961"/>
              <a:ext cx="7696" cy="3311"/>
            </a:xfrm>
            <a:custGeom>
              <a:avLst/>
              <a:pathLst>
                <a:path w="7696" h="3311">
                  <a:moveTo>
                    <a:pt x="7030" y="2359"/>
                  </a:moveTo>
                  <a:lnTo>
                    <a:pt x="6518" y="3048"/>
                  </a:lnTo>
                  <a:lnTo>
                    <a:pt x="6078" y="2953"/>
                  </a:lnTo>
                  <a:lnTo>
                    <a:pt x="5699" y="3311"/>
                  </a:lnTo>
                  <a:lnTo>
                    <a:pt x="3280" y="2253"/>
                  </a:lnTo>
                  <a:lnTo>
                    <a:pt x="0" y="1773"/>
                  </a:lnTo>
                  <a:lnTo>
                    <a:pt x="818" y="670"/>
                  </a:lnTo>
                  <a:lnTo>
                    <a:pt x="3192" y="0"/>
                  </a:lnTo>
                  <a:lnTo>
                    <a:pt x="6688" y="864"/>
                  </a:lnTo>
                  <a:lnTo>
                    <a:pt x="7696" y="183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g1292"/>
            <p:cNvSpPr/>
            <p:nvPr/>
          </p:nvSpPr>
          <p:spPr>
            <a:xfrm>
              <a:off x="3614330" y="1442670"/>
              <a:ext cx="3658" cy="3102"/>
            </a:xfrm>
            <a:custGeom>
              <a:avLst/>
              <a:pathLst>
                <a:path w="3658" h="3102">
                  <a:moveTo>
                    <a:pt x="3658" y="2085"/>
                  </a:moveTo>
                  <a:lnTo>
                    <a:pt x="2724" y="3102"/>
                  </a:lnTo>
                  <a:lnTo>
                    <a:pt x="1429" y="2531"/>
                  </a:lnTo>
                  <a:lnTo>
                    <a:pt x="501" y="1838"/>
                  </a:lnTo>
                  <a:lnTo>
                    <a:pt x="0" y="896"/>
                  </a:lnTo>
                  <a:lnTo>
                    <a:pt x="509" y="359"/>
                  </a:lnTo>
                  <a:lnTo>
                    <a:pt x="1886" y="0"/>
                  </a:lnTo>
                  <a:lnTo>
                    <a:pt x="2707" y="380"/>
                  </a:lnTo>
                  <a:lnTo>
                    <a:pt x="3456" y="14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3"/>
            <p:cNvSpPr/>
            <p:nvPr/>
          </p:nvSpPr>
          <p:spPr>
            <a:xfrm>
              <a:off x="4124408" y="1439954"/>
              <a:ext cx="8384" cy="10884"/>
            </a:xfrm>
            <a:custGeom>
              <a:avLst/>
              <a:pathLst>
                <a:path w="8384" h="10884">
                  <a:moveTo>
                    <a:pt x="7791" y="10039"/>
                  </a:moveTo>
                  <a:lnTo>
                    <a:pt x="7062" y="10884"/>
                  </a:lnTo>
                  <a:lnTo>
                    <a:pt x="6387" y="9581"/>
                  </a:lnTo>
                  <a:lnTo>
                    <a:pt x="3148" y="5728"/>
                  </a:lnTo>
                  <a:lnTo>
                    <a:pt x="2368" y="3898"/>
                  </a:lnTo>
                  <a:lnTo>
                    <a:pt x="592" y="2177"/>
                  </a:lnTo>
                  <a:lnTo>
                    <a:pt x="148" y="1526"/>
                  </a:lnTo>
                  <a:lnTo>
                    <a:pt x="0" y="0"/>
                  </a:lnTo>
                  <a:lnTo>
                    <a:pt x="2319" y="988"/>
                  </a:lnTo>
                  <a:lnTo>
                    <a:pt x="6247" y="4817"/>
                  </a:lnTo>
                  <a:lnTo>
                    <a:pt x="8384" y="793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g1294"/>
            <p:cNvSpPr/>
            <p:nvPr/>
          </p:nvSpPr>
          <p:spPr>
            <a:xfrm>
              <a:off x="4169732" y="1439351"/>
              <a:ext cx="9574" cy="10493"/>
            </a:xfrm>
            <a:custGeom>
              <a:avLst/>
              <a:pathLst>
                <a:path w="9574" h="10493">
                  <a:moveTo>
                    <a:pt x="8735" y="8105"/>
                  </a:moveTo>
                  <a:lnTo>
                    <a:pt x="3899" y="10493"/>
                  </a:lnTo>
                  <a:lnTo>
                    <a:pt x="2960" y="10404"/>
                  </a:lnTo>
                  <a:lnTo>
                    <a:pt x="784" y="7954"/>
                  </a:lnTo>
                  <a:lnTo>
                    <a:pt x="0" y="2644"/>
                  </a:lnTo>
                  <a:lnTo>
                    <a:pt x="884" y="1095"/>
                  </a:lnTo>
                  <a:lnTo>
                    <a:pt x="1910" y="488"/>
                  </a:lnTo>
                  <a:lnTo>
                    <a:pt x="2940" y="216"/>
                  </a:lnTo>
                  <a:lnTo>
                    <a:pt x="7187" y="0"/>
                  </a:lnTo>
                  <a:lnTo>
                    <a:pt x="8102" y="269"/>
                  </a:lnTo>
                  <a:lnTo>
                    <a:pt x="9008" y="917"/>
                  </a:lnTo>
                  <a:lnTo>
                    <a:pt x="9401" y="1904"/>
                  </a:lnTo>
                  <a:lnTo>
                    <a:pt x="9574" y="3130"/>
                  </a:lnTo>
                  <a:lnTo>
                    <a:pt x="9087" y="660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g1295"/>
            <p:cNvSpPr/>
            <p:nvPr/>
          </p:nvSpPr>
          <p:spPr>
            <a:xfrm>
              <a:off x="3634134" y="1432207"/>
              <a:ext cx="4647" cy="3419"/>
            </a:xfrm>
            <a:custGeom>
              <a:avLst/>
              <a:pathLst>
                <a:path w="4647" h="3419">
                  <a:moveTo>
                    <a:pt x="3552" y="1657"/>
                  </a:moveTo>
                  <a:lnTo>
                    <a:pt x="3085" y="3419"/>
                  </a:lnTo>
                  <a:lnTo>
                    <a:pt x="379" y="2517"/>
                  </a:lnTo>
                  <a:lnTo>
                    <a:pt x="0" y="1804"/>
                  </a:lnTo>
                  <a:lnTo>
                    <a:pt x="1450" y="741"/>
                  </a:lnTo>
                  <a:lnTo>
                    <a:pt x="2792" y="93"/>
                  </a:lnTo>
                  <a:lnTo>
                    <a:pt x="464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g1296"/>
            <p:cNvSpPr/>
            <p:nvPr/>
          </p:nvSpPr>
          <p:spPr>
            <a:xfrm>
              <a:off x="3894799" y="1431219"/>
              <a:ext cx="18110" cy="13412"/>
            </a:xfrm>
            <a:custGeom>
              <a:avLst/>
              <a:pathLst>
                <a:path w="18110" h="13412">
                  <a:moveTo>
                    <a:pt x="18110" y="4389"/>
                  </a:moveTo>
                  <a:lnTo>
                    <a:pt x="17782" y="5791"/>
                  </a:lnTo>
                  <a:lnTo>
                    <a:pt x="17264" y="6850"/>
                  </a:lnTo>
                  <a:lnTo>
                    <a:pt x="16876" y="8163"/>
                  </a:lnTo>
                  <a:lnTo>
                    <a:pt x="16216" y="9150"/>
                  </a:lnTo>
                  <a:lnTo>
                    <a:pt x="14172" y="10405"/>
                  </a:lnTo>
                  <a:lnTo>
                    <a:pt x="12573" y="13180"/>
                  </a:lnTo>
                  <a:lnTo>
                    <a:pt x="12295" y="13412"/>
                  </a:lnTo>
                  <a:lnTo>
                    <a:pt x="6656" y="11900"/>
                  </a:lnTo>
                  <a:lnTo>
                    <a:pt x="5784" y="11398"/>
                  </a:lnTo>
                  <a:lnTo>
                    <a:pt x="3929" y="9743"/>
                  </a:lnTo>
                  <a:lnTo>
                    <a:pt x="1341" y="8156"/>
                  </a:lnTo>
                  <a:lnTo>
                    <a:pt x="0" y="5788"/>
                  </a:lnTo>
                  <a:lnTo>
                    <a:pt x="641" y="5338"/>
                  </a:lnTo>
                  <a:lnTo>
                    <a:pt x="1289" y="5160"/>
                  </a:lnTo>
                  <a:lnTo>
                    <a:pt x="3618" y="5471"/>
                  </a:lnTo>
                  <a:lnTo>
                    <a:pt x="4285" y="4733"/>
                  </a:lnTo>
                  <a:lnTo>
                    <a:pt x="4608" y="2738"/>
                  </a:lnTo>
                  <a:lnTo>
                    <a:pt x="4671" y="1558"/>
                  </a:lnTo>
                  <a:lnTo>
                    <a:pt x="4847" y="656"/>
                  </a:lnTo>
                  <a:lnTo>
                    <a:pt x="5586" y="0"/>
                  </a:lnTo>
                  <a:lnTo>
                    <a:pt x="13923" y="2050"/>
                  </a:lnTo>
                  <a:lnTo>
                    <a:pt x="17139" y="318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7"/>
            <p:cNvSpPr/>
            <p:nvPr/>
          </p:nvSpPr>
          <p:spPr>
            <a:xfrm>
              <a:off x="3652104" y="1418104"/>
              <a:ext cx="8322" cy="4788"/>
            </a:xfrm>
            <a:custGeom>
              <a:avLst/>
              <a:pathLst>
                <a:path w="8322" h="4788">
                  <a:moveTo>
                    <a:pt x="3792" y="340"/>
                  </a:moveTo>
                  <a:lnTo>
                    <a:pt x="4600" y="881"/>
                  </a:lnTo>
                  <a:lnTo>
                    <a:pt x="7133" y="25"/>
                  </a:lnTo>
                  <a:lnTo>
                    <a:pt x="7628" y="302"/>
                  </a:lnTo>
                  <a:lnTo>
                    <a:pt x="8322" y="1563"/>
                  </a:lnTo>
                  <a:lnTo>
                    <a:pt x="7240" y="3868"/>
                  </a:lnTo>
                  <a:lnTo>
                    <a:pt x="6427" y="4788"/>
                  </a:lnTo>
                  <a:lnTo>
                    <a:pt x="4166" y="4270"/>
                  </a:lnTo>
                  <a:lnTo>
                    <a:pt x="1268" y="4194"/>
                  </a:lnTo>
                  <a:lnTo>
                    <a:pt x="0" y="2934"/>
                  </a:lnTo>
                  <a:lnTo>
                    <a:pt x="692" y="1591"/>
                  </a:lnTo>
                  <a:lnTo>
                    <a:pt x="2363" y="793"/>
                  </a:lnTo>
                  <a:lnTo>
                    <a:pt x="333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g1298"/>
            <p:cNvSpPr/>
            <p:nvPr/>
          </p:nvSpPr>
          <p:spPr>
            <a:xfrm>
              <a:off x="3606362" y="1402655"/>
              <a:ext cx="6931" cy="7933"/>
            </a:xfrm>
            <a:custGeom>
              <a:avLst/>
              <a:pathLst>
                <a:path w="6931" h="7933">
                  <a:moveTo>
                    <a:pt x="6458" y="2843"/>
                  </a:moveTo>
                  <a:lnTo>
                    <a:pt x="6808" y="3801"/>
                  </a:lnTo>
                  <a:lnTo>
                    <a:pt x="6931" y="4878"/>
                  </a:lnTo>
                  <a:lnTo>
                    <a:pt x="6524" y="5220"/>
                  </a:lnTo>
                  <a:lnTo>
                    <a:pt x="5282" y="5161"/>
                  </a:lnTo>
                  <a:lnTo>
                    <a:pt x="4594" y="7933"/>
                  </a:lnTo>
                  <a:lnTo>
                    <a:pt x="3888" y="7471"/>
                  </a:lnTo>
                  <a:lnTo>
                    <a:pt x="3460" y="5883"/>
                  </a:lnTo>
                  <a:lnTo>
                    <a:pt x="1894" y="6947"/>
                  </a:lnTo>
                  <a:lnTo>
                    <a:pt x="1482" y="6698"/>
                  </a:lnTo>
                  <a:lnTo>
                    <a:pt x="756" y="5456"/>
                  </a:lnTo>
                  <a:lnTo>
                    <a:pt x="303" y="5202"/>
                  </a:lnTo>
                  <a:lnTo>
                    <a:pt x="0" y="4364"/>
                  </a:lnTo>
                  <a:lnTo>
                    <a:pt x="2033" y="1897"/>
                  </a:lnTo>
                  <a:lnTo>
                    <a:pt x="3284" y="3208"/>
                  </a:lnTo>
                  <a:lnTo>
                    <a:pt x="4095" y="3122"/>
                  </a:lnTo>
                  <a:lnTo>
                    <a:pt x="3933" y="1643"/>
                  </a:lnTo>
                  <a:lnTo>
                    <a:pt x="3962" y="529"/>
                  </a:lnTo>
                  <a:lnTo>
                    <a:pt x="5011" y="63"/>
                  </a:lnTo>
                  <a:lnTo>
                    <a:pt x="639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g1299"/>
            <p:cNvSpPr/>
            <p:nvPr/>
          </p:nvSpPr>
          <p:spPr>
            <a:xfrm>
              <a:off x="4227866" y="1400700"/>
              <a:ext cx="44932" cy="23914"/>
            </a:xfrm>
            <a:custGeom>
              <a:avLst/>
              <a:pathLst>
                <a:path w="44932" h="23914">
                  <a:moveTo>
                    <a:pt x="6216" y="6235"/>
                  </a:moveTo>
                  <a:lnTo>
                    <a:pt x="8765" y="6426"/>
                  </a:lnTo>
                  <a:lnTo>
                    <a:pt x="12449" y="4249"/>
                  </a:lnTo>
                  <a:lnTo>
                    <a:pt x="12963" y="4174"/>
                  </a:lnTo>
                  <a:lnTo>
                    <a:pt x="21956" y="4971"/>
                  </a:lnTo>
                  <a:lnTo>
                    <a:pt x="22691" y="5742"/>
                  </a:lnTo>
                  <a:lnTo>
                    <a:pt x="22787" y="7248"/>
                  </a:lnTo>
                  <a:lnTo>
                    <a:pt x="22502" y="8049"/>
                  </a:lnTo>
                  <a:lnTo>
                    <a:pt x="22365" y="9141"/>
                  </a:lnTo>
                  <a:lnTo>
                    <a:pt x="23472" y="10206"/>
                  </a:lnTo>
                  <a:lnTo>
                    <a:pt x="26376" y="10450"/>
                  </a:lnTo>
                  <a:lnTo>
                    <a:pt x="28213" y="9447"/>
                  </a:lnTo>
                  <a:lnTo>
                    <a:pt x="33616" y="9964"/>
                  </a:lnTo>
                  <a:lnTo>
                    <a:pt x="38025" y="10712"/>
                  </a:lnTo>
                  <a:lnTo>
                    <a:pt x="39725" y="12344"/>
                  </a:lnTo>
                  <a:lnTo>
                    <a:pt x="41037" y="13221"/>
                  </a:lnTo>
                  <a:lnTo>
                    <a:pt x="42127" y="14240"/>
                  </a:lnTo>
                  <a:lnTo>
                    <a:pt x="42918" y="13640"/>
                  </a:lnTo>
                  <a:lnTo>
                    <a:pt x="43663" y="12601"/>
                  </a:lnTo>
                  <a:lnTo>
                    <a:pt x="44303" y="12392"/>
                  </a:lnTo>
                  <a:lnTo>
                    <a:pt x="44932" y="12565"/>
                  </a:lnTo>
                  <a:lnTo>
                    <a:pt x="43239" y="18828"/>
                  </a:lnTo>
                  <a:lnTo>
                    <a:pt x="42605" y="19586"/>
                  </a:lnTo>
                  <a:lnTo>
                    <a:pt x="40211" y="21127"/>
                  </a:lnTo>
                  <a:lnTo>
                    <a:pt x="35470" y="23239"/>
                  </a:lnTo>
                  <a:lnTo>
                    <a:pt x="33151" y="23910"/>
                  </a:lnTo>
                  <a:lnTo>
                    <a:pt x="27895" y="23914"/>
                  </a:lnTo>
                  <a:lnTo>
                    <a:pt x="20653" y="23088"/>
                  </a:lnTo>
                  <a:lnTo>
                    <a:pt x="18687" y="22342"/>
                  </a:lnTo>
                  <a:lnTo>
                    <a:pt x="17528" y="21407"/>
                  </a:lnTo>
                  <a:lnTo>
                    <a:pt x="15308" y="19201"/>
                  </a:lnTo>
                  <a:lnTo>
                    <a:pt x="14212" y="18404"/>
                  </a:lnTo>
                  <a:lnTo>
                    <a:pt x="10656" y="17655"/>
                  </a:lnTo>
                  <a:lnTo>
                    <a:pt x="9570" y="17237"/>
                  </a:lnTo>
                  <a:lnTo>
                    <a:pt x="7463" y="15344"/>
                  </a:lnTo>
                  <a:lnTo>
                    <a:pt x="5333" y="13816"/>
                  </a:lnTo>
                  <a:lnTo>
                    <a:pt x="0" y="11331"/>
                  </a:lnTo>
                  <a:lnTo>
                    <a:pt x="361" y="8457"/>
                  </a:lnTo>
                  <a:lnTo>
                    <a:pt x="1048" y="5556"/>
                  </a:lnTo>
                  <a:lnTo>
                    <a:pt x="1869" y="2981"/>
                  </a:lnTo>
                  <a:lnTo>
                    <a:pt x="2787" y="696"/>
                  </a:lnTo>
                  <a:lnTo>
                    <a:pt x="3739" y="0"/>
                  </a:lnTo>
                  <a:lnTo>
                    <a:pt x="5791" y="2108"/>
                  </a:lnTo>
                  <a:lnTo>
                    <a:pt x="5765" y="45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g1300"/>
            <p:cNvSpPr/>
            <p:nvPr/>
          </p:nvSpPr>
          <p:spPr>
            <a:xfrm>
              <a:off x="4125032" y="1392915"/>
              <a:ext cx="6892" cy="13689"/>
            </a:xfrm>
            <a:custGeom>
              <a:avLst/>
              <a:pathLst>
                <a:path w="6892" h="13689">
                  <a:moveTo>
                    <a:pt x="4775" y="12874"/>
                  </a:moveTo>
                  <a:lnTo>
                    <a:pt x="2825" y="13689"/>
                  </a:lnTo>
                  <a:lnTo>
                    <a:pt x="0" y="13465"/>
                  </a:lnTo>
                  <a:lnTo>
                    <a:pt x="202" y="11288"/>
                  </a:lnTo>
                  <a:lnTo>
                    <a:pt x="687" y="10324"/>
                  </a:lnTo>
                  <a:lnTo>
                    <a:pt x="1352" y="7942"/>
                  </a:lnTo>
                  <a:lnTo>
                    <a:pt x="1050" y="6169"/>
                  </a:lnTo>
                  <a:lnTo>
                    <a:pt x="1215" y="3997"/>
                  </a:lnTo>
                  <a:lnTo>
                    <a:pt x="1556" y="2332"/>
                  </a:lnTo>
                  <a:lnTo>
                    <a:pt x="2371" y="0"/>
                  </a:lnTo>
                  <a:lnTo>
                    <a:pt x="3233" y="1381"/>
                  </a:lnTo>
                  <a:lnTo>
                    <a:pt x="3819" y="3428"/>
                  </a:lnTo>
                  <a:lnTo>
                    <a:pt x="4353" y="4458"/>
                  </a:lnTo>
                  <a:lnTo>
                    <a:pt x="6493" y="6491"/>
                  </a:lnTo>
                  <a:lnTo>
                    <a:pt x="6892" y="7082"/>
                  </a:lnTo>
                  <a:lnTo>
                    <a:pt x="5109" y="9554"/>
                  </a:lnTo>
                  <a:lnTo>
                    <a:pt x="4933" y="10611"/>
                  </a:lnTo>
                  <a:lnTo>
                    <a:pt x="5465" y="1202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1"/>
            <p:cNvSpPr/>
            <p:nvPr/>
          </p:nvSpPr>
          <p:spPr>
            <a:xfrm>
              <a:off x="4289490" y="1382586"/>
              <a:ext cx="3147" cy="3221"/>
            </a:xfrm>
            <a:custGeom>
              <a:avLst/>
              <a:pathLst>
                <a:path w="3147" h="3221">
                  <a:moveTo>
                    <a:pt x="3147" y="2159"/>
                  </a:moveTo>
                  <a:lnTo>
                    <a:pt x="2189" y="3221"/>
                  </a:lnTo>
                  <a:lnTo>
                    <a:pt x="0" y="1513"/>
                  </a:lnTo>
                  <a:lnTo>
                    <a:pt x="809" y="591"/>
                  </a:lnTo>
                  <a:lnTo>
                    <a:pt x="2315" y="0"/>
                  </a:lnTo>
                  <a:lnTo>
                    <a:pt x="2657" y="285"/>
                  </a:lnTo>
                  <a:lnTo>
                    <a:pt x="2933" y="92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g1302"/>
            <p:cNvSpPr/>
            <p:nvPr/>
          </p:nvSpPr>
          <p:spPr>
            <a:xfrm>
              <a:off x="4139412" y="1382441"/>
              <a:ext cx="80873" cy="45599"/>
            </a:xfrm>
            <a:custGeom>
              <a:avLst/>
              <a:pathLst>
                <a:path w="80873" h="45599">
                  <a:moveTo>
                    <a:pt x="29812" y="10955"/>
                  </a:moveTo>
                  <a:lnTo>
                    <a:pt x="30806" y="11520"/>
                  </a:lnTo>
                  <a:lnTo>
                    <a:pt x="31982" y="11148"/>
                  </a:lnTo>
                  <a:lnTo>
                    <a:pt x="33084" y="11933"/>
                  </a:lnTo>
                  <a:lnTo>
                    <a:pt x="34115" y="15067"/>
                  </a:lnTo>
                  <a:lnTo>
                    <a:pt x="34599" y="15853"/>
                  </a:lnTo>
                  <a:lnTo>
                    <a:pt x="35132" y="16422"/>
                  </a:lnTo>
                  <a:lnTo>
                    <a:pt x="35657" y="16712"/>
                  </a:lnTo>
                  <a:lnTo>
                    <a:pt x="37188" y="16813"/>
                  </a:lnTo>
                  <a:lnTo>
                    <a:pt x="37893" y="16184"/>
                  </a:lnTo>
                  <a:lnTo>
                    <a:pt x="38420" y="14751"/>
                  </a:lnTo>
                  <a:lnTo>
                    <a:pt x="38385" y="13302"/>
                  </a:lnTo>
                  <a:lnTo>
                    <a:pt x="38251" y="11842"/>
                  </a:lnTo>
                  <a:lnTo>
                    <a:pt x="38244" y="9835"/>
                  </a:lnTo>
                  <a:lnTo>
                    <a:pt x="38480" y="8048"/>
                  </a:lnTo>
                  <a:lnTo>
                    <a:pt x="38816" y="6950"/>
                  </a:lnTo>
                  <a:lnTo>
                    <a:pt x="39271" y="6227"/>
                  </a:lnTo>
                  <a:lnTo>
                    <a:pt x="41835" y="4016"/>
                  </a:lnTo>
                  <a:lnTo>
                    <a:pt x="43624" y="1848"/>
                  </a:lnTo>
                  <a:lnTo>
                    <a:pt x="46093" y="2708"/>
                  </a:lnTo>
                  <a:lnTo>
                    <a:pt x="48585" y="4614"/>
                  </a:lnTo>
                  <a:lnTo>
                    <a:pt x="52997" y="8749"/>
                  </a:lnTo>
                  <a:lnTo>
                    <a:pt x="55008" y="9936"/>
                  </a:lnTo>
                  <a:lnTo>
                    <a:pt x="57481" y="11015"/>
                  </a:lnTo>
                  <a:lnTo>
                    <a:pt x="59965" y="11408"/>
                  </a:lnTo>
                  <a:lnTo>
                    <a:pt x="61176" y="11151"/>
                  </a:lnTo>
                  <a:lnTo>
                    <a:pt x="63568" y="10026"/>
                  </a:lnTo>
                  <a:lnTo>
                    <a:pt x="64778" y="9929"/>
                  </a:lnTo>
                  <a:lnTo>
                    <a:pt x="79866" y="18146"/>
                  </a:lnTo>
                  <a:lnTo>
                    <a:pt x="80390" y="18782"/>
                  </a:lnTo>
                  <a:lnTo>
                    <a:pt x="80873" y="19775"/>
                  </a:lnTo>
                  <a:lnTo>
                    <a:pt x="77637" y="20978"/>
                  </a:lnTo>
                  <a:lnTo>
                    <a:pt x="75519" y="23155"/>
                  </a:lnTo>
                  <a:lnTo>
                    <a:pt x="74785" y="24647"/>
                  </a:lnTo>
                  <a:lnTo>
                    <a:pt x="75626" y="25861"/>
                  </a:lnTo>
                  <a:lnTo>
                    <a:pt x="76292" y="27503"/>
                  </a:lnTo>
                  <a:lnTo>
                    <a:pt x="71719" y="32427"/>
                  </a:lnTo>
                  <a:lnTo>
                    <a:pt x="69875" y="33701"/>
                  </a:lnTo>
                  <a:lnTo>
                    <a:pt x="67988" y="34130"/>
                  </a:lnTo>
                  <a:lnTo>
                    <a:pt x="64202" y="32968"/>
                  </a:lnTo>
                  <a:lnTo>
                    <a:pt x="61993" y="33001"/>
                  </a:lnTo>
                  <a:lnTo>
                    <a:pt x="59822" y="31995"/>
                  </a:lnTo>
                  <a:lnTo>
                    <a:pt x="57435" y="29025"/>
                  </a:lnTo>
                  <a:lnTo>
                    <a:pt x="56455" y="27536"/>
                  </a:lnTo>
                  <a:lnTo>
                    <a:pt x="55584" y="25473"/>
                  </a:lnTo>
                  <a:lnTo>
                    <a:pt x="55297" y="22186"/>
                  </a:lnTo>
                  <a:lnTo>
                    <a:pt x="55632" y="19358"/>
                  </a:lnTo>
                  <a:lnTo>
                    <a:pt x="56912" y="18554"/>
                  </a:lnTo>
                  <a:lnTo>
                    <a:pt x="58050" y="16738"/>
                  </a:lnTo>
                  <a:lnTo>
                    <a:pt x="58208" y="15951"/>
                  </a:lnTo>
                  <a:lnTo>
                    <a:pt x="57625" y="14373"/>
                  </a:lnTo>
                  <a:lnTo>
                    <a:pt x="53873" y="14148"/>
                  </a:lnTo>
                  <a:lnTo>
                    <a:pt x="51531" y="15011"/>
                  </a:lnTo>
                  <a:lnTo>
                    <a:pt x="49400" y="15928"/>
                  </a:lnTo>
                  <a:lnTo>
                    <a:pt x="50023" y="21929"/>
                  </a:lnTo>
                  <a:lnTo>
                    <a:pt x="50482" y="23847"/>
                  </a:lnTo>
                  <a:lnTo>
                    <a:pt x="51116" y="25221"/>
                  </a:lnTo>
                  <a:lnTo>
                    <a:pt x="54501" y="31512"/>
                  </a:lnTo>
                  <a:lnTo>
                    <a:pt x="55271" y="32404"/>
                  </a:lnTo>
                  <a:lnTo>
                    <a:pt x="57509" y="33606"/>
                  </a:lnTo>
                  <a:lnTo>
                    <a:pt x="59415" y="36327"/>
                  </a:lnTo>
                  <a:lnTo>
                    <a:pt x="56052" y="39357"/>
                  </a:lnTo>
                  <a:lnTo>
                    <a:pt x="54590" y="40254"/>
                  </a:lnTo>
                  <a:lnTo>
                    <a:pt x="53116" y="40756"/>
                  </a:lnTo>
                  <a:lnTo>
                    <a:pt x="52209" y="40516"/>
                  </a:lnTo>
                  <a:lnTo>
                    <a:pt x="51334" y="39885"/>
                  </a:lnTo>
                  <a:lnTo>
                    <a:pt x="50342" y="38416"/>
                  </a:lnTo>
                  <a:lnTo>
                    <a:pt x="49532" y="36898"/>
                  </a:lnTo>
                  <a:lnTo>
                    <a:pt x="48449" y="35708"/>
                  </a:lnTo>
                  <a:lnTo>
                    <a:pt x="46152" y="35965"/>
                  </a:lnTo>
                  <a:lnTo>
                    <a:pt x="44052" y="37011"/>
                  </a:lnTo>
                  <a:lnTo>
                    <a:pt x="41942" y="37719"/>
                  </a:lnTo>
                  <a:lnTo>
                    <a:pt x="35696" y="38941"/>
                  </a:lnTo>
                  <a:lnTo>
                    <a:pt x="33803" y="39703"/>
                  </a:lnTo>
                  <a:lnTo>
                    <a:pt x="31919" y="39973"/>
                  </a:lnTo>
                  <a:lnTo>
                    <a:pt x="29450" y="38559"/>
                  </a:lnTo>
                  <a:lnTo>
                    <a:pt x="27019" y="36520"/>
                  </a:lnTo>
                  <a:lnTo>
                    <a:pt x="26279" y="36512"/>
                  </a:lnTo>
                  <a:lnTo>
                    <a:pt x="25554" y="37057"/>
                  </a:lnTo>
                  <a:lnTo>
                    <a:pt x="24999" y="38285"/>
                  </a:lnTo>
                  <a:lnTo>
                    <a:pt x="24655" y="40243"/>
                  </a:lnTo>
                  <a:lnTo>
                    <a:pt x="23865" y="42860"/>
                  </a:lnTo>
                  <a:lnTo>
                    <a:pt x="22860" y="44704"/>
                  </a:lnTo>
                  <a:lnTo>
                    <a:pt x="21800" y="45506"/>
                  </a:lnTo>
                  <a:lnTo>
                    <a:pt x="20683" y="45599"/>
                  </a:lnTo>
                  <a:lnTo>
                    <a:pt x="19554" y="45092"/>
                  </a:lnTo>
                  <a:lnTo>
                    <a:pt x="18438" y="44287"/>
                  </a:lnTo>
                  <a:lnTo>
                    <a:pt x="11004" y="41434"/>
                  </a:lnTo>
                  <a:lnTo>
                    <a:pt x="10129" y="40562"/>
                  </a:lnTo>
                  <a:lnTo>
                    <a:pt x="9300" y="39266"/>
                  </a:lnTo>
                  <a:lnTo>
                    <a:pt x="7069" y="35197"/>
                  </a:lnTo>
                  <a:lnTo>
                    <a:pt x="5964" y="34251"/>
                  </a:lnTo>
                  <a:lnTo>
                    <a:pt x="4800" y="33848"/>
                  </a:lnTo>
                  <a:lnTo>
                    <a:pt x="2598" y="31794"/>
                  </a:lnTo>
                  <a:lnTo>
                    <a:pt x="563" y="28505"/>
                  </a:lnTo>
                  <a:lnTo>
                    <a:pt x="140" y="27461"/>
                  </a:lnTo>
                  <a:lnTo>
                    <a:pt x="0" y="25830"/>
                  </a:lnTo>
                  <a:lnTo>
                    <a:pt x="334" y="24654"/>
                  </a:lnTo>
                  <a:lnTo>
                    <a:pt x="2099" y="25209"/>
                  </a:lnTo>
                  <a:lnTo>
                    <a:pt x="3288" y="25148"/>
                  </a:lnTo>
                  <a:lnTo>
                    <a:pt x="2572" y="19068"/>
                  </a:lnTo>
                  <a:lnTo>
                    <a:pt x="3087" y="13305"/>
                  </a:lnTo>
                  <a:lnTo>
                    <a:pt x="3949" y="12353"/>
                  </a:lnTo>
                  <a:lnTo>
                    <a:pt x="7295" y="13005"/>
                  </a:lnTo>
                  <a:lnTo>
                    <a:pt x="6209" y="11119"/>
                  </a:lnTo>
                  <a:lnTo>
                    <a:pt x="5321" y="8570"/>
                  </a:lnTo>
                  <a:lnTo>
                    <a:pt x="5892" y="7224"/>
                  </a:lnTo>
                  <a:lnTo>
                    <a:pt x="6515" y="6250"/>
                  </a:lnTo>
                  <a:lnTo>
                    <a:pt x="7948" y="5437"/>
                  </a:lnTo>
                  <a:lnTo>
                    <a:pt x="9896" y="5080"/>
                  </a:lnTo>
                  <a:lnTo>
                    <a:pt x="10488" y="4504"/>
                  </a:lnTo>
                  <a:lnTo>
                    <a:pt x="11039" y="3521"/>
                  </a:lnTo>
                  <a:lnTo>
                    <a:pt x="12112" y="2504"/>
                  </a:lnTo>
                  <a:lnTo>
                    <a:pt x="14257" y="2057"/>
                  </a:lnTo>
                  <a:lnTo>
                    <a:pt x="17942" y="0"/>
                  </a:lnTo>
                  <a:lnTo>
                    <a:pt x="18956" y="87"/>
                  </a:lnTo>
                  <a:lnTo>
                    <a:pt x="19899" y="1170"/>
                  </a:lnTo>
                  <a:lnTo>
                    <a:pt x="20780" y="2699"/>
                  </a:lnTo>
                  <a:lnTo>
                    <a:pt x="21762" y="3516"/>
                  </a:lnTo>
                  <a:lnTo>
                    <a:pt x="24811" y="5504"/>
                  </a:lnTo>
                  <a:lnTo>
                    <a:pt x="26876" y="728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g1303"/>
            <p:cNvSpPr/>
            <p:nvPr/>
          </p:nvSpPr>
          <p:spPr>
            <a:xfrm>
              <a:off x="3739132" y="1379319"/>
              <a:ext cx="12525" cy="5426"/>
            </a:xfrm>
            <a:custGeom>
              <a:avLst/>
              <a:pathLst>
                <a:path w="12525" h="5426">
                  <a:moveTo>
                    <a:pt x="11741" y="805"/>
                  </a:moveTo>
                  <a:lnTo>
                    <a:pt x="12525" y="1227"/>
                  </a:lnTo>
                  <a:lnTo>
                    <a:pt x="12291" y="2485"/>
                  </a:lnTo>
                  <a:lnTo>
                    <a:pt x="11301" y="2116"/>
                  </a:lnTo>
                  <a:lnTo>
                    <a:pt x="9994" y="2754"/>
                  </a:lnTo>
                  <a:lnTo>
                    <a:pt x="10020" y="3778"/>
                  </a:lnTo>
                  <a:lnTo>
                    <a:pt x="9512" y="5426"/>
                  </a:lnTo>
                  <a:lnTo>
                    <a:pt x="7668" y="4429"/>
                  </a:lnTo>
                  <a:lnTo>
                    <a:pt x="5128" y="4288"/>
                  </a:lnTo>
                  <a:lnTo>
                    <a:pt x="3532" y="3301"/>
                  </a:lnTo>
                  <a:lnTo>
                    <a:pt x="0" y="2678"/>
                  </a:lnTo>
                  <a:lnTo>
                    <a:pt x="105" y="1292"/>
                  </a:lnTo>
                  <a:lnTo>
                    <a:pt x="660" y="481"/>
                  </a:lnTo>
                  <a:lnTo>
                    <a:pt x="2723" y="1647"/>
                  </a:lnTo>
                  <a:lnTo>
                    <a:pt x="4567" y="339"/>
                  </a:lnTo>
                  <a:lnTo>
                    <a:pt x="8074" y="989"/>
                  </a:lnTo>
                  <a:lnTo>
                    <a:pt x="922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g1304"/>
            <p:cNvSpPr/>
            <p:nvPr/>
          </p:nvSpPr>
          <p:spPr>
            <a:xfrm>
              <a:off x="3752862" y="1377846"/>
              <a:ext cx="3015" cy="4928"/>
            </a:xfrm>
            <a:custGeom>
              <a:avLst/>
              <a:pathLst>
                <a:path w="3015" h="4928">
                  <a:moveTo>
                    <a:pt x="1101" y="4611"/>
                  </a:moveTo>
                  <a:lnTo>
                    <a:pt x="562" y="4928"/>
                  </a:lnTo>
                  <a:lnTo>
                    <a:pt x="145" y="4712"/>
                  </a:lnTo>
                  <a:lnTo>
                    <a:pt x="0" y="4381"/>
                  </a:lnTo>
                  <a:lnTo>
                    <a:pt x="8" y="2877"/>
                  </a:lnTo>
                  <a:lnTo>
                    <a:pt x="899" y="917"/>
                  </a:lnTo>
                  <a:lnTo>
                    <a:pt x="921" y="307"/>
                  </a:lnTo>
                  <a:lnTo>
                    <a:pt x="1332" y="0"/>
                  </a:lnTo>
                  <a:lnTo>
                    <a:pt x="2411" y="349"/>
                  </a:lnTo>
                  <a:lnTo>
                    <a:pt x="2941" y="1177"/>
                  </a:lnTo>
                  <a:lnTo>
                    <a:pt x="3015" y="1555"/>
                  </a:lnTo>
                  <a:lnTo>
                    <a:pt x="2257" y="350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g1305"/>
            <p:cNvSpPr/>
            <p:nvPr/>
          </p:nvSpPr>
          <p:spPr>
            <a:xfrm>
              <a:off x="3899274" y="1369319"/>
              <a:ext cx="6651" cy="5725"/>
            </a:xfrm>
            <a:custGeom>
              <a:avLst/>
              <a:pathLst>
                <a:path w="6651" h="5725">
                  <a:moveTo>
                    <a:pt x="4894" y="676"/>
                  </a:moveTo>
                  <a:lnTo>
                    <a:pt x="6379" y="2683"/>
                  </a:lnTo>
                  <a:lnTo>
                    <a:pt x="6651" y="3966"/>
                  </a:lnTo>
                  <a:lnTo>
                    <a:pt x="6202" y="4270"/>
                  </a:lnTo>
                  <a:lnTo>
                    <a:pt x="5937" y="4752"/>
                  </a:lnTo>
                  <a:lnTo>
                    <a:pt x="5824" y="5655"/>
                  </a:lnTo>
                  <a:lnTo>
                    <a:pt x="5409" y="5725"/>
                  </a:lnTo>
                  <a:lnTo>
                    <a:pt x="4094" y="4728"/>
                  </a:lnTo>
                  <a:lnTo>
                    <a:pt x="3152" y="3126"/>
                  </a:lnTo>
                  <a:lnTo>
                    <a:pt x="1777" y="2791"/>
                  </a:lnTo>
                  <a:lnTo>
                    <a:pt x="324" y="1206"/>
                  </a:lnTo>
                  <a:lnTo>
                    <a:pt x="0" y="520"/>
                  </a:lnTo>
                  <a:lnTo>
                    <a:pt x="405" y="323"/>
                  </a:lnTo>
                  <a:lnTo>
                    <a:pt x="3004" y="751"/>
                  </a:lnTo>
                  <a:lnTo>
                    <a:pt x="408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g1306"/>
            <p:cNvSpPr/>
            <p:nvPr/>
          </p:nvSpPr>
          <p:spPr>
            <a:xfrm>
              <a:off x="3758352" y="1367460"/>
              <a:ext cx="2672" cy="3612"/>
            </a:xfrm>
            <a:custGeom>
              <a:avLst/>
              <a:pathLst>
                <a:path w="2672" h="3612">
                  <a:moveTo>
                    <a:pt x="2672" y="3171"/>
                  </a:moveTo>
                  <a:lnTo>
                    <a:pt x="2162" y="3612"/>
                  </a:lnTo>
                  <a:lnTo>
                    <a:pt x="1153" y="3426"/>
                  </a:lnTo>
                  <a:lnTo>
                    <a:pt x="301" y="2300"/>
                  </a:lnTo>
                  <a:lnTo>
                    <a:pt x="0" y="504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g1307"/>
            <p:cNvSpPr/>
            <p:nvPr/>
          </p:nvSpPr>
          <p:spPr>
            <a:xfrm>
              <a:off x="4249497" y="1365233"/>
              <a:ext cx="9688" cy="3954"/>
            </a:xfrm>
            <a:custGeom>
              <a:avLst/>
              <a:pathLst>
                <a:path w="9688" h="3954">
                  <a:moveTo>
                    <a:pt x="7225" y="3609"/>
                  </a:moveTo>
                  <a:lnTo>
                    <a:pt x="0" y="3954"/>
                  </a:lnTo>
                  <a:lnTo>
                    <a:pt x="476" y="3106"/>
                  </a:lnTo>
                  <a:lnTo>
                    <a:pt x="3085" y="1048"/>
                  </a:lnTo>
                  <a:lnTo>
                    <a:pt x="9688" y="0"/>
                  </a:lnTo>
                  <a:lnTo>
                    <a:pt x="8361" y="1030"/>
                  </a:lnTo>
                  <a:lnTo>
                    <a:pt x="7750" y="310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g1308"/>
            <p:cNvSpPr/>
            <p:nvPr/>
          </p:nvSpPr>
          <p:spPr>
            <a:xfrm>
              <a:off x="3339701" y="1358451"/>
              <a:ext cx="145923" cy="109755"/>
            </a:xfrm>
            <a:custGeom>
              <a:avLst/>
              <a:pathLst>
                <a:path w="145923" h="109755">
                  <a:moveTo>
                    <a:pt x="134614" y="22870"/>
                  </a:moveTo>
                  <a:lnTo>
                    <a:pt x="130768" y="25125"/>
                  </a:lnTo>
                  <a:lnTo>
                    <a:pt x="128477" y="26695"/>
                  </a:lnTo>
                  <a:lnTo>
                    <a:pt x="126230" y="27755"/>
                  </a:lnTo>
                  <a:lnTo>
                    <a:pt x="123963" y="28501"/>
                  </a:lnTo>
                  <a:lnTo>
                    <a:pt x="120358" y="30373"/>
                  </a:lnTo>
                  <a:lnTo>
                    <a:pt x="113982" y="32708"/>
                  </a:lnTo>
                  <a:lnTo>
                    <a:pt x="109967" y="34635"/>
                  </a:lnTo>
                  <a:lnTo>
                    <a:pt x="105573" y="36148"/>
                  </a:lnTo>
                  <a:lnTo>
                    <a:pt x="100940" y="38174"/>
                  </a:lnTo>
                  <a:lnTo>
                    <a:pt x="96294" y="39565"/>
                  </a:lnTo>
                  <a:lnTo>
                    <a:pt x="95142" y="39679"/>
                  </a:lnTo>
                  <a:lnTo>
                    <a:pt x="91847" y="41619"/>
                  </a:lnTo>
                  <a:lnTo>
                    <a:pt x="89244" y="42427"/>
                  </a:lnTo>
                  <a:lnTo>
                    <a:pt x="79824" y="46800"/>
                  </a:lnTo>
                  <a:lnTo>
                    <a:pt x="75499" y="49995"/>
                  </a:lnTo>
                  <a:lnTo>
                    <a:pt x="74252" y="50255"/>
                  </a:lnTo>
                  <a:lnTo>
                    <a:pt x="72997" y="50136"/>
                  </a:lnTo>
                  <a:lnTo>
                    <a:pt x="71967" y="51136"/>
                  </a:lnTo>
                  <a:lnTo>
                    <a:pt x="70990" y="52863"/>
                  </a:lnTo>
                  <a:lnTo>
                    <a:pt x="68956" y="54603"/>
                  </a:lnTo>
                  <a:lnTo>
                    <a:pt x="67933" y="56164"/>
                  </a:lnTo>
                  <a:lnTo>
                    <a:pt x="66876" y="57412"/>
                  </a:lnTo>
                  <a:lnTo>
                    <a:pt x="66262" y="57813"/>
                  </a:lnTo>
                  <a:lnTo>
                    <a:pt x="65093" y="57688"/>
                  </a:lnTo>
                  <a:lnTo>
                    <a:pt x="64533" y="57822"/>
                  </a:lnTo>
                  <a:lnTo>
                    <a:pt x="62623" y="59216"/>
                  </a:lnTo>
                  <a:lnTo>
                    <a:pt x="62279" y="60304"/>
                  </a:lnTo>
                  <a:lnTo>
                    <a:pt x="64334" y="61031"/>
                  </a:lnTo>
                  <a:lnTo>
                    <a:pt x="64781" y="62258"/>
                  </a:lnTo>
                  <a:lnTo>
                    <a:pt x="64183" y="63123"/>
                  </a:lnTo>
                  <a:lnTo>
                    <a:pt x="62853" y="64256"/>
                  </a:lnTo>
                  <a:lnTo>
                    <a:pt x="62100" y="65450"/>
                  </a:lnTo>
                  <a:lnTo>
                    <a:pt x="60731" y="66654"/>
                  </a:lnTo>
                  <a:lnTo>
                    <a:pt x="59791" y="66986"/>
                  </a:lnTo>
                  <a:lnTo>
                    <a:pt x="57531" y="66948"/>
                  </a:lnTo>
                  <a:lnTo>
                    <a:pt x="57410" y="68439"/>
                  </a:lnTo>
                  <a:lnTo>
                    <a:pt x="57764" y="69355"/>
                  </a:lnTo>
                  <a:lnTo>
                    <a:pt x="57584" y="70165"/>
                  </a:lnTo>
                  <a:lnTo>
                    <a:pt x="56827" y="70959"/>
                  </a:lnTo>
                  <a:lnTo>
                    <a:pt x="56077" y="70854"/>
                  </a:lnTo>
                  <a:lnTo>
                    <a:pt x="52656" y="68512"/>
                  </a:lnTo>
                  <a:lnTo>
                    <a:pt x="52097" y="69316"/>
                  </a:lnTo>
                  <a:lnTo>
                    <a:pt x="51857" y="70939"/>
                  </a:lnTo>
                  <a:lnTo>
                    <a:pt x="51752" y="72680"/>
                  </a:lnTo>
                  <a:lnTo>
                    <a:pt x="51318" y="73992"/>
                  </a:lnTo>
                  <a:lnTo>
                    <a:pt x="50736" y="74641"/>
                  </a:lnTo>
                  <a:lnTo>
                    <a:pt x="49657" y="75317"/>
                  </a:lnTo>
                  <a:lnTo>
                    <a:pt x="45874" y="74246"/>
                  </a:lnTo>
                  <a:lnTo>
                    <a:pt x="45561" y="75272"/>
                  </a:lnTo>
                  <a:lnTo>
                    <a:pt x="46137" y="76524"/>
                  </a:lnTo>
                  <a:lnTo>
                    <a:pt x="46941" y="79296"/>
                  </a:lnTo>
                  <a:lnTo>
                    <a:pt x="47127" y="80441"/>
                  </a:lnTo>
                  <a:lnTo>
                    <a:pt x="46674" y="82269"/>
                  </a:lnTo>
                  <a:lnTo>
                    <a:pt x="44977" y="85181"/>
                  </a:lnTo>
                  <a:lnTo>
                    <a:pt x="38497" y="88580"/>
                  </a:lnTo>
                  <a:lnTo>
                    <a:pt x="38603" y="89759"/>
                  </a:lnTo>
                  <a:lnTo>
                    <a:pt x="39324" y="92007"/>
                  </a:lnTo>
                  <a:lnTo>
                    <a:pt x="39506" y="93408"/>
                  </a:lnTo>
                  <a:lnTo>
                    <a:pt x="39243" y="94748"/>
                  </a:lnTo>
                  <a:lnTo>
                    <a:pt x="38388" y="95809"/>
                  </a:lnTo>
                  <a:lnTo>
                    <a:pt x="37440" y="95839"/>
                  </a:lnTo>
                  <a:lnTo>
                    <a:pt x="36924" y="95623"/>
                  </a:lnTo>
                  <a:lnTo>
                    <a:pt x="35432" y="94141"/>
                  </a:lnTo>
                  <a:lnTo>
                    <a:pt x="34130" y="93774"/>
                  </a:lnTo>
                  <a:lnTo>
                    <a:pt x="33917" y="94468"/>
                  </a:lnTo>
                  <a:lnTo>
                    <a:pt x="35583" y="96493"/>
                  </a:lnTo>
                  <a:lnTo>
                    <a:pt x="36336" y="99088"/>
                  </a:lnTo>
                  <a:lnTo>
                    <a:pt x="35540" y="100504"/>
                  </a:lnTo>
                  <a:lnTo>
                    <a:pt x="32412" y="103633"/>
                  </a:lnTo>
                  <a:lnTo>
                    <a:pt x="30773" y="107706"/>
                  </a:lnTo>
                  <a:lnTo>
                    <a:pt x="27603" y="109546"/>
                  </a:lnTo>
                  <a:lnTo>
                    <a:pt x="25644" y="109755"/>
                  </a:lnTo>
                  <a:lnTo>
                    <a:pt x="23701" y="109256"/>
                  </a:lnTo>
                  <a:lnTo>
                    <a:pt x="21839" y="108317"/>
                  </a:lnTo>
                  <a:lnTo>
                    <a:pt x="17173" y="107993"/>
                  </a:lnTo>
                  <a:lnTo>
                    <a:pt x="14586" y="106953"/>
                  </a:lnTo>
                  <a:lnTo>
                    <a:pt x="11958" y="105127"/>
                  </a:lnTo>
                  <a:lnTo>
                    <a:pt x="9669" y="105258"/>
                  </a:lnTo>
                  <a:lnTo>
                    <a:pt x="7719" y="106171"/>
                  </a:lnTo>
                  <a:lnTo>
                    <a:pt x="5162" y="108166"/>
                  </a:lnTo>
                  <a:lnTo>
                    <a:pt x="3544" y="104325"/>
                  </a:lnTo>
                  <a:lnTo>
                    <a:pt x="4246" y="102521"/>
                  </a:lnTo>
                  <a:lnTo>
                    <a:pt x="728" y="97938"/>
                  </a:lnTo>
                  <a:lnTo>
                    <a:pt x="0" y="95898"/>
                  </a:lnTo>
                  <a:lnTo>
                    <a:pt x="850" y="94883"/>
                  </a:lnTo>
                  <a:lnTo>
                    <a:pt x="1928" y="94239"/>
                  </a:lnTo>
                  <a:lnTo>
                    <a:pt x="3952" y="92365"/>
                  </a:lnTo>
                  <a:lnTo>
                    <a:pt x="5993" y="90890"/>
                  </a:lnTo>
                  <a:lnTo>
                    <a:pt x="8102" y="90427"/>
                  </a:lnTo>
                  <a:lnTo>
                    <a:pt x="8457" y="90183"/>
                  </a:lnTo>
                  <a:lnTo>
                    <a:pt x="9330" y="87985"/>
                  </a:lnTo>
                  <a:lnTo>
                    <a:pt x="10270" y="86159"/>
                  </a:lnTo>
                  <a:lnTo>
                    <a:pt x="11127" y="85174"/>
                  </a:lnTo>
                  <a:lnTo>
                    <a:pt x="12112" y="83474"/>
                  </a:lnTo>
                  <a:lnTo>
                    <a:pt x="15170" y="76589"/>
                  </a:lnTo>
                  <a:lnTo>
                    <a:pt x="15896" y="76101"/>
                  </a:lnTo>
                  <a:lnTo>
                    <a:pt x="22259" y="74767"/>
                  </a:lnTo>
                  <a:lnTo>
                    <a:pt x="22824" y="74330"/>
                  </a:lnTo>
                  <a:lnTo>
                    <a:pt x="21001" y="72968"/>
                  </a:lnTo>
                  <a:lnTo>
                    <a:pt x="19120" y="72996"/>
                  </a:lnTo>
                  <a:lnTo>
                    <a:pt x="18252" y="72556"/>
                  </a:lnTo>
                  <a:lnTo>
                    <a:pt x="17760" y="71539"/>
                  </a:lnTo>
                  <a:lnTo>
                    <a:pt x="17490" y="70441"/>
                  </a:lnTo>
                  <a:lnTo>
                    <a:pt x="18234" y="69596"/>
                  </a:lnTo>
                  <a:lnTo>
                    <a:pt x="20676" y="65465"/>
                  </a:lnTo>
                  <a:lnTo>
                    <a:pt x="23601" y="62468"/>
                  </a:lnTo>
                  <a:lnTo>
                    <a:pt x="26301" y="60708"/>
                  </a:lnTo>
                  <a:lnTo>
                    <a:pt x="25626" y="60239"/>
                  </a:lnTo>
                  <a:lnTo>
                    <a:pt x="24775" y="59041"/>
                  </a:lnTo>
                  <a:lnTo>
                    <a:pt x="21488" y="59340"/>
                  </a:lnTo>
                  <a:lnTo>
                    <a:pt x="20191" y="57704"/>
                  </a:lnTo>
                  <a:lnTo>
                    <a:pt x="19787" y="56762"/>
                  </a:lnTo>
                  <a:lnTo>
                    <a:pt x="19680" y="55749"/>
                  </a:lnTo>
                  <a:lnTo>
                    <a:pt x="20744" y="54465"/>
                  </a:lnTo>
                  <a:lnTo>
                    <a:pt x="21848" y="53700"/>
                  </a:lnTo>
                  <a:lnTo>
                    <a:pt x="23066" y="53927"/>
                  </a:lnTo>
                  <a:lnTo>
                    <a:pt x="24282" y="54584"/>
                  </a:lnTo>
                  <a:lnTo>
                    <a:pt x="25247" y="55356"/>
                  </a:lnTo>
                  <a:lnTo>
                    <a:pt x="26171" y="56600"/>
                  </a:lnTo>
                  <a:lnTo>
                    <a:pt x="26989" y="56551"/>
                  </a:lnTo>
                  <a:lnTo>
                    <a:pt x="29931" y="52218"/>
                  </a:lnTo>
                  <a:lnTo>
                    <a:pt x="29479" y="51233"/>
                  </a:lnTo>
                  <a:lnTo>
                    <a:pt x="29288" y="49735"/>
                  </a:lnTo>
                  <a:lnTo>
                    <a:pt x="29624" y="49056"/>
                  </a:lnTo>
                  <a:lnTo>
                    <a:pt x="31019" y="48356"/>
                  </a:lnTo>
                  <a:lnTo>
                    <a:pt x="31961" y="48098"/>
                  </a:lnTo>
                  <a:lnTo>
                    <a:pt x="34021" y="48411"/>
                  </a:lnTo>
                  <a:lnTo>
                    <a:pt x="36954" y="49356"/>
                  </a:lnTo>
                  <a:lnTo>
                    <a:pt x="37191" y="48907"/>
                  </a:lnTo>
                  <a:lnTo>
                    <a:pt x="37928" y="46010"/>
                  </a:lnTo>
                  <a:lnTo>
                    <a:pt x="38651" y="44467"/>
                  </a:lnTo>
                  <a:lnTo>
                    <a:pt x="41634" y="41931"/>
                  </a:lnTo>
                  <a:lnTo>
                    <a:pt x="41431" y="41149"/>
                  </a:lnTo>
                  <a:lnTo>
                    <a:pt x="41294" y="39846"/>
                  </a:lnTo>
                  <a:lnTo>
                    <a:pt x="44756" y="38171"/>
                  </a:lnTo>
                  <a:lnTo>
                    <a:pt x="47009" y="36486"/>
                  </a:lnTo>
                  <a:lnTo>
                    <a:pt x="49206" y="34182"/>
                  </a:lnTo>
                  <a:lnTo>
                    <a:pt x="50297" y="33681"/>
                  </a:lnTo>
                  <a:lnTo>
                    <a:pt x="51409" y="33622"/>
                  </a:lnTo>
                  <a:lnTo>
                    <a:pt x="53679" y="32638"/>
                  </a:lnTo>
                  <a:lnTo>
                    <a:pt x="57865" y="31491"/>
                  </a:lnTo>
                  <a:lnTo>
                    <a:pt x="60308" y="30368"/>
                  </a:lnTo>
                  <a:lnTo>
                    <a:pt x="61097" y="27924"/>
                  </a:lnTo>
                  <a:lnTo>
                    <a:pt x="62646" y="27047"/>
                  </a:lnTo>
                  <a:lnTo>
                    <a:pt x="65788" y="26680"/>
                  </a:lnTo>
                  <a:lnTo>
                    <a:pt x="66984" y="26816"/>
                  </a:lnTo>
                  <a:lnTo>
                    <a:pt x="67663" y="27858"/>
                  </a:lnTo>
                  <a:lnTo>
                    <a:pt x="69019" y="27784"/>
                  </a:lnTo>
                  <a:lnTo>
                    <a:pt x="69553" y="27253"/>
                  </a:lnTo>
                  <a:lnTo>
                    <a:pt x="70093" y="26348"/>
                  </a:lnTo>
                  <a:lnTo>
                    <a:pt x="69930" y="24896"/>
                  </a:lnTo>
                  <a:lnTo>
                    <a:pt x="69905" y="23007"/>
                  </a:lnTo>
                  <a:lnTo>
                    <a:pt x="71083" y="21808"/>
                  </a:lnTo>
                  <a:lnTo>
                    <a:pt x="71513" y="21557"/>
                  </a:lnTo>
                  <a:lnTo>
                    <a:pt x="75049" y="21071"/>
                  </a:lnTo>
                  <a:lnTo>
                    <a:pt x="77142" y="21291"/>
                  </a:lnTo>
                  <a:lnTo>
                    <a:pt x="81470" y="22751"/>
                  </a:lnTo>
                  <a:lnTo>
                    <a:pt x="83717" y="23080"/>
                  </a:lnTo>
                  <a:lnTo>
                    <a:pt x="86707" y="22645"/>
                  </a:lnTo>
                  <a:lnTo>
                    <a:pt x="88528" y="22897"/>
                  </a:lnTo>
                  <a:lnTo>
                    <a:pt x="93860" y="20744"/>
                  </a:lnTo>
                  <a:lnTo>
                    <a:pt x="102871" y="18716"/>
                  </a:lnTo>
                  <a:lnTo>
                    <a:pt x="105218" y="17302"/>
                  </a:lnTo>
                  <a:lnTo>
                    <a:pt x="107549" y="15579"/>
                  </a:lnTo>
                  <a:lnTo>
                    <a:pt x="108730" y="15213"/>
                  </a:lnTo>
                  <a:lnTo>
                    <a:pt x="109925" y="15126"/>
                  </a:lnTo>
                  <a:lnTo>
                    <a:pt x="111007" y="14586"/>
                  </a:lnTo>
                  <a:lnTo>
                    <a:pt x="113109" y="13112"/>
                  </a:lnTo>
                  <a:lnTo>
                    <a:pt x="114152" y="12792"/>
                  </a:lnTo>
                  <a:lnTo>
                    <a:pt x="115289" y="12773"/>
                  </a:lnTo>
                  <a:lnTo>
                    <a:pt x="116325" y="11767"/>
                  </a:lnTo>
                  <a:lnTo>
                    <a:pt x="117248" y="9563"/>
                  </a:lnTo>
                  <a:lnTo>
                    <a:pt x="118249" y="7844"/>
                  </a:lnTo>
                  <a:lnTo>
                    <a:pt x="120962" y="5629"/>
                  </a:lnTo>
                  <a:lnTo>
                    <a:pt x="125611" y="2592"/>
                  </a:lnTo>
                  <a:lnTo>
                    <a:pt x="129792" y="1412"/>
                  </a:lnTo>
                  <a:lnTo>
                    <a:pt x="132400" y="112"/>
                  </a:lnTo>
                  <a:lnTo>
                    <a:pt x="133523" y="0"/>
                  </a:lnTo>
                  <a:lnTo>
                    <a:pt x="137037" y="619"/>
                  </a:lnTo>
                  <a:lnTo>
                    <a:pt x="141540" y="2301"/>
                  </a:lnTo>
                  <a:lnTo>
                    <a:pt x="143591" y="4163"/>
                  </a:lnTo>
                  <a:lnTo>
                    <a:pt x="145266" y="6559"/>
                  </a:lnTo>
                  <a:lnTo>
                    <a:pt x="145635" y="7417"/>
                  </a:lnTo>
                  <a:lnTo>
                    <a:pt x="145923" y="8980"/>
                  </a:lnTo>
                  <a:lnTo>
                    <a:pt x="145432" y="10397"/>
                  </a:lnTo>
                  <a:lnTo>
                    <a:pt x="145119" y="11851"/>
                  </a:lnTo>
                  <a:lnTo>
                    <a:pt x="145521" y="12960"/>
                  </a:lnTo>
                  <a:lnTo>
                    <a:pt x="142240" y="16611"/>
                  </a:lnTo>
                  <a:lnTo>
                    <a:pt x="139008" y="20628"/>
                  </a:lnTo>
                  <a:lnTo>
                    <a:pt x="138461" y="2147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g1309"/>
            <p:cNvSpPr/>
            <p:nvPr/>
          </p:nvSpPr>
          <p:spPr>
            <a:xfrm>
              <a:off x="3738739" y="1352721"/>
              <a:ext cx="12417" cy="6813"/>
            </a:xfrm>
            <a:custGeom>
              <a:avLst/>
              <a:pathLst>
                <a:path w="12417" h="6813">
                  <a:moveTo>
                    <a:pt x="9759" y="5285"/>
                  </a:moveTo>
                  <a:lnTo>
                    <a:pt x="9452" y="5857"/>
                  </a:lnTo>
                  <a:lnTo>
                    <a:pt x="9032" y="6304"/>
                  </a:lnTo>
                  <a:lnTo>
                    <a:pt x="7893" y="5997"/>
                  </a:lnTo>
                  <a:lnTo>
                    <a:pt x="5618" y="6813"/>
                  </a:lnTo>
                  <a:lnTo>
                    <a:pt x="4763" y="6349"/>
                  </a:lnTo>
                  <a:lnTo>
                    <a:pt x="3946" y="5442"/>
                  </a:lnTo>
                  <a:lnTo>
                    <a:pt x="901" y="5732"/>
                  </a:lnTo>
                  <a:lnTo>
                    <a:pt x="0" y="5515"/>
                  </a:lnTo>
                  <a:lnTo>
                    <a:pt x="1445" y="4403"/>
                  </a:lnTo>
                  <a:lnTo>
                    <a:pt x="5612" y="3189"/>
                  </a:lnTo>
                  <a:lnTo>
                    <a:pt x="12095" y="0"/>
                  </a:lnTo>
                  <a:lnTo>
                    <a:pt x="12417" y="1520"/>
                  </a:lnTo>
                  <a:lnTo>
                    <a:pt x="12411" y="2243"/>
                  </a:lnTo>
                  <a:lnTo>
                    <a:pt x="11094" y="396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g1310"/>
            <p:cNvSpPr/>
            <p:nvPr/>
          </p:nvSpPr>
          <p:spPr>
            <a:xfrm>
              <a:off x="3679821" y="1349603"/>
              <a:ext cx="5171" cy="3754"/>
            </a:xfrm>
            <a:custGeom>
              <a:avLst/>
              <a:pathLst>
                <a:path w="5171" h="3754">
                  <a:moveTo>
                    <a:pt x="3581" y="3611"/>
                  </a:moveTo>
                  <a:lnTo>
                    <a:pt x="1517" y="3754"/>
                  </a:lnTo>
                  <a:lnTo>
                    <a:pt x="361" y="2987"/>
                  </a:lnTo>
                  <a:lnTo>
                    <a:pt x="0" y="2488"/>
                  </a:lnTo>
                  <a:lnTo>
                    <a:pt x="565" y="1154"/>
                  </a:lnTo>
                  <a:lnTo>
                    <a:pt x="1344" y="282"/>
                  </a:lnTo>
                  <a:lnTo>
                    <a:pt x="4561" y="0"/>
                  </a:lnTo>
                  <a:lnTo>
                    <a:pt x="5171" y="907"/>
                  </a:lnTo>
                  <a:lnTo>
                    <a:pt x="5038" y="16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g1311"/>
            <p:cNvSpPr/>
            <p:nvPr/>
          </p:nvSpPr>
          <p:spPr>
            <a:xfrm>
              <a:off x="3854096" y="1348537"/>
              <a:ext cx="3941" cy="3120"/>
            </a:xfrm>
            <a:custGeom>
              <a:avLst/>
              <a:pathLst>
                <a:path w="3941" h="3120">
                  <a:moveTo>
                    <a:pt x="1396" y="3086"/>
                  </a:moveTo>
                  <a:lnTo>
                    <a:pt x="314" y="3120"/>
                  </a:lnTo>
                  <a:lnTo>
                    <a:pt x="0" y="1716"/>
                  </a:lnTo>
                  <a:lnTo>
                    <a:pt x="931" y="14"/>
                  </a:lnTo>
                  <a:lnTo>
                    <a:pt x="2085" y="0"/>
                  </a:lnTo>
                  <a:lnTo>
                    <a:pt x="3115" y="504"/>
                  </a:lnTo>
                  <a:lnTo>
                    <a:pt x="3458" y="810"/>
                  </a:lnTo>
                  <a:lnTo>
                    <a:pt x="3797" y="1397"/>
                  </a:lnTo>
                  <a:lnTo>
                    <a:pt x="3941" y="232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g1312"/>
            <p:cNvSpPr/>
            <p:nvPr/>
          </p:nvSpPr>
          <p:spPr>
            <a:xfrm>
              <a:off x="3085795" y="1337209"/>
              <a:ext cx="1566247" cy="1079462"/>
            </a:xfrm>
            <a:custGeom>
              <a:avLst/>
              <a:pathLst>
                <a:path w="1566247" h="1079462">
                  <a:moveTo>
                    <a:pt x="993431" y="1046861"/>
                  </a:moveTo>
                  <a:lnTo>
                    <a:pt x="993149" y="1046115"/>
                  </a:lnTo>
                  <a:lnTo>
                    <a:pt x="993088" y="1044793"/>
                  </a:lnTo>
                  <a:lnTo>
                    <a:pt x="992764" y="1043519"/>
                  </a:lnTo>
                  <a:lnTo>
                    <a:pt x="992151" y="1041774"/>
                  </a:lnTo>
                  <a:lnTo>
                    <a:pt x="991889" y="1039980"/>
                  </a:lnTo>
                  <a:lnTo>
                    <a:pt x="992442" y="1039037"/>
                  </a:lnTo>
                  <a:lnTo>
                    <a:pt x="992367" y="1037385"/>
                  </a:lnTo>
                  <a:lnTo>
                    <a:pt x="991829" y="1035875"/>
                  </a:lnTo>
                  <a:lnTo>
                    <a:pt x="991047" y="1035543"/>
                  </a:lnTo>
                  <a:lnTo>
                    <a:pt x="990861" y="1035121"/>
                  </a:lnTo>
                  <a:lnTo>
                    <a:pt x="990907" y="1034317"/>
                  </a:lnTo>
                  <a:lnTo>
                    <a:pt x="991176" y="1033479"/>
                  </a:lnTo>
                  <a:lnTo>
                    <a:pt x="991563" y="1032779"/>
                  </a:lnTo>
                  <a:lnTo>
                    <a:pt x="992373" y="1031818"/>
                  </a:lnTo>
                  <a:lnTo>
                    <a:pt x="993769" y="1031103"/>
                  </a:lnTo>
                  <a:lnTo>
                    <a:pt x="994546" y="1030482"/>
                  </a:lnTo>
                  <a:lnTo>
                    <a:pt x="995174" y="1030290"/>
                  </a:lnTo>
                  <a:lnTo>
                    <a:pt x="995888" y="1030632"/>
                  </a:lnTo>
                  <a:lnTo>
                    <a:pt x="996491" y="1029706"/>
                  </a:lnTo>
                  <a:lnTo>
                    <a:pt x="997096" y="1029140"/>
                  </a:lnTo>
                  <a:lnTo>
                    <a:pt x="997240" y="1027543"/>
                  </a:lnTo>
                  <a:lnTo>
                    <a:pt x="997265" y="1025126"/>
                  </a:lnTo>
                  <a:lnTo>
                    <a:pt x="997485" y="1024406"/>
                  </a:lnTo>
                  <a:lnTo>
                    <a:pt x="997740" y="1023367"/>
                  </a:lnTo>
                  <a:lnTo>
                    <a:pt x="998125" y="1022050"/>
                  </a:lnTo>
                  <a:lnTo>
                    <a:pt x="998475" y="1018635"/>
                  </a:lnTo>
                  <a:lnTo>
                    <a:pt x="998738" y="1016275"/>
                  </a:lnTo>
                  <a:lnTo>
                    <a:pt x="998911" y="1015080"/>
                  </a:lnTo>
                  <a:lnTo>
                    <a:pt x="998954" y="1013455"/>
                  </a:lnTo>
                  <a:lnTo>
                    <a:pt x="998782" y="1012392"/>
                  </a:lnTo>
                  <a:lnTo>
                    <a:pt x="998448" y="1011760"/>
                  </a:lnTo>
                  <a:lnTo>
                    <a:pt x="998191" y="1011313"/>
                  </a:lnTo>
                  <a:lnTo>
                    <a:pt x="998169" y="1009495"/>
                  </a:lnTo>
                  <a:lnTo>
                    <a:pt x="998202" y="1007019"/>
                  </a:lnTo>
                  <a:lnTo>
                    <a:pt x="998112" y="1005427"/>
                  </a:lnTo>
                  <a:lnTo>
                    <a:pt x="998488" y="996616"/>
                  </a:lnTo>
                  <a:lnTo>
                    <a:pt x="998891" y="994588"/>
                  </a:lnTo>
                  <a:lnTo>
                    <a:pt x="997646" y="982839"/>
                  </a:lnTo>
                  <a:lnTo>
                    <a:pt x="997273" y="979102"/>
                  </a:lnTo>
                  <a:lnTo>
                    <a:pt x="997020" y="977210"/>
                  </a:lnTo>
                  <a:lnTo>
                    <a:pt x="996475" y="974446"/>
                  </a:lnTo>
                  <a:lnTo>
                    <a:pt x="996127" y="973065"/>
                  </a:lnTo>
                  <a:lnTo>
                    <a:pt x="996261" y="971753"/>
                  </a:lnTo>
                  <a:lnTo>
                    <a:pt x="996755" y="970437"/>
                  </a:lnTo>
                  <a:lnTo>
                    <a:pt x="997229" y="969813"/>
                  </a:lnTo>
                  <a:lnTo>
                    <a:pt x="998629" y="969513"/>
                  </a:lnTo>
                  <a:lnTo>
                    <a:pt x="999016" y="969041"/>
                  </a:lnTo>
                  <a:lnTo>
                    <a:pt x="1000733" y="967625"/>
                  </a:lnTo>
                  <a:lnTo>
                    <a:pt x="1001124" y="966766"/>
                  </a:lnTo>
                  <a:lnTo>
                    <a:pt x="1002001" y="964682"/>
                  </a:lnTo>
                  <a:lnTo>
                    <a:pt x="1002340" y="963118"/>
                  </a:lnTo>
                  <a:lnTo>
                    <a:pt x="1002725" y="961085"/>
                  </a:lnTo>
                  <a:lnTo>
                    <a:pt x="1003571" y="959984"/>
                  </a:lnTo>
                  <a:lnTo>
                    <a:pt x="1004079" y="958133"/>
                  </a:lnTo>
                  <a:lnTo>
                    <a:pt x="1004627" y="957495"/>
                  </a:lnTo>
                  <a:lnTo>
                    <a:pt x="1005179" y="959065"/>
                  </a:lnTo>
                  <a:lnTo>
                    <a:pt x="1005835" y="959944"/>
                  </a:lnTo>
                  <a:lnTo>
                    <a:pt x="1006699" y="960476"/>
                  </a:lnTo>
                  <a:lnTo>
                    <a:pt x="1007794" y="961147"/>
                  </a:lnTo>
                  <a:lnTo>
                    <a:pt x="1009541" y="962427"/>
                  </a:lnTo>
                  <a:lnTo>
                    <a:pt x="1011329" y="963525"/>
                  </a:lnTo>
                  <a:lnTo>
                    <a:pt x="1012450" y="964385"/>
                  </a:lnTo>
                  <a:lnTo>
                    <a:pt x="1013003" y="964773"/>
                  </a:lnTo>
                  <a:lnTo>
                    <a:pt x="1014114" y="965347"/>
                  </a:lnTo>
                  <a:lnTo>
                    <a:pt x="1014595" y="965793"/>
                  </a:lnTo>
                  <a:lnTo>
                    <a:pt x="1015050" y="966269"/>
                  </a:lnTo>
                  <a:lnTo>
                    <a:pt x="1015777" y="964950"/>
                  </a:lnTo>
                  <a:lnTo>
                    <a:pt x="1016756" y="963291"/>
                  </a:lnTo>
                  <a:lnTo>
                    <a:pt x="1016596" y="960639"/>
                  </a:lnTo>
                  <a:lnTo>
                    <a:pt x="1016754" y="957655"/>
                  </a:lnTo>
                  <a:lnTo>
                    <a:pt x="1017453" y="952532"/>
                  </a:lnTo>
                  <a:lnTo>
                    <a:pt x="1018231" y="951042"/>
                  </a:lnTo>
                  <a:lnTo>
                    <a:pt x="1018641" y="950811"/>
                  </a:lnTo>
                  <a:lnTo>
                    <a:pt x="1019082" y="950245"/>
                  </a:lnTo>
                  <a:lnTo>
                    <a:pt x="1019860" y="949286"/>
                  </a:lnTo>
                  <a:lnTo>
                    <a:pt x="1020141" y="947911"/>
                  </a:lnTo>
                  <a:lnTo>
                    <a:pt x="1019982" y="946319"/>
                  </a:lnTo>
                  <a:lnTo>
                    <a:pt x="1020238" y="944765"/>
                  </a:lnTo>
                  <a:lnTo>
                    <a:pt x="1020324" y="943206"/>
                  </a:lnTo>
                  <a:lnTo>
                    <a:pt x="1020597" y="941186"/>
                  </a:lnTo>
                  <a:lnTo>
                    <a:pt x="1020963" y="940624"/>
                  </a:lnTo>
                  <a:lnTo>
                    <a:pt x="1021510" y="939959"/>
                  </a:lnTo>
                  <a:lnTo>
                    <a:pt x="1021893" y="938928"/>
                  </a:lnTo>
                  <a:lnTo>
                    <a:pt x="1022257" y="937340"/>
                  </a:lnTo>
                  <a:lnTo>
                    <a:pt x="1022501" y="935547"/>
                  </a:lnTo>
                  <a:lnTo>
                    <a:pt x="1022401" y="933475"/>
                  </a:lnTo>
                  <a:lnTo>
                    <a:pt x="1022877" y="932110"/>
                  </a:lnTo>
                  <a:lnTo>
                    <a:pt x="1023671" y="930978"/>
                  </a:lnTo>
                  <a:lnTo>
                    <a:pt x="1023945" y="930284"/>
                  </a:lnTo>
                  <a:lnTo>
                    <a:pt x="1024075" y="928471"/>
                  </a:lnTo>
                  <a:lnTo>
                    <a:pt x="1024127" y="927675"/>
                  </a:lnTo>
                  <a:lnTo>
                    <a:pt x="1024343" y="926762"/>
                  </a:lnTo>
                  <a:lnTo>
                    <a:pt x="1024189" y="924882"/>
                  </a:lnTo>
                  <a:lnTo>
                    <a:pt x="1023996" y="922856"/>
                  </a:lnTo>
                  <a:lnTo>
                    <a:pt x="1024870" y="919454"/>
                  </a:lnTo>
                  <a:lnTo>
                    <a:pt x="1025496" y="916531"/>
                  </a:lnTo>
                  <a:lnTo>
                    <a:pt x="1025649" y="912247"/>
                  </a:lnTo>
                  <a:lnTo>
                    <a:pt x="1025721" y="911543"/>
                  </a:lnTo>
                  <a:lnTo>
                    <a:pt x="1025964" y="909510"/>
                  </a:lnTo>
                  <a:lnTo>
                    <a:pt x="1026109" y="908702"/>
                  </a:lnTo>
                  <a:lnTo>
                    <a:pt x="1026595" y="906017"/>
                  </a:lnTo>
                  <a:lnTo>
                    <a:pt x="1027222" y="904271"/>
                  </a:lnTo>
                  <a:lnTo>
                    <a:pt x="1027098" y="902316"/>
                  </a:lnTo>
                  <a:lnTo>
                    <a:pt x="1026845" y="900410"/>
                  </a:lnTo>
                  <a:lnTo>
                    <a:pt x="1026890" y="899126"/>
                  </a:lnTo>
                  <a:lnTo>
                    <a:pt x="1027443" y="897636"/>
                  </a:lnTo>
                  <a:lnTo>
                    <a:pt x="1027778" y="896894"/>
                  </a:lnTo>
                  <a:lnTo>
                    <a:pt x="1028074" y="895835"/>
                  </a:lnTo>
                  <a:lnTo>
                    <a:pt x="1028542" y="895364"/>
                  </a:lnTo>
                  <a:lnTo>
                    <a:pt x="1028956" y="895106"/>
                  </a:lnTo>
                  <a:lnTo>
                    <a:pt x="1029926" y="894836"/>
                  </a:lnTo>
                  <a:lnTo>
                    <a:pt x="1030488" y="893720"/>
                  </a:lnTo>
                  <a:lnTo>
                    <a:pt x="1031010" y="892575"/>
                  </a:lnTo>
                  <a:lnTo>
                    <a:pt x="1031967" y="889592"/>
                  </a:lnTo>
                  <a:lnTo>
                    <a:pt x="1032278" y="887830"/>
                  </a:lnTo>
                  <a:lnTo>
                    <a:pt x="1032511" y="886915"/>
                  </a:lnTo>
                  <a:lnTo>
                    <a:pt x="1031995" y="884374"/>
                  </a:lnTo>
                  <a:lnTo>
                    <a:pt x="1031530" y="882222"/>
                  </a:lnTo>
                  <a:lnTo>
                    <a:pt x="1030963" y="879239"/>
                  </a:lnTo>
                  <a:lnTo>
                    <a:pt x="1030720" y="877841"/>
                  </a:lnTo>
                  <a:lnTo>
                    <a:pt x="1031098" y="876057"/>
                  </a:lnTo>
                  <a:lnTo>
                    <a:pt x="1031501" y="874956"/>
                  </a:lnTo>
                  <a:lnTo>
                    <a:pt x="1031713" y="873976"/>
                  </a:lnTo>
                  <a:lnTo>
                    <a:pt x="1031824" y="872288"/>
                  </a:lnTo>
                  <a:lnTo>
                    <a:pt x="1031674" y="871004"/>
                  </a:lnTo>
                  <a:lnTo>
                    <a:pt x="1030696" y="869000"/>
                  </a:lnTo>
                  <a:lnTo>
                    <a:pt x="1029663" y="868007"/>
                  </a:lnTo>
                  <a:lnTo>
                    <a:pt x="1028498" y="867607"/>
                  </a:lnTo>
                  <a:lnTo>
                    <a:pt x="1028099" y="867472"/>
                  </a:lnTo>
                  <a:lnTo>
                    <a:pt x="1027257" y="867871"/>
                  </a:lnTo>
                  <a:lnTo>
                    <a:pt x="1023761" y="870418"/>
                  </a:lnTo>
                  <a:lnTo>
                    <a:pt x="1022123" y="872369"/>
                  </a:lnTo>
                  <a:lnTo>
                    <a:pt x="1021176" y="874576"/>
                  </a:lnTo>
                  <a:lnTo>
                    <a:pt x="1020167" y="875635"/>
                  </a:lnTo>
                  <a:lnTo>
                    <a:pt x="1018560" y="875507"/>
                  </a:lnTo>
                  <a:lnTo>
                    <a:pt x="1017049" y="875384"/>
                  </a:lnTo>
                  <a:lnTo>
                    <a:pt x="1015858" y="876603"/>
                  </a:lnTo>
                  <a:lnTo>
                    <a:pt x="1014484" y="879124"/>
                  </a:lnTo>
                  <a:lnTo>
                    <a:pt x="1013481" y="880277"/>
                  </a:lnTo>
                  <a:lnTo>
                    <a:pt x="1012850" y="880065"/>
                  </a:lnTo>
                  <a:lnTo>
                    <a:pt x="1012174" y="881754"/>
                  </a:lnTo>
                  <a:lnTo>
                    <a:pt x="1011453" y="885347"/>
                  </a:lnTo>
                  <a:lnTo>
                    <a:pt x="1010630" y="886928"/>
                  </a:lnTo>
                  <a:lnTo>
                    <a:pt x="1009706" y="886500"/>
                  </a:lnTo>
                  <a:lnTo>
                    <a:pt x="1007491" y="886840"/>
                  </a:lnTo>
                  <a:lnTo>
                    <a:pt x="1003986" y="887947"/>
                  </a:lnTo>
                  <a:lnTo>
                    <a:pt x="1001789" y="887902"/>
                  </a:lnTo>
                  <a:lnTo>
                    <a:pt x="1000901" y="886703"/>
                  </a:lnTo>
                  <a:lnTo>
                    <a:pt x="999507" y="886549"/>
                  </a:lnTo>
                  <a:lnTo>
                    <a:pt x="997609" y="887440"/>
                  </a:lnTo>
                  <a:lnTo>
                    <a:pt x="996463" y="887624"/>
                  </a:lnTo>
                  <a:lnTo>
                    <a:pt x="996071" y="887096"/>
                  </a:lnTo>
                  <a:lnTo>
                    <a:pt x="995791" y="885604"/>
                  </a:lnTo>
                  <a:lnTo>
                    <a:pt x="995624" y="883148"/>
                  </a:lnTo>
                  <a:lnTo>
                    <a:pt x="994982" y="880591"/>
                  </a:lnTo>
                  <a:lnTo>
                    <a:pt x="993867" y="877938"/>
                  </a:lnTo>
                  <a:lnTo>
                    <a:pt x="993669" y="874735"/>
                  </a:lnTo>
                  <a:lnTo>
                    <a:pt x="994391" y="870984"/>
                  </a:lnTo>
                  <a:lnTo>
                    <a:pt x="994556" y="868415"/>
                  </a:lnTo>
                  <a:lnTo>
                    <a:pt x="994163" y="867029"/>
                  </a:lnTo>
                  <a:lnTo>
                    <a:pt x="994004" y="865789"/>
                  </a:lnTo>
                  <a:lnTo>
                    <a:pt x="993161" y="864223"/>
                  </a:lnTo>
                  <a:lnTo>
                    <a:pt x="992565" y="861526"/>
                  </a:lnTo>
                  <a:lnTo>
                    <a:pt x="992132" y="860703"/>
                  </a:lnTo>
                  <a:lnTo>
                    <a:pt x="992261" y="858409"/>
                  </a:lnTo>
                  <a:lnTo>
                    <a:pt x="992757" y="855659"/>
                  </a:lnTo>
                  <a:lnTo>
                    <a:pt x="992141" y="853059"/>
                  </a:lnTo>
                  <a:lnTo>
                    <a:pt x="990239" y="852906"/>
                  </a:lnTo>
                  <a:lnTo>
                    <a:pt x="988708" y="852159"/>
                  </a:lnTo>
                  <a:lnTo>
                    <a:pt x="987180" y="849777"/>
                  </a:lnTo>
                  <a:lnTo>
                    <a:pt x="984830" y="843081"/>
                  </a:lnTo>
                  <a:lnTo>
                    <a:pt x="983662" y="840727"/>
                  </a:lnTo>
                  <a:lnTo>
                    <a:pt x="982895" y="840487"/>
                  </a:lnTo>
                  <a:lnTo>
                    <a:pt x="982341" y="839400"/>
                  </a:lnTo>
                  <a:lnTo>
                    <a:pt x="981999" y="837468"/>
                  </a:lnTo>
                  <a:lnTo>
                    <a:pt x="981447" y="837449"/>
                  </a:lnTo>
                  <a:lnTo>
                    <a:pt x="980908" y="837449"/>
                  </a:lnTo>
                  <a:lnTo>
                    <a:pt x="980576" y="838250"/>
                  </a:lnTo>
                  <a:lnTo>
                    <a:pt x="980189" y="838501"/>
                  </a:lnTo>
                  <a:lnTo>
                    <a:pt x="979598" y="837768"/>
                  </a:lnTo>
                  <a:lnTo>
                    <a:pt x="978990" y="837687"/>
                  </a:lnTo>
                  <a:lnTo>
                    <a:pt x="978365" y="838259"/>
                  </a:lnTo>
                  <a:lnTo>
                    <a:pt x="977836" y="837887"/>
                  </a:lnTo>
                  <a:lnTo>
                    <a:pt x="977405" y="836569"/>
                  </a:lnTo>
                  <a:lnTo>
                    <a:pt x="976617" y="835692"/>
                  </a:lnTo>
                  <a:lnTo>
                    <a:pt x="975473" y="835254"/>
                  </a:lnTo>
                  <a:lnTo>
                    <a:pt x="975002" y="834339"/>
                  </a:lnTo>
                  <a:lnTo>
                    <a:pt x="975201" y="832946"/>
                  </a:lnTo>
                  <a:lnTo>
                    <a:pt x="974990" y="831909"/>
                  </a:lnTo>
                  <a:lnTo>
                    <a:pt x="974364" y="831224"/>
                  </a:lnTo>
                  <a:lnTo>
                    <a:pt x="972660" y="831398"/>
                  </a:lnTo>
                  <a:lnTo>
                    <a:pt x="969876" y="832431"/>
                  </a:lnTo>
                  <a:lnTo>
                    <a:pt x="967592" y="832156"/>
                  </a:lnTo>
                  <a:lnTo>
                    <a:pt x="965811" y="830574"/>
                  </a:lnTo>
                  <a:lnTo>
                    <a:pt x="964819" y="829114"/>
                  </a:lnTo>
                  <a:lnTo>
                    <a:pt x="964617" y="827778"/>
                  </a:lnTo>
                  <a:lnTo>
                    <a:pt x="964104" y="826494"/>
                  </a:lnTo>
                  <a:lnTo>
                    <a:pt x="963278" y="825265"/>
                  </a:lnTo>
                  <a:lnTo>
                    <a:pt x="962813" y="823148"/>
                  </a:lnTo>
                  <a:lnTo>
                    <a:pt x="962710" y="820146"/>
                  </a:lnTo>
                  <a:lnTo>
                    <a:pt x="962908" y="817290"/>
                  </a:lnTo>
                  <a:lnTo>
                    <a:pt x="963657" y="813233"/>
                  </a:lnTo>
                  <a:lnTo>
                    <a:pt x="961783" y="810586"/>
                  </a:lnTo>
                  <a:lnTo>
                    <a:pt x="961224" y="809062"/>
                  </a:lnTo>
                  <a:lnTo>
                    <a:pt x="961359" y="807778"/>
                  </a:lnTo>
                  <a:lnTo>
                    <a:pt x="961259" y="806759"/>
                  </a:lnTo>
                  <a:lnTo>
                    <a:pt x="960925" y="806007"/>
                  </a:lnTo>
                  <a:lnTo>
                    <a:pt x="960945" y="804806"/>
                  </a:lnTo>
                  <a:lnTo>
                    <a:pt x="961320" y="803153"/>
                  </a:lnTo>
                  <a:lnTo>
                    <a:pt x="961317" y="801048"/>
                  </a:lnTo>
                  <a:lnTo>
                    <a:pt x="960934" y="798489"/>
                  </a:lnTo>
                  <a:lnTo>
                    <a:pt x="959888" y="794899"/>
                  </a:lnTo>
                  <a:lnTo>
                    <a:pt x="958179" y="790276"/>
                  </a:lnTo>
                  <a:lnTo>
                    <a:pt x="957260" y="786900"/>
                  </a:lnTo>
                  <a:lnTo>
                    <a:pt x="957132" y="784768"/>
                  </a:lnTo>
                  <a:lnTo>
                    <a:pt x="956903" y="783059"/>
                  </a:lnTo>
                  <a:lnTo>
                    <a:pt x="956583" y="782136"/>
                  </a:lnTo>
                  <a:lnTo>
                    <a:pt x="956385" y="780555"/>
                  </a:lnTo>
                  <a:lnTo>
                    <a:pt x="956519" y="778803"/>
                  </a:lnTo>
                  <a:lnTo>
                    <a:pt x="956323" y="777678"/>
                  </a:lnTo>
                  <a:lnTo>
                    <a:pt x="956077" y="776620"/>
                  </a:lnTo>
                  <a:lnTo>
                    <a:pt x="956112" y="774917"/>
                  </a:lnTo>
                  <a:lnTo>
                    <a:pt x="955815" y="773753"/>
                  </a:lnTo>
                  <a:lnTo>
                    <a:pt x="955187" y="773125"/>
                  </a:lnTo>
                  <a:lnTo>
                    <a:pt x="954990" y="771837"/>
                  </a:lnTo>
                  <a:lnTo>
                    <a:pt x="955106" y="769086"/>
                  </a:lnTo>
                  <a:lnTo>
                    <a:pt x="954654" y="766773"/>
                  </a:lnTo>
                  <a:lnTo>
                    <a:pt x="953277" y="762502"/>
                  </a:lnTo>
                  <a:lnTo>
                    <a:pt x="952869" y="759385"/>
                  </a:lnTo>
                  <a:lnTo>
                    <a:pt x="952749" y="756573"/>
                  </a:lnTo>
                  <a:lnTo>
                    <a:pt x="952165" y="755198"/>
                  </a:lnTo>
                  <a:lnTo>
                    <a:pt x="952133" y="753972"/>
                  </a:lnTo>
                  <a:lnTo>
                    <a:pt x="952056" y="751844"/>
                  </a:lnTo>
                  <a:lnTo>
                    <a:pt x="951698" y="751261"/>
                  </a:lnTo>
                  <a:lnTo>
                    <a:pt x="951486" y="750511"/>
                  </a:lnTo>
                  <a:lnTo>
                    <a:pt x="951654" y="749613"/>
                  </a:lnTo>
                  <a:lnTo>
                    <a:pt x="951377" y="748498"/>
                  </a:lnTo>
                  <a:lnTo>
                    <a:pt x="950653" y="747166"/>
                  </a:lnTo>
                  <a:lnTo>
                    <a:pt x="950320" y="746013"/>
                  </a:lnTo>
                  <a:lnTo>
                    <a:pt x="950238" y="744970"/>
                  </a:lnTo>
                  <a:lnTo>
                    <a:pt x="949875" y="744158"/>
                  </a:lnTo>
                  <a:lnTo>
                    <a:pt x="948810" y="743369"/>
                  </a:lnTo>
                  <a:lnTo>
                    <a:pt x="948523" y="742279"/>
                  </a:lnTo>
                  <a:lnTo>
                    <a:pt x="948592" y="741310"/>
                  </a:lnTo>
                  <a:lnTo>
                    <a:pt x="948821" y="740409"/>
                  </a:lnTo>
                  <a:lnTo>
                    <a:pt x="948947" y="739863"/>
                  </a:lnTo>
                  <a:lnTo>
                    <a:pt x="948908" y="739157"/>
                  </a:lnTo>
                  <a:lnTo>
                    <a:pt x="948832" y="738460"/>
                  </a:lnTo>
                  <a:lnTo>
                    <a:pt x="948410" y="737621"/>
                  </a:lnTo>
                  <a:lnTo>
                    <a:pt x="947807" y="736651"/>
                  </a:lnTo>
                  <a:lnTo>
                    <a:pt x="947137" y="734557"/>
                  </a:lnTo>
                  <a:lnTo>
                    <a:pt x="946281" y="733990"/>
                  </a:lnTo>
                  <a:lnTo>
                    <a:pt x="945755" y="733990"/>
                  </a:lnTo>
                  <a:lnTo>
                    <a:pt x="945300" y="732806"/>
                  </a:lnTo>
                  <a:lnTo>
                    <a:pt x="945440" y="732053"/>
                  </a:lnTo>
                  <a:lnTo>
                    <a:pt x="945405" y="730652"/>
                  </a:lnTo>
                  <a:lnTo>
                    <a:pt x="944995" y="729512"/>
                  </a:lnTo>
                  <a:lnTo>
                    <a:pt x="944485" y="729063"/>
                  </a:lnTo>
                  <a:lnTo>
                    <a:pt x="944004" y="729354"/>
                  </a:lnTo>
                  <a:lnTo>
                    <a:pt x="942817" y="728287"/>
                  </a:lnTo>
                  <a:lnTo>
                    <a:pt x="940924" y="725861"/>
                  </a:lnTo>
                  <a:lnTo>
                    <a:pt x="939476" y="724743"/>
                  </a:lnTo>
                  <a:lnTo>
                    <a:pt x="938475" y="724931"/>
                  </a:lnTo>
                  <a:lnTo>
                    <a:pt x="937858" y="725659"/>
                  </a:lnTo>
                  <a:lnTo>
                    <a:pt x="937622" y="726928"/>
                  </a:lnTo>
                  <a:lnTo>
                    <a:pt x="936951" y="726806"/>
                  </a:lnTo>
                  <a:lnTo>
                    <a:pt x="935293" y="724537"/>
                  </a:lnTo>
                  <a:lnTo>
                    <a:pt x="933621" y="723976"/>
                  </a:lnTo>
                  <a:lnTo>
                    <a:pt x="932690" y="722755"/>
                  </a:lnTo>
                  <a:lnTo>
                    <a:pt x="931943" y="720689"/>
                  </a:lnTo>
                  <a:lnTo>
                    <a:pt x="931256" y="719825"/>
                  </a:lnTo>
                  <a:lnTo>
                    <a:pt x="930625" y="720162"/>
                  </a:lnTo>
                  <a:lnTo>
                    <a:pt x="929091" y="718776"/>
                  </a:lnTo>
                  <a:lnTo>
                    <a:pt x="926651" y="715662"/>
                  </a:lnTo>
                  <a:lnTo>
                    <a:pt x="925371" y="714612"/>
                  </a:lnTo>
                  <a:lnTo>
                    <a:pt x="924909" y="715199"/>
                  </a:lnTo>
                  <a:lnTo>
                    <a:pt x="924669" y="715205"/>
                  </a:lnTo>
                  <a:lnTo>
                    <a:pt x="924233" y="715117"/>
                  </a:lnTo>
                  <a:lnTo>
                    <a:pt x="923604" y="715078"/>
                  </a:lnTo>
                  <a:lnTo>
                    <a:pt x="922504" y="714343"/>
                  </a:lnTo>
                  <a:lnTo>
                    <a:pt x="921009" y="714669"/>
                  </a:lnTo>
                  <a:lnTo>
                    <a:pt x="919120" y="716054"/>
                  </a:lnTo>
                  <a:lnTo>
                    <a:pt x="917074" y="716917"/>
                  </a:lnTo>
                  <a:lnTo>
                    <a:pt x="914873" y="717258"/>
                  </a:lnTo>
                  <a:lnTo>
                    <a:pt x="913569" y="717095"/>
                  </a:lnTo>
                  <a:lnTo>
                    <a:pt x="913162" y="716430"/>
                  </a:lnTo>
                  <a:lnTo>
                    <a:pt x="910769" y="717421"/>
                  </a:lnTo>
                  <a:lnTo>
                    <a:pt x="907453" y="719426"/>
                  </a:lnTo>
                  <a:lnTo>
                    <a:pt x="904199" y="721393"/>
                  </a:lnTo>
                  <a:lnTo>
                    <a:pt x="900161" y="722353"/>
                  </a:lnTo>
                  <a:lnTo>
                    <a:pt x="897456" y="725684"/>
                  </a:lnTo>
                  <a:lnTo>
                    <a:pt x="894737" y="731705"/>
                  </a:lnTo>
                  <a:lnTo>
                    <a:pt x="892784" y="735492"/>
                  </a:lnTo>
                  <a:lnTo>
                    <a:pt x="891596" y="737049"/>
                  </a:lnTo>
                  <a:lnTo>
                    <a:pt x="891113" y="739088"/>
                  </a:lnTo>
                  <a:lnTo>
                    <a:pt x="891337" y="741608"/>
                  </a:lnTo>
                  <a:lnTo>
                    <a:pt x="892348" y="742507"/>
                  </a:lnTo>
                  <a:lnTo>
                    <a:pt x="894148" y="741783"/>
                  </a:lnTo>
                  <a:lnTo>
                    <a:pt x="895697" y="742136"/>
                  </a:lnTo>
                  <a:lnTo>
                    <a:pt x="896995" y="743566"/>
                  </a:lnTo>
                  <a:lnTo>
                    <a:pt x="897409" y="745725"/>
                  </a:lnTo>
                  <a:lnTo>
                    <a:pt x="896940" y="748612"/>
                  </a:lnTo>
                  <a:lnTo>
                    <a:pt x="897084" y="751448"/>
                  </a:lnTo>
                  <a:lnTo>
                    <a:pt x="897845" y="754239"/>
                  </a:lnTo>
                  <a:lnTo>
                    <a:pt x="897895" y="757458"/>
                  </a:lnTo>
                  <a:lnTo>
                    <a:pt x="897238" y="761107"/>
                  </a:lnTo>
                  <a:lnTo>
                    <a:pt x="895595" y="764786"/>
                  </a:lnTo>
                  <a:lnTo>
                    <a:pt x="892965" y="768495"/>
                  </a:lnTo>
                  <a:lnTo>
                    <a:pt x="891330" y="772110"/>
                  </a:lnTo>
                  <a:lnTo>
                    <a:pt x="890370" y="777386"/>
                  </a:lnTo>
                  <a:lnTo>
                    <a:pt x="888891" y="781969"/>
                  </a:lnTo>
                  <a:lnTo>
                    <a:pt x="888347" y="784555"/>
                  </a:lnTo>
                  <a:lnTo>
                    <a:pt x="888245" y="786677"/>
                  </a:lnTo>
                  <a:lnTo>
                    <a:pt x="887658" y="788969"/>
                  </a:lnTo>
                  <a:lnTo>
                    <a:pt x="886586" y="791432"/>
                  </a:lnTo>
                  <a:lnTo>
                    <a:pt x="885998" y="793904"/>
                  </a:lnTo>
                  <a:lnTo>
                    <a:pt x="885897" y="796382"/>
                  </a:lnTo>
                  <a:lnTo>
                    <a:pt x="885358" y="798640"/>
                  </a:lnTo>
                  <a:lnTo>
                    <a:pt x="884381" y="800678"/>
                  </a:lnTo>
                  <a:lnTo>
                    <a:pt x="883771" y="802832"/>
                  </a:lnTo>
                  <a:lnTo>
                    <a:pt x="883533" y="805101"/>
                  </a:lnTo>
                  <a:lnTo>
                    <a:pt x="883157" y="806628"/>
                  </a:lnTo>
                  <a:lnTo>
                    <a:pt x="882647" y="807411"/>
                  </a:lnTo>
                  <a:lnTo>
                    <a:pt x="882918" y="808185"/>
                  </a:lnTo>
                  <a:lnTo>
                    <a:pt x="883972" y="808951"/>
                  </a:lnTo>
                  <a:lnTo>
                    <a:pt x="884402" y="811166"/>
                  </a:lnTo>
                  <a:lnTo>
                    <a:pt x="884208" y="814830"/>
                  </a:lnTo>
                  <a:lnTo>
                    <a:pt x="883571" y="817446"/>
                  </a:lnTo>
                  <a:lnTo>
                    <a:pt x="882491" y="819013"/>
                  </a:lnTo>
                  <a:lnTo>
                    <a:pt x="880876" y="820033"/>
                  </a:lnTo>
                  <a:lnTo>
                    <a:pt x="878727" y="820506"/>
                  </a:lnTo>
                  <a:lnTo>
                    <a:pt x="875801" y="824004"/>
                  </a:lnTo>
                  <a:lnTo>
                    <a:pt x="873254" y="828487"/>
                  </a:lnTo>
                  <a:lnTo>
                    <a:pt x="870243" y="833785"/>
                  </a:lnTo>
                  <a:lnTo>
                    <a:pt x="869658" y="833783"/>
                  </a:lnTo>
                  <a:lnTo>
                    <a:pt x="868560" y="833124"/>
                  </a:lnTo>
                  <a:lnTo>
                    <a:pt x="866433" y="830950"/>
                  </a:lnTo>
                  <a:lnTo>
                    <a:pt x="864207" y="830494"/>
                  </a:lnTo>
                  <a:lnTo>
                    <a:pt x="862054" y="828481"/>
                  </a:lnTo>
                  <a:lnTo>
                    <a:pt x="860778" y="827156"/>
                  </a:lnTo>
                  <a:lnTo>
                    <a:pt x="858801" y="824616"/>
                  </a:lnTo>
                  <a:lnTo>
                    <a:pt x="858304" y="823041"/>
                  </a:lnTo>
                  <a:lnTo>
                    <a:pt x="857531" y="821763"/>
                  </a:lnTo>
                  <a:lnTo>
                    <a:pt x="855608" y="820056"/>
                  </a:lnTo>
                  <a:lnTo>
                    <a:pt x="854317" y="819134"/>
                  </a:lnTo>
                  <a:lnTo>
                    <a:pt x="853526" y="819089"/>
                  </a:lnTo>
                  <a:lnTo>
                    <a:pt x="851521" y="820822"/>
                  </a:lnTo>
                  <a:lnTo>
                    <a:pt x="850264" y="822189"/>
                  </a:lnTo>
                  <a:lnTo>
                    <a:pt x="849519" y="822936"/>
                  </a:lnTo>
                  <a:lnTo>
                    <a:pt x="848271" y="822776"/>
                  </a:lnTo>
                  <a:lnTo>
                    <a:pt x="846745" y="822467"/>
                  </a:lnTo>
                  <a:lnTo>
                    <a:pt x="846128" y="822016"/>
                  </a:lnTo>
                  <a:lnTo>
                    <a:pt x="845258" y="820919"/>
                  </a:lnTo>
                  <a:lnTo>
                    <a:pt x="843561" y="817653"/>
                  </a:lnTo>
                  <a:lnTo>
                    <a:pt x="842651" y="815314"/>
                  </a:lnTo>
                  <a:lnTo>
                    <a:pt x="841461" y="813999"/>
                  </a:lnTo>
                  <a:lnTo>
                    <a:pt x="840149" y="812503"/>
                  </a:lnTo>
                  <a:lnTo>
                    <a:pt x="839493" y="812148"/>
                  </a:lnTo>
                  <a:lnTo>
                    <a:pt x="838331" y="812274"/>
                  </a:lnTo>
                  <a:lnTo>
                    <a:pt x="836719" y="811859"/>
                  </a:lnTo>
                  <a:lnTo>
                    <a:pt x="835861" y="811300"/>
                  </a:lnTo>
                  <a:lnTo>
                    <a:pt x="835137" y="811806"/>
                  </a:lnTo>
                  <a:lnTo>
                    <a:pt x="833685" y="813359"/>
                  </a:lnTo>
                  <a:lnTo>
                    <a:pt x="831862" y="816420"/>
                  </a:lnTo>
                  <a:lnTo>
                    <a:pt x="830432" y="817590"/>
                  </a:lnTo>
                  <a:lnTo>
                    <a:pt x="828912" y="819201"/>
                  </a:lnTo>
                  <a:lnTo>
                    <a:pt x="827674" y="821134"/>
                  </a:lnTo>
                  <a:lnTo>
                    <a:pt x="826458" y="823122"/>
                  </a:lnTo>
                  <a:lnTo>
                    <a:pt x="824969" y="825402"/>
                  </a:lnTo>
                  <a:lnTo>
                    <a:pt x="824277" y="828494"/>
                  </a:lnTo>
                  <a:lnTo>
                    <a:pt x="823925" y="830748"/>
                  </a:lnTo>
                  <a:lnTo>
                    <a:pt x="822573" y="832137"/>
                  </a:lnTo>
                  <a:lnTo>
                    <a:pt x="821531" y="833486"/>
                  </a:lnTo>
                  <a:lnTo>
                    <a:pt x="820482" y="833968"/>
                  </a:lnTo>
                  <a:lnTo>
                    <a:pt x="818536" y="833228"/>
                  </a:lnTo>
                  <a:lnTo>
                    <a:pt x="817385" y="833752"/>
                  </a:lnTo>
                  <a:lnTo>
                    <a:pt x="814544" y="836422"/>
                  </a:lnTo>
                  <a:lnTo>
                    <a:pt x="813148" y="836665"/>
                  </a:lnTo>
                  <a:lnTo>
                    <a:pt x="812176" y="837031"/>
                  </a:lnTo>
                  <a:lnTo>
                    <a:pt x="811235" y="837204"/>
                  </a:lnTo>
                  <a:lnTo>
                    <a:pt x="809690" y="837835"/>
                  </a:lnTo>
                  <a:lnTo>
                    <a:pt x="809085" y="838292"/>
                  </a:lnTo>
                  <a:lnTo>
                    <a:pt x="808291" y="838833"/>
                  </a:lnTo>
                  <a:lnTo>
                    <a:pt x="807400" y="838442"/>
                  </a:lnTo>
                  <a:lnTo>
                    <a:pt x="806127" y="839966"/>
                  </a:lnTo>
                  <a:lnTo>
                    <a:pt x="802510" y="844048"/>
                  </a:lnTo>
                  <a:lnTo>
                    <a:pt x="801374" y="844733"/>
                  </a:lnTo>
                  <a:lnTo>
                    <a:pt x="800617" y="844892"/>
                  </a:lnTo>
                  <a:lnTo>
                    <a:pt x="799642" y="843430"/>
                  </a:lnTo>
                  <a:lnTo>
                    <a:pt x="798663" y="842457"/>
                  </a:lnTo>
                  <a:lnTo>
                    <a:pt x="797640" y="842579"/>
                  </a:lnTo>
                  <a:lnTo>
                    <a:pt x="796472" y="843922"/>
                  </a:lnTo>
                  <a:lnTo>
                    <a:pt x="794498" y="842882"/>
                  </a:lnTo>
                  <a:lnTo>
                    <a:pt x="792151" y="841886"/>
                  </a:lnTo>
                  <a:lnTo>
                    <a:pt x="790019" y="840983"/>
                  </a:lnTo>
                  <a:lnTo>
                    <a:pt x="789298" y="840201"/>
                  </a:lnTo>
                  <a:lnTo>
                    <a:pt x="787212" y="839061"/>
                  </a:lnTo>
                  <a:lnTo>
                    <a:pt x="784167" y="839048"/>
                  </a:lnTo>
                  <a:lnTo>
                    <a:pt x="782370" y="839039"/>
                  </a:lnTo>
                  <a:lnTo>
                    <a:pt x="781223" y="839419"/>
                  </a:lnTo>
                  <a:lnTo>
                    <a:pt x="780346" y="838866"/>
                  </a:lnTo>
                  <a:lnTo>
                    <a:pt x="779235" y="837245"/>
                  </a:lnTo>
                  <a:lnTo>
                    <a:pt x="777371" y="833450"/>
                  </a:lnTo>
                  <a:lnTo>
                    <a:pt x="776265" y="832332"/>
                  </a:lnTo>
                  <a:lnTo>
                    <a:pt x="775648" y="831405"/>
                  </a:lnTo>
                  <a:lnTo>
                    <a:pt x="775415" y="829843"/>
                  </a:lnTo>
                  <a:lnTo>
                    <a:pt x="774991" y="829647"/>
                  </a:lnTo>
                  <a:lnTo>
                    <a:pt x="774715" y="828539"/>
                  </a:lnTo>
                  <a:lnTo>
                    <a:pt x="774734" y="827070"/>
                  </a:lnTo>
                  <a:lnTo>
                    <a:pt x="774697" y="823870"/>
                  </a:lnTo>
                  <a:lnTo>
                    <a:pt x="774822" y="821633"/>
                  </a:lnTo>
                  <a:lnTo>
                    <a:pt x="774521" y="820951"/>
                  </a:lnTo>
                  <a:lnTo>
                    <a:pt x="773273" y="820590"/>
                  </a:lnTo>
                  <a:lnTo>
                    <a:pt x="771775" y="819908"/>
                  </a:lnTo>
                  <a:lnTo>
                    <a:pt x="769046" y="819802"/>
                  </a:lnTo>
                  <a:lnTo>
                    <a:pt x="767952" y="819722"/>
                  </a:lnTo>
                  <a:lnTo>
                    <a:pt x="767085" y="818433"/>
                  </a:lnTo>
                  <a:lnTo>
                    <a:pt x="766096" y="816853"/>
                  </a:lnTo>
                  <a:lnTo>
                    <a:pt x="765145" y="813597"/>
                  </a:lnTo>
                  <a:lnTo>
                    <a:pt x="764303" y="812072"/>
                  </a:lnTo>
                  <a:lnTo>
                    <a:pt x="762932" y="810171"/>
                  </a:lnTo>
                  <a:lnTo>
                    <a:pt x="761618" y="809692"/>
                  </a:lnTo>
                  <a:lnTo>
                    <a:pt x="759638" y="810024"/>
                  </a:lnTo>
                  <a:lnTo>
                    <a:pt x="758190" y="810408"/>
                  </a:lnTo>
                  <a:lnTo>
                    <a:pt x="756889" y="809581"/>
                  </a:lnTo>
                  <a:lnTo>
                    <a:pt x="756062" y="808537"/>
                  </a:lnTo>
                  <a:lnTo>
                    <a:pt x="754896" y="807430"/>
                  </a:lnTo>
                  <a:lnTo>
                    <a:pt x="753140" y="807170"/>
                  </a:lnTo>
                  <a:lnTo>
                    <a:pt x="751689" y="806370"/>
                  </a:lnTo>
                  <a:lnTo>
                    <a:pt x="750170" y="805410"/>
                  </a:lnTo>
                  <a:lnTo>
                    <a:pt x="749046" y="805801"/>
                  </a:lnTo>
                  <a:lnTo>
                    <a:pt x="748269" y="806714"/>
                  </a:lnTo>
                  <a:lnTo>
                    <a:pt x="747393" y="807886"/>
                  </a:lnTo>
                  <a:lnTo>
                    <a:pt x="746260" y="808094"/>
                  </a:lnTo>
                  <a:lnTo>
                    <a:pt x="743457" y="809307"/>
                  </a:lnTo>
                  <a:lnTo>
                    <a:pt x="742602" y="810036"/>
                  </a:lnTo>
                  <a:lnTo>
                    <a:pt x="741351" y="810362"/>
                  </a:lnTo>
                  <a:lnTo>
                    <a:pt x="740271" y="811274"/>
                  </a:lnTo>
                  <a:lnTo>
                    <a:pt x="739367" y="813071"/>
                  </a:lnTo>
                  <a:lnTo>
                    <a:pt x="738596" y="814402"/>
                  </a:lnTo>
                  <a:lnTo>
                    <a:pt x="737625" y="814851"/>
                  </a:lnTo>
                  <a:lnTo>
                    <a:pt x="736469" y="814761"/>
                  </a:lnTo>
                  <a:lnTo>
                    <a:pt x="735485" y="814331"/>
                  </a:lnTo>
                  <a:lnTo>
                    <a:pt x="734971" y="814206"/>
                  </a:lnTo>
                  <a:lnTo>
                    <a:pt x="734208" y="814862"/>
                  </a:lnTo>
                  <a:lnTo>
                    <a:pt x="733339" y="815314"/>
                  </a:lnTo>
                  <a:lnTo>
                    <a:pt x="732026" y="814534"/>
                  </a:lnTo>
                  <a:lnTo>
                    <a:pt x="731304" y="813881"/>
                  </a:lnTo>
                  <a:lnTo>
                    <a:pt x="730181" y="813490"/>
                  </a:lnTo>
                  <a:lnTo>
                    <a:pt x="729502" y="811600"/>
                  </a:lnTo>
                  <a:lnTo>
                    <a:pt x="728809" y="810818"/>
                  </a:lnTo>
                  <a:lnTo>
                    <a:pt x="727634" y="810525"/>
                  </a:lnTo>
                  <a:lnTo>
                    <a:pt x="725906" y="809561"/>
                  </a:lnTo>
                  <a:lnTo>
                    <a:pt x="724999" y="808577"/>
                  </a:lnTo>
                  <a:lnTo>
                    <a:pt x="724210" y="807968"/>
                  </a:lnTo>
                  <a:lnTo>
                    <a:pt x="722893" y="805777"/>
                  </a:lnTo>
                  <a:lnTo>
                    <a:pt x="722154" y="803875"/>
                  </a:lnTo>
                  <a:lnTo>
                    <a:pt x="721552" y="803565"/>
                  </a:lnTo>
                  <a:lnTo>
                    <a:pt x="720875" y="803327"/>
                  </a:lnTo>
                  <a:lnTo>
                    <a:pt x="720413" y="802119"/>
                  </a:lnTo>
                  <a:lnTo>
                    <a:pt x="720388" y="800655"/>
                  </a:lnTo>
                  <a:lnTo>
                    <a:pt x="720557" y="799743"/>
                  </a:lnTo>
                  <a:lnTo>
                    <a:pt x="720685" y="798179"/>
                  </a:lnTo>
                  <a:lnTo>
                    <a:pt x="720300" y="796694"/>
                  </a:lnTo>
                  <a:lnTo>
                    <a:pt x="719901" y="796029"/>
                  </a:lnTo>
                  <a:lnTo>
                    <a:pt x="719708" y="794899"/>
                  </a:lnTo>
                  <a:lnTo>
                    <a:pt x="719815" y="792771"/>
                  </a:lnTo>
                  <a:lnTo>
                    <a:pt x="719662" y="790618"/>
                  </a:lnTo>
                  <a:lnTo>
                    <a:pt x="719511" y="788362"/>
                  </a:lnTo>
                  <a:lnTo>
                    <a:pt x="719102" y="786682"/>
                  </a:lnTo>
                  <a:lnTo>
                    <a:pt x="719010" y="783475"/>
                  </a:lnTo>
                  <a:lnTo>
                    <a:pt x="719180" y="782152"/>
                  </a:lnTo>
                  <a:lnTo>
                    <a:pt x="719137" y="780588"/>
                  </a:lnTo>
                  <a:lnTo>
                    <a:pt x="718713" y="779415"/>
                  </a:lnTo>
                  <a:lnTo>
                    <a:pt x="717441" y="778565"/>
                  </a:lnTo>
                  <a:lnTo>
                    <a:pt x="715922" y="777418"/>
                  </a:lnTo>
                  <a:lnTo>
                    <a:pt x="713516" y="776054"/>
                  </a:lnTo>
                  <a:lnTo>
                    <a:pt x="712491" y="775928"/>
                  </a:lnTo>
                  <a:lnTo>
                    <a:pt x="711692" y="776484"/>
                  </a:lnTo>
                  <a:lnTo>
                    <a:pt x="710955" y="775831"/>
                  </a:lnTo>
                  <a:lnTo>
                    <a:pt x="710173" y="774692"/>
                  </a:lnTo>
                  <a:lnTo>
                    <a:pt x="708848" y="773518"/>
                  </a:lnTo>
                  <a:lnTo>
                    <a:pt x="707101" y="772004"/>
                  </a:lnTo>
                  <a:lnTo>
                    <a:pt x="705246" y="770310"/>
                  </a:lnTo>
                  <a:lnTo>
                    <a:pt x="703569" y="768777"/>
                  </a:lnTo>
                  <a:lnTo>
                    <a:pt x="702922" y="768405"/>
                  </a:lnTo>
                  <a:lnTo>
                    <a:pt x="700628" y="768293"/>
                  </a:lnTo>
                  <a:lnTo>
                    <a:pt x="698746" y="768078"/>
                  </a:lnTo>
                  <a:lnTo>
                    <a:pt x="697661" y="767534"/>
                  </a:lnTo>
                  <a:lnTo>
                    <a:pt x="696374" y="765406"/>
                  </a:lnTo>
                  <a:lnTo>
                    <a:pt x="695714" y="764103"/>
                  </a:lnTo>
                  <a:lnTo>
                    <a:pt x="694692" y="763486"/>
                  </a:lnTo>
                  <a:lnTo>
                    <a:pt x="693918" y="763268"/>
                  </a:lnTo>
                  <a:lnTo>
                    <a:pt x="692713" y="762570"/>
                  </a:lnTo>
                  <a:lnTo>
                    <a:pt x="690494" y="760344"/>
                  </a:lnTo>
                  <a:lnTo>
                    <a:pt x="689679" y="759280"/>
                  </a:lnTo>
                  <a:lnTo>
                    <a:pt x="689129" y="759264"/>
                  </a:lnTo>
                  <a:lnTo>
                    <a:pt x="688397" y="757305"/>
                  </a:lnTo>
                  <a:lnTo>
                    <a:pt x="687773" y="756845"/>
                  </a:lnTo>
                  <a:lnTo>
                    <a:pt x="687345" y="758240"/>
                  </a:lnTo>
                  <a:lnTo>
                    <a:pt x="686902" y="761567"/>
                  </a:lnTo>
                  <a:lnTo>
                    <a:pt x="686494" y="763115"/>
                  </a:lnTo>
                  <a:lnTo>
                    <a:pt x="685344" y="766185"/>
                  </a:lnTo>
                  <a:lnTo>
                    <a:pt x="682577" y="768654"/>
                  </a:lnTo>
                  <a:lnTo>
                    <a:pt x="682100" y="769935"/>
                  </a:lnTo>
                  <a:lnTo>
                    <a:pt x="681848" y="771108"/>
                  </a:lnTo>
                  <a:lnTo>
                    <a:pt x="681469" y="772768"/>
                  </a:lnTo>
                  <a:lnTo>
                    <a:pt x="681301" y="774919"/>
                  </a:lnTo>
                  <a:lnTo>
                    <a:pt x="680962" y="775506"/>
                  </a:lnTo>
                  <a:lnTo>
                    <a:pt x="680178" y="775571"/>
                  </a:lnTo>
                  <a:lnTo>
                    <a:pt x="679548" y="776564"/>
                  </a:lnTo>
                  <a:lnTo>
                    <a:pt x="679082" y="778718"/>
                  </a:lnTo>
                  <a:lnTo>
                    <a:pt x="678676" y="779563"/>
                  </a:lnTo>
                  <a:lnTo>
                    <a:pt x="678448" y="781572"/>
                  </a:lnTo>
                  <a:lnTo>
                    <a:pt x="678488" y="782450"/>
                  </a:lnTo>
                  <a:lnTo>
                    <a:pt x="678397" y="783421"/>
                  </a:lnTo>
                  <a:lnTo>
                    <a:pt x="678329" y="784978"/>
                  </a:lnTo>
                  <a:lnTo>
                    <a:pt x="677607" y="788333"/>
                  </a:lnTo>
                  <a:lnTo>
                    <a:pt x="677507" y="790295"/>
                  </a:lnTo>
                  <a:lnTo>
                    <a:pt x="677803" y="791533"/>
                  </a:lnTo>
                  <a:lnTo>
                    <a:pt x="678415" y="793194"/>
                  </a:lnTo>
                  <a:lnTo>
                    <a:pt x="678736" y="794139"/>
                  </a:lnTo>
                  <a:lnTo>
                    <a:pt x="678842" y="795247"/>
                  </a:lnTo>
                  <a:lnTo>
                    <a:pt x="678820" y="796681"/>
                  </a:lnTo>
                  <a:lnTo>
                    <a:pt x="679198" y="798663"/>
                  </a:lnTo>
                  <a:lnTo>
                    <a:pt x="679473" y="800360"/>
                  </a:lnTo>
                  <a:lnTo>
                    <a:pt x="679945" y="801566"/>
                  </a:lnTo>
                  <a:lnTo>
                    <a:pt x="680580" y="802608"/>
                  </a:lnTo>
                  <a:lnTo>
                    <a:pt x="681306" y="802944"/>
                  </a:lnTo>
                  <a:lnTo>
                    <a:pt x="681873" y="803651"/>
                  </a:lnTo>
                  <a:lnTo>
                    <a:pt x="682000" y="805019"/>
                  </a:lnTo>
                  <a:lnTo>
                    <a:pt x="681853" y="806909"/>
                  </a:lnTo>
                  <a:lnTo>
                    <a:pt x="681592" y="810472"/>
                  </a:lnTo>
                  <a:lnTo>
                    <a:pt x="681109" y="812681"/>
                  </a:lnTo>
                  <a:lnTo>
                    <a:pt x="680822" y="814073"/>
                  </a:lnTo>
                  <a:lnTo>
                    <a:pt x="680359" y="816259"/>
                  </a:lnTo>
                  <a:lnTo>
                    <a:pt x="680181" y="817109"/>
                  </a:lnTo>
                  <a:lnTo>
                    <a:pt x="679224" y="818987"/>
                  </a:lnTo>
                  <a:lnTo>
                    <a:pt x="678577" y="819504"/>
                  </a:lnTo>
                  <a:lnTo>
                    <a:pt x="677782" y="820981"/>
                  </a:lnTo>
                  <a:lnTo>
                    <a:pt x="677125" y="821047"/>
                  </a:lnTo>
                  <a:lnTo>
                    <a:pt x="676501" y="821045"/>
                  </a:lnTo>
                  <a:lnTo>
                    <a:pt x="675831" y="821371"/>
                  </a:lnTo>
                  <a:lnTo>
                    <a:pt x="675238" y="822024"/>
                  </a:lnTo>
                  <a:lnTo>
                    <a:pt x="674772" y="824044"/>
                  </a:lnTo>
                  <a:lnTo>
                    <a:pt x="673595" y="826115"/>
                  </a:lnTo>
                  <a:lnTo>
                    <a:pt x="673031" y="827048"/>
                  </a:lnTo>
                  <a:lnTo>
                    <a:pt x="671578" y="827363"/>
                  </a:lnTo>
                  <a:lnTo>
                    <a:pt x="670889" y="826449"/>
                  </a:lnTo>
                  <a:lnTo>
                    <a:pt x="670511" y="825170"/>
                  </a:lnTo>
                  <a:lnTo>
                    <a:pt x="670045" y="824435"/>
                  </a:lnTo>
                  <a:lnTo>
                    <a:pt x="669435" y="822871"/>
                  </a:lnTo>
                  <a:lnTo>
                    <a:pt x="666801" y="822021"/>
                  </a:lnTo>
                  <a:lnTo>
                    <a:pt x="666114" y="822427"/>
                  </a:lnTo>
                  <a:lnTo>
                    <a:pt x="665712" y="823001"/>
                  </a:lnTo>
                  <a:lnTo>
                    <a:pt x="665182" y="822584"/>
                  </a:lnTo>
                  <a:lnTo>
                    <a:pt x="664821" y="821811"/>
                  </a:lnTo>
                  <a:lnTo>
                    <a:pt x="664443" y="822023"/>
                  </a:lnTo>
                  <a:lnTo>
                    <a:pt x="663623" y="822480"/>
                  </a:lnTo>
                  <a:lnTo>
                    <a:pt x="662988" y="822330"/>
                  </a:lnTo>
                  <a:lnTo>
                    <a:pt x="662167" y="820765"/>
                  </a:lnTo>
                  <a:lnTo>
                    <a:pt x="661033" y="819926"/>
                  </a:lnTo>
                  <a:lnTo>
                    <a:pt x="660589" y="819446"/>
                  </a:lnTo>
                  <a:lnTo>
                    <a:pt x="660137" y="819444"/>
                  </a:lnTo>
                  <a:lnTo>
                    <a:pt x="659859" y="820189"/>
                  </a:lnTo>
                  <a:lnTo>
                    <a:pt x="659341" y="820590"/>
                  </a:lnTo>
                  <a:lnTo>
                    <a:pt x="658992" y="819687"/>
                  </a:lnTo>
                  <a:lnTo>
                    <a:pt x="658536" y="819026"/>
                  </a:lnTo>
                  <a:lnTo>
                    <a:pt x="657934" y="819039"/>
                  </a:lnTo>
                  <a:lnTo>
                    <a:pt x="657150" y="820413"/>
                  </a:lnTo>
                  <a:lnTo>
                    <a:pt x="655798" y="821068"/>
                  </a:lnTo>
                  <a:lnTo>
                    <a:pt x="655370" y="822031"/>
                  </a:lnTo>
                  <a:lnTo>
                    <a:pt x="654593" y="821904"/>
                  </a:lnTo>
                  <a:lnTo>
                    <a:pt x="654053" y="821146"/>
                  </a:lnTo>
                  <a:lnTo>
                    <a:pt x="653513" y="821059"/>
                  </a:lnTo>
                  <a:lnTo>
                    <a:pt x="651943" y="821068"/>
                  </a:lnTo>
                  <a:lnTo>
                    <a:pt x="651416" y="821316"/>
                  </a:lnTo>
                  <a:lnTo>
                    <a:pt x="650771" y="820544"/>
                  </a:lnTo>
                  <a:lnTo>
                    <a:pt x="650469" y="819165"/>
                  </a:lnTo>
                  <a:lnTo>
                    <a:pt x="649675" y="818116"/>
                  </a:lnTo>
                  <a:lnTo>
                    <a:pt x="648530" y="817984"/>
                  </a:lnTo>
                  <a:lnTo>
                    <a:pt x="647635" y="818130"/>
                  </a:lnTo>
                  <a:lnTo>
                    <a:pt x="647225" y="818579"/>
                  </a:lnTo>
                  <a:lnTo>
                    <a:pt x="646642" y="818707"/>
                  </a:lnTo>
                  <a:lnTo>
                    <a:pt x="646160" y="816810"/>
                  </a:lnTo>
                  <a:lnTo>
                    <a:pt x="645508" y="815484"/>
                  </a:lnTo>
                  <a:lnTo>
                    <a:pt x="645139" y="814511"/>
                  </a:lnTo>
                  <a:lnTo>
                    <a:pt x="644579" y="814100"/>
                  </a:lnTo>
                  <a:lnTo>
                    <a:pt x="644141" y="812854"/>
                  </a:lnTo>
                  <a:lnTo>
                    <a:pt x="644066" y="810443"/>
                  </a:lnTo>
                  <a:lnTo>
                    <a:pt x="643802" y="807444"/>
                  </a:lnTo>
                  <a:lnTo>
                    <a:pt x="643491" y="804298"/>
                  </a:lnTo>
                  <a:lnTo>
                    <a:pt x="643145" y="802967"/>
                  </a:lnTo>
                  <a:lnTo>
                    <a:pt x="641460" y="802481"/>
                  </a:lnTo>
                  <a:lnTo>
                    <a:pt x="640634" y="802599"/>
                  </a:lnTo>
                  <a:lnTo>
                    <a:pt x="638765" y="802340"/>
                  </a:lnTo>
                  <a:lnTo>
                    <a:pt x="637482" y="802161"/>
                  </a:lnTo>
                  <a:lnTo>
                    <a:pt x="637132" y="802106"/>
                  </a:lnTo>
                  <a:lnTo>
                    <a:pt x="635935" y="801754"/>
                  </a:lnTo>
                  <a:lnTo>
                    <a:pt x="634837" y="801428"/>
                  </a:lnTo>
                  <a:lnTo>
                    <a:pt x="633718" y="801219"/>
                  </a:lnTo>
                  <a:lnTo>
                    <a:pt x="633258" y="801486"/>
                  </a:lnTo>
                  <a:lnTo>
                    <a:pt x="632109" y="801564"/>
                  </a:lnTo>
                  <a:lnTo>
                    <a:pt x="631213" y="800067"/>
                  </a:lnTo>
                  <a:lnTo>
                    <a:pt x="630836" y="798355"/>
                  </a:lnTo>
                  <a:lnTo>
                    <a:pt x="630768" y="797397"/>
                  </a:lnTo>
                  <a:lnTo>
                    <a:pt x="630554" y="796413"/>
                  </a:lnTo>
                  <a:lnTo>
                    <a:pt x="629738" y="796091"/>
                  </a:lnTo>
                  <a:lnTo>
                    <a:pt x="628996" y="796400"/>
                  </a:lnTo>
                  <a:lnTo>
                    <a:pt x="628606" y="798401"/>
                  </a:lnTo>
                  <a:lnTo>
                    <a:pt x="628055" y="799220"/>
                  </a:lnTo>
                  <a:lnTo>
                    <a:pt x="627529" y="799070"/>
                  </a:lnTo>
                  <a:lnTo>
                    <a:pt x="627070" y="797972"/>
                  </a:lnTo>
                  <a:lnTo>
                    <a:pt x="626181" y="796801"/>
                  </a:lnTo>
                  <a:lnTo>
                    <a:pt x="625603" y="795678"/>
                  </a:lnTo>
                  <a:lnTo>
                    <a:pt x="624915" y="793873"/>
                  </a:lnTo>
                  <a:lnTo>
                    <a:pt x="624348" y="794297"/>
                  </a:lnTo>
                  <a:lnTo>
                    <a:pt x="624187" y="795408"/>
                  </a:lnTo>
                  <a:lnTo>
                    <a:pt x="624055" y="796502"/>
                  </a:lnTo>
                  <a:lnTo>
                    <a:pt x="623354" y="798707"/>
                  </a:lnTo>
                  <a:lnTo>
                    <a:pt x="622504" y="798961"/>
                  </a:lnTo>
                  <a:lnTo>
                    <a:pt x="621086" y="798795"/>
                  </a:lnTo>
                  <a:lnTo>
                    <a:pt x="619623" y="798913"/>
                  </a:lnTo>
                  <a:lnTo>
                    <a:pt x="618681" y="799743"/>
                  </a:lnTo>
                  <a:lnTo>
                    <a:pt x="617987" y="801232"/>
                  </a:lnTo>
                  <a:lnTo>
                    <a:pt x="617629" y="802402"/>
                  </a:lnTo>
                  <a:lnTo>
                    <a:pt x="616906" y="802801"/>
                  </a:lnTo>
                  <a:lnTo>
                    <a:pt x="616183" y="803979"/>
                  </a:lnTo>
                  <a:lnTo>
                    <a:pt x="615881" y="805579"/>
                  </a:lnTo>
                  <a:lnTo>
                    <a:pt x="615167" y="805518"/>
                  </a:lnTo>
                  <a:lnTo>
                    <a:pt x="614780" y="805716"/>
                  </a:lnTo>
                  <a:lnTo>
                    <a:pt x="614138" y="806041"/>
                  </a:lnTo>
                  <a:lnTo>
                    <a:pt x="612494" y="806921"/>
                  </a:lnTo>
                  <a:lnTo>
                    <a:pt x="612098" y="807131"/>
                  </a:lnTo>
                  <a:lnTo>
                    <a:pt x="611094" y="808648"/>
                  </a:lnTo>
                  <a:lnTo>
                    <a:pt x="610334" y="809842"/>
                  </a:lnTo>
                  <a:lnTo>
                    <a:pt x="609590" y="810368"/>
                  </a:lnTo>
                  <a:lnTo>
                    <a:pt x="609144" y="811743"/>
                  </a:lnTo>
                  <a:lnTo>
                    <a:pt x="608575" y="812838"/>
                  </a:lnTo>
                  <a:lnTo>
                    <a:pt x="607246" y="813105"/>
                  </a:lnTo>
                  <a:lnTo>
                    <a:pt x="605784" y="814477"/>
                  </a:lnTo>
                  <a:lnTo>
                    <a:pt x="605270" y="814941"/>
                  </a:lnTo>
                  <a:lnTo>
                    <a:pt x="604435" y="815960"/>
                  </a:lnTo>
                  <a:lnTo>
                    <a:pt x="603274" y="816355"/>
                  </a:lnTo>
                  <a:lnTo>
                    <a:pt x="602793" y="816638"/>
                  </a:lnTo>
                  <a:lnTo>
                    <a:pt x="602325" y="817361"/>
                  </a:lnTo>
                  <a:lnTo>
                    <a:pt x="602059" y="819872"/>
                  </a:lnTo>
                  <a:lnTo>
                    <a:pt x="601104" y="820782"/>
                  </a:lnTo>
                  <a:lnTo>
                    <a:pt x="599818" y="820942"/>
                  </a:lnTo>
                  <a:lnTo>
                    <a:pt x="598853" y="822274"/>
                  </a:lnTo>
                  <a:lnTo>
                    <a:pt x="598761" y="824630"/>
                  </a:lnTo>
                  <a:lnTo>
                    <a:pt x="599100" y="826781"/>
                  </a:lnTo>
                  <a:lnTo>
                    <a:pt x="598952" y="827757"/>
                  </a:lnTo>
                  <a:lnTo>
                    <a:pt x="598231" y="828282"/>
                  </a:lnTo>
                  <a:lnTo>
                    <a:pt x="597230" y="829439"/>
                  </a:lnTo>
                  <a:lnTo>
                    <a:pt x="596466" y="830888"/>
                  </a:lnTo>
                  <a:lnTo>
                    <a:pt x="595540" y="830899"/>
                  </a:lnTo>
                  <a:lnTo>
                    <a:pt x="595009" y="830429"/>
                  </a:lnTo>
                  <a:lnTo>
                    <a:pt x="594614" y="831355"/>
                  </a:lnTo>
                  <a:lnTo>
                    <a:pt x="594394" y="833231"/>
                  </a:lnTo>
                  <a:lnTo>
                    <a:pt x="593716" y="834143"/>
                  </a:lnTo>
                  <a:lnTo>
                    <a:pt x="592744" y="834987"/>
                  </a:lnTo>
                  <a:lnTo>
                    <a:pt x="592381" y="834663"/>
                  </a:lnTo>
                  <a:lnTo>
                    <a:pt x="592138" y="833956"/>
                  </a:lnTo>
                  <a:lnTo>
                    <a:pt x="591704" y="833010"/>
                  </a:lnTo>
                  <a:lnTo>
                    <a:pt x="591355" y="833366"/>
                  </a:lnTo>
                  <a:lnTo>
                    <a:pt x="591321" y="834728"/>
                  </a:lnTo>
                  <a:lnTo>
                    <a:pt x="591045" y="835707"/>
                  </a:lnTo>
                  <a:lnTo>
                    <a:pt x="590239" y="835771"/>
                  </a:lnTo>
                  <a:lnTo>
                    <a:pt x="589613" y="835230"/>
                  </a:lnTo>
                  <a:lnTo>
                    <a:pt x="589137" y="834593"/>
                  </a:lnTo>
                  <a:lnTo>
                    <a:pt x="588283" y="834698"/>
                  </a:lnTo>
                  <a:lnTo>
                    <a:pt x="587399" y="834989"/>
                  </a:lnTo>
                  <a:lnTo>
                    <a:pt x="586831" y="834689"/>
                  </a:lnTo>
                  <a:lnTo>
                    <a:pt x="586297" y="834994"/>
                  </a:lnTo>
                  <a:lnTo>
                    <a:pt x="584901" y="835610"/>
                  </a:lnTo>
                  <a:lnTo>
                    <a:pt x="584353" y="837685"/>
                  </a:lnTo>
                  <a:lnTo>
                    <a:pt x="584340" y="840139"/>
                  </a:lnTo>
                  <a:lnTo>
                    <a:pt x="584162" y="841384"/>
                  </a:lnTo>
                  <a:lnTo>
                    <a:pt x="583324" y="842463"/>
                  </a:lnTo>
                  <a:lnTo>
                    <a:pt x="582935" y="843434"/>
                  </a:lnTo>
                  <a:lnTo>
                    <a:pt x="582422" y="844095"/>
                  </a:lnTo>
                  <a:lnTo>
                    <a:pt x="581264" y="844161"/>
                  </a:lnTo>
                  <a:lnTo>
                    <a:pt x="580766" y="844058"/>
                  </a:lnTo>
                  <a:lnTo>
                    <a:pt x="579861" y="844607"/>
                  </a:lnTo>
                  <a:lnTo>
                    <a:pt x="578979" y="845046"/>
                  </a:lnTo>
                  <a:lnTo>
                    <a:pt x="578395" y="845340"/>
                  </a:lnTo>
                  <a:lnTo>
                    <a:pt x="578014" y="846255"/>
                  </a:lnTo>
                  <a:lnTo>
                    <a:pt x="577442" y="846694"/>
                  </a:lnTo>
                  <a:lnTo>
                    <a:pt x="576540" y="846422"/>
                  </a:lnTo>
                  <a:lnTo>
                    <a:pt x="576290" y="844594"/>
                  </a:lnTo>
                  <a:lnTo>
                    <a:pt x="575683" y="842570"/>
                  </a:lnTo>
                  <a:lnTo>
                    <a:pt x="574859" y="841872"/>
                  </a:lnTo>
                  <a:lnTo>
                    <a:pt x="574115" y="841435"/>
                  </a:lnTo>
                  <a:lnTo>
                    <a:pt x="573445" y="840468"/>
                  </a:lnTo>
                  <a:lnTo>
                    <a:pt x="572983" y="839441"/>
                  </a:lnTo>
                  <a:lnTo>
                    <a:pt x="571630" y="834541"/>
                  </a:lnTo>
                  <a:lnTo>
                    <a:pt x="570690" y="832452"/>
                  </a:lnTo>
                  <a:lnTo>
                    <a:pt x="569845" y="832330"/>
                  </a:lnTo>
                  <a:lnTo>
                    <a:pt x="569728" y="830941"/>
                  </a:lnTo>
                  <a:lnTo>
                    <a:pt x="570219" y="829553"/>
                  </a:lnTo>
                  <a:lnTo>
                    <a:pt x="570847" y="828404"/>
                  </a:lnTo>
                  <a:lnTo>
                    <a:pt x="570828" y="826835"/>
                  </a:lnTo>
                  <a:lnTo>
                    <a:pt x="570316" y="825989"/>
                  </a:lnTo>
                  <a:lnTo>
                    <a:pt x="569688" y="826230"/>
                  </a:lnTo>
                  <a:lnTo>
                    <a:pt x="568843" y="828044"/>
                  </a:lnTo>
                  <a:lnTo>
                    <a:pt x="567840" y="830091"/>
                  </a:lnTo>
                  <a:lnTo>
                    <a:pt x="566633" y="831597"/>
                  </a:lnTo>
                  <a:lnTo>
                    <a:pt x="566151" y="832814"/>
                  </a:lnTo>
                  <a:lnTo>
                    <a:pt x="565561" y="834203"/>
                  </a:lnTo>
                  <a:lnTo>
                    <a:pt x="564716" y="834021"/>
                  </a:lnTo>
                  <a:lnTo>
                    <a:pt x="564107" y="834082"/>
                  </a:lnTo>
                  <a:lnTo>
                    <a:pt x="563576" y="834203"/>
                  </a:lnTo>
                  <a:lnTo>
                    <a:pt x="563184" y="832692"/>
                  </a:lnTo>
                  <a:lnTo>
                    <a:pt x="562673" y="832512"/>
                  </a:lnTo>
                  <a:lnTo>
                    <a:pt x="559000" y="831069"/>
                  </a:lnTo>
                  <a:lnTo>
                    <a:pt x="557781" y="830521"/>
                  </a:lnTo>
                  <a:lnTo>
                    <a:pt x="557015" y="831244"/>
                  </a:lnTo>
                  <a:lnTo>
                    <a:pt x="556445" y="830761"/>
                  </a:lnTo>
                  <a:lnTo>
                    <a:pt x="556229" y="829312"/>
                  </a:lnTo>
                  <a:lnTo>
                    <a:pt x="555521" y="826774"/>
                  </a:lnTo>
                  <a:lnTo>
                    <a:pt x="554944" y="824679"/>
                  </a:lnTo>
                  <a:lnTo>
                    <a:pt x="554216" y="822536"/>
                  </a:lnTo>
                  <a:lnTo>
                    <a:pt x="553970" y="820854"/>
                  </a:lnTo>
                  <a:lnTo>
                    <a:pt x="554206" y="819104"/>
                  </a:lnTo>
                  <a:lnTo>
                    <a:pt x="554107" y="817593"/>
                  </a:lnTo>
                  <a:lnTo>
                    <a:pt x="553478" y="816808"/>
                  </a:lnTo>
                  <a:lnTo>
                    <a:pt x="552660" y="816710"/>
                  </a:lnTo>
                  <a:lnTo>
                    <a:pt x="550434" y="813428"/>
                  </a:lnTo>
                  <a:lnTo>
                    <a:pt x="549392" y="812945"/>
                  </a:lnTo>
                  <a:lnTo>
                    <a:pt x="548450" y="812341"/>
                  </a:lnTo>
                  <a:lnTo>
                    <a:pt x="547702" y="812341"/>
                  </a:lnTo>
                  <a:lnTo>
                    <a:pt x="547073" y="810891"/>
                  </a:lnTo>
                  <a:lnTo>
                    <a:pt x="546465" y="806482"/>
                  </a:lnTo>
                  <a:lnTo>
                    <a:pt x="546287" y="804026"/>
                  </a:lnTo>
                  <a:lnTo>
                    <a:pt x="545550" y="801539"/>
                  </a:lnTo>
                  <a:lnTo>
                    <a:pt x="544617" y="799408"/>
                  </a:lnTo>
                  <a:lnTo>
                    <a:pt x="544067" y="796518"/>
                  </a:lnTo>
                  <a:lnTo>
                    <a:pt x="543247" y="795237"/>
                  </a:lnTo>
                  <a:lnTo>
                    <a:pt x="541882" y="793194"/>
                  </a:lnTo>
                  <a:lnTo>
                    <a:pt x="540571" y="791758"/>
                  </a:lnTo>
                  <a:lnTo>
                    <a:pt x="538416" y="790020"/>
                  </a:lnTo>
                  <a:lnTo>
                    <a:pt x="537613" y="790020"/>
                  </a:lnTo>
                  <a:lnTo>
                    <a:pt x="536522" y="790178"/>
                  </a:lnTo>
                  <a:lnTo>
                    <a:pt x="535873" y="791024"/>
                  </a:lnTo>
                  <a:lnTo>
                    <a:pt x="535166" y="792895"/>
                  </a:lnTo>
                  <a:lnTo>
                    <a:pt x="534203" y="793018"/>
                  </a:lnTo>
                  <a:lnTo>
                    <a:pt x="532682" y="793010"/>
                  </a:lnTo>
                  <a:lnTo>
                    <a:pt x="532276" y="793716"/>
                  </a:lnTo>
                  <a:lnTo>
                    <a:pt x="532030" y="794992"/>
                  </a:lnTo>
                  <a:lnTo>
                    <a:pt x="531248" y="796612"/>
                  </a:lnTo>
                  <a:lnTo>
                    <a:pt x="530116" y="797909"/>
                  </a:lnTo>
                  <a:lnTo>
                    <a:pt x="528505" y="797486"/>
                  </a:lnTo>
                  <a:lnTo>
                    <a:pt x="527405" y="798150"/>
                  </a:lnTo>
                  <a:lnTo>
                    <a:pt x="526310" y="798404"/>
                  </a:lnTo>
                  <a:lnTo>
                    <a:pt x="524730" y="796763"/>
                  </a:lnTo>
                  <a:lnTo>
                    <a:pt x="522984" y="796821"/>
                  </a:lnTo>
                  <a:lnTo>
                    <a:pt x="521848" y="797568"/>
                  </a:lnTo>
                  <a:lnTo>
                    <a:pt x="520233" y="797547"/>
                  </a:lnTo>
                  <a:lnTo>
                    <a:pt x="519902" y="796622"/>
                  </a:lnTo>
                  <a:lnTo>
                    <a:pt x="520095" y="795069"/>
                  </a:lnTo>
                  <a:lnTo>
                    <a:pt x="519962" y="793670"/>
                  </a:lnTo>
                  <a:lnTo>
                    <a:pt x="519697" y="792526"/>
                  </a:lnTo>
                  <a:lnTo>
                    <a:pt x="519487" y="791145"/>
                  </a:lnTo>
                  <a:lnTo>
                    <a:pt x="518822" y="790852"/>
                  </a:lnTo>
                  <a:lnTo>
                    <a:pt x="516952" y="791446"/>
                  </a:lnTo>
                  <a:lnTo>
                    <a:pt x="516441" y="790783"/>
                  </a:lnTo>
                  <a:lnTo>
                    <a:pt x="516499" y="789418"/>
                  </a:lnTo>
                  <a:lnTo>
                    <a:pt x="516835" y="787721"/>
                  </a:lnTo>
                  <a:lnTo>
                    <a:pt x="517110" y="785528"/>
                  </a:lnTo>
                  <a:lnTo>
                    <a:pt x="516977" y="784213"/>
                  </a:lnTo>
                  <a:lnTo>
                    <a:pt x="516011" y="784372"/>
                  </a:lnTo>
                  <a:lnTo>
                    <a:pt x="515423" y="784251"/>
                  </a:lnTo>
                  <a:lnTo>
                    <a:pt x="515120" y="782686"/>
                  </a:lnTo>
                  <a:lnTo>
                    <a:pt x="514575" y="781543"/>
                  </a:lnTo>
                  <a:lnTo>
                    <a:pt x="513957" y="781482"/>
                  </a:lnTo>
                  <a:lnTo>
                    <a:pt x="513209" y="781189"/>
                  </a:lnTo>
                  <a:lnTo>
                    <a:pt x="512394" y="781664"/>
                  </a:lnTo>
                  <a:lnTo>
                    <a:pt x="511961" y="783234"/>
                  </a:lnTo>
                  <a:lnTo>
                    <a:pt x="511434" y="783459"/>
                  </a:lnTo>
                  <a:lnTo>
                    <a:pt x="510861" y="783898"/>
                  </a:lnTo>
                  <a:lnTo>
                    <a:pt x="510448" y="784442"/>
                  </a:lnTo>
                  <a:lnTo>
                    <a:pt x="510192" y="785830"/>
                  </a:lnTo>
                  <a:lnTo>
                    <a:pt x="510309" y="787122"/>
                  </a:lnTo>
                  <a:lnTo>
                    <a:pt x="510488" y="789930"/>
                  </a:lnTo>
                  <a:lnTo>
                    <a:pt x="510213" y="791446"/>
                  </a:lnTo>
                  <a:lnTo>
                    <a:pt x="509459" y="792250"/>
                  </a:lnTo>
                  <a:lnTo>
                    <a:pt x="508740" y="792087"/>
                  </a:lnTo>
                  <a:lnTo>
                    <a:pt x="508257" y="792466"/>
                  </a:lnTo>
                  <a:lnTo>
                    <a:pt x="507364" y="794045"/>
                  </a:lnTo>
                  <a:lnTo>
                    <a:pt x="506970" y="794588"/>
                  </a:lnTo>
                  <a:lnTo>
                    <a:pt x="506833" y="795554"/>
                  </a:lnTo>
                  <a:lnTo>
                    <a:pt x="506774" y="797004"/>
                  </a:lnTo>
                  <a:lnTo>
                    <a:pt x="506008" y="796521"/>
                  </a:lnTo>
                  <a:lnTo>
                    <a:pt x="504791" y="791175"/>
                  </a:lnTo>
                  <a:lnTo>
                    <a:pt x="503414" y="785131"/>
                  </a:lnTo>
                  <a:lnTo>
                    <a:pt x="501855" y="778691"/>
                  </a:lnTo>
                  <a:lnTo>
                    <a:pt x="501034" y="775288"/>
                  </a:lnTo>
                  <a:lnTo>
                    <a:pt x="497956" y="764207"/>
                  </a:lnTo>
                  <a:lnTo>
                    <a:pt x="496451" y="758909"/>
                  </a:lnTo>
                  <a:lnTo>
                    <a:pt x="493849" y="749760"/>
                  </a:lnTo>
                  <a:lnTo>
                    <a:pt x="491484" y="741445"/>
                  </a:lnTo>
                  <a:lnTo>
                    <a:pt x="488817" y="732839"/>
                  </a:lnTo>
                  <a:lnTo>
                    <a:pt x="487235" y="727955"/>
                  </a:lnTo>
                  <a:lnTo>
                    <a:pt x="485567" y="722807"/>
                  </a:lnTo>
                  <a:lnTo>
                    <a:pt x="484985" y="721382"/>
                  </a:lnTo>
                  <a:lnTo>
                    <a:pt x="484071" y="719558"/>
                  </a:lnTo>
                  <a:lnTo>
                    <a:pt x="481810" y="716023"/>
                  </a:lnTo>
                  <a:lnTo>
                    <a:pt x="478572" y="710960"/>
                  </a:lnTo>
                  <a:lnTo>
                    <a:pt x="475576" y="706453"/>
                  </a:lnTo>
                  <a:lnTo>
                    <a:pt x="473220" y="702910"/>
                  </a:lnTo>
                  <a:lnTo>
                    <a:pt x="472618" y="701413"/>
                  </a:lnTo>
                  <a:lnTo>
                    <a:pt x="472346" y="700546"/>
                  </a:lnTo>
                  <a:lnTo>
                    <a:pt x="472094" y="699579"/>
                  </a:lnTo>
                  <a:lnTo>
                    <a:pt x="471743" y="697858"/>
                  </a:lnTo>
                  <a:lnTo>
                    <a:pt x="471740" y="696735"/>
                  </a:lnTo>
                  <a:lnTo>
                    <a:pt x="473979" y="696920"/>
                  </a:lnTo>
                  <a:lnTo>
                    <a:pt x="474444" y="695820"/>
                  </a:lnTo>
                  <a:lnTo>
                    <a:pt x="475270" y="691701"/>
                  </a:lnTo>
                  <a:lnTo>
                    <a:pt x="475735" y="688140"/>
                  </a:lnTo>
                  <a:lnTo>
                    <a:pt x="474986" y="688303"/>
                  </a:lnTo>
                  <a:lnTo>
                    <a:pt x="473603" y="689774"/>
                  </a:lnTo>
                  <a:lnTo>
                    <a:pt x="472869" y="690838"/>
                  </a:lnTo>
                  <a:lnTo>
                    <a:pt x="472459" y="691293"/>
                  </a:lnTo>
                  <a:lnTo>
                    <a:pt x="470249" y="691994"/>
                  </a:lnTo>
                  <a:lnTo>
                    <a:pt x="469037" y="693572"/>
                  </a:lnTo>
                  <a:lnTo>
                    <a:pt x="466538" y="696249"/>
                  </a:lnTo>
                  <a:lnTo>
                    <a:pt x="464733" y="697820"/>
                  </a:lnTo>
                  <a:lnTo>
                    <a:pt x="464387" y="698080"/>
                  </a:lnTo>
                  <a:lnTo>
                    <a:pt x="462275" y="698563"/>
                  </a:lnTo>
                  <a:lnTo>
                    <a:pt x="461900" y="699188"/>
                  </a:lnTo>
                  <a:lnTo>
                    <a:pt x="461844" y="700570"/>
                  </a:lnTo>
                  <a:lnTo>
                    <a:pt x="461697" y="702095"/>
                  </a:lnTo>
                  <a:lnTo>
                    <a:pt x="460189" y="704350"/>
                  </a:lnTo>
                  <a:lnTo>
                    <a:pt x="458573" y="706333"/>
                  </a:lnTo>
                  <a:lnTo>
                    <a:pt x="457966" y="706554"/>
                  </a:lnTo>
                  <a:lnTo>
                    <a:pt x="456984" y="706116"/>
                  </a:lnTo>
                  <a:lnTo>
                    <a:pt x="456478" y="706363"/>
                  </a:lnTo>
                  <a:lnTo>
                    <a:pt x="455009" y="708470"/>
                  </a:lnTo>
                  <a:lnTo>
                    <a:pt x="452803" y="711635"/>
                  </a:lnTo>
                  <a:lnTo>
                    <a:pt x="452597" y="712922"/>
                  </a:lnTo>
                  <a:lnTo>
                    <a:pt x="452585" y="714488"/>
                  </a:lnTo>
                  <a:lnTo>
                    <a:pt x="452330" y="715855"/>
                  </a:lnTo>
                  <a:lnTo>
                    <a:pt x="451838" y="716352"/>
                  </a:lnTo>
                  <a:lnTo>
                    <a:pt x="451125" y="715167"/>
                  </a:lnTo>
                  <a:lnTo>
                    <a:pt x="450477" y="713727"/>
                  </a:lnTo>
                  <a:lnTo>
                    <a:pt x="449118" y="712694"/>
                  </a:lnTo>
                  <a:lnTo>
                    <a:pt x="447103" y="712449"/>
                  </a:lnTo>
                  <a:lnTo>
                    <a:pt x="445874" y="712950"/>
                  </a:lnTo>
                  <a:lnTo>
                    <a:pt x="445026" y="713733"/>
                  </a:lnTo>
                  <a:lnTo>
                    <a:pt x="443362" y="716906"/>
                  </a:lnTo>
                  <a:lnTo>
                    <a:pt x="442757" y="717536"/>
                  </a:lnTo>
                  <a:lnTo>
                    <a:pt x="442420" y="717334"/>
                  </a:lnTo>
                  <a:lnTo>
                    <a:pt x="442324" y="715803"/>
                  </a:lnTo>
                  <a:lnTo>
                    <a:pt x="441987" y="714711"/>
                  </a:lnTo>
                  <a:lnTo>
                    <a:pt x="441592" y="713079"/>
                  </a:lnTo>
                  <a:lnTo>
                    <a:pt x="441783" y="709863"/>
                  </a:lnTo>
                  <a:lnTo>
                    <a:pt x="442684" y="706783"/>
                  </a:lnTo>
                  <a:lnTo>
                    <a:pt x="444172" y="705103"/>
                  </a:lnTo>
                  <a:lnTo>
                    <a:pt x="445371" y="703297"/>
                  </a:lnTo>
                  <a:lnTo>
                    <a:pt x="445723" y="701325"/>
                  </a:lnTo>
                  <a:lnTo>
                    <a:pt x="445693" y="699960"/>
                  </a:lnTo>
                  <a:lnTo>
                    <a:pt x="445251" y="699337"/>
                  </a:lnTo>
                  <a:lnTo>
                    <a:pt x="444786" y="699221"/>
                  </a:lnTo>
                  <a:lnTo>
                    <a:pt x="444516" y="699883"/>
                  </a:lnTo>
                  <a:lnTo>
                    <a:pt x="443706" y="701232"/>
                  </a:lnTo>
                  <a:lnTo>
                    <a:pt x="442504" y="702310"/>
                  </a:lnTo>
                  <a:lnTo>
                    <a:pt x="441503" y="702524"/>
                  </a:lnTo>
                  <a:lnTo>
                    <a:pt x="441055" y="702459"/>
                  </a:lnTo>
                  <a:lnTo>
                    <a:pt x="439992" y="701781"/>
                  </a:lnTo>
                  <a:lnTo>
                    <a:pt x="438018" y="698041"/>
                  </a:lnTo>
                  <a:lnTo>
                    <a:pt x="436355" y="697533"/>
                  </a:lnTo>
                  <a:lnTo>
                    <a:pt x="435213" y="697243"/>
                  </a:lnTo>
                  <a:lnTo>
                    <a:pt x="434833" y="697620"/>
                  </a:lnTo>
                  <a:lnTo>
                    <a:pt x="434655" y="698540"/>
                  </a:lnTo>
                  <a:lnTo>
                    <a:pt x="434764" y="699543"/>
                  </a:lnTo>
                  <a:lnTo>
                    <a:pt x="434992" y="700531"/>
                  </a:lnTo>
                  <a:lnTo>
                    <a:pt x="434864" y="701332"/>
                  </a:lnTo>
                  <a:lnTo>
                    <a:pt x="434329" y="701928"/>
                  </a:lnTo>
                  <a:lnTo>
                    <a:pt x="433526" y="702931"/>
                  </a:lnTo>
                  <a:lnTo>
                    <a:pt x="433118" y="702263"/>
                  </a:lnTo>
                  <a:lnTo>
                    <a:pt x="432913" y="699627"/>
                  </a:lnTo>
                  <a:lnTo>
                    <a:pt x="432954" y="697576"/>
                  </a:lnTo>
                  <a:lnTo>
                    <a:pt x="432399" y="695851"/>
                  </a:lnTo>
                  <a:lnTo>
                    <a:pt x="431818" y="693171"/>
                  </a:lnTo>
                  <a:lnTo>
                    <a:pt x="431019" y="691590"/>
                  </a:lnTo>
                  <a:lnTo>
                    <a:pt x="430244" y="692098"/>
                  </a:lnTo>
                  <a:lnTo>
                    <a:pt x="429862" y="694367"/>
                  </a:lnTo>
                  <a:lnTo>
                    <a:pt x="429274" y="695135"/>
                  </a:lnTo>
                  <a:lnTo>
                    <a:pt x="428148" y="694668"/>
                  </a:lnTo>
                  <a:lnTo>
                    <a:pt x="426127" y="695952"/>
                  </a:lnTo>
                  <a:lnTo>
                    <a:pt x="422852" y="696533"/>
                  </a:lnTo>
                  <a:lnTo>
                    <a:pt x="420513" y="694942"/>
                  </a:lnTo>
                  <a:lnTo>
                    <a:pt x="420124" y="693515"/>
                  </a:lnTo>
                  <a:lnTo>
                    <a:pt x="421080" y="690454"/>
                  </a:lnTo>
                  <a:lnTo>
                    <a:pt x="421153" y="687755"/>
                  </a:lnTo>
                  <a:lnTo>
                    <a:pt x="421148" y="685296"/>
                  </a:lnTo>
                  <a:lnTo>
                    <a:pt x="421401" y="683503"/>
                  </a:lnTo>
                  <a:lnTo>
                    <a:pt x="420831" y="680083"/>
                  </a:lnTo>
                  <a:lnTo>
                    <a:pt x="419538" y="673126"/>
                  </a:lnTo>
                  <a:lnTo>
                    <a:pt x="418754" y="667881"/>
                  </a:lnTo>
                  <a:lnTo>
                    <a:pt x="417602" y="663947"/>
                  </a:lnTo>
                  <a:lnTo>
                    <a:pt x="417099" y="662645"/>
                  </a:lnTo>
                  <a:lnTo>
                    <a:pt x="414679" y="663319"/>
                  </a:lnTo>
                  <a:lnTo>
                    <a:pt x="414014" y="664182"/>
                  </a:lnTo>
                  <a:lnTo>
                    <a:pt x="413575" y="665391"/>
                  </a:lnTo>
                  <a:lnTo>
                    <a:pt x="412824" y="666238"/>
                  </a:lnTo>
                  <a:lnTo>
                    <a:pt x="411757" y="666863"/>
                  </a:lnTo>
                  <a:lnTo>
                    <a:pt x="410844" y="666440"/>
                  </a:lnTo>
                  <a:lnTo>
                    <a:pt x="409828" y="665781"/>
                  </a:lnTo>
                  <a:lnTo>
                    <a:pt x="408756" y="664404"/>
                  </a:lnTo>
                  <a:lnTo>
                    <a:pt x="407506" y="662581"/>
                  </a:lnTo>
                  <a:lnTo>
                    <a:pt x="405132" y="661118"/>
                  </a:lnTo>
                  <a:lnTo>
                    <a:pt x="402764" y="660656"/>
                  </a:lnTo>
                  <a:lnTo>
                    <a:pt x="400171" y="660151"/>
                  </a:lnTo>
                  <a:lnTo>
                    <a:pt x="398880" y="661074"/>
                  </a:lnTo>
                  <a:lnTo>
                    <a:pt x="397630" y="662547"/>
                  </a:lnTo>
                  <a:lnTo>
                    <a:pt x="395822" y="665611"/>
                  </a:lnTo>
                  <a:lnTo>
                    <a:pt x="394992" y="665918"/>
                  </a:lnTo>
                  <a:lnTo>
                    <a:pt x="393679" y="666152"/>
                  </a:lnTo>
                  <a:lnTo>
                    <a:pt x="392759" y="666908"/>
                  </a:lnTo>
                  <a:lnTo>
                    <a:pt x="392942" y="668258"/>
                  </a:lnTo>
                  <a:lnTo>
                    <a:pt x="393122" y="670114"/>
                  </a:lnTo>
                  <a:lnTo>
                    <a:pt x="392789" y="671574"/>
                  </a:lnTo>
                  <a:lnTo>
                    <a:pt x="392275" y="672351"/>
                  </a:lnTo>
                  <a:lnTo>
                    <a:pt x="391486" y="672858"/>
                  </a:lnTo>
                  <a:lnTo>
                    <a:pt x="390199" y="673031"/>
                  </a:lnTo>
                  <a:lnTo>
                    <a:pt x="389141" y="673331"/>
                  </a:lnTo>
                  <a:lnTo>
                    <a:pt x="387828" y="675433"/>
                  </a:lnTo>
                  <a:lnTo>
                    <a:pt x="385822" y="675963"/>
                  </a:lnTo>
                  <a:lnTo>
                    <a:pt x="383636" y="676722"/>
                  </a:lnTo>
                  <a:lnTo>
                    <a:pt x="382108" y="677922"/>
                  </a:lnTo>
                  <a:lnTo>
                    <a:pt x="378802" y="679408"/>
                  </a:lnTo>
                  <a:lnTo>
                    <a:pt x="376888" y="680072"/>
                  </a:lnTo>
                  <a:lnTo>
                    <a:pt x="373689" y="681492"/>
                  </a:lnTo>
                  <a:lnTo>
                    <a:pt x="371113" y="681724"/>
                  </a:lnTo>
                  <a:lnTo>
                    <a:pt x="370725" y="680726"/>
                  </a:lnTo>
                  <a:lnTo>
                    <a:pt x="368740" y="682930"/>
                  </a:lnTo>
                  <a:lnTo>
                    <a:pt x="366521" y="682795"/>
                  </a:lnTo>
                  <a:lnTo>
                    <a:pt x="366111" y="683681"/>
                  </a:lnTo>
                  <a:lnTo>
                    <a:pt x="365570" y="684533"/>
                  </a:lnTo>
                  <a:lnTo>
                    <a:pt x="364972" y="684914"/>
                  </a:lnTo>
                  <a:lnTo>
                    <a:pt x="364218" y="685963"/>
                  </a:lnTo>
                  <a:lnTo>
                    <a:pt x="363783" y="688178"/>
                  </a:lnTo>
                  <a:lnTo>
                    <a:pt x="363452" y="690444"/>
                  </a:lnTo>
                  <a:lnTo>
                    <a:pt x="362785" y="691160"/>
                  </a:lnTo>
                  <a:lnTo>
                    <a:pt x="361891" y="690316"/>
                  </a:lnTo>
                  <a:lnTo>
                    <a:pt x="361231" y="689492"/>
                  </a:lnTo>
                  <a:lnTo>
                    <a:pt x="360102" y="690322"/>
                  </a:lnTo>
                  <a:lnTo>
                    <a:pt x="358570" y="690804"/>
                  </a:lnTo>
                  <a:lnTo>
                    <a:pt x="357370" y="690511"/>
                  </a:lnTo>
                  <a:lnTo>
                    <a:pt x="356756" y="689860"/>
                  </a:lnTo>
                  <a:lnTo>
                    <a:pt x="354239" y="690947"/>
                  </a:lnTo>
                  <a:lnTo>
                    <a:pt x="352926" y="692261"/>
                  </a:lnTo>
                  <a:lnTo>
                    <a:pt x="352681" y="692946"/>
                  </a:lnTo>
                  <a:lnTo>
                    <a:pt x="352359" y="693320"/>
                  </a:lnTo>
                  <a:lnTo>
                    <a:pt x="350851" y="694225"/>
                  </a:lnTo>
                  <a:lnTo>
                    <a:pt x="349641" y="693972"/>
                  </a:lnTo>
                  <a:lnTo>
                    <a:pt x="349451" y="694025"/>
                  </a:lnTo>
                  <a:lnTo>
                    <a:pt x="348303" y="694655"/>
                  </a:lnTo>
                  <a:lnTo>
                    <a:pt x="346685" y="695799"/>
                  </a:lnTo>
                  <a:lnTo>
                    <a:pt x="345522" y="696175"/>
                  </a:lnTo>
                  <a:lnTo>
                    <a:pt x="344547" y="696158"/>
                  </a:lnTo>
                  <a:lnTo>
                    <a:pt x="343925" y="697097"/>
                  </a:lnTo>
                  <a:lnTo>
                    <a:pt x="343419" y="698103"/>
                  </a:lnTo>
                  <a:lnTo>
                    <a:pt x="339177" y="699165"/>
                  </a:lnTo>
                  <a:lnTo>
                    <a:pt x="338750" y="699899"/>
                  </a:lnTo>
                  <a:lnTo>
                    <a:pt x="337892" y="700823"/>
                  </a:lnTo>
                  <a:lnTo>
                    <a:pt x="333481" y="701134"/>
                  </a:lnTo>
                  <a:lnTo>
                    <a:pt x="333117" y="701805"/>
                  </a:lnTo>
                  <a:lnTo>
                    <a:pt x="332956" y="702560"/>
                  </a:lnTo>
                  <a:lnTo>
                    <a:pt x="332409" y="702794"/>
                  </a:lnTo>
                  <a:lnTo>
                    <a:pt x="329231" y="701362"/>
                  </a:lnTo>
                  <a:lnTo>
                    <a:pt x="326689" y="699756"/>
                  </a:lnTo>
                  <a:lnTo>
                    <a:pt x="325702" y="700637"/>
                  </a:lnTo>
                  <a:lnTo>
                    <a:pt x="324863" y="702281"/>
                  </a:lnTo>
                  <a:lnTo>
                    <a:pt x="324569" y="704685"/>
                  </a:lnTo>
                  <a:lnTo>
                    <a:pt x="324569" y="706738"/>
                  </a:lnTo>
                  <a:lnTo>
                    <a:pt x="324569" y="708497"/>
                  </a:lnTo>
                  <a:lnTo>
                    <a:pt x="324188" y="709768"/>
                  </a:lnTo>
                  <a:lnTo>
                    <a:pt x="323342" y="711335"/>
                  </a:lnTo>
                  <a:lnTo>
                    <a:pt x="323283" y="712390"/>
                  </a:lnTo>
                  <a:lnTo>
                    <a:pt x="324428" y="713531"/>
                  </a:lnTo>
                  <a:lnTo>
                    <a:pt x="325864" y="714480"/>
                  </a:lnTo>
                  <a:lnTo>
                    <a:pt x="326712" y="714061"/>
                  </a:lnTo>
                  <a:lnTo>
                    <a:pt x="327422" y="713414"/>
                  </a:lnTo>
                  <a:lnTo>
                    <a:pt x="328039" y="713615"/>
                  </a:lnTo>
                  <a:lnTo>
                    <a:pt x="328471" y="714377"/>
                  </a:lnTo>
                  <a:lnTo>
                    <a:pt x="328624" y="715298"/>
                  </a:lnTo>
                  <a:lnTo>
                    <a:pt x="328543" y="715941"/>
                  </a:lnTo>
                  <a:lnTo>
                    <a:pt x="328273" y="716440"/>
                  </a:lnTo>
                  <a:lnTo>
                    <a:pt x="327335" y="717292"/>
                  </a:lnTo>
                  <a:lnTo>
                    <a:pt x="326476" y="717000"/>
                  </a:lnTo>
                  <a:lnTo>
                    <a:pt x="325681" y="717585"/>
                  </a:lnTo>
                  <a:lnTo>
                    <a:pt x="325268" y="718758"/>
                  </a:lnTo>
                  <a:lnTo>
                    <a:pt x="325046" y="720810"/>
                  </a:lnTo>
                  <a:lnTo>
                    <a:pt x="325396" y="722276"/>
                  </a:lnTo>
                  <a:lnTo>
                    <a:pt x="326470" y="722629"/>
                  </a:lnTo>
                  <a:lnTo>
                    <a:pt x="327680" y="723687"/>
                  </a:lnTo>
                  <a:lnTo>
                    <a:pt x="329020" y="724188"/>
                  </a:lnTo>
                  <a:lnTo>
                    <a:pt x="329824" y="724010"/>
                  </a:lnTo>
                  <a:lnTo>
                    <a:pt x="330847" y="725622"/>
                  </a:lnTo>
                  <a:lnTo>
                    <a:pt x="333235" y="727574"/>
                  </a:lnTo>
                  <a:lnTo>
                    <a:pt x="333874" y="729064"/>
                  </a:lnTo>
                  <a:lnTo>
                    <a:pt x="333889" y="730601"/>
                  </a:lnTo>
                  <a:lnTo>
                    <a:pt x="333451" y="731763"/>
                  </a:lnTo>
                  <a:lnTo>
                    <a:pt x="332846" y="732423"/>
                  </a:lnTo>
                  <a:lnTo>
                    <a:pt x="332023" y="732064"/>
                  </a:lnTo>
                  <a:lnTo>
                    <a:pt x="330396" y="731666"/>
                  </a:lnTo>
                  <a:lnTo>
                    <a:pt x="328610" y="731396"/>
                  </a:lnTo>
                  <a:lnTo>
                    <a:pt x="327334" y="730880"/>
                  </a:lnTo>
                  <a:lnTo>
                    <a:pt x="325470" y="731084"/>
                  </a:lnTo>
                  <a:lnTo>
                    <a:pt x="323937" y="731575"/>
                  </a:lnTo>
                  <a:lnTo>
                    <a:pt x="323544" y="732731"/>
                  </a:lnTo>
                  <a:lnTo>
                    <a:pt x="322949" y="734893"/>
                  </a:lnTo>
                  <a:lnTo>
                    <a:pt x="322454" y="736097"/>
                  </a:lnTo>
                  <a:lnTo>
                    <a:pt x="321580" y="738304"/>
                  </a:lnTo>
                  <a:lnTo>
                    <a:pt x="321312" y="740342"/>
                  </a:lnTo>
                  <a:lnTo>
                    <a:pt x="321763" y="743473"/>
                  </a:lnTo>
                  <a:lnTo>
                    <a:pt x="323283" y="748645"/>
                  </a:lnTo>
                  <a:lnTo>
                    <a:pt x="323428" y="750356"/>
                  </a:lnTo>
                  <a:lnTo>
                    <a:pt x="322881" y="752020"/>
                  </a:lnTo>
                  <a:lnTo>
                    <a:pt x="321831" y="753414"/>
                  </a:lnTo>
                  <a:lnTo>
                    <a:pt x="320311" y="755853"/>
                  </a:lnTo>
                  <a:lnTo>
                    <a:pt x="318667" y="755986"/>
                  </a:lnTo>
                  <a:lnTo>
                    <a:pt x="317957" y="756599"/>
                  </a:lnTo>
                  <a:lnTo>
                    <a:pt x="316114" y="759586"/>
                  </a:lnTo>
                  <a:lnTo>
                    <a:pt x="314497" y="761006"/>
                  </a:lnTo>
                  <a:lnTo>
                    <a:pt x="314158" y="762283"/>
                  </a:lnTo>
                  <a:lnTo>
                    <a:pt x="314516" y="763542"/>
                  </a:lnTo>
                  <a:lnTo>
                    <a:pt x="316562" y="765197"/>
                  </a:lnTo>
                  <a:lnTo>
                    <a:pt x="317592" y="767018"/>
                  </a:lnTo>
                  <a:lnTo>
                    <a:pt x="317889" y="769060"/>
                  </a:lnTo>
                  <a:lnTo>
                    <a:pt x="318335" y="770618"/>
                  </a:lnTo>
                  <a:lnTo>
                    <a:pt x="319927" y="771629"/>
                  </a:lnTo>
                  <a:lnTo>
                    <a:pt x="323226" y="773990"/>
                  </a:lnTo>
                  <a:lnTo>
                    <a:pt x="323417" y="774236"/>
                  </a:lnTo>
                  <a:lnTo>
                    <a:pt x="323623" y="775310"/>
                  </a:lnTo>
                  <a:lnTo>
                    <a:pt x="326971" y="776802"/>
                  </a:lnTo>
                  <a:lnTo>
                    <a:pt x="327435" y="777604"/>
                  </a:lnTo>
                  <a:lnTo>
                    <a:pt x="328813" y="780267"/>
                  </a:lnTo>
                  <a:lnTo>
                    <a:pt x="329105" y="783072"/>
                  </a:lnTo>
                  <a:lnTo>
                    <a:pt x="328405" y="785811"/>
                  </a:lnTo>
                  <a:lnTo>
                    <a:pt x="327951" y="790148"/>
                  </a:lnTo>
                  <a:lnTo>
                    <a:pt x="327225" y="793966"/>
                  </a:lnTo>
                  <a:lnTo>
                    <a:pt x="325661" y="796514"/>
                  </a:lnTo>
                  <a:lnTo>
                    <a:pt x="322926" y="798857"/>
                  </a:lnTo>
                  <a:lnTo>
                    <a:pt x="320000" y="799796"/>
                  </a:lnTo>
                  <a:lnTo>
                    <a:pt x="318755" y="799634"/>
                  </a:lnTo>
                  <a:lnTo>
                    <a:pt x="317951" y="799340"/>
                  </a:lnTo>
                  <a:lnTo>
                    <a:pt x="316636" y="798601"/>
                  </a:lnTo>
                  <a:lnTo>
                    <a:pt x="315662" y="796662"/>
                  </a:lnTo>
                  <a:lnTo>
                    <a:pt x="314945" y="794759"/>
                  </a:lnTo>
                  <a:lnTo>
                    <a:pt x="314430" y="794283"/>
                  </a:lnTo>
                  <a:lnTo>
                    <a:pt x="313918" y="794596"/>
                  </a:lnTo>
                  <a:lnTo>
                    <a:pt x="313436" y="795791"/>
                  </a:lnTo>
                  <a:lnTo>
                    <a:pt x="312788" y="799014"/>
                  </a:lnTo>
                  <a:lnTo>
                    <a:pt x="312063" y="802210"/>
                  </a:lnTo>
                  <a:lnTo>
                    <a:pt x="311475" y="803335"/>
                  </a:lnTo>
                  <a:lnTo>
                    <a:pt x="309282" y="804845"/>
                  </a:lnTo>
                  <a:lnTo>
                    <a:pt x="309039" y="804306"/>
                  </a:lnTo>
                  <a:lnTo>
                    <a:pt x="309290" y="802187"/>
                  </a:lnTo>
                  <a:lnTo>
                    <a:pt x="309013" y="801552"/>
                  </a:lnTo>
                  <a:lnTo>
                    <a:pt x="308602" y="801076"/>
                  </a:lnTo>
                  <a:lnTo>
                    <a:pt x="305896" y="800263"/>
                  </a:lnTo>
                  <a:lnTo>
                    <a:pt x="304872" y="799663"/>
                  </a:lnTo>
                  <a:lnTo>
                    <a:pt x="304108" y="799430"/>
                  </a:lnTo>
                  <a:lnTo>
                    <a:pt x="303135" y="798889"/>
                  </a:lnTo>
                  <a:lnTo>
                    <a:pt x="302466" y="797625"/>
                  </a:lnTo>
                  <a:lnTo>
                    <a:pt x="301028" y="793751"/>
                  </a:lnTo>
                  <a:lnTo>
                    <a:pt x="299903" y="790715"/>
                  </a:lnTo>
                  <a:lnTo>
                    <a:pt x="298093" y="787974"/>
                  </a:lnTo>
                  <a:lnTo>
                    <a:pt x="296452" y="787444"/>
                  </a:lnTo>
                  <a:lnTo>
                    <a:pt x="296319" y="787724"/>
                  </a:lnTo>
                  <a:lnTo>
                    <a:pt x="295073" y="787825"/>
                  </a:lnTo>
                  <a:lnTo>
                    <a:pt x="292995" y="787229"/>
                  </a:lnTo>
                  <a:lnTo>
                    <a:pt x="292379" y="788474"/>
                  </a:lnTo>
                  <a:lnTo>
                    <a:pt x="291919" y="790422"/>
                  </a:lnTo>
                  <a:lnTo>
                    <a:pt x="291311" y="792071"/>
                  </a:lnTo>
                  <a:lnTo>
                    <a:pt x="290389" y="792946"/>
                  </a:lnTo>
                  <a:lnTo>
                    <a:pt x="289277" y="793143"/>
                  </a:lnTo>
                  <a:lnTo>
                    <a:pt x="288030" y="791439"/>
                  </a:lnTo>
                  <a:lnTo>
                    <a:pt x="286747" y="788795"/>
                  </a:lnTo>
                  <a:lnTo>
                    <a:pt x="285139" y="787933"/>
                  </a:lnTo>
                  <a:lnTo>
                    <a:pt x="283580" y="788513"/>
                  </a:lnTo>
                  <a:lnTo>
                    <a:pt x="283010" y="788926"/>
                  </a:lnTo>
                  <a:lnTo>
                    <a:pt x="281375" y="790425"/>
                  </a:lnTo>
                  <a:lnTo>
                    <a:pt x="280862" y="789727"/>
                  </a:lnTo>
                  <a:lnTo>
                    <a:pt x="280136" y="789282"/>
                  </a:lnTo>
                  <a:lnTo>
                    <a:pt x="278542" y="791748"/>
                  </a:lnTo>
                  <a:lnTo>
                    <a:pt x="276796" y="794450"/>
                  </a:lnTo>
                  <a:lnTo>
                    <a:pt x="276417" y="796470"/>
                  </a:lnTo>
                  <a:lnTo>
                    <a:pt x="275890" y="798324"/>
                  </a:lnTo>
                  <a:lnTo>
                    <a:pt x="274732" y="800090"/>
                  </a:lnTo>
                  <a:lnTo>
                    <a:pt x="273467" y="801618"/>
                  </a:lnTo>
                  <a:lnTo>
                    <a:pt x="272396" y="802185"/>
                  </a:lnTo>
                  <a:lnTo>
                    <a:pt x="271012" y="801626"/>
                  </a:lnTo>
                  <a:lnTo>
                    <a:pt x="269270" y="799750"/>
                  </a:lnTo>
                  <a:lnTo>
                    <a:pt x="267675" y="797402"/>
                  </a:lnTo>
                  <a:lnTo>
                    <a:pt x="265941" y="793707"/>
                  </a:lnTo>
                  <a:lnTo>
                    <a:pt x="264529" y="791592"/>
                  </a:lnTo>
                  <a:lnTo>
                    <a:pt x="263175" y="789916"/>
                  </a:lnTo>
                  <a:lnTo>
                    <a:pt x="262353" y="789517"/>
                  </a:lnTo>
                  <a:lnTo>
                    <a:pt x="261693" y="790148"/>
                  </a:lnTo>
                  <a:lnTo>
                    <a:pt x="261435" y="791454"/>
                  </a:lnTo>
                  <a:lnTo>
                    <a:pt x="261623" y="792481"/>
                  </a:lnTo>
                  <a:lnTo>
                    <a:pt x="262013" y="793409"/>
                  </a:lnTo>
                  <a:lnTo>
                    <a:pt x="262317" y="796329"/>
                  </a:lnTo>
                  <a:lnTo>
                    <a:pt x="262434" y="799901"/>
                  </a:lnTo>
                  <a:lnTo>
                    <a:pt x="262301" y="801927"/>
                  </a:lnTo>
                  <a:lnTo>
                    <a:pt x="261917" y="803136"/>
                  </a:lnTo>
                  <a:lnTo>
                    <a:pt x="261523" y="803576"/>
                  </a:lnTo>
                  <a:lnTo>
                    <a:pt x="261159" y="803417"/>
                  </a:lnTo>
                  <a:lnTo>
                    <a:pt x="260718" y="802158"/>
                  </a:lnTo>
                  <a:lnTo>
                    <a:pt x="260447" y="799495"/>
                  </a:lnTo>
                  <a:lnTo>
                    <a:pt x="260237" y="796351"/>
                  </a:lnTo>
                  <a:lnTo>
                    <a:pt x="259048" y="792399"/>
                  </a:lnTo>
                  <a:lnTo>
                    <a:pt x="258022" y="789986"/>
                  </a:lnTo>
                  <a:lnTo>
                    <a:pt x="257528" y="788655"/>
                  </a:lnTo>
                  <a:lnTo>
                    <a:pt x="256584" y="786456"/>
                  </a:lnTo>
                  <a:lnTo>
                    <a:pt x="255770" y="785097"/>
                  </a:lnTo>
                  <a:lnTo>
                    <a:pt x="254036" y="783544"/>
                  </a:lnTo>
                  <a:lnTo>
                    <a:pt x="253186" y="782419"/>
                  </a:lnTo>
                  <a:lnTo>
                    <a:pt x="251711" y="778053"/>
                  </a:lnTo>
                  <a:lnTo>
                    <a:pt x="250884" y="776724"/>
                  </a:lnTo>
                  <a:lnTo>
                    <a:pt x="249821" y="775606"/>
                  </a:lnTo>
                  <a:lnTo>
                    <a:pt x="248948" y="775274"/>
                  </a:lnTo>
                  <a:lnTo>
                    <a:pt x="248757" y="775529"/>
                  </a:lnTo>
                  <a:lnTo>
                    <a:pt x="246940" y="776157"/>
                  </a:lnTo>
                  <a:lnTo>
                    <a:pt x="245635" y="776062"/>
                  </a:lnTo>
                  <a:lnTo>
                    <a:pt x="244846" y="775245"/>
                  </a:lnTo>
                  <a:lnTo>
                    <a:pt x="243958" y="775140"/>
                  </a:lnTo>
                  <a:lnTo>
                    <a:pt x="243064" y="775689"/>
                  </a:lnTo>
                  <a:lnTo>
                    <a:pt x="242897" y="775653"/>
                  </a:lnTo>
                  <a:lnTo>
                    <a:pt x="242449" y="775627"/>
                  </a:lnTo>
                  <a:lnTo>
                    <a:pt x="241728" y="774725"/>
                  </a:lnTo>
                  <a:lnTo>
                    <a:pt x="241025" y="772300"/>
                  </a:lnTo>
                  <a:lnTo>
                    <a:pt x="240140" y="769728"/>
                  </a:lnTo>
                  <a:lnTo>
                    <a:pt x="239064" y="768898"/>
                  </a:lnTo>
                  <a:lnTo>
                    <a:pt x="237026" y="769981"/>
                  </a:lnTo>
                  <a:lnTo>
                    <a:pt x="234798" y="773482"/>
                  </a:lnTo>
                  <a:lnTo>
                    <a:pt x="233199" y="775558"/>
                  </a:lnTo>
                  <a:lnTo>
                    <a:pt x="231895" y="775616"/>
                  </a:lnTo>
                  <a:lnTo>
                    <a:pt x="231151" y="775933"/>
                  </a:lnTo>
                  <a:lnTo>
                    <a:pt x="230656" y="775813"/>
                  </a:lnTo>
                  <a:lnTo>
                    <a:pt x="230238" y="775161"/>
                  </a:lnTo>
                  <a:lnTo>
                    <a:pt x="230139" y="773897"/>
                  </a:lnTo>
                  <a:lnTo>
                    <a:pt x="229939" y="772293"/>
                  </a:lnTo>
                  <a:lnTo>
                    <a:pt x="228916" y="770727"/>
                  </a:lnTo>
                  <a:lnTo>
                    <a:pt x="227516" y="769718"/>
                  </a:lnTo>
                  <a:lnTo>
                    <a:pt x="226214" y="768608"/>
                  </a:lnTo>
                  <a:lnTo>
                    <a:pt x="225363" y="768312"/>
                  </a:lnTo>
                  <a:lnTo>
                    <a:pt x="225000" y="769909"/>
                  </a:lnTo>
                  <a:lnTo>
                    <a:pt x="223921" y="772450"/>
                  </a:lnTo>
                  <a:lnTo>
                    <a:pt x="222694" y="774919"/>
                  </a:lnTo>
                  <a:lnTo>
                    <a:pt x="221131" y="778934"/>
                  </a:lnTo>
                  <a:lnTo>
                    <a:pt x="220704" y="780357"/>
                  </a:lnTo>
                  <a:lnTo>
                    <a:pt x="220104" y="781305"/>
                  </a:lnTo>
                  <a:lnTo>
                    <a:pt x="218739" y="782336"/>
                  </a:lnTo>
                  <a:lnTo>
                    <a:pt x="217080" y="784033"/>
                  </a:lnTo>
                  <a:lnTo>
                    <a:pt x="216022" y="785962"/>
                  </a:lnTo>
                  <a:lnTo>
                    <a:pt x="214522" y="786837"/>
                  </a:lnTo>
                  <a:lnTo>
                    <a:pt x="212905" y="787389"/>
                  </a:lnTo>
                  <a:lnTo>
                    <a:pt x="212199" y="789061"/>
                  </a:lnTo>
                  <a:lnTo>
                    <a:pt x="211765" y="791790"/>
                  </a:lnTo>
                  <a:lnTo>
                    <a:pt x="211226" y="794241"/>
                  </a:lnTo>
                  <a:lnTo>
                    <a:pt x="208681" y="797954"/>
                  </a:lnTo>
                  <a:lnTo>
                    <a:pt x="207288" y="800362"/>
                  </a:lnTo>
                  <a:lnTo>
                    <a:pt x="206275" y="801640"/>
                  </a:lnTo>
                  <a:lnTo>
                    <a:pt x="205567" y="801476"/>
                  </a:lnTo>
                  <a:lnTo>
                    <a:pt x="204802" y="801092"/>
                  </a:lnTo>
                  <a:lnTo>
                    <a:pt x="204512" y="801304"/>
                  </a:lnTo>
                  <a:lnTo>
                    <a:pt x="204906" y="803146"/>
                  </a:lnTo>
                  <a:lnTo>
                    <a:pt x="205237" y="808955"/>
                  </a:lnTo>
                  <a:lnTo>
                    <a:pt x="205708" y="812657"/>
                  </a:lnTo>
                  <a:lnTo>
                    <a:pt x="206047" y="814786"/>
                  </a:lnTo>
                  <a:lnTo>
                    <a:pt x="206367" y="816458"/>
                  </a:lnTo>
                  <a:lnTo>
                    <a:pt x="206610" y="819020"/>
                  </a:lnTo>
                  <a:lnTo>
                    <a:pt x="206292" y="820519"/>
                  </a:lnTo>
                  <a:lnTo>
                    <a:pt x="205800" y="821526"/>
                  </a:lnTo>
                  <a:lnTo>
                    <a:pt x="204271" y="823111"/>
                  </a:lnTo>
                  <a:lnTo>
                    <a:pt x="202678" y="824476"/>
                  </a:lnTo>
                  <a:lnTo>
                    <a:pt x="201723" y="823597"/>
                  </a:lnTo>
                  <a:lnTo>
                    <a:pt x="200664" y="821420"/>
                  </a:lnTo>
                  <a:lnTo>
                    <a:pt x="200246" y="820294"/>
                  </a:lnTo>
                  <a:lnTo>
                    <a:pt x="199087" y="816642"/>
                  </a:lnTo>
                  <a:lnTo>
                    <a:pt x="197057" y="811066"/>
                  </a:lnTo>
                  <a:lnTo>
                    <a:pt x="195674" y="808239"/>
                  </a:lnTo>
                  <a:lnTo>
                    <a:pt x="194654" y="807188"/>
                  </a:lnTo>
                  <a:lnTo>
                    <a:pt x="193731" y="807508"/>
                  </a:lnTo>
                  <a:lnTo>
                    <a:pt x="193015" y="808831"/>
                  </a:lnTo>
                  <a:lnTo>
                    <a:pt x="192508" y="810008"/>
                  </a:lnTo>
                  <a:lnTo>
                    <a:pt x="192028" y="811326"/>
                  </a:lnTo>
                  <a:lnTo>
                    <a:pt x="191723" y="812982"/>
                  </a:lnTo>
                  <a:lnTo>
                    <a:pt x="191751" y="815265"/>
                  </a:lnTo>
                  <a:lnTo>
                    <a:pt x="191727" y="817680"/>
                  </a:lnTo>
                  <a:lnTo>
                    <a:pt x="191277" y="819382"/>
                  </a:lnTo>
                  <a:lnTo>
                    <a:pt x="190135" y="821209"/>
                  </a:lnTo>
                  <a:lnTo>
                    <a:pt x="188812" y="823760"/>
                  </a:lnTo>
                  <a:lnTo>
                    <a:pt x="187827" y="828363"/>
                  </a:lnTo>
                  <a:lnTo>
                    <a:pt x="187189" y="834117"/>
                  </a:lnTo>
                  <a:lnTo>
                    <a:pt x="186986" y="838110"/>
                  </a:lnTo>
                  <a:lnTo>
                    <a:pt x="187475" y="839979"/>
                  </a:lnTo>
                  <a:lnTo>
                    <a:pt x="188441" y="841494"/>
                  </a:lnTo>
                  <a:lnTo>
                    <a:pt x="189064" y="843051"/>
                  </a:lnTo>
                  <a:lnTo>
                    <a:pt x="189191" y="844516"/>
                  </a:lnTo>
                  <a:lnTo>
                    <a:pt x="189026" y="846052"/>
                  </a:lnTo>
                  <a:lnTo>
                    <a:pt x="188526" y="847825"/>
                  </a:lnTo>
                  <a:lnTo>
                    <a:pt x="187475" y="849855"/>
                  </a:lnTo>
                  <a:lnTo>
                    <a:pt x="186031" y="854703"/>
                  </a:lnTo>
                  <a:lnTo>
                    <a:pt x="185132" y="861549"/>
                  </a:lnTo>
                  <a:lnTo>
                    <a:pt x="185630" y="866325"/>
                  </a:lnTo>
                  <a:lnTo>
                    <a:pt x="187477" y="868945"/>
                  </a:lnTo>
                  <a:lnTo>
                    <a:pt x="188931" y="870101"/>
                  </a:lnTo>
                  <a:lnTo>
                    <a:pt x="189511" y="871637"/>
                  </a:lnTo>
                  <a:lnTo>
                    <a:pt x="190034" y="874754"/>
                  </a:lnTo>
                  <a:lnTo>
                    <a:pt x="189961" y="877912"/>
                  </a:lnTo>
                  <a:lnTo>
                    <a:pt x="189786" y="880052"/>
                  </a:lnTo>
                  <a:lnTo>
                    <a:pt x="190146" y="882148"/>
                  </a:lnTo>
                  <a:lnTo>
                    <a:pt x="190832" y="884638"/>
                  </a:lnTo>
                  <a:lnTo>
                    <a:pt x="191700" y="886162"/>
                  </a:lnTo>
                  <a:lnTo>
                    <a:pt x="192613" y="885343"/>
                  </a:lnTo>
                  <a:lnTo>
                    <a:pt x="193522" y="884301"/>
                  </a:lnTo>
                  <a:lnTo>
                    <a:pt x="194659" y="884712"/>
                  </a:lnTo>
                  <a:lnTo>
                    <a:pt x="197875" y="885578"/>
                  </a:lnTo>
                  <a:lnTo>
                    <a:pt x="199560" y="886029"/>
                  </a:lnTo>
                  <a:lnTo>
                    <a:pt x="200108" y="887111"/>
                  </a:lnTo>
                  <a:lnTo>
                    <a:pt x="201153" y="890623"/>
                  </a:lnTo>
                  <a:lnTo>
                    <a:pt x="202474" y="894567"/>
                  </a:lnTo>
                  <a:lnTo>
                    <a:pt x="203815" y="898570"/>
                  </a:lnTo>
                  <a:lnTo>
                    <a:pt x="204278" y="900305"/>
                  </a:lnTo>
                  <a:lnTo>
                    <a:pt x="205371" y="905086"/>
                  </a:lnTo>
                  <a:lnTo>
                    <a:pt x="206500" y="909387"/>
                  </a:lnTo>
                  <a:lnTo>
                    <a:pt x="207726" y="914716"/>
                  </a:lnTo>
                  <a:lnTo>
                    <a:pt x="207639" y="916158"/>
                  </a:lnTo>
                  <a:lnTo>
                    <a:pt x="206997" y="916760"/>
                  </a:lnTo>
                  <a:lnTo>
                    <a:pt x="205967" y="916614"/>
                  </a:lnTo>
                  <a:lnTo>
                    <a:pt x="205171" y="915832"/>
                  </a:lnTo>
                  <a:lnTo>
                    <a:pt x="204724" y="915186"/>
                  </a:lnTo>
                  <a:lnTo>
                    <a:pt x="204322" y="914972"/>
                  </a:lnTo>
                  <a:lnTo>
                    <a:pt x="203871" y="915232"/>
                  </a:lnTo>
                  <a:lnTo>
                    <a:pt x="203488" y="915906"/>
                  </a:lnTo>
                  <a:lnTo>
                    <a:pt x="203332" y="916961"/>
                  </a:lnTo>
                  <a:lnTo>
                    <a:pt x="203398" y="918399"/>
                  </a:lnTo>
                  <a:lnTo>
                    <a:pt x="203706" y="919709"/>
                  </a:lnTo>
                  <a:lnTo>
                    <a:pt x="204137" y="920552"/>
                  </a:lnTo>
                  <a:lnTo>
                    <a:pt x="204369" y="920866"/>
                  </a:lnTo>
                  <a:lnTo>
                    <a:pt x="205947" y="922595"/>
                  </a:lnTo>
                  <a:lnTo>
                    <a:pt x="207722" y="924540"/>
                  </a:lnTo>
                  <a:lnTo>
                    <a:pt x="209888" y="927297"/>
                  </a:lnTo>
                  <a:lnTo>
                    <a:pt x="210349" y="927642"/>
                  </a:lnTo>
                  <a:lnTo>
                    <a:pt x="210481" y="928988"/>
                  </a:lnTo>
                  <a:lnTo>
                    <a:pt x="209323" y="929279"/>
                  </a:lnTo>
                  <a:lnTo>
                    <a:pt x="209180" y="930854"/>
                  </a:lnTo>
                  <a:lnTo>
                    <a:pt x="208882" y="932014"/>
                  </a:lnTo>
                  <a:lnTo>
                    <a:pt x="206290" y="934635"/>
                  </a:lnTo>
                  <a:lnTo>
                    <a:pt x="205642" y="934628"/>
                  </a:lnTo>
                  <a:lnTo>
                    <a:pt x="205076" y="935058"/>
                  </a:lnTo>
                  <a:lnTo>
                    <a:pt x="205110" y="936755"/>
                  </a:lnTo>
                  <a:lnTo>
                    <a:pt x="205265" y="938307"/>
                  </a:lnTo>
                  <a:lnTo>
                    <a:pt x="205709" y="939952"/>
                  </a:lnTo>
                  <a:lnTo>
                    <a:pt x="205517" y="940653"/>
                  </a:lnTo>
                  <a:lnTo>
                    <a:pt x="205133" y="940888"/>
                  </a:lnTo>
                  <a:lnTo>
                    <a:pt x="204631" y="940389"/>
                  </a:lnTo>
                  <a:lnTo>
                    <a:pt x="204166" y="939529"/>
                  </a:lnTo>
                  <a:lnTo>
                    <a:pt x="203668" y="939314"/>
                  </a:lnTo>
                  <a:lnTo>
                    <a:pt x="203185" y="939529"/>
                  </a:lnTo>
                  <a:lnTo>
                    <a:pt x="200980" y="944171"/>
                  </a:lnTo>
                  <a:lnTo>
                    <a:pt x="200033" y="945376"/>
                  </a:lnTo>
                  <a:lnTo>
                    <a:pt x="199011" y="945849"/>
                  </a:lnTo>
                  <a:lnTo>
                    <a:pt x="196870" y="947561"/>
                  </a:lnTo>
                  <a:lnTo>
                    <a:pt x="196234" y="947475"/>
                  </a:lnTo>
                  <a:lnTo>
                    <a:pt x="195629" y="946878"/>
                  </a:lnTo>
                  <a:lnTo>
                    <a:pt x="195136" y="947748"/>
                  </a:lnTo>
                  <a:lnTo>
                    <a:pt x="194978" y="949896"/>
                  </a:lnTo>
                  <a:lnTo>
                    <a:pt x="194408" y="948411"/>
                  </a:lnTo>
                  <a:lnTo>
                    <a:pt x="193777" y="947232"/>
                  </a:lnTo>
                  <a:lnTo>
                    <a:pt x="193498" y="946836"/>
                  </a:lnTo>
                  <a:lnTo>
                    <a:pt x="193343" y="947069"/>
                  </a:lnTo>
                  <a:lnTo>
                    <a:pt x="193929" y="949374"/>
                  </a:lnTo>
                  <a:lnTo>
                    <a:pt x="193980" y="951486"/>
                  </a:lnTo>
                  <a:lnTo>
                    <a:pt x="193836" y="952647"/>
                  </a:lnTo>
                  <a:lnTo>
                    <a:pt x="193587" y="953706"/>
                  </a:lnTo>
                  <a:lnTo>
                    <a:pt x="193259" y="954357"/>
                  </a:lnTo>
                  <a:lnTo>
                    <a:pt x="192861" y="954712"/>
                  </a:lnTo>
                  <a:lnTo>
                    <a:pt x="192649" y="958443"/>
                  </a:lnTo>
                  <a:lnTo>
                    <a:pt x="192266" y="960720"/>
                  </a:lnTo>
                  <a:lnTo>
                    <a:pt x="191737" y="962737"/>
                  </a:lnTo>
                  <a:lnTo>
                    <a:pt x="191019" y="966436"/>
                  </a:lnTo>
                  <a:lnTo>
                    <a:pt x="190442" y="968051"/>
                  </a:lnTo>
                  <a:lnTo>
                    <a:pt x="189992" y="969933"/>
                  </a:lnTo>
                  <a:lnTo>
                    <a:pt x="189695" y="972561"/>
                  </a:lnTo>
                  <a:lnTo>
                    <a:pt x="189267" y="971944"/>
                  </a:lnTo>
                  <a:lnTo>
                    <a:pt x="188917" y="970815"/>
                  </a:lnTo>
                  <a:lnTo>
                    <a:pt x="188732" y="972307"/>
                  </a:lnTo>
                  <a:lnTo>
                    <a:pt x="188480" y="973578"/>
                  </a:lnTo>
                  <a:lnTo>
                    <a:pt x="187363" y="975479"/>
                  </a:lnTo>
                  <a:lnTo>
                    <a:pt x="186537" y="977303"/>
                  </a:lnTo>
                  <a:lnTo>
                    <a:pt x="186160" y="980135"/>
                  </a:lnTo>
                  <a:lnTo>
                    <a:pt x="186075" y="981830"/>
                  </a:lnTo>
                  <a:lnTo>
                    <a:pt x="186206" y="983357"/>
                  </a:lnTo>
                  <a:lnTo>
                    <a:pt x="186515" y="984273"/>
                  </a:lnTo>
                  <a:lnTo>
                    <a:pt x="188079" y="985263"/>
                  </a:lnTo>
                  <a:lnTo>
                    <a:pt x="189116" y="986560"/>
                  </a:lnTo>
                  <a:lnTo>
                    <a:pt x="190068" y="988970"/>
                  </a:lnTo>
                  <a:lnTo>
                    <a:pt x="191099" y="991018"/>
                  </a:lnTo>
                  <a:lnTo>
                    <a:pt x="191841" y="993655"/>
                  </a:lnTo>
                  <a:lnTo>
                    <a:pt x="192365" y="996899"/>
                  </a:lnTo>
                  <a:lnTo>
                    <a:pt x="193015" y="1003207"/>
                  </a:lnTo>
                  <a:lnTo>
                    <a:pt x="193338" y="1009851"/>
                  </a:lnTo>
                  <a:lnTo>
                    <a:pt x="194298" y="1001588"/>
                  </a:lnTo>
                  <a:lnTo>
                    <a:pt x="195104" y="1000112"/>
                  </a:lnTo>
                  <a:lnTo>
                    <a:pt x="194925" y="1002436"/>
                  </a:lnTo>
                  <a:lnTo>
                    <a:pt x="194350" y="1006012"/>
                  </a:lnTo>
                  <a:lnTo>
                    <a:pt x="193782" y="1011190"/>
                  </a:lnTo>
                  <a:lnTo>
                    <a:pt x="193598" y="1014973"/>
                  </a:lnTo>
                  <a:lnTo>
                    <a:pt x="193808" y="1018251"/>
                  </a:lnTo>
                  <a:lnTo>
                    <a:pt x="193820" y="1019788"/>
                  </a:lnTo>
                  <a:lnTo>
                    <a:pt x="193342" y="1025216"/>
                  </a:lnTo>
                  <a:lnTo>
                    <a:pt x="193589" y="1026259"/>
                  </a:lnTo>
                  <a:lnTo>
                    <a:pt x="193975" y="1027223"/>
                  </a:lnTo>
                  <a:lnTo>
                    <a:pt x="194993" y="1029104"/>
                  </a:lnTo>
                  <a:lnTo>
                    <a:pt x="195706" y="1031838"/>
                  </a:lnTo>
                  <a:lnTo>
                    <a:pt x="195885" y="1035686"/>
                  </a:lnTo>
                  <a:lnTo>
                    <a:pt x="196289" y="1036748"/>
                  </a:lnTo>
                  <a:lnTo>
                    <a:pt x="196795" y="1037673"/>
                  </a:lnTo>
                  <a:lnTo>
                    <a:pt x="199274" y="1045349"/>
                  </a:lnTo>
                  <a:lnTo>
                    <a:pt x="200701" y="1050454"/>
                  </a:lnTo>
                  <a:lnTo>
                    <a:pt x="201416" y="1053430"/>
                  </a:lnTo>
                  <a:lnTo>
                    <a:pt x="202193" y="1057177"/>
                  </a:lnTo>
                  <a:lnTo>
                    <a:pt x="202602" y="1058047"/>
                  </a:lnTo>
                  <a:lnTo>
                    <a:pt x="203086" y="1058604"/>
                  </a:lnTo>
                  <a:lnTo>
                    <a:pt x="204010" y="1060396"/>
                  </a:lnTo>
                  <a:lnTo>
                    <a:pt x="203489" y="1062321"/>
                  </a:lnTo>
                  <a:lnTo>
                    <a:pt x="202643" y="1065749"/>
                  </a:lnTo>
                  <a:lnTo>
                    <a:pt x="202266" y="1067564"/>
                  </a:lnTo>
                  <a:lnTo>
                    <a:pt x="201369" y="1069245"/>
                  </a:lnTo>
                  <a:lnTo>
                    <a:pt x="199871" y="1071025"/>
                  </a:lnTo>
                  <a:lnTo>
                    <a:pt x="199042" y="1071796"/>
                  </a:lnTo>
                  <a:lnTo>
                    <a:pt x="198154" y="1075481"/>
                  </a:lnTo>
                  <a:lnTo>
                    <a:pt x="197168" y="1079063"/>
                  </a:lnTo>
                  <a:lnTo>
                    <a:pt x="196494" y="1079462"/>
                  </a:lnTo>
                  <a:lnTo>
                    <a:pt x="194579" y="1078905"/>
                  </a:lnTo>
                  <a:lnTo>
                    <a:pt x="193894" y="1078581"/>
                  </a:lnTo>
                  <a:lnTo>
                    <a:pt x="191943" y="1077005"/>
                  </a:lnTo>
                  <a:lnTo>
                    <a:pt x="191400" y="1076039"/>
                  </a:lnTo>
                  <a:lnTo>
                    <a:pt x="190863" y="1071887"/>
                  </a:lnTo>
                  <a:lnTo>
                    <a:pt x="190260" y="1070101"/>
                  </a:lnTo>
                  <a:lnTo>
                    <a:pt x="189504" y="1068959"/>
                  </a:lnTo>
                  <a:lnTo>
                    <a:pt x="188987" y="1067990"/>
                  </a:lnTo>
                  <a:lnTo>
                    <a:pt x="188772" y="1066988"/>
                  </a:lnTo>
                  <a:lnTo>
                    <a:pt x="188225" y="1065540"/>
                  </a:lnTo>
                  <a:lnTo>
                    <a:pt x="187212" y="1063383"/>
                  </a:lnTo>
                  <a:lnTo>
                    <a:pt x="186479" y="1061338"/>
                  </a:lnTo>
                  <a:lnTo>
                    <a:pt x="185912" y="1060784"/>
                  </a:lnTo>
                  <a:lnTo>
                    <a:pt x="185198" y="1061506"/>
                  </a:lnTo>
                  <a:lnTo>
                    <a:pt x="184768" y="1061708"/>
                  </a:lnTo>
                  <a:lnTo>
                    <a:pt x="184584" y="1061347"/>
                  </a:lnTo>
                  <a:lnTo>
                    <a:pt x="184445" y="1059630"/>
                  </a:lnTo>
                  <a:lnTo>
                    <a:pt x="183408" y="1059023"/>
                  </a:lnTo>
                  <a:lnTo>
                    <a:pt x="183232" y="1058619"/>
                  </a:lnTo>
                  <a:lnTo>
                    <a:pt x="181850" y="1056972"/>
                  </a:lnTo>
                  <a:lnTo>
                    <a:pt x="181320" y="1056099"/>
                  </a:lnTo>
                  <a:lnTo>
                    <a:pt x="180812" y="1056036"/>
                  </a:lnTo>
                  <a:lnTo>
                    <a:pt x="179741" y="1055542"/>
                  </a:lnTo>
                  <a:lnTo>
                    <a:pt x="178833" y="1054755"/>
                  </a:lnTo>
                  <a:lnTo>
                    <a:pt x="178414" y="1053711"/>
                  </a:lnTo>
                  <a:lnTo>
                    <a:pt x="177795" y="1052552"/>
                  </a:lnTo>
                  <a:lnTo>
                    <a:pt x="176647" y="1051106"/>
                  </a:lnTo>
                  <a:lnTo>
                    <a:pt x="175801" y="1049741"/>
                  </a:lnTo>
                  <a:lnTo>
                    <a:pt x="175760" y="1048865"/>
                  </a:lnTo>
                  <a:lnTo>
                    <a:pt x="176280" y="1045241"/>
                  </a:lnTo>
                  <a:lnTo>
                    <a:pt x="176656" y="1041764"/>
                  </a:lnTo>
                  <a:lnTo>
                    <a:pt x="176442" y="1041082"/>
                  </a:lnTo>
                  <a:lnTo>
                    <a:pt x="175964" y="1040504"/>
                  </a:lnTo>
                  <a:lnTo>
                    <a:pt x="175073" y="1039970"/>
                  </a:lnTo>
                  <a:lnTo>
                    <a:pt x="172967" y="1040146"/>
                  </a:lnTo>
                  <a:lnTo>
                    <a:pt x="171664" y="1036646"/>
                  </a:lnTo>
                  <a:lnTo>
                    <a:pt x="171203" y="1035855"/>
                  </a:lnTo>
                  <a:lnTo>
                    <a:pt x="170350" y="1035290"/>
                  </a:lnTo>
                  <a:lnTo>
                    <a:pt x="169117" y="1034222"/>
                  </a:lnTo>
                  <a:lnTo>
                    <a:pt x="168422" y="1033450"/>
                  </a:lnTo>
                  <a:lnTo>
                    <a:pt x="168225" y="1033733"/>
                  </a:lnTo>
                  <a:lnTo>
                    <a:pt x="167461" y="1037575"/>
                  </a:lnTo>
                  <a:lnTo>
                    <a:pt x="166699" y="1034832"/>
                  </a:lnTo>
                  <a:lnTo>
                    <a:pt x="166243" y="1034091"/>
                  </a:lnTo>
                  <a:lnTo>
                    <a:pt x="165590" y="1033684"/>
                  </a:lnTo>
                  <a:lnTo>
                    <a:pt x="164911" y="1033679"/>
                  </a:lnTo>
                  <a:lnTo>
                    <a:pt x="163216" y="1035013"/>
                  </a:lnTo>
                  <a:lnTo>
                    <a:pt x="161968" y="1036487"/>
                  </a:lnTo>
                  <a:lnTo>
                    <a:pt x="161036" y="1037588"/>
                  </a:lnTo>
                  <a:lnTo>
                    <a:pt x="160093" y="1038201"/>
                  </a:lnTo>
                  <a:lnTo>
                    <a:pt x="159639" y="1039060"/>
                  </a:lnTo>
                  <a:lnTo>
                    <a:pt x="158375" y="1038912"/>
                  </a:lnTo>
                  <a:lnTo>
                    <a:pt x="157740" y="1038253"/>
                  </a:lnTo>
                  <a:lnTo>
                    <a:pt x="157533" y="1037569"/>
                  </a:lnTo>
                  <a:lnTo>
                    <a:pt x="157644" y="1036372"/>
                  </a:lnTo>
                  <a:lnTo>
                    <a:pt x="158081" y="1035028"/>
                  </a:lnTo>
                  <a:lnTo>
                    <a:pt x="158113" y="1034295"/>
                  </a:lnTo>
                  <a:lnTo>
                    <a:pt x="157958" y="1033727"/>
                  </a:lnTo>
                  <a:lnTo>
                    <a:pt x="156424" y="1031933"/>
                  </a:lnTo>
                  <a:lnTo>
                    <a:pt x="155797" y="1030847"/>
                  </a:lnTo>
                  <a:lnTo>
                    <a:pt x="153780" y="1029305"/>
                  </a:lnTo>
                  <a:lnTo>
                    <a:pt x="151292" y="1026575"/>
                  </a:lnTo>
                  <a:lnTo>
                    <a:pt x="150437" y="1024784"/>
                  </a:lnTo>
                  <a:lnTo>
                    <a:pt x="150354" y="1023548"/>
                  </a:lnTo>
                  <a:lnTo>
                    <a:pt x="149377" y="1022333"/>
                  </a:lnTo>
                  <a:lnTo>
                    <a:pt x="148134" y="1021241"/>
                  </a:lnTo>
                  <a:lnTo>
                    <a:pt x="147168" y="1021551"/>
                  </a:lnTo>
                  <a:lnTo>
                    <a:pt x="146262" y="1021668"/>
                  </a:lnTo>
                  <a:lnTo>
                    <a:pt x="144849" y="1019626"/>
                  </a:lnTo>
                  <a:lnTo>
                    <a:pt x="143510" y="1019512"/>
                  </a:lnTo>
                  <a:lnTo>
                    <a:pt x="141996" y="1020125"/>
                  </a:lnTo>
                  <a:lnTo>
                    <a:pt x="141665" y="1020368"/>
                  </a:lnTo>
                  <a:lnTo>
                    <a:pt x="141302" y="1020633"/>
                  </a:lnTo>
                  <a:lnTo>
                    <a:pt x="136789" y="1019773"/>
                  </a:lnTo>
                  <a:lnTo>
                    <a:pt x="135637" y="1018087"/>
                  </a:lnTo>
                  <a:lnTo>
                    <a:pt x="134651" y="1016400"/>
                  </a:lnTo>
                  <a:lnTo>
                    <a:pt x="132006" y="1015187"/>
                  </a:lnTo>
                  <a:lnTo>
                    <a:pt x="130650" y="1013898"/>
                  </a:lnTo>
                  <a:lnTo>
                    <a:pt x="129301" y="1012070"/>
                  </a:lnTo>
                  <a:lnTo>
                    <a:pt x="127824" y="1010476"/>
                  </a:lnTo>
                  <a:lnTo>
                    <a:pt x="126583" y="1011122"/>
                  </a:lnTo>
                  <a:lnTo>
                    <a:pt x="124884" y="1010215"/>
                  </a:lnTo>
                  <a:lnTo>
                    <a:pt x="123038" y="1009415"/>
                  </a:lnTo>
                  <a:lnTo>
                    <a:pt x="122407" y="1009907"/>
                  </a:lnTo>
                  <a:lnTo>
                    <a:pt x="121822" y="1011924"/>
                  </a:lnTo>
                  <a:lnTo>
                    <a:pt x="121385" y="1013846"/>
                  </a:lnTo>
                  <a:lnTo>
                    <a:pt x="120379" y="1012281"/>
                  </a:lnTo>
                  <a:lnTo>
                    <a:pt x="116947" y="1004743"/>
                  </a:lnTo>
                  <a:lnTo>
                    <a:pt x="115147" y="999738"/>
                  </a:lnTo>
                  <a:lnTo>
                    <a:pt x="109262" y="988190"/>
                  </a:lnTo>
                  <a:lnTo>
                    <a:pt x="108479" y="987306"/>
                  </a:lnTo>
                  <a:lnTo>
                    <a:pt x="105364" y="985638"/>
                  </a:lnTo>
                  <a:lnTo>
                    <a:pt x="104109" y="984302"/>
                  </a:lnTo>
                  <a:lnTo>
                    <a:pt x="100938" y="976053"/>
                  </a:lnTo>
                  <a:lnTo>
                    <a:pt x="99529" y="977160"/>
                  </a:lnTo>
                  <a:lnTo>
                    <a:pt x="98256" y="976880"/>
                  </a:lnTo>
                  <a:lnTo>
                    <a:pt x="97512" y="976158"/>
                  </a:lnTo>
                  <a:lnTo>
                    <a:pt x="96707" y="974974"/>
                  </a:lnTo>
                  <a:lnTo>
                    <a:pt x="96140" y="973407"/>
                  </a:lnTo>
                  <a:lnTo>
                    <a:pt x="95484" y="969960"/>
                  </a:lnTo>
                  <a:lnTo>
                    <a:pt x="94721" y="967982"/>
                  </a:lnTo>
                  <a:lnTo>
                    <a:pt x="92218" y="965098"/>
                  </a:lnTo>
                  <a:lnTo>
                    <a:pt x="89395" y="963417"/>
                  </a:lnTo>
                  <a:lnTo>
                    <a:pt x="89173" y="962682"/>
                  </a:lnTo>
                  <a:lnTo>
                    <a:pt x="89091" y="961672"/>
                  </a:lnTo>
                  <a:lnTo>
                    <a:pt x="91532" y="959714"/>
                  </a:lnTo>
                  <a:lnTo>
                    <a:pt x="92187" y="958593"/>
                  </a:lnTo>
                  <a:lnTo>
                    <a:pt x="90936" y="957106"/>
                  </a:lnTo>
                  <a:lnTo>
                    <a:pt x="90461" y="956861"/>
                  </a:lnTo>
                  <a:lnTo>
                    <a:pt x="90065" y="956165"/>
                  </a:lnTo>
                  <a:lnTo>
                    <a:pt x="90770" y="955047"/>
                  </a:lnTo>
                  <a:lnTo>
                    <a:pt x="91464" y="954535"/>
                  </a:lnTo>
                  <a:lnTo>
                    <a:pt x="92539" y="955819"/>
                  </a:lnTo>
                  <a:lnTo>
                    <a:pt x="93748" y="958204"/>
                  </a:lnTo>
                  <a:lnTo>
                    <a:pt x="94806" y="959107"/>
                  </a:lnTo>
                  <a:lnTo>
                    <a:pt x="95293" y="957966"/>
                  </a:lnTo>
                  <a:lnTo>
                    <a:pt x="98974" y="956008"/>
                  </a:lnTo>
                  <a:lnTo>
                    <a:pt x="99222" y="954455"/>
                  </a:lnTo>
                  <a:lnTo>
                    <a:pt x="99212" y="952722"/>
                  </a:lnTo>
                  <a:lnTo>
                    <a:pt x="98851" y="952783"/>
                  </a:lnTo>
                  <a:lnTo>
                    <a:pt x="98617" y="952394"/>
                  </a:lnTo>
                  <a:lnTo>
                    <a:pt x="98640" y="950467"/>
                  </a:lnTo>
                  <a:lnTo>
                    <a:pt x="99186" y="947827"/>
                  </a:lnTo>
                  <a:lnTo>
                    <a:pt x="100837" y="943527"/>
                  </a:lnTo>
                  <a:lnTo>
                    <a:pt x="101723" y="937554"/>
                  </a:lnTo>
                  <a:lnTo>
                    <a:pt x="102503" y="936194"/>
                  </a:lnTo>
                  <a:lnTo>
                    <a:pt x="103076" y="937100"/>
                  </a:lnTo>
                  <a:lnTo>
                    <a:pt x="103037" y="938495"/>
                  </a:lnTo>
                  <a:lnTo>
                    <a:pt x="103131" y="939531"/>
                  </a:lnTo>
                  <a:lnTo>
                    <a:pt x="103643" y="937521"/>
                  </a:lnTo>
                  <a:lnTo>
                    <a:pt x="104131" y="934803"/>
                  </a:lnTo>
                  <a:lnTo>
                    <a:pt x="105364" y="934787"/>
                  </a:lnTo>
                  <a:lnTo>
                    <a:pt x="106215" y="935240"/>
                  </a:lnTo>
                  <a:lnTo>
                    <a:pt x="107099" y="934930"/>
                  </a:lnTo>
                  <a:lnTo>
                    <a:pt x="105397" y="930455"/>
                  </a:lnTo>
                  <a:lnTo>
                    <a:pt x="103114" y="925952"/>
                  </a:lnTo>
                  <a:lnTo>
                    <a:pt x="102150" y="926291"/>
                  </a:lnTo>
                  <a:lnTo>
                    <a:pt x="101538" y="925593"/>
                  </a:lnTo>
                  <a:lnTo>
                    <a:pt x="100536" y="921882"/>
                  </a:lnTo>
                  <a:lnTo>
                    <a:pt x="100121" y="918807"/>
                  </a:lnTo>
                  <a:lnTo>
                    <a:pt x="101091" y="918877"/>
                  </a:lnTo>
                  <a:lnTo>
                    <a:pt x="102058" y="919343"/>
                  </a:lnTo>
                  <a:lnTo>
                    <a:pt x="103899" y="917196"/>
                  </a:lnTo>
                  <a:lnTo>
                    <a:pt x="104577" y="916883"/>
                  </a:lnTo>
                  <a:lnTo>
                    <a:pt x="105668" y="917561"/>
                  </a:lnTo>
                  <a:lnTo>
                    <a:pt x="107182" y="917994"/>
                  </a:lnTo>
                  <a:lnTo>
                    <a:pt x="107058" y="915969"/>
                  </a:lnTo>
                  <a:lnTo>
                    <a:pt x="106584" y="913579"/>
                  </a:lnTo>
                  <a:lnTo>
                    <a:pt x="108430" y="911807"/>
                  </a:lnTo>
                  <a:lnTo>
                    <a:pt x="110068" y="910829"/>
                  </a:lnTo>
                  <a:lnTo>
                    <a:pt x="113199" y="907363"/>
                  </a:lnTo>
                  <a:lnTo>
                    <a:pt x="114582" y="906751"/>
                  </a:lnTo>
                  <a:lnTo>
                    <a:pt x="114759" y="905961"/>
                  </a:lnTo>
                  <a:lnTo>
                    <a:pt x="114801" y="904930"/>
                  </a:lnTo>
                  <a:lnTo>
                    <a:pt x="114331" y="902160"/>
                  </a:lnTo>
                  <a:lnTo>
                    <a:pt x="113861" y="900111"/>
                  </a:lnTo>
                  <a:lnTo>
                    <a:pt x="112208" y="900012"/>
                  </a:lnTo>
                  <a:lnTo>
                    <a:pt x="111291" y="902864"/>
                  </a:lnTo>
                  <a:lnTo>
                    <a:pt x="108790" y="903802"/>
                  </a:lnTo>
                  <a:lnTo>
                    <a:pt x="107677" y="903613"/>
                  </a:lnTo>
                  <a:lnTo>
                    <a:pt x="108561" y="901785"/>
                  </a:lnTo>
                  <a:lnTo>
                    <a:pt x="109442" y="901087"/>
                  </a:lnTo>
                  <a:lnTo>
                    <a:pt x="109691" y="900325"/>
                  </a:lnTo>
                  <a:lnTo>
                    <a:pt x="107916" y="900990"/>
                  </a:lnTo>
                  <a:lnTo>
                    <a:pt x="107027" y="902869"/>
                  </a:lnTo>
                  <a:lnTo>
                    <a:pt x="104427" y="905353"/>
                  </a:lnTo>
                  <a:lnTo>
                    <a:pt x="104345" y="904049"/>
                  </a:lnTo>
                  <a:lnTo>
                    <a:pt x="104302" y="902877"/>
                  </a:lnTo>
                  <a:lnTo>
                    <a:pt x="104493" y="901769"/>
                  </a:lnTo>
                  <a:lnTo>
                    <a:pt x="104917" y="901053"/>
                  </a:lnTo>
                  <a:lnTo>
                    <a:pt x="105065" y="900401"/>
                  </a:lnTo>
                  <a:lnTo>
                    <a:pt x="105065" y="899880"/>
                  </a:lnTo>
                  <a:lnTo>
                    <a:pt x="104683" y="899554"/>
                  </a:lnTo>
                  <a:lnTo>
                    <a:pt x="104366" y="899293"/>
                  </a:lnTo>
                  <a:lnTo>
                    <a:pt x="104302" y="898576"/>
                  </a:lnTo>
                  <a:lnTo>
                    <a:pt x="104408" y="897927"/>
                  </a:lnTo>
                  <a:lnTo>
                    <a:pt x="104705" y="897014"/>
                  </a:lnTo>
                  <a:lnTo>
                    <a:pt x="104833" y="895972"/>
                  </a:lnTo>
                  <a:lnTo>
                    <a:pt x="104854" y="893886"/>
                  </a:lnTo>
                  <a:lnTo>
                    <a:pt x="105129" y="891532"/>
                  </a:lnTo>
                  <a:lnTo>
                    <a:pt x="105912" y="890032"/>
                  </a:lnTo>
                  <a:lnTo>
                    <a:pt x="107278" y="889664"/>
                  </a:lnTo>
                  <a:lnTo>
                    <a:pt x="108525" y="888378"/>
                  </a:lnTo>
                  <a:lnTo>
                    <a:pt x="109278" y="886954"/>
                  </a:lnTo>
                  <a:lnTo>
                    <a:pt x="110271" y="883323"/>
                  </a:lnTo>
                  <a:lnTo>
                    <a:pt x="111021" y="882787"/>
                  </a:lnTo>
                  <a:lnTo>
                    <a:pt x="112536" y="882984"/>
                  </a:lnTo>
                  <a:lnTo>
                    <a:pt x="113504" y="883311"/>
                  </a:lnTo>
                  <a:lnTo>
                    <a:pt x="115739" y="883419"/>
                  </a:lnTo>
                  <a:lnTo>
                    <a:pt x="118311" y="883199"/>
                  </a:lnTo>
                  <a:lnTo>
                    <a:pt x="119055" y="883092"/>
                  </a:lnTo>
                  <a:lnTo>
                    <a:pt x="119466" y="881829"/>
                  </a:lnTo>
                  <a:lnTo>
                    <a:pt x="119438" y="879557"/>
                  </a:lnTo>
                  <a:lnTo>
                    <a:pt x="119805" y="877463"/>
                  </a:lnTo>
                  <a:lnTo>
                    <a:pt x="120489" y="873532"/>
                  </a:lnTo>
                  <a:lnTo>
                    <a:pt x="121219" y="871476"/>
                  </a:lnTo>
                  <a:lnTo>
                    <a:pt x="121189" y="870561"/>
                  </a:lnTo>
                  <a:lnTo>
                    <a:pt x="120807" y="870176"/>
                  </a:lnTo>
                  <a:lnTo>
                    <a:pt x="120308" y="869984"/>
                  </a:lnTo>
                  <a:lnTo>
                    <a:pt x="120127" y="869559"/>
                  </a:lnTo>
                  <a:lnTo>
                    <a:pt x="120151" y="868698"/>
                  </a:lnTo>
                  <a:lnTo>
                    <a:pt x="120535" y="867855"/>
                  </a:lnTo>
                  <a:lnTo>
                    <a:pt x="120465" y="866123"/>
                  </a:lnTo>
                  <a:lnTo>
                    <a:pt x="120224" y="864198"/>
                  </a:lnTo>
                  <a:lnTo>
                    <a:pt x="120014" y="862468"/>
                  </a:lnTo>
                  <a:lnTo>
                    <a:pt x="119339" y="861608"/>
                  </a:lnTo>
                  <a:lnTo>
                    <a:pt x="118178" y="861037"/>
                  </a:lnTo>
                  <a:lnTo>
                    <a:pt x="118425" y="858932"/>
                  </a:lnTo>
                  <a:lnTo>
                    <a:pt x="118754" y="856659"/>
                  </a:lnTo>
                  <a:lnTo>
                    <a:pt x="119247" y="855397"/>
                  </a:lnTo>
                  <a:lnTo>
                    <a:pt x="119602" y="854639"/>
                  </a:lnTo>
                  <a:lnTo>
                    <a:pt x="120672" y="855052"/>
                  </a:lnTo>
                  <a:lnTo>
                    <a:pt x="121444" y="854649"/>
                  </a:lnTo>
                  <a:lnTo>
                    <a:pt x="121628" y="854215"/>
                  </a:lnTo>
                  <a:lnTo>
                    <a:pt x="121489" y="853348"/>
                  </a:lnTo>
                  <a:lnTo>
                    <a:pt x="120284" y="852563"/>
                  </a:lnTo>
                  <a:lnTo>
                    <a:pt x="119222" y="851485"/>
                  </a:lnTo>
                  <a:lnTo>
                    <a:pt x="118764" y="850152"/>
                  </a:lnTo>
                  <a:lnTo>
                    <a:pt x="118580" y="848724"/>
                  </a:lnTo>
                  <a:lnTo>
                    <a:pt x="119281" y="847877"/>
                  </a:lnTo>
                  <a:lnTo>
                    <a:pt x="120534" y="847064"/>
                  </a:lnTo>
                  <a:lnTo>
                    <a:pt x="121366" y="845121"/>
                  </a:lnTo>
                  <a:lnTo>
                    <a:pt x="122267" y="843039"/>
                  </a:lnTo>
                  <a:lnTo>
                    <a:pt x="122639" y="841524"/>
                  </a:lnTo>
                  <a:lnTo>
                    <a:pt x="122827" y="839879"/>
                  </a:lnTo>
                  <a:lnTo>
                    <a:pt x="122807" y="838058"/>
                  </a:lnTo>
                  <a:lnTo>
                    <a:pt x="122149" y="836206"/>
                  </a:lnTo>
                  <a:lnTo>
                    <a:pt x="122149" y="834269"/>
                  </a:lnTo>
                  <a:lnTo>
                    <a:pt x="122506" y="832922"/>
                  </a:lnTo>
                  <a:lnTo>
                    <a:pt x="122369" y="831912"/>
                  </a:lnTo>
                  <a:lnTo>
                    <a:pt x="121888" y="831325"/>
                  </a:lnTo>
                  <a:lnTo>
                    <a:pt x="121195" y="831501"/>
                  </a:lnTo>
                  <a:lnTo>
                    <a:pt x="120410" y="832183"/>
                  </a:lnTo>
                  <a:lnTo>
                    <a:pt x="119484" y="832055"/>
                  </a:lnTo>
                  <a:lnTo>
                    <a:pt x="118003" y="829730"/>
                  </a:lnTo>
                  <a:lnTo>
                    <a:pt x="116429" y="827445"/>
                  </a:lnTo>
                  <a:lnTo>
                    <a:pt x="115522" y="827367"/>
                  </a:lnTo>
                  <a:lnTo>
                    <a:pt x="114892" y="827031"/>
                  </a:lnTo>
                  <a:lnTo>
                    <a:pt x="114345" y="825852"/>
                  </a:lnTo>
                  <a:lnTo>
                    <a:pt x="114016" y="824337"/>
                  </a:lnTo>
                  <a:lnTo>
                    <a:pt x="113660" y="823665"/>
                  </a:lnTo>
                  <a:lnTo>
                    <a:pt x="113085" y="824085"/>
                  </a:lnTo>
                  <a:lnTo>
                    <a:pt x="112247" y="824774"/>
                  </a:lnTo>
                  <a:lnTo>
                    <a:pt x="111195" y="824588"/>
                  </a:lnTo>
                  <a:lnTo>
                    <a:pt x="109833" y="822826"/>
                  </a:lnTo>
                  <a:lnTo>
                    <a:pt x="108594" y="820801"/>
                  </a:lnTo>
                  <a:lnTo>
                    <a:pt x="107673" y="820750"/>
                  </a:lnTo>
                  <a:lnTo>
                    <a:pt x="106704" y="820470"/>
                  </a:lnTo>
                  <a:lnTo>
                    <a:pt x="104852" y="817862"/>
                  </a:lnTo>
                  <a:lnTo>
                    <a:pt x="104373" y="817888"/>
                  </a:lnTo>
                  <a:lnTo>
                    <a:pt x="104073" y="818658"/>
                  </a:lnTo>
                  <a:lnTo>
                    <a:pt x="103930" y="820752"/>
                  </a:lnTo>
                  <a:lnTo>
                    <a:pt x="103777" y="821199"/>
                  </a:lnTo>
                  <a:lnTo>
                    <a:pt x="103448" y="821541"/>
                  </a:lnTo>
                  <a:lnTo>
                    <a:pt x="102817" y="821772"/>
                  </a:lnTo>
                  <a:lnTo>
                    <a:pt x="101888" y="820466"/>
                  </a:lnTo>
                  <a:lnTo>
                    <a:pt x="99523" y="816185"/>
                  </a:lnTo>
                  <a:lnTo>
                    <a:pt x="98570" y="813057"/>
                  </a:lnTo>
                  <a:lnTo>
                    <a:pt x="98351" y="810785"/>
                  </a:lnTo>
                  <a:lnTo>
                    <a:pt x="97573" y="809340"/>
                  </a:lnTo>
                  <a:lnTo>
                    <a:pt x="96818" y="807250"/>
                  </a:lnTo>
                  <a:lnTo>
                    <a:pt x="96052" y="807068"/>
                  </a:lnTo>
                  <a:lnTo>
                    <a:pt x="95203" y="807737"/>
                  </a:lnTo>
                  <a:lnTo>
                    <a:pt x="94397" y="808745"/>
                  </a:lnTo>
                  <a:lnTo>
                    <a:pt x="94014" y="809022"/>
                  </a:lnTo>
                  <a:lnTo>
                    <a:pt x="92642" y="809375"/>
                  </a:lnTo>
                  <a:lnTo>
                    <a:pt x="90437" y="810785"/>
                  </a:lnTo>
                  <a:lnTo>
                    <a:pt x="89834" y="812132"/>
                  </a:lnTo>
                  <a:lnTo>
                    <a:pt x="89094" y="813226"/>
                  </a:lnTo>
                  <a:lnTo>
                    <a:pt x="88519" y="812468"/>
                  </a:lnTo>
                  <a:lnTo>
                    <a:pt x="87944" y="811121"/>
                  </a:lnTo>
                  <a:lnTo>
                    <a:pt x="86685" y="810637"/>
                  </a:lnTo>
                  <a:lnTo>
                    <a:pt x="86081" y="811121"/>
                  </a:lnTo>
                  <a:lnTo>
                    <a:pt x="85479" y="810196"/>
                  </a:lnTo>
                  <a:lnTo>
                    <a:pt x="84960" y="808540"/>
                  </a:lnTo>
                  <a:lnTo>
                    <a:pt x="84258" y="807336"/>
                  </a:lnTo>
                  <a:lnTo>
                    <a:pt x="83214" y="807007"/>
                  </a:lnTo>
                  <a:lnTo>
                    <a:pt x="82084" y="806492"/>
                  </a:lnTo>
                  <a:lnTo>
                    <a:pt x="81180" y="807419"/>
                  </a:lnTo>
                  <a:lnTo>
                    <a:pt x="80002" y="809185"/>
                  </a:lnTo>
                  <a:lnTo>
                    <a:pt x="79208" y="808512"/>
                  </a:lnTo>
                  <a:lnTo>
                    <a:pt x="78770" y="806407"/>
                  </a:lnTo>
                  <a:lnTo>
                    <a:pt x="78221" y="805818"/>
                  </a:lnTo>
                  <a:lnTo>
                    <a:pt x="77482" y="803461"/>
                  </a:lnTo>
                  <a:lnTo>
                    <a:pt x="77291" y="801356"/>
                  </a:lnTo>
                  <a:lnTo>
                    <a:pt x="77482" y="800431"/>
                  </a:lnTo>
                  <a:lnTo>
                    <a:pt x="77757" y="799254"/>
                  </a:lnTo>
                  <a:lnTo>
                    <a:pt x="77757" y="797906"/>
                  </a:lnTo>
                  <a:lnTo>
                    <a:pt x="77538" y="796727"/>
                  </a:lnTo>
                  <a:lnTo>
                    <a:pt x="77209" y="795801"/>
                  </a:lnTo>
                  <a:lnTo>
                    <a:pt x="76852" y="792687"/>
                  </a:lnTo>
                  <a:lnTo>
                    <a:pt x="76551" y="791340"/>
                  </a:lnTo>
                  <a:lnTo>
                    <a:pt x="76497" y="790246"/>
                  </a:lnTo>
                  <a:lnTo>
                    <a:pt x="76744" y="789235"/>
                  </a:lnTo>
                  <a:lnTo>
                    <a:pt x="76524" y="788562"/>
                  </a:lnTo>
                  <a:lnTo>
                    <a:pt x="76113" y="788477"/>
                  </a:lnTo>
                  <a:lnTo>
                    <a:pt x="75429" y="788562"/>
                  </a:lnTo>
                  <a:lnTo>
                    <a:pt x="75045" y="788057"/>
                  </a:lnTo>
                  <a:lnTo>
                    <a:pt x="74634" y="786288"/>
                  </a:lnTo>
                  <a:lnTo>
                    <a:pt x="74415" y="784521"/>
                  </a:lnTo>
                  <a:lnTo>
                    <a:pt x="74141" y="783849"/>
                  </a:lnTo>
                  <a:lnTo>
                    <a:pt x="73431" y="783898"/>
                  </a:lnTo>
                  <a:lnTo>
                    <a:pt x="72262" y="784268"/>
                  </a:lnTo>
                  <a:lnTo>
                    <a:pt x="71221" y="784856"/>
                  </a:lnTo>
                  <a:lnTo>
                    <a:pt x="70759" y="784770"/>
                  </a:lnTo>
                  <a:lnTo>
                    <a:pt x="69841" y="783857"/>
                  </a:lnTo>
                  <a:lnTo>
                    <a:pt x="68632" y="782854"/>
                  </a:lnTo>
                  <a:lnTo>
                    <a:pt x="66163" y="782655"/>
                  </a:lnTo>
                  <a:lnTo>
                    <a:pt x="65968" y="782313"/>
                  </a:lnTo>
                  <a:lnTo>
                    <a:pt x="66108" y="781679"/>
                  </a:lnTo>
                  <a:lnTo>
                    <a:pt x="66610" y="780650"/>
                  </a:lnTo>
                  <a:lnTo>
                    <a:pt x="66555" y="779807"/>
                  </a:lnTo>
                  <a:lnTo>
                    <a:pt x="66122" y="779126"/>
                  </a:lnTo>
                  <a:lnTo>
                    <a:pt x="65897" y="777451"/>
                  </a:lnTo>
                  <a:lnTo>
                    <a:pt x="65923" y="775555"/>
                  </a:lnTo>
                  <a:lnTo>
                    <a:pt x="65843" y="773495"/>
                  </a:lnTo>
                  <a:lnTo>
                    <a:pt x="65323" y="771895"/>
                  </a:lnTo>
                  <a:lnTo>
                    <a:pt x="65021" y="770801"/>
                  </a:lnTo>
                  <a:lnTo>
                    <a:pt x="65076" y="769791"/>
                  </a:lnTo>
                  <a:lnTo>
                    <a:pt x="66211" y="769404"/>
                  </a:lnTo>
                  <a:lnTo>
                    <a:pt x="67558" y="768687"/>
                  </a:lnTo>
                  <a:lnTo>
                    <a:pt x="67783" y="767949"/>
                  </a:lnTo>
                  <a:lnTo>
                    <a:pt x="67736" y="766799"/>
                  </a:lnTo>
                  <a:lnTo>
                    <a:pt x="64999" y="760912"/>
                  </a:lnTo>
                  <a:lnTo>
                    <a:pt x="64059" y="755702"/>
                  </a:lnTo>
                  <a:lnTo>
                    <a:pt x="63162" y="752880"/>
                  </a:lnTo>
                  <a:lnTo>
                    <a:pt x="62170" y="750984"/>
                  </a:lnTo>
                  <a:lnTo>
                    <a:pt x="61366" y="750122"/>
                  </a:lnTo>
                  <a:lnTo>
                    <a:pt x="60195" y="750482"/>
                  </a:lnTo>
                  <a:lnTo>
                    <a:pt x="58642" y="750447"/>
                  </a:lnTo>
                  <a:lnTo>
                    <a:pt x="57058" y="749863"/>
                  </a:lnTo>
                  <a:lnTo>
                    <a:pt x="55725" y="750251"/>
                  </a:lnTo>
                  <a:lnTo>
                    <a:pt x="53334" y="752735"/>
                  </a:lnTo>
                  <a:lnTo>
                    <a:pt x="52437" y="752845"/>
                  </a:lnTo>
                  <a:lnTo>
                    <a:pt x="50889" y="752063"/>
                  </a:lnTo>
                  <a:lnTo>
                    <a:pt x="49567" y="751193"/>
                  </a:lnTo>
                  <a:lnTo>
                    <a:pt x="48871" y="751232"/>
                  </a:lnTo>
                  <a:lnTo>
                    <a:pt x="48446" y="751599"/>
                  </a:lnTo>
                  <a:lnTo>
                    <a:pt x="48174" y="752269"/>
                  </a:lnTo>
                  <a:lnTo>
                    <a:pt x="47403" y="756941"/>
                  </a:lnTo>
                  <a:lnTo>
                    <a:pt x="46768" y="757859"/>
                  </a:lnTo>
                  <a:lnTo>
                    <a:pt x="45860" y="758815"/>
                  </a:lnTo>
                  <a:lnTo>
                    <a:pt x="45084" y="758980"/>
                  </a:lnTo>
                  <a:lnTo>
                    <a:pt x="44433" y="758932"/>
                  </a:lnTo>
                  <a:lnTo>
                    <a:pt x="43488" y="758215"/>
                  </a:lnTo>
                  <a:lnTo>
                    <a:pt x="42593" y="757373"/>
                  </a:lnTo>
                  <a:lnTo>
                    <a:pt x="42409" y="757324"/>
                  </a:lnTo>
                  <a:lnTo>
                    <a:pt x="42363" y="756592"/>
                  </a:lnTo>
                  <a:lnTo>
                    <a:pt x="41710" y="753790"/>
                  </a:lnTo>
                  <a:lnTo>
                    <a:pt x="41319" y="752562"/>
                  </a:lnTo>
                  <a:lnTo>
                    <a:pt x="40854" y="751894"/>
                  </a:lnTo>
                  <a:lnTo>
                    <a:pt x="40621" y="751082"/>
                  </a:lnTo>
                  <a:lnTo>
                    <a:pt x="40613" y="747722"/>
                  </a:lnTo>
                  <a:lnTo>
                    <a:pt x="40700" y="744576"/>
                  </a:lnTo>
                  <a:lnTo>
                    <a:pt x="40992" y="744171"/>
                  </a:lnTo>
                  <a:lnTo>
                    <a:pt x="40129" y="741606"/>
                  </a:lnTo>
                  <a:lnTo>
                    <a:pt x="40064" y="739663"/>
                  </a:lnTo>
                  <a:lnTo>
                    <a:pt x="40488" y="738697"/>
                  </a:lnTo>
                  <a:lnTo>
                    <a:pt x="40501" y="737876"/>
                  </a:lnTo>
                  <a:lnTo>
                    <a:pt x="40215" y="736723"/>
                  </a:lnTo>
                  <a:lnTo>
                    <a:pt x="39327" y="734844"/>
                  </a:lnTo>
                  <a:lnTo>
                    <a:pt x="38464" y="732728"/>
                  </a:lnTo>
                  <a:lnTo>
                    <a:pt x="37908" y="731063"/>
                  </a:lnTo>
                  <a:lnTo>
                    <a:pt x="37558" y="730268"/>
                  </a:lnTo>
                  <a:lnTo>
                    <a:pt x="37983" y="728962"/>
                  </a:lnTo>
                  <a:lnTo>
                    <a:pt x="38575" y="726655"/>
                  </a:lnTo>
                  <a:lnTo>
                    <a:pt x="38804" y="725300"/>
                  </a:lnTo>
                  <a:lnTo>
                    <a:pt x="39088" y="724968"/>
                  </a:lnTo>
                  <a:lnTo>
                    <a:pt x="40483" y="724778"/>
                  </a:lnTo>
                  <a:lnTo>
                    <a:pt x="41495" y="724824"/>
                  </a:lnTo>
                  <a:lnTo>
                    <a:pt x="42256" y="725319"/>
                  </a:lnTo>
                  <a:lnTo>
                    <a:pt x="42545" y="726421"/>
                  </a:lnTo>
                  <a:lnTo>
                    <a:pt x="43239" y="727623"/>
                  </a:lnTo>
                  <a:lnTo>
                    <a:pt x="45218" y="728118"/>
                  </a:lnTo>
                  <a:lnTo>
                    <a:pt x="46049" y="728067"/>
                  </a:lnTo>
                  <a:lnTo>
                    <a:pt x="47094" y="726968"/>
                  </a:lnTo>
                  <a:lnTo>
                    <a:pt x="48782" y="724538"/>
                  </a:lnTo>
                  <a:lnTo>
                    <a:pt x="49196" y="722774"/>
                  </a:lnTo>
                  <a:lnTo>
                    <a:pt x="50241" y="721530"/>
                  </a:lnTo>
                  <a:lnTo>
                    <a:pt x="50880" y="721042"/>
                  </a:lnTo>
                  <a:lnTo>
                    <a:pt x="51455" y="720823"/>
                  </a:lnTo>
                  <a:lnTo>
                    <a:pt x="51512" y="719786"/>
                  </a:lnTo>
                  <a:lnTo>
                    <a:pt x="51476" y="718367"/>
                  </a:lnTo>
                  <a:lnTo>
                    <a:pt x="51277" y="717519"/>
                  </a:lnTo>
                  <a:lnTo>
                    <a:pt x="49199" y="714599"/>
                  </a:lnTo>
                  <a:lnTo>
                    <a:pt x="48937" y="713645"/>
                  </a:lnTo>
                  <a:lnTo>
                    <a:pt x="48772" y="712521"/>
                  </a:lnTo>
                  <a:lnTo>
                    <a:pt x="49020" y="711456"/>
                  </a:lnTo>
                  <a:lnTo>
                    <a:pt x="49012" y="710286"/>
                  </a:lnTo>
                  <a:lnTo>
                    <a:pt x="46611" y="707676"/>
                  </a:lnTo>
                  <a:lnTo>
                    <a:pt x="44609" y="707214"/>
                  </a:lnTo>
                  <a:lnTo>
                    <a:pt x="42961" y="707360"/>
                  </a:lnTo>
                  <a:lnTo>
                    <a:pt x="42321" y="706813"/>
                  </a:lnTo>
                  <a:lnTo>
                    <a:pt x="42598" y="705497"/>
                  </a:lnTo>
                  <a:lnTo>
                    <a:pt x="43005" y="703133"/>
                  </a:lnTo>
                  <a:lnTo>
                    <a:pt x="43125" y="701189"/>
                  </a:lnTo>
                  <a:lnTo>
                    <a:pt x="43011" y="700305"/>
                  </a:lnTo>
                  <a:lnTo>
                    <a:pt x="42685" y="699560"/>
                  </a:lnTo>
                  <a:lnTo>
                    <a:pt x="41112" y="697927"/>
                  </a:lnTo>
                  <a:lnTo>
                    <a:pt x="38951" y="695422"/>
                  </a:lnTo>
                  <a:lnTo>
                    <a:pt x="37946" y="692593"/>
                  </a:lnTo>
                  <a:lnTo>
                    <a:pt x="37431" y="689639"/>
                  </a:lnTo>
                  <a:lnTo>
                    <a:pt x="36847" y="687827"/>
                  </a:lnTo>
                  <a:lnTo>
                    <a:pt x="35790" y="686680"/>
                  </a:lnTo>
                  <a:lnTo>
                    <a:pt x="35858" y="685933"/>
                  </a:lnTo>
                  <a:lnTo>
                    <a:pt x="36560" y="683160"/>
                  </a:lnTo>
                  <a:lnTo>
                    <a:pt x="36533" y="682734"/>
                  </a:lnTo>
                  <a:lnTo>
                    <a:pt x="36237" y="682050"/>
                  </a:lnTo>
                  <a:lnTo>
                    <a:pt x="34919" y="680649"/>
                  </a:lnTo>
                  <a:lnTo>
                    <a:pt x="33137" y="678068"/>
                  </a:lnTo>
                  <a:lnTo>
                    <a:pt x="33061" y="677396"/>
                  </a:lnTo>
                  <a:lnTo>
                    <a:pt x="33191" y="675772"/>
                  </a:lnTo>
                  <a:lnTo>
                    <a:pt x="33435" y="674175"/>
                  </a:lnTo>
                  <a:lnTo>
                    <a:pt x="33790" y="673415"/>
                  </a:lnTo>
                  <a:lnTo>
                    <a:pt x="34857" y="670171"/>
                  </a:lnTo>
                  <a:lnTo>
                    <a:pt x="34857" y="669069"/>
                  </a:lnTo>
                  <a:lnTo>
                    <a:pt x="34675" y="667597"/>
                  </a:lnTo>
                  <a:lnTo>
                    <a:pt x="33892" y="665061"/>
                  </a:lnTo>
                  <a:lnTo>
                    <a:pt x="33287" y="663427"/>
                  </a:lnTo>
                  <a:lnTo>
                    <a:pt x="33249" y="662592"/>
                  </a:lnTo>
                  <a:lnTo>
                    <a:pt x="33350" y="661904"/>
                  </a:lnTo>
                  <a:lnTo>
                    <a:pt x="33742" y="661014"/>
                  </a:lnTo>
                  <a:lnTo>
                    <a:pt x="34115" y="659920"/>
                  </a:lnTo>
                  <a:lnTo>
                    <a:pt x="34194" y="656140"/>
                  </a:lnTo>
                  <a:lnTo>
                    <a:pt x="34175" y="654820"/>
                  </a:lnTo>
                  <a:lnTo>
                    <a:pt x="33938" y="654041"/>
                  </a:lnTo>
                  <a:lnTo>
                    <a:pt x="33686" y="653711"/>
                  </a:lnTo>
                  <a:lnTo>
                    <a:pt x="33155" y="653901"/>
                  </a:lnTo>
                  <a:lnTo>
                    <a:pt x="32395" y="653280"/>
                  </a:lnTo>
                  <a:lnTo>
                    <a:pt x="31824" y="652295"/>
                  </a:lnTo>
                  <a:lnTo>
                    <a:pt x="31471" y="651976"/>
                  </a:lnTo>
                  <a:lnTo>
                    <a:pt x="31097" y="650970"/>
                  </a:lnTo>
                  <a:lnTo>
                    <a:pt x="30027" y="648946"/>
                  </a:lnTo>
                  <a:lnTo>
                    <a:pt x="29843" y="648413"/>
                  </a:lnTo>
                  <a:lnTo>
                    <a:pt x="27703" y="646688"/>
                  </a:lnTo>
                  <a:lnTo>
                    <a:pt x="25867" y="646948"/>
                  </a:lnTo>
                  <a:lnTo>
                    <a:pt x="24851" y="646687"/>
                  </a:lnTo>
                  <a:lnTo>
                    <a:pt x="24319" y="647069"/>
                  </a:lnTo>
                  <a:lnTo>
                    <a:pt x="23764" y="648168"/>
                  </a:lnTo>
                  <a:lnTo>
                    <a:pt x="22997" y="648898"/>
                  </a:lnTo>
                  <a:lnTo>
                    <a:pt x="22424" y="648918"/>
                  </a:lnTo>
                  <a:lnTo>
                    <a:pt x="21901" y="649467"/>
                  </a:lnTo>
                  <a:lnTo>
                    <a:pt x="20479" y="651435"/>
                  </a:lnTo>
                  <a:lnTo>
                    <a:pt x="19814" y="650244"/>
                  </a:lnTo>
                  <a:lnTo>
                    <a:pt x="19241" y="648486"/>
                  </a:lnTo>
                  <a:lnTo>
                    <a:pt x="19431" y="646998"/>
                  </a:lnTo>
                  <a:lnTo>
                    <a:pt x="19669" y="645629"/>
                  </a:lnTo>
                  <a:lnTo>
                    <a:pt x="19651" y="644708"/>
                  </a:lnTo>
                  <a:lnTo>
                    <a:pt x="19448" y="643925"/>
                  </a:lnTo>
                  <a:lnTo>
                    <a:pt x="18564" y="643063"/>
                  </a:lnTo>
                  <a:lnTo>
                    <a:pt x="16684" y="641489"/>
                  </a:lnTo>
                  <a:lnTo>
                    <a:pt x="16148" y="641471"/>
                  </a:lnTo>
                  <a:lnTo>
                    <a:pt x="15338" y="642052"/>
                  </a:lnTo>
                  <a:lnTo>
                    <a:pt x="13870" y="643811"/>
                  </a:lnTo>
                  <a:lnTo>
                    <a:pt x="13352" y="643433"/>
                  </a:lnTo>
                  <a:lnTo>
                    <a:pt x="12871" y="642036"/>
                  </a:lnTo>
                  <a:lnTo>
                    <a:pt x="12353" y="640289"/>
                  </a:lnTo>
                  <a:lnTo>
                    <a:pt x="11651" y="639396"/>
                  </a:lnTo>
                  <a:lnTo>
                    <a:pt x="10143" y="639484"/>
                  </a:lnTo>
                  <a:lnTo>
                    <a:pt x="9999" y="639552"/>
                  </a:lnTo>
                  <a:lnTo>
                    <a:pt x="9270" y="640562"/>
                  </a:lnTo>
                  <a:lnTo>
                    <a:pt x="8963" y="640462"/>
                  </a:lnTo>
                  <a:lnTo>
                    <a:pt x="7652" y="637891"/>
                  </a:lnTo>
                  <a:lnTo>
                    <a:pt x="7896" y="636490"/>
                  </a:lnTo>
                  <a:lnTo>
                    <a:pt x="8172" y="634419"/>
                  </a:lnTo>
                  <a:lnTo>
                    <a:pt x="8073" y="632789"/>
                  </a:lnTo>
                  <a:lnTo>
                    <a:pt x="7857" y="630683"/>
                  </a:lnTo>
                  <a:lnTo>
                    <a:pt x="7295" y="627024"/>
                  </a:lnTo>
                  <a:lnTo>
                    <a:pt x="7221" y="625989"/>
                  </a:lnTo>
                  <a:lnTo>
                    <a:pt x="6302" y="624389"/>
                  </a:lnTo>
                  <a:lnTo>
                    <a:pt x="6149" y="623046"/>
                  </a:lnTo>
                  <a:lnTo>
                    <a:pt x="5666" y="621320"/>
                  </a:lnTo>
                  <a:lnTo>
                    <a:pt x="5192" y="620216"/>
                  </a:lnTo>
                  <a:lnTo>
                    <a:pt x="5091" y="617761"/>
                  </a:lnTo>
                  <a:lnTo>
                    <a:pt x="4774" y="616896"/>
                  </a:lnTo>
                  <a:lnTo>
                    <a:pt x="4365" y="616492"/>
                  </a:lnTo>
                  <a:lnTo>
                    <a:pt x="2919" y="617198"/>
                  </a:lnTo>
                  <a:lnTo>
                    <a:pt x="2763" y="617126"/>
                  </a:lnTo>
                  <a:lnTo>
                    <a:pt x="3453" y="613213"/>
                  </a:lnTo>
                  <a:lnTo>
                    <a:pt x="3513" y="610951"/>
                  </a:lnTo>
                  <a:lnTo>
                    <a:pt x="3949" y="608573"/>
                  </a:lnTo>
                  <a:lnTo>
                    <a:pt x="4447" y="607634"/>
                  </a:lnTo>
                  <a:lnTo>
                    <a:pt x="4598" y="606818"/>
                  </a:lnTo>
                  <a:lnTo>
                    <a:pt x="4675" y="605246"/>
                  </a:lnTo>
                  <a:lnTo>
                    <a:pt x="4582" y="603898"/>
                  </a:lnTo>
                  <a:lnTo>
                    <a:pt x="4277" y="603200"/>
                  </a:lnTo>
                  <a:lnTo>
                    <a:pt x="3084" y="601688"/>
                  </a:lnTo>
                  <a:lnTo>
                    <a:pt x="1795" y="599865"/>
                  </a:lnTo>
                  <a:lnTo>
                    <a:pt x="1530" y="597550"/>
                  </a:lnTo>
                  <a:lnTo>
                    <a:pt x="1132" y="597081"/>
                  </a:lnTo>
                  <a:lnTo>
                    <a:pt x="0" y="596960"/>
                  </a:lnTo>
                  <a:lnTo>
                    <a:pt x="22" y="596304"/>
                  </a:lnTo>
                  <a:lnTo>
                    <a:pt x="190" y="594465"/>
                  </a:lnTo>
                  <a:lnTo>
                    <a:pt x="461" y="592862"/>
                  </a:lnTo>
                  <a:lnTo>
                    <a:pt x="1346" y="591143"/>
                  </a:lnTo>
                  <a:lnTo>
                    <a:pt x="1565" y="589984"/>
                  </a:lnTo>
                  <a:lnTo>
                    <a:pt x="1827" y="588943"/>
                  </a:lnTo>
                  <a:lnTo>
                    <a:pt x="3853" y="587714"/>
                  </a:lnTo>
                  <a:lnTo>
                    <a:pt x="4085" y="587249"/>
                  </a:lnTo>
                  <a:lnTo>
                    <a:pt x="4100" y="586837"/>
                  </a:lnTo>
                  <a:lnTo>
                    <a:pt x="4006" y="586440"/>
                  </a:lnTo>
                  <a:lnTo>
                    <a:pt x="3557" y="585809"/>
                  </a:lnTo>
                  <a:lnTo>
                    <a:pt x="3090" y="584948"/>
                  </a:lnTo>
                  <a:lnTo>
                    <a:pt x="2808" y="582605"/>
                  </a:lnTo>
                  <a:lnTo>
                    <a:pt x="2106" y="578936"/>
                  </a:lnTo>
                  <a:lnTo>
                    <a:pt x="1446" y="576476"/>
                  </a:lnTo>
                  <a:lnTo>
                    <a:pt x="1305" y="575036"/>
                  </a:lnTo>
                  <a:lnTo>
                    <a:pt x="1476" y="573375"/>
                  </a:lnTo>
                  <a:lnTo>
                    <a:pt x="1712" y="571743"/>
                  </a:lnTo>
                  <a:lnTo>
                    <a:pt x="1724" y="570155"/>
                  </a:lnTo>
                  <a:lnTo>
                    <a:pt x="721" y="561355"/>
                  </a:lnTo>
                  <a:lnTo>
                    <a:pt x="790" y="559753"/>
                  </a:lnTo>
                  <a:lnTo>
                    <a:pt x="1081" y="558156"/>
                  </a:lnTo>
                  <a:lnTo>
                    <a:pt x="1549" y="556827"/>
                  </a:lnTo>
                  <a:lnTo>
                    <a:pt x="2593" y="555093"/>
                  </a:lnTo>
                  <a:lnTo>
                    <a:pt x="3899" y="551930"/>
                  </a:lnTo>
                  <a:lnTo>
                    <a:pt x="4783" y="547774"/>
                  </a:lnTo>
                  <a:lnTo>
                    <a:pt x="5246" y="545263"/>
                  </a:lnTo>
                  <a:lnTo>
                    <a:pt x="5635" y="544690"/>
                  </a:lnTo>
                  <a:lnTo>
                    <a:pt x="6387" y="544552"/>
                  </a:lnTo>
                  <a:lnTo>
                    <a:pt x="6673" y="543780"/>
                  </a:lnTo>
                  <a:lnTo>
                    <a:pt x="6819" y="543324"/>
                  </a:lnTo>
                  <a:lnTo>
                    <a:pt x="7463" y="542901"/>
                  </a:lnTo>
                  <a:lnTo>
                    <a:pt x="7682" y="542403"/>
                  </a:lnTo>
                  <a:lnTo>
                    <a:pt x="7508" y="541556"/>
                  </a:lnTo>
                  <a:lnTo>
                    <a:pt x="6862" y="540076"/>
                  </a:lnTo>
                  <a:lnTo>
                    <a:pt x="6350" y="539157"/>
                  </a:lnTo>
                  <a:lnTo>
                    <a:pt x="6845" y="537097"/>
                  </a:lnTo>
                  <a:lnTo>
                    <a:pt x="6675" y="534344"/>
                  </a:lnTo>
                  <a:lnTo>
                    <a:pt x="6364" y="532051"/>
                  </a:lnTo>
                  <a:lnTo>
                    <a:pt x="6787" y="530373"/>
                  </a:lnTo>
                  <a:lnTo>
                    <a:pt x="7490" y="530226"/>
                  </a:lnTo>
                  <a:lnTo>
                    <a:pt x="8273" y="532054"/>
                  </a:lnTo>
                  <a:lnTo>
                    <a:pt x="9446" y="533003"/>
                  </a:lnTo>
                  <a:lnTo>
                    <a:pt x="10303" y="531776"/>
                  </a:lnTo>
                  <a:lnTo>
                    <a:pt x="10593" y="529407"/>
                  </a:lnTo>
                  <a:lnTo>
                    <a:pt x="11211" y="528363"/>
                  </a:lnTo>
                  <a:lnTo>
                    <a:pt x="12035" y="529294"/>
                  </a:lnTo>
                  <a:lnTo>
                    <a:pt x="13417" y="529630"/>
                  </a:lnTo>
                  <a:lnTo>
                    <a:pt x="14564" y="529476"/>
                  </a:lnTo>
                  <a:lnTo>
                    <a:pt x="15336" y="528978"/>
                  </a:lnTo>
                  <a:lnTo>
                    <a:pt x="15666" y="528209"/>
                  </a:lnTo>
                  <a:lnTo>
                    <a:pt x="15972" y="526827"/>
                  </a:lnTo>
                  <a:lnTo>
                    <a:pt x="16604" y="525071"/>
                  </a:lnTo>
                  <a:lnTo>
                    <a:pt x="17259" y="523925"/>
                  </a:lnTo>
                  <a:lnTo>
                    <a:pt x="22282" y="525228"/>
                  </a:lnTo>
                  <a:lnTo>
                    <a:pt x="26635" y="527653"/>
                  </a:lnTo>
                  <a:lnTo>
                    <a:pt x="26965" y="526746"/>
                  </a:lnTo>
                  <a:lnTo>
                    <a:pt x="27117" y="525185"/>
                  </a:lnTo>
                  <a:lnTo>
                    <a:pt x="26033" y="523841"/>
                  </a:lnTo>
                  <a:lnTo>
                    <a:pt x="25233" y="523139"/>
                  </a:lnTo>
                  <a:lnTo>
                    <a:pt x="24229" y="520347"/>
                  </a:lnTo>
                  <a:lnTo>
                    <a:pt x="22777" y="518147"/>
                  </a:lnTo>
                  <a:lnTo>
                    <a:pt x="21317" y="517953"/>
                  </a:lnTo>
                  <a:lnTo>
                    <a:pt x="19404" y="518719"/>
                  </a:lnTo>
                  <a:lnTo>
                    <a:pt x="16508" y="518261"/>
                  </a:lnTo>
                  <a:lnTo>
                    <a:pt x="14043" y="514121"/>
                  </a:lnTo>
                  <a:lnTo>
                    <a:pt x="12413" y="512828"/>
                  </a:lnTo>
                  <a:lnTo>
                    <a:pt x="11250" y="509647"/>
                  </a:lnTo>
                  <a:lnTo>
                    <a:pt x="10956" y="507957"/>
                  </a:lnTo>
                  <a:lnTo>
                    <a:pt x="12214" y="509391"/>
                  </a:lnTo>
                  <a:lnTo>
                    <a:pt x="12386" y="507877"/>
                  </a:lnTo>
                  <a:lnTo>
                    <a:pt x="12484" y="505864"/>
                  </a:lnTo>
                  <a:lnTo>
                    <a:pt x="11785" y="504636"/>
                  </a:lnTo>
                  <a:lnTo>
                    <a:pt x="11159" y="503904"/>
                  </a:lnTo>
                  <a:lnTo>
                    <a:pt x="7953" y="507045"/>
                  </a:lnTo>
                  <a:lnTo>
                    <a:pt x="4284" y="508076"/>
                  </a:lnTo>
                  <a:lnTo>
                    <a:pt x="7690" y="501879"/>
                  </a:lnTo>
                  <a:lnTo>
                    <a:pt x="10146" y="497415"/>
                  </a:lnTo>
                  <a:lnTo>
                    <a:pt x="10605" y="496744"/>
                  </a:lnTo>
                  <a:lnTo>
                    <a:pt x="11692" y="495545"/>
                  </a:lnTo>
                  <a:lnTo>
                    <a:pt x="12602" y="494285"/>
                  </a:lnTo>
                  <a:lnTo>
                    <a:pt x="13335" y="492633"/>
                  </a:lnTo>
                  <a:lnTo>
                    <a:pt x="15776" y="489374"/>
                  </a:lnTo>
                  <a:lnTo>
                    <a:pt x="18263" y="485865"/>
                  </a:lnTo>
                  <a:lnTo>
                    <a:pt x="20577" y="481242"/>
                  </a:lnTo>
                  <a:lnTo>
                    <a:pt x="21413" y="479788"/>
                  </a:lnTo>
                  <a:lnTo>
                    <a:pt x="22478" y="478232"/>
                  </a:lnTo>
                  <a:lnTo>
                    <a:pt x="24815" y="473343"/>
                  </a:lnTo>
                  <a:lnTo>
                    <a:pt x="25553" y="471989"/>
                  </a:lnTo>
                  <a:lnTo>
                    <a:pt x="28403" y="465859"/>
                  </a:lnTo>
                  <a:lnTo>
                    <a:pt x="30069" y="462804"/>
                  </a:lnTo>
                  <a:lnTo>
                    <a:pt x="30895" y="461050"/>
                  </a:lnTo>
                  <a:lnTo>
                    <a:pt x="34453" y="455252"/>
                  </a:lnTo>
                  <a:lnTo>
                    <a:pt x="36866" y="450595"/>
                  </a:lnTo>
                  <a:lnTo>
                    <a:pt x="37817" y="448041"/>
                  </a:lnTo>
                  <a:lnTo>
                    <a:pt x="38747" y="444382"/>
                  </a:lnTo>
                  <a:lnTo>
                    <a:pt x="39275" y="441886"/>
                  </a:lnTo>
                  <a:lnTo>
                    <a:pt x="40204" y="438657"/>
                  </a:lnTo>
                  <a:lnTo>
                    <a:pt x="40229" y="437587"/>
                  </a:lnTo>
                  <a:lnTo>
                    <a:pt x="39967" y="436591"/>
                  </a:lnTo>
                  <a:lnTo>
                    <a:pt x="39272" y="435043"/>
                  </a:lnTo>
                  <a:lnTo>
                    <a:pt x="38308" y="433259"/>
                  </a:lnTo>
                  <a:lnTo>
                    <a:pt x="37450" y="431078"/>
                  </a:lnTo>
                  <a:lnTo>
                    <a:pt x="36809" y="429116"/>
                  </a:lnTo>
                  <a:lnTo>
                    <a:pt x="34828" y="426387"/>
                  </a:lnTo>
                  <a:lnTo>
                    <a:pt x="31756" y="422935"/>
                  </a:lnTo>
                  <a:lnTo>
                    <a:pt x="29481" y="420377"/>
                  </a:lnTo>
                  <a:lnTo>
                    <a:pt x="25989" y="414911"/>
                  </a:lnTo>
                  <a:lnTo>
                    <a:pt x="25375" y="413548"/>
                  </a:lnTo>
                  <a:lnTo>
                    <a:pt x="25496" y="413188"/>
                  </a:lnTo>
                  <a:lnTo>
                    <a:pt x="27478" y="411534"/>
                  </a:lnTo>
                  <a:lnTo>
                    <a:pt x="29450" y="407273"/>
                  </a:lnTo>
                  <a:lnTo>
                    <a:pt x="30301" y="405113"/>
                  </a:lnTo>
                  <a:lnTo>
                    <a:pt x="30514" y="403438"/>
                  </a:lnTo>
                  <a:lnTo>
                    <a:pt x="30532" y="401552"/>
                  </a:lnTo>
                  <a:lnTo>
                    <a:pt x="30396" y="399812"/>
                  </a:lnTo>
                  <a:lnTo>
                    <a:pt x="30147" y="398733"/>
                  </a:lnTo>
                  <a:lnTo>
                    <a:pt x="29212" y="397377"/>
                  </a:lnTo>
                  <a:lnTo>
                    <a:pt x="26496" y="394903"/>
                  </a:lnTo>
                  <a:lnTo>
                    <a:pt x="25860" y="392621"/>
                  </a:lnTo>
                  <a:lnTo>
                    <a:pt x="25328" y="390230"/>
                  </a:lnTo>
                  <a:lnTo>
                    <a:pt x="25318" y="389242"/>
                  </a:lnTo>
                  <a:lnTo>
                    <a:pt x="26612" y="386674"/>
                  </a:lnTo>
                  <a:lnTo>
                    <a:pt x="26670" y="385389"/>
                  </a:lnTo>
                  <a:lnTo>
                    <a:pt x="26517" y="384075"/>
                  </a:lnTo>
                  <a:lnTo>
                    <a:pt x="26157" y="383115"/>
                  </a:lnTo>
                  <a:lnTo>
                    <a:pt x="23373" y="381955"/>
                  </a:lnTo>
                  <a:lnTo>
                    <a:pt x="22589" y="380730"/>
                  </a:lnTo>
                  <a:lnTo>
                    <a:pt x="21972" y="378780"/>
                  </a:lnTo>
                  <a:lnTo>
                    <a:pt x="21652" y="377106"/>
                  </a:lnTo>
                  <a:lnTo>
                    <a:pt x="21620" y="376115"/>
                  </a:lnTo>
                  <a:lnTo>
                    <a:pt x="21827" y="375006"/>
                  </a:lnTo>
                  <a:lnTo>
                    <a:pt x="22765" y="373799"/>
                  </a:lnTo>
                  <a:lnTo>
                    <a:pt x="23638" y="372984"/>
                  </a:lnTo>
                  <a:lnTo>
                    <a:pt x="23793" y="371886"/>
                  </a:lnTo>
                  <a:lnTo>
                    <a:pt x="23786" y="370697"/>
                  </a:lnTo>
                  <a:lnTo>
                    <a:pt x="23636" y="370123"/>
                  </a:lnTo>
                  <a:lnTo>
                    <a:pt x="21897" y="369557"/>
                  </a:lnTo>
                  <a:lnTo>
                    <a:pt x="21731" y="369235"/>
                  </a:lnTo>
                  <a:lnTo>
                    <a:pt x="21688" y="368824"/>
                  </a:lnTo>
                  <a:lnTo>
                    <a:pt x="21777" y="368332"/>
                  </a:lnTo>
                  <a:lnTo>
                    <a:pt x="22716" y="366216"/>
                  </a:lnTo>
                  <a:lnTo>
                    <a:pt x="22842" y="362183"/>
                  </a:lnTo>
                  <a:lnTo>
                    <a:pt x="23721" y="359367"/>
                  </a:lnTo>
                  <a:lnTo>
                    <a:pt x="22726" y="357718"/>
                  </a:lnTo>
                  <a:lnTo>
                    <a:pt x="22803" y="357427"/>
                  </a:lnTo>
                  <a:lnTo>
                    <a:pt x="24328" y="356563"/>
                  </a:lnTo>
                  <a:lnTo>
                    <a:pt x="25736" y="356354"/>
                  </a:lnTo>
                  <a:lnTo>
                    <a:pt x="26373" y="356030"/>
                  </a:lnTo>
                  <a:lnTo>
                    <a:pt x="26445" y="354712"/>
                  </a:lnTo>
                  <a:lnTo>
                    <a:pt x="26298" y="352932"/>
                  </a:lnTo>
                  <a:lnTo>
                    <a:pt x="24848" y="345946"/>
                  </a:lnTo>
                  <a:lnTo>
                    <a:pt x="24528" y="343933"/>
                  </a:lnTo>
                  <a:lnTo>
                    <a:pt x="23568" y="341392"/>
                  </a:lnTo>
                  <a:lnTo>
                    <a:pt x="22772" y="339684"/>
                  </a:lnTo>
                  <a:lnTo>
                    <a:pt x="22293" y="338464"/>
                  </a:lnTo>
                  <a:lnTo>
                    <a:pt x="21522" y="336079"/>
                  </a:lnTo>
                  <a:lnTo>
                    <a:pt x="21076" y="333631"/>
                  </a:lnTo>
                  <a:lnTo>
                    <a:pt x="20307" y="330898"/>
                  </a:lnTo>
                  <a:lnTo>
                    <a:pt x="19412" y="328391"/>
                  </a:lnTo>
                  <a:lnTo>
                    <a:pt x="18663" y="326072"/>
                  </a:lnTo>
                  <a:lnTo>
                    <a:pt x="16738" y="321530"/>
                  </a:lnTo>
                  <a:lnTo>
                    <a:pt x="16480" y="320273"/>
                  </a:lnTo>
                  <a:lnTo>
                    <a:pt x="16507" y="319136"/>
                  </a:lnTo>
                  <a:lnTo>
                    <a:pt x="16680" y="317933"/>
                  </a:lnTo>
                  <a:lnTo>
                    <a:pt x="18183" y="314221"/>
                  </a:lnTo>
                  <a:lnTo>
                    <a:pt x="19570" y="311123"/>
                  </a:lnTo>
                  <a:lnTo>
                    <a:pt x="21345" y="307490"/>
                  </a:lnTo>
                  <a:lnTo>
                    <a:pt x="23059" y="304474"/>
                  </a:lnTo>
                  <a:lnTo>
                    <a:pt x="24892" y="300898"/>
                  </a:lnTo>
                  <a:lnTo>
                    <a:pt x="25342" y="297328"/>
                  </a:lnTo>
                  <a:lnTo>
                    <a:pt x="25257" y="296728"/>
                  </a:lnTo>
                  <a:lnTo>
                    <a:pt x="23742" y="294795"/>
                  </a:lnTo>
                  <a:lnTo>
                    <a:pt x="20883" y="289621"/>
                  </a:lnTo>
                  <a:lnTo>
                    <a:pt x="19149" y="285697"/>
                  </a:lnTo>
                  <a:lnTo>
                    <a:pt x="16449" y="284040"/>
                  </a:lnTo>
                  <a:lnTo>
                    <a:pt x="12816" y="281917"/>
                  </a:lnTo>
                  <a:lnTo>
                    <a:pt x="11615" y="277143"/>
                  </a:lnTo>
                  <a:lnTo>
                    <a:pt x="10755" y="273095"/>
                  </a:lnTo>
                  <a:lnTo>
                    <a:pt x="10837" y="271638"/>
                  </a:lnTo>
                  <a:lnTo>
                    <a:pt x="13460" y="264731"/>
                  </a:lnTo>
                  <a:lnTo>
                    <a:pt x="13706" y="263478"/>
                  </a:lnTo>
                  <a:lnTo>
                    <a:pt x="13660" y="262703"/>
                  </a:lnTo>
                  <a:lnTo>
                    <a:pt x="13390" y="262218"/>
                  </a:lnTo>
                  <a:lnTo>
                    <a:pt x="13016" y="261950"/>
                  </a:lnTo>
                  <a:lnTo>
                    <a:pt x="10590" y="261751"/>
                  </a:lnTo>
                  <a:lnTo>
                    <a:pt x="10210" y="260809"/>
                  </a:lnTo>
                  <a:lnTo>
                    <a:pt x="11671" y="260097"/>
                  </a:lnTo>
                  <a:lnTo>
                    <a:pt x="12884" y="259128"/>
                  </a:lnTo>
                  <a:lnTo>
                    <a:pt x="14872" y="257691"/>
                  </a:lnTo>
                  <a:lnTo>
                    <a:pt x="15515" y="257327"/>
                  </a:lnTo>
                  <a:lnTo>
                    <a:pt x="16983" y="256500"/>
                  </a:lnTo>
                  <a:lnTo>
                    <a:pt x="17486" y="255863"/>
                  </a:lnTo>
                  <a:lnTo>
                    <a:pt x="17862" y="255110"/>
                  </a:lnTo>
                  <a:lnTo>
                    <a:pt x="19237" y="249980"/>
                  </a:lnTo>
                  <a:lnTo>
                    <a:pt x="19576" y="249167"/>
                  </a:lnTo>
                  <a:lnTo>
                    <a:pt x="23849" y="247326"/>
                  </a:lnTo>
                  <a:lnTo>
                    <a:pt x="25400" y="246379"/>
                  </a:lnTo>
                  <a:lnTo>
                    <a:pt x="26296" y="245186"/>
                  </a:lnTo>
                  <a:lnTo>
                    <a:pt x="26724" y="244258"/>
                  </a:lnTo>
                  <a:lnTo>
                    <a:pt x="27031" y="243154"/>
                  </a:lnTo>
                  <a:lnTo>
                    <a:pt x="27252" y="241938"/>
                  </a:lnTo>
                  <a:lnTo>
                    <a:pt x="27346" y="240821"/>
                  </a:lnTo>
                  <a:lnTo>
                    <a:pt x="26993" y="239364"/>
                  </a:lnTo>
                  <a:lnTo>
                    <a:pt x="27189" y="239188"/>
                  </a:lnTo>
                  <a:lnTo>
                    <a:pt x="27644" y="239249"/>
                  </a:lnTo>
                  <a:lnTo>
                    <a:pt x="29107" y="240699"/>
                  </a:lnTo>
                  <a:lnTo>
                    <a:pt x="31373" y="242240"/>
                  </a:lnTo>
                  <a:lnTo>
                    <a:pt x="33041" y="242359"/>
                  </a:lnTo>
                  <a:lnTo>
                    <a:pt x="33732" y="242066"/>
                  </a:lnTo>
                  <a:lnTo>
                    <a:pt x="34077" y="241393"/>
                  </a:lnTo>
                  <a:lnTo>
                    <a:pt x="34325" y="240075"/>
                  </a:lnTo>
                  <a:lnTo>
                    <a:pt x="34341" y="238718"/>
                  </a:lnTo>
                  <a:lnTo>
                    <a:pt x="33818" y="234826"/>
                  </a:lnTo>
                  <a:lnTo>
                    <a:pt x="35547" y="235246"/>
                  </a:lnTo>
                  <a:lnTo>
                    <a:pt x="39423" y="237600"/>
                  </a:lnTo>
                  <a:lnTo>
                    <a:pt x="40329" y="237383"/>
                  </a:lnTo>
                  <a:lnTo>
                    <a:pt x="41475" y="236672"/>
                  </a:lnTo>
                  <a:lnTo>
                    <a:pt x="42652" y="233871"/>
                  </a:lnTo>
                  <a:lnTo>
                    <a:pt x="43525" y="233392"/>
                  </a:lnTo>
                  <a:lnTo>
                    <a:pt x="44665" y="234044"/>
                  </a:lnTo>
                  <a:lnTo>
                    <a:pt x="44978" y="233294"/>
                  </a:lnTo>
                  <a:lnTo>
                    <a:pt x="44389" y="230971"/>
                  </a:lnTo>
                  <a:lnTo>
                    <a:pt x="44536" y="229797"/>
                  </a:lnTo>
                  <a:lnTo>
                    <a:pt x="48449" y="232307"/>
                  </a:lnTo>
                  <a:lnTo>
                    <a:pt x="50120" y="234145"/>
                  </a:lnTo>
                  <a:lnTo>
                    <a:pt x="53737" y="235760"/>
                  </a:lnTo>
                  <a:lnTo>
                    <a:pt x="54373" y="236638"/>
                  </a:lnTo>
                  <a:lnTo>
                    <a:pt x="54419" y="238164"/>
                  </a:lnTo>
                  <a:lnTo>
                    <a:pt x="54246" y="239474"/>
                  </a:lnTo>
                  <a:lnTo>
                    <a:pt x="53481" y="240197"/>
                  </a:lnTo>
                  <a:lnTo>
                    <a:pt x="51936" y="240078"/>
                  </a:lnTo>
                  <a:lnTo>
                    <a:pt x="46384" y="238060"/>
                  </a:lnTo>
                  <a:lnTo>
                    <a:pt x="45564" y="239285"/>
                  </a:lnTo>
                  <a:lnTo>
                    <a:pt x="46235" y="240347"/>
                  </a:lnTo>
                  <a:lnTo>
                    <a:pt x="47862" y="241599"/>
                  </a:lnTo>
                  <a:lnTo>
                    <a:pt x="48316" y="243819"/>
                  </a:lnTo>
                  <a:lnTo>
                    <a:pt x="50806" y="243514"/>
                  </a:lnTo>
                  <a:lnTo>
                    <a:pt x="53181" y="244359"/>
                  </a:lnTo>
                  <a:lnTo>
                    <a:pt x="54296" y="244085"/>
                  </a:lnTo>
                  <a:lnTo>
                    <a:pt x="54500" y="244809"/>
                  </a:lnTo>
                  <a:lnTo>
                    <a:pt x="53737" y="246649"/>
                  </a:lnTo>
                  <a:lnTo>
                    <a:pt x="54095" y="247122"/>
                  </a:lnTo>
                  <a:lnTo>
                    <a:pt x="56758" y="245337"/>
                  </a:lnTo>
                  <a:lnTo>
                    <a:pt x="57998" y="244848"/>
                  </a:lnTo>
                  <a:lnTo>
                    <a:pt x="58665" y="245324"/>
                  </a:lnTo>
                  <a:lnTo>
                    <a:pt x="58756" y="246802"/>
                  </a:lnTo>
                  <a:lnTo>
                    <a:pt x="58316" y="248660"/>
                  </a:lnTo>
                  <a:lnTo>
                    <a:pt x="58268" y="250074"/>
                  </a:lnTo>
                  <a:lnTo>
                    <a:pt x="57449" y="253489"/>
                  </a:lnTo>
                  <a:lnTo>
                    <a:pt x="56186" y="254524"/>
                  </a:lnTo>
                  <a:lnTo>
                    <a:pt x="55656" y="255946"/>
                  </a:lnTo>
                  <a:lnTo>
                    <a:pt x="57503" y="255075"/>
                  </a:lnTo>
                  <a:lnTo>
                    <a:pt x="58486" y="254124"/>
                  </a:lnTo>
                  <a:lnTo>
                    <a:pt x="60326" y="249432"/>
                  </a:lnTo>
                  <a:lnTo>
                    <a:pt x="60877" y="248809"/>
                  </a:lnTo>
                  <a:lnTo>
                    <a:pt x="66117" y="248724"/>
                  </a:lnTo>
                  <a:lnTo>
                    <a:pt x="67303" y="249025"/>
                  </a:lnTo>
                  <a:lnTo>
                    <a:pt x="72217" y="251237"/>
                  </a:lnTo>
                  <a:lnTo>
                    <a:pt x="73617" y="251439"/>
                  </a:lnTo>
                  <a:lnTo>
                    <a:pt x="75216" y="251156"/>
                  </a:lnTo>
                  <a:lnTo>
                    <a:pt x="75767" y="250129"/>
                  </a:lnTo>
                  <a:lnTo>
                    <a:pt x="76312" y="249838"/>
                  </a:lnTo>
                  <a:lnTo>
                    <a:pt x="81773" y="252310"/>
                  </a:lnTo>
                  <a:lnTo>
                    <a:pt x="89083" y="257874"/>
                  </a:lnTo>
                  <a:lnTo>
                    <a:pt x="99776" y="267074"/>
                  </a:lnTo>
                  <a:lnTo>
                    <a:pt x="105804" y="275259"/>
                  </a:lnTo>
                  <a:lnTo>
                    <a:pt x="106502" y="277017"/>
                  </a:lnTo>
                  <a:lnTo>
                    <a:pt x="108681" y="278014"/>
                  </a:lnTo>
                  <a:lnTo>
                    <a:pt x="109149" y="277339"/>
                  </a:lnTo>
                  <a:lnTo>
                    <a:pt x="110360" y="277925"/>
                  </a:lnTo>
                  <a:lnTo>
                    <a:pt x="117450" y="285406"/>
                  </a:lnTo>
                  <a:lnTo>
                    <a:pt x="119895" y="285794"/>
                  </a:lnTo>
                  <a:lnTo>
                    <a:pt x="119572" y="284212"/>
                  </a:lnTo>
                  <a:lnTo>
                    <a:pt x="119154" y="282732"/>
                  </a:lnTo>
                  <a:lnTo>
                    <a:pt x="119760" y="283069"/>
                  </a:lnTo>
                  <a:lnTo>
                    <a:pt x="120590" y="284142"/>
                  </a:lnTo>
                  <a:lnTo>
                    <a:pt x="121937" y="287071"/>
                  </a:lnTo>
                  <a:lnTo>
                    <a:pt x="123580" y="289243"/>
                  </a:lnTo>
                  <a:lnTo>
                    <a:pt x="125253" y="292493"/>
                  </a:lnTo>
                  <a:lnTo>
                    <a:pt x="126648" y="293740"/>
                  </a:lnTo>
                  <a:lnTo>
                    <a:pt x="127905" y="294201"/>
                  </a:lnTo>
                  <a:lnTo>
                    <a:pt x="128961" y="295119"/>
                  </a:lnTo>
                  <a:lnTo>
                    <a:pt x="130884" y="295992"/>
                  </a:lnTo>
                  <a:lnTo>
                    <a:pt x="131793" y="303949"/>
                  </a:lnTo>
                  <a:lnTo>
                    <a:pt x="132494" y="305668"/>
                  </a:lnTo>
                  <a:lnTo>
                    <a:pt x="132494" y="309187"/>
                  </a:lnTo>
                  <a:lnTo>
                    <a:pt x="133723" y="310619"/>
                  </a:lnTo>
                  <a:lnTo>
                    <a:pt x="134657" y="310879"/>
                  </a:lnTo>
                  <a:lnTo>
                    <a:pt x="134613" y="313486"/>
                  </a:lnTo>
                  <a:lnTo>
                    <a:pt x="133857" y="319607"/>
                  </a:lnTo>
                  <a:lnTo>
                    <a:pt x="133024" y="322211"/>
                  </a:lnTo>
                  <a:lnTo>
                    <a:pt x="126608" y="333426"/>
                  </a:lnTo>
                  <a:lnTo>
                    <a:pt x="122587" y="337760"/>
                  </a:lnTo>
                  <a:lnTo>
                    <a:pt x="114759" y="342722"/>
                  </a:lnTo>
                  <a:lnTo>
                    <a:pt x="108653" y="344584"/>
                  </a:lnTo>
                  <a:lnTo>
                    <a:pt x="106188" y="344719"/>
                  </a:lnTo>
                  <a:lnTo>
                    <a:pt x="101411" y="343799"/>
                  </a:lnTo>
                  <a:lnTo>
                    <a:pt x="98792" y="342794"/>
                  </a:lnTo>
                  <a:lnTo>
                    <a:pt x="95587" y="339974"/>
                  </a:lnTo>
                  <a:lnTo>
                    <a:pt x="92596" y="338570"/>
                  </a:lnTo>
                  <a:lnTo>
                    <a:pt x="90541" y="337949"/>
                  </a:lnTo>
                  <a:lnTo>
                    <a:pt x="86729" y="337691"/>
                  </a:lnTo>
                  <a:lnTo>
                    <a:pt x="78462" y="334928"/>
                  </a:lnTo>
                  <a:lnTo>
                    <a:pt x="77024" y="333957"/>
                  </a:lnTo>
                  <a:lnTo>
                    <a:pt x="71839" y="328565"/>
                  </a:lnTo>
                  <a:lnTo>
                    <a:pt x="69778" y="330088"/>
                  </a:lnTo>
                  <a:lnTo>
                    <a:pt x="68551" y="330361"/>
                  </a:lnTo>
                  <a:lnTo>
                    <a:pt x="67720" y="328505"/>
                  </a:lnTo>
                  <a:lnTo>
                    <a:pt x="68054" y="328014"/>
                  </a:lnTo>
                  <a:lnTo>
                    <a:pt x="68253" y="327381"/>
                  </a:lnTo>
                  <a:lnTo>
                    <a:pt x="65316" y="325843"/>
                  </a:lnTo>
                  <a:lnTo>
                    <a:pt x="62889" y="325740"/>
                  </a:lnTo>
                  <a:lnTo>
                    <a:pt x="61600" y="324433"/>
                  </a:lnTo>
                  <a:lnTo>
                    <a:pt x="60022" y="323439"/>
                  </a:lnTo>
                  <a:lnTo>
                    <a:pt x="59325" y="324038"/>
                  </a:lnTo>
                  <a:lnTo>
                    <a:pt x="58932" y="324032"/>
                  </a:lnTo>
                  <a:lnTo>
                    <a:pt x="55742" y="321686"/>
                  </a:lnTo>
                  <a:lnTo>
                    <a:pt x="54317" y="319784"/>
                  </a:lnTo>
                  <a:lnTo>
                    <a:pt x="52832" y="316438"/>
                  </a:lnTo>
                  <a:lnTo>
                    <a:pt x="53195" y="315268"/>
                  </a:lnTo>
                  <a:lnTo>
                    <a:pt x="53629" y="314509"/>
                  </a:lnTo>
                  <a:lnTo>
                    <a:pt x="48529" y="312563"/>
                  </a:lnTo>
                  <a:lnTo>
                    <a:pt x="43678" y="312304"/>
                  </a:lnTo>
                  <a:lnTo>
                    <a:pt x="44521" y="313238"/>
                  </a:lnTo>
                  <a:lnTo>
                    <a:pt x="46622" y="313729"/>
                  </a:lnTo>
                  <a:lnTo>
                    <a:pt x="47959" y="315069"/>
                  </a:lnTo>
                  <a:lnTo>
                    <a:pt x="49500" y="316961"/>
                  </a:lnTo>
                  <a:lnTo>
                    <a:pt x="49142" y="319548"/>
                  </a:lnTo>
                  <a:lnTo>
                    <a:pt x="51283" y="322111"/>
                  </a:lnTo>
                  <a:lnTo>
                    <a:pt x="52926" y="324553"/>
                  </a:lnTo>
                  <a:lnTo>
                    <a:pt x="52975" y="325307"/>
                  </a:lnTo>
                  <a:lnTo>
                    <a:pt x="53613" y="325818"/>
                  </a:lnTo>
                  <a:lnTo>
                    <a:pt x="56034" y="326532"/>
                  </a:lnTo>
                  <a:lnTo>
                    <a:pt x="56455" y="328780"/>
                  </a:lnTo>
                  <a:lnTo>
                    <a:pt x="56056" y="329666"/>
                  </a:lnTo>
                  <a:lnTo>
                    <a:pt x="56388" y="330914"/>
                  </a:lnTo>
                  <a:lnTo>
                    <a:pt x="58194" y="332314"/>
                  </a:lnTo>
                  <a:lnTo>
                    <a:pt x="59275" y="332695"/>
                  </a:lnTo>
                  <a:lnTo>
                    <a:pt x="60604" y="333544"/>
                  </a:lnTo>
                  <a:lnTo>
                    <a:pt x="60001" y="335260"/>
                  </a:lnTo>
                  <a:lnTo>
                    <a:pt x="58883" y="336374"/>
                  </a:lnTo>
                  <a:lnTo>
                    <a:pt x="57764" y="336886"/>
                  </a:lnTo>
                  <a:lnTo>
                    <a:pt x="58295" y="337297"/>
                  </a:lnTo>
                  <a:lnTo>
                    <a:pt x="59746" y="337139"/>
                  </a:lnTo>
                  <a:lnTo>
                    <a:pt x="64995" y="339968"/>
                  </a:lnTo>
                  <a:lnTo>
                    <a:pt x="67755" y="342829"/>
                  </a:lnTo>
                  <a:lnTo>
                    <a:pt x="70562" y="348046"/>
                  </a:lnTo>
                  <a:lnTo>
                    <a:pt x="71471" y="350626"/>
                  </a:lnTo>
                  <a:lnTo>
                    <a:pt x="71537" y="352050"/>
                  </a:lnTo>
                  <a:lnTo>
                    <a:pt x="71381" y="353471"/>
                  </a:lnTo>
                  <a:lnTo>
                    <a:pt x="70975" y="355006"/>
                  </a:lnTo>
                  <a:lnTo>
                    <a:pt x="70790" y="356550"/>
                  </a:lnTo>
                  <a:lnTo>
                    <a:pt x="69831" y="361105"/>
                  </a:lnTo>
                  <a:lnTo>
                    <a:pt x="69143" y="362678"/>
                  </a:lnTo>
                  <a:lnTo>
                    <a:pt x="67819" y="364479"/>
                  </a:lnTo>
                  <a:lnTo>
                    <a:pt x="69064" y="367960"/>
                  </a:lnTo>
                  <a:lnTo>
                    <a:pt x="70363" y="371205"/>
                  </a:lnTo>
                  <a:lnTo>
                    <a:pt x="71636" y="376587"/>
                  </a:lnTo>
                  <a:lnTo>
                    <a:pt x="71864" y="378752"/>
                  </a:lnTo>
                  <a:lnTo>
                    <a:pt x="71916" y="382077"/>
                  </a:lnTo>
                  <a:lnTo>
                    <a:pt x="73066" y="383384"/>
                  </a:lnTo>
                  <a:lnTo>
                    <a:pt x="72617" y="383895"/>
                  </a:lnTo>
                  <a:lnTo>
                    <a:pt x="72163" y="384840"/>
                  </a:lnTo>
                  <a:lnTo>
                    <a:pt x="72271" y="389174"/>
                  </a:lnTo>
                  <a:lnTo>
                    <a:pt x="73865" y="392713"/>
                  </a:lnTo>
                  <a:lnTo>
                    <a:pt x="76256" y="395009"/>
                  </a:lnTo>
                  <a:lnTo>
                    <a:pt x="77679" y="395475"/>
                  </a:lnTo>
                  <a:lnTo>
                    <a:pt x="79746" y="394543"/>
                  </a:lnTo>
                  <a:lnTo>
                    <a:pt x="81236" y="395812"/>
                  </a:lnTo>
                  <a:lnTo>
                    <a:pt x="84547" y="400137"/>
                  </a:lnTo>
                  <a:lnTo>
                    <a:pt x="86042" y="404706"/>
                  </a:lnTo>
                  <a:lnTo>
                    <a:pt x="86647" y="405638"/>
                  </a:lnTo>
                  <a:lnTo>
                    <a:pt x="90001" y="407345"/>
                  </a:lnTo>
                  <a:lnTo>
                    <a:pt x="92514" y="408395"/>
                  </a:lnTo>
                  <a:lnTo>
                    <a:pt x="96336" y="411137"/>
                  </a:lnTo>
                  <a:lnTo>
                    <a:pt x="97004" y="411236"/>
                  </a:lnTo>
                  <a:lnTo>
                    <a:pt x="98861" y="408871"/>
                  </a:lnTo>
                  <a:lnTo>
                    <a:pt x="102058" y="407225"/>
                  </a:lnTo>
                  <a:lnTo>
                    <a:pt x="103047" y="404958"/>
                  </a:lnTo>
                  <a:lnTo>
                    <a:pt x="102964" y="403032"/>
                  </a:lnTo>
                  <a:lnTo>
                    <a:pt x="102147" y="399604"/>
                  </a:lnTo>
                  <a:lnTo>
                    <a:pt x="101921" y="396263"/>
                  </a:lnTo>
                  <a:lnTo>
                    <a:pt x="100862" y="394898"/>
                  </a:lnTo>
                  <a:lnTo>
                    <a:pt x="99873" y="393992"/>
                  </a:lnTo>
                  <a:lnTo>
                    <a:pt x="96883" y="394683"/>
                  </a:lnTo>
                  <a:lnTo>
                    <a:pt x="95536" y="394554"/>
                  </a:lnTo>
                  <a:lnTo>
                    <a:pt x="94519" y="393651"/>
                  </a:lnTo>
                  <a:lnTo>
                    <a:pt x="93141" y="391268"/>
                  </a:lnTo>
                  <a:lnTo>
                    <a:pt x="90535" y="385473"/>
                  </a:lnTo>
                  <a:lnTo>
                    <a:pt x="89140" y="383544"/>
                  </a:lnTo>
                  <a:lnTo>
                    <a:pt x="88702" y="382349"/>
                  </a:lnTo>
                  <a:lnTo>
                    <a:pt x="88217" y="380683"/>
                  </a:lnTo>
                  <a:lnTo>
                    <a:pt x="88278" y="377986"/>
                  </a:lnTo>
                  <a:lnTo>
                    <a:pt x="89416" y="378080"/>
                  </a:lnTo>
                  <a:lnTo>
                    <a:pt x="90695" y="376552"/>
                  </a:lnTo>
                  <a:lnTo>
                    <a:pt x="91626" y="371080"/>
                  </a:lnTo>
                  <a:lnTo>
                    <a:pt x="93235" y="370384"/>
                  </a:lnTo>
                  <a:lnTo>
                    <a:pt x="94106" y="370432"/>
                  </a:lnTo>
                  <a:lnTo>
                    <a:pt x="97830" y="372974"/>
                  </a:lnTo>
                  <a:lnTo>
                    <a:pt x="102456" y="379755"/>
                  </a:lnTo>
                  <a:lnTo>
                    <a:pt x="103479" y="380469"/>
                  </a:lnTo>
                  <a:lnTo>
                    <a:pt x="104560" y="380569"/>
                  </a:lnTo>
                  <a:lnTo>
                    <a:pt x="106328" y="380396"/>
                  </a:lnTo>
                  <a:lnTo>
                    <a:pt x="106615" y="381280"/>
                  </a:lnTo>
                  <a:lnTo>
                    <a:pt x="107566" y="382341"/>
                  </a:lnTo>
                  <a:lnTo>
                    <a:pt x="108260" y="382476"/>
                  </a:lnTo>
                  <a:lnTo>
                    <a:pt x="112494" y="384626"/>
                  </a:lnTo>
                  <a:lnTo>
                    <a:pt x="117435" y="388862"/>
                  </a:lnTo>
                  <a:lnTo>
                    <a:pt x="119267" y="388670"/>
                  </a:lnTo>
                  <a:lnTo>
                    <a:pt x="119988" y="386326"/>
                  </a:lnTo>
                  <a:lnTo>
                    <a:pt x="120138" y="385317"/>
                  </a:lnTo>
                  <a:lnTo>
                    <a:pt x="122149" y="382947"/>
                  </a:lnTo>
                  <a:lnTo>
                    <a:pt x="123552" y="382554"/>
                  </a:lnTo>
                  <a:lnTo>
                    <a:pt x="125514" y="383416"/>
                  </a:lnTo>
                  <a:lnTo>
                    <a:pt x="125871" y="382712"/>
                  </a:lnTo>
                  <a:lnTo>
                    <a:pt x="125202" y="379237"/>
                  </a:lnTo>
                  <a:lnTo>
                    <a:pt x="124297" y="376229"/>
                  </a:lnTo>
                  <a:lnTo>
                    <a:pt x="122965" y="374303"/>
                  </a:lnTo>
                  <a:lnTo>
                    <a:pt x="120598" y="368644"/>
                  </a:lnTo>
                  <a:lnTo>
                    <a:pt x="119652" y="365835"/>
                  </a:lnTo>
                  <a:lnTo>
                    <a:pt x="119182" y="362936"/>
                  </a:lnTo>
                  <a:lnTo>
                    <a:pt x="119490" y="360372"/>
                  </a:lnTo>
                  <a:lnTo>
                    <a:pt x="119830" y="358504"/>
                  </a:lnTo>
                  <a:lnTo>
                    <a:pt x="124745" y="353960"/>
                  </a:lnTo>
                  <a:lnTo>
                    <a:pt x="126523" y="351239"/>
                  </a:lnTo>
                  <a:lnTo>
                    <a:pt x="128242" y="347704"/>
                  </a:lnTo>
                  <a:lnTo>
                    <a:pt x="129039" y="346981"/>
                  </a:lnTo>
                  <a:lnTo>
                    <a:pt x="131939" y="346000"/>
                  </a:lnTo>
                  <a:lnTo>
                    <a:pt x="135781" y="342976"/>
                  </a:lnTo>
                  <a:lnTo>
                    <a:pt x="138714" y="338961"/>
                  </a:lnTo>
                  <a:lnTo>
                    <a:pt x="141625" y="332856"/>
                  </a:lnTo>
                  <a:lnTo>
                    <a:pt x="142845" y="331268"/>
                  </a:lnTo>
                  <a:lnTo>
                    <a:pt x="143836" y="331413"/>
                  </a:lnTo>
                  <a:lnTo>
                    <a:pt x="145155" y="332369"/>
                  </a:lnTo>
                  <a:lnTo>
                    <a:pt x="146610" y="334139"/>
                  </a:lnTo>
                  <a:lnTo>
                    <a:pt x="148575" y="334469"/>
                  </a:lnTo>
                  <a:lnTo>
                    <a:pt x="150492" y="334185"/>
                  </a:lnTo>
                  <a:lnTo>
                    <a:pt x="152677" y="334345"/>
                  </a:lnTo>
                  <a:lnTo>
                    <a:pt x="155731" y="337130"/>
                  </a:lnTo>
                  <a:lnTo>
                    <a:pt x="156235" y="338019"/>
                  </a:lnTo>
                  <a:lnTo>
                    <a:pt x="156714" y="339208"/>
                  </a:lnTo>
                  <a:lnTo>
                    <a:pt x="155726" y="341500"/>
                  </a:lnTo>
                  <a:lnTo>
                    <a:pt x="155644" y="342978"/>
                  </a:lnTo>
                  <a:lnTo>
                    <a:pt x="156433" y="342288"/>
                  </a:lnTo>
                  <a:lnTo>
                    <a:pt x="157520" y="341943"/>
                  </a:lnTo>
                  <a:lnTo>
                    <a:pt x="158546" y="342416"/>
                  </a:lnTo>
                  <a:lnTo>
                    <a:pt x="159511" y="343708"/>
                  </a:lnTo>
                  <a:lnTo>
                    <a:pt x="160209" y="345154"/>
                  </a:lnTo>
                  <a:lnTo>
                    <a:pt x="161052" y="346370"/>
                  </a:lnTo>
                  <a:lnTo>
                    <a:pt x="161321" y="344716"/>
                  </a:lnTo>
                  <a:lnTo>
                    <a:pt x="161445" y="343292"/>
                  </a:lnTo>
                  <a:lnTo>
                    <a:pt x="160982" y="339678"/>
                  </a:lnTo>
                  <a:lnTo>
                    <a:pt x="162170" y="334595"/>
                  </a:lnTo>
                  <a:lnTo>
                    <a:pt x="163090" y="332390"/>
                  </a:lnTo>
                  <a:lnTo>
                    <a:pt x="164746" y="326773"/>
                  </a:lnTo>
                  <a:lnTo>
                    <a:pt x="164250" y="323143"/>
                  </a:lnTo>
                  <a:lnTo>
                    <a:pt x="164175" y="318914"/>
                  </a:lnTo>
                  <a:lnTo>
                    <a:pt x="163931" y="316951"/>
                  </a:lnTo>
                  <a:lnTo>
                    <a:pt x="162854" y="314130"/>
                  </a:lnTo>
                  <a:lnTo>
                    <a:pt x="160764" y="312130"/>
                  </a:lnTo>
                  <a:lnTo>
                    <a:pt x="158658" y="311501"/>
                  </a:lnTo>
                  <a:lnTo>
                    <a:pt x="157957" y="309555"/>
                  </a:lnTo>
                  <a:lnTo>
                    <a:pt x="158084" y="307336"/>
                  </a:lnTo>
                  <a:lnTo>
                    <a:pt x="158667" y="304093"/>
                  </a:lnTo>
                  <a:lnTo>
                    <a:pt x="160398" y="297257"/>
                  </a:lnTo>
                  <a:lnTo>
                    <a:pt x="162215" y="287655"/>
                  </a:lnTo>
                  <a:lnTo>
                    <a:pt x="162274" y="285420"/>
                  </a:lnTo>
                  <a:lnTo>
                    <a:pt x="162104" y="284198"/>
                  </a:lnTo>
                  <a:lnTo>
                    <a:pt x="162225" y="282962"/>
                  </a:lnTo>
                  <a:lnTo>
                    <a:pt x="162016" y="280027"/>
                  </a:lnTo>
                  <a:lnTo>
                    <a:pt x="161674" y="277860"/>
                  </a:lnTo>
                  <a:lnTo>
                    <a:pt x="154319" y="269544"/>
                  </a:lnTo>
                  <a:lnTo>
                    <a:pt x="153876" y="268738"/>
                  </a:lnTo>
                  <a:lnTo>
                    <a:pt x="153638" y="267628"/>
                  </a:lnTo>
                  <a:lnTo>
                    <a:pt x="154408" y="267381"/>
                  </a:lnTo>
                  <a:lnTo>
                    <a:pt x="154972" y="267437"/>
                  </a:lnTo>
                  <a:lnTo>
                    <a:pt x="160510" y="271308"/>
                  </a:lnTo>
                  <a:lnTo>
                    <a:pt x="161733" y="271517"/>
                  </a:lnTo>
                  <a:lnTo>
                    <a:pt x="170413" y="270441"/>
                  </a:lnTo>
                  <a:lnTo>
                    <a:pt x="174656" y="271376"/>
                  </a:lnTo>
                  <a:lnTo>
                    <a:pt x="178237" y="273351"/>
                  </a:lnTo>
                  <a:lnTo>
                    <a:pt x="180798" y="278916"/>
                  </a:lnTo>
                  <a:lnTo>
                    <a:pt x="183406" y="284014"/>
                  </a:lnTo>
                  <a:lnTo>
                    <a:pt x="185847" y="288398"/>
                  </a:lnTo>
                  <a:lnTo>
                    <a:pt x="185913" y="291993"/>
                  </a:lnTo>
                  <a:lnTo>
                    <a:pt x="183399" y="292736"/>
                  </a:lnTo>
                  <a:lnTo>
                    <a:pt x="180950" y="292899"/>
                  </a:lnTo>
                  <a:lnTo>
                    <a:pt x="174745" y="294689"/>
                  </a:lnTo>
                  <a:lnTo>
                    <a:pt x="173259" y="296719"/>
                  </a:lnTo>
                  <a:lnTo>
                    <a:pt x="169080" y="302967"/>
                  </a:lnTo>
                  <a:lnTo>
                    <a:pt x="168721" y="304867"/>
                  </a:lnTo>
                  <a:lnTo>
                    <a:pt x="169080" y="306709"/>
                  </a:lnTo>
                  <a:lnTo>
                    <a:pt x="170997" y="308661"/>
                  </a:lnTo>
                  <a:lnTo>
                    <a:pt x="175067" y="311591"/>
                  </a:lnTo>
                  <a:lnTo>
                    <a:pt x="176897" y="317395"/>
                  </a:lnTo>
                  <a:lnTo>
                    <a:pt x="178173" y="320294"/>
                  </a:lnTo>
                  <a:lnTo>
                    <a:pt x="179141" y="321415"/>
                  </a:lnTo>
                  <a:lnTo>
                    <a:pt x="180083" y="321699"/>
                  </a:lnTo>
                  <a:lnTo>
                    <a:pt x="182138" y="321719"/>
                  </a:lnTo>
                  <a:lnTo>
                    <a:pt x="183588" y="322423"/>
                  </a:lnTo>
                  <a:lnTo>
                    <a:pt x="184009" y="322979"/>
                  </a:lnTo>
                  <a:lnTo>
                    <a:pt x="184586" y="322423"/>
                  </a:lnTo>
                  <a:lnTo>
                    <a:pt x="185917" y="322230"/>
                  </a:lnTo>
                  <a:lnTo>
                    <a:pt x="193662" y="319148"/>
                  </a:lnTo>
                  <a:lnTo>
                    <a:pt x="195194" y="317786"/>
                  </a:lnTo>
                  <a:lnTo>
                    <a:pt x="195706" y="315744"/>
                  </a:lnTo>
                  <a:lnTo>
                    <a:pt x="196273" y="308930"/>
                  </a:lnTo>
                  <a:lnTo>
                    <a:pt x="196958" y="306564"/>
                  </a:lnTo>
                  <a:lnTo>
                    <a:pt x="197620" y="303639"/>
                  </a:lnTo>
                  <a:lnTo>
                    <a:pt x="197374" y="301847"/>
                  </a:lnTo>
                  <a:lnTo>
                    <a:pt x="197298" y="299813"/>
                  </a:lnTo>
                  <a:lnTo>
                    <a:pt x="201182" y="297856"/>
                  </a:lnTo>
                  <a:lnTo>
                    <a:pt x="204788" y="296530"/>
                  </a:lnTo>
                  <a:lnTo>
                    <a:pt x="206513" y="296937"/>
                  </a:lnTo>
                  <a:lnTo>
                    <a:pt x="206943" y="295464"/>
                  </a:lnTo>
                  <a:lnTo>
                    <a:pt x="205835" y="292637"/>
                  </a:lnTo>
                  <a:lnTo>
                    <a:pt x="205191" y="291242"/>
                  </a:lnTo>
                  <a:lnTo>
                    <a:pt x="205754" y="290600"/>
                  </a:lnTo>
                  <a:lnTo>
                    <a:pt x="206584" y="291375"/>
                  </a:lnTo>
                  <a:lnTo>
                    <a:pt x="207673" y="291845"/>
                  </a:lnTo>
                  <a:lnTo>
                    <a:pt x="209609" y="291355"/>
                  </a:lnTo>
                  <a:lnTo>
                    <a:pt x="217069" y="285601"/>
                  </a:lnTo>
                  <a:lnTo>
                    <a:pt x="219972" y="282344"/>
                  </a:lnTo>
                  <a:lnTo>
                    <a:pt x="221711" y="281073"/>
                  </a:lnTo>
                  <a:lnTo>
                    <a:pt x="224454" y="278137"/>
                  </a:lnTo>
                  <a:lnTo>
                    <a:pt x="225795" y="277185"/>
                  </a:lnTo>
                  <a:lnTo>
                    <a:pt x="228099" y="276790"/>
                  </a:lnTo>
                  <a:lnTo>
                    <a:pt x="230575" y="275634"/>
                  </a:lnTo>
                  <a:lnTo>
                    <a:pt x="233273" y="273451"/>
                  </a:lnTo>
                  <a:lnTo>
                    <a:pt x="236907" y="271605"/>
                  </a:lnTo>
                  <a:lnTo>
                    <a:pt x="237493" y="271530"/>
                  </a:lnTo>
                  <a:lnTo>
                    <a:pt x="238196" y="271805"/>
                  </a:lnTo>
                  <a:lnTo>
                    <a:pt x="239701" y="273952"/>
                  </a:lnTo>
                  <a:lnTo>
                    <a:pt x="239144" y="275156"/>
                  </a:lnTo>
                  <a:lnTo>
                    <a:pt x="238722" y="276466"/>
                  </a:lnTo>
                  <a:lnTo>
                    <a:pt x="239449" y="277156"/>
                  </a:lnTo>
                  <a:lnTo>
                    <a:pt x="240056" y="277488"/>
                  </a:lnTo>
                  <a:lnTo>
                    <a:pt x="240771" y="277133"/>
                  </a:lnTo>
                  <a:lnTo>
                    <a:pt x="241524" y="276234"/>
                  </a:lnTo>
                  <a:lnTo>
                    <a:pt x="243396" y="274915"/>
                  </a:lnTo>
                  <a:lnTo>
                    <a:pt x="243905" y="273223"/>
                  </a:lnTo>
                  <a:lnTo>
                    <a:pt x="243184" y="272569"/>
                  </a:lnTo>
                  <a:lnTo>
                    <a:pt x="242246" y="270020"/>
                  </a:lnTo>
                  <a:lnTo>
                    <a:pt x="241140" y="269495"/>
                  </a:lnTo>
                  <a:lnTo>
                    <a:pt x="240265" y="269555"/>
                  </a:lnTo>
                  <a:lnTo>
                    <a:pt x="243529" y="265919"/>
                  </a:lnTo>
                  <a:lnTo>
                    <a:pt x="250541" y="260561"/>
                  </a:lnTo>
                  <a:lnTo>
                    <a:pt x="254281" y="258098"/>
                  </a:lnTo>
                  <a:lnTo>
                    <a:pt x="257972" y="257878"/>
                  </a:lnTo>
                  <a:lnTo>
                    <a:pt x="260907" y="258203"/>
                  </a:lnTo>
                  <a:lnTo>
                    <a:pt x="259802" y="259018"/>
                  </a:lnTo>
                  <a:lnTo>
                    <a:pt x="254978" y="260145"/>
                  </a:lnTo>
                  <a:lnTo>
                    <a:pt x="254240" y="260711"/>
                  </a:lnTo>
                  <a:lnTo>
                    <a:pt x="254245" y="261384"/>
                  </a:lnTo>
                  <a:lnTo>
                    <a:pt x="255411" y="261781"/>
                  </a:lnTo>
                  <a:lnTo>
                    <a:pt x="255902" y="262578"/>
                  </a:lnTo>
                  <a:lnTo>
                    <a:pt x="255505" y="263536"/>
                  </a:lnTo>
                  <a:lnTo>
                    <a:pt x="255139" y="263842"/>
                  </a:lnTo>
                  <a:lnTo>
                    <a:pt x="254588" y="266577"/>
                  </a:lnTo>
                  <a:lnTo>
                    <a:pt x="253867" y="268792"/>
                  </a:lnTo>
                  <a:lnTo>
                    <a:pt x="255394" y="271659"/>
                  </a:lnTo>
                  <a:lnTo>
                    <a:pt x="255520" y="274656"/>
                  </a:lnTo>
                  <a:lnTo>
                    <a:pt x="254546" y="276218"/>
                  </a:lnTo>
                  <a:lnTo>
                    <a:pt x="253205" y="275631"/>
                  </a:lnTo>
                  <a:lnTo>
                    <a:pt x="252019" y="276678"/>
                  </a:lnTo>
                  <a:lnTo>
                    <a:pt x="249865" y="277384"/>
                  </a:lnTo>
                  <a:lnTo>
                    <a:pt x="249392" y="278316"/>
                  </a:lnTo>
                  <a:lnTo>
                    <a:pt x="249076" y="279622"/>
                  </a:lnTo>
                  <a:lnTo>
                    <a:pt x="250447" y="279936"/>
                  </a:lnTo>
                  <a:lnTo>
                    <a:pt x="251524" y="279853"/>
                  </a:lnTo>
                  <a:lnTo>
                    <a:pt x="255355" y="280694"/>
                  </a:lnTo>
                  <a:lnTo>
                    <a:pt x="255876" y="280808"/>
                  </a:lnTo>
                  <a:lnTo>
                    <a:pt x="257139" y="279871"/>
                  </a:lnTo>
                  <a:lnTo>
                    <a:pt x="258424" y="279657"/>
                  </a:lnTo>
                  <a:lnTo>
                    <a:pt x="259972" y="279397"/>
                  </a:lnTo>
                  <a:lnTo>
                    <a:pt x="260763" y="278834"/>
                  </a:lnTo>
                  <a:lnTo>
                    <a:pt x="261580" y="279457"/>
                  </a:lnTo>
                  <a:lnTo>
                    <a:pt x="263087" y="282083"/>
                  </a:lnTo>
                  <a:lnTo>
                    <a:pt x="264465" y="281561"/>
                  </a:lnTo>
                  <a:lnTo>
                    <a:pt x="265059" y="276479"/>
                  </a:lnTo>
                  <a:lnTo>
                    <a:pt x="267249" y="273341"/>
                  </a:lnTo>
                  <a:lnTo>
                    <a:pt x="269818" y="270747"/>
                  </a:lnTo>
                  <a:lnTo>
                    <a:pt x="272291" y="270509"/>
                  </a:lnTo>
                  <a:lnTo>
                    <a:pt x="274687" y="268694"/>
                  </a:lnTo>
                  <a:lnTo>
                    <a:pt x="275832" y="268352"/>
                  </a:lnTo>
                  <a:lnTo>
                    <a:pt x="278063" y="269085"/>
                  </a:lnTo>
                  <a:lnTo>
                    <a:pt x="281375" y="269233"/>
                  </a:lnTo>
                  <a:lnTo>
                    <a:pt x="284155" y="270780"/>
                  </a:lnTo>
                  <a:lnTo>
                    <a:pt x="286245" y="271155"/>
                  </a:lnTo>
                  <a:lnTo>
                    <a:pt x="289298" y="268570"/>
                  </a:lnTo>
                  <a:lnTo>
                    <a:pt x="296303" y="261234"/>
                  </a:lnTo>
                  <a:lnTo>
                    <a:pt x="296918" y="262883"/>
                  </a:lnTo>
                  <a:lnTo>
                    <a:pt x="298042" y="260452"/>
                  </a:lnTo>
                  <a:lnTo>
                    <a:pt x="303474" y="257864"/>
                  </a:lnTo>
                  <a:lnTo>
                    <a:pt x="304804" y="257798"/>
                  </a:lnTo>
                  <a:lnTo>
                    <a:pt x="304829" y="258787"/>
                  </a:lnTo>
                  <a:lnTo>
                    <a:pt x="305312" y="261041"/>
                  </a:lnTo>
                  <a:lnTo>
                    <a:pt x="306372" y="262420"/>
                  </a:lnTo>
                  <a:lnTo>
                    <a:pt x="307815" y="265707"/>
                  </a:lnTo>
                  <a:lnTo>
                    <a:pt x="307121" y="266592"/>
                  </a:lnTo>
                  <a:lnTo>
                    <a:pt x="306393" y="267098"/>
                  </a:lnTo>
                  <a:lnTo>
                    <a:pt x="305333" y="269314"/>
                  </a:lnTo>
                  <a:lnTo>
                    <a:pt x="305205" y="274396"/>
                  </a:lnTo>
                  <a:lnTo>
                    <a:pt x="307241" y="275697"/>
                  </a:lnTo>
                  <a:lnTo>
                    <a:pt x="310063" y="277150"/>
                  </a:lnTo>
                  <a:lnTo>
                    <a:pt x="311230" y="277136"/>
                  </a:lnTo>
                  <a:lnTo>
                    <a:pt x="312209" y="276287"/>
                  </a:lnTo>
                  <a:lnTo>
                    <a:pt x="312509" y="275823"/>
                  </a:lnTo>
                  <a:lnTo>
                    <a:pt x="312880" y="275058"/>
                  </a:lnTo>
                  <a:lnTo>
                    <a:pt x="313125" y="273598"/>
                  </a:lnTo>
                  <a:lnTo>
                    <a:pt x="313304" y="272441"/>
                  </a:lnTo>
                  <a:lnTo>
                    <a:pt x="312570" y="269650"/>
                  </a:lnTo>
                  <a:lnTo>
                    <a:pt x="312867" y="266654"/>
                  </a:lnTo>
                  <a:lnTo>
                    <a:pt x="315408" y="266856"/>
                  </a:lnTo>
                  <a:lnTo>
                    <a:pt x="318570" y="265986"/>
                  </a:lnTo>
                  <a:lnTo>
                    <a:pt x="319998" y="264270"/>
                  </a:lnTo>
                  <a:lnTo>
                    <a:pt x="321703" y="261073"/>
                  </a:lnTo>
                  <a:lnTo>
                    <a:pt x="322842" y="258367"/>
                  </a:lnTo>
                  <a:lnTo>
                    <a:pt x="322121" y="253677"/>
                  </a:lnTo>
                  <a:lnTo>
                    <a:pt x="320256" y="254719"/>
                  </a:lnTo>
                  <a:lnTo>
                    <a:pt x="317110" y="244472"/>
                  </a:lnTo>
                  <a:lnTo>
                    <a:pt x="315507" y="240515"/>
                  </a:lnTo>
                  <a:lnTo>
                    <a:pt x="316525" y="238692"/>
                  </a:lnTo>
                  <a:lnTo>
                    <a:pt x="319238" y="237519"/>
                  </a:lnTo>
                  <a:lnTo>
                    <a:pt x="321683" y="233712"/>
                  </a:lnTo>
                  <a:lnTo>
                    <a:pt x="322607" y="232945"/>
                  </a:lnTo>
                  <a:lnTo>
                    <a:pt x="323634" y="232817"/>
                  </a:lnTo>
                  <a:lnTo>
                    <a:pt x="330888" y="235429"/>
                  </a:lnTo>
                  <a:lnTo>
                    <a:pt x="339163" y="236018"/>
                  </a:lnTo>
                  <a:lnTo>
                    <a:pt x="346183" y="238022"/>
                  </a:lnTo>
                  <a:lnTo>
                    <a:pt x="354152" y="242178"/>
                  </a:lnTo>
                  <a:lnTo>
                    <a:pt x="358015" y="245104"/>
                  </a:lnTo>
                  <a:lnTo>
                    <a:pt x="361248" y="248362"/>
                  </a:lnTo>
                  <a:lnTo>
                    <a:pt x="360938" y="250654"/>
                  </a:lnTo>
                  <a:lnTo>
                    <a:pt x="362238" y="250003"/>
                  </a:lnTo>
                  <a:lnTo>
                    <a:pt x="365077" y="252026"/>
                  </a:lnTo>
                  <a:lnTo>
                    <a:pt x="367011" y="252852"/>
                  </a:lnTo>
                  <a:lnTo>
                    <a:pt x="369008" y="254066"/>
                  </a:lnTo>
                  <a:lnTo>
                    <a:pt x="369748" y="255701"/>
                  </a:lnTo>
                  <a:lnTo>
                    <a:pt x="372364" y="256903"/>
                  </a:lnTo>
                  <a:lnTo>
                    <a:pt x="375064" y="259119"/>
                  </a:lnTo>
                  <a:lnTo>
                    <a:pt x="375549" y="259517"/>
                  </a:lnTo>
                  <a:lnTo>
                    <a:pt x="378821" y="261168"/>
                  </a:lnTo>
                  <a:lnTo>
                    <a:pt x="381186" y="261712"/>
                  </a:lnTo>
                  <a:lnTo>
                    <a:pt x="382597" y="265247"/>
                  </a:lnTo>
                  <a:lnTo>
                    <a:pt x="387312" y="270408"/>
                  </a:lnTo>
                  <a:lnTo>
                    <a:pt x="388188" y="272347"/>
                  </a:lnTo>
                  <a:lnTo>
                    <a:pt x="392285" y="275598"/>
                  </a:lnTo>
                  <a:lnTo>
                    <a:pt x="394345" y="278240"/>
                  </a:lnTo>
                  <a:lnTo>
                    <a:pt x="395624" y="277229"/>
                  </a:lnTo>
                  <a:lnTo>
                    <a:pt x="398751" y="270759"/>
                  </a:lnTo>
                  <a:lnTo>
                    <a:pt x="400624" y="263355"/>
                  </a:lnTo>
                  <a:lnTo>
                    <a:pt x="401741" y="259435"/>
                  </a:lnTo>
                  <a:lnTo>
                    <a:pt x="399663" y="259271"/>
                  </a:lnTo>
                  <a:lnTo>
                    <a:pt x="398110" y="260418"/>
                  </a:lnTo>
                  <a:lnTo>
                    <a:pt x="397117" y="260122"/>
                  </a:lnTo>
                  <a:lnTo>
                    <a:pt x="395994" y="258949"/>
                  </a:lnTo>
                  <a:lnTo>
                    <a:pt x="394190" y="255980"/>
                  </a:lnTo>
                  <a:lnTo>
                    <a:pt x="391905" y="250996"/>
                  </a:lnTo>
                  <a:lnTo>
                    <a:pt x="391478" y="245542"/>
                  </a:lnTo>
                  <a:lnTo>
                    <a:pt x="390833" y="243792"/>
                  </a:lnTo>
                  <a:lnTo>
                    <a:pt x="388607" y="242316"/>
                  </a:lnTo>
                  <a:lnTo>
                    <a:pt x="387163" y="240707"/>
                  </a:lnTo>
                  <a:lnTo>
                    <a:pt x="381782" y="237478"/>
                  </a:lnTo>
                  <a:lnTo>
                    <a:pt x="380817" y="238605"/>
                  </a:lnTo>
                  <a:lnTo>
                    <a:pt x="380530" y="240345"/>
                  </a:lnTo>
                  <a:lnTo>
                    <a:pt x="380169" y="241612"/>
                  </a:lnTo>
                  <a:lnTo>
                    <a:pt x="379627" y="239976"/>
                  </a:lnTo>
                  <a:lnTo>
                    <a:pt x="379278" y="238497"/>
                  </a:lnTo>
                  <a:lnTo>
                    <a:pt x="379268" y="236106"/>
                  </a:lnTo>
                  <a:lnTo>
                    <a:pt x="379550" y="233091"/>
                  </a:lnTo>
                  <a:lnTo>
                    <a:pt x="380455" y="228006"/>
                  </a:lnTo>
                  <a:lnTo>
                    <a:pt x="381826" y="228262"/>
                  </a:lnTo>
                  <a:lnTo>
                    <a:pt x="382551" y="227523"/>
                  </a:lnTo>
                  <a:lnTo>
                    <a:pt x="383463" y="225235"/>
                  </a:lnTo>
                  <a:lnTo>
                    <a:pt x="383061" y="223356"/>
                  </a:lnTo>
                  <a:lnTo>
                    <a:pt x="382571" y="221929"/>
                  </a:lnTo>
                  <a:lnTo>
                    <a:pt x="382670" y="219707"/>
                  </a:lnTo>
                  <a:lnTo>
                    <a:pt x="383536" y="213650"/>
                  </a:lnTo>
                  <a:lnTo>
                    <a:pt x="383900" y="206599"/>
                  </a:lnTo>
                  <a:lnTo>
                    <a:pt x="383196" y="204835"/>
                  </a:lnTo>
                  <a:lnTo>
                    <a:pt x="382541" y="203679"/>
                  </a:lnTo>
                  <a:lnTo>
                    <a:pt x="379456" y="204866"/>
                  </a:lnTo>
                  <a:lnTo>
                    <a:pt x="378300" y="204241"/>
                  </a:lnTo>
                  <a:lnTo>
                    <a:pt x="378040" y="202877"/>
                  </a:lnTo>
                  <a:lnTo>
                    <a:pt x="377953" y="201816"/>
                  </a:lnTo>
                  <a:lnTo>
                    <a:pt x="378844" y="199991"/>
                  </a:lnTo>
                  <a:lnTo>
                    <a:pt x="379692" y="196996"/>
                  </a:lnTo>
                  <a:lnTo>
                    <a:pt x="378207" y="197646"/>
                  </a:lnTo>
                  <a:lnTo>
                    <a:pt x="377698" y="196473"/>
                  </a:lnTo>
                  <a:lnTo>
                    <a:pt x="378933" y="194745"/>
                  </a:lnTo>
                  <a:lnTo>
                    <a:pt x="380370" y="190535"/>
                  </a:lnTo>
                  <a:lnTo>
                    <a:pt x="383799" y="188600"/>
                  </a:lnTo>
                  <a:lnTo>
                    <a:pt x="386371" y="186704"/>
                  </a:lnTo>
                  <a:lnTo>
                    <a:pt x="390386" y="182674"/>
                  </a:lnTo>
                  <a:lnTo>
                    <a:pt x="393365" y="178702"/>
                  </a:lnTo>
                  <a:lnTo>
                    <a:pt x="395289" y="173684"/>
                  </a:lnTo>
                  <a:lnTo>
                    <a:pt x="396616" y="168953"/>
                  </a:lnTo>
                  <a:lnTo>
                    <a:pt x="398753" y="157759"/>
                  </a:lnTo>
                  <a:lnTo>
                    <a:pt x="400765" y="149534"/>
                  </a:lnTo>
                  <a:lnTo>
                    <a:pt x="404153" y="141095"/>
                  </a:lnTo>
                  <a:lnTo>
                    <a:pt x="406272" y="140314"/>
                  </a:lnTo>
                  <a:lnTo>
                    <a:pt x="407065" y="140444"/>
                  </a:lnTo>
                  <a:lnTo>
                    <a:pt x="407206" y="141069"/>
                  </a:lnTo>
                  <a:lnTo>
                    <a:pt x="406723" y="141794"/>
                  </a:lnTo>
                  <a:lnTo>
                    <a:pt x="406592" y="142807"/>
                  </a:lnTo>
                  <a:lnTo>
                    <a:pt x="407488" y="143180"/>
                  </a:lnTo>
                  <a:lnTo>
                    <a:pt x="408922" y="143250"/>
                  </a:lnTo>
                  <a:lnTo>
                    <a:pt x="411659" y="142701"/>
                  </a:lnTo>
                  <a:lnTo>
                    <a:pt x="416304" y="143019"/>
                  </a:lnTo>
                  <a:lnTo>
                    <a:pt x="424426" y="142331"/>
                  </a:lnTo>
                  <a:lnTo>
                    <a:pt x="425549" y="142673"/>
                  </a:lnTo>
                  <a:lnTo>
                    <a:pt x="428554" y="145109"/>
                  </a:lnTo>
                  <a:lnTo>
                    <a:pt x="430202" y="144833"/>
                  </a:lnTo>
                  <a:lnTo>
                    <a:pt x="433522" y="145976"/>
                  </a:lnTo>
                  <a:lnTo>
                    <a:pt x="435324" y="147331"/>
                  </a:lnTo>
                  <a:lnTo>
                    <a:pt x="437038" y="148899"/>
                  </a:lnTo>
                  <a:lnTo>
                    <a:pt x="436801" y="155058"/>
                  </a:lnTo>
                  <a:lnTo>
                    <a:pt x="436469" y="159189"/>
                  </a:lnTo>
                  <a:lnTo>
                    <a:pt x="435234" y="166982"/>
                  </a:lnTo>
                  <a:lnTo>
                    <a:pt x="434750" y="168959"/>
                  </a:lnTo>
                  <a:lnTo>
                    <a:pt x="432836" y="174600"/>
                  </a:lnTo>
                  <a:lnTo>
                    <a:pt x="431918" y="178327"/>
                  </a:lnTo>
                  <a:lnTo>
                    <a:pt x="430478" y="180878"/>
                  </a:lnTo>
                  <a:lnTo>
                    <a:pt x="428385" y="182687"/>
                  </a:lnTo>
                  <a:lnTo>
                    <a:pt x="428119" y="183768"/>
                  </a:lnTo>
                  <a:lnTo>
                    <a:pt x="427955" y="185363"/>
                  </a:lnTo>
                  <a:lnTo>
                    <a:pt x="429993" y="189816"/>
                  </a:lnTo>
                  <a:lnTo>
                    <a:pt x="434820" y="194413"/>
                  </a:lnTo>
                  <a:lnTo>
                    <a:pt x="436004" y="199965"/>
                  </a:lnTo>
                  <a:lnTo>
                    <a:pt x="436265" y="204113"/>
                  </a:lnTo>
                  <a:lnTo>
                    <a:pt x="435961" y="214914"/>
                  </a:lnTo>
                  <a:lnTo>
                    <a:pt x="435512" y="216507"/>
                  </a:lnTo>
                  <a:lnTo>
                    <a:pt x="434633" y="218217"/>
                  </a:lnTo>
                  <a:lnTo>
                    <a:pt x="433744" y="220303"/>
                  </a:lnTo>
                  <a:lnTo>
                    <a:pt x="434323" y="223330"/>
                  </a:lnTo>
                  <a:lnTo>
                    <a:pt x="434993" y="234538"/>
                  </a:lnTo>
                  <a:lnTo>
                    <a:pt x="435149" y="243674"/>
                  </a:lnTo>
                  <a:lnTo>
                    <a:pt x="434589" y="246795"/>
                  </a:lnTo>
                  <a:lnTo>
                    <a:pt x="434298" y="253419"/>
                  </a:lnTo>
                  <a:lnTo>
                    <a:pt x="434301" y="255597"/>
                  </a:lnTo>
                  <a:lnTo>
                    <a:pt x="434776" y="258901"/>
                  </a:lnTo>
                  <a:lnTo>
                    <a:pt x="435752" y="261674"/>
                  </a:lnTo>
                  <a:lnTo>
                    <a:pt x="437036" y="263436"/>
                  </a:lnTo>
                  <a:lnTo>
                    <a:pt x="440678" y="266641"/>
                  </a:lnTo>
                  <a:lnTo>
                    <a:pt x="444113" y="270549"/>
                  </a:lnTo>
                  <a:lnTo>
                    <a:pt x="444357" y="271787"/>
                  </a:lnTo>
                  <a:lnTo>
                    <a:pt x="444533" y="273286"/>
                  </a:lnTo>
                  <a:lnTo>
                    <a:pt x="443317" y="274797"/>
                  </a:lnTo>
                  <a:lnTo>
                    <a:pt x="441406" y="278824"/>
                  </a:lnTo>
                  <a:lnTo>
                    <a:pt x="440185" y="282167"/>
                  </a:lnTo>
                  <a:lnTo>
                    <a:pt x="440089" y="284839"/>
                  </a:lnTo>
                  <a:lnTo>
                    <a:pt x="440508" y="288322"/>
                  </a:lnTo>
                  <a:lnTo>
                    <a:pt x="440307" y="291514"/>
                  </a:lnTo>
                  <a:lnTo>
                    <a:pt x="439487" y="294412"/>
                  </a:lnTo>
                  <a:lnTo>
                    <a:pt x="438352" y="296502"/>
                  </a:lnTo>
                  <a:lnTo>
                    <a:pt x="434945" y="299731"/>
                  </a:lnTo>
                  <a:lnTo>
                    <a:pt x="427765" y="316849"/>
                  </a:lnTo>
                  <a:lnTo>
                    <a:pt x="426041" y="318856"/>
                  </a:lnTo>
                  <a:lnTo>
                    <a:pt x="423128" y="318212"/>
                  </a:lnTo>
                  <a:lnTo>
                    <a:pt x="423933" y="320651"/>
                  </a:lnTo>
                  <a:lnTo>
                    <a:pt x="424916" y="324153"/>
                  </a:lnTo>
                  <a:lnTo>
                    <a:pt x="424804" y="326439"/>
                  </a:lnTo>
                  <a:lnTo>
                    <a:pt x="422905" y="326332"/>
                  </a:lnTo>
                  <a:lnTo>
                    <a:pt x="420248" y="328761"/>
                  </a:lnTo>
                  <a:lnTo>
                    <a:pt x="419035" y="330427"/>
                  </a:lnTo>
                  <a:lnTo>
                    <a:pt x="416973" y="331275"/>
                  </a:lnTo>
                  <a:lnTo>
                    <a:pt x="415401" y="330411"/>
                  </a:lnTo>
                  <a:lnTo>
                    <a:pt x="413684" y="328821"/>
                  </a:lnTo>
                  <a:lnTo>
                    <a:pt x="413935" y="327488"/>
                  </a:lnTo>
                  <a:lnTo>
                    <a:pt x="414258" y="326877"/>
                  </a:lnTo>
                  <a:lnTo>
                    <a:pt x="415464" y="325913"/>
                  </a:lnTo>
                  <a:lnTo>
                    <a:pt x="416644" y="324600"/>
                  </a:lnTo>
                  <a:lnTo>
                    <a:pt x="416068" y="324338"/>
                  </a:lnTo>
                  <a:lnTo>
                    <a:pt x="415571" y="324351"/>
                  </a:lnTo>
                  <a:lnTo>
                    <a:pt x="414272" y="326019"/>
                  </a:lnTo>
                  <a:lnTo>
                    <a:pt x="412728" y="326359"/>
                  </a:lnTo>
                  <a:lnTo>
                    <a:pt x="410905" y="324333"/>
                  </a:lnTo>
                  <a:lnTo>
                    <a:pt x="409510" y="322099"/>
                  </a:lnTo>
                  <a:lnTo>
                    <a:pt x="408822" y="321641"/>
                  </a:lnTo>
                  <a:lnTo>
                    <a:pt x="407508" y="322553"/>
                  </a:lnTo>
                  <a:lnTo>
                    <a:pt x="402484" y="322139"/>
                  </a:lnTo>
                  <a:lnTo>
                    <a:pt x="401147" y="322514"/>
                  </a:lnTo>
                  <a:lnTo>
                    <a:pt x="400519" y="323329"/>
                  </a:lnTo>
                  <a:lnTo>
                    <a:pt x="400882" y="323979"/>
                  </a:lnTo>
                  <a:lnTo>
                    <a:pt x="401266" y="325242"/>
                  </a:lnTo>
                  <a:lnTo>
                    <a:pt x="401774" y="327691"/>
                  </a:lnTo>
                  <a:lnTo>
                    <a:pt x="402258" y="329525"/>
                  </a:lnTo>
                  <a:lnTo>
                    <a:pt x="404351" y="331532"/>
                  </a:lnTo>
                  <a:lnTo>
                    <a:pt x="407129" y="332305"/>
                  </a:lnTo>
                  <a:lnTo>
                    <a:pt x="409835" y="334762"/>
                  </a:lnTo>
                  <a:lnTo>
                    <a:pt x="413267" y="336507"/>
                  </a:lnTo>
                  <a:lnTo>
                    <a:pt x="421016" y="335789"/>
                  </a:lnTo>
                  <a:lnTo>
                    <a:pt x="423059" y="336003"/>
                  </a:lnTo>
                  <a:lnTo>
                    <a:pt x="425055" y="336762"/>
                  </a:lnTo>
                  <a:lnTo>
                    <a:pt x="428433" y="339333"/>
                  </a:lnTo>
                  <a:lnTo>
                    <a:pt x="429881" y="339138"/>
                  </a:lnTo>
                  <a:lnTo>
                    <a:pt x="432322" y="336810"/>
                  </a:lnTo>
                  <a:lnTo>
                    <a:pt x="432922" y="331656"/>
                  </a:lnTo>
                  <a:lnTo>
                    <a:pt x="433243" y="330053"/>
                  </a:lnTo>
                  <a:lnTo>
                    <a:pt x="442129" y="322782"/>
                  </a:lnTo>
                  <a:lnTo>
                    <a:pt x="443782" y="321179"/>
                  </a:lnTo>
                  <a:lnTo>
                    <a:pt x="446459" y="317213"/>
                  </a:lnTo>
                  <a:lnTo>
                    <a:pt x="447336" y="314564"/>
                  </a:lnTo>
                  <a:lnTo>
                    <a:pt x="448326" y="307392"/>
                  </a:lnTo>
                  <a:lnTo>
                    <a:pt x="449175" y="304838"/>
                  </a:lnTo>
                  <a:lnTo>
                    <a:pt x="454958" y="296549"/>
                  </a:lnTo>
                  <a:lnTo>
                    <a:pt x="455856" y="294429"/>
                  </a:lnTo>
                  <a:lnTo>
                    <a:pt x="456027" y="290554"/>
                  </a:lnTo>
                  <a:lnTo>
                    <a:pt x="455940" y="287941"/>
                  </a:lnTo>
                  <a:lnTo>
                    <a:pt x="455598" y="285353"/>
                  </a:lnTo>
                  <a:lnTo>
                    <a:pt x="454538" y="281075"/>
                  </a:lnTo>
                  <a:lnTo>
                    <a:pt x="453373" y="278570"/>
                  </a:lnTo>
                  <a:lnTo>
                    <a:pt x="452221" y="275097"/>
                  </a:lnTo>
                  <a:lnTo>
                    <a:pt x="453082" y="268056"/>
                  </a:lnTo>
                  <a:lnTo>
                    <a:pt x="454030" y="265328"/>
                  </a:lnTo>
                  <a:lnTo>
                    <a:pt x="459270" y="262062"/>
                  </a:lnTo>
                  <a:lnTo>
                    <a:pt x="463740" y="260897"/>
                  </a:lnTo>
                  <a:lnTo>
                    <a:pt x="468719" y="258694"/>
                  </a:lnTo>
                  <a:lnTo>
                    <a:pt x="470724" y="258228"/>
                  </a:lnTo>
                  <a:lnTo>
                    <a:pt x="472100" y="258619"/>
                  </a:lnTo>
                  <a:lnTo>
                    <a:pt x="473509" y="261002"/>
                  </a:lnTo>
                  <a:lnTo>
                    <a:pt x="474752" y="264569"/>
                  </a:lnTo>
                  <a:lnTo>
                    <a:pt x="478373" y="269909"/>
                  </a:lnTo>
                  <a:lnTo>
                    <a:pt x="479592" y="273650"/>
                  </a:lnTo>
                  <a:lnTo>
                    <a:pt x="479809" y="278201"/>
                  </a:lnTo>
                  <a:lnTo>
                    <a:pt x="479688" y="289268"/>
                  </a:lnTo>
                  <a:lnTo>
                    <a:pt x="478976" y="294070"/>
                  </a:lnTo>
                  <a:lnTo>
                    <a:pt x="480425" y="295337"/>
                  </a:lnTo>
                  <a:lnTo>
                    <a:pt x="481102" y="296429"/>
                  </a:lnTo>
                  <a:lnTo>
                    <a:pt x="482867" y="298047"/>
                  </a:lnTo>
                  <a:lnTo>
                    <a:pt x="483789" y="299653"/>
                  </a:lnTo>
                  <a:lnTo>
                    <a:pt x="484717" y="300224"/>
                  </a:lnTo>
                  <a:lnTo>
                    <a:pt x="486774" y="300552"/>
                  </a:lnTo>
                  <a:lnTo>
                    <a:pt x="492581" y="299981"/>
                  </a:lnTo>
                  <a:lnTo>
                    <a:pt x="495781" y="299667"/>
                  </a:lnTo>
                  <a:lnTo>
                    <a:pt x="495446" y="298957"/>
                  </a:lnTo>
                  <a:lnTo>
                    <a:pt x="494979" y="298423"/>
                  </a:lnTo>
                  <a:lnTo>
                    <a:pt x="492288" y="298189"/>
                  </a:lnTo>
                  <a:lnTo>
                    <a:pt x="488463" y="297029"/>
                  </a:lnTo>
                  <a:lnTo>
                    <a:pt x="482955" y="294856"/>
                  </a:lnTo>
                  <a:lnTo>
                    <a:pt x="482299" y="290196"/>
                  </a:lnTo>
                  <a:lnTo>
                    <a:pt x="482452" y="287299"/>
                  </a:lnTo>
                  <a:lnTo>
                    <a:pt x="483691" y="281900"/>
                  </a:lnTo>
                  <a:lnTo>
                    <a:pt x="484575" y="280955"/>
                  </a:lnTo>
                  <a:lnTo>
                    <a:pt x="485646" y="280590"/>
                  </a:lnTo>
                  <a:lnTo>
                    <a:pt x="486866" y="279859"/>
                  </a:lnTo>
                  <a:lnTo>
                    <a:pt x="486516" y="276384"/>
                  </a:lnTo>
                  <a:lnTo>
                    <a:pt x="486017" y="273275"/>
                  </a:lnTo>
                  <a:lnTo>
                    <a:pt x="484848" y="268896"/>
                  </a:lnTo>
                  <a:lnTo>
                    <a:pt x="483555" y="260842"/>
                  </a:lnTo>
                  <a:lnTo>
                    <a:pt x="481782" y="260780"/>
                  </a:lnTo>
                  <a:lnTo>
                    <a:pt x="480456" y="259199"/>
                  </a:lnTo>
                  <a:lnTo>
                    <a:pt x="473886" y="254508"/>
                  </a:lnTo>
                  <a:lnTo>
                    <a:pt x="467695" y="251031"/>
                  </a:lnTo>
                  <a:lnTo>
                    <a:pt x="463466" y="250536"/>
                  </a:lnTo>
                  <a:lnTo>
                    <a:pt x="462110" y="250925"/>
                  </a:lnTo>
                  <a:lnTo>
                    <a:pt x="458586" y="254540"/>
                  </a:lnTo>
                  <a:lnTo>
                    <a:pt x="456292" y="255300"/>
                  </a:lnTo>
                  <a:lnTo>
                    <a:pt x="451944" y="253704"/>
                  </a:lnTo>
                  <a:lnTo>
                    <a:pt x="448241" y="254589"/>
                  </a:lnTo>
                  <a:lnTo>
                    <a:pt x="446882" y="253745"/>
                  </a:lnTo>
                  <a:lnTo>
                    <a:pt x="446302" y="252119"/>
                  </a:lnTo>
                  <a:lnTo>
                    <a:pt x="447410" y="245626"/>
                  </a:lnTo>
                  <a:lnTo>
                    <a:pt x="446850" y="243087"/>
                  </a:lnTo>
                  <a:lnTo>
                    <a:pt x="445221" y="239742"/>
                  </a:lnTo>
                  <a:lnTo>
                    <a:pt x="444230" y="237079"/>
                  </a:lnTo>
                  <a:lnTo>
                    <a:pt x="444402" y="234249"/>
                  </a:lnTo>
                  <a:lnTo>
                    <a:pt x="446826" y="223236"/>
                  </a:lnTo>
                  <a:lnTo>
                    <a:pt x="447857" y="220365"/>
                  </a:lnTo>
                  <a:lnTo>
                    <a:pt x="450446" y="215265"/>
                  </a:lnTo>
                  <a:lnTo>
                    <a:pt x="451759" y="211327"/>
                  </a:lnTo>
                  <a:lnTo>
                    <a:pt x="451447" y="209114"/>
                  </a:lnTo>
                  <a:lnTo>
                    <a:pt x="445877" y="196849"/>
                  </a:lnTo>
                  <a:lnTo>
                    <a:pt x="444387" y="192481"/>
                  </a:lnTo>
                  <a:lnTo>
                    <a:pt x="443721" y="191091"/>
                  </a:lnTo>
                  <a:lnTo>
                    <a:pt x="442356" y="189429"/>
                  </a:lnTo>
                  <a:lnTo>
                    <a:pt x="440291" y="187496"/>
                  </a:lnTo>
                  <a:lnTo>
                    <a:pt x="439674" y="185732"/>
                  </a:lnTo>
                  <a:lnTo>
                    <a:pt x="445303" y="173908"/>
                  </a:lnTo>
                  <a:lnTo>
                    <a:pt x="447876" y="171848"/>
                  </a:lnTo>
                  <a:lnTo>
                    <a:pt x="451450" y="170576"/>
                  </a:lnTo>
                  <a:lnTo>
                    <a:pt x="453160" y="169417"/>
                  </a:lnTo>
                  <a:lnTo>
                    <a:pt x="456189" y="167043"/>
                  </a:lnTo>
                  <a:lnTo>
                    <a:pt x="457997" y="165050"/>
                  </a:lnTo>
                  <a:lnTo>
                    <a:pt x="458584" y="163443"/>
                  </a:lnTo>
                  <a:lnTo>
                    <a:pt x="458937" y="161554"/>
                  </a:lnTo>
                  <a:lnTo>
                    <a:pt x="459005" y="156899"/>
                  </a:lnTo>
                  <a:lnTo>
                    <a:pt x="458652" y="153113"/>
                  </a:lnTo>
                  <a:lnTo>
                    <a:pt x="458149" y="151026"/>
                  </a:lnTo>
                  <a:lnTo>
                    <a:pt x="457080" y="148346"/>
                  </a:lnTo>
                  <a:lnTo>
                    <a:pt x="456022" y="145339"/>
                  </a:lnTo>
                  <a:lnTo>
                    <a:pt x="456773" y="144555"/>
                  </a:lnTo>
                  <a:lnTo>
                    <a:pt x="457516" y="144100"/>
                  </a:lnTo>
                  <a:lnTo>
                    <a:pt x="459537" y="144132"/>
                  </a:lnTo>
                  <a:lnTo>
                    <a:pt x="461623" y="145790"/>
                  </a:lnTo>
                  <a:lnTo>
                    <a:pt x="462637" y="149088"/>
                  </a:lnTo>
                  <a:lnTo>
                    <a:pt x="463874" y="152160"/>
                  </a:lnTo>
                  <a:lnTo>
                    <a:pt x="463870" y="154196"/>
                  </a:lnTo>
                  <a:lnTo>
                    <a:pt x="463758" y="155819"/>
                  </a:lnTo>
                  <a:lnTo>
                    <a:pt x="464266" y="158034"/>
                  </a:lnTo>
                  <a:lnTo>
                    <a:pt x="464716" y="158987"/>
                  </a:lnTo>
                  <a:lnTo>
                    <a:pt x="465200" y="160576"/>
                  </a:lnTo>
                  <a:lnTo>
                    <a:pt x="464748" y="161838"/>
                  </a:lnTo>
                  <a:lnTo>
                    <a:pt x="464266" y="162464"/>
                  </a:lnTo>
                  <a:lnTo>
                    <a:pt x="463361" y="164282"/>
                  </a:lnTo>
                  <a:lnTo>
                    <a:pt x="461865" y="169826"/>
                  </a:lnTo>
                  <a:lnTo>
                    <a:pt x="460704" y="170543"/>
                  </a:lnTo>
                  <a:lnTo>
                    <a:pt x="460451" y="174844"/>
                  </a:lnTo>
                  <a:lnTo>
                    <a:pt x="462910" y="179534"/>
                  </a:lnTo>
                  <a:lnTo>
                    <a:pt x="462576" y="183088"/>
                  </a:lnTo>
                  <a:lnTo>
                    <a:pt x="462083" y="184261"/>
                  </a:lnTo>
                  <a:lnTo>
                    <a:pt x="460766" y="186170"/>
                  </a:lnTo>
                  <a:lnTo>
                    <a:pt x="460937" y="187695"/>
                  </a:lnTo>
                  <a:lnTo>
                    <a:pt x="461264" y="188780"/>
                  </a:lnTo>
                  <a:lnTo>
                    <a:pt x="465124" y="191021"/>
                  </a:lnTo>
                  <a:lnTo>
                    <a:pt x="468747" y="192420"/>
                  </a:lnTo>
                  <a:lnTo>
                    <a:pt x="474819" y="192908"/>
                  </a:lnTo>
                  <a:lnTo>
                    <a:pt x="476617" y="195100"/>
                  </a:lnTo>
                  <a:lnTo>
                    <a:pt x="477253" y="193528"/>
                  </a:lnTo>
                  <a:lnTo>
                    <a:pt x="482968" y="193916"/>
                  </a:lnTo>
                  <a:lnTo>
                    <a:pt x="487569" y="199282"/>
                  </a:lnTo>
                  <a:lnTo>
                    <a:pt x="489995" y="200934"/>
                  </a:lnTo>
                  <a:lnTo>
                    <a:pt x="491968" y="201484"/>
                  </a:lnTo>
                  <a:lnTo>
                    <a:pt x="495971" y="200835"/>
                  </a:lnTo>
                  <a:lnTo>
                    <a:pt x="496675" y="200350"/>
                  </a:lnTo>
                  <a:lnTo>
                    <a:pt x="497333" y="198819"/>
                  </a:lnTo>
                  <a:lnTo>
                    <a:pt x="495456" y="198962"/>
                  </a:lnTo>
                  <a:lnTo>
                    <a:pt x="494638" y="199660"/>
                  </a:lnTo>
                  <a:lnTo>
                    <a:pt x="493873" y="199588"/>
                  </a:lnTo>
                  <a:lnTo>
                    <a:pt x="492563" y="199059"/>
                  </a:lnTo>
                  <a:lnTo>
                    <a:pt x="491637" y="198128"/>
                  </a:lnTo>
                  <a:lnTo>
                    <a:pt x="490629" y="196305"/>
                  </a:lnTo>
                  <a:lnTo>
                    <a:pt x="488957" y="191009"/>
                  </a:lnTo>
                  <a:lnTo>
                    <a:pt x="486032" y="189302"/>
                  </a:lnTo>
                  <a:lnTo>
                    <a:pt x="484093" y="189996"/>
                  </a:lnTo>
                  <a:lnTo>
                    <a:pt x="481924" y="189672"/>
                  </a:lnTo>
                  <a:lnTo>
                    <a:pt x="478392" y="186782"/>
                  </a:lnTo>
                  <a:lnTo>
                    <a:pt x="476061" y="185682"/>
                  </a:lnTo>
                  <a:lnTo>
                    <a:pt x="471852" y="182553"/>
                  </a:lnTo>
                  <a:lnTo>
                    <a:pt x="470686" y="181283"/>
                  </a:lnTo>
                  <a:lnTo>
                    <a:pt x="469759" y="178701"/>
                  </a:lnTo>
                  <a:lnTo>
                    <a:pt x="468682" y="174382"/>
                  </a:lnTo>
                  <a:lnTo>
                    <a:pt x="467997" y="171977"/>
                  </a:lnTo>
                  <a:lnTo>
                    <a:pt x="468878" y="171498"/>
                  </a:lnTo>
                  <a:lnTo>
                    <a:pt x="471740" y="169152"/>
                  </a:lnTo>
                  <a:lnTo>
                    <a:pt x="476063" y="168354"/>
                  </a:lnTo>
                  <a:lnTo>
                    <a:pt x="477889" y="169205"/>
                  </a:lnTo>
                  <a:lnTo>
                    <a:pt x="482594" y="173996"/>
                  </a:lnTo>
                  <a:lnTo>
                    <a:pt x="484774" y="174163"/>
                  </a:lnTo>
                  <a:lnTo>
                    <a:pt x="488710" y="172075"/>
                  </a:lnTo>
                  <a:lnTo>
                    <a:pt x="489147" y="170739"/>
                  </a:lnTo>
                  <a:lnTo>
                    <a:pt x="488267" y="168009"/>
                  </a:lnTo>
                  <a:lnTo>
                    <a:pt x="487071" y="166610"/>
                  </a:lnTo>
                  <a:lnTo>
                    <a:pt x="484804" y="165952"/>
                  </a:lnTo>
                  <a:lnTo>
                    <a:pt x="482038" y="167210"/>
                  </a:lnTo>
                  <a:lnTo>
                    <a:pt x="481249" y="166145"/>
                  </a:lnTo>
                  <a:lnTo>
                    <a:pt x="481527" y="164704"/>
                  </a:lnTo>
                  <a:lnTo>
                    <a:pt x="481833" y="163652"/>
                  </a:lnTo>
                  <a:lnTo>
                    <a:pt x="483311" y="163378"/>
                  </a:lnTo>
                  <a:lnTo>
                    <a:pt x="484348" y="162557"/>
                  </a:lnTo>
                  <a:lnTo>
                    <a:pt x="486607" y="159616"/>
                  </a:lnTo>
                  <a:lnTo>
                    <a:pt x="489080" y="158176"/>
                  </a:lnTo>
                  <a:lnTo>
                    <a:pt x="491553" y="157658"/>
                  </a:lnTo>
                  <a:lnTo>
                    <a:pt x="500584" y="158078"/>
                  </a:lnTo>
                  <a:lnTo>
                    <a:pt x="505697" y="162739"/>
                  </a:lnTo>
                  <a:lnTo>
                    <a:pt x="510697" y="164805"/>
                  </a:lnTo>
                  <a:lnTo>
                    <a:pt x="512862" y="166425"/>
                  </a:lnTo>
                  <a:lnTo>
                    <a:pt x="513471" y="166695"/>
                  </a:lnTo>
                  <a:lnTo>
                    <a:pt x="513973" y="167725"/>
                  </a:lnTo>
                  <a:lnTo>
                    <a:pt x="514370" y="170210"/>
                  </a:lnTo>
                  <a:lnTo>
                    <a:pt x="520669" y="176830"/>
                  </a:lnTo>
                  <a:lnTo>
                    <a:pt x="522115" y="177722"/>
                  </a:lnTo>
                  <a:lnTo>
                    <a:pt x="526136" y="177992"/>
                  </a:lnTo>
                  <a:lnTo>
                    <a:pt x="530629" y="176463"/>
                  </a:lnTo>
                  <a:lnTo>
                    <a:pt x="532653" y="176300"/>
                  </a:lnTo>
                  <a:lnTo>
                    <a:pt x="534848" y="176756"/>
                  </a:lnTo>
                  <a:lnTo>
                    <a:pt x="536006" y="177588"/>
                  </a:lnTo>
                  <a:lnTo>
                    <a:pt x="537227" y="179135"/>
                  </a:lnTo>
                  <a:lnTo>
                    <a:pt x="536573" y="181084"/>
                  </a:lnTo>
                  <a:lnTo>
                    <a:pt x="535997" y="182258"/>
                  </a:lnTo>
                  <a:lnTo>
                    <a:pt x="534761" y="185541"/>
                  </a:lnTo>
                  <a:lnTo>
                    <a:pt x="534193" y="186470"/>
                  </a:lnTo>
                  <a:lnTo>
                    <a:pt x="530109" y="190224"/>
                  </a:lnTo>
                  <a:lnTo>
                    <a:pt x="528471" y="191195"/>
                  </a:lnTo>
                  <a:lnTo>
                    <a:pt x="528030" y="196117"/>
                  </a:lnTo>
                  <a:lnTo>
                    <a:pt x="527812" y="197218"/>
                  </a:lnTo>
                  <a:lnTo>
                    <a:pt x="527667" y="198946"/>
                  </a:lnTo>
                  <a:lnTo>
                    <a:pt x="528406" y="202441"/>
                  </a:lnTo>
                  <a:lnTo>
                    <a:pt x="528597" y="204570"/>
                  </a:lnTo>
                  <a:lnTo>
                    <a:pt x="527970" y="207544"/>
                  </a:lnTo>
                  <a:lnTo>
                    <a:pt x="526936" y="210753"/>
                  </a:lnTo>
                  <a:lnTo>
                    <a:pt x="527121" y="213314"/>
                  </a:lnTo>
                  <a:lnTo>
                    <a:pt x="527494" y="216735"/>
                  </a:lnTo>
                  <a:lnTo>
                    <a:pt x="527635" y="215713"/>
                  </a:lnTo>
                  <a:lnTo>
                    <a:pt x="527593" y="214158"/>
                  </a:lnTo>
                  <a:lnTo>
                    <a:pt x="527852" y="212365"/>
                  </a:lnTo>
                  <a:lnTo>
                    <a:pt x="529710" y="208036"/>
                  </a:lnTo>
                  <a:lnTo>
                    <a:pt x="531063" y="202131"/>
                  </a:lnTo>
                  <a:lnTo>
                    <a:pt x="532460" y="200590"/>
                  </a:lnTo>
                  <a:lnTo>
                    <a:pt x="533723" y="200213"/>
                  </a:lnTo>
                  <a:lnTo>
                    <a:pt x="535079" y="201969"/>
                  </a:lnTo>
                  <a:lnTo>
                    <a:pt x="535472" y="204338"/>
                  </a:lnTo>
                  <a:lnTo>
                    <a:pt x="535543" y="207899"/>
                  </a:lnTo>
                  <a:lnTo>
                    <a:pt x="535271" y="211274"/>
                  </a:lnTo>
                  <a:lnTo>
                    <a:pt x="534210" y="216389"/>
                  </a:lnTo>
                  <a:lnTo>
                    <a:pt x="532506" y="219963"/>
                  </a:lnTo>
                  <a:lnTo>
                    <a:pt x="531927" y="221994"/>
                  </a:lnTo>
                  <a:lnTo>
                    <a:pt x="532744" y="223875"/>
                  </a:lnTo>
                  <a:lnTo>
                    <a:pt x="533602" y="225338"/>
                  </a:lnTo>
                  <a:lnTo>
                    <a:pt x="534607" y="225819"/>
                  </a:lnTo>
                  <a:lnTo>
                    <a:pt x="535758" y="225679"/>
                  </a:lnTo>
                  <a:lnTo>
                    <a:pt x="536035" y="225190"/>
                  </a:lnTo>
                  <a:lnTo>
                    <a:pt x="536251" y="223783"/>
                  </a:lnTo>
                  <a:lnTo>
                    <a:pt x="535886" y="221894"/>
                  </a:lnTo>
                  <a:lnTo>
                    <a:pt x="535691" y="220251"/>
                  </a:lnTo>
                  <a:lnTo>
                    <a:pt x="537802" y="218932"/>
                  </a:lnTo>
                  <a:lnTo>
                    <a:pt x="539760" y="218225"/>
                  </a:lnTo>
                  <a:lnTo>
                    <a:pt x="541325" y="216065"/>
                  </a:lnTo>
                  <a:lnTo>
                    <a:pt x="541716" y="214646"/>
                  </a:lnTo>
                  <a:lnTo>
                    <a:pt x="542056" y="212279"/>
                  </a:lnTo>
                  <a:lnTo>
                    <a:pt x="541242" y="208564"/>
                  </a:lnTo>
                  <a:lnTo>
                    <a:pt x="540547" y="205795"/>
                  </a:lnTo>
                  <a:lnTo>
                    <a:pt x="538191" y="199217"/>
                  </a:lnTo>
                  <a:lnTo>
                    <a:pt x="536435" y="195817"/>
                  </a:lnTo>
                  <a:lnTo>
                    <a:pt x="537539" y="190726"/>
                  </a:lnTo>
                  <a:lnTo>
                    <a:pt x="539381" y="185063"/>
                  </a:lnTo>
                  <a:lnTo>
                    <a:pt x="540087" y="183683"/>
                  </a:lnTo>
                  <a:lnTo>
                    <a:pt x="540273" y="182814"/>
                  </a:lnTo>
                  <a:lnTo>
                    <a:pt x="540473" y="181315"/>
                  </a:lnTo>
                  <a:lnTo>
                    <a:pt x="540303" y="179677"/>
                  </a:lnTo>
                  <a:lnTo>
                    <a:pt x="540119" y="178669"/>
                  </a:lnTo>
                  <a:lnTo>
                    <a:pt x="538254" y="174425"/>
                  </a:lnTo>
                  <a:lnTo>
                    <a:pt x="536907" y="173032"/>
                  </a:lnTo>
                  <a:lnTo>
                    <a:pt x="532627" y="172201"/>
                  </a:lnTo>
                  <a:lnTo>
                    <a:pt x="531572" y="171538"/>
                  </a:lnTo>
                  <a:lnTo>
                    <a:pt x="528436" y="167207"/>
                  </a:lnTo>
                  <a:lnTo>
                    <a:pt x="528066" y="166223"/>
                  </a:lnTo>
                  <a:lnTo>
                    <a:pt x="527379" y="163089"/>
                  </a:lnTo>
                  <a:lnTo>
                    <a:pt x="527133" y="162310"/>
                  </a:lnTo>
                  <a:lnTo>
                    <a:pt x="526268" y="161486"/>
                  </a:lnTo>
                  <a:lnTo>
                    <a:pt x="523376" y="159678"/>
                  </a:lnTo>
                  <a:lnTo>
                    <a:pt x="521390" y="158937"/>
                  </a:lnTo>
                  <a:lnTo>
                    <a:pt x="518472" y="158726"/>
                  </a:lnTo>
                  <a:lnTo>
                    <a:pt x="516697" y="157813"/>
                  </a:lnTo>
                  <a:lnTo>
                    <a:pt x="514091" y="154901"/>
                  </a:lnTo>
                  <a:lnTo>
                    <a:pt x="513810" y="153965"/>
                  </a:lnTo>
                  <a:lnTo>
                    <a:pt x="513059" y="150184"/>
                  </a:lnTo>
                  <a:lnTo>
                    <a:pt x="512449" y="148290"/>
                  </a:lnTo>
                  <a:lnTo>
                    <a:pt x="512633" y="146896"/>
                  </a:lnTo>
                  <a:lnTo>
                    <a:pt x="513579" y="143894"/>
                  </a:lnTo>
                  <a:lnTo>
                    <a:pt x="514231" y="141282"/>
                  </a:lnTo>
                  <a:lnTo>
                    <a:pt x="513422" y="139034"/>
                  </a:lnTo>
                  <a:lnTo>
                    <a:pt x="512280" y="138328"/>
                  </a:lnTo>
                  <a:lnTo>
                    <a:pt x="511040" y="137237"/>
                  </a:lnTo>
                  <a:lnTo>
                    <a:pt x="510519" y="135194"/>
                  </a:lnTo>
                  <a:lnTo>
                    <a:pt x="510221" y="132950"/>
                  </a:lnTo>
                  <a:lnTo>
                    <a:pt x="510168" y="131221"/>
                  </a:lnTo>
                  <a:lnTo>
                    <a:pt x="509967" y="129236"/>
                  </a:lnTo>
                  <a:lnTo>
                    <a:pt x="510546" y="127555"/>
                  </a:lnTo>
                  <a:lnTo>
                    <a:pt x="511869" y="125773"/>
                  </a:lnTo>
                  <a:lnTo>
                    <a:pt x="511542" y="124563"/>
                  </a:lnTo>
                  <a:lnTo>
                    <a:pt x="511747" y="122983"/>
                  </a:lnTo>
                  <a:lnTo>
                    <a:pt x="520261" y="120856"/>
                  </a:lnTo>
                  <a:lnTo>
                    <a:pt x="523608" y="120312"/>
                  </a:lnTo>
                  <a:lnTo>
                    <a:pt x="540218" y="120086"/>
                  </a:lnTo>
                  <a:lnTo>
                    <a:pt x="541393" y="119496"/>
                  </a:lnTo>
                  <a:lnTo>
                    <a:pt x="548607" y="118445"/>
                  </a:lnTo>
                  <a:lnTo>
                    <a:pt x="551689" y="117239"/>
                  </a:lnTo>
                  <a:lnTo>
                    <a:pt x="554953" y="118519"/>
                  </a:lnTo>
                  <a:lnTo>
                    <a:pt x="556137" y="118460"/>
                  </a:lnTo>
                  <a:lnTo>
                    <a:pt x="558519" y="118073"/>
                  </a:lnTo>
                  <a:lnTo>
                    <a:pt x="560087" y="115503"/>
                  </a:lnTo>
                  <a:lnTo>
                    <a:pt x="563623" y="114459"/>
                  </a:lnTo>
                  <a:lnTo>
                    <a:pt x="569508" y="113355"/>
                  </a:lnTo>
                  <a:lnTo>
                    <a:pt x="572407" y="113567"/>
                  </a:lnTo>
                  <a:lnTo>
                    <a:pt x="573064" y="114346"/>
                  </a:lnTo>
                  <a:lnTo>
                    <a:pt x="573719" y="115427"/>
                  </a:lnTo>
                  <a:lnTo>
                    <a:pt x="570529" y="118598"/>
                  </a:lnTo>
                  <a:lnTo>
                    <a:pt x="567340" y="121467"/>
                  </a:lnTo>
                  <a:lnTo>
                    <a:pt x="564727" y="122691"/>
                  </a:lnTo>
                  <a:lnTo>
                    <a:pt x="562160" y="125219"/>
                  </a:lnTo>
                  <a:lnTo>
                    <a:pt x="561904" y="126219"/>
                  </a:lnTo>
                  <a:lnTo>
                    <a:pt x="561828" y="126828"/>
                  </a:lnTo>
                  <a:lnTo>
                    <a:pt x="561923" y="128798"/>
                  </a:lnTo>
                  <a:lnTo>
                    <a:pt x="562074" y="130119"/>
                  </a:lnTo>
                  <a:lnTo>
                    <a:pt x="564766" y="131725"/>
                  </a:lnTo>
                  <a:lnTo>
                    <a:pt x="566782" y="133996"/>
                  </a:lnTo>
                  <a:lnTo>
                    <a:pt x="568767" y="135629"/>
                  </a:lnTo>
                  <a:lnTo>
                    <a:pt x="570331" y="136625"/>
                  </a:lnTo>
                  <a:lnTo>
                    <a:pt x="570696" y="136062"/>
                  </a:lnTo>
                  <a:lnTo>
                    <a:pt x="564992" y="130716"/>
                  </a:lnTo>
                  <a:lnTo>
                    <a:pt x="563542" y="129525"/>
                  </a:lnTo>
                  <a:lnTo>
                    <a:pt x="562958" y="128244"/>
                  </a:lnTo>
                  <a:lnTo>
                    <a:pt x="563235" y="126292"/>
                  </a:lnTo>
                  <a:lnTo>
                    <a:pt x="563812" y="125424"/>
                  </a:lnTo>
                  <a:lnTo>
                    <a:pt x="564710" y="124440"/>
                  </a:lnTo>
                  <a:lnTo>
                    <a:pt x="565313" y="123981"/>
                  </a:lnTo>
                  <a:lnTo>
                    <a:pt x="567440" y="122971"/>
                  </a:lnTo>
                  <a:lnTo>
                    <a:pt x="574591" y="121606"/>
                  </a:lnTo>
                  <a:lnTo>
                    <a:pt x="576267" y="118957"/>
                  </a:lnTo>
                  <a:lnTo>
                    <a:pt x="576988" y="117444"/>
                  </a:lnTo>
                  <a:lnTo>
                    <a:pt x="578927" y="115824"/>
                  </a:lnTo>
                  <a:lnTo>
                    <a:pt x="578274" y="115182"/>
                  </a:lnTo>
                  <a:lnTo>
                    <a:pt x="576681" y="114780"/>
                  </a:lnTo>
                  <a:lnTo>
                    <a:pt x="575452" y="113817"/>
                  </a:lnTo>
                  <a:lnTo>
                    <a:pt x="570524" y="104460"/>
                  </a:lnTo>
                  <a:lnTo>
                    <a:pt x="569313" y="103029"/>
                  </a:lnTo>
                  <a:lnTo>
                    <a:pt x="565532" y="101975"/>
                  </a:lnTo>
                  <a:lnTo>
                    <a:pt x="563835" y="100893"/>
                  </a:lnTo>
                  <a:lnTo>
                    <a:pt x="565581" y="97731"/>
                  </a:lnTo>
                  <a:lnTo>
                    <a:pt x="567627" y="96931"/>
                  </a:lnTo>
                  <a:lnTo>
                    <a:pt x="568999" y="97105"/>
                  </a:lnTo>
                  <a:lnTo>
                    <a:pt x="570213" y="97991"/>
                  </a:lnTo>
                  <a:lnTo>
                    <a:pt x="572455" y="100618"/>
                  </a:lnTo>
                  <a:lnTo>
                    <a:pt x="575644" y="99479"/>
                  </a:lnTo>
                  <a:lnTo>
                    <a:pt x="574456" y="98306"/>
                  </a:lnTo>
                  <a:lnTo>
                    <a:pt x="572419" y="96943"/>
                  </a:lnTo>
                  <a:lnTo>
                    <a:pt x="570553" y="94793"/>
                  </a:lnTo>
                  <a:lnTo>
                    <a:pt x="567915" y="92930"/>
                  </a:lnTo>
                  <a:lnTo>
                    <a:pt x="564939" y="91658"/>
                  </a:lnTo>
                  <a:lnTo>
                    <a:pt x="561813" y="91169"/>
                  </a:lnTo>
                  <a:lnTo>
                    <a:pt x="562676" y="88358"/>
                  </a:lnTo>
                  <a:lnTo>
                    <a:pt x="564388" y="88713"/>
                  </a:lnTo>
                  <a:lnTo>
                    <a:pt x="564971" y="87850"/>
                  </a:lnTo>
                  <a:lnTo>
                    <a:pt x="565757" y="86113"/>
                  </a:lnTo>
                  <a:lnTo>
                    <a:pt x="570085" y="90066"/>
                  </a:lnTo>
                  <a:lnTo>
                    <a:pt x="572118" y="89019"/>
                  </a:lnTo>
                  <a:lnTo>
                    <a:pt x="573838" y="87217"/>
                  </a:lnTo>
                  <a:lnTo>
                    <a:pt x="577467" y="82428"/>
                  </a:lnTo>
                  <a:lnTo>
                    <a:pt x="577931" y="80291"/>
                  </a:lnTo>
                  <a:lnTo>
                    <a:pt x="576199" y="79130"/>
                  </a:lnTo>
                  <a:lnTo>
                    <a:pt x="574789" y="78547"/>
                  </a:lnTo>
                  <a:lnTo>
                    <a:pt x="572850" y="78670"/>
                  </a:lnTo>
                  <a:lnTo>
                    <a:pt x="572683" y="77349"/>
                  </a:lnTo>
                  <a:lnTo>
                    <a:pt x="573493" y="75664"/>
                  </a:lnTo>
                  <a:lnTo>
                    <a:pt x="575078" y="75016"/>
                  </a:lnTo>
                  <a:lnTo>
                    <a:pt x="579890" y="76853"/>
                  </a:lnTo>
                  <a:lnTo>
                    <a:pt x="587892" y="72099"/>
                  </a:lnTo>
                  <a:lnTo>
                    <a:pt x="590097" y="69773"/>
                  </a:lnTo>
                  <a:lnTo>
                    <a:pt x="595646" y="66791"/>
                  </a:lnTo>
                  <a:lnTo>
                    <a:pt x="598384" y="67141"/>
                  </a:lnTo>
                  <a:lnTo>
                    <a:pt x="604055" y="63217"/>
                  </a:lnTo>
                  <a:lnTo>
                    <a:pt x="611936" y="61488"/>
                  </a:lnTo>
                  <a:lnTo>
                    <a:pt x="616500" y="61485"/>
                  </a:lnTo>
                  <a:lnTo>
                    <a:pt x="620018" y="59298"/>
                  </a:lnTo>
                  <a:lnTo>
                    <a:pt x="625422" y="58531"/>
                  </a:lnTo>
                  <a:lnTo>
                    <a:pt x="627297" y="57660"/>
                  </a:lnTo>
                  <a:lnTo>
                    <a:pt x="636404" y="55444"/>
                  </a:lnTo>
                  <a:lnTo>
                    <a:pt x="641454" y="53707"/>
                  </a:lnTo>
                  <a:lnTo>
                    <a:pt x="642235" y="52338"/>
                  </a:lnTo>
                  <a:lnTo>
                    <a:pt x="637723" y="53450"/>
                  </a:lnTo>
                  <a:lnTo>
                    <a:pt x="636636" y="52425"/>
                  </a:lnTo>
                  <a:lnTo>
                    <a:pt x="635689" y="53117"/>
                  </a:lnTo>
                  <a:lnTo>
                    <a:pt x="635022" y="54051"/>
                  </a:lnTo>
                  <a:lnTo>
                    <a:pt x="632830" y="52345"/>
                  </a:lnTo>
                  <a:lnTo>
                    <a:pt x="632236" y="52769"/>
                  </a:lnTo>
                  <a:lnTo>
                    <a:pt x="631778" y="53709"/>
                  </a:lnTo>
                  <a:lnTo>
                    <a:pt x="630989" y="54009"/>
                  </a:lnTo>
                  <a:lnTo>
                    <a:pt x="630065" y="53794"/>
                  </a:lnTo>
                  <a:lnTo>
                    <a:pt x="629759" y="51739"/>
                  </a:lnTo>
                  <a:lnTo>
                    <a:pt x="630845" y="48914"/>
                  </a:lnTo>
                  <a:lnTo>
                    <a:pt x="632126" y="50370"/>
                  </a:lnTo>
                  <a:lnTo>
                    <a:pt x="633611" y="48214"/>
                  </a:lnTo>
                  <a:lnTo>
                    <a:pt x="634575" y="48157"/>
                  </a:lnTo>
                  <a:lnTo>
                    <a:pt x="637352" y="49533"/>
                  </a:lnTo>
                  <a:lnTo>
                    <a:pt x="639221" y="48139"/>
                  </a:lnTo>
                  <a:lnTo>
                    <a:pt x="641715" y="47481"/>
                  </a:lnTo>
                  <a:lnTo>
                    <a:pt x="644464" y="48096"/>
                  </a:lnTo>
                  <a:lnTo>
                    <a:pt x="645603" y="47943"/>
                  </a:lnTo>
                  <a:lnTo>
                    <a:pt x="646265" y="46649"/>
                  </a:lnTo>
                  <a:lnTo>
                    <a:pt x="650715" y="47779"/>
                  </a:lnTo>
                  <a:lnTo>
                    <a:pt x="653799" y="47008"/>
                  </a:lnTo>
                  <a:lnTo>
                    <a:pt x="655909" y="47076"/>
                  </a:lnTo>
                  <a:lnTo>
                    <a:pt x="659189" y="47790"/>
                  </a:lnTo>
                  <a:lnTo>
                    <a:pt x="660685" y="48711"/>
                  </a:lnTo>
                  <a:lnTo>
                    <a:pt x="659825" y="50847"/>
                  </a:lnTo>
                  <a:lnTo>
                    <a:pt x="656626" y="54319"/>
                  </a:lnTo>
                  <a:lnTo>
                    <a:pt x="657496" y="54906"/>
                  </a:lnTo>
                  <a:lnTo>
                    <a:pt x="659332" y="53319"/>
                  </a:lnTo>
                  <a:lnTo>
                    <a:pt x="664848" y="50969"/>
                  </a:lnTo>
                  <a:lnTo>
                    <a:pt x="665733" y="51432"/>
                  </a:lnTo>
                  <a:lnTo>
                    <a:pt x="665128" y="53449"/>
                  </a:lnTo>
                  <a:lnTo>
                    <a:pt x="664738" y="54348"/>
                  </a:lnTo>
                  <a:lnTo>
                    <a:pt x="668411" y="53171"/>
                  </a:lnTo>
                  <a:lnTo>
                    <a:pt x="671548" y="50581"/>
                  </a:lnTo>
                  <a:lnTo>
                    <a:pt x="672944" y="50146"/>
                  </a:lnTo>
                  <a:lnTo>
                    <a:pt x="674372" y="51718"/>
                  </a:lnTo>
                  <a:lnTo>
                    <a:pt x="675703" y="50275"/>
                  </a:lnTo>
                  <a:lnTo>
                    <a:pt x="676012" y="48828"/>
                  </a:lnTo>
                  <a:lnTo>
                    <a:pt x="678401" y="48513"/>
                  </a:lnTo>
                  <a:lnTo>
                    <a:pt x="679379" y="47183"/>
                  </a:lnTo>
                  <a:lnTo>
                    <a:pt x="681057" y="46216"/>
                  </a:lnTo>
                  <a:lnTo>
                    <a:pt x="682474" y="45797"/>
                  </a:lnTo>
                  <a:lnTo>
                    <a:pt x="685551" y="43962"/>
                  </a:lnTo>
                  <a:lnTo>
                    <a:pt x="686601" y="44514"/>
                  </a:lnTo>
                  <a:lnTo>
                    <a:pt x="688652" y="45000"/>
                  </a:lnTo>
                  <a:lnTo>
                    <a:pt x="690601" y="45884"/>
                  </a:lnTo>
                  <a:lnTo>
                    <a:pt x="694210" y="47903"/>
                  </a:lnTo>
                  <a:lnTo>
                    <a:pt x="694718" y="48701"/>
                  </a:lnTo>
                  <a:lnTo>
                    <a:pt x="695176" y="48828"/>
                  </a:lnTo>
                  <a:lnTo>
                    <a:pt x="696206" y="50283"/>
                  </a:lnTo>
                  <a:lnTo>
                    <a:pt x="695426" y="52423"/>
                  </a:lnTo>
                  <a:lnTo>
                    <a:pt x="694591" y="55505"/>
                  </a:lnTo>
                  <a:lnTo>
                    <a:pt x="693051" y="56949"/>
                  </a:lnTo>
                  <a:lnTo>
                    <a:pt x="693998" y="57085"/>
                  </a:lnTo>
                  <a:lnTo>
                    <a:pt x="694658" y="56710"/>
                  </a:lnTo>
                  <a:lnTo>
                    <a:pt x="695890" y="54660"/>
                  </a:lnTo>
                  <a:lnTo>
                    <a:pt x="696985" y="53194"/>
                  </a:lnTo>
                  <a:lnTo>
                    <a:pt x="696735" y="47117"/>
                  </a:lnTo>
                  <a:lnTo>
                    <a:pt x="694730" y="44036"/>
                  </a:lnTo>
                  <a:lnTo>
                    <a:pt x="693228" y="43004"/>
                  </a:lnTo>
                  <a:lnTo>
                    <a:pt x="689702" y="39777"/>
                  </a:lnTo>
                  <a:lnTo>
                    <a:pt x="688507" y="38403"/>
                  </a:lnTo>
                  <a:lnTo>
                    <a:pt x="686932" y="36930"/>
                  </a:lnTo>
                  <a:lnTo>
                    <a:pt x="687545" y="36076"/>
                  </a:lnTo>
                  <a:lnTo>
                    <a:pt x="694340" y="37203"/>
                  </a:lnTo>
                  <a:lnTo>
                    <a:pt x="697796" y="36657"/>
                  </a:lnTo>
                  <a:lnTo>
                    <a:pt x="701513" y="36975"/>
                  </a:lnTo>
                  <a:lnTo>
                    <a:pt x="706525" y="35614"/>
                  </a:lnTo>
                  <a:lnTo>
                    <a:pt x="708611" y="37031"/>
                  </a:lnTo>
                  <a:lnTo>
                    <a:pt x="711015" y="36982"/>
                  </a:lnTo>
                  <a:lnTo>
                    <a:pt x="713774" y="38155"/>
                  </a:lnTo>
                  <a:lnTo>
                    <a:pt x="714601" y="36787"/>
                  </a:lnTo>
                  <a:lnTo>
                    <a:pt x="710075" y="35304"/>
                  </a:lnTo>
                  <a:lnTo>
                    <a:pt x="708053" y="35457"/>
                  </a:lnTo>
                  <a:lnTo>
                    <a:pt x="707335" y="34682"/>
                  </a:lnTo>
                  <a:lnTo>
                    <a:pt x="708087" y="32958"/>
                  </a:lnTo>
                  <a:lnTo>
                    <a:pt x="708982" y="30331"/>
                  </a:lnTo>
                  <a:lnTo>
                    <a:pt x="708106" y="28045"/>
                  </a:lnTo>
                  <a:lnTo>
                    <a:pt x="707262" y="26829"/>
                  </a:lnTo>
                  <a:lnTo>
                    <a:pt x="707122" y="24519"/>
                  </a:lnTo>
                  <a:lnTo>
                    <a:pt x="707931" y="21866"/>
                  </a:lnTo>
                  <a:lnTo>
                    <a:pt x="709813" y="20740"/>
                  </a:lnTo>
                  <a:lnTo>
                    <a:pt x="710843" y="18583"/>
                  </a:lnTo>
                  <a:lnTo>
                    <a:pt x="713004" y="15731"/>
                  </a:lnTo>
                  <a:lnTo>
                    <a:pt x="723507" y="6557"/>
                  </a:lnTo>
                  <a:lnTo>
                    <a:pt x="728518" y="3073"/>
                  </a:lnTo>
                  <a:lnTo>
                    <a:pt x="730439" y="2641"/>
                  </a:lnTo>
                  <a:lnTo>
                    <a:pt x="732645" y="2911"/>
                  </a:lnTo>
                  <a:lnTo>
                    <a:pt x="737008" y="1"/>
                  </a:lnTo>
                  <a:lnTo>
                    <a:pt x="738646" y="0"/>
                  </a:lnTo>
                  <a:lnTo>
                    <a:pt x="744696" y="2315"/>
                  </a:lnTo>
                  <a:lnTo>
                    <a:pt x="746148" y="4011"/>
                  </a:lnTo>
                  <a:lnTo>
                    <a:pt x="749452" y="5355"/>
                  </a:lnTo>
                  <a:lnTo>
                    <a:pt x="753310" y="6064"/>
                  </a:lnTo>
                  <a:lnTo>
                    <a:pt x="755082" y="7139"/>
                  </a:lnTo>
                  <a:lnTo>
                    <a:pt x="755936" y="8358"/>
                  </a:lnTo>
                  <a:lnTo>
                    <a:pt x="756668" y="10044"/>
                  </a:lnTo>
                  <a:lnTo>
                    <a:pt x="753540" y="11183"/>
                  </a:lnTo>
                  <a:lnTo>
                    <a:pt x="750179" y="14556"/>
                  </a:lnTo>
                  <a:lnTo>
                    <a:pt x="745635" y="16422"/>
                  </a:lnTo>
                  <a:lnTo>
                    <a:pt x="739980" y="17664"/>
                  </a:lnTo>
                  <a:lnTo>
                    <a:pt x="738814" y="18576"/>
                  </a:lnTo>
                  <a:lnTo>
                    <a:pt x="749560" y="18856"/>
                  </a:lnTo>
                  <a:lnTo>
                    <a:pt x="752691" y="18609"/>
                  </a:lnTo>
                  <a:lnTo>
                    <a:pt x="753327" y="21541"/>
                  </a:lnTo>
                  <a:lnTo>
                    <a:pt x="754386" y="21658"/>
                  </a:lnTo>
                  <a:lnTo>
                    <a:pt x="757493" y="20245"/>
                  </a:lnTo>
                  <a:lnTo>
                    <a:pt x="759351" y="20170"/>
                  </a:lnTo>
                  <a:lnTo>
                    <a:pt x="762874" y="21177"/>
                  </a:lnTo>
                  <a:lnTo>
                    <a:pt x="763630" y="20645"/>
                  </a:lnTo>
                  <a:lnTo>
                    <a:pt x="765148" y="20568"/>
                  </a:lnTo>
                  <a:lnTo>
                    <a:pt x="768391" y="21851"/>
                  </a:lnTo>
                  <a:lnTo>
                    <a:pt x="769841" y="23754"/>
                  </a:lnTo>
                  <a:lnTo>
                    <a:pt x="767538" y="26843"/>
                  </a:lnTo>
                  <a:lnTo>
                    <a:pt x="765141" y="29549"/>
                  </a:lnTo>
                  <a:lnTo>
                    <a:pt x="762236" y="34190"/>
                  </a:lnTo>
                  <a:lnTo>
                    <a:pt x="761340" y="33809"/>
                  </a:lnTo>
                  <a:lnTo>
                    <a:pt x="759794" y="33715"/>
                  </a:lnTo>
                  <a:lnTo>
                    <a:pt x="760072" y="35996"/>
                  </a:lnTo>
                  <a:lnTo>
                    <a:pt x="762664" y="35924"/>
                  </a:lnTo>
                  <a:lnTo>
                    <a:pt x="764031" y="36947"/>
                  </a:lnTo>
                  <a:lnTo>
                    <a:pt x="767225" y="35647"/>
                  </a:lnTo>
                  <a:lnTo>
                    <a:pt x="771710" y="36060"/>
                  </a:lnTo>
                  <a:lnTo>
                    <a:pt x="772652" y="35699"/>
                  </a:lnTo>
                  <a:lnTo>
                    <a:pt x="774383" y="34300"/>
                  </a:lnTo>
                  <a:lnTo>
                    <a:pt x="774841" y="31612"/>
                  </a:lnTo>
                  <a:lnTo>
                    <a:pt x="775591" y="29904"/>
                  </a:lnTo>
                  <a:lnTo>
                    <a:pt x="777069" y="29331"/>
                  </a:lnTo>
                  <a:lnTo>
                    <a:pt x="778707" y="29872"/>
                  </a:lnTo>
                  <a:lnTo>
                    <a:pt x="781460" y="29854"/>
                  </a:lnTo>
                  <a:lnTo>
                    <a:pt x="788487" y="28995"/>
                  </a:lnTo>
                  <a:lnTo>
                    <a:pt x="794369" y="30098"/>
                  </a:lnTo>
                  <a:lnTo>
                    <a:pt x="799083" y="28723"/>
                  </a:lnTo>
                  <a:lnTo>
                    <a:pt x="805268" y="29768"/>
                  </a:lnTo>
                  <a:lnTo>
                    <a:pt x="807937" y="30843"/>
                  </a:lnTo>
                  <a:lnTo>
                    <a:pt x="809938" y="32744"/>
                  </a:lnTo>
                  <a:lnTo>
                    <a:pt x="811722" y="33299"/>
                  </a:lnTo>
                  <a:lnTo>
                    <a:pt x="813188" y="34780"/>
                  </a:lnTo>
                  <a:lnTo>
                    <a:pt x="814681" y="36940"/>
                  </a:lnTo>
                  <a:lnTo>
                    <a:pt x="813939" y="38706"/>
                  </a:lnTo>
                  <a:lnTo>
                    <a:pt x="813226" y="39891"/>
                  </a:lnTo>
                  <a:lnTo>
                    <a:pt x="815150" y="38605"/>
                  </a:lnTo>
                  <a:lnTo>
                    <a:pt x="816634" y="38289"/>
                  </a:lnTo>
                  <a:lnTo>
                    <a:pt x="817751" y="39068"/>
                  </a:lnTo>
                  <a:lnTo>
                    <a:pt x="819734" y="39800"/>
                  </a:lnTo>
                  <a:lnTo>
                    <a:pt x="820355" y="44666"/>
                  </a:lnTo>
                  <a:lnTo>
                    <a:pt x="820916" y="45610"/>
                  </a:lnTo>
                  <a:lnTo>
                    <a:pt x="821453" y="47303"/>
                  </a:lnTo>
                  <a:lnTo>
                    <a:pt x="820717" y="48852"/>
                  </a:lnTo>
                  <a:lnTo>
                    <a:pt x="820087" y="49550"/>
                  </a:lnTo>
                  <a:lnTo>
                    <a:pt x="821651" y="49402"/>
                  </a:lnTo>
                  <a:lnTo>
                    <a:pt x="823840" y="47761"/>
                  </a:lnTo>
                  <a:lnTo>
                    <a:pt x="824295" y="47206"/>
                  </a:lnTo>
                  <a:lnTo>
                    <a:pt x="824837" y="45976"/>
                  </a:lnTo>
                  <a:lnTo>
                    <a:pt x="824026" y="44773"/>
                  </a:lnTo>
                  <a:lnTo>
                    <a:pt x="823276" y="44049"/>
                  </a:lnTo>
                  <a:lnTo>
                    <a:pt x="824218" y="43507"/>
                  </a:lnTo>
                  <a:lnTo>
                    <a:pt x="826012" y="43697"/>
                  </a:lnTo>
                  <a:lnTo>
                    <a:pt x="826905" y="45848"/>
                  </a:lnTo>
                  <a:lnTo>
                    <a:pt x="827503" y="47820"/>
                  </a:lnTo>
                  <a:lnTo>
                    <a:pt x="828812" y="54335"/>
                  </a:lnTo>
                  <a:lnTo>
                    <a:pt x="831632" y="53459"/>
                  </a:lnTo>
                  <a:lnTo>
                    <a:pt x="831765" y="55388"/>
                  </a:lnTo>
                  <a:lnTo>
                    <a:pt x="830589" y="59856"/>
                  </a:lnTo>
                  <a:lnTo>
                    <a:pt x="829351" y="63169"/>
                  </a:lnTo>
                  <a:lnTo>
                    <a:pt x="828848" y="63886"/>
                  </a:lnTo>
                  <a:lnTo>
                    <a:pt x="828063" y="64018"/>
                  </a:lnTo>
                  <a:lnTo>
                    <a:pt x="828363" y="62307"/>
                  </a:lnTo>
                  <a:lnTo>
                    <a:pt x="827901" y="61278"/>
                  </a:lnTo>
                  <a:lnTo>
                    <a:pt x="827156" y="60652"/>
                  </a:lnTo>
                  <a:lnTo>
                    <a:pt x="824606" y="60037"/>
                  </a:lnTo>
                  <a:lnTo>
                    <a:pt x="819826" y="55997"/>
                  </a:lnTo>
                  <a:lnTo>
                    <a:pt x="818553" y="55569"/>
                  </a:lnTo>
                  <a:lnTo>
                    <a:pt x="818259" y="55753"/>
                  </a:lnTo>
                  <a:lnTo>
                    <a:pt x="818133" y="56151"/>
                  </a:lnTo>
                  <a:lnTo>
                    <a:pt x="820792" y="58885"/>
                  </a:lnTo>
                  <a:lnTo>
                    <a:pt x="822965" y="63782"/>
                  </a:lnTo>
                  <a:lnTo>
                    <a:pt x="824944" y="62347"/>
                  </a:lnTo>
                  <a:lnTo>
                    <a:pt x="825727" y="62615"/>
                  </a:lnTo>
                  <a:lnTo>
                    <a:pt x="826816" y="64895"/>
                  </a:lnTo>
                  <a:lnTo>
                    <a:pt x="828764" y="65847"/>
                  </a:lnTo>
                  <a:lnTo>
                    <a:pt x="830372" y="67366"/>
                  </a:lnTo>
                  <a:lnTo>
                    <a:pt x="829290" y="72025"/>
                  </a:lnTo>
                  <a:lnTo>
                    <a:pt x="822669" y="80238"/>
                  </a:lnTo>
                  <a:lnTo>
                    <a:pt x="815623" y="85021"/>
                  </a:lnTo>
                  <a:lnTo>
                    <a:pt x="812511" y="88364"/>
                  </a:lnTo>
                  <a:lnTo>
                    <a:pt x="807039" y="90775"/>
                  </a:lnTo>
                  <a:lnTo>
                    <a:pt x="803133" y="94036"/>
                  </a:lnTo>
                  <a:lnTo>
                    <a:pt x="798141" y="96460"/>
                  </a:lnTo>
                  <a:lnTo>
                    <a:pt x="796722" y="99042"/>
                  </a:lnTo>
                  <a:lnTo>
                    <a:pt x="793015" y="100717"/>
                  </a:lnTo>
                  <a:lnTo>
                    <a:pt x="793266" y="101571"/>
                  </a:lnTo>
                  <a:lnTo>
                    <a:pt x="793698" y="102509"/>
                  </a:lnTo>
                  <a:lnTo>
                    <a:pt x="793242" y="104059"/>
                  </a:lnTo>
                  <a:lnTo>
                    <a:pt x="792726" y="105232"/>
                  </a:lnTo>
                  <a:lnTo>
                    <a:pt x="789848" y="107607"/>
                  </a:lnTo>
                  <a:lnTo>
                    <a:pt x="785658" y="109276"/>
                  </a:lnTo>
                  <a:lnTo>
                    <a:pt x="777241" y="119271"/>
                  </a:lnTo>
                  <a:lnTo>
                    <a:pt x="773068" y="121312"/>
                  </a:lnTo>
                  <a:lnTo>
                    <a:pt x="768315" y="121429"/>
                  </a:lnTo>
                  <a:lnTo>
                    <a:pt x="767315" y="122364"/>
                  </a:lnTo>
                  <a:lnTo>
                    <a:pt x="763731" y="128650"/>
                  </a:lnTo>
                  <a:lnTo>
                    <a:pt x="762627" y="130009"/>
                  </a:lnTo>
                  <a:lnTo>
                    <a:pt x="757909" y="130679"/>
                  </a:lnTo>
                  <a:lnTo>
                    <a:pt x="752992" y="140984"/>
                  </a:lnTo>
                  <a:lnTo>
                    <a:pt x="750258" y="144478"/>
                  </a:lnTo>
                  <a:lnTo>
                    <a:pt x="747866" y="146368"/>
                  </a:lnTo>
                  <a:lnTo>
                    <a:pt x="750354" y="145987"/>
                  </a:lnTo>
                  <a:lnTo>
                    <a:pt x="753290" y="144607"/>
                  </a:lnTo>
                  <a:lnTo>
                    <a:pt x="756737" y="141262"/>
                  </a:lnTo>
                  <a:lnTo>
                    <a:pt x="757630" y="139721"/>
                  </a:lnTo>
                  <a:lnTo>
                    <a:pt x="758103" y="137991"/>
                  </a:lnTo>
                  <a:lnTo>
                    <a:pt x="759124" y="136636"/>
                  </a:lnTo>
                  <a:lnTo>
                    <a:pt x="760690" y="135661"/>
                  </a:lnTo>
                  <a:lnTo>
                    <a:pt x="766755" y="134542"/>
                  </a:lnTo>
                  <a:lnTo>
                    <a:pt x="769254" y="134960"/>
                  </a:lnTo>
                  <a:lnTo>
                    <a:pt x="772923" y="134664"/>
                  </a:lnTo>
                  <a:lnTo>
                    <a:pt x="775335" y="132819"/>
                  </a:lnTo>
                  <a:lnTo>
                    <a:pt x="776774" y="132159"/>
                  </a:lnTo>
                  <a:lnTo>
                    <a:pt x="778066" y="131924"/>
                  </a:lnTo>
                  <a:lnTo>
                    <a:pt x="778702" y="130614"/>
                  </a:lnTo>
                  <a:lnTo>
                    <a:pt x="780855" y="130353"/>
                  </a:lnTo>
                  <a:lnTo>
                    <a:pt x="785801" y="128598"/>
                  </a:lnTo>
                  <a:lnTo>
                    <a:pt x="786529" y="127972"/>
                  </a:lnTo>
                  <a:lnTo>
                    <a:pt x="788119" y="125377"/>
                  </a:lnTo>
                  <a:lnTo>
                    <a:pt x="791062" y="126365"/>
                  </a:lnTo>
                  <a:lnTo>
                    <a:pt x="793159" y="125820"/>
                  </a:lnTo>
                  <a:lnTo>
                    <a:pt x="798672" y="121197"/>
                  </a:lnTo>
                  <a:lnTo>
                    <a:pt x="801985" y="119416"/>
                  </a:lnTo>
                  <a:lnTo>
                    <a:pt x="802896" y="118188"/>
                  </a:lnTo>
                  <a:lnTo>
                    <a:pt x="802234" y="117330"/>
                  </a:lnTo>
                  <a:lnTo>
                    <a:pt x="801495" y="116734"/>
                  </a:lnTo>
                  <a:lnTo>
                    <a:pt x="798283" y="118327"/>
                  </a:lnTo>
                  <a:lnTo>
                    <a:pt x="795427" y="118843"/>
                  </a:lnTo>
                  <a:lnTo>
                    <a:pt x="792173" y="118429"/>
                  </a:lnTo>
                  <a:lnTo>
                    <a:pt x="791731" y="117803"/>
                  </a:lnTo>
                  <a:lnTo>
                    <a:pt x="791336" y="116134"/>
                  </a:lnTo>
                  <a:lnTo>
                    <a:pt x="792379" y="113740"/>
                  </a:lnTo>
                  <a:lnTo>
                    <a:pt x="793292" y="112281"/>
                  </a:lnTo>
                  <a:lnTo>
                    <a:pt x="795357" y="110397"/>
                  </a:lnTo>
                  <a:lnTo>
                    <a:pt x="797063" y="109716"/>
                  </a:lnTo>
                  <a:lnTo>
                    <a:pt x="803396" y="111771"/>
                  </a:lnTo>
                  <a:lnTo>
                    <a:pt x="804705" y="112023"/>
                  </a:lnTo>
                  <a:lnTo>
                    <a:pt x="805422" y="108670"/>
                  </a:lnTo>
                  <a:lnTo>
                    <a:pt x="807446" y="108832"/>
                  </a:lnTo>
                  <a:lnTo>
                    <a:pt x="809457" y="109389"/>
                  </a:lnTo>
                  <a:lnTo>
                    <a:pt x="808586" y="110088"/>
                  </a:lnTo>
                  <a:lnTo>
                    <a:pt x="806357" y="111161"/>
                  </a:lnTo>
                  <a:lnTo>
                    <a:pt x="807043" y="113633"/>
                  </a:lnTo>
                  <a:lnTo>
                    <a:pt x="808013" y="115322"/>
                  </a:lnTo>
                  <a:lnTo>
                    <a:pt x="811891" y="117759"/>
                  </a:lnTo>
                  <a:lnTo>
                    <a:pt x="815193" y="118832"/>
                  </a:lnTo>
                  <a:lnTo>
                    <a:pt x="817623" y="118767"/>
                  </a:lnTo>
                  <a:lnTo>
                    <a:pt x="821424" y="117734"/>
                  </a:lnTo>
                  <a:lnTo>
                    <a:pt x="822006" y="116994"/>
                  </a:lnTo>
                  <a:lnTo>
                    <a:pt x="822811" y="115088"/>
                  </a:lnTo>
                  <a:lnTo>
                    <a:pt x="821814" y="111352"/>
                  </a:lnTo>
                  <a:lnTo>
                    <a:pt x="822766" y="111836"/>
                  </a:lnTo>
                  <a:lnTo>
                    <a:pt x="823707" y="112776"/>
                  </a:lnTo>
                  <a:lnTo>
                    <a:pt x="825137" y="115036"/>
                  </a:lnTo>
                  <a:lnTo>
                    <a:pt x="826533" y="118877"/>
                  </a:lnTo>
                  <a:lnTo>
                    <a:pt x="827393" y="120644"/>
                  </a:lnTo>
                  <a:lnTo>
                    <a:pt x="826895" y="122560"/>
                  </a:lnTo>
                  <a:lnTo>
                    <a:pt x="824900" y="126200"/>
                  </a:lnTo>
                  <a:lnTo>
                    <a:pt x="826054" y="128212"/>
                  </a:lnTo>
                  <a:lnTo>
                    <a:pt x="828111" y="129554"/>
                  </a:lnTo>
                  <a:lnTo>
                    <a:pt x="828079" y="135492"/>
                  </a:lnTo>
                  <a:lnTo>
                    <a:pt x="827954" y="138366"/>
                  </a:lnTo>
                  <a:lnTo>
                    <a:pt x="826942" y="141497"/>
                  </a:lnTo>
                  <a:lnTo>
                    <a:pt x="825769" y="142817"/>
                  </a:lnTo>
                  <a:lnTo>
                    <a:pt x="824620" y="144784"/>
                  </a:lnTo>
                  <a:lnTo>
                    <a:pt x="824912" y="146592"/>
                  </a:lnTo>
                  <a:lnTo>
                    <a:pt x="825181" y="147753"/>
                  </a:lnTo>
                  <a:lnTo>
                    <a:pt x="826393" y="149905"/>
                  </a:lnTo>
                  <a:lnTo>
                    <a:pt x="829780" y="150580"/>
                  </a:lnTo>
                  <a:lnTo>
                    <a:pt x="830235" y="150000"/>
                  </a:lnTo>
                  <a:lnTo>
                    <a:pt x="829449" y="149322"/>
                  </a:lnTo>
                  <a:lnTo>
                    <a:pt x="827154" y="148319"/>
                  </a:lnTo>
                  <a:lnTo>
                    <a:pt x="826258" y="147497"/>
                  </a:lnTo>
                  <a:lnTo>
                    <a:pt x="825463" y="145517"/>
                  </a:lnTo>
                  <a:lnTo>
                    <a:pt x="826386" y="143376"/>
                  </a:lnTo>
                  <a:lnTo>
                    <a:pt x="827405" y="141784"/>
                  </a:lnTo>
                  <a:lnTo>
                    <a:pt x="828609" y="138175"/>
                  </a:lnTo>
                  <a:lnTo>
                    <a:pt x="828981" y="135577"/>
                  </a:lnTo>
                  <a:lnTo>
                    <a:pt x="828764" y="132907"/>
                  </a:lnTo>
                  <a:lnTo>
                    <a:pt x="829536" y="131696"/>
                  </a:lnTo>
                  <a:lnTo>
                    <a:pt x="830748" y="130385"/>
                  </a:lnTo>
                  <a:lnTo>
                    <a:pt x="831364" y="130131"/>
                  </a:lnTo>
                  <a:lnTo>
                    <a:pt x="831911" y="129562"/>
                  </a:lnTo>
                  <a:lnTo>
                    <a:pt x="831035" y="128923"/>
                  </a:lnTo>
                  <a:lnTo>
                    <a:pt x="830230" y="128594"/>
                  </a:lnTo>
                  <a:lnTo>
                    <a:pt x="828577" y="126966"/>
                  </a:lnTo>
                  <a:lnTo>
                    <a:pt x="828298" y="124859"/>
                  </a:lnTo>
                  <a:lnTo>
                    <a:pt x="831630" y="124019"/>
                  </a:lnTo>
                  <a:lnTo>
                    <a:pt x="833587" y="122504"/>
                  </a:lnTo>
                  <a:lnTo>
                    <a:pt x="840850" y="121839"/>
                  </a:lnTo>
                  <a:lnTo>
                    <a:pt x="845865" y="119019"/>
                  </a:lnTo>
                  <a:lnTo>
                    <a:pt x="856996" y="119803"/>
                  </a:lnTo>
                  <a:lnTo>
                    <a:pt x="864813" y="122076"/>
                  </a:lnTo>
                  <a:lnTo>
                    <a:pt x="875788" y="122352"/>
                  </a:lnTo>
                  <a:lnTo>
                    <a:pt x="879832" y="123886"/>
                  </a:lnTo>
                  <a:lnTo>
                    <a:pt x="880220" y="124463"/>
                  </a:lnTo>
                  <a:lnTo>
                    <a:pt x="880462" y="125561"/>
                  </a:lnTo>
                  <a:lnTo>
                    <a:pt x="878713" y="126055"/>
                  </a:lnTo>
                  <a:lnTo>
                    <a:pt x="875853" y="126058"/>
                  </a:lnTo>
                  <a:lnTo>
                    <a:pt x="875080" y="128929"/>
                  </a:lnTo>
                  <a:lnTo>
                    <a:pt x="875596" y="132496"/>
                  </a:lnTo>
                  <a:lnTo>
                    <a:pt x="880692" y="136315"/>
                  </a:lnTo>
                  <a:lnTo>
                    <a:pt x="885162" y="137890"/>
                  </a:lnTo>
                  <a:lnTo>
                    <a:pt x="888287" y="140398"/>
                  </a:lnTo>
                  <a:lnTo>
                    <a:pt x="889934" y="140627"/>
                  </a:lnTo>
                  <a:lnTo>
                    <a:pt x="896435" y="140339"/>
                  </a:lnTo>
                  <a:lnTo>
                    <a:pt x="900273" y="141650"/>
                  </a:lnTo>
                  <a:lnTo>
                    <a:pt x="903707" y="140642"/>
                  </a:lnTo>
                  <a:lnTo>
                    <a:pt x="907490" y="140676"/>
                  </a:lnTo>
                  <a:lnTo>
                    <a:pt x="908819" y="140936"/>
                  </a:lnTo>
                  <a:lnTo>
                    <a:pt x="910201" y="142817"/>
                  </a:lnTo>
                  <a:lnTo>
                    <a:pt x="912415" y="143310"/>
                  </a:lnTo>
                  <a:lnTo>
                    <a:pt x="915082" y="143392"/>
                  </a:lnTo>
                  <a:lnTo>
                    <a:pt x="916568" y="143006"/>
                  </a:lnTo>
                  <a:lnTo>
                    <a:pt x="917143" y="142543"/>
                  </a:lnTo>
                  <a:lnTo>
                    <a:pt x="916941" y="141810"/>
                  </a:lnTo>
                  <a:lnTo>
                    <a:pt x="914740" y="140647"/>
                  </a:lnTo>
                  <a:lnTo>
                    <a:pt x="914978" y="139287"/>
                  </a:lnTo>
                  <a:lnTo>
                    <a:pt x="915829" y="138955"/>
                  </a:lnTo>
                  <a:lnTo>
                    <a:pt x="919521" y="140825"/>
                  </a:lnTo>
                  <a:lnTo>
                    <a:pt x="921069" y="141114"/>
                  </a:lnTo>
                  <a:lnTo>
                    <a:pt x="922423" y="139727"/>
                  </a:lnTo>
                  <a:lnTo>
                    <a:pt x="923418" y="137250"/>
                  </a:lnTo>
                  <a:lnTo>
                    <a:pt x="923966" y="135520"/>
                  </a:lnTo>
                  <a:lnTo>
                    <a:pt x="924545" y="134671"/>
                  </a:lnTo>
                  <a:lnTo>
                    <a:pt x="925031" y="134540"/>
                  </a:lnTo>
                  <a:lnTo>
                    <a:pt x="925510" y="134070"/>
                  </a:lnTo>
                  <a:lnTo>
                    <a:pt x="924344" y="132050"/>
                  </a:lnTo>
                  <a:lnTo>
                    <a:pt x="923218" y="129518"/>
                  </a:lnTo>
                  <a:lnTo>
                    <a:pt x="922943" y="127887"/>
                  </a:lnTo>
                  <a:lnTo>
                    <a:pt x="922630" y="127050"/>
                  </a:lnTo>
                  <a:lnTo>
                    <a:pt x="922461" y="124033"/>
                  </a:lnTo>
                  <a:lnTo>
                    <a:pt x="923529" y="120962"/>
                  </a:lnTo>
                  <a:lnTo>
                    <a:pt x="924249" y="120090"/>
                  </a:lnTo>
                  <a:lnTo>
                    <a:pt x="927189" y="121260"/>
                  </a:lnTo>
                  <a:lnTo>
                    <a:pt x="928506" y="119412"/>
                  </a:lnTo>
                  <a:lnTo>
                    <a:pt x="929325" y="118732"/>
                  </a:lnTo>
                  <a:lnTo>
                    <a:pt x="932872" y="117476"/>
                  </a:lnTo>
                  <a:lnTo>
                    <a:pt x="934345" y="117581"/>
                  </a:lnTo>
                  <a:lnTo>
                    <a:pt x="936797" y="118748"/>
                  </a:lnTo>
                  <a:lnTo>
                    <a:pt x="944688" y="124397"/>
                  </a:lnTo>
                  <a:lnTo>
                    <a:pt x="944509" y="126560"/>
                  </a:lnTo>
                  <a:lnTo>
                    <a:pt x="946393" y="125938"/>
                  </a:lnTo>
                  <a:lnTo>
                    <a:pt x="947291" y="125062"/>
                  </a:lnTo>
                  <a:lnTo>
                    <a:pt x="949402" y="124489"/>
                  </a:lnTo>
                  <a:lnTo>
                    <a:pt x="950815" y="123582"/>
                  </a:lnTo>
                  <a:lnTo>
                    <a:pt x="951214" y="123922"/>
                  </a:lnTo>
                  <a:lnTo>
                    <a:pt x="951685" y="124820"/>
                  </a:lnTo>
                  <a:lnTo>
                    <a:pt x="951338" y="126079"/>
                  </a:lnTo>
                  <a:lnTo>
                    <a:pt x="950844" y="127377"/>
                  </a:lnTo>
                  <a:lnTo>
                    <a:pt x="951181" y="128132"/>
                  </a:lnTo>
                  <a:lnTo>
                    <a:pt x="951594" y="128293"/>
                  </a:lnTo>
                  <a:lnTo>
                    <a:pt x="953681" y="129884"/>
                  </a:lnTo>
                  <a:lnTo>
                    <a:pt x="956430" y="126951"/>
                  </a:lnTo>
                  <a:lnTo>
                    <a:pt x="957552" y="124172"/>
                  </a:lnTo>
                  <a:lnTo>
                    <a:pt x="958284" y="123603"/>
                  </a:lnTo>
                  <a:lnTo>
                    <a:pt x="965100" y="125551"/>
                  </a:lnTo>
                  <a:lnTo>
                    <a:pt x="967164" y="126615"/>
                  </a:lnTo>
                  <a:lnTo>
                    <a:pt x="967566" y="127203"/>
                  </a:lnTo>
                  <a:lnTo>
                    <a:pt x="967843" y="128233"/>
                  </a:lnTo>
                  <a:lnTo>
                    <a:pt x="968958" y="129367"/>
                  </a:lnTo>
                  <a:lnTo>
                    <a:pt x="970302" y="130012"/>
                  </a:lnTo>
                  <a:lnTo>
                    <a:pt x="970136" y="130894"/>
                  </a:lnTo>
                  <a:lnTo>
                    <a:pt x="970075" y="131877"/>
                  </a:lnTo>
                  <a:lnTo>
                    <a:pt x="973240" y="132027"/>
                  </a:lnTo>
                  <a:lnTo>
                    <a:pt x="974619" y="132884"/>
                  </a:lnTo>
                  <a:lnTo>
                    <a:pt x="976140" y="134159"/>
                  </a:lnTo>
                  <a:lnTo>
                    <a:pt x="975976" y="135663"/>
                  </a:lnTo>
                  <a:lnTo>
                    <a:pt x="976377" y="136512"/>
                  </a:lnTo>
                  <a:lnTo>
                    <a:pt x="977779" y="136603"/>
                  </a:lnTo>
                  <a:lnTo>
                    <a:pt x="978177" y="136460"/>
                  </a:lnTo>
                  <a:lnTo>
                    <a:pt x="977726" y="138439"/>
                  </a:lnTo>
                  <a:lnTo>
                    <a:pt x="975802" y="140590"/>
                  </a:lnTo>
                  <a:lnTo>
                    <a:pt x="974665" y="141457"/>
                  </a:lnTo>
                  <a:lnTo>
                    <a:pt x="973355" y="142878"/>
                  </a:lnTo>
                  <a:lnTo>
                    <a:pt x="974076" y="143152"/>
                  </a:lnTo>
                  <a:lnTo>
                    <a:pt x="977376" y="143549"/>
                  </a:lnTo>
                  <a:lnTo>
                    <a:pt x="979412" y="146407"/>
                  </a:lnTo>
                  <a:lnTo>
                    <a:pt x="979617" y="148492"/>
                  </a:lnTo>
                  <a:lnTo>
                    <a:pt x="978340" y="149326"/>
                  </a:lnTo>
                  <a:lnTo>
                    <a:pt x="975435" y="152017"/>
                  </a:lnTo>
                  <a:lnTo>
                    <a:pt x="973686" y="153073"/>
                  </a:lnTo>
                  <a:lnTo>
                    <a:pt x="972485" y="153157"/>
                  </a:lnTo>
                  <a:lnTo>
                    <a:pt x="971617" y="153516"/>
                  </a:lnTo>
                  <a:lnTo>
                    <a:pt x="972878" y="154677"/>
                  </a:lnTo>
                  <a:lnTo>
                    <a:pt x="978331" y="154976"/>
                  </a:lnTo>
                  <a:lnTo>
                    <a:pt x="979915" y="156396"/>
                  </a:lnTo>
                  <a:lnTo>
                    <a:pt x="981168" y="160007"/>
                  </a:lnTo>
                  <a:lnTo>
                    <a:pt x="981158" y="164415"/>
                  </a:lnTo>
                  <a:lnTo>
                    <a:pt x="979935" y="166610"/>
                  </a:lnTo>
                  <a:lnTo>
                    <a:pt x="976585" y="166981"/>
                  </a:lnTo>
                  <a:lnTo>
                    <a:pt x="972165" y="162074"/>
                  </a:lnTo>
                  <a:lnTo>
                    <a:pt x="969490" y="160180"/>
                  </a:lnTo>
                  <a:lnTo>
                    <a:pt x="965706" y="156504"/>
                  </a:lnTo>
                  <a:lnTo>
                    <a:pt x="964963" y="157120"/>
                  </a:lnTo>
                  <a:lnTo>
                    <a:pt x="966072" y="160221"/>
                  </a:lnTo>
                  <a:lnTo>
                    <a:pt x="967852" y="161942"/>
                  </a:lnTo>
                  <a:lnTo>
                    <a:pt x="971046" y="166719"/>
                  </a:lnTo>
                  <a:lnTo>
                    <a:pt x="976358" y="176559"/>
                  </a:lnTo>
                  <a:lnTo>
                    <a:pt x="977596" y="175759"/>
                  </a:lnTo>
                  <a:lnTo>
                    <a:pt x="978331" y="174512"/>
                  </a:lnTo>
                  <a:lnTo>
                    <a:pt x="978692" y="172915"/>
                  </a:lnTo>
                  <a:lnTo>
                    <a:pt x="978379" y="170712"/>
                  </a:lnTo>
                  <a:lnTo>
                    <a:pt x="979231" y="171784"/>
                  </a:lnTo>
                  <a:lnTo>
                    <a:pt x="980015" y="173756"/>
                  </a:lnTo>
                  <a:lnTo>
                    <a:pt x="981640" y="177033"/>
                  </a:lnTo>
                  <a:lnTo>
                    <a:pt x="979461" y="176869"/>
                  </a:lnTo>
                  <a:lnTo>
                    <a:pt x="976720" y="177971"/>
                  </a:lnTo>
                  <a:lnTo>
                    <a:pt x="975703" y="179273"/>
                  </a:lnTo>
                  <a:lnTo>
                    <a:pt x="976466" y="181097"/>
                  </a:lnTo>
                  <a:lnTo>
                    <a:pt x="978501" y="181360"/>
                  </a:lnTo>
                  <a:lnTo>
                    <a:pt x="979368" y="183843"/>
                  </a:lnTo>
                  <a:lnTo>
                    <a:pt x="980958" y="186914"/>
                  </a:lnTo>
                  <a:lnTo>
                    <a:pt x="984535" y="195346"/>
                  </a:lnTo>
                  <a:lnTo>
                    <a:pt x="987073" y="196947"/>
                  </a:lnTo>
                  <a:lnTo>
                    <a:pt x="989527" y="200435"/>
                  </a:lnTo>
                  <a:lnTo>
                    <a:pt x="991987" y="202054"/>
                  </a:lnTo>
                  <a:lnTo>
                    <a:pt x="993250" y="202178"/>
                  </a:lnTo>
                  <a:lnTo>
                    <a:pt x="994102" y="199991"/>
                  </a:lnTo>
                  <a:lnTo>
                    <a:pt x="994821" y="200773"/>
                  </a:lnTo>
                  <a:lnTo>
                    <a:pt x="995457" y="204683"/>
                  </a:lnTo>
                  <a:lnTo>
                    <a:pt x="996645" y="206381"/>
                  </a:lnTo>
                  <a:lnTo>
                    <a:pt x="997951" y="206497"/>
                  </a:lnTo>
                  <a:lnTo>
                    <a:pt x="999016" y="205807"/>
                  </a:lnTo>
                  <a:lnTo>
                    <a:pt x="1000593" y="203953"/>
                  </a:lnTo>
                  <a:lnTo>
                    <a:pt x="1001840" y="201803"/>
                  </a:lnTo>
                  <a:lnTo>
                    <a:pt x="1003831" y="195882"/>
                  </a:lnTo>
                  <a:lnTo>
                    <a:pt x="1005152" y="192891"/>
                  </a:lnTo>
                  <a:lnTo>
                    <a:pt x="1006391" y="191667"/>
                  </a:lnTo>
                  <a:lnTo>
                    <a:pt x="1005963" y="190214"/>
                  </a:lnTo>
                  <a:lnTo>
                    <a:pt x="1006087" y="188530"/>
                  </a:lnTo>
                  <a:lnTo>
                    <a:pt x="1007001" y="184577"/>
                  </a:lnTo>
                  <a:lnTo>
                    <a:pt x="1008239" y="179885"/>
                  </a:lnTo>
                  <a:lnTo>
                    <a:pt x="1009183" y="177419"/>
                  </a:lnTo>
                  <a:lnTo>
                    <a:pt x="1011457" y="172423"/>
                  </a:lnTo>
                  <a:lnTo>
                    <a:pt x="1012337" y="171517"/>
                  </a:lnTo>
                  <a:lnTo>
                    <a:pt x="1012933" y="173127"/>
                  </a:lnTo>
                  <a:lnTo>
                    <a:pt x="1013440" y="175277"/>
                  </a:lnTo>
                  <a:lnTo>
                    <a:pt x="1013777" y="176197"/>
                  </a:lnTo>
                  <a:lnTo>
                    <a:pt x="1014119" y="176564"/>
                  </a:lnTo>
                  <a:lnTo>
                    <a:pt x="1016923" y="180951"/>
                  </a:lnTo>
                  <a:lnTo>
                    <a:pt x="1019762" y="184371"/>
                  </a:lnTo>
                  <a:lnTo>
                    <a:pt x="1022287" y="186047"/>
                  </a:lnTo>
                  <a:lnTo>
                    <a:pt x="1026267" y="187681"/>
                  </a:lnTo>
                  <a:lnTo>
                    <a:pt x="1032034" y="187448"/>
                  </a:lnTo>
                  <a:lnTo>
                    <a:pt x="1033102" y="185268"/>
                  </a:lnTo>
                  <a:lnTo>
                    <a:pt x="1035107" y="183660"/>
                  </a:lnTo>
                  <a:lnTo>
                    <a:pt x="1038347" y="182818"/>
                  </a:lnTo>
                  <a:lnTo>
                    <a:pt x="1040268" y="180843"/>
                  </a:lnTo>
                  <a:lnTo>
                    <a:pt x="1043398" y="180246"/>
                  </a:lnTo>
                  <a:lnTo>
                    <a:pt x="1045374" y="180570"/>
                  </a:lnTo>
                  <a:lnTo>
                    <a:pt x="1048410" y="182013"/>
                  </a:lnTo>
                  <a:lnTo>
                    <a:pt x="1055233" y="186596"/>
                  </a:lnTo>
                  <a:lnTo>
                    <a:pt x="1057152" y="188258"/>
                  </a:lnTo>
                  <a:lnTo>
                    <a:pt x="1058133" y="190042"/>
                  </a:lnTo>
                  <a:lnTo>
                    <a:pt x="1060374" y="192727"/>
                  </a:lnTo>
                  <a:lnTo>
                    <a:pt x="1061790" y="194035"/>
                  </a:lnTo>
                  <a:lnTo>
                    <a:pt x="1063153" y="194937"/>
                  </a:lnTo>
                  <a:lnTo>
                    <a:pt x="1063653" y="194661"/>
                  </a:lnTo>
                  <a:lnTo>
                    <a:pt x="1063480" y="193895"/>
                  </a:lnTo>
                  <a:lnTo>
                    <a:pt x="1062790" y="193145"/>
                  </a:lnTo>
                  <a:lnTo>
                    <a:pt x="1062234" y="192177"/>
                  </a:lnTo>
                  <a:lnTo>
                    <a:pt x="1063855" y="191171"/>
                  </a:lnTo>
                  <a:lnTo>
                    <a:pt x="1064045" y="190432"/>
                  </a:lnTo>
                  <a:lnTo>
                    <a:pt x="1064604" y="189794"/>
                  </a:lnTo>
                  <a:lnTo>
                    <a:pt x="1066752" y="189259"/>
                  </a:lnTo>
                  <a:lnTo>
                    <a:pt x="1064667" y="188282"/>
                  </a:lnTo>
                  <a:lnTo>
                    <a:pt x="1063946" y="188140"/>
                  </a:lnTo>
                  <a:lnTo>
                    <a:pt x="1062948" y="187529"/>
                  </a:lnTo>
                  <a:lnTo>
                    <a:pt x="1063034" y="186179"/>
                  </a:lnTo>
                  <a:lnTo>
                    <a:pt x="1063692" y="185182"/>
                  </a:lnTo>
                  <a:lnTo>
                    <a:pt x="1064198" y="183337"/>
                  </a:lnTo>
                  <a:lnTo>
                    <a:pt x="1064872" y="182149"/>
                  </a:lnTo>
                  <a:lnTo>
                    <a:pt x="1065984" y="181257"/>
                  </a:lnTo>
                  <a:lnTo>
                    <a:pt x="1066791" y="181065"/>
                  </a:lnTo>
                  <a:lnTo>
                    <a:pt x="1068782" y="182250"/>
                  </a:lnTo>
                  <a:lnTo>
                    <a:pt x="1070174" y="180120"/>
                  </a:lnTo>
                  <a:lnTo>
                    <a:pt x="1071233" y="180292"/>
                  </a:lnTo>
                  <a:lnTo>
                    <a:pt x="1073394" y="182448"/>
                  </a:lnTo>
                  <a:lnTo>
                    <a:pt x="1075359" y="185736"/>
                  </a:lnTo>
                  <a:lnTo>
                    <a:pt x="1076425" y="185737"/>
                  </a:lnTo>
                  <a:lnTo>
                    <a:pt x="1079424" y="184421"/>
                  </a:lnTo>
                  <a:lnTo>
                    <a:pt x="1082808" y="184355"/>
                  </a:lnTo>
                  <a:lnTo>
                    <a:pt x="1082372" y="182400"/>
                  </a:lnTo>
                  <a:lnTo>
                    <a:pt x="1080029" y="178181"/>
                  </a:lnTo>
                  <a:lnTo>
                    <a:pt x="1080297" y="172729"/>
                  </a:lnTo>
                  <a:lnTo>
                    <a:pt x="1078657" y="171495"/>
                  </a:lnTo>
                  <a:lnTo>
                    <a:pt x="1076800" y="170767"/>
                  </a:lnTo>
                  <a:lnTo>
                    <a:pt x="1079502" y="169378"/>
                  </a:lnTo>
                  <a:lnTo>
                    <a:pt x="1081490" y="164939"/>
                  </a:lnTo>
                  <a:lnTo>
                    <a:pt x="1083095" y="164539"/>
                  </a:lnTo>
                  <a:lnTo>
                    <a:pt x="1084765" y="163676"/>
                  </a:lnTo>
                  <a:lnTo>
                    <a:pt x="1084252" y="163135"/>
                  </a:lnTo>
                  <a:lnTo>
                    <a:pt x="1079278" y="162661"/>
                  </a:lnTo>
                  <a:lnTo>
                    <a:pt x="1078204" y="163193"/>
                  </a:lnTo>
                  <a:lnTo>
                    <a:pt x="1077485" y="164499"/>
                  </a:lnTo>
                  <a:lnTo>
                    <a:pt x="1075042" y="164499"/>
                  </a:lnTo>
                  <a:lnTo>
                    <a:pt x="1074741" y="161516"/>
                  </a:lnTo>
                  <a:lnTo>
                    <a:pt x="1074700" y="159586"/>
                  </a:lnTo>
                  <a:lnTo>
                    <a:pt x="1077900" y="155545"/>
                  </a:lnTo>
                  <a:lnTo>
                    <a:pt x="1079126" y="154670"/>
                  </a:lnTo>
                  <a:lnTo>
                    <a:pt x="1087292" y="154758"/>
                  </a:lnTo>
                  <a:lnTo>
                    <a:pt x="1089739" y="153995"/>
                  </a:lnTo>
                  <a:lnTo>
                    <a:pt x="1093336" y="151987"/>
                  </a:lnTo>
                  <a:lnTo>
                    <a:pt x="1092412" y="150712"/>
                  </a:lnTo>
                  <a:lnTo>
                    <a:pt x="1092313" y="148143"/>
                  </a:lnTo>
                  <a:lnTo>
                    <a:pt x="1089232" y="144425"/>
                  </a:lnTo>
                  <a:lnTo>
                    <a:pt x="1089459" y="143574"/>
                  </a:lnTo>
                  <a:lnTo>
                    <a:pt x="1089768" y="143030"/>
                  </a:lnTo>
                  <a:lnTo>
                    <a:pt x="1090730" y="143002"/>
                  </a:lnTo>
                  <a:lnTo>
                    <a:pt x="1095552" y="143985"/>
                  </a:lnTo>
                  <a:lnTo>
                    <a:pt x="1097557" y="146025"/>
                  </a:lnTo>
                  <a:lnTo>
                    <a:pt x="1102778" y="148030"/>
                  </a:lnTo>
                  <a:lnTo>
                    <a:pt x="1116760" y="148697"/>
                  </a:lnTo>
                  <a:lnTo>
                    <a:pt x="1118348" y="149437"/>
                  </a:lnTo>
                  <a:lnTo>
                    <a:pt x="1124337" y="150329"/>
                  </a:lnTo>
                  <a:lnTo>
                    <a:pt x="1126882" y="151307"/>
                  </a:lnTo>
                  <a:lnTo>
                    <a:pt x="1132945" y="152480"/>
                  </a:lnTo>
                  <a:lnTo>
                    <a:pt x="1135698" y="153311"/>
                  </a:lnTo>
                  <a:lnTo>
                    <a:pt x="1137894" y="154633"/>
                  </a:lnTo>
                  <a:lnTo>
                    <a:pt x="1141443" y="155400"/>
                  </a:lnTo>
                  <a:lnTo>
                    <a:pt x="1143074" y="156262"/>
                  </a:lnTo>
                  <a:lnTo>
                    <a:pt x="1142899" y="158996"/>
                  </a:lnTo>
                  <a:lnTo>
                    <a:pt x="1135519" y="158631"/>
                  </a:lnTo>
                  <a:lnTo>
                    <a:pt x="1133075" y="157726"/>
                  </a:lnTo>
                  <a:lnTo>
                    <a:pt x="1130043" y="157621"/>
                  </a:lnTo>
                  <a:lnTo>
                    <a:pt x="1128879" y="158034"/>
                  </a:lnTo>
                  <a:lnTo>
                    <a:pt x="1127064" y="160302"/>
                  </a:lnTo>
                  <a:lnTo>
                    <a:pt x="1124885" y="161489"/>
                  </a:lnTo>
                  <a:lnTo>
                    <a:pt x="1123042" y="161682"/>
                  </a:lnTo>
                  <a:lnTo>
                    <a:pt x="1124250" y="163637"/>
                  </a:lnTo>
                  <a:lnTo>
                    <a:pt x="1125940" y="164165"/>
                  </a:lnTo>
                  <a:lnTo>
                    <a:pt x="1131405" y="161651"/>
                  </a:lnTo>
                  <a:lnTo>
                    <a:pt x="1146354" y="160392"/>
                  </a:lnTo>
                  <a:lnTo>
                    <a:pt x="1148639" y="160600"/>
                  </a:lnTo>
                  <a:lnTo>
                    <a:pt x="1148401" y="162339"/>
                  </a:lnTo>
                  <a:lnTo>
                    <a:pt x="1146403" y="165679"/>
                  </a:lnTo>
                  <a:lnTo>
                    <a:pt x="1144504" y="168280"/>
                  </a:lnTo>
                  <a:lnTo>
                    <a:pt x="1141731" y="170955"/>
                  </a:lnTo>
                  <a:lnTo>
                    <a:pt x="1140699" y="170941"/>
                  </a:lnTo>
                  <a:lnTo>
                    <a:pt x="1142856" y="165266"/>
                  </a:lnTo>
                  <a:lnTo>
                    <a:pt x="1141962" y="165001"/>
                  </a:lnTo>
                  <a:lnTo>
                    <a:pt x="1141137" y="165125"/>
                  </a:lnTo>
                  <a:lnTo>
                    <a:pt x="1138714" y="162773"/>
                  </a:lnTo>
                  <a:lnTo>
                    <a:pt x="1138322" y="162655"/>
                  </a:lnTo>
                  <a:lnTo>
                    <a:pt x="1137851" y="163232"/>
                  </a:lnTo>
                  <a:lnTo>
                    <a:pt x="1137856" y="164082"/>
                  </a:lnTo>
                  <a:lnTo>
                    <a:pt x="1137413" y="167350"/>
                  </a:lnTo>
                  <a:lnTo>
                    <a:pt x="1138304" y="168719"/>
                  </a:lnTo>
                  <a:lnTo>
                    <a:pt x="1138304" y="171064"/>
                  </a:lnTo>
                  <a:lnTo>
                    <a:pt x="1134944" y="172576"/>
                  </a:lnTo>
                  <a:lnTo>
                    <a:pt x="1133636" y="172443"/>
                  </a:lnTo>
                  <a:lnTo>
                    <a:pt x="1132238" y="171482"/>
                  </a:lnTo>
                  <a:lnTo>
                    <a:pt x="1131643" y="171514"/>
                  </a:lnTo>
                  <a:lnTo>
                    <a:pt x="1131479" y="172254"/>
                  </a:lnTo>
                  <a:lnTo>
                    <a:pt x="1131776" y="173624"/>
                  </a:lnTo>
                  <a:lnTo>
                    <a:pt x="1131737" y="174327"/>
                  </a:lnTo>
                  <a:lnTo>
                    <a:pt x="1131200" y="175425"/>
                  </a:lnTo>
                  <a:lnTo>
                    <a:pt x="1130929" y="176617"/>
                  </a:lnTo>
                  <a:lnTo>
                    <a:pt x="1131755" y="177976"/>
                  </a:lnTo>
                  <a:lnTo>
                    <a:pt x="1132842" y="178318"/>
                  </a:lnTo>
                  <a:lnTo>
                    <a:pt x="1138765" y="176821"/>
                  </a:lnTo>
                  <a:lnTo>
                    <a:pt x="1141346" y="174992"/>
                  </a:lnTo>
                  <a:lnTo>
                    <a:pt x="1144180" y="171632"/>
                  </a:lnTo>
                  <a:lnTo>
                    <a:pt x="1149244" y="163493"/>
                  </a:lnTo>
                  <a:lnTo>
                    <a:pt x="1151477" y="160700"/>
                  </a:lnTo>
                  <a:lnTo>
                    <a:pt x="1152773" y="159641"/>
                  </a:lnTo>
                  <a:lnTo>
                    <a:pt x="1154428" y="159256"/>
                  </a:lnTo>
                  <a:lnTo>
                    <a:pt x="1163735" y="160111"/>
                  </a:lnTo>
                  <a:lnTo>
                    <a:pt x="1169145" y="161873"/>
                  </a:lnTo>
                  <a:lnTo>
                    <a:pt x="1174305" y="164474"/>
                  </a:lnTo>
                  <a:lnTo>
                    <a:pt x="1176849" y="166633"/>
                  </a:lnTo>
                  <a:lnTo>
                    <a:pt x="1178742" y="169560"/>
                  </a:lnTo>
                  <a:lnTo>
                    <a:pt x="1179079" y="170792"/>
                  </a:lnTo>
                  <a:lnTo>
                    <a:pt x="1179259" y="172413"/>
                  </a:lnTo>
                  <a:lnTo>
                    <a:pt x="1177953" y="173968"/>
                  </a:lnTo>
                  <a:lnTo>
                    <a:pt x="1172172" y="174485"/>
                  </a:lnTo>
                  <a:lnTo>
                    <a:pt x="1169952" y="175365"/>
                  </a:lnTo>
                  <a:lnTo>
                    <a:pt x="1169150" y="176339"/>
                  </a:lnTo>
                  <a:lnTo>
                    <a:pt x="1169049" y="176890"/>
                  </a:lnTo>
                  <a:lnTo>
                    <a:pt x="1168746" y="177761"/>
                  </a:lnTo>
                  <a:lnTo>
                    <a:pt x="1169177" y="178476"/>
                  </a:lnTo>
                  <a:lnTo>
                    <a:pt x="1171770" y="178551"/>
                  </a:lnTo>
                  <a:lnTo>
                    <a:pt x="1174271" y="179258"/>
                  </a:lnTo>
                  <a:lnTo>
                    <a:pt x="1177723" y="181106"/>
                  </a:lnTo>
                  <a:lnTo>
                    <a:pt x="1178258" y="181719"/>
                  </a:lnTo>
                  <a:lnTo>
                    <a:pt x="1179351" y="183474"/>
                  </a:lnTo>
                  <a:lnTo>
                    <a:pt x="1179682" y="183784"/>
                  </a:lnTo>
                  <a:lnTo>
                    <a:pt x="1184863" y="183509"/>
                  </a:lnTo>
                  <a:lnTo>
                    <a:pt x="1185200" y="184137"/>
                  </a:lnTo>
                  <a:lnTo>
                    <a:pt x="1185517" y="185427"/>
                  </a:lnTo>
                  <a:lnTo>
                    <a:pt x="1184145" y="187477"/>
                  </a:lnTo>
                  <a:lnTo>
                    <a:pt x="1182796" y="188867"/>
                  </a:lnTo>
                  <a:lnTo>
                    <a:pt x="1180036" y="192184"/>
                  </a:lnTo>
                  <a:lnTo>
                    <a:pt x="1181433" y="190983"/>
                  </a:lnTo>
                  <a:lnTo>
                    <a:pt x="1186996" y="188155"/>
                  </a:lnTo>
                  <a:lnTo>
                    <a:pt x="1188401" y="187636"/>
                  </a:lnTo>
                  <a:lnTo>
                    <a:pt x="1190108" y="187835"/>
                  </a:lnTo>
                  <a:lnTo>
                    <a:pt x="1194310" y="190399"/>
                  </a:lnTo>
                  <a:lnTo>
                    <a:pt x="1196015" y="192442"/>
                  </a:lnTo>
                  <a:lnTo>
                    <a:pt x="1199216" y="198190"/>
                  </a:lnTo>
                  <a:lnTo>
                    <a:pt x="1198322" y="198805"/>
                  </a:lnTo>
                  <a:lnTo>
                    <a:pt x="1196036" y="199396"/>
                  </a:lnTo>
                  <a:lnTo>
                    <a:pt x="1203216" y="203770"/>
                  </a:lnTo>
                  <a:lnTo>
                    <a:pt x="1205999" y="203735"/>
                  </a:lnTo>
                  <a:lnTo>
                    <a:pt x="1212366" y="202465"/>
                  </a:lnTo>
                  <a:lnTo>
                    <a:pt x="1215573" y="202425"/>
                  </a:lnTo>
                  <a:lnTo>
                    <a:pt x="1221531" y="199633"/>
                  </a:lnTo>
                  <a:lnTo>
                    <a:pt x="1227449" y="197867"/>
                  </a:lnTo>
                  <a:lnTo>
                    <a:pt x="1232894" y="197737"/>
                  </a:lnTo>
                  <a:lnTo>
                    <a:pt x="1235772" y="196056"/>
                  </a:lnTo>
                  <a:lnTo>
                    <a:pt x="1243360" y="196108"/>
                  </a:lnTo>
                  <a:lnTo>
                    <a:pt x="1250693" y="196677"/>
                  </a:lnTo>
                  <a:lnTo>
                    <a:pt x="1256362" y="197718"/>
                  </a:lnTo>
                  <a:lnTo>
                    <a:pt x="1262756" y="200799"/>
                  </a:lnTo>
                  <a:lnTo>
                    <a:pt x="1268991" y="205062"/>
                  </a:lnTo>
                  <a:lnTo>
                    <a:pt x="1272618" y="209231"/>
                  </a:lnTo>
                  <a:lnTo>
                    <a:pt x="1273356" y="210552"/>
                  </a:lnTo>
                  <a:lnTo>
                    <a:pt x="1274386" y="213473"/>
                  </a:lnTo>
                  <a:lnTo>
                    <a:pt x="1274835" y="215909"/>
                  </a:lnTo>
                  <a:lnTo>
                    <a:pt x="1275295" y="219277"/>
                  </a:lnTo>
                  <a:lnTo>
                    <a:pt x="1275074" y="221886"/>
                  </a:lnTo>
                  <a:lnTo>
                    <a:pt x="1274173" y="223735"/>
                  </a:lnTo>
                  <a:lnTo>
                    <a:pt x="1273613" y="226021"/>
                  </a:lnTo>
                  <a:lnTo>
                    <a:pt x="1273687" y="228723"/>
                  </a:lnTo>
                  <a:lnTo>
                    <a:pt x="1272632" y="232263"/>
                  </a:lnTo>
                  <a:lnTo>
                    <a:pt x="1273623" y="234782"/>
                  </a:lnTo>
                  <a:lnTo>
                    <a:pt x="1276379" y="236412"/>
                  </a:lnTo>
                  <a:lnTo>
                    <a:pt x="1282342" y="238617"/>
                  </a:lnTo>
                  <a:lnTo>
                    <a:pt x="1283989" y="240060"/>
                  </a:lnTo>
                  <a:lnTo>
                    <a:pt x="1284164" y="244427"/>
                  </a:lnTo>
                  <a:lnTo>
                    <a:pt x="1284674" y="248093"/>
                  </a:lnTo>
                  <a:lnTo>
                    <a:pt x="1285189" y="255075"/>
                  </a:lnTo>
                  <a:lnTo>
                    <a:pt x="1286201" y="256828"/>
                  </a:lnTo>
                  <a:lnTo>
                    <a:pt x="1287826" y="258500"/>
                  </a:lnTo>
                  <a:lnTo>
                    <a:pt x="1288122" y="260779"/>
                  </a:lnTo>
                  <a:lnTo>
                    <a:pt x="1286087" y="268205"/>
                  </a:lnTo>
                  <a:lnTo>
                    <a:pt x="1284815" y="269574"/>
                  </a:lnTo>
                  <a:lnTo>
                    <a:pt x="1283463" y="271618"/>
                  </a:lnTo>
                  <a:lnTo>
                    <a:pt x="1285852" y="270904"/>
                  </a:lnTo>
                  <a:lnTo>
                    <a:pt x="1287060" y="268203"/>
                  </a:lnTo>
                  <a:lnTo>
                    <a:pt x="1288357" y="263207"/>
                  </a:lnTo>
                  <a:lnTo>
                    <a:pt x="1289609" y="262413"/>
                  </a:lnTo>
                  <a:lnTo>
                    <a:pt x="1290285" y="260779"/>
                  </a:lnTo>
                  <a:lnTo>
                    <a:pt x="1290285" y="256086"/>
                  </a:lnTo>
                  <a:lnTo>
                    <a:pt x="1289463" y="252016"/>
                  </a:lnTo>
                  <a:lnTo>
                    <a:pt x="1289463" y="249109"/>
                  </a:lnTo>
                  <a:lnTo>
                    <a:pt x="1290009" y="246761"/>
                  </a:lnTo>
                  <a:lnTo>
                    <a:pt x="1293933" y="241869"/>
                  </a:lnTo>
                  <a:lnTo>
                    <a:pt x="1296057" y="239905"/>
                  </a:lnTo>
                  <a:lnTo>
                    <a:pt x="1298073" y="238797"/>
                  </a:lnTo>
                  <a:lnTo>
                    <a:pt x="1303542" y="237802"/>
                  </a:lnTo>
                  <a:lnTo>
                    <a:pt x="1306010" y="236856"/>
                  </a:lnTo>
                  <a:lnTo>
                    <a:pt x="1308863" y="237491"/>
                  </a:lnTo>
                  <a:lnTo>
                    <a:pt x="1310855" y="237239"/>
                  </a:lnTo>
                  <a:lnTo>
                    <a:pt x="1313169" y="236253"/>
                  </a:lnTo>
                  <a:lnTo>
                    <a:pt x="1315222" y="236722"/>
                  </a:lnTo>
                  <a:lnTo>
                    <a:pt x="1318623" y="239977"/>
                  </a:lnTo>
                  <a:lnTo>
                    <a:pt x="1330615" y="240707"/>
                  </a:lnTo>
                  <a:lnTo>
                    <a:pt x="1332728" y="241843"/>
                  </a:lnTo>
                  <a:lnTo>
                    <a:pt x="1340802" y="243215"/>
                  </a:lnTo>
                  <a:lnTo>
                    <a:pt x="1341418" y="243205"/>
                  </a:lnTo>
                  <a:lnTo>
                    <a:pt x="1343232" y="241593"/>
                  </a:lnTo>
                  <a:lnTo>
                    <a:pt x="1348568" y="236101"/>
                  </a:lnTo>
                  <a:lnTo>
                    <a:pt x="1350766" y="236458"/>
                  </a:lnTo>
                  <a:lnTo>
                    <a:pt x="1351663" y="237317"/>
                  </a:lnTo>
                  <a:lnTo>
                    <a:pt x="1352601" y="239490"/>
                  </a:lnTo>
                  <a:lnTo>
                    <a:pt x="1353585" y="240915"/>
                  </a:lnTo>
                  <a:lnTo>
                    <a:pt x="1354354" y="244767"/>
                  </a:lnTo>
                  <a:lnTo>
                    <a:pt x="1355056" y="249954"/>
                  </a:lnTo>
                  <a:lnTo>
                    <a:pt x="1356210" y="250899"/>
                  </a:lnTo>
                  <a:lnTo>
                    <a:pt x="1357792" y="251228"/>
                  </a:lnTo>
                  <a:lnTo>
                    <a:pt x="1361239" y="253150"/>
                  </a:lnTo>
                  <a:lnTo>
                    <a:pt x="1364743" y="255626"/>
                  </a:lnTo>
                  <a:lnTo>
                    <a:pt x="1365743" y="260352"/>
                  </a:lnTo>
                  <a:lnTo>
                    <a:pt x="1367620" y="264299"/>
                  </a:lnTo>
                  <a:lnTo>
                    <a:pt x="1372001" y="263925"/>
                  </a:lnTo>
                  <a:lnTo>
                    <a:pt x="1376539" y="263136"/>
                  </a:lnTo>
                  <a:lnTo>
                    <a:pt x="1380940" y="256638"/>
                  </a:lnTo>
                  <a:lnTo>
                    <a:pt x="1380952" y="253996"/>
                  </a:lnTo>
                  <a:lnTo>
                    <a:pt x="1379867" y="250187"/>
                  </a:lnTo>
                  <a:lnTo>
                    <a:pt x="1378236" y="246504"/>
                  </a:lnTo>
                  <a:lnTo>
                    <a:pt x="1376968" y="240739"/>
                  </a:lnTo>
                  <a:lnTo>
                    <a:pt x="1372917" y="239462"/>
                  </a:lnTo>
                  <a:lnTo>
                    <a:pt x="1373304" y="237788"/>
                  </a:lnTo>
                  <a:lnTo>
                    <a:pt x="1374827" y="235786"/>
                  </a:lnTo>
                  <a:lnTo>
                    <a:pt x="1376207" y="232666"/>
                  </a:lnTo>
                  <a:lnTo>
                    <a:pt x="1376421" y="230263"/>
                  </a:lnTo>
                  <a:lnTo>
                    <a:pt x="1376050" y="225249"/>
                  </a:lnTo>
                  <a:lnTo>
                    <a:pt x="1379715" y="225589"/>
                  </a:lnTo>
                  <a:lnTo>
                    <a:pt x="1383355" y="226178"/>
                  </a:lnTo>
                  <a:lnTo>
                    <a:pt x="1390314" y="228417"/>
                  </a:lnTo>
                  <a:lnTo>
                    <a:pt x="1395977" y="229362"/>
                  </a:lnTo>
                  <a:lnTo>
                    <a:pt x="1398954" y="230798"/>
                  </a:lnTo>
                  <a:lnTo>
                    <a:pt x="1400753" y="232418"/>
                  </a:lnTo>
                  <a:lnTo>
                    <a:pt x="1402879" y="233633"/>
                  </a:lnTo>
                  <a:lnTo>
                    <a:pt x="1403608" y="230673"/>
                  </a:lnTo>
                  <a:lnTo>
                    <a:pt x="1404428" y="229999"/>
                  </a:lnTo>
                  <a:lnTo>
                    <a:pt x="1407262" y="231645"/>
                  </a:lnTo>
                  <a:lnTo>
                    <a:pt x="1409325" y="232147"/>
                  </a:lnTo>
                  <a:lnTo>
                    <a:pt x="1412896" y="231925"/>
                  </a:lnTo>
                  <a:lnTo>
                    <a:pt x="1417377" y="232692"/>
                  </a:lnTo>
                  <a:lnTo>
                    <a:pt x="1422280" y="232563"/>
                  </a:lnTo>
                  <a:lnTo>
                    <a:pt x="1426660" y="231260"/>
                  </a:lnTo>
                  <a:lnTo>
                    <a:pt x="1428297" y="231521"/>
                  </a:lnTo>
                  <a:lnTo>
                    <a:pt x="1430086" y="232556"/>
                  </a:lnTo>
                  <a:lnTo>
                    <a:pt x="1432998" y="235268"/>
                  </a:lnTo>
                  <a:lnTo>
                    <a:pt x="1437939" y="238888"/>
                  </a:lnTo>
                  <a:lnTo>
                    <a:pt x="1442459" y="239904"/>
                  </a:lnTo>
                  <a:lnTo>
                    <a:pt x="1447642" y="243332"/>
                  </a:lnTo>
                  <a:lnTo>
                    <a:pt x="1452536" y="244591"/>
                  </a:lnTo>
                  <a:lnTo>
                    <a:pt x="1456435" y="246535"/>
                  </a:lnTo>
                  <a:lnTo>
                    <a:pt x="1456998" y="247277"/>
                  </a:lnTo>
                  <a:lnTo>
                    <a:pt x="1457172" y="248344"/>
                  </a:lnTo>
                  <a:lnTo>
                    <a:pt x="1457419" y="249236"/>
                  </a:lnTo>
                  <a:lnTo>
                    <a:pt x="1460514" y="250304"/>
                  </a:lnTo>
                  <a:lnTo>
                    <a:pt x="1466240" y="257601"/>
                  </a:lnTo>
                  <a:lnTo>
                    <a:pt x="1467507" y="258465"/>
                  </a:lnTo>
                  <a:lnTo>
                    <a:pt x="1469444" y="259737"/>
                  </a:lnTo>
                  <a:lnTo>
                    <a:pt x="1471396" y="260740"/>
                  </a:lnTo>
                  <a:lnTo>
                    <a:pt x="1472174" y="260425"/>
                  </a:lnTo>
                  <a:lnTo>
                    <a:pt x="1472594" y="260565"/>
                  </a:lnTo>
                  <a:lnTo>
                    <a:pt x="1473698" y="262321"/>
                  </a:lnTo>
                  <a:lnTo>
                    <a:pt x="1474435" y="263142"/>
                  </a:lnTo>
                  <a:lnTo>
                    <a:pt x="1478333" y="265242"/>
                  </a:lnTo>
                  <a:lnTo>
                    <a:pt x="1480107" y="267576"/>
                  </a:lnTo>
                  <a:lnTo>
                    <a:pt x="1481557" y="270220"/>
                  </a:lnTo>
                  <a:lnTo>
                    <a:pt x="1480835" y="269705"/>
                  </a:lnTo>
                  <a:lnTo>
                    <a:pt x="1479510" y="268010"/>
                  </a:lnTo>
                  <a:lnTo>
                    <a:pt x="1479653" y="270002"/>
                  </a:lnTo>
                  <a:lnTo>
                    <a:pt x="1480076" y="271392"/>
                  </a:lnTo>
                  <a:lnTo>
                    <a:pt x="1482178" y="272699"/>
                  </a:lnTo>
                  <a:lnTo>
                    <a:pt x="1484384" y="273736"/>
                  </a:lnTo>
                  <a:lnTo>
                    <a:pt x="1485797" y="274973"/>
                  </a:lnTo>
                  <a:lnTo>
                    <a:pt x="1486266" y="276048"/>
                  </a:lnTo>
                  <a:lnTo>
                    <a:pt x="1486554" y="277988"/>
                  </a:lnTo>
                  <a:lnTo>
                    <a:pt x="1486198" y="279698"/>
                  </a:lnTo>
                  <a:lnTo>
                    <a:pt x="1487480" y="279059"/>
                  </a:lnTo>
                  <a:lnTo>
                    <a:pt x="1488688" y="277538"/>
                  </a:lnTo>
                  <a:lnTo>
                    <a:pt x="1488063" y="276349"/>
                  </a:lnTo>
                  <a:lnTo>
                    <a:pt x="1483999" y="272203"/>
                  </a:lnTo>
                  <a:lnTo>
                    <a:pt x="1483148" y="270810"/>
                  </a:lnTo>
                  <a:lnTo>
                    <a:pt x="1484332" y="271528"/>
                  </a:lnTo>
                  <a:lnTo>
                    <a:pt x="1489780" y="276805"/>
                  </a:lnTo>
                  <a:lnTo>
                    <a:pt x="1491279" y="278827"/>
                  </a:lnTo>
                  <a:lnTo>
                    <a:pt x="1490645" y="279218"/>
                  </a:lnTo>
                  <a:lnTo>
                    <a:pt x="1490201" y="280398"/>
                  </a:lnTo>
                  <a:lnTo>
                    <a:pt x="1490683" y="280900"/>
                  </a:lnTo>
                  <a:lnTo>
                    <a:pt x="1491340" y="280526"/>
                  </a:lnTo>
                  <a:lnTo>
                    <a:pt x="1492430" y="280281"/>
                  </a:lnTo>
                  <a:lnTo>
                    <a:pt x="1493489" y="280951"/>
                  </a:lnTo>
                  <a:lnTo>
                    <a:pt x="1494696" y="282365"/>
                  </a:lnTo>
                  <a:lnTo>
                    <a:pt x="1497239" y="284005"/>
                  </a:lnTo>
                  <a:lnTo>
                    <a:pt x="1512256" y="297038"/>
                  </a:lnTo>
                  <a:lnTo>
                    <a:pt x="1512596" y="299285"/>
                  </a:lnTo>
                  <a:lnTo>
                    <a:pt x="1513019" y="300335"/>
                  </a:lnTo>
                  <a:lnTo>
                    <a:pt x="1513272" y="301677"/>
                  </a:lnTo>
                  <a:lnTo>
                    <a:pt x="1513340" y="303876"/>
                  </a:lnTo>
                  <a:lnTo>
                    <a:pt x="1511973" y="306515"/>
                  </a:lnTo>
                  <a:lnTo>
                    <a:pt x="1514084" y="306278"/>
                  </a:lnTo>
                  <a:lnTo>
                    <a:pt x="1514395" y="305936"/>
                  </a:lnTo>
                  <a:lnTo>
                    <a:pt x="1514944" y="304858"/>
                  </a:lnTo>
                  <a:lnTo>
                    <a:pt x="1515549" y="304147"/>
                  </a:lnTo>
                  <a:lnTo>
                    <a:pt x="1516363" y="305031"/>
                  </a:lnTo>
                  <a:lnTo>
                    <a:pt x="1517019" y="306766"/>
                  </a:lnTo>
                  <a:lnTo>
                    <a:pt x="1516826" y="309141"/>
                  </a:lnTo>
                  <a:lnTo>
                    <a:pt x="1516244" y="311062"/>
                  </a:lnTo>
                  <a:lnTo>
                    <a:pt x="1516170" y="314326"/>
                  </a:lnTo>
                  <a:lnTo>
                    <a:pt x="1516680" y="317067"/>
                  </a:lnTo>
                  <a:lnTo>
                    <a:pt x="1517222" y="318216"/>
                  </a:lnTo>
                  <a:lnTo>
                    <a:pt x="1517655" y="319533"/>
                  </a:lnTo>
                  <a:lnTo>
                    <a:pt x="1517775" y="323448"/>
                  </a:lnTo>
                  <a:lnTo>
                    <a:pt x="1516824" y="325203"/>
                  </a:lnTo>
                  <a:lnTo>
                    <a:pt x="1516297" y="328210"/>
                  </a:lnTo>
                  <a:lnTo>
                    <a:pt x="1516880" y="328506"/>
                  </a:lnTo>
                  <a:lnTo>
                    <a:pt x="1518703" y="328793"/>
                  </a:lnTo>
                  <a:lnTo>
                    <a:pt x="1519301" y="329326"/>
                  </a:lnTo>
                  <a:lnTo>
                    <a:pt x="1520346" y="330728"/>
                  </a:lnTo>
                  <a:lnTo>
                    <a:pt x="1520596" y="332080"/>
                  </a:lnTo>
                  <a:lnTo>
                    <a:pt x="1520827" y="333921"/>
                  </a:lnTo>
                  <a:lnTo>
                    <a:pt x="1521164" y="335632"/>
                  </a:lnTo>
                  <a:lnTo>
                    <a:pt x="1521400" y="336452"/>
                  </a:lnTo>
                  <a:lnTo>
                    <a:pt x="1521670" y="336330"/>
                  </a:lnTo>
                  <a:lnTo>
                    <a:pt x="1522718" y="333963"/>
                  </a:lnTo>
                  <a:lnTo>
                    <a:pt x="1523209" y="333257"/>
                  </a:lnTo>
                  <a:lnTo>
                    <a:pt x="1524374" y="332644"/>
                  </a:lnTo>
                  <a:lnTo>
                    <a:pt x="1525019" y="335320"/>
                  </a:lnTo>
                  <a:lnTo>
                    <a:pt x="1524564" y="339839"/>
                  </a:lnTo>
                  <a:lnTo>
                    <a:pt x="1524944" y="339837"/>
                  </a:lnTo>
                  <a:lnTo>
                    <a:pt x="1525242" y="339361"/>
                  </a:lnTo>
                  <a:lnTo>
                    <a:pt x="1525617" y="338150"/>
                  </a:lnTo>
                  <a:lnTo>
                    <a:pt x="1526151" y="337449"/>
                  </a:lnTo>
                  <a:lnTo>
                    <a:pt x="1526804" y="335807"/>
                  </a:lnTo>
                  <a:lnTo>
                    <a:pt x="1527362" y="333780"/>
                  </a:lnTo>
                  <a:lnTo>
                    <a:pt x="1526703" y="332195"/>
                  </a:lnTo>
                  <a:lnTo>
                    <a:pt x="1525949" y="331205"/>
                  </a:lnTo>
                  <a:lnTo>
                    <a:pt x="1524210" y="330649"/>
                  </a:lnTo>
                  <a:lnTo>
                    <a:pt x="1523301" y="329464"/>
                  </a:lnTo>
                  <a:lnTo>
                    <a:pt x="1522963" y="327952"/>
                  </a:lnTo>
                  <a:lnTo>
                    <a:pt x="1523847" y="327339"/>
                  </a:lnTo>
                  <a:lnTo>
                    <a:pt x="1524606" y="326241"/>
                  </a:lnTo>
                  <a:lnTo>
                    <a:pt x="1525136" y="323616"/>
                  </a:lnTo>
                  <a:lnTo>
                    <a:pt x="1525008" y="322175"/>
                  </a:lnTo>
                  <a:lnTo>
                    <a:pt x="1524795" y="320754"/>
                  </a:lnTo>
                  <a:lnTo>
                    <a:pt x="1524358" y="318763"/>
                  </a:lnTo>
                  <a:lnTo>
                    <a:pt x="1523705" y="317606"/>
                  </a:lnTo>
                  <a:lnTo>
                    <a:pt x="1522463" y="317028"/>
                  </a:lnTo>
                  <a:lnTo>
                    <a:pt x="1521903" y="315900"/>
                  </a:lnTo>
                  <a:lnTo>
                    <a:pt x="1521046" y="315962"/>
                  </a:lnTo>
                  <a:lnTo>
                    <a:pt x="1520200" y="315625"/>
                  </a:lnTo>
                  <a:lnTo>
                    <a:pt x="1519858" y="315212"/>
                  </a:lnTo>
                  <a:lnTo>
                    <a:pt x="1519900" y="314397"/>
                  </a:lnTo>
                  <a:lnTo>
                    <a:pt x="1520886" y="314027"/>
                  </a:lnTo>
                  <a:lnTo>
                    <a:pt x="1526304" y="313929"/>
                  </a:lnTo>
                  <a:lnTo>
                    <a:pt x="1528268" y="312797"/>
                  </a:lnTo>
                  <a:lnTo>
                    <a:pt x="1529164" y="313152"/>
                  </a:lnTo>
                  <a:lnTo>
                    <a:pt x="1530054" y="313967"/>
                  </a:lnTo>
                  <a:lnTo>
                    <a:pt x="1533285" y="315033"/>
                  </a:lnTo>
                  <a:lnTo>
                    <a:pt x="1533191" y="315531"/>
                  </a:lnTo>
                  <a:lnTo>
                    <a:pt x="1532647" y="316037"/>
                  </a:lnTo>
                  <a:lnTo>
                    <a:pt x="1531692" y="318409"/>
                  </a:lnTo>
                  <a:lnTo>
                    <a:pt x="1531504" y="319757"/>
                  </a:lnTo>
                  <a:lnTo>
                    <a:pt x="1531463" y="321467"/>
                  </a:lnTo>
                  <a:lnTo>
                    <a:pt x="1532313" y="321800"/>
                  </a:lnTo>
                  <a:lnTo>
                    <a:pt x="1533116" y="321076"/>
                  </a:lnTo>
                  <a:lnTo>
                    <a:pt x="1532724" y="319698"/>
                  </a:lnTo>
                  <a:lnTo>
                    <a:pt x="1532608" y="318004"/>
                  </a:lnTo>
                  <a:lnTo>
                    <a:pt x="1532947" y="317264"/>
                  </a:lnTo>
                  <a:lnTo>
                    <a:pt x="1533391" y="317105"/>
                  </a:lnTo>
                  <a:lnTo>
                    <a:pt x="1534240" y="318379"/>
                  </a:lnTo>
                  <a:lnTo>
                    <a:pt x="1535162" y="318784"/>
                  </a:lnTo>
                  <a:lnTo>
                    <a:pt x="1538258" y="319291"/>
                  </a:lnTo>
                  <a:lnTo>
                    <a:pt x="1539135" y="319128"/>
                  </a:lnTo>
                  <a:lnTo>
                    <a:pt x="1539416" y="318478"/>
                  </a:lnTo>
                  <a:lnTo>
                    <a:pt x="1538812" y="317730"/>
                  </a:lnTo>
                  <a:lnTo>
                    <a:pt x="1534784" y="316070"/>
                  </a:lnTo>
                  <a:lnTo>
                    <a:pt x="1534730" y="315157"/>
                  </a:lnTo>
                  <a:lnTo>
                    <a:pt x="1538446" y="316283"/>
                  </a:lnTo>
                  <a:lnTo>
                    <a:pt x="1540116" y="317319"/>
                  </a:lnTo>
                  <a:lnTo>
                    <a:pt x="1541783" y="318092"/>
                  </a:lnTo>
                  <a:lnTo>
                    <a:pt x="1544113" y="317864"/>
                  </a:lnTo>
                  <a:lnTo>
                    <a:pt x="1546382" y="319092"/>
                  </a:lnTo>
                  <a:lnTo>
                    <a:pt x="1548554" y="322432"/>
                  </a:lnTo>
                  <a:lnTo>
                    <a:pt x="1550564" y="326626"/>
                  </a:lnTo>
                  <a:lnTo>
                    <a:pt x="1552595" y="329109"/>
                  </a:lnTo>
                  <a:lnTo>
                    <a:pt x="1554735" y="330970"/>
                  </a:lnTo>
                  <a:lnTo>
                    <a:pt x="1558302" y="336068"/>
                  </a:lnTo>
                  <a:lnTo>
                    <a:pt x="1558745" y="336469"/>
                  </a:lnTo>
                  <a:lnTo>
                    <a:pt x="1559095" y="337160"/>
                  </a:lnTo>
                  <a:lnTo>
                    <a:pt x="1558425" y="338023"/>
                  </a:lnTo>
                  <a:lnTo>
                    <a:pt x="1557833" y="339268"/>
                  </a:lnTo>
                  <a:lnTo>
                    <a:pt x="1558997" y="338407"/>
                  </a:lnTo>
                  <a:lnTo>
                    <a:pt x="1560172" y="337821"/>
                  </a:lnTo>
                  <a:lnTo>
                    <a:pt x="1560748" y="337935"/>
                  </a:lnTo>
                  <a:lnTo>
                    <a:pt x="1561269" y="338590"/>
                  </a:lnTo>
                  <a:lnTo>
                    <a:pt x="1561609" y="339637"/>
                  </a:lnTo>
                  <a:lnTo>
                    <a:pt x="1561798" y="340677"/>
                  </a:lnTo>
                  <a:lnTo>
                    <a:pt x="1561298" y="341621"/>
                  </a:lnTo>
                  <a:lnTo>
                    <a:pt x="1564712" y="341793"/>
                  </a:lnTo>
                  <a:lnTo>
                    <a:pt x="1565779" y="342395"/>
                  </a:lnTo>
                  <a:lnTo>
                    <a:pt x="1566247" y="344907"/>
                  </a:lnTo>
                  <a:lnTo>
                    <a:pt x="1565262" y="346655"/>
                  </a:lnTo>
                  <a:lnTo>
                    <a:pt x="1564685" y="346443"/>
                  </a:lnTo>
                  <a:lnTo>
                    <a:pt x="1564131" y="345707"/>
                  </a:lnTo>
                  <a:lnTo>
                    <a:pt x="1563607" y="345634"/>
                  </a:lnTo>
                  <a:lnTo>
                    <a:pt x="1562111" y="346386"/>
                  </a:lnTo>
                  <a:lnTo>
                    <a:pt x="1559788" y="348736"/>
                  </a:lnTo>
                  <a:lnTo>
                    <a:pt x="1558446" y="350600"/>
                  </a:lnTo>
                  <a:lnTo>
                    <a:pt x="1558231" y="351837"/>
                  </a:lnTo>
                  <a:lnTo>
                    <a:pt x="1558439" y="355185"/>
                  </a:lnTo>
                  <a:lnTo>
                    <a:pt x="1558250" y="356781"/>
                  </a:lnTo>
                  <a:lnTo>
                    <a:pt x="1557238" y="357807"/>
                  </a:lnTo>
                  <a:lnTo>
                    <a:pt x="1555021" y="357184"/>
                  </a:lnTo>
                  <a:lnTo>
                    <a:pt x="1554016" y="356526"/>
                  </a:lnTo>
                  <a:lnTo>
                    <a:pt x="1552886" y="355635"/>
                  </a:lnTo>
                  <a:lnTo>
                    <a:pt x="1551799" y="354399"/>
                  </a:lnTo>
                  <a:lnTo>
                    <a:pt x="1550407" y="352417"/>
                  </a:lnTo>
                  <a:lnTo>
                    <a:pt x="1549977" y="352227"/>
                  </a:lnTo>
                  <a:lnTo>
                    <a:pt x="1549692" y="352704"/>
                  </a:lnTo>
                  <a:lnTo>
                    <a:pt x="1550168" y="353959"/>
                  </a:lnTo>
                  <a:lnTo>
                    <a:pt x="1551115" y="355533"/>
                  </a:lnTo>
                  <a:lnTo>
                    <a:pt x="1552738" y="357614"/>
                  </a:lnTo>
                  <a:lnTo>
                    <a:pt x="1553508" y="359922"/>
                  </a:lnTo>
                  <a:lnTo>
                    <a:pt x="1553012" y="361072"/>
                  </a:lnTo>
                  <a:lnTo>
                    <a:pt x="1552396" y="361336"/>
                  </a:lnTo>
                  <a:lnTo>
                    <a:pt x="1551953" y="361316"/>
                  </a:lnTo>
                  <a:lnTo>
                    <a:pt x="1550533" y="360594"/>
                  </a:lnTo>
                  <a:lnTo>
                    <a:pt x="1549547" y="360420"/>
                  </a:lnTo>
                  <a:lnTo>
                    <a:pt x="1546431" y="361090"/>
                  </a:lnTo>
                  <a:lnTo>
                    <a:pt x="1545309" y="361518"/>
                  </a:lnTo>
                  <a:lnTo>
                    <a:pt x="1544924" y="361163"/>
                  </a:lnTo>
                  <a:lnTo>
                    <a:pt x="1544828" y="360154"/>
                  </a:lnTo>
                  <a:lnTo>
                    <a:pt x="1543152" y="359420"/>
                  </a:lnTo>
                  <a:lnTo>
                    <a:pt x="1542168" y="359316"/>
                  </a:lnTo>
                  <a:lnTo>
                    <a:pt x="1541703" y="358966"/>
                  </a:lnTo>
                  <a:lnTo>
                    <a:pt x="1541318" y="357925"/>
                  </a:lnTo>
                  <a:lnTo>
                    <a:pt x="1540228" y="356386"/>
                  </a:lnTo>
                  <a:lnTo>
                    <a:pt x="1538574" y="355783"/>
                  </a:lnTo>
                  <a:lnTo>
                    <a:pt x="1537502" y="355712"/>
                  </a:lnTo>
                  <a:lnTo>
                    <a:pt x="1536886" y="356048"/>
                  </a:lnTo>
                  <a:lnTo>
                    <a:pt x="1539066" y="358088"/>
                  </a:lnTo>
                  <a:lnTo>
                    <a:pt x="1541013" y="361517"/>
                  </a:lnTo>
                  <a:lnTo>
                    <a:pt x="1540648" y="362150"/>
                  </a:lnTo>
                  <a:lnTo>
                    <a:pt x="1540400" y="362889"/>
                  </a:lnTo>
                  <a:lnTo>
                    <a:pt x="1541477" y="362941"/>
                  </a:lnTo>
                  <a:lnTo>
                    <a:pt x="1542178" y="362707"/>
                  </a:lnTo>
                  <a:lnTo>
                    <a:pt x="1542382" y="363609"/>
                  </a:lnTo>
                  <a:lnTo>
                    <a:pt x="1541822" y="367227"/>
                  </a:lnTo>
                  <a:lnTo>
                    <a:pt x="1541443" y="368028"/>
                  </a:lnTo>
                  <a:lnTo>
                    <a:pt x="1538053" y="368829"/>
                  </a:lnTo>
                  <a:lnTo>
                    <a:pt x="1538906" y="369429"/>
                  </a:lnTo>
                  <a:lnTo>
                    <a:pt x="1539782" y="369617"/>
                  </a:lnTo>
                  <a:lnTo>
                    <a:pt x="1540775" y="369474"/>
                  </a:lnTo>
                  <a:lnTo>
                    <a:pt x="1541666" y="370094"/>
                  </a:lnTo>
                  <a:lnTo>
                    <a:pt x="1542266" y="372370"/>
                  </a:lnTo>
                  <a:lnTo>
                    <a:pt x="1542367" y="374750"/>
                  </a:lnTo>
                  <a:lnTo>
                    <a:pt x="1541490" y="376109"/>
                  </a:lnTo>
                  <a:lnTo>
                    <a:pt x="1540583" y="377214"/>
                  </a:lnTo>
                  <a:lnTo>
                    <a:pt x="1538717" y="378892"/>
                  </a:lnTo>
                  <a:lnTo>
                    <a:pt x="1536798" y="379633"/>
                  </a:lnTo>
                  <a:lnTo>
                    <a:pt x="1535789" y="379447"/>
                  </a:lnTo>
                  <a:lnTo>
                    <a:pt x="1534811" y="379819"/>
                  </a:lnTo>
                  <a:lnTo>
                    <a:pt x="1534166" y="380689"/>
                  </a:lnTo>
                  <a:lnTo>
                    <a:pt x="1533978" y="381570"/>
                  </a:lnTo>
                  <a:lnTo>
                    <a:pt x="1534821" y="380986"/>
                  </a:lnTo>
                  <a:lnTo>
                    <a:pt x="1535794" y="381312"/>
                  </a:lnTo>
                  <a:lnTo>
                    <a:pt x="1536715" y="382362"/>
                  </a:lnTo>
                  <a:lnTo>
                    <a:pt x="1536614" y="383229"/>
                  </a:lnTo>
                  <a:lnTo>
                    <a:pt x="1535739" y="384175"/>
                  </a:lnTo>
                  <a:lnTo>
                    <a:pt x="1535533" y="384892"/>
                  </a:lnTo>
                  <a:lnTo>
                    <a:pt x="1535869" y="386101"/>
                  </a:lnTo>
                  <a:lnTo>
                    <a:pt x="1535755" y="387140"/>
                  </a:lnTo>
                  <a:lnTo>
                    <a:pt x="1536205" y="387699"/>
                  </a:lnTo>
                  <a:lnTo>
                    <a:pt x="1537236" y="387896"/>
                  </a:lnTo>
                  <a:lnTo>
                    <a:pt x="1538493" y="388646"/>
                  </a:lnTo>
                  <a:lnTo>
                    <a:pt x="1539731" y="389641"/>
                  </a:lnTo>
                  <a:lnTo>
                    <a:pt x="1540219" y="390494"/>
                  </a:lnTo>
                  <a:lnTo>
                    <a:pt x="1540630" y="391696"/>
                  </a:lnTo>
                  <a:lnTo>
                    <a:pt x="1540775" y="392970"/>
                  </a:lnTo>
                  <a:lnTo>
                    <a:pt x="1540557" y="393491"/>
                  </a:lnTo>
                  <a:lnTo>
                    <a:pt x="1537738" y="393693"/>
                  </a:lnTo>
                  <a:lnTo>
                    <a:pt x="1537310" y="393540"/>
                  </a:lnTo>
                  <a:lnTo>
                    <a:pt x="1537149" y="392130"/>
                  </a:lnTo>
                  <a:lnTo>
                    <a:pt x="1536807" y="390979"/>
                  </a:lnTo>
                  <a:lnTo>
                    <a:pt x="1535733" y="390177"/>
                  </a:lnTo>
                  <a:lnTo>
                    <a:pt x="1535293" y="390729"/>
                  </a:lnTo>
                  <a:lnTo>
                    <a:pt x="1535611" y="394805"/>
                  </a:lnTo>
                  <a:lnTo>
                    <a:pt x="1535186" y="396039"/>
                  </a:lnTo>
                  <a:lnTo>
                    <a:pt x="1534715" y="396932"/>
                  </a:lnTo>
                  <a:lnTo>
                    <a:pt x="1533289" y="397456"/>
                  </a:lnTo>
                  <a:lnTo>
                    <a:pt x="1532154" y="397163"/>
                  </a:lnTo>
                  <a:lnTo>
                    <a:pt x="1531191" y="395235"/>
                  </a:lnTo>
                  <a:lnTo>
                    <a:pt x="1531192" y="393595"/>
                  </a:lnTo>
                  <a:lnTo>
                    <a:pt x="1531830" y="392641"/>
                  </a:lnTo>
                  <a:lnTo>
                    <a:pt x="1531829" y="391318"/>
                  </a:lnTo>
                  <a:lnTo>
                    <a:pt x="1531654" y="389779"/>
                  </a:lnTo>
                  <a:lnTo>
                    <a:pt x="1530999" y="391568"/>
                  </a:lnTo>
                  <a:lnTo>
                    <a:pt x="1530237" y="393057"/>
                  </a:lnTo>
                  <a:lnTo>
                    <a:pt x="1529000" y="394922"/>
                  </a:lnTo>
                  <a:lnTo>
                    <a:pt x="1528400" y="395163"/>
                  </a:lnTo>
                  <a:lnTo>
                    <a:pt x="1527787" y="394951"/>
                  </a:lnTo>
                  <a:lnTo>
                    <a:pt x="1526171" y="393615"/>
                  </a:lnTo>
                  <a:lnTo>
                    <a:pt x="1525176" y="392455"/>
                  </a:lnTo>
                  <a:lnTo>
                    <a:pt x="1523220" y="388649"/>
                  </a:lnTo>
                  <a:lnTo>
                    <a:pt x="1522132" y="386880"/>
                  </a:lnTo>
                  <a:lnTo>
                    <a:pt x="1519704" y="384512"/>
                  </a:lnTo>
                  <a:lnTo>
                    <a:pt x="1517205" y="382792"/>
                  </a:lnTo>
                  <a:lnTo>
                    <a:pt x="1515229" y="381678"/>
                  </a:lnTo>
                  <a:lnTo>
                    <a:pt x="1514173" y="381809"/>
                  </a:lnTo>
                  <a:lnTo>
                    <a:pt x="1513115" y="382260"/>
                  </a:lnTo>
                  <a:lnTo>
                    <a:pt x="1511777" y="382012"/>
                  </a:lnTo>
                  <a:lnTo>
                    <a:pt x="1511325" y="381589"/>
                  </a:lnTo>
                  <a:lnTo>
                    <a:pt x="1510930" y="380647"/>
                  </a:lnTo>
                  <a:lnTo>
                    <a:pt x="1510570" y="380100"/>
                  </a:lnTo>
                  <a:lnTo>
                    <a:pt x="1508693" y="377765"/>
                  </a:lnTo>
                  <a:lnTo>
                    <a:pt x="1507367" y="375852"/>
                  </a:lnTo>
                  <a:lnTo>
                    <a:pt x="1507313" y="374571"/>
                  </a:lnTo>
                  <a:lnTo>
                    <a:pt x="1507594" y="373055"/>
                  </a:lnTo>
                  <a:lnTo>
                    <a:pt x="1507345" y="369293"/>
                  </a:lnTo>
                  <a:lnTo>
                    <a:pt x="1506702" y="365757"/>
                  </a:lnTo>
                  <a:lnTo>
                    <a:pt x="1505065" y="362254"/>
                  </a:lnTo>
                  <a:lnTo>
                    <a:pt x="1500698" y="359993"/>
                  </a:lnTo>
                  <a:lnTo>
                    <a:pt x="1497097" y="358403"/>
                  </a:lnTo>
                  <a:lnTo>
                    <a:pt x="1495807" y="358041"/>
                  </a:lnTo>
                  <a:lnTo>
                    <a:pt x="1494663" y="358394"/>
                  </a:lnTo>
                  <a:lnTo>
                    <a:pt x="1491649" y="361288"/>
                  </a:lnTo>
                  <a:lnTo>
                    <a:pt x="1489632" y="361703"/>
                  </a:lnTo>
                  <a:lnTo>
                    <a:pt x="1483752" y="361845"/>
                  </a:lnTo>
                  <a:lnTo>
                    <a:pt x="1482769" y="361529"/>
                  </a:lnTo>
                  <a:lnTo>
                    <a:pt x="1481883" y="360299"/>
                  </a:lnTo>
                  <a:lnTo>
                    <a:pt x="1481678" y="358650"/>
                  </a:lnTo>
                  <a:lnTo>
                    <a:pt x="1481934" y="355588"/>
                  </a:lnTo>
                  <a:lnTo>
                    <a:pt x="1481905" y="354294"/>
                  </a:lnTo>
                  <a:lnTo>
                    <a:pt x="1481675" y="353857"/>
                  </a:lnTo>
                  <a:lnTo>
                    <a:pt x="1481365" y="353893"/>
                  </a:lnTo>
                  <a:lnTo>
                    <a:pt x="1480205" y="352670"/>
                  </a:lnTo>
                  <a:lnTo>
                    <a:pt x="1479129" y="350620"/>
                  </a:lnTo>
                  <a:lnTo>
                    <a:pt x="1478280" y="348501"/>
                  </a:lnTo>
                  <a:lnTo>
                    <a:pt x="1477706" y="345655"/>
                  </a:lnTo>
                  <a:lnTo>
                    <a:pt x="1478483" y="345514"/>
                  </a:lnTo>
                  <a:lnTo>
                    <a:pt x="1479556" y="346220"/>
                  </a:lnTo>
                  <a:lnTo>
                    <a:pt x="1479711" y="345523"/>
                  </a:lnTo>
                  <a:lnTo>
                    <a:pt x="1480064" y="342953"/>
                  </a:lnTo>
                  <a:lnTo>
                    <a:pt x="1480810" y="341718"/>
                  </a:lnTo>
                  <a:lnTo>
                    <a:pt x="1481095" y="340760"/>
                  </a:lnTo>
                  <a:lnTo>
                    <a:pt x="1481599" y="337270"/>
                  </a:lnTo>
                  <a:lnTo>
                    <a:pt x="1481672" y="334758"/>
                  </a:lnTo>
                  <a:lnTo>
                    <a:pt x="1480814" y="336128"/>
                  </a:lnTo>
                  <a:lnTo>
                    <a:pt x="1479497" y="339613"/>
                  </a:lnTo>
                  <a:lnTo>
                    <a:pt x="1478843" y="340634"/>
                  </a:lnTo>
                  <a:lnTo>
                    <a:pt x="1478389" y="341096"/>
                  </a:lnTo>
                  <a:lnTo>
                    <a:pt x="1477933" y="341307"/>
                  </a:lnTo>
                  <a:lnTo>
                    <a:pt x="1476869" y="340610"/>
                  </a:lnTo>
                  <a:lnTo>
                    <a:pt x="1476110" y="339770"/>
                  </a:lnTo>
                  <a:lnTo>
                    <a:pt x="1476093" y="336397"/>
                  </a:lnTo>
                  <a:lnTo>
                    <a:pt x="1475742" y="335541"/>
                  </a:lnTo>
                  <a:lnTo>
                    <a:pt x="1475406" y="336183"/>
                  </a:lnTo>
                  <a:lnTo>
                    <a:pt x="1475268" y="337388"/>
                  </a:lnTo>
                  <a:lnTo>
                    <a:pt x="1474302" y="337609"/>
                  </a:lnTo>
                  <a:lnTo>
                    <a:pt x="1473851" y="338128"/>
                  </a:lnTo>
                  <a:lnTo>
                    <a:pt x="1474081" y="340128"/>
                  </a:lnTo>
                  <a:lnTo>
                    <a:pt x="1473975" y="341819"/>
                  </a:lnTo>
                  <a:lnTo>
                    <a:pt x="1473057" y="342455"/>
                  </a:lnTo>
                  <a:lnTo>
                    <a:pt x="1471197" y="342845"/>
                  </a:lnTo>
                  <a:lnTo>
                    <a:pt x="1470551" y="341183"/>
                  </a:lnTo>
                  <a:lnTo>
                    <a:pt x="1469998" y="343499"/>
                  </a:lnTo>
                  <a:lnTo>
                    <a:pt x="1469587" y="346093"/>
                  </a:lnTo>
                  <a:lnTo>
                    <a:pt x="1469529" y="349553"/>
                  </a:lnTo>
                  <a:lnTo>
                    <a:pt x="1470119" y="352421"/>
                  </a:lnTo>
                  <a:lnTo>
                    <a:pt x="1470962" y="353787"/>
                  </a:lnTo>
                  <a:lnTo>
                    <a:pt x="1472803" y="355848"/>
                  </a:lnTo>
                  <a:lnTo>
                    <a:pt x="1473602" y="357302"/>
                  </a:lnTo>
                  <a:lnTo>
                    <a:pt x="1473810" y="359175"/>
                  </a:lnTo>
                  <a:lnTo>
                    <a:pt x="1473736" y="360903"/>
                  </a:lnTo>
                  <a:lnTo>
                    <a:pt x="1472778" y="363014"/>
                  </a:lnTo>
                  <a:lnTo>
                    <a:pt x="1472128" y="364758"/>
                  </a:lnTo>
                  <a:lnTo>
                    <a:pt x="1471014" y="368959"/>
                  </a:lnTo>
                  <a:lnTo>
                    <a:pt x="1470347" y="370641"/>
                  </a:lnTo>
                  <a:lnTo>
                    <a:pt x="1467507" y="374186"/>
                  </a:lnTo>
                  <a:lnTo>
                    <a:pt x="1465847" y="375163"/>
                  </a:lnTo>
                  <a:lnTo>
                    <a:pt x="1464155" y="378508"/>
                  </a:lnTo>
                  <a:lnTo>
                    <a:pt x="1462202" y="381432"/>
                  </a:lnTo>
                  <a:lnTo>
                    <a:pt x="1459335" y="382626"/>
                  </a:lnTo>
                  <a:lnTo>
                    <a:pt x="1454994" y="387073"/>
                  </a:lnTo>
                  <a:lnTo>
                    <a:pt x="1453274" y="387904"/>
                  </a:lnTo>
                  <a:lnTo>
                    <a:pt x="1451023" y="385857"/>
                  </a:lnTo>
                  <a:lnTo>
                    <a:pt x="1445863" y="384534"/>
                  </a:lnTo>
                  <a:lnTo>
                    <a:pt x="1444258" y="382736"/>
                  </a:lnTo>
                  <a:lnTo>
                    <a:pt x="1441906" y="378201"/>
                  </a:lnTo>
                  <a:lnTo>
                    <a:pt x="1441087" y="377543"/>
                  </a:lnTo>
                  <a:lnTo>
                    <a:pt x="1440389" y="375756"/>
                  </a:lnTo>
                  <a:lnTo>
                    <a:pt x="1437521" y="373752"/>
                  </a:lnTo>
                  <a:lnTo>
                    <a:pt x="1435059" y="375062"/>
                  </a:lnTo>
                  <a:lnTo>
                    <a:pt x="1433023" y="374068"/>
                  </a:lnTo>
                  <a:lnTo>
                    <a:pt x="1432331" y="374775"/>
                  </a:lnTo>
                  <a:lnTo>
                    <a:pt x="1433399" y="375427"/>
                  </a:lnTo>
                  <a:lnTo>
                    <a:pt x="1435258" y="375961"/>
                  </a:lnTo>
                  <a:lnTo>
                    <a:pt x="1438089" y="375699"/>
                  </a:lnTo>
                  <a:lnTo>
                    <a:pt x="1439025" y="376183"/>
                  </a:lnTo>
                  <a:lnTo>
                    <a:pt x="1439853" y="377738"/>
                  </a:lnTo>
                  <a:lnTo>
                    <a:pt x="1440808" y="380260"/>
                  </a:lnTo>
                  <a:lnTo>
                    <a:pt x="1440091" y="381940"/>
                  </a:lnTo>
                  <a:lnTo>
                    <a:pt x="1439327" y="382476"/>
                  </a:lnTo>
                  <a:lnTo>
                    <a:pt x="1437042" y="380628"/>
                  </a:lnTo>
                  <a:lnTo>
                    <a:pt x="1434404" y="380901"/>
                  </a:lnTo>
                  <a:lnTo>
                    <a:pt x="1433181" y="380452"/>
                  </a:lnTo>
                  <a:lnTo>
                    <a:pt x="1429640" y="377328"/>
                  </a:lnTo>
                  <a:lnTo>
                    <a:pt x="1426948" y="380781"/>
                  </a:lnTo>
                  <a:lnTo>
                    <a:pt x="1423250" y="382564"/>
                  </a:lnTo>
                  <a:lnTo>
                    <a:pt x="1420378" y="382766"/>
                  </a:lnTo>
                  <a:lnTo>
                    <a:pt x="1415101" y="385514"/>
                  </a:lnTo>
                  <a:lnTo>
                    <a:pt x="1416541" y="385586"/>
                  </a:lnTo>
                  <a:lnTo>
                    <a:pt x="1420372" y="383660"/>
                  </a:lnTo>
                  <a:lnTo>
                    <a:pt x="1422618" y="383660"/>
                  </a:lnTo>
                  <a:lnTo>
                    <a:pt x="1425956" y="382600"/>
                  </a:lnTo>
                  <a:lnTo>
                    <a:pt x="1427693" y="381335"/>
                  </a:lnTo>
                  <a:lnTo>
                    <a:pt x="1428532" y="380156"/>
                  </a:lnTo>
                  <a:lnTo>
                    <a:pt x="1429596" y="378988"/>
                  </a:lnTo>
                  <a:lnTo>
                    <a:pt x="1430679" y="379578"/>
                  </a:lnTo>
                  <a:lnTo>
                    <a:pt x="1431426" y="380811"/>
                  </a:lnTo>
                  <a:lnTo>
                    <a:pt x="1431945" y="382560"/>
                  </a:lnTo>
                  <a:lnTo>
                    <a:pt x="1432426" y="384886"/>
                  </a:lnTo>
                  <a:lnTo>
                    <a:pt x="1431775" y="386107"/>
                  </a:lnTo>
                  <a:lnTo>
                    <a:pt x="1431162" y="386753"/>
                  </a:lnTo>
                  <a:lnTo>
                    <a:pt x="1430407" y="388411"/>
                  </a:lnTo>
                  <a:lnTo>
                    <a:pt x="1433932" y="385557"/>
                  </a:lnTo>
                  <a:lnTo>
                    <a:pt x="1436079" y="387258"/>
                  </a:lnTo>
                  <a:lnTo>
                    <a:pt x="1437155" y="386994"/>
                  </a:lnTo>
                  <a:lnTo>
                    <a:pt x="1439145" y="384469"/>
                  </a:lnTo>
                  <a:lnTo>
                    <a:pt x="1442391" y="382850"/>
                  </a:lnTo>
                  <a:lnTo>
                    <a:pt x="1442775" y="383165"/>
                  </a:lnTo>
                  <a:lnTo>
                    <a:pt x="1443157" y="383950"/>
                  </a:lnTo>
                  <a:lnTo>
                    <a:pt x="1442606" y="388796"/>
                  </a:lnTo>
                  <a:lnTo>
                    <a:pt x="1442828" y="392588"/>
                  </a:lnTo>
                  <a:lnTo>
                    <a:pt x="1445275" y="396717"/>
                  </a:lnTo>
                  <a:lnTo>
                    <a:pt x="1447831" y="399154"/>
                  </a:lnTo>
                  <a:lnTo>
                    <a:pt x="1448710" y="399233"/>
                  </a:lnTo>
                  <a:lnTo>
                    <a:pt x="1449535" y="398770"/>
                  </a:lnTo>
                  <a:lnTo>
                    <a:pt x="1449856" y="396589"/>
                  </a:lnTo>
                  <a:lnTo>
                    <a:pt x="1450486" y="394954"/>
                  </a:lnTo>
                  <a:lnTo>
                    <a:pt x="1451289" y="396431"/>
                  </a:lnTo>
                  <a:lnTo>
                    <a:pt x="1451947" y="398013"/>
                  </a:lnTo>
                  <a:lnTo>
                    <a:pt x="1452867" y="401943"/>
                  </a:lnTo>
                  <a:lnTo>
                    <a:pt x="1452844" y="403092"/>
                  </a:lnTo>
                  <a:lnTo>
                    <a:pt x="1452619" y="405386"/>
                  </a:lnTo>
                  <a:lnTo>
                    <a:pt x="1453433" y="406442"/>
                  </a:lnTo>
                  <a:lnTo>
                    <a:pt x="1454531" y="406748"/>
                  </a:lnTo>
                  <a:lnTo>
                    <a:pt x="1454937" y="410381"/>
                  </a:lnTo>
                  <a:lnTo>
                    <a:pt x="1455311" y="415559"/>
                  </a:lnTo>
                  <a:lnTo>
                    <a:pt x="1454830" y="416042"/>
                  </a:lnTo>
                  <a:lnTo>
                    <a:pt x="1454297" y="416042"/>
                  </a:lnTo>
                  <a:lnTo>
                    <a:pt x="1452514" y="417377"/>
                  </a:lnTo>
                  <a:lnTo>
                    <a:pt x="1452761" y="418308"/>
                  </a:lnTo>
                  <a:lnTo>
                    <a:pt x="1454564" y="418823"/>
                  </a:lnTo>
                  <a:lnTo>
                    <a:pt x="1455071" y="419860"/>
                  </a:lnTo>
                  <a:lnTo>
                    <a:pt x="1454710" y="422271"/>
                  </a:lnTo>
                  <a:lnTo>
                    <a:pt x="1454804" y="423383"/>
                  </a:lnTo>
                  <a:lnTo>
                    <a:pt x="1455433" y="423606"/>
                  </a:lnTo>
                  <a:lnTo>
                    <a:pt x="1455843" y="422197"/>
                  </a:lnTo>
                  <a:lnTo>
                    <a:pt x="1455734" y="420193"/>
                  </a:lnTo>
                  <a:lnTo>
                    <a:pt x="1455903" y="419304"/>
                  </a:lnTo>
                  <a:lnTo>
                    <a:pt x="1457110" y="423444"/>
                  </a:lnTo>
                  <a:lnTo>
                    <a:pt x="1457138" y="425076"/>
                  </a:lnTo>
                  <a:lnTo>
                    <a:pt x="1458164" y="426926"/>
                  </a:lnTo>
                  <a:lnTo>
                    <a:pt x="1461088" y="429651"/>
                  </a:lnTo>
                  <a:lnTo>
                    <a:pt x="1461629" y="430921"/>
                  </a:lnTo>
                  <a:lnTo>
                    <a:pt x="1461787" y="432974"/>
                  </a:lnTo>
                  <a:lnTo>
                    <a:pt x="1461056" y="433560"/>
                  </a:lnTo>
                  <a:lnTo>
                    <a:pt x="1460389" y="435025"/>
                  </a:lnTo>
                  <a:lnTo>
                    <a:pt x="1460798" y="437048"/>
                  </a:lnTo>
                  <a:lnTo>
                    <a:pt x="1461557" y="438708"/>
                  </a:lnTo>
                  <a:lnTo>
                    <a:pt x="1462805" y="439325"/>
                  </a:lnTo>
                  <a:lnTo>
                    <a:pt x="1463378" y="441964"/>
                  </a:lnTo>
                  <a:lnTo>
                    <a:pt x="1463378" y="444505"/>
                  </a:lnTo>
                  <a:lnTo>
                    <a:pt x="1462481" y="446704"/>
                  </a:lnTo>
                  <a:lnTo>
                    <a:pt x="1460668" y="449740"/>
                  </a:lnTo>
                  <a:lnTo>
                    <a:pt x="1459594" y="450956"/>
                  </a:lnTo>
                  <a:lnTo>
                    <a:pt x="1459180" y="453106"/>
                  </a:lnTo>
                  <a:lnTo>
                    <a:pt x="1459054" y="455353"/>
                  </a:lnTo>
                  <a:lnTo>
                    <a:pt x="1458322" y="455255"/>
                  </a:lnTo>
                  <a:lnTo>
                    <a:pt x="1457546" y="454322"/>
                  </a:lnTo>
                  <a:lnTo>
                    <a:pt x="1448465" y="448657"/>
                  </a:lnTo>
                  <a:lnTo>
                    <a:pt x="1445041" y="447598"/>
                  </a:lnTo>
                  <a:lnTo>
                    <a:pt x="1442043" y="447461"/>
                  </a:lnTo>
                  <a:lnTo>
                    <a:pt x="1441479" y="447119"/>
                  </a:lnTo>
                  <a:lnTo>
                    <a:pt x="1441511" y="445776"/>
                  </a:lnTo>
                  <a:lnTo>
                    <a:pt x="1441702" y="444571"/>
                  </a:lnTo>
                  <a:lnTo>
                    <a:pt x="1442124" y="443043"/>
                  </a:lnTo>
                  <a:lnTo>
                    <a:pt x="1441925" y="441732"/>
                  </a:lnTo>
                  <a:lnTo>
                    <a:pt x="1441534" y="441647"/>
                  </a:lnTo>
                  <a:lnTo>
                    <a:pt x="1441153" y="442645"/>
                  </a:lnTo>
                  <a:lnTo>
                    <a:pt x="1440326" y="442648"/>
                  </a:lnTo>
                  <a:lnTo>
                    <a:pt x="1439543" y="441489"/>
                  </a:lnTo>
                  <a:lnTo>
                    <a:pt x="1438892" y="441853"/>
                  </a:lnTo>
                  <a:lnTo>
                    <a:pt x="1438570" y="443479"/>
                  </a:lnTo>
                  <a:lnTo>
                    <a:pt x="1438315" y="444335"/>
                  </a:lnTo>
                  <a:lnTo>
                    <a:pt x="1438327" y="445357"/>
                  </a:lnTo>
                  <a:lnTo>
                    <a:pt x="1438743" y="446305"/>
                  </a:lnTo>
                  <a:lnTo>
                    <a:pt x="1440489" y="447339"/>
                  </a:lnTo>
                  <a:lnTo>
                    <a:pt x="1440199" y="448243"/>
                  </a:lnTo>
                  <a:lnTo>
                    <a:pt x="1437776" y="448979"/>
                  </a:lnTo>
                  <a:lnTo>
                    <a:pt x="1435806" y="449875"/>
                  </a:lnTo>
                  <a:lnTo>
                    <a:pt x="1433249" y="452680"/>
                  </a:lnTo>
                  <a:lnTo>
                    <a:pt x="1432210" y="454595"/>
                  </a:lnTo>
                  <a:lnTo>
                    <a:pt x="1425340" y="459372"/>
                  </a:lnTo>
                  <a:lnTo>
                    <a:pt x="1423688" y="461040"/>
                  </a:lnTo>
                  <a:lnTo>
                    <a:pt x="1422955" y="461235"/>
                  </a:lnTo>
                  <a:lnTo>
                    <a:pt x="1422014" y="461794"/>
                  </a:lnTo>
                  <a:lnTo>
                    <a:pt x="1421288" y="463803"/>
                  </a:lnTo>
                  <a:lnTo>
                    <a:pt x="1417492" y="466626"/>
                  </a:lnTo>
                  <a:lnTo>
                    <a:pt x="1416699" y="466359"/>
                  </a:lnTo>
                  <a:lnTo>
                    <a:pt x="1415695" y="468731"/>
                  </a:lnTo>
                  <a:lnTo>
                    <a:pt x="1414770" y="470031"/>
                  </a:lnTo>
                  <a:lnTo>
                    <a:pt x="1412565" y="470212"/>
                  </a:lnTo>
                  <a:lnTo>
                    <a:pt x="1411160" y="470872"/>
                  </a:lnTo>
                  <a:lnTo>
                    <a:pt x="1408117" y="474293"/>
                  </a:lnTo>
                  <a:lnTo>
                    <a:pt x="1406205" y="473210"/>
                  </a:lnTo>
                  <a:lnTo>
                    <a:pt x="1403967" y="477918"/>
                  </a:lnTo>
                  <a:lnTo>
                    <a:pt x="1401479" y="482353"/>
                  </a:lnTo>
                  <a:lnTo>
                    <a:pt x="1400736" y="482366"/>
                  </a:lnTo>
                  <a:lnTo>
                    <a:pt x="1398832" y="480505"/>
                  </a:lnTo>
                  <a:lnTo>
                    <a:pt x="1398354" y="481482"/>
                  </a:lnTo>
                  <a:lnTo>
                    <a:pt x="1398653" y="483271"/>
                  </a:lnTo>
                  <a:lnTo>
                    <a:pt x="1399327" y="485161"/>
                  </a:lnTo>
                  <a:lnTo>
                    <a:pt x="1398940" y="485709"/>
                  </a:lnTo>
                  <a:lnTo>
                    <a:pt x="1398183" y="485188"/>
                  </a:lnTo>
                  <a:lnTo>
                    <a:pt x="1397622" y="485079"/>
                  </a:lnTo>
                  <a:lnTo>
                    <a:pt x="1397231" y="485647"/>
                  </a:lnTo>
                  <a:lnTo>
                    <a:pt x="1397298" y="487002"/>
                  </a:lnTo>
                  <a:lnTo>
                    <a:pt x="1396219" y="488742"/>
                  </a:lnTo>
                  <a:lnTo>
                    <a:pt x="1395376" y="488876"/>
                  </a:lnTo>
                  <a:lnTo>
                    <a:pt x="1394405" y="489423"/>
                  </a:lnTo>
                  <a:lnTo>
                    <a:pt x="1394082" y="490923"/>
                  </a:lnTo>
                  <a:lnTo>
                    <a:pt x="1394374" y="492544"/>
                  </a:lnTo>
                  <a:lnTo>
                    <a:pt x="1392648" y="494432"/>
                  </a:lnTo>
                  <a:lnTo>
                    <a:pt x="1391244" y="496861"/>
                  </a:lnTo>
                  <a:lnTo>
                    <a:pt x="1390575" y="497304"/>
                  </a:lnTo>
                  <a:lnTo>
                    <a:pt x="1389809" y="498384"/>
                  </a:lnTo>
                  <a:lnTo>
                    <a:pt x="1388969" y="499175"/>
                  </a:lnTo>
                  <a:lnTo>
                    <a:pt x="1387997" y="499005"/>
                  </a:lnTo>
                  <a:lnTo>
                    <a:pt x="1385692" y="502473"/>
                  </a:lnTo>
                  <a:lnTo>
                    <a:pt x="1380497" y="508465"/>
                  </a:lnTo>
                  <a:lnTo>
                    <a:pt x="1379055" y="509247"/>
                  </a:lnTo>
                  <a:lnTo>
                    <a:pt x="1377217" y="511067"/>
                  </a:lnTo>
                  <a:lnTo>
                    <a:pt x="1377040" y="512284"/>
                  </a:lnTo>
                  <a:lnTo>
                    <a:pt x="1377029" y="513786"/>
                  </a:lnTo>
                  <a:lnTo>
                    <a:pt x="1376295" y="516249"/>
                  </a:lnTo>
                  <a:lnTo>
                    <a:pt x="1375441" y="522505"/>
                  </a:lnTo>
                  <a:lnTo>
                    <a:pt x="1375182" y="523629"/>
                  </a:lnTo>
                  <a:lnTo>
                    <a:pt x="1374744" y="524936"/>
                  </a:lnTo>
                  <a:lnTo>
                    <a:pt x="1372852" y="524329"/>
                  </a:lnTo>
                  <a:lnTo>
                    <a:pt x="1371203" y="521936"/>
                  </a:lnTo>
                  <a:lnTo>
                    <a:pt x="1370671" y="520837"/>
                  </a:lnTo>
                  <a:lnTo>
                    <a:pt x="1370385" y="519549"/>
                  </a:lnTo>
                  <a:lnTo>
                    <a:pt x="1370284" y="517479"/>
                  </a:lnTo>
                  <a:lnTo>
                    <a:pt x="1369969" y="516523"/>
                  </a:lnTo>
                  <a:lnTo>
                    <a:pt x="1369589" y="516076"/>
                  </a:lnTo>
                  <a:lnTo>
                    <a:pt x="1367701" y="510974"/>
                  </a:lnTo>
                  <a:lnTo>
                    <a:pt x="1364407" y="507470"/>
                  </a:lnTo>
                  <a:lnTo>
                    <a:pt x="1363937" y="506308"/>
                  </a:lnTo>
                  <a:lnTo>
                    <a:pt x="1359721" y="507258"/>
                  </a:lnTo>
                  <a:lnTo>
                    <a:pt x="1358587" y="507285"/>
                  </a:lnTo>
                  <a:lnTo>
                    <a:pt x="1356592" y="506418"/>
                  </a:lnTo>
                  <a:lnTo>
                    <a:pt x="1353465" y="506959"/>
                  </a:lnTo>
                  <a:lnTo>
                    <a:pt x="1349701" y="508868"/>
                  </a:lnTo>
                  <a:lnTo>
                    <a:pt x="1348548" y="510061"/>
                  </a:lnTo>
                  <a:lnTo>
                    <a:pt x="1344709" y="511912"/>
                  </a:lnTo>
                  <a:lnTo>
                    <a:pt x="1342184" y="514845"/>
                  </a:lnTo>
                  <a:lnTo>
                    <a:pt x="1337266" y="525483"/>
                  </a:lnTo>
                  <a:lnTo>
                    <a:pt x="1336106" y="527688"/>
                  </a:lnTo>
                  <a:lnTo>
                    <a:pt x="1335540" y="528166"/>
                  </a:lnTo>
                  <a:lnTo>
                    <a:pt x="1334709" y="528366"/>
                  </a:lnTo>
                  <a:lnTo>
                    <a:pt x="1334347" y="526221"/>
                  </a:lnTo>
                  <a:lnTo>
                    <a:pt x="1334223" y="524528"/>
                  </a:lnTo>
                  <a:lnTo>
                    <a:pt x="1334534" y="521293"/>
                  </a:lnTo>
                  <a:lnTo>
                    <a:pt x="1335125" y="518649"/>
                  </a:lnTo>
                  <a:lnTo>
                    <a:pt x="1335727" y="513691"/>
                  </a:lnTo>
                  <a:lnTo>
                    <a:pt x="1335878" y="511677"/>
                  </a:lnTo>
                  <a:lnTo>
                    <a:pt x="1336301" y="509592"/>
                  </a:lnTo>
                  <a:lnTo>
                    <a:pt x="1334648" y="509723"/>
                  </a:lnTo>
                  <a:lnTo>
                    <a:pt x="1332358" y="513372"/>
                  </a:lnTo>
                  <a:lnTo>
                    <a:pt x="1328907" y="516930"/>
                  </a:lnTo>
                  <a:lnTo>
                    <a:pt x="1327299" y="517855"/>
                  </a:lnTo>
                  <a:lnTo>
                    <a:pt x="1326044" y="519931"/>
                  </a:lnTo>
                  <a:lnTo>
                    <a:pt x="1325153" y="520232"/>
                  </a:lnTo>
                  <a:lnTo>
                    <a:pt x="1324115" y="521005"/>
                  </a:lnTo>
                  <a:lnTo>
                    <a:pt x="1324010" y="525525"/>
                  </a:lnTo>
                  <a:lnTo>
                    <a:pt x="1323484" y="528033"/>
                  </a:lnTo>
                  <a:lnTo>
                    <a:pt x="1322857" y="528539"/>
                  </a:lnTo>
                  <a:lnTo>
                    <a:pt x="1321901" y="528617"/>
                  </a:lnTo>
                  <a:lnTo>
                    <a:pt x="1321181" y="527635"/>
                  </a:lnTo>
                  <a:lnTo>
                    <a:pt x="1320127" y="523993"/>
                  </a:lnTo>
                  <a:lnTo>
                    <a:pt x="1318738" y="522107"/>
                  </a:lnTo>
                  <a:lnTo>
                    <a:pt x="1317919" y="521770"/>
                  </a:lnTo>
                  <a:lnTo>
                    <a:pt x="1317311" y="522202"/>
                  </a:lnTo>
                  <a:lnTo>
                    <a:pt x="1316107" y="524693"/>
                  </a:lnTo>
                  <a:lnTo>
                    <a:pt x="1314777" y="526945"/>
                  </a:lnTo>
                  <a:lnTo>
                    <a:pt x="1314987" y="524380"/>
                  </a:lnTo>
                  <a:lnTo>
                    <a:pt x="1313857" y="523406"/>
                  </a:lnTo>
                  <a:lnTo>
                    <a:pt x="1312851" y="522823"/>
                  </a:lnTo>
                  <a:lnTo>
                    <a:pt x="1311574" y="522703"/>
                  </a:lnTo>
                  <a:lnTo>
                    <a:pt x="1311226" y="523090"/>
                  </a:lnTo>
                  <a:lnTo>
                    <a:pt x="1310708" y="524556"/>
                  </a:lnTo>
                  <a:lnTo>
                    <a:pt x="1309596" y="526457"/>
                  </a:lnTo>
                  <a:lnTo>
                    <a:pt x="1308821" y="527264"/>
                  </a:lnTo>
                  <a:lnTo>
                    <a:pt x="1308016" y="528795"/>
                  </a:lnTo>
                  <a:lnTo>
                    <a:pt x="1307582" y="530376"/>
                  </a:lnTo>
                  <a:lnTo>
                    <a:pt x="1307162" y="532622"/>
                  </a:lnTo>
                  <a:lnTo>
                    <a:pt x="1306661" y="538101"/>
                  </a:lnTo>
                  <a:lnTo>
                    <a:pt x="1306698" y="544526"/>
                  </a:lnTo>
                  <a:lnTo>
                    <a:pt x="1304890" y="549584"/>
                  </a:lnTo>
                  <a:lnTo>
                    <a:pt x="1304172" y="549085"/>
                  </a:lnTo>
                  <a:lnTo>
                    <a:pt x="1303833" y="549417"/>
                  </a:lnTo>
                  <a:lnTo>
                    <a:pt x="1303498" y="550089"/>
                  </a:lnTo>
                  <a:lnTo>
                    <a:pt x="1304116" y="552871"/>
                  </a:lnTo>
                  <a:lnTo>
                    <a:pt x="1303785" y="553867"/>
                  </a:lnTo>
                  <a:lnTo>
                    <a:pt x="1303446" y="554532"/>
                  </a:lnTo>
                  <a:lnTo>
                    <a:pt x="1302606" y="555262"/>
                  </a:lnTo>
                  <a:lnTo>
                    <a:pt x="1300646" y="559380"/>
                  </a:lnTo>
                  <a:lnTo>
                    <a:pt x="1298816" y="562078"/>
                  </a:lnTo>
                  <a:lnTo>
                    <a:pt x="1295822" y="569795"/>
                  </a:lnTo>
                  <a:lnTo>
                    <a:pt x="1294934" y="574954"/>
                  </a:lnTo>
                  <a:lnTo>
                    <a:pt x="1294077" y="580743"/>
                  </a:lnTo>
                  <a:lnTo>
                    <a:pt x="1294480" y="583579"/>
                  </a:lnTo>
                  <a:lnTo>
                    <a:pt x="1294842" y="585431"/>
                  </a:lnTo>
                  <a:lnTo>
                    <a:pt x="1295403" y="586720"/>
                  </a:lnTo>
                  <a:lnTo>
                    <a:pt x="1296359" y="588065"/>
                  </a:lnTo>
                  <a:lnTo>
                    <a:pt x="1298416" y="589565"/>
                  </a:lnTo>
                  <a:lnTo>
                    <a:pt x="1298231" y="590550"/>
                  </a:lnTo>
                  <a:lnTo>
                    <a:pt x="1298224" y="591371"/>
                  </a:lnTo>
                  <a:lnTo>
                    <a:pt x="1298950" y="589924"/>
                  </a:lnTo>
                  <a:lnTo>
                    <a:pt x="1299479" y="585850"/>
                  </a:lnTo>
                  <a:lnTo>
                    <a:pt x="1300751" y="584546"/>
                  </a:lnTo>
                  <a:lnTo>
                    <a:pt x="1301367" y="584609"/>
                  </a:lnTo>
                  <a:lnTo>
                    <a:pt x="1305469" y="587824"/>
                  </a:lnTo>
                  <a:lnTo>
                    <a:pt x="1306245" y="589210"/>
                  </a:lnTo>
                  <a:lnTo>
                    <a:pt x="1306131" y="592270"/>
                  </a:lnTo>
                  <a:lnTo>
                    <a:pt x="1305881" y="593730"/>
                  </a:lnTo>
                  <a:lnTo>
                    <a:pt x="1305120" y="595875"/>
                  </a:lnTo>
                  <a:lnTo>
                    <a:pt x="1303661" y="598456"/>
                  </a:lnTo>
                  <a:lnTo>
                    <a:pt x="1301953" y="601998"/>
                  </a:lnTo>
                  <a:lnTo>
                    <a:pt x="1301789" y="604171"/>
                  </a:lnTo>
                  <a:lnTo>
                    <a:pt x="1301782" y="605357"/>
                  </a:lnTo>
                  <a:lnTo>
                    <a:pt x="1302230" y="609528"/>
                  </a:lnTo>
                  <a:lnTo>
                    <a:pt x="1302294" y="611874"/>
                  </a:lnTo>
                  <a:lnTo>
                    <a:pt x="1302066" y="616247"/>
                  </a:lnTo>
                  <a:lnTo>
                    <a:pt x="1302177" y="618136"/>
                  </a:lnTo>
                  <a:lnTo>
                    <a:pt x="1302632" y="619750"/>
                  </a:lnTo>
                  <a:lnTo>
                    <a:pt x="1303325" y="620760"/>
                  </a:lnTo>
                  <a:lnTo>
                    <a:pt x="1304521" y="620209"/>
                  </a:lnTo>
                  <a:lnTo>
                    <a:pt x="1305665" y="620677"/>
                  </a:lnTo>
                  <a:lnTo>
                    <a:pt x="1306541" y="621783"/>
                  </a:lnTo>
                  <a:lnTo>
                    <a:pt x="1306413" y="625432"/>
                  </a:lnTo>
                  <a:lnTo>
                    <a:pt x="1306901" y="628885"/>
                  </a:lnTo>
                  <a:lnTo>
                    <a:pt x="1307300" y="635243"/>
                  </a:lnTo>
                  <a:lnTo>
                    <a:pt x="1306587" y="636981"/>
                  </a:lnTo>
                  <a:lnTo>
                    <a:pt x="1305894" y="638066"/>
                  </a:lnTo>
                  <a:lnTo>
                    <a:pt x="1304530" y="640794"/>
                  </a:lnTo>
                  <a:lnTo>
                    <a:pt x="1303802" y="641116"/>
                  </a:lnTo>
                  <a:lnTo>
                    <a:pt x="1302540" y="640175"/>
                  </a:lnTo>
                  <a:lnTo>
                    <a:pt x="1300500" y="635251"/>
                  </a:lnTo>
                  <a:lnTo>
                    <a:pt x="1301317" y="632338"/>
                  </a:lnTo>
                  <a:lnTo>
                    <a:pt x="1303048" y="630310"/>
                  </a:lnTo>
                  <a:lnTo>
                    <a:pt x="1303836" y="628846"/>
                  </a:lnTo>
                  <a:lnTo>
                    <a:pt x="1304443" y="626693"/>
                  </a:lnTo>
                  <a:lnTo>
                    <a:pt x="1303538" y="627102"/>
                  </a:lnTo>
                  <a:lnTo>
                    <a:pt x="1302898" y="628038"/>
                  </a:lnTo>
                  <a:lnTo>
                    <a:pt x="1300916" y="627633"/>
                  </a:lnTo>
                  <a:lnTo>
                    <a:pt x="1300124" y="628671"/>
                  </a:lnTo>
                  <a:lnTo>
                    <a:pt x="1299159" y="630320"/>
                  </a:lnTo>
                  <a:lnTo>
                    <a:pt x="1299539" y="634411"/>
                  </a:lnTo>
                  <a:lnTo>
                    <a:pt x="1298894" y="635155"/>
                  </a:lnTo>
                  <a:lnTo>
                    <a:pt x="1297673" y="636566"/>
                  </a:lnTo>
                  <a:lnTo>
                    <a:pt x="1295865" y="638324"/>
                  </a:lnTo>
                  <a:lnTo>
                    <a:pt x="1295278" y="639465"/>
                  </a:lnTo>
                  <a:lnTo>
                    <a:pt x="1293730" y="646831"/>
                  </a:lnTo>
                  <a:lnTo>
                    <a:pt x="1292303" y="652313"/>
                  </a:lnTo>
                  <a:lnTo>
                    <a:pt x="1291807" y="657003"/>
                  </a:lnTo>
                  <a:lnTo>
                    <a:pt x="1291859" y="661084"/>
                  </a:lnTo>
                  <a:lnTo>
                    <a:pt x="1292394" y="665596"/>
                  </a:lnTo>
                  <a:lnTo>
                    <a:pt x="1292771" y="667558"/>
                  </a:lnTo>
                  <a:lnTo>
                    <a:pt x="1294423" y="671722"/>
                  </a:lnTo>
                  <a:lnTo>
                    <a:pt x="1295233" y="675028"/>
                  </a:lnTo>
                  <a:lnTo>
                    <a:pt x="1295476" y="678987"/>
                  </a:lnTo>
                  <a:lnTo>
                    <a:pt x="1294143" y="680863"/>
                  </a:lnTo>
                  <a:lnTo>
                    <a:pt x="1291824" y="685464"/>
                  </a:lnTo>
                  <a:lnTo>
                    <a:pt x="1290854" y="685957"/>
                  </a:lnTo>
                  <a:lnTo>
                    <a:pt x="1287674" y="685830"/>
                  </a:lnTo>
                  <a:lnTo>
                    <a:pt x="1286096" y="683535"/>
                  </a:lnTo>
                  <a:lnTo>
                    <a:pt x="1284228" y="684122"/>
                  </a:lnTo>
                  <a:lnTo>
                    <a:pt x="1282662" y="685216"/>
                  </a:lnTo>
                  <a:lnTo>
                    <a:pt x="1280206" y="688481"/>
                  </a:lnTo>
                  <a:lnTo>
                    <a:pt x="1278011" y="692695"/>
                  </a:lnTo>
                  <a:lnTo>
                    <a:pt x="1275949" y="695623"/>
                  </a:lnTo>
                  <a:lnTo>
                    <a:pt x="1275331" y="697345"/>
                  </a:lnTo>
                  <a:lnTo>
                    <a:pt x="1274482" y="700964"/>
                  </a:lnTo>
                  <a:lnTo>
                    <a:pt x="1273731" y="707605"/>
                  </a:lnTo>
                  <a:lnTo>
                    <a:pt x="1273993" y="710885"/>
                  </a:lnTo>
                  <a:lnTo>
                    <a:pt x="1274409" y="712416"/>
                  </a:lnTo>
                  <a:lnTo>
                    <a:pt x="1274809" y="714444"/>
                  </a:lnTo>
                  <a:lnTo>
                    <a:pt x="1274264" y="717532"/>
                  </a:lnTo>
                  <a:lnTo>
                    <a:pt x="1274250" y="719510"/>
                  </a:lnTo>
                  <a:lnTo>
                    <a:pt x="1275254" y="722638"/>
                  </a:lnTo>
                  <a:lnTo>
                    <a:pt x="1275475" y="726932"/>
                  </a:lnTo>
                  <a:lnTo>
                    <a:pt x="1274728" y="727065"/>
                  </a:lnTo>
                  <a:lnTo>
                    <a:pt x="1273038" y="723974"/>
                  </a:lnTo>
                  <a:lnTo>
                    <a:pt x="1271253" y="723738"/>
                  </a:lnTo>
                  <a:lnTo>
                    <a:pt x="1266929" y="727300"/>
                  </a:lnTo>
                  <a:lnTo>
                    <a:pt x="1265159" y="729356"/>
                  </a:lnTo>
                  <a:lnTo>
                    <a:pt x="1263172" y="733452"/>
                  </a:lnTo>
                  <a:lnTo>
                    <a:pt x="1262579" y="732670"/>
                  </a:lnTo>
                  <a:lnTo>
                    <a:pt x="1262155" y="730324"/>
                  </a:lnTo>
                  <a:lnTo>
                    <a:pt x="1261435" y="729284"/>
                  </a:lnTo>
                  <a:lnTo>
                    <a:pt x="1260544" y="729805"/>
                  </a:lnTo>
                  <a:lnTo>
                    <a:pt x="1260162" y="732019"/>
                  </a:lnTo>
                  <a:lnTo>
                    <a:pt x="1261391" y="733061"/>
                  </a:lnTo>
                  <a:lnTo>
                    <a:pt x="1261859" y="734495"/>
                  </a:lnTo>
                  <a:lnTo>
                    <a:pt x="1261137" y="739968"/>
                  </a:lnTo>
                  <a:lnTo>
                    <a:pt x="1260628" y="741793"/>
                  </a:lnTo>
                  <a:lnTo>
                    <a:pt x="1260817" y="746709"/>
                  </a:lnTo>
                  <a:lnTo>
                    <a:pt x="1260747" y="748988"/>
                  </a:lnTo>
                  <a:lnTo>
                    <a:pt x="1260462" y="751298"/>
                  </a:lnTo>
                  <a:lnTo>
                    <a:pt x="1259194" y="757625"/>
                  </a:lnTo>
                  <a:lnTo>
                    <a:pt x="1257001" y="765936"/>
                  </a:lnTo>
                  <a:lnTo>
                    <a:pt x="1254307" y="771973"/>
                  </a:lnTo>
                  <a:lnTo>
                    <a:pt x="1252439" y="774063"/>
                  </a:lnTo>
                  <a:lnTo>
                    <a:pt x="1251497" y="775679"/>
                  </a:lnTo>
                  <a:lnTo>
                    <a:pt x="1251102" y="777776"/>
                  </a:lnTo>
                  <a:lnTo>
                    <a:pt x="1248337" y="783573"/>
                  </a:lnTo>
                  <a:lnTo>
                    <a:pt x="1244926" y="789665"/>
                  </a:lnTo>
                  <a:lnTo>
                    <a:pt x="1243968" y="790767"/>
                  </a:lnTo>
                  <a:lnTo>
                    <a:pt x="1243742" y="788468"/>
                  </a:lnTo>
                  <a:lnTo>
                    <a:pt x="1243638" y="786192"/>
                  </a:lnTo>
                  <a:lnTo>
                    <a:pt x="1243228" y="783156"/>
                  </a:lnTo>
                  <a:lnTo>
                    <a:pt x="1242004" y="780651"/>
                  </a:lnTo>
                  <a:lnTo>
                    <a:pt x="1241789" y="778623"/>
                  </a:lnTo>
                  <a:lnTo>
                    <a:pt x="1241589" y="775821"/>
                  </a:lnTo>
                  <a:lnTo>
                    <a:pt x="1241488" y="762880"/>
                  </a:lnTo>
                  <a:lnTo>
                    <a:pt x="1240407" y="749479"/>
                  </a:lnTo>
                  <a:lnTo>
                    <a:pt x="1240285" y="745259"/>
                  </a:lnTo>
                  <a:lnTo>
                    <a:pt x="1238977" y="741805"/>
                  </a:lnTo>
                  <a:lnTo>
                    <a:pt x="1238263" y="738229"/>
                  </a:lnTo>
                  <a:lnTo>
                    <a:pt x="1237840" y="734716"/>
                  </a:lnTo>
                  <a:lnTo>
                    <a:pt x="1237729" y="730569"/>
                  </a:lnTo>
                  <a:lnTo>
                    <a:pt x="1236300" y="708768"/>
                  </a:lnTo>
                  <a:lnTo>
                    <a:pt x="1235865" y="703336"/>
                  </a:lnTo>
                  <a:lnTo>
                    <a:pt x="1233957" y="685803"/>
                  </a:lnTo>
                  <a:lnTo>
                    <a:pt x="1233129" y="675666"/>
                  </a:lnTo>
                  <a:lnTo>
                    <a:pt x="1232586" y="665779"/>
                  </a:lnTo>
                  <a:lnTo>
                    <a:pt x="1232500" y="661366"/>
                  </a:lnTo>
                  <a:lnTo>
                    <a:pt x="1233351" y="648214"/>
                  </a:lnTo>
                  <a:lnTo>
                    <a:pt x="1234054" y="639980"/>
                  </a:lnTo>
                  <a:lnTo>
                    <a:pt x="1236611" y="621571"/>
                  </a:lnTo>
                  <a:lnTo>
                    <a:pt x="1237023" y="619893"/>
                  </a:lnTo>
                  <a:lnTo>
                    <a:pt x="1237428" y="619019"/>
                  </a:lnTo>
                  <a:lnTo>
                    <a:pt x="1241867" y="611939"/>
                  </a:lnTo>
                  <a:lnTo>
                    <a:pt x="1243782" y="608066"/>
                  </a:lnTo>
                  <a:lnTo>
                    <a:pt x="1244939" y="603990"/>
                  </a:lnTo>
                  <a:lnTo>
                    <a:pt x="1246169" y="598786"/>
                  </a:lnTo>
                  <a:lnTo>
                    <a:pt x="1246042" y="595990"/>
                  </a:lnTo>
                  <a:lnTo>
                    <a:pt x="1245895" y="594370"/>
                  </a:lnTo>
                  <a:lnTo>
                    <a:pt x="1245430" y="592563"/>
                  </a:lnTo>
                  <a:lnTo>
                    <a:pt x="1244389" y="590464"/>
                  </a:lnTo>
                  <a:lnTo>
                    <a:pt x="1244757" y="589528"/>
                  </a:lnTo>
                  <a:lnTo>
                    <a:pt x="1245162" y="588818"/>
                  </a:lnTo>
                  <a:lnTo>
                    <a:pt x="1246255" y="588034"/>
                  </a:lnTo>
                  <a:lnTo>
                    <a:pt x="1248477" y="589611"/>
                  </a:lnTo>
                  <a:lnTo>
                    <a:pt x="1250722" y="588947"/>
                  </a:lnTo>
                  <a:lnTo>
                    <a:pt x="1252799" y="582432"/>
                  </a:lnTo>
                  <a:lnTo>
                    <a:pt x="1255762" y="583432"/>
                  </a:lnTo>
                  <a:lnTo>
                    <a:pt x="1258029" y="582269"/>
                  </a:lnTo>
                  <a:lnTo>
                    <a:pt x="1258652" y="582751"/>
                  </a:lnTo>
                  <a:lnTo>
                    <a:pt x="1259093" y="580550"/>
                  </a:lnTo>
                  <a:lnTo>
                    <a:pt x="1260327" y="578204"/>
                  </a:lnTo>
                  <a:lnTo>
                    <a:pt x="1262611" y="574702"/>
                  </a:lnTo>
                  <a:lnTo>
                    <a:pt x="1265975" y="570489"/>
                  </a:lnTo>
                  <a:lnTo>
                    <a:pt x="1267645" y="567667"/>
                  </a:lnTo>
                  <a:lnTo>
                    <a:pt x="1268585" y="564975"/>
                  </a:lnTo>
                  <a:lnTo>
                    <a:pt x="1269971" y="562451"/>
                  </a:lnTo>
                  <a:lnTo>
                    <a:pt x="1271306" y="559269"/>
                  </a:lnTo>
                  <a:lnTo>
                    <a:pt x="1273766" y="549710"/>
                  </a:lnTo>
                  <a:lnTo>
                    <a:pt x="1278602" y="541823"/>
                  </a:lnTo>
                  <a:lnTo>
                    <a:pt x="1280497" y="537293"/>
                  </a:lnTo>
                  <a:lnTo>
                    <a:pt x="1282073" y="535689"/>
                  </a:lnTo>
                  <a:lnTo>
                    <a:pt x="1283456" y="534944"/>
                  </a:lnTo>
                  <a:lnTo>
                    <a:pt x="1286952" y="528480"/>
                  </a:lnTo>
                  <a:lnTo>
                    <a:pt x="1289167" y="523110"/>
                  </a:lnTo>
                  <a:lnTo>
                    <a:pt x="1292091" y="519418"/>
                  </a:lnTo>
                  <a:lnTo>
                    <a:pt x="1292980" y="517056"/>
                  </a:lnTo>
                  <a:lnTo>
                    <a:pt x="1294496" y="511502"/>
                  </a:lnTo>
                  <a:lnTo>
                    <a:pt x="1295116" y="510136"/>
                  </a:lnTo>
                  <a:lnTo>
                    <a:pt x="1297021" y="508058"/>
                  </a:lnTo>
                  <a:lnTo>
                    <a:pt x="1301317" y="504431"/>
                  </a:lnTo>
                  <a:lnTo>
                    <a:pt x="1303816" y="500784"/>
                  </a:lnTo>
                  <a:lnTo>
                    <a:pt x="1307462" y="500266"/>
                  </a:lnTo>
                  <a:lnTo>
                    <a:pt x="1308559" y="498808"/>
                  </a:lnTo>
                  <a:lnTo>
                    <a:pt x="1309700" y="497999"/>
                  </a:lnTo>
                  <a:lnTo>
                    <a:pt x="1310900" y="496827"/>
                  </a:lnTo>
                  <a:lnTo>
                    <a:pt x="1309396" y="493611"/>
                  </a:lnTo>
                  <a:lnTo>
                    <a:pt x="1309740" y="491876"/>
                  </a:lnTo>
                  <a:lnTo>
                    <a:pt x="1310031" y="491079"/>
                  </a:lnTo>
                  <a:lnTo>
                    <a:pt x="1312663" y="487263"/>
                  </a:lnTo>
                  <a:lnTo>
                    <a:pt x="1313741" y="484210"/>
                  </a:lnTo>
                  <a:lnTo>
                    <a:pt x="1313612" y="482897"/>
                  </a:lnTo>
                  <a:lnTo>
                    <a:pt x="1313426" y="481962"/>
                  </a:lnTo>
                  <a:lnTo>
                    <a:pt x="1311808" y="480736"/>
                  </a:lnTo>
                  <a:lnTo>
                    <a:pt x="1312122" y="477873"/>
                  </a:lnTo>
                  <a:lnTo>
                    <a:pt x="1312561" y="475453"/>
                  </a:lnTo>
                  <a:lnTo>
                    <a:pt x="1313876" y="473369"/>
                  </a:lnTo>
                  <a:lnTo>
                    <a:pt x="1314342" y="468547"/>
                  </a:lnTo>
                  <a:lnTo>
                    <a:pt x="1314402" y="463490"/>
                  </a:lnTo>
                  <a:lnTo>
                    <a:pt x="1315680" y="456185"/>
                  </a:lnTo>
                  <a:lnTo>
                    <a:pt x="1316452" y="454577"/>
                  </a:lnTo>
                  <a:lnTo>
                    <a:pt x="1319440" y="450915"/>
                  </a:lnTo>
                  <a:lnTo>
                    <a:pt x="1320136" y="450820"/>
                  </a:lnTo>
                  <a:lnTo>
                    <a:pt x="1322222" y="452058"/>
                  </a:lnTo>
                  <a:lnTo>
                    <a:pt x="1324495" y="452660"/>
                  </a:lnTo>
                  <a:lnTo>
                    <a:pt x="1325303" y="453769"/>
                  </a:lnTo>
                  <a:lnTo>
                    <a:pt x="1325471" y="452830"/>
                  </a:lnTo>
                  <a:lnTo>
                    <a:pt x="1325358" y="451576"/>
                  </a:lnTo>
                  <a:lnTo>
                    <a:pt x="1325997" y="451139"/>
                  </a:lnTo>
                  <a:lnTo>
                    <a:pt x="1327315" y="451609"/>
                  </a:lnTo>
                  <a:lnTo>
                    <a:pt x="1327114" y="450226"/>
                  </a:lnTo>
                  <a:lnTo>
                    <a:pt x="1323725" y="449543"/>
                  </a:lnTo>
                  <a:lnTo>
                    <a:pt x="1321306" y="447944"/>
                  </a:lnTo>
                  <a:lnTo>
                    <a:pt x="1319139" y="444860"/>
                  </a:lnTo>
                  <a:lnTo>
                    <a:pt x="1317710" y="443998"/>
                  </a:lnTo>
                  <a:lnTo>
                    <a:pt x="1316146" y="444237"/>
                  </a:lnTo>
                  <a:lnTo>
                    <a:pt x="1307264" y="448540"/>
                  </a:lnTo>
                  <a:lnTo>
                    <a:pt x="1306835" y="449708"/>
                  </a:lnTo>
                  <a:lnTo>
                    <a:pt x="1306423" y="451364"/>
                  </a:lnTo>
                  <a:lnTo>
                    <a:pt x="1306979" y="453798"/>
                  </a:lnTo>
                  <a:lnTo>
                    <a:pt x="1306555" y="454864"/>
                  </a:lnTo>
                  <a:lnTo>
                    <a:pt x="1306125" y="455558"/>
                  </a:lnTo>
                  <a:lnTo>
                    <a:pt x="1305646" y="457150"/>
                  </a:lnTo>
                  <a:lnTo>
                    <a:pt x="1305213" y="460301"/>
                  </a:lnTo>
                  <a:lnTo>
                    <a:pt x="1305334" y="463345"/>
                  </a:lnTo>
                  <a:lnTo>
                    <a:pt x="1304245" y="468039"/>
                  </a:lnTo>
                  <a:lnTo>
                    <a:pt x="1304164" y="470981"/>
                  </a:lnTo>
                  <a:lnTo>
                    <a:pt x="1306070" y="472604"/>
                  </a:lnTo>
                  <a:lnTo>
                    <a:pt x="1306553" y="473700"/>
                  </a:lnTo>
                  <a:lnTo>
                    <a:pt x="1305977" y="475316"/>
                  </a:lnTo>
                  <a:lnTo>
                    <a:pt x="1305410" y="476302"/>
                  </a:lnTo>
                  <a:lnTo>
                    <a:pt x="1304894" y="477509"/>
                  </a:lnTo>
                  <a:lnTo>
                    <a:pt x="1304529" y="477997"/>
                  </a:lnTo>
                  <a:lnTo>
                    <a:pt x="1304016" y="478289"/>
                  </a:lnTo>
                  <a:lnTo>
                    <a:pt x="1303322" y="476707"/>
                  </a:lnTo>
                  <a:lnTo>
                    <a:pt x="1302690" y="473536"/>
                  </a:lnTo>
                  <a:lnTo>
                    <a:pt x="1301694" y="473351"/>
                  </a:lnTo>
                  <a:lnTo>
                    <a:pt x="1301362" y="473829"/>
                  </a:lnTo>
                  <a:lnTo>
                    <a:pt x="1301181" y="475086"/>
                  </a:lnTo>
                  <a:lnTo>
                    <a:pt x="1300302" y="475160"/>
                  </a:lnTo>
                  <a:lnTo>
                    <a:pt x="1299330" y="474567"/>
                  </a:lnTo>
                  <a:lnTo>
                    <a:pt x="1298235" y="474804"/>
                  </a:lnTo>
                  <a:lnTo>
                    <a:pt x="1296272" y="478393"/>
                  </a:lnTo>
                  <a:lnTo>
                    <a:pt x="1285204" y="495466"/>
                  </a:lnTo>
                  <a:lnTo>
                    <a:pt x="1284030" y="497540"/>
                  </a:lnTo>
                  <a:lnTo>
                    <a:pt x="1282603" y="501658"/>
                  </a:lnTo>
                  <a:lnTo>
                    <a:pt x="1279868" y="502056"/>
                  </a:lnTo>
                  <a:lnTo>
                    <a:pt x="1278773" y="502981"/>
                  </a:lnTo>
                  <a:lnTo>
                    <a:pt x="1277996" y="504208"/>
                  </a:lnTo>
                  <a:lnTo>
                    <a:pt x="1276903" y="505053"/>
                  </a:lnTo>
                  <a:lnTo>
                    <a:pt x="1276939" y="503508"/>
                  </a:lnTo>
                  <a:lnTo>
                    <a:pt x="1277167" y="502358"/>
                  </a:lnTo>
                  <a:lnTo>
                    <a:pt x="1277404" y="499347"/>
                  </a:lnTo>
                  <a:lnTo>
                    <a:pt x="1278876" y="493616"/>
                  </a:lnTo>
                  <a:lnTo>
                    <a:pt x="1277937" y="493046"/>
                  </a:lnTo>
                  <a:lnTo>
                    <a:pt x="1277005" y="492961"/>
                  </a:lnTo>
                  <a:lnTo>
                    <a:pt x="1275272" y="494150"/>
                  </a:lnTo>
                  <a:lnTo>
                    <a:pt x="1274110" y="496041"/>
                  </a:lnTo>
                  <a:lnTo>
                    <a:pt x="1273219" y="495650"/>
                  </a:lnTo>
                  <a:lnTo>
                    <a:pt x="1273643" y="493956"/>
                  </a:lnTo>
                  <a:lnTo>
                    <a:pt x="1274745" y="490568"/>
                  </a:lnTo>
                  <a:lnTo>
                    <a:pt x="1274406" y="487441"/>
                  </a:lnTo>
                  <a:lnTo>
                    <a:pt x="1274110" y="485747"/>
                  </a:lnTo>
                  <a:lnTo>
                    <a:pt x="1274569" y="484797"/>
                  </a:lnTo>
                  <a:lnTo>
                    <a:pt x="1276798" y="478486"/>
                  </a:lnTo>
                  <a:lnTo>
                    <a:pt x="1277607" y="475233"/>
                  </a:lnTo>
                  <a:lnTo>
                    <a:pt x="1278285" y="470926"/>
                  </a:lnTo>
                  <a:lnTo>
                    <a:pt x="1278324" y="469590"/>
                  </a:lnTo>
                  <a:lnTo>
                    <a:pt x="1278208" y="467941"/>
                  </a:lnTo>
                  <a:lnTo>
                    <a:pt x="1277520" y="467661"/>
                  </a:lnTo>
                  <a:lnTo>
                    <a:pt x="1276988" y="467691"/>
                  </a:lnTo>
                  <a:lnTo>
                    <a:pt x="1272563" y="471959"/>
                  </a:lnTo>
                  <a:lnTo>
                    <a:pt x="1270930" y="473109"/>
                  </a:lnTo>
                  <a:lnTo>
                    <a:pt x="1270391" y="471278"/>
                  </a:lnTo>
                  <a:lnTo>
                    <a:pt x="1269687" y="470492"/>
                  </a:lnTo>
                  <a:lnTo>
                    <a:pt x="1268456" y="467356"/>
                  </a:lnTo>
                  <a:lnTo>
                    <a:pt x="1267439" y="466906"/>
                  </a:lnTo>
                  <a:lnTo>
                    <a:pt x="1266357" y="467117"/>
                  </a:lnTo>
                  <a:lnTo>
                    <a:pt x="1263931" y="469245"/>
                  </a:lnTo>
                  <a:lnTo>
                    <a:pt x="1261267" y="470408"/>
                  </a:lnTo>
                  <a:lnTo>
                    <a:pt x="1259214" y="469971"/>
                  </a:lnTo>
                  <a:lnTo>
                    <a:pt x="1257463" y="471768"/>
                  </a:lnTo>
                  <a:lnTo>
                    <a:pt x="1256680" y="472100"/>
                  </a:lnTo>
                  <a:lnTo>
                    <a:pt x="1254077" y="470870"/>
                  </a:lnTo>
                  <a:lnTo>
                    <a:pt x="1250905" y="470761"/>
                  </a:lnTo>
                  <a:lnTo>
                    <a:pt x="1249956" y="472294"/>
                  </a:lnTo>
                  <a:lnTo>
                    <a:pt x="1247202" y="474403"/>
                  </a:lnTo>
                  <a:lnTo>
                    <a:pt x="1245352" y="477668"/>
                  </a:lnTo>
                  <a:lnTo>
                    <a:pt x="1244380" y="478719"/>
                  </a:lnTo>
                  <a:lnTo>
                    <a:pt x="1243319" y="480167"/>
                  </a:lnTo>
                  <a:lnTo>
                    <a:pt x="1242833" y="486318"/>
                  </a:lnTo>
                  <a:lnTo>
                    <a:pt x="1241418" y="488282"/>
                  </a:lnTo>
                  <a:lnTo>
                    <a:pt x="1240087" y="489787"/>
                  </a:lnTo>
                  <a:lnTo>
                    <a:pt x="1237317" y="494499"/>
                  </a:lnTo>
                  <a:lnTo>
                    <a:pt x="1235369" y="500954"/>
                  </a:lnTo>
                  <a:lnTo>
                    <a:pt x="1234050" y="503754"/>
                  </a:lnTo>
                  <a:lnTo>
                    <a:pt x="1231278" y="507670"/>
                  </a:lnTo>
                  <a:lnTo>
                    <a:pt x="1226885" y="512788"/>
                  </a:lnTo>
                  <a:lnTo>
                    <a:pt x="1223110" y="521110"/>
                  </a:lnTo>
                  <a:lnTo>
                    <a:pt x="1221788" y="527352"/>
                  </a:lnTo>
                  <a:lnTo>
                    <a:pt x="1221299" y="527560"/>
                  </a:lnTo>
                  <a:lnTo>
                    <a:pt x="1220369" y="528842"/>
                  </a:lnTo>
                  <a:lnTo>
                    <a:pt x="1220115" y="531885"/>
                  </a:lnTo>
                  <a:lnTo>
                    <a:pt x="1220136" y="534012"/>
                  </a:lnTo>
                  <a:lnTo>
                    <a:pt x="1219563" y="535727"/>
                  </a:lnTo>
                  <a:lnTo>
                    <a:pt x="1218992" y="537850"/>
                  </a:lnTo>
                  <a:lnTo>
                    <a:pt x="1219598" y="539183"/>
                  </a:lnTo>
                  <a:lnTo>
                    <a:pt x="1220168" y="539427"/>
                  </a:lnTo>
                  <a:lnTo>
                    <a:pt x="1220990" y="539241"/>
                  </a:lnTo>
                  <a:lnTo>
                    <a:pt x="1223152" y="537508"/>
                  </a:lnTo>
                  <a:lnTo>
                    <a:pt x="1226889" y="540181"/>
                  </a:lnTo>
                  <a:lnTo>
                    <a:pt x="1228768" y="542825"/>
                  </a:lnTo>
                  <a:lnTo>
                    <a:pt x="1228636" y="545482"/>
                  </a:lnTo>
                  <a:lnTo>
                    <a:pt x="1228708" y="547849"/>
                  </a:lnTo>
                  <a:lnTo>
                    <a:pt x="1227326" y="547687"/>
                  </a:lnTo>
                  <a:lnTo>
                    <a:pt x="1225471" y="547925"/>
                  </a:lnTo>
                  <a:lnTo>
                    <a:pt x="1224315" y="549291"/>
                  </a:lnTo>
                  <a:lnTo>
                    <a:pt x="1221955" y="547068"/>
                  </a:lnTo>
                  <a:lnTo>
                    <a:pt x="1221166" y="547916"/>
                  </a:lnTo>
                  <a:lnTo>
                    <a:pt x="1219923" y="550258"/>
                  </a:lnTo>
                  <a:lnTo>
                    <a:pt x="1217657" y="551235"/>
                  </a:lnTo>
                  <a:lnTo>
                    <a:pt x="1216510" y="550094"/>
                  </a:lnTo>
                  <a:lnTo>
                    <a:pt x="1214621" y="546826"/>
                  </a:lnTo>
                  <a:lnTo>
                    <a:pt x="1211410" y="547120"/>
                  </a:lnTo>
                  <a:lnTo>
                    <a:pt x="1210562" y="550769"/>
                  </a:lnTo>
                  <a:lnTo>
                    <a:pt x="1209823" y="550677"/>
                  </a:lnTo>
                  <a:lnTo>
                    <a:pt x="1208685" y="551047"/>
                  </a:lnTo>
                  <a:lnTo>
                    <a:pt x="1206806" y="555268"/>
                  </a:lnTo>
                  <a:lnTo>
                    <a:pt x="1206187" y="555646"/>
                  </a:lnTo>
                  <a:lnTo>
                    <a:pt x="1203858" y="554823"/>
                  </a:lnTo>
                  <a:lnTo>
                    <a:pt x="1202176" y="552686"/>
                  </a:lnTo>
                  <a:lnTo>
                    <a:pt x="1201397" y="552558"/>
                  </a:lnTo>
                  <a:lnTo>
                    <a:pt x="1199913" y="553555"/>
                  </a:lnTo>
                  <a:lnTo>
                    <a:pt x="1199169" y="556113"/>
                  </a:lnTo>
                  <a:lnTo>
                    <a:pt x="1195484" y="557406"/>
                  </a:lnTo>
                  <a:lnTo>
                    <a:pt x="1191852" y="557158"/>
                  </a:lnTo>
                  <a:lnTo>
                    <a:pt x="1189875" y="551028"/>
                  </a:lnTo>
                  <a:lnTo>
                    <a:pt x="1193565" y="548621"/>
                  </a:lnTo>
                  <a:lnTo>
                    <a:pt x="1195762" y="549133"/>
                  </a:lnTo>
                  <a:lnTo>
                    <a:pt x="1198228" y="548737"/>
                  </a:lnTo>
                  <a:lnTo>
                    <a:pt x="1200830" y="546860"/>
                  </a:lnTo>
                  <a:lnTo>
                    <a:pt x="1199954" y="545254"/>
                  </a:lnTo>
                  <a:lnTo>
                    <a:pt x="1199329" y="544881"/>
                  </a:lnTo>
                  <a:lnTo>
                    <a:pt x="1197770" y="545073"/>
                  </a:lnTo>
                  <a:lnTo>
                    <a:pt x="1196383" y="543916"/>
                  </a:lnTo>
                  <a:lnTo>
                    <a:pt x="1193380" y="537980"/>
                  </a:lnTo>
                  <a:lnTo>
                    <a:pt x="1192058" y="536886"/>
                  </a:lnTo>
                  <a:lnTo>
                    <a:pt x="1190348" y="536232"/>
                  </a:lnTo>
                  <a:lnTo>
                    <a:pt x="1189034" y="536162"/>
                  </a:lnTo>
                  <a:lnTo>
                    <a:pt x="1188542" y="536584"/>
                  </a:lnTo>
                  <a:lnTo>
                    <a:pt x="1187864" y="538011"/>
                  </a:lnTo>
                  <a:lnTo>
                    <a:pt x="1187396" y="539418"/>
                  </a:lnTo>
                  <a:lnTo>
                    <a:pt x="1187013" y="539852"/>
                  </a:lnTo>
                  <a:lnTo>
                    <a:pt x="1186110" y="539604"/>
                  </a:lnTo>
                  <a:lnTo>
                    <a:pt x="1185012" y="538499"/>
                  </a:lnTo>
                  <a:lnTo>
                    <a:pt x="1183746" y="538858"/>
                  </a:lnTo>
                  <a:lnTo>
                    <a:pt x="1184287" y="537955"/>
                  </a:lnTo>
                  <a:lnTo>
                    <a:pt x="1185512" y="537027"/>
                  </a:lnTo>
                  <a:lnTo>
                    <a:pt x="1183493" y="536012"/>
                  </a:lnTo>
                  <a:lnTo>
                    <a:pt x="1182227" y="534589"/>
                  </a:lnTo>
                  <a:lnTo>
                    <a:pt x="1181044" y="534223"/>
                  </a:lnTo>
                  <a:lnTo>
                    <a:pt x="1175661" y="530702"/>
                  </a:lnTo>
                  <a:lnTo>
                    <a:pt x="1173564" y="530981"/>
                  </a:lnTo>
                  <a:lnTo>
                    <a:pt x="1172275" y="531941"/>
                  </a:lnTo>
                  <a:lnTo>
                    <a:pt x="1170110" y="534836"/>
                  </a:lnTo>
                  <a:lnTo>
                    <a:pt x="1170711" y="536955"/>
                  </a:lnTo>
                  <a:lnTo>
                    <a:pt x="1171169" y="537902"/>
                  </a:lnTo>
                  <a:lnTo>
                    <a:pt x="1171454" y="539042"/>
                  </a:lnTo>
                  <a:lnTo>
                    <a:pt x="1170762" y="539268"/>
                  </a:lnTo>
                  <a:lnTo>
                    <a:pt x="1168762" y="539431"/>
                  </a:lnTo>
                  <a:lnTo>
                    <a:pt x="1167532" y="537737"/>
                  </a:lnTo>
                  <a:lnTo>
                    <a:pt x="1166685" y="540213"/>
                  </a:lnTo>
                  <a:lnTo>
                    <a:pt x="1167023" y="542429"/>
                  </a:lnTo>
                  <a:lnTo>
                    <a:pt x="1168422" y="541647"/>
                  </a:lnTo>
                  <a:lnTo>
                    <a:pt x="1169143" y="542559"/>
                  </a:lnTo>
                  <a:lnTo>
                    <a:pt x="1168657" y="545113"/>
                  </a:lnTo>
                  <a:lnTo>
                    <a:pt x="1166855" y="545846"/>
                  </a:lnTo>
                  <a:lnTo>
                    <a:pt x="1164592" y="545716"/>
                  </a:lnTo>
                  <a:lnTo>
                    <a:pt x="1162344" y="541227"/>
                  </a:lnTo>
                  <a:lnTo>
                    <a:pt x="1158664" y="542001"/>
                  </a:lnTo>
                  <a:lnTo>
                    <a:pt x="1156869" y="544878"/>
                  </a:lnTo>
                  <a:lnTo>
                    <a:pt x="1155202" y="545531"/>
                  </a:lnTo>
                  <a:lnTo>
                    <a:pt x="1150641" y="542660"/>
                  </a:lnTo>
                  <a:lnTo>
                    <a:pt x="1148369" y="542447"/>
                  </a:lnTo>
                  <a:lnTo>
                    <a:pt x="1145807" y="539964"/>
                  </a:lnTo>
                  <a:lnTo>
                    <a:pt x="1144914" y="540747"/>
                  </a:lnTo>
                  <a:lnTo>
                    <a:pt x="1143271" y="546922"/>
                  </a:lnTo>
                  <a:lnTo>
                    <a:pt x="1141118" y="548427"/>
                  </a:lnTo>
                  <a:lnTo>
                    <a:pt x="1139985" y="547605"/>
                  </a:lnTo>
                  <a:lnTo>
                    <a:pt x="1138999" y="543706"/>
                  </a:lnTo>
                  <a:lnTo>
                    <a:pt x="1138301" y="542424"/>
                  </a:lnTo>
                  <a:lnTo>
                    <a:pt x="1136360" y="541248"/>
                  </a:lnTo>
                  <a:lnTo>
                    <a:pt x="1126062" y="542349"/>
                  </a:lnTo>
                  <a:lnTo>
                    <a:pt x="1122602" y="541402"/>
                  </a:lnTo>
                  <a:lnTo>
                    <a:pt x="1120153" y="541311"/>
                  </a:lnTo>
                  <a:lnTo>
                    <a:pt x="1116837" y="543312"/>
                  </a:lnTo>
                  <a:lnTo>
                    <a:pt x="1113649" y="542530"/>
                  </a:lnTo>
                  <a:lnTo>
                    <a:pt x="1107766" y="546371"/>
                  </a:lnTo>
                  <a:lnTo>
                    <a:pt x="1105364" y="548957"/>
                  </a:lnTo>
                  <a:lnTo>
                    <a:pt x="1102432" y="553477"/>
                  </a:lnTo>
                  <a:lnTo>
                    <a:pt x="1099829" y="560994"/>
                  </a:lnTo>
                  <a:lnTo>
                    <a:pt x="1098370" y="563838"/>
                  </a:lnTo>
                  <a:lnTo>
                    <a:pt x="1095911" y="567412"/>
                  </a:lnTo>
                  <a:lnTo>
                    <a:pt x="1092456" y="570699"/>
                  </a:lnTo>
                  <a:lnTo>
                    <a:pt x="1090557" y="574049"/>
                  </a:lnTo>
                  <a:lnTo>
                    <a:pt x="1089545" y="576747"/>
                  </a:lnTo>
                  <a:lnTo>
                    <a:pt x="1087720" y="586992"/>
                  </a:lnTo>
                  <a:lnTo>
                    <a:pt x="1087256" y="588522"/>
                  </a:lnTo>
                  <a:lnTo>
                    <a:pt x="1082983" y="592250"/>
                  </a:lnTo>
                  <a:lnTo>
                    <a:pt x="1081629" y="596333"/>
                  </a:lnTo>
                  <a:lnTo>
                    <a:pt x="1081069" y="597372"/>
                  </a:lnTo>
                  <a:lnTo>
                    <a:pt x="1079300" y="599099"/>
                  </a:lnTo>
                  <a:lnTo>
                    <a:pt x="1078217" y="601978"/>
                  </a:lnTo>
                  <a:lnTo>
                    <a:pt x="1077614" y="602823"/>
                  </a:lnTo>
                  <a:lnTo>
                    <a:pt x="1075093" y="604837"/>
                  </a:lnTo>
                  <a:lnTo>
                    <a:pt x="1073017" y="609961"/>
                  </a:lnTo>
                  <a:lnTo>
                    <a:pt x="1070098" y="613584"/>
                  </a:lnTo>
                  <a:lnTo>
                    <a:pt x="1065826" y="623528"/>
                  </a:lnTo>
                  <a:lnTo>
                    <a:pt x="1065464" y="624724"/>
                  </a:lnTo>
                  <a:lnTo>
                    <a:pt x="1065085" y="627378"/>
                  </a:lnTo>
                  <a:lnTo>
                    <a:pt x="1064443" y="629316"/>
                  </a:lnTo>
                  <a:lnTo>
                    <a:pt x="1060767" y="637996"/>
                  </a:lnTo>
                  <a:lnTo>
                    <a:pt x="1059627" y="638801"/>
                  </a:lnTo>
                  <a:lnTo>
                    <a:pt x="1057812" y="642860"/>
                  </a:lnTo>
                  <a:lnTo>
                    <a:pt x="1055944" y="645297"/>
                  </a:lnTo>
                  <a:lnTo>
                    <a:pt x="1054236" y="648164"/>
                  </a:lnTo>
                  <a:lnTo>
                    <a:pt x="1052134" y="651151"/>
                  </a:lnTo>
                  <a:lnTo>
                    <a:pt x="1048930" y="654622"/>
                  </a:lnTo>
                  <a:lnTo>
                    <a:pt x="1047882" y="656593"/>
                  </a:lnTo>
                  <a:lnTo>
                    <a:pt x="1046190" y="661255"/>
                  </a:lnTo>
                  <a:lnTo>
                    <a:pt x="1042110" y="666916"/>
                  </a:lnTo>
                  <a:lnTo>
                    <a:pt x="1040089" y="668301"/>
                  </a:lnTo>
                  <a:lnTo>
                    <a:pt x="1037415" y="673338"/>
                  </a:lnTo>
                  <a:lnTo>
                    <a:pt x="1037149" y="674523"/>
                  </a:lnTo>
                  <a:lnTo>
                    <a:pt x="1036925" y="676367"/>
                  </a:lnTo>
                  <a:lnTo>
                    <a:pt x="1037370" y="679597"/>
                  </a:lnTo>
                  <a:lnTo>
                    <a:pt x="1038020" y="680309"/>
                  </a:lnTo>
                  <a:lnTo>
                    <a:pt x="1039101" y="680750"/>
                  </a:lnTo>
                  <a:lnTo>
                    <a:pt x="1043079" y="683957"/>
                  </a:lnTo>
                  <a:lnTo>
                    <a:pt x="1046794" y="683067"/>
                  </a:lnTo>
                  <a:lnTo>
                    <a:pt x="1050084" y="683080"/>
                  </a:lnTo>
                  <a:lnTo>
                    <a:pt x="1051375" y="682764"/>
                  </a:lnTo>
                  <a:lnTo>
                    <a:pt x="1052170" y="682862"/>
                  </a:lnTo>
                  <a:lnTo>
                    <a:pt x="1052425" y="684621"/>
                  </a:lnTo>
                  <a:lnTo>
                    <a:pt x="1052393" y="687846"/>
                  </a:lnTo>
                  <a:lnTo>
                    <a:pt x="1051912" y="690772"/>
                  </a:lnTo>
                  <a:lnTo>
                    <a:pt x="1051518" y="699420"/>
                  </a:lnTo>
                  <a:lnTo>
                    <a:pt x="1051072" y="703242"/>
                  </a:lnTo>
                  <a:lnTo>
                    <a:pt x="1051416" y="707001"/>
                  </a:lnTo>
                  <a:lnTo>
                    <a:pt x="1052222" y="707654"/>
                  </a:lnTo>
                  <a:lnTo>
                    <a:pt x="1053027" y="705959"/>
                  </a:lnTo>
                  <a:lnTo>
                    <a:pt x="1054299" y="705699"/>
                  </a:lnTo>
                  <a:lnTo>
                    <a:pt x="1055613" y="706481"/>
                  </a:lnTo>
                  <a:lnTo>
                    <a:pt x="1056600" y="700466"/>
                  </a:lnTo>
                  <a:lnTo>
                    <a:pt x="1055777" y="699531"/>
                  </a:lnTo>
                  <a:lnTo>
                    <a:pt x="1055044" y="697413"/>
                  </a:lnTo>
                  <a:lnTo>
                    <a:pt x="1055481" y="695828"/>
                  </a:lnTo>
                  <a:lnTo>
                    <a:pt x="1057751" y="692870"/>
                  </a:lnTo>
                  <a:lnTo>
                    <a:pt x="1059167" y="692607"/>
                  </a:lnTo>
                  <a:lnTo>
                    <a:pt x="1060522" y="692841"/>
                  </a:lnTo>
                  <a:lnTo>
                    <a:pt x="1059053" y="696591"/>
                  </a:lnTo>
                  <a:lnTo>
                    <a:pt x="1058458" y="697357"/>
                  </a:lnTo>
                  <a:lnTo>
                    <a:pt x="1057998" y="697562"/>
                  </a:lnTo>
                  <a:lnTo>
                    <a:pt x="1057381" y="698241"/>
                  </a:lnTo>
                  <a:lnTo>
                    <a:pt x="1058700" y="700397"/>
                  </a:lnTo>
                  <a:lnTo>
                    <a:pt x="1060106" y="702085"/>
                  </a:lnTo>
                  <a:lnTo>
                    <a:pt x="1062144" y="702786"/>
                  </a:lnTo>
                  <a:lnTo>
                    <a:pt x="1061677" y="704069"/>
                  </a:lnTo>
                  <a:lnTo>
                    <a:pt x="1060318" y="705177"/>
                  </a:lnTo>
                  <a:lnTo>
                    <a:pt x="1059089" y="709868"/>
                  </a:lnTo>
                  <a:lnTo>
                    <a:pt x="1057135" y="712098"/>
                  </a:lnTo>
                  <a:lnTo>
                    <a:pt x="1056248" y="713646"/>
                  </a:lnTo>
                  <a:lnTo>
                    <a:pt x="1056558" y="714623"/>
                  </a:lnTo>
                  <a:lnTo>
                    <a:pt x="1057276" y="714835"/>
                  </a:lnTo>
                  <a:lnTo>
                    <a:pt x="1061216" y="714205"/>
                  </a:lnTo>
                  <a:lnTo>
                    <a:pt x="1063257" y="712926"/>
                  </a:lnTo>
                  <a:lnTo>
                    <a:pt x="1066164" y="709296"/>
                  </a:lnTo>
                  <a:lnTo>
                    <a:pt x="1067376" y="703893"/>
                  </a:lnTo>
                  <a:lnTo>
                    <a:pt x="1068478" y="702404"/>
                  </a:lnTo>
                  <a:lnTo>
                    <a:pt x="1068808" y="702398"/>
                  </a:lnTo>
                  <a:lnTo>
                    <a:pt x="1069195" y="702773"/>
                  </a:lnTo>
                  <a:lnTo>
                    <a:pt x="1069204" y="706566"/>
                  </a:lnTo>
                  <a:lnTo>
                    <a:pt x="1067646" y="710840"/>
                  </a:lnTo>
                  <a:lnTo>
                    <a:pt x="1066542" y="713255"/>
                  </a:lnTo>
                  <a:lnTo>
                    <a:pt x="1066134" y="715277"/>
                  </a:lnTo>
                  <a:lnTo>
                    <a:pt x="1066812" y="715310"/>
                  </a:lnTo>
                  <a:lnTo>
                    <a:pt x="1068066" y="714893"/>
                  </a:lnTo>
                  <a:lnTo>
                    <a:pt x="1068645" y="713918"/>
                  </a:lnTo>
                  <a:lnTo>
                    <a:pt x="1070085" y="708754"/>
                  </a:lnTo>
                  <a:lnTo>
                    <a:pt x="1070457" y="705062"/>
                  </a:lnTo>
                  <a:lnTo>
                    <a:pt x="1070671" y="699919"/>
                  </a:lnTo>
                  <a:lnTo>
                    <a:pt x="1070507" y="696849"/>
                  </a:lnTo>
                  <a:lnTo>
                    <a:pt x="1070616" y="694633"/>
                  </a:lnTo>
                  <a:lnTo>
                    <a:pt x="1070051" y="692397"/>
                  </a:lnTo>
                  <a:lnTo>
                    <a:pt x="1070421" y="691756"/>
                  </a:lnTo>
                  <a:lnTo>
                    <a:pt x="1074357" y="694776"/>
                  </a:lnTo>
                  <a:lnTo>
                    <a:pt x="1076420" y="695510"/>
                  </a:lnTo>
                  <a:lnTo>
                    <a:pt x="1080148" y="693023"/>
                  </a:lnTo>
                  <a:lnTo>
                    <a:pt x="1080994" y="693635"/>
                  </a:lnTo>
                  <a:lnTo>
                    <a:pt x="1081599" y="695145"/>
                  </a:lnTo>
                  <a:lnTo>
                    <a:pt x="1084678" y="699689"/>
                  </a:lnTo>
                  <a:lnTo>
                    <a:pt x="1085284" y="701182"/>
                  </a:lnTo>
                  <a:lnTo>
                    <a:pt x="1086297" y="706750"/>
                  </a:lnTo>
                  <a:lnTo>
                    <a:pt x="1089571" y="713137"/>
                  </a:lnTo>
                  <a:lnTo>
                    <a:pt x="1092628" y="716147"/>
                  </a:lnTo>
                  <a:lnTo>
                    <a:pt x="1092718" y="717339"/>
                  </a:lnTo>
                  <a:lnTo>
                    <a:pt x="1094666" y="720878"/>
                  </a:lnTo>
                  <a:lnTo>
                    <a:pt x="1096167" y="722110"/>
                  </a:lnTo>
                  <a:lnTo>
                    <a:pt x="1096439" y="725325"/>
                  </a:lnTo>
                  <a:lnTo>
                    <a:pt x="1095726" y="727887"/>
                  </a:lnTo>
                  <a:lnTo>
                    <a:pt x="1094316" y="730310"/>
                  </a:lnTo>
                  <a:lnTo>
                    <a:pt x="1091491" y="728057"/>
                  </a:lnTo>
                  <a:lnTo>
                    <a:pt x="1091032" y="728164"/>
                  </a:lnTo>
                  <a:lnTo>
                    <a:pt x="1091367" y="729584"/>
                  </a:lnTo>
                  <a:lnTo>
                    <a:pt x="1093409" y="733788"/>
                  </a:lnTo>
                  <a:lnTo>
                    <a:pt x="1095034" y="735485"/>
                  </a:lnTo>
                  <a:lnTo>
                    <a:pt x="1095130" y="741027"/>
                  </a:lnTo>
                  <a:lnTo>
                    <a:pt x="1094929" y="744054"/>
                  </a:lnTo>
                  <a:lnTo>
                    <a:pt x="1093847" y="747436"/>
                  </a:lnTo>
                  <a:lnTo>
                    <a:pt x="1094206" y="749424"/>
                  </a:lnTo>
                  <a:lnTo>
                    <a:pt x="1095743" y="752298"/>
                  </a:lnTo>
                  <a:lnTo>
                    <a:pt x="1096507" y="753386"/>
                  </a:lnTo>
                  <a:lnTo>
                    <a:pt x="1097239" y="755035"/>
                  </a:lnTo>
                  <a:lnTo>
                    <a:pt x="1096280" y="758619"/>
                  </a:lnTo>
                  <a:lnTo>
                    <a:pt x="1096101" y="762655"/>
                  </a:lnTo>
                  <a:lnTo>
                    <a:pt x="1095058" y="764427"/>
                  </a:lnTo>
                  <a:lnTo>
                    <a:pt x="1093818" y="768354"/>
                  </a:lnTo>
                  <a:lnTo>
                    <a:pt x="1091926" y="771541"/>
                  </a:lnTo>
                  <a:lnTo>
                    <a:pt x="1091022" y="777621"/>
                  </a:lnTo>
                  <a:lnTo>
                    <a:pt x="1089571" y="782996"/>
                  </a:lnTo>
                  <a:lnTo>
                    <a:pt x="1089408" y="788343"/>
                  </a:lnTo>
                  <a:lnTo>
                    <a:pt x="1089167" y="790250"/>
                  </a:lnTo>
                  <a:lnTo>
                    <a:pt x="1087968" y="795763"/>
                  </a:lnTo>
                  <a:lnTo>
                    <a:pt x="1087540" y="803275"/>
                  </a:lnTo>
                  <a:lnTo>
                    <a:pt x="1088108" y="815545"/>
                  </a:lnTo>
                  <a:lnTo>
                    <a:pt x="1088383" y="816256"/>
                  </a:lnTo>
                  <a:lnTo>
                    <a:pt x="1088964" y="816973"/>
                  </a:lnTo>
                  <a:lnTo>
                    <a:pt x="1088856" y="817821"/>
                  </a:lnTo>
                  <a:lnTo>
                    <a:pt x="1088580" y="818423"/>
                  </a:lnTo>
                  <a:lnTo>
                    <a:pt x="1087408" y="822024"/>
                  </a:lnTo>
                  <a:lnTo>
                    <a:pt x="1087426" y="824562"/>
                  </a:lnTo>
                  <a:lnTo>
                    <a:pt x="1087876" y="826451"/>
                  </a:lnTo>
                  <a:lnTo>
                    <a:pt x="1087932" y="831342"/>
                  </a:lnTo>
                  <a:lnTo>
                    <a:pt x="1087104" y="839162"/>
                  </a:lnTo>
                  <a:lnTo>
                    <a:pt x="1086797" y="840394"/>
                  </a:lnTo>
                  <a:lnTo>
                    <a:pt x="1086463" y="842432"/>
                  </a:lnTo>
                  <a:lnTo>
                    <a:pt x="1086312" y="844254"/>
                  </a:lnTo>
                  <a:lnTo>
                    <a:pt x="1086090" y="845411"/>
                  </a:lnTo>
                  <a:lnTo>
                    <a:pt x="1085931" y="847365"/>
                  </a:lnTo>
                  <a:lnTo>
                    <a:pt x="1086168" y="849110"/>
                  </a:lnTo>
                  <a:lnTo>
                    <a:pt x="1086597" y="850018"/>
                  </a:lnTo>
                  <a:lnTo>
                    <a:pt x="1085116" y="855669"/>
                  </a:lnTo>
                  <a:lnTo>
                    <a:pt x="1084600" y="863032"/>
                  </a:lnTo>
                  <a:lnTo>
                    <a:pt x="1084049" y="866017"/>
                  </a:lnTo>
                  <a:lnTo>
                    <a:pt x="1082945" y="868939"/>
                  </a:lnTo>
                  <a:lnTo>
                    <a:pt x="1080660" y="873171"/>
                  </a:lnTo>
                  <a:lnTo>
                    <a:pt x="1079848" y="875850"/>
                  </a:lnTo>
                  <a:lnTo>
                    <a:pt x="1078351" y="879237"/>
                  </a:lnTo>
                  <a:lnTo>
                    <a:pt x="1076929" y="881835"/>
                  </a:lnTo>
                  <a:lnTo>
                    <a:pt x="1074952" y="889296"/>
                  </a:lnTo>
                  <a:lnTo>
                    <a:pt x="1073360" y="896729"/>
                  </a:lnTo>
                  <a:lnTo>
                    <a:pt x="1069374" y="906364"/>
                  </a:lnTo>
                  <a:lnTo>
                    <a:pt x="1068825" y="908758"/>
                  </a:lnTo>
                  <a:lnTo>
                    <a:pt x="1068544" y="911311"/>
                  </a:lnTo>
                  <a:lnTo>
                    <a:pt x="1067499" y="915589"/>
                  </a:lnTo>
                  <a:lnTo>
                    <a:pt x="1066972" y="921547"/>
                  </a:lnTo>
                  <a:lnTo>
                    <a:pt x="1065753" y="923925"/>
                  </a:lnTo>
                  <a:lnTo>
                    <a:pt x="1064755" y="930196"/>
                  </a:lnTo>
                  <a:lnTo>
                    <a:pt x="1061513" y="939717"/>
                  </a:lnTo>
                  <a:lnTo>
                    <a:pt x="1060709" y="942972"/>
                  </a:lnTo>
                  <a:lnTo>
                    <a:pt x="1058207" y="948242"/>
                  </a:lnTo>
                  <a:lnTo>
                    <a:pt x="1055532" y="955526"/>
                  </a:lnTo>
                  <a:lnTo>
                    <a:pt x="1052230" y="962097"/>
                  </a:lnTo>
                  <a:lnTo>
                    <a:pt x="1051593" y="964789"/>
                  </a:lnTo>
                  <a:lnTo>
                    <a:pt x="1050313" y="967799"/>
                  </a:lnTo>
                  <a:lnTo>
                    <a:pt x="1048932" y="972410"/>
                  </a:lnTo>
                  <a:lnTo>
                    <a:pt x="1046920" y="976999"/>
                  </a:lnTo>
                  <a:lnTo>
                    <a:pt x="1046512" y="980096"/>
                  </a:lnTo>
                  <a:lnTo>
                    <a:pt x="1045873" y="982250"/>
                  </a:lnTo>
                  <a:lnTo>
                    <a:pt x="1044381" y="983706"/>
                  </a:lnTo>
                  <a:lnTo>
                    <a:pt x="1043300" y="985665"/>
                  </a:lnTo>
                  <a:lnTo>
                    <a:pt x="1040018" y="997545"/>
                  </a:lnTo>
                  <a:lnTo>
                    <a:pt x="1039594" y="999692"/>
                  </a:lnTo>
                  <a:lnTo>
                    <a:pt x="1039539" y="1001578"/>
                  </a:lnTo>
                  <a:lnTo>
                    <a:pt x="1037393" y="1006022"/>
                  </a:lnTo>
                  <a:lnTo>
                    <a:pt x="1036152" y="1010717"/>
                  </a:lnTo>
                  <a:lnTo>
                    <a:pt x="1034094" y="1013647"/>
                  </a:lnTo>
                  <a:lnTo>
                    <a:pt x="1031929" y="1017665"/>
                  </a:lnTo>
                  <a:lnTo>
                    <a:pt x="1026782" y="1025007"/>
                  </a:lnTo>
                  <a:lnTo>
                    <a:pt x="1025379" y="1027804"/>
                  </a:lnTo>
                  <a:lnTo>
                    <a:pt x="1022484" y="1031277"/>
                  </a:lnTo>
                  <a:lnTo>
                    <a:pt x="1021305" y="1031328"/>
                  </a:lnTo>
                  <a:lnTo>
                    <a:pt x="1018832" y="1033229"/>
                  </a:lnTo>
                  <a:lnTo>
                    <a:pt x="1017202" y="1035206"/>
                  </a:lnTo>
                  <a:lnTo>
                    <a:pt x="1016235" y="1034443"/>
                  </a:lnTo>
                  <a:lnTo>
                    <a:pt x="1015632" y="1031925"/>
                  </a:lnTo>
                  <a:lnTo>
                    <a:pt x="1014933" y="1032006"/>
                  </a:lnTo>
                  <a:lnTo>
                    <a:pt x="1014353" y="1032346"/>
                  </a:lnTo>
                  <a:lnTo>
                    <a:pt x="1012867" y="1029921"/>
                  </a:lnTo>
                  <a:lnTo>
                    <a:pt x="1011593" y="1030046"/>
                  </a:lnTo>
                  <a:lnTo>
                    <a:pt x="1010678" y="1028918"/>
                  </a:lnTo>
                  <a:lnTo>
                    <a:pt x="1008972" y="1029700"/>
                  </a:lnTo>
                  <a:lnTo>
                    <a:pt x="1009265" y="1019199"/>
                  </a:lnTo>
                  <a:lnTo>
                    <a:pt x="1009027" y="1016987"/>
                  </a:lnTo>
                  <a:lnTo>
                    <a:pt x="1008293" y="1019010"/>
                  </a:lnTo>
                  <a:lnTo>
                    <a:pt x="1006327" y="1022737"/>
                  </a:lnTo>
                  <a:lnTo>
                    <a:pt x="1005544" y="1023432"/>
                  </a:lnTo>
                  <a:lnTo>
                    <a:pt x="1004768" y="1023440"/>
                  </a:lnTo>
                  <a:lnTo>
                    <a:pt x="1005074" y="1021206"/>
                  </a:lnTo>
                  <a:lnTo>
                    <a:pt x="1006177" y="1017977"/>
                  </a:lnTo>
                  <a:lnTo>
                    <a:pt x="1005823" y="1017504"/>
                  </a:lnTo>
                  <a:lnTo>
                    <a:pt x="1005464" y="1017329"/>
                  </a:lnTo>
                  <a:lnTo>
                    <a:pt x="1004077" y="1018709"/>
                  </a:lnTo>
                  <a:lnTo>
                    <a:pt x="1003379" y="1020264"/>
                  </a:lnTo>
                  <a:lnTo>
                    <a:pt x="1001402" y="1026357"/>
                  </a:lnTo>
                  <a:lnTo>
                    <a:pt x="1000218" y="1031502"/>
                  </a:lnTo>
                  <a:lnTo>
                    <a:pt x="999249" y="1032985"/>
                  </a:lnTo>
                  <a:lnTo>
                    <a:pt x="998796" y="1035193"/>
                  </a:lnTo>
                  <a:lnTo>
                    <a:pt x="997959" y="1037302"/>
                  </a:lnTo>
                  <a:lnTo>
                    <a:pt x="996676" y="1036737"/>
                  </a:lnTo>
                  <a:lnTo>
                    <a:pt x="995915" y="1037069"/>
                  </a:lnTo>
                  <a:lnTo>
                    <a:pt x="994093" y="1035906"/>
                  </a:lnTo>
                  <a:lnTo>
                    <a:pt x="993643" y="1036405"/>
                  </a:lnTo>
                  <a:lnTo>
                    <a:pt x="994843" y="1040348"/>
                  </a:lnTo>
                  <a:lnTo>
                    <a:pt x="993840" y="104617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g1313"/>
            <p:cNvSpPr/>
            <p:nvPr/>
          </p:nvSpPr>
          <p:spPr>
            <a:xfrm>
              <a:off x="3845886" y="1323648"/>
              <a:ext cx="12305" cy="3889"/>
            </a:xfrm>
            <a:custGeom>
              <a:avLst/>
              <a:pathLst>
                <a:path w="12305" h="3889">
                  <a:moveTo>
                    <a:pt x="12305" y="1728"/>
                  </a:moveTo>
                  <a:lnTo>
                    <a:pt x="11447" y="3156"/>
                  </a:lnTo>
                  <a:lnTo>
                    <a:pt x="10249" y="3889"/>
                  </a:lnTo>
                  <a:lnTo>
                    <a:pt x="8924" y="2683"/>
                  </a:lnTo>
                  <a:lnTo>
                    <a:pt x="5634" y="2770"/>
                  </a:lnTo>
                  <a:lnTo>
                    <a:pt x="0" y="1464"/>
                  </a:lnTo>
                  <a:lnTo>
                    <a:pt x="1612" y="644"/>
                  </a:lnTo>
                  <a:lnTo>
                    <a:pt x="10505" y="0"/>
                  </a:lnTo>
                  <a:lnTo>
                    <a:pt x="11129" y="1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g1314"/>
            <p:cNvSpPr/>
            <p:nvPr/>
          </p:nvSpPr>
          <p:spPr>
            <a:xfrm>
              <a:off x="3842118" y="1319197"/>
              <a:ext cx="6691" cy="4178"/>
            </a:xfrm>
            <a:custGeom>
              <a:avLst/>
              <a:pathLst>
                <a:path w="6691" h="4178">
                  <a:moveTo>
                    <a:pt x="2372" y="3954"/>
                  </a:moveTo>
                  <a:lnTo>
                    <a:pt x="1225" y="4178"/>
                  </a:lnTo>
                  <a:lnTo>
                    <a:pt x="0" y="3543"/>
                  </a:lnTo>
                  <a:lnTo>
                    <a:pt x="334" y="2227"/>
                  </a:lnTo>
                  <a:lnTo>
                    <a:pt x="3143" y="1992"/>
                  </a:lnTo>
                  <a:lnTo>
                    <a:pt x="4164" y="0"/>
                  </a:lnTo>
                  <a:lnTo>
                    <a:pt x="5929" y="112"/>
                  </a:lnTo>
                  <a:lnTo>
                    <a:pt x="6417" y="690"/>
                  </a:lnTo>
                  <a:lnTo>
                    <a:pt x="6691" y="1354"/>
                  </a:lnTo>
                  <a:lnTo>
                    <a:pt x="6684" y="2217"/>
                  </a:lnTo>
                  <a:lnTo>
                    <a:pt x="6301" y="2217"/>
                  </a:lnTo>
                  <a:lnTo>
                    <a:pt x="4624" y="2315"/>
                  </a:lnTo>
                  <a:lnTo>
                    <a:pt x="4314" y="280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g1315"/>
            <p:cNvSpPr/>
            <p:nvPr/>
          </p:nvSpPr>
          <p:spPr>
            <a:xfrm>
              <a:off x="3777356" y="1286895"/>
              <a:ext cx="58216" cy="43625"/>
            </a:xfrm>
            <a:custGeom>
              <a:avLst/>
              <a:pathLst>
                <a:path w="58216" h="43625">
                  <a:moveTo>
                    <a:pt x="34586" y="5296"/>
                  </a:moveTo>
                  <a:lnTo>
                    <a:pt x="33649" y="7587"/>
                  </a:lnTo>
                  <a:lnTo>
                    <a:pt x="33250" y="9666"/>
                  </a:lnTo>
                  <a:lnTo>
                    <a:pt x="30386" y="16445"/>
                  </a:lnTo>
                  <a:lnTo>
                    <a:pt x="30044" y="17663"/>
                  </a:lnTo>
                  <a:lnTo>
                    <a:pt x="31726" y="16603"/>
                  </a:lnTo>
                  <a:lnTo>
                    <a:pt x="33268" y="14291"/>
                  </a:lnTo>
                  <a:lnTo>
                    <a:pt x="34202" y="12376"/>
                  </a:lnTo>
                  <a:lnTo>
                    <a:pt x="35217" y="11153"/>
                  </a:lnTo>
                  <a:lnTo>
                    <a:pt x="36422" y="11131"/>
                  </a:lnTo>
                  <a:lnTo>
                    <a:pt x="37608" y="10694"/>
                  </a:lnTo>
                  <a:lnTo>
                    <a:pt x="39861" y="9074"/>
                  </a:lnTo>
                  <a:lnTo>
                    <a:pt x="42163" y="8368"/>
                  </a:lnTo>
                  <a:lnTo>
                    <a:pt x="43392" y="8390"/>
                  </a:lnTo>
                  <a:lnTo>
                    <a:pt x="44593" y="9159"/>
                  </a:lnTo>
                  <a:lnTo>
                    <a:pt x="45346" y="10952"/>
                  </a:lnTo>
                  <a:lnTo>
                    <a:pt x="46184" y="12411"/>
                  </a:lnTo>
                  <a:lnTo>
                    <a:pt x="49194" y="13477"/>
                  </a:lnTo>
                  <a:lnTo>
                    <a:pt x="49626" y="13867"/>
                  </a:lnTo>
                  <a:lnTo>
                    <a:pt x="49893" y="15066"/>
                  </a:lnTo>
                  <a:lnTo>
                    <a:pt x="49654" y="16345"/>
                  </a:lnTo>
                  <a:lnTo>
                    <a:pt x="51395" y="17671"/>
                  </a:lnTo>
                  <a:lnTo>
                    <a:pt x="53778" y="17088"/>
                  </a:lnTo>
                  <a:lnTo>
                    <a:pt x="55062" y="17430"/>
                  </a:lnTo>
                  <a:lnTo>
                    <a:pt x="56325" y="18153"/>
                  </a:lnTo>
                  <a:lnTo>
                    <a:pt x="56888" y="19303"/>
                  </a:lnTo>
                  <a:lnTo>
                    <a:pt x="57383" y="20690"/>
                  </a:lnTo>
                  <a:lnTo>
                    <a:pt x="57903" y="22665"/>
                  </a:lnTo>
                  <a:lnTo>
                    <a:pt x="58216" y="24799"/>
                  </a:lnTo>
                  <a:lnTo>
                    <a:pt x="57927" y="27578"/>
                  </a:lnTo>
                  <a:lnTo>
                    <a:pt x="53312" y="31926"/>
                  </a:lnTo>
                  <a:lnTo>
                    <a:pt x="52439" y="32310"/>
                  </a:lnTo>
                  <a:lnTo>
                    <a:pt x="50301" y="32030"/>
                  </a:lnTo>
                  <a:lnTo>
                    <a:pt x="48167" y="32449"/>
                  </a:lnTo>
                  <a:lnTo>
                    <a:pt x="42609" y="34718"/>
                  </a:lnTo>
                  <a:lnTo>
                    <a:pt x="35724" y="34789"/>
                  </a:lnTo>
                  <a:lnTo>
                    <a:pt x="33739" y="36797"/>
                  </a:lnTo>
                  <a:lnTo>
                    <a:pt x="33140" y="36738"/>
                  </a:lnTo>
                  <a:lnTo>
                    <a:pt x="32552" y="36389"/>
                  </a:lnTo>
                  <a:lnTo>
                    <a:pt x="32014" y="35712"/>
                  </a:lnTo>
                  <a:lnTo>
                    <a:pt x="27815" y="36282"/>
                  </a:lnTo>
                  <a:lnTo>
                    <a:pt x="23123" y="36607"/>
                  </a:lnTo>
                  <a:lnTo>
                    <a:pt x="18429" y="36677"/>
                  </a:lnTo>
                  <a:lnTo>
                    <a:pt x="16851" y="38125"/>
                  </a:lnTo>
                  <a:lnTo>
                    <a:pt x="12056" y="40945"/>
                  </a:lnTo>
                  <a:lnTo>
                    <a:pt x="7644" y="43088"/>
                  </a:lnTo>
                  <a:lnTo>
                    <a:pt x="5363" y="43625"/>
                  </a:lnTo>
                  <a:lnTo>
                    <a:pt x="2049" y="43056"/>
                  </a:lnTo>
                  <a:lnTo>
                    <a:pt x="1005" y="42329"/>
                  </a:lnTo>
                  <a:lnTo>
                    <a:pt x="0" y="41224"/>
                  </a:lnTo>
                  <a:lnTo>
                    <a:pt x="1457" y="39869"/>
                  </a:lnTo>
                  <a:lnTo>
                    <a:pt x="2485" y="37073"/>
                  </a:lnTo>
                  <a:lnTo>
                    <a:pt x="3757" y="35450"/>
                  </a:lnTo>
                  <a:lnTo>
                    <a:pt x="7035" y="32335"/>
                  </a:lnTo>
                  <a:lnTo>
                    <a:pt x="7406" y="31110"/>
                  </a:lnTo>
                  <a:lnTo>
                    <a:pt x="8041" y="28448"/>
                  </a:lnTo>
                  <a:lnTo>
                    <a:pt x="8420" y="27458"/>
                  </a:lnTo>
                  <a:lnTo>
                    <a:pt x="8920" y="26517"/>
                  </a:lnTo>
                  <a:lnTo>
                    <a:pt x="9326" y="25393"/>
                  </a:lnTo>
                  <a:lnTo>
                    <a:pt x="9378" y="23689"/>
                  </a:lnTo>
                  <a:lnTo>
                    <a:pt x="9583" y="22280"/>
                  </a:lnTo>
                  <a:lnTo>
                    <a:pt x="10856" y="20094"/>
                  </a:lnTo>
                  <a:lnTo>
                    <a:pt x="11810" y="19071"/>
                  </a:lnTo>
                  <a:lnTo>
                    <a:pt x="12810" y="18786"/>
                  </a:lnTo>
                  <a:lnTo>
                    <a:pt x="15271" y="19195"/>
                  </a:lnTo>
                  <a:lnTo>
                    <a:pt x="16041" y="19050"/>
                  </a:lnTo>
                  <a:lnTo>
                    <a:pt x="15486" y="18342"/>
                  </a:lnTo>
                  <a:lnTo>
                    <a:pt x="15085" y="15821"/>
                  </a:lnTo>
                  <a:lnTo>
                    <a:pt x="15165" y="14992"/>
                  </a:lnTo>
                  <a:lnTo>
                    <a:pt x="15518" y="13389"/>
                  </a:lnTo>
                  <a:lnTo>
                    <a:pt x="16134" y="12607"/>
                  </a:lnTo>
                  <a:lnTo>
                    <a:pt x="16763" y="12112"/>
                  </a:lnTo>
                  <a:lnTo>
                    <a:pt x="17122" y="9957"/>
                  </a:lnTo>
                  <a:lnTo>
                    <a:pt x="16969" y="9159"/>
                  </a:lnTo>
                  <a:lnTo>
                    <a:pt x="17898" y="8165"/>
                  </a:lnTo>
                  <a:lnTo>
                    <a:pt x="18352" y="6759"/>
                  </a:lnTo>
                  <a:lnTo>
                    <a:pt x="19451" y="5927"/>
                  </a:lnTo>
                  <a:lnTo>
                    <a:pt x="21687" y="5282"/>
                  </a:lnTo>
                  <a:lnTo>
                    <a:pt x="21805" y="3562"/>
                  </a:lnTo>
                  <a:lnTo>
                    <a:pt x="22145" y="2445"/>
                  </a:lnTo>
                  <a:lnTo>
                    <a:pt x="22652" y="2122"/>
                  </a:lnTo>
                  <a:lnTo>
                    <a:pt x="23786" y="1809"/>
                  </a:lnTo>
                  <a:lnTo>
                    <a:pt x="24390" y="1861"/>
                  </a:lnTo>
                  <a:lnTo>
                    <a:pt x="25235" y="3592"/>
                  </a:lnTo>
                  <a:lnTo>
                    <a:pt x="26131" y="5009"/>
                  </a:lnTo>
                  <a:lnTo>
                    <a:pt x="27316" y="5340"/>
                  </a:lnTo>
                  <a:lnTo>
                    <a:pt x="28496" y="5234"/>
                  </a:lnTo>
                  <a:lnTo>
                    <a:pt x="27784" y="3563"/>
                  </a:lnTo>
                  <a:lnTo>
                    <a:pt x="27817" y="1767"/>
                  </a:lnTo>
                  <a:lnTo>
                    <a:pt x="28244" y="598"/>
                  </a:lnTo>
                  <a:lnTo>
                    <a:pt x="28795" y="92"/>
                  </a:lnTo>
                  <a:lnTo>
                    <a:pt x="29973" y="0"/>
                  </a:lnTo>
                  <a:lnTo>
                    <a:pt x="33674" y="1213"/>
                  </a:lnTo>
                  <a:lnTo>
                    <a:pt x="36094" y="3004"/>
                  </a:lnTo>
                  <a:lnTo>
                    <a:pt x="36636" y="3961"/>
                  </a:lnTo>
                  <a:lnTo>
                    <a:pt x="36198" y="4452"/>
                  </a:lnTo>
                  <a:lnTo>
                    <a:pt x="35114" y="478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g1316"/>
            <p:cNvSpPr/>
            <p:nvPr/>
          </p:nvSpPr>
          <p:spPr>
            <a:xfrm>
              <a:off x="3553977" y="1280061"/>
              <a:ext cx="14780" cy="5169"/>
            </a:xfrm>
            <a:custGeom>
              <a:avLst/>
              <a:pathLst>
                <a:path w="14780" h="5169">
                  <a:moveTo>
                    <a:pt x="1897" y="395"/>
                  </a:moveTo>
                  <a:lnTo>
                    <a:pt x="3085" y="1454"/>
                  </a:lnTo>
                  <a:lnTo>
                    <a:pt x="3997" y="629"/>
                  </a:lnTo>
                  <a:lnTo>
                    <a:pt x="12580" y="3180"/>
                  </a:lnTo>
                  <a:lnTo>
                    <a:pt x="14398" y="4137"/>
                  </a:lnTo>
                  <a:lnTo>
                    <a:pt x="14780" y="4803"/>
                  </a:lnTo>
                  <a:lnTo>
                    <a:pt x="7292" y="5169"/>
                  </a:lnTo>
                  <a:lnTo>
                    <a:pt x="5748" y="5054"/>
                  </a:lnTo>
                  <a:lnTo>
                    <a:pt x="5623" y="3546"/>
                  </a:lnTo>
                  <a:lnTo>
                    <a:pt x="3903" y="3516"/>
                  </a:lnTo>
                  <a:lnTo>
                    <a:pt x="982" y="2532"/>
                  </a:lnTo>
                  <a:lnTo>
                    <a:pt x="195" y="1147"/>
                  </a:lnTo>
                  <a:lnTo>
                    <a:pt x="0" y="582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g1317"/>
            <p:cNvSpPr/>
            <p:nvPr/>
          </p:nvSpPr>
          <p:spPr>
            <a:xfrm>
              <a:off x="3783396" y="1278981"/>
              <a:ext cx="3699" cy="2937"/>
            </a:xfrm>
            <a:custGeom>
              <a:avLst/>
              <a:pathLst>
                <a:path w="3699" h="2937">
                  <a:moveTo>
                    <a:pt x="2119" y="2565"/>
                  </a:moveTo>
                  <a:lnTo>
                    <a:pt x="0" y="2937"/>
                  </a:lnTo>
                  <a:lnTo>
                    <a:pt x="258" y="874"/>
                  </a:lnTo>
                  <a:lnTo>
                    <a:pt x="387" y="316"/>
                  </a:lnTo>
                  <a:lnTo>
                    <a:pt x="1470" y="0"/>
                  </a:lnTo>
                  <a:lnTo>
                    <a:pt x="2173" y="512"/>
                  </a:lnTo>
                  <a:lnTo>
                    <a:pt x="3699" y="90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g1318"/>
            <p:cNvSpPr/>
            <p:nvPr/>
          </p:nvSpPr>
          <p:spPr>
            <a:xfrm>
              <a:off x="3698362" y="1268601"/>
              <a:ext cx="26272" cy="11134"/>
            </a:xfrm>
            <a:custGeom>
              <a:avLst/>
              <a:pathLst>
                <a:path w="26272" h="11134">
                  <a:moveTo>
                    <a:pt x="15508" y="10847"/>
                  </a:moveTo>
                  <a:lnTo>
                    <a:pt x="13173" y="11134"/>
                  </a:lnTo>
                  <a:lnTo>
                    <a:pt x="10415" y="10863"/>
                  </a:lnTo>
                  <a:lnTo>
                    <a:pt x="5895" y="7733"/>
                  </a:lnTo>
                  <a:lnTo>
                    <a:pt x="2941" y="6406"/>
                  </a:lnTo>
                  <a:lnTo>
                    <a:pt x="536" y="4354"/>
                  </a:lnTo>
                  <a:lnTo>
                    <a:pt x="0" y="2092"/>
                  </a:lnTo>
                  <a:lnTo>
                    <a:pt x="1528" y="637"/>
                  </a:lnTo>
                  <a:lnTo>
                    <a:pt x="3419" y="91"/>
                  </a:lnTo>
                  <a:lnTo>
                    <a:pt x="6553" y="0"/>
                  </a:lnTo>
                  <a:lnTo>
                    <a:pt x="10605" y="202"/>
                  </a:lnTo>
                  <a:lnTo>
                    <a:pt x="14636" y="1647"/>
                  </a:lnTo>
                  <a:lnTo>
                    <a:pt x="23180" y="3285"/>
                  </a:lnTo>
                  <a:lnTo>
                    <a:pt x="26272" y="4366"/>
                  </a:lnTo>
                  <a:lnTo>
                    <a:pt x="24353" y="6960"/>
                  </a:lnTo>
                  <a:lnTo>
                    <a:pt x="22224" y="7931"/>
                  </a:lnTo>
                  <a:lnTo>
                    <a:pt x="20042" y="9299"/>
                  </a:lnTo>
                  <a:lnTo>
                    <a:pt x="17842" y="102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g1319"/>
            <p:cNvSpPr/>
            <p:nvPr/>
          </p:nvSpPr>
          <p:spPr>
            <a:xfrm>
              <a:off x="3304404" y="1267362"/>
              <a:ext cx="12918" cy="5133"/>
            </a:xfrm>
            <a:custGeom>
              <a:avLst/>
              <a:pathLst>
                <a:path w="12918" h="5133">
                  <a:moveTo>
                    <a:pt x="12669" y="4432"/>
                  </a:moveTo>
                  <a:lnTo>
                    <a:pt x="12918" y="4795"/>
                  </a:lnTo>
                  <a:lnTo>
                    <a:pt x="12880" y="5133"/>
                  </a:lnTo>
                  <a:lnTo>
                    <a:pt x="9468" y="4794"/>
                  </a:lnTo>
                  <a:lnTo>
                    <a:pt x="3486" y="5018"/>
                  </a:lnTo>
                  <a:lnTo>
                    <a:pt x="0" y="3358"/>
                  </a:lnTo>
                  <a:lnTo>
                    <a:pt x="3665" y="1737"/>
                  </a:lnTo>
                  <a:lnTo>
                    <a:pt x="5618" y="1350"/>
                  </a:lnTo>
                  <a:lnTo>
                    <a:pt x="8122" y="0"/>
                  </a:lnTo>
                  <a:lnTo>
                    <a:pt x="11180" y="1347"/>
                  </a:lnTo>
                  <a:lnTo>
                    <a:pt x="11021" y="2478"/>
                  </a:lnTo>
                  <a:lnTo>
                    <a:pt x="11068" y="3042"/>
                  </a:lnTo>
                  <a:lnTo>
                    <a:pt x="11878" y="360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g1320"/>
            <p:cNvSpPr/>
            <p:nvPr/>
          </p:nvSpPr>
          <p:spPr>
            <a:xfrm>
              <a:off x="3389272" y="1266634"/>
              <a:ext cx="9534" cy="5785"/>
            </a:xfrm>
            <a:custGeom>
              <a:avLst/>
              <a:pathLst>
                <a:path w="9534" h="5785">
                  <a:moveTo>
                    <a:pt x="7398" y="4817"/>
                  </a:moveTo>
                  <a:lnTo>
                    <a:pt x="3955" y="5785"/>
                  </a:lnTo>
                  <a:lnTo>
                    <a:pt x="2724" y="5492"/>
                  </a:lnTo>
                  <a:lnTo>
                    <a:pt x="2403" y="5039"/>
                  </a:lnTo>
                  <a:lnTo>
                    <a:pt x="1741" y="4571"/>
                  </a:lnTo>
                  <a:lnTo>
                    <a:pt x="0" y="3966"/>
                  </a:lnTo>
                  <a:lnTo>
                    <a:pt x="258" y="2261"/>
                  </a:lnTo>
                  <a:lnTo>
                    <a:pt x="790" y="1918"/>
                  </a:lnTo>
                  <a:lnTo>
                    <a:pt x="6011" y="0"/>
                  </a:lnTo>
                  <a:lnTo>
                    <a:pt x="8483" y="1069"/>
                  </a:lnTo>
                  <a:lnTo>
                    <a:pt x="9534" y="368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g1321"/>
            <p:cNvSpPr/>
            <p:nvPr/>
          </p:nvSpPr>
          <p:spPr>
            <a:xfrm>
              <a:off x="3717594" y="1265174"/>
              <a:ext cx="67203" cy="40791"/>
            </a:xfrm>
            <a:custGeom>
              <a:avLst/>
              <a:pathLst>
                <a:path w="67203" h="40791">
                  <a:moveTo>
                    <a:pt x="44258" y="295"/>
                  </a:moveTo>
                  <a:lnTo>
                    <a:pt x="46461" y="2164"/>
                  </a:lnTo>
                  <a:lnTo>
                    <a:pt x="47558" y="4296"/>
                  </a:lnTo>
                  <a:lnTo>
                    <a:pt x="46491" y="4860"/>
                  </a:lnTo>
                  <a:lnTo>
                    <a:pt x="45541" y="6263"/>
                  </a:lnTo>
                  <a:lnTo>
                    <a:pt x="45079" y="8049"/>
                  </a:lnTo>
                  <a:lnTo>
                    <a:pt x="43801" y="9391"/>
                  </a:lnTo>
                  <a:lnTo>
                    <a:pt x="43458" y="11621"/>
                  </a:lnTo>
                  <a:lnTo>
                    <a:pt x="44038" y="12044"/>
                  </a:lnTo>
                  <a:lnTo>
                    <a:pt x="44739" y="11431"/>
                  </a:lnTo>
                  <a:lnTo>
                    <a:pt x="46144" y="9326"/>
                  </a:lnTo>
                  <a:lnTo>
                    <a:pt x="48008" y="7894"/>
                  </a:lnTo>
                  <a:lnTo>
                    <a:pt x="50014" y="8691"/>
                  </a:lnTo>
                  <a:lnTo>
                    <a:pt x="50782" y="8389"/>
                  </a:lnTo>
                  <a:lnTo>
                    <a:pt x="52185" y="6356"/>
                  </a:lnTo>
                  <a:lnTo>
                    <a:pt x="51924" y="4702"/>
                  </a:lnTo>
                  <a:lnTo>
                    <a:pt x="52500" y="3683"/>
                  </a:lnTo>
                  <a:lnTo>
                    <a:pt x="53122" y="3429"/>
                  </a:lnTo>
                  <a:lnTo>
                    <a:pt x="55712" y="3630"/>
                  </a:lnTo>
                  <a:lnTo>
                    <a:pt x="59836" y="4488"/>
                  </a:lnTo>
                  <a:lnTo>
                    <a:pt x="60565" y="5374"/>
                  </a:lnTo>
                  <a:lnTo>
                    <a:pt x="61549" y="5853"/>
                  </a:lnTo>
                  <a:lnTo>
                    <a:pt x="62155" y="6706"/>
                  </a:lnTo>
                  <a:lnTo>
                    <a:pt x="63986" y="7338"/>
                  </a:lnTo>
                  <a:lnTo>
                    <a:pt x="64868" y="7980"/>
                  </a:lnTo>
                  <a:lnTo>
                    <a:pt x="66101" y="9434"/>
                  </a:lnTo>
                  <a:lnTo>
                    <a:pt x="67203" y="11558"/>
                  </a:lnTo>
                  <a:lnTo>
                    <a:pt x="65805" y="12703"/>
                  </a:lnTo>
                  <a:lnTo>
                    <a:pt x="65069" y="14754"/>
                  </a:lnTo>
                  <a:lnTo>
                    <a:pt x="64744" y="15223"/>
                  </a:lnTo>
                  <a:lnTo>
                    <a:pt x="64515" y="15956"/>
                  </a:lnTo>
                  <a:lnTo>
                    <a:pt x="64414" y="17745"/>
                  </a:lnTo>
                  <a:lnTo>
                    <a:pt x="64200" y="19297"/>
                  </a:lnTo>
                  <a:lnTo>
                    <a:pt x="63934" y="19987"/>
                  </a:lnTo>
                  <a:lnTo>
                    <a:pt x="63790" y="20825"/>
                  </a:lnTo>
                  <a:lnTo>
                    <a:pt x="63938" y="23141"/>
                  </a:lnTo>
                  <a:lnTo>
                    <a:pt x="63545" y="24966"/>
                  </a:lnTo>
                  <a:lnTo>
                    <a:pt x="62166" y="26348"/>
                  </a:lnTo>
                  <a:lnTo>
                    <a:pt x="60729" y="26402"/>
                  </a:lnTo>
                  <a:lnTo>
                    <a:pt x="58607" y="25470"/>
                  </a:lnTo>
                  <a:lnTo>
                    <a:pt x="58004" y="25497"/>
                  </a:lnTo>
                  <a:lnTo>
                    <a:pt x="57403" y="25862"/>
                  </a:lnTo>
                  <a:lnTo>
                    <a:pt x="60052" y="27807"/>
                  </a:lnTo>
                  <a:lnTo>
                    <a:pt x="61974" y="30674"/>
                  </a:lnTo>
                  <a:lnTo>
                    <a:pt x="64219" y="31339"/>
                  </a:lnTo>
                  <a:lnTo>
                    <a:pt x="64833" y="31688"/>
                  </a:lnTo>
                  <a:lnTo>
                    <a:pt x="65649" y="34332"/>
                  </a:lnTo>
                  <a:lnTo>
                    <a:pt x="65935" y="35660"/>
                  </a:lnTo>
                  <a:lnTo>
                    <a:pt x="62200" y="38872"/>
                  </a:lnTo>
                  <a:lnTo>
                    <a:pt x="61227" y="39419"/>
                  </a:lnTo>
                  <a:lnTo>
                    <a:pt x="55266" y="39891"/>
                  </a:lnTo>
                  <a:lnTo>
                    <a:pt x="51340" y="40791"/>
                  </a:lnTo>
                  <a:lnTo>
                    <a:pt x="50103" y="40577"/>
                  </a:lnTo>
                  <a:lnTo>
                    <a:pt x="47908" y="39810"/>
                  </a:lnTo>
                  <a:lnTo>
                    <a:pt x="46476" y="40129"/>
                  </a:lnTo>
                  <a:lnTo>
                    <a:pt x="44393" y="39622"/>
                  </a:lnTo>
                  <a:lnTo>
                    <a:pt x="43114" y="39645"/>
                  </a:lnTo>
                  <a:lnTo>
                    <a:pt x="40159" y="38420"/>
                  </a:lnTo>
                  <a:lnTo>
                    <a:pt x="37129" y="36473"/>
                  </a:lnTo>
                  <a:lnTo>
                    <a:pt x="36535" y="35590"/>
                  </a:lnTo>
                  <a:lnTo>
                    <a:pt x="35926" y="34965"/>
                  </a:lnTo>
                  <a:lnTo>
                    <a:pt x="32294" y="34431"/>
                  </a:lnTo>
                  <a:lnTo>
                    <a:pt x="31499" y="34052"/>
                  </a:lnTo>
                  <a:lnTo>
                    <a:pt x="26203" y="34478"/>
                  </a:lnTo>
                  <a:lnTo>
                    <a:pt x="25303" y="34166"/>
                  </a:lnTo>
                  <a:lnTo>
                    <a:pt x="23652" y="31622"/>
                  </a:lnTo>
                  <a:lnTo>
                    <a:pt x="22747" y="31586"/>
                  </a:lnTo>
                  <a:lnTo>
                    <a:pt x="19827" y="33054"/>
                  </a:lnTo>
                  <a:lnTo>
                    <a:pt x="18742" y="32964"/>
                  </a:lnTo>
                  <a:lnTo>
                    <a:pt x="16537" y="31961"/>
                  </a:lnTo>
                  <a:lnTo>
                    <a:pt x="15204" y="30753"/>
                  </a:lnTo>
                  <a:lnTo>
                    <a:pt x="15005" y="30358"/>
                  </a:lnTo>
                  <a:lnTo>
                    <a:pt x="14890" y="28836"/>
                  </a:lnTo>
                  <a:lnTo>
                    <a:pt x="13568" y="28061"/>
                  </a:lnTo>
                  <a:lnTo>
                    <a:pt x="11949" y="25434"/>
                  </a:lnTo>
                  <a:lnTo>
                    <a:pt x="11036" y="22632"/>
                  </a:lnTo>
                  <a:lnTo>
                    <a:pt x="6612" y="21182"/>
                  </a:lnTo>
                  <a:lnTo>
                    <a:pt x="3921" y="20847"/>
                  </a:lnTo>
                  <a:lnTo>
                    <a:pt x="1936" y="20975"/>
                  </a:lnTo>
                  <a:lnTo>
                    <a:pt x="0" y="19884"/>
                  </a:lnTo>
                  <a:lnTo>
                    <a:pt x="3209" y="15857"/>
                  </a:lnTo>
                  <a:lnTo>
                    <a:pt x="7464" y="13787"/>
                  </a:lnTo>
                  <a:lnTo>
                    <a:pt x="9300" y="12181"/>
                  </a:lnTo>
                  <a:lnTo>
                    <a:pt x="11404" y="10003"/>
                  </a:lnTo>
                  <a:lnTo>
                    <a:pt x="12271" y="6687"/>
                  </a:lnTo>
                  <a:lnTo>
                    <a:pt x="15849" y="4640"/>
                  </a:lnTo>
                  <a:lnTo>
                    <a:pt x="16768" y="3943"/>
                  </a:lnTo>
                  <a:lnTo>
                    <a:pt x="18035" y="2334"/>
                  </a:lnTo>
                  <a:lnTo>
                    <a:pt x="18424" y="2110"/>
                  </a:lnTo>
                  <a:lnTo>
                    <a:pt x="21251" y="4070"/>
                  </a:lnTo>
                  <a:lnTo>
                    <a:pt x="21795" y="3726"/>
                  </a:lnTo>
                  <a:lnTo>
                    <a:pt x="22302" y="2820"/>
                  </a:lnTo>
                  <a:lnTo>
                    <a:pt x="23330" y="1851"/>
                  </a:lnTo>
                  <a:lnTo>
                    <a:pt x="26793" y="1721"/>
                  </a:lnTo>
                  <a:lnTo>
                    <a:pt x="29722" y="2110"/>
                  </a:lnTo>
                  <a:lnTo>
                    <a:pt x="30826" y="1719"/>
                  </a:lnTo>
                  <a:lnTo>
                    <a:pt x="32165" y="1888"/>
                  </a:lnTo>
                  <a:lnTo>
                    <a:pt x="38932" y="449"/>
                  </a:lnTo>
                  <a:lnTo>
                    <a:pt x="4341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g1322"/>
            <p:cNvSpPr/>
            <p:nvPr/>
          </p:nvSpPr>
          <p:spPr>
            <a:xfrm>
              <a:off x="3299258" y="1263343"/>
              <a:ext cx="7336" cy="5007"/>
            </a:xfrm>
            <a:custGeom>
              <a:avLst/>
              <a:pathLst>
                <a:path w="7336" h="5007">
                  <a:moveTo>
                    <a:pt x="4765" y="4606"/>
                  </a:moveTo>
                  <a:lnTo>
                    <a:pt x="3988" y="5007"/>
                  </a:lnTo>
                  <a:lnTo>
                    <a:pt x="309" y="2780"/>
                  </a:lnTo>
                  <a:lnTo>
                    <a:pt x="0" y="2106"/>
                  </a:lnTo>
                  <a:lnTo>
                    <a:pt x="3149" y="0"/>
                  </a:lnTo>
                  <a:lnTo>
                    <a:pt x="6680" y="317"/>
                  </a:lnTo>
                  <a:lnTo>
                    <a:pt x="7247" y="1317"/>
                  </a:lnTo>
                  <a:lnTo>
                    <a:pt x="7336" y="1709"/>
                  </a:lnTo>
                  <a:lnTo>
                    <a:pt x="4962" y="356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g1323"/>
            <p:cNvSpPr/>
            <p:nvPr/>
          </p:nvSpPr>
          <p:spPr>
            <a:xfrm>
              <a:off x="3351399" y="1260531"/>
              <a:ext cx="4806" cy="2912"/>
            </a:xfrm>
            <a:custGeom>
              <a:avLst/>
              <a:pathLst>
                <a:path w="4806" h="2912">
                  <a:moveTo>
                    <a:pt x="4806" y="1523"/>
                  </a:moveTo>
                  <a:lnTo>
                    <a:pt x="2071" y="2912"/>
                  </a:lnTo>
                  <a:lnTo>
                    <a:pt x="660" y="2866"/>
                  </a:lnTo>
                  <a:lnTo>
                    <a:pt x="0" y="2037"/>
                  </a:lnTo>
                  <a:lnTo>
                    <a:pt x="1075" y="881"/>
                  </a:lnTo>
                  <a:lnTo>
                    <a:pt x="2502" y="0"/>
                  </a:lnTo>
                  <a:lnTo>
                    <a:pt x="3591" y="227"/>
                  </a:lnTo>
                  <a:lnTo>
                    <a:pt x="4374" y="6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g1324"/>
            <p:cNvSpPr/>
            <p:nvPr/>
          </p:nvSpPr>
          <p:spPr>
            <a:xfrm>
              <a:off x="3358555" y="1259327"/>
              <a:ext cx="13445" cy="8707"/>
            </a:xfrm>
            <a:custGeom>
              <a:avLst/>
              <a:pathLst>
                <a:path w="13445" h="8707">
                  <a:moveTo>
                    <a:pt x="13023" y="450"/>
                  </a:moveTo>
                  <a:lnTo>
                    <a:pt x="13445" y="1452"/>
                  </a:lnTo>
                  <a:lnTo>
                    <a:pt x="13410" y="5088"/>
                  </a:lnTo>
                  <a:lnTo>
                    <a:pt x="12966" y="6700"/>
                  </a:lnTo>
                  <a:lnTo>
                    <a:pt x="13037" y="8022"/>
                  </a:lnTo>
                  <a:lnTo>
                    <a:pt x="12141" y="8707"/>
                  </a:lnTo>
                  <a:lnTo>
                    <a:pt x="4581" y="8560"/>
                  </a:lnTo>
                  <a:lnTo>
                    <a:pt x="842" y="8244"/>
                  </a:lnTo>
                  <a:lnTo>
                    <a:pt x="0" y="7724"/>
                  </a:lnTo>
                  <a:lnTo>
                    <a:pt x="2098" y="5995"/>
                  </a:lnTo>
                  <a:lnTo>
                    <a:pt x="2770" y="4794"/>
                  </a:lnTo>
                  <a:lnTo>
                    <a:pt x="2555" y="1362"/>
                  </a:lnTo>
                  <a:lnTo>
                    <a:pt x="2887" y="734"/>
                  </a:lnTo>
                  <a:lnTo>
                    <a:pt x="8950" y="1059"/>
                  </a:lnTo>
                  <a:lnTo>
                    <a:pt x="9452" y="85"/>
                  </a:lnTo>
                  <a:lnTo>
                    <a:pt x="1173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g1325"/>
            <p:cNvSpPr/>
            <p:nvPr/>
          </p:nvSpPr>
          <p:spPr>
            <a:xfrm>
              <a:off x="3324804" y="1257953"/>
              <a:ext cx="15749" cy="7073"/>
            </a:xfrm>
            <a:custGeom>
              <a:avLst/>
              <a:pathLst>
                <a:path w="15749" h="7073">
                  <a:moveTo>
                    <a:pt x="12574" y="6720"/>
                  </a:moveTo>
                  <a:lnTo>
                    <a:pt x="6181" y="7073"/>
                  </a:lnTo>
                  <a:lnTo>
                    <a:pt x="4062" y="6907"/>
                  </a:lnTo>
                  <a:lnTo>
                    <a:pt x="3784" y="6544"/>
                  </a:lnTo>
                  <a:lnTo>
                    <a:pt x="3240" y="6228"/>
                  </a:lnTo>
                  <a:lnTo>
                    <a:pt x="1251" y="5892"/>
                  </a:lnTo>
                  <a:lnTo>
                    <a:pt x="0" y="4400"/>
                  </a:lnTo>
                  <a:lnTo>
                    <a:pt x="546" y="4028"/>
                  </a:lnTo>
                  <a:lnTo>
                    <a:pt x="3492" y="3419"/>
                  </a:lnTo>
                  <a:lnTo>
                    <a:pt x="4491" y="2781"/>
                  </a:lnTo>
                  <a:lnTo>
                    <a:pt x="4832" y="1923"/>
                  </a:lnTo>
                  <a:lnTo>
                    <a:pt x="6157" y="302"/>
                  </a:lnTo>
                  <a:lnTo>
                    <a:pt x="9347" y="0"/>
                  </a:lnTo>
                  <a:lnTo>
                    <a:pt x="10727" y="302"/>
                  </a:lnTo>
                  <a:lnTo>
                    <a:pt x="10887" y="1369"/>
                  </a:lnTo>
                  <a:lnTo>
                    <a:pt x="12235" y="2637"/>
                  </a:lnTo>
                  <a:lnTo>
                    <a:pt x="15749" y="4263"/>
                  </a:lnTo>
                  <a:lnTo>
                    <a:pt x="15041" y="5446"/>
                  </a:lnTo>
                  <a:lnTo>
                    <a:pt x="13839" y="561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g1326"/>
            <p:cNvSpPr/>
            <p:nvPr/>
          </p:nvSpPr>
          <p:spPr>
            <a:xfrm>
              <a:off x="3370928" y="1255551"/>
              <a:ext cx="21576" cy="11520"/>
            </a:xfrm>
            <a:custGeom>
              <a:avLst/>
              <a:pathLst>
                <a:path w="21576" h="11520">
                  <a:moveTo>
                    <a:pt x="9086" y="10953"/>
                  </a:moveTo>
                  <a:lnTo>
                    <a:pt x="7584" y="11520"/>
                  </a:lnTo>
                  <a:lnTo>
                    <a:pt x="3664" y="10483"/>
                  </a:lnTo>
                  <a:lnTo>
                    <a:pt x="3087" y="9923"/>
                  </a:lnTo>
                  <a:lnTo>
                    <a:pt x="2598" y="8866"/>
                  </a:lnTo>
                  <a:lnTo>
                    <a:pt x="1950" y="4895"/>
                  </a:lnTo>
                  <a:lnTo>
                    <a:pt x="1928" y="3707"/>
                  </a:lnTo>
                  <a:lnTo>
                    <a:pt x="1683" y="2887"/>
                  </a:lnTo>
                  <a:lnTo>
                    <a:pt x="694" y="1439"/>
                  </a:lnTo>
                  <a:lnTo>
                    <a:pt x="0" y="757"/>
                  </a:lnTo>
                  <a:lnTo>
                    <a:pt x="614" y="0"/>
                  </a:lnTo>
                  <a:lnTo>
                    <a:pt x="4911" y="548"/>
                  </a:lnTo>
                  <a:lnTo>
                    <a:pt x="14125" y="862"/>
                  </a:lnTo>
                  <a:lnTo>
                    <a:pt x="18848" y="2306"/>
                  </a:lnTo>
                  <a:lnTo>
                    <a:pt x="20234" y="3117"/>
                  </a:lnTo>
                  <a:lnTo>
                    <a:pt x="21576" y="4453"/>
                  </a:lnTo>
                  <a:lnTo>
                    <a:pt x="13332" y="5176"/>
                  </a:lnTo>
                  <a:lnTo>
                    <a:pt x="12235" y="5795"/>
                  </a:lnTo>
                  <a:lnTo>
                    <a:pt x="12253" y="7263"/>
                  </a:lnTo>
                  <a:lnTo>
                    <a:pt x="11962" y="8632"/>
                  </a:lnTo>
                  <a:lnTo>
                    <a:pt x="11075" y="878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g1327"/>
            <p:cNvSpPr/>
            <p:nvPr/>
          </p:nvSpPr>
          <p:spPr>
            <a:xfrm>
              <a:off x="3340172" y="1252261"/>
              <a:ext cx="6012" cy="5435"/>
            </a:xfrm>
            <a:custGeom>
              <a:avLst/>
              <a:pathLst>
                <a:path w="6012" h="5435">
                  <a:moveTo>
                    <a:pt x="5801" y="3914"/>
                  </a:moveTo>
                  <a:lnTo>
                    <a:pt x="4460" y="5435"/>
                  </a:lnTo>
                  <a:lnTo>
                    <a:pt x="0" y="3813"/>
                  </a:lnTo>
                  <a:lnTo>
                    <a:pt x="366" y="2997"/>
                  </a:lnTo>
                  <a:lnTo>
                    <a:pt x="848" y="2654"/>
                  </a:lnTo>
                  <a:lnTo>
                    <a:pt x="861" y="1855"/>
                  </a:lnTo>
                  <a:lnTo>
                    <a:pt x="451" y="1248"/>
                  </a:lnTo>
                  <a:lnTo>
                    <a:pt x="628" y="0"/>
                  </a:lnTo>
                  <a:lnTo>
                    <a:pt x="3507" y="913"/>
                  </a:lnTo>
                  <a:lnTo>
                    <a:pt x="3782" y="1285"/>
                  </a:lnTo>
                  <a:lnTo>
                    <a:pt x="5722" y="1924"/>
                  </a:lnTo>
                  <a:lnTo>
                    <a:pt x="6012" y="31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g1328"/>
            <p:cNvSpPr/>
            <p:nvPr/>
          </p:nvSpPr>
          <p:spPr>
            <a:xfrm>
              <a:off x="3254544" y="1244921"/>
              <a:ext cx="36354" cy="12024"/>
            </a:xfrm>
            <a:custGeom>
              <a:avLst/>
              <a:pathLst>
                <a:path w="36354" h="12024">
                  <a:moveTo>
                    <a:pt x="24390" y="0"/>
                  </a:moveTo>
                  <a:lnTo>
                    <a:pt x="28788" y="1210"/>
                  </a:lnTo>
                  <a:lnTo>
                    <a:pt x="32093" y="891"/>
                  </a:lnTo>
                  <a:lnTo>
                    <a:pt x="33073" y="1024"/>
                  </a:lnTo>
                  <a:lnTo>
                    <a:pt x="34039" y="1408"/>
                  </a:lnTo>
                  <a:lnTo>
                    <a:pt x="35016" y="2204"/>
                  </a:lnTo>
                  <a:lnTo>
                    <a:pt x="36354" y="4015"/>
                  </a:lnTo>
                  <a:lnTo>
                    <a:pt x="36326" y="6512"/>
                  </a:lnTo>
                  <a:lnTo>
                    <a:pt x="35767" y="6629"/>
                  </a:lnTo>
                  <a:lnTo>
                    <a:pt x="30180" y="5481"/>
                  </a:lnTo>
                  <a:lnTo>
                    <a:pt x="27613" y="2878"/>
                  </a:lnTo>
                  <a:lnTo>
                    <a:pt x="26921" y="2614"/>
                  </a:lnTo>
                  <a:lnTo>
                    <a:pt x="25909" y="3301"/>
                  </a:lnTo>
                  <a:lnTo>
                    <a:pt x="25065" y="4896"/>
                  </a:lnTo>
                  <a:lnTo>
                    <a:pt x="24122" y="5293"/>
                  </a:lnTo>
                  <a:lnTo>
                    <a:pt x="23062" y="7312"/>
                  </a:lnTo>
                  <a:lnTo>
                    <a:pt x="22046" y="7054"/>
                  </a:lnTo>
                  <a:lnTo>
                    <a:pt x="21534" y="7228"/>
                  </a:lnTo>
                  <a:lnTo>
                    <a:pt x="20246" y="8615"/>
                  </a:lnTo>
                  <a:lnTo>
                    <a:pt x="17040" y="8638"/>
                  </a:lnTo>
                  <a:lnTo>
                    <a:pt x="16525" y="9248"/>
                  </a:lnTo>
                  <a:lnTo>
                    <a:pt x="15465" y="11173"/>
                  </a:lnTo>
                  <a:lnTo>
                    <a:pt x="14162" y="11727"/>
                  </a:lnTo>
                  <a:lnTo>
                    <a:pt x="11886" y="12024"/>
                  </a:lnTo>
                  <a:lnTo>
                    <a:pt x="11102" y="10929"/>
                  </a:lnTo>
                  <a:lnTo>
                    <a:pt x="10754" y="9242"/>
                  </a:lnTo>
                  <a:lnTo>
                    <a:pt x="10229" y="8397"/>
                  </a:lnTo>
                  <a:lnTo>
                    <a:pt x="7074" y="9358"/>
                  </a:lnTo>
                  <a:lnTo>
                    <a:pt x="4655" y="8668"/>
                  </a:lnTo>
                  <a:lnTo>
                    <a:pt x="2348" y="7532"/>
                  </a:lnTo>
                  <a:lnTo>
                    <a:pt x="0" y="7162"/>
                  </a:lnTo>
                  <a:lnTo>
                    <a:pt x="2110" y="5951"/>
                  </a:lnTo>
                  <a:lnTo>
                    <a:pt x="13675" y="3501"/>
                  </a:lnTo>
                  <a:lnTo>
                    <a:pt x="18209" y="2908"/>
                  </a:lnTo>
                  <a:lnTo>
                    <a:pt x="20338" y="1160"/>
                  </a:lnTo>
                  <a:lnTo>
                    <a:pt x="23528" y="2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g1329"/>
            <p:cNvSpPr/>
            <p:nvPr/>
          </p:nvSpPr>
          <p:spPr>
            <a:xfrm>
              <a:off x="3392819" y="1243761"/>
              <a:ext cx="28259" cy="14015"/>
            </a:xfrm>
            <a:custGeom>
              <a:avLst/>
              <a:pathLst>
                <a:path w="28259" h="14015">
                  <a:moveTo>
                    <a:pt x="27683" y="1718"/>
                  </a:moveTo>
                  <a:lnTo>
                    <a:pt x="28259" y="2911"/>
                  </a:lnTo>
                  <a:lnTo>
                    <a:pt x="27914" y="4807"/>
                  </a:lnTo>
                  <a:lnTo>
                    <a:pt x="27171" y="6182"/>
                  </a:lnTo>
                  <a:lnTo>
                    <a:pt x="26798" y="8154"/>
                  </a:lnTo>
                  <a:lnTo>
                    <a:pt x="23851" y="8625"/>
                  </a:lnTo>
                  <a:lnTo>
                    <a:pt x="23006" y="9059"/>
                  </a:lnTo>
                  <a:lnTo>
                    <a:pt x="22200" y="10577"/>
                  </a:lnTo>
                  <a:lnTo>
                    <a:pt x="19198" y="11470"/>
                  </a:lnTo>
                  <a:lnTo>
                    <a:pt x="16949" y="14015"/>
                  </a:lnTo>
                  <a:lnTo>
                    <a:pt x="13786" y="13540"/>
                  </a:lnTo>
                  <a:lnTo>
                    <a:pt x="9518" y="11774"/>
                  </a:lnTo>
                  <a:lnTo>
                    <a:pt x="5883" y="13203"/>
                  </a:lnTo>
                  <a:lnTo>
                    <a:pt x="3476" y="13641"/>
                  </a:lnTo>
                  <a:lnTo>
                    <a:pt x="559" y="11461"/>
                  </a:lnTo>
                  <a:lnTo>
                    <a:pt x="155" y="10974"/>
                  </a:lnTo>
                  <a:lnTo>
                    <a:pt x="0" y="9463"/>
                  </a:lnTo>
                  <a:lnTo>
                    <a:pt x="173" y="8130"/>
                  </a:lnTo>
                  <a:lnTo>
                    <a:pt x="945" y="5329"/>
                  </a:lnTo>
                  <a:lnTo>
                    <a:pt x="1989" y="3735"/>
                  </a:lnTo>
                  <a:lnTo>
                    <a:pt x="2511" y="3230"/>
                  </a:lnTo>
                  <a:lnTo>
                    <a:pt x="2923" y="2258"/>
                  </a:lnTo>
                  <a:lnTo>
                    <a:pt x="4111" y="1670"/>
                  </a:lnTo>
                  <a:lnTo>
                    <a:pt x="7751" y="1310"/>
                  </a:lnTo>
                  <a:lnTo>
                    <a:pt x="9101" y="1630"/>
                  </a:lnTo>
                  <a:lnTo>
                    <a:pt x="9515" y="2702"/>
                  </a:lnTo>
                  <a:lnTo>
                    <a:pt x="11472" y="2620"/>
                  </a:lnTo>
                  <a:lnTo>
                    <a:pt x="14728" y="1960"/>
                  </a:lnTo>
                  <a:lnTo>
                    <a:pt x="19467" y="894"/>
                  </a:lnTo>
                  <a:lnTo>
                    <a:pt x="22200" y="0"/>
                  </a:lnTo>
                  <a:lnTo>
                    <a:pt x="24634" y="206"/>
                  </a:lnTo>
                  <a:lnTo>
                    <a:pt x="27060" y="7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g1330"/>
            <p:cNvSpPr/>
            <p:nvPr/>
          </p:nvSpPr>
          <p:spPr>
            <a:xfrm>
              <a:off x="3271266" y="1242747"/>
              <a:ext cx="48637" cy="24985"/>
            </a:xfrm>
            <a:custGeom>
              <a:avLst/>
              <a:pathLst>
                <a:path w="48637" h="24985">
                  <a:moveTo>
                    <a:pt x="34933" y="0"/>
                  </a:moveTo>
                  <a:lnTo>
                    <a:pt x="36407" y="483"/>
                  </a:lnTo>
                  <a:lnTo>
                    <a:pt x="39960" y="386"/>
                  </a:lnTo>
                  <a:lnTo>
                    <a:pt x="41081" y="1087"/>
                  </a:lnTo>
                  <a:lnTo>
                    <a:pt x="46245" y="5394"/>
                  </a:lnTo>
                  <a:lnTo>
                    <a:pt x="47554" y="5510"/>
                  </a:lnTo>
                  <a:lnTo>
                    <a:pt x="48637" y="7079"/>
                  </a:lnTo>
                  <a:lnTo>
                    <a:pt x="43278" y="9552"/>
                  </a:lnTo>
                  <a:lnTo>
                    <a:pt x="41496" y="11428"/>
                  </a:lnTo>
                  <a:lnTo>
                    <a:pt x="34948" y="11816"/>
                  </a:lnTo>
                  <a:lnTo>
                    <a:pt x="30778" y="12693"/>
                  </a:lnTo>
                  <a:lnTo>
                    <a:pt x="29853" y="13449"/>
                  </a:lnTo>
                  <a:lnTo>
                    <a:pt x="30280" y="14830"/>
                  </a:lnTo>
                  <a:lnTo>
                    <a:pt x="28278" y="16272"/>
                  </a:lnTo>
                  <a:lnTo>
                    <a:pt x="21646" y="16490"/>
                  </a:lnTo>
                  <a:lnTo>
                    <a:pt x="20828" y="16947"/>
                  </a:lnTo>
                  <a:lnTo>
                    <a:pt x="19540" y="18533"/>
                  </a:lnTo>
                  <a:lnTo>
                    <a:pt x="19655" y="18821"/>
                  </a:lnTo>
                  <a:lnTo>
                    <a:pt x="21895" y="19220"/>
                  </a:lnTo>
                  <a:lnTo>
                    <a:pt x="22256" y="19548"/>
                  </a:lnTo>
                  <a:lnTo>
                    <a:pt x="22557" y="20237"/>
                  </a:lnTo>
                  <a:lnTo>
                    <a:pt x="22748" y="21270"/>
                  </a:lnTo>
                  <a:lnTo>
                    <a:pt x="22429" y="22594"/>
                  </a:lnTo>
                  <a:lnTo>
                    <a:pt x="21606" y="22809"/>
                  </a:lnTo>
                  <a:lnTo>
                    <a:pt x="20697" y="22637"/>
                  </a:lnTo>
                  <a:lnTo>
                    <a:pt x="18624" y="21626"/>
                  </a:lnTo>
                  <a:lnTo>
                    <a:pt x="18363" y="21983"/>
                  </a:lnTo>
                  <a:lnTo>
                    <a:pt x="18152" y="22722"/>
                  </a:lnTo>
                  <a:lnTo>
                    <a:pt x="17519" y="24145"/>
                  </a:lnTo>
                  <a:lnTo>
                    <a:pt x="16745" y="24568"/>
                  </a:lnTo>
                  <a:lnTo>
                    <a:pt x="14639" y="23476"/>
                  </a:lnTo>
                  <a:lnTo>
                    <a:pt x="13953" y="23784"/>
                  </a:lnTo>
                  <a:lnTo>
                    <a:pt x="13279" y="24460"/>
                  </a:lnTo>
                  <a:lnTo>
                    <a:pt x="12454" y="24780"/>
                  </a:lnTo>
                  <a:lnTo>
                    <a:pt x="10506" y="24985"/>
                  </a:lnTo>
                  <a:lnTo>
                    <a:pt x="9498" y="24090"/>
                  </a:lnTo>
                  <a:lnTo>
                    <a:pt x="10370" y="22926"/>
                  </a:lnTo>
                  <a:lnTo>
                    <a:pt x="12816" y="21118"/>
                  </a:lnTo>
                  <a:lnTo>
                    <a:pt x="12002" y="20329"/>
                  </a:lnTo>
                  <a:lnTo>
                    <a:pt x="9593" y="20150"/>
                  </a:lnTo>
                  <a:lnTo>
                    <a:pt x="7689" y="20599"/>
                  </a:lnTo>
                  <a:lnTo>
                    <a:pt x="6716" y="21828"/>
                  </a:lnTo>
                  <a:lnTo>
                    <a:pt x="5808" y="22073"/>
                  </a:lnTo>
                  <a:lnTo>
                    <a:pt x="3331" y="21998"/>
                  </a:lnTo>
                  <a:lnTo>
                    <a:pt x="1936" y="20389"/>
                  </a:lnTo>
                  <a:lnTo>
                    <a:pt x="901" y="19785"/>
                  </a:lnTo>
                  <a:lnTo>
                    <a:pt x="0" y="18524"/>
                  </a:lnTo>
                  <a:lnTo>
                    <a:pt x="7291" y="14256"/>
                  </a:lnTo>
                  <a:lnTo>
                    <a:pt x="9725" y="12608"/>
                  </a:lnTo>
                  <a:lnTo>
                    <a:pt x="12030" y="11766"/>
                  </a:lnTo>
                  <a:lnTo>
                    <a:pt x="15033" y="11327"/>
                  </a:lnTo>
                  <a:lnTo>
                    <a:pt x="15975" y="10805"/>
                  </a:lnTo>
                  <a:lnTo>
                    <a:pt x="16902" y="10591"/>
                  </a:lnTo>
                  <a:lnTo>
                    <a:pt x="17499" y="10909"/>
                  </a:lnTo>
                  <a:lnTo>
                    <a:pt x="19041" y="12379"/>
                  </a:lnTo>
                  <a:lnTo>
                    <a:pt x="23489" y="12158"/>
                  </a:lnTo>
                  <a:lnTo>
                    <a:pt x="24426" y="10891"/>
                  </a:lnTo>
                  <a:lnTo>
                    <a:pt x="24497" y="8014"/>
                  </a:lnTo>
                  <a:lnTo>
                    <a:pt x="24063" y="6357"/>
                  </a:lnTo>
                  <a:lnTo>
                    <a:pt x="24994" y="3127"/>
                  </a:lnTo>
                  <a:lnTo>
                    <a:pt x="27527" y="1829"/>
                  </a:lnTo>
                  <a:lnTo>
                    <a:pt x="33454" y="9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g1331"/>
            <p:cNvSpPr/>
            <p:nvPr/>
          </p:nvSpPr>
          <p:spPr>
            <a:xfrm>
              <a:off x="3582107" y="1241325"/>
              <a:ext cx="13942" cy="4826"/>
            </a:xfrm>
            <a:custGeom>
              <a:avLst/>
              <a:pathLst>
                <a:path w="13942" h="4826">
                  <a:moveTo>
                    <a:pt x="10084" y="3759"/>
                  </a:moveTo>
                  <a:lnTo>
                    <a:pt x="1162" y="4826"/>
                  </a:lnTo>
                  <a:lnTo>
                    <a:pt x="280" y="4153"/>
                  </a:lnTo>
                  <a:lnTo>
                    <a:pt x="0" y="3757"/>
                  </a:lnTo>
                  <a:lnTo>
                    <a:pt x="1271" y="1530"/>
                  </a:lnTo>
                  <a:lnTo>
                    <a:pt x="2304" y="444"/>
                  </a:lnTo>
                  <a:lnTo>
                    <a:pt x="7969" y="0"/>
                  </a:lnTo>
                  <a:lnTo>
                    <a:pt x="12516" y="755"/>
                  </a:lnTo>
                  <a:lnTo>
                    <a:pt x="13942" y="1409"/>
                  </a:lnTo>
                  <a:lnTo>
                    <a:pt x="13417" y="2741"/>
                  </a:lnTo>
                  <a:lnTo>
                    <a:pt x="13143" y="317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g1332"/>
            <p:cNvSpPr/>
            <p:nvPr/>
          </p:nvSpPr>
          <p:spPr>
            <a:xfrm>
              <a:off x="3400222" y="1237525"/>
              <a:ext cx="14508" cy="5149"/>
            </a:xfrm>
            <a:custGeom>
              <a:avLst/>
              <a:pathLst>
                <a:path w="14508" h="5149">
                  <a:moveTo>
                    <a:pt x="10407" y="4539"/>
                  </a:moveTo>
                  <a:lnTo>
                    <a:pt x="7388" y="5149"/>
                  </a:lnTo>
                  <a:lnTo>
                    <a:pt x="2527" y="4386"/>
                  </a:lnTo>
                  <a:lnTo>
                    <a:pt x="0" y="3526"/>
                  </a:lnTo>
                  <a:lnTo>
                    <a:pt x="193" y="3096"/>
                  </a:lnTo>
                  <a:lnTo>
                    <a:pt x="859" y="2579"/>
                  </a:lnTo>
                  <a:lnTo>
                    <a:pt x="5080" y="480"/>
                  </a:lnTo>
                  <a:lnTo>
                    <a:pt x="13451" y="0"/>
                  </a:lnTo>
                  <a:lnTo>
                    <a:pt x="14508" y="1585"/>
                  </a:lnTo>
                  <a:lnTo>
                    <a:pt x="13591" y="274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g1333"/>
            <p:cNvSpPr/>
            <p:nvPr/>
          </p:nvSpPr>
          <p:spPr>
            <a:xfrm>
              <a:off x="3342417" y="1237171"/>
              <a:ext cx="35077" cy="14406"/>
            </a:xfrm>
            <a:custGeom>
              <a:avLst/>
              <a:pathLst>
                <a:path w="35077" h="14406">
                  <a:moveTo>
                    <a:pt x="6475" y="0"/>
                  </a:moveTo>
                  <a:lnTo>
                    <a:pt x="13702" y="2839"/>
                  </a:lnTo>
                  <a:lnTo>
                    <a:pt x="20426" y="2565"/>
                  </a:lnTo>
                  <a:lnTo>
                    <a:pt x="23330" y="3478"/>
                  </a:lnTo>
                  <a:lnTo>
                    <a:pt x="27536" y="6000"/>
                  </a:lnTo>
                  <a:lnTo>
                    <a:pt x="33862" y="8753"/>
                  </a:lnTo>
                  <a:lnTo>
                    <a:pt x="35077" y="9564"/>
                  </a:lnTo>
                  <a:lnTo>
                    <a:pt x="33983" y="10652"/>
                  </a:lnTo>
                  <a:lnTo>
                    <a:pt x="26623" y="13366"/>
                  </a:lnTo>
                  <a:lnTo>
                    <a:pt x="21824" y="14275"/>
                  </a:lnTo>
                  <a:lnTo>
                    <a:pt x="17669" y="14406"/>
                  </a:lnTo>
                  <a:lnTo>
                    <a:pt x="16026" y="14144"/>
                  </a:lnTo>
                  <a:lnTo>
                    <a:pt x="14374" y="12193"/>
                  </a:lnTo>
                  <a:lnTo>
                    <a:pt x="10303" y="10757"/>
                  </a:lnTo>
                  <a:lnTo>
                    <a:pt x="5986" y="11148"/>
                  </a:lnTo>
                  <a:lnTo>
                    <a:pt x="5555" y="10363"/>
                  </a:lnTo>
                  <a:lnTo>
                    <a:pt x="4685" y="9838"/>
                  </a:lnTo>
                  <a:lnTo>
                    <a:pt x="3178" y="9721"/>
                  </a:lnTo>
                  <a:lnTo>
                    <a:pt x="203" y="8934"/>
                  </a:lnTo>
                  <a:lnTo>
                    <a:pt x="0" y="7209"/>
                  </a:lnTo>
                  <a:lnTo>
                    <a:pt x="1875" y="6326"/>
                  </a:lnTo>
                  <a:lnTo>
                    <a:pt x="3094" y="6269"/>
                  </a:lnTo>
                  <a:lnTo>
                    <a:pt x="3570" y="3824"/>
                  </a:lnTo>
                  <a:lnTo>
                    <a:pt x="5658" y="8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g1334"/>
            <p:cNvSpPr/>
            <p:nvPr/>
          </p:nvSpPr>
          <p:spPr>
            <a:xfrm>
              <a:off x="3372849" y="1237097"/>
              <a:ext cx="16531" cy="10447"/>
            </a:xfrm>
            <a:custGeom>
              <a:avLst/>
              <a:pathLst>
                <a:path w="16531" h="10447">
                  <a:moveTo>
                    <a:pt x="13569" y="2269"/>
                  </a:moveTo>
                  <a:lnTo>
                    <a:pt x="14906" y="3767"/>
                  </a:lnTo>
                  <a:lnTo>
                    <a:pt x="15424" y="5462"/>
                  </a:lnTo>
                  <a:lnTo>
                    <a:pt x="16262" y="6524"/>
                  </a:lnTo>
                  <a:lnTo>
                    <a:pt x="16531" y="8473"/>
                  </a:lnTo>
                  <a:lnTo>
                    <a:pt x="15853" y="10018"/>
                  </a:lnTo>
                  <a:lnTo>
                    <a:pt x="13756" y="10356"/>
                  </a:lnTo>
                  <a:lnTo>
                    <a:pt x="10331" y="10447"/>
                  </a:lnTo>
                  <a:lnTo>
                    <a:pt x="6988" y="9606"/>
                  </a:lnTo>
                  <a:lnTo>
                    <a:pt x="5180" y="6778"/>
                  </a:lnTo>
                  <a:lnTo>
                    <a:pt x="1867" y="6008"/>
                  </a:lnTo>
                  <a:lnTo>
                    <a:pt x="0" y="2995"/>
                  </a:lnTo>
                  <a:lnTo>
                    <a:pt x="1916" y="2118"/>
                  </a:lnTo>
                  <a:lnTo>
                    <a:pt x="4281" y="2568"/>
                  </a:lnTo>
                  <a:lnTo>
                    <a:pt x="8061" y="0"/>
                  </a:lnTo>
                  <a:lnTo>
                    <a:pt x="8569" y="123"/>
                  </a:lnTo>
                  <a:lnTo>
                    <a:pt x="9411" y="705"/>
                  </a:lnTo>
                  <a:lnTo>
                    <a:pt x="12465" y="167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g1335"/>
            <p:cNvSpPr/>
            <p:nvPr/>
          </p:nvSpPr>
          <p:spPr>
            <a:xfrm>
              <a:off x="3307068" y="1235555"/>
              <a:ext cx="5554" cy="3823"/>
            </a:xfrm>
            <a:custGeom>
              <a:avLst/>
              <a:pathLst>
                <a:path w="5554" h="3823">
                  <a:moveTo>
                    <a:pt x="3703" y="3641"/>
                  </a:moveTo>
                  <a:lnTo>
                    <a:pt x="2379" y="3823"/>
                  </a:lnTo>
                  <a:lnTo>
                    <a:pt x="1439" y="3696"/>
                  </a:lnTo>
                  <a:lnTo>
                    <a:pt x="417" y="2549"/>
                  </a:lnTo>
                  <a:lnTo>
                    <a:pt x="86" y="2007"/>
                  </a:lnTo>
                  <a:lnTo>
                    <a:pt x="0" y="1422"/>
                  </a:lnTo>
                  <a:lnTo>
                    <a:pt x="927" y="1312"/>
                  </a:lnTo>
                  <a:lnTo>
                    <a:pt x="1321" y="780"/>
                  </a:lnTo>
                  <a:lnTo>
                    <a:pt x="1472" y="367"/>
                  </a:lnTo>
                  <a:lnTo>
                    <a:pt x="2147" y="36"/>
                  </a:lnTo>
                  <a:lnTo>
                    <a:pt x="3340" y="0"/>
                  </a:lnTo>
                  <a:lnTo>
                    <a:pt x="4904" y="584"/>
                  </a:lnTo>
                  <a:lnTo>
                    <a:pt x="5554" y="1846"/>
                  </a:lnTo>
                  <a:lnTo>
                    <a:pt x="4040" y="292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g1336"/>
            <p:cNvSpPr/>
            <p:nvPr/>
          </p:nvSpPr>
          <p:spPr>
            <a:xfrm>
              <a:off x="3423892" y="1234732"/>
              <a:ext cx="28043" cy="14800"/>
            </a:xfrm>
            <a:custGeom>
              <a:avLst/>
              <a:pathLst>
                <a:path w="28043" h="14800">
                  <a:moveTo>
                    <a:pt x="8205" y="14726"/>
                  </a:moveTo>
                  <a:lnTo>
                    <a:pt x="6415" y="14800"/>
                  </a:lnTo>
                  <a:lnTo>
                    <a:pt x="4632" y="14350"/>
                  </a:lnTo>
                  <a:lnTo>
                    <a:pt x="2308" y="12877"/>
                  </a:lnTo>
                  <a:lnTo>
                    <a:pt x="0" y="11128"/>
                  </a:lnTo>
                  <a:lnTo>
                    <a:pt x="694" y="10207"/>
                  </a:lnTo>
                  <a:lnTo>
                    <a:pt x="2874" y="9003"/>
                  </a:lnTo>
                  <a:lnTo>
                    <a:pt x="5724" y="6846"/>
                  </a:lnTo>
                  <a:lnTo>
                    <a:pt x="10521" y="6429"/>
                  </a:lnTo>
                  <a:lnTo>
                    <a:pt x="12840" y="6421"/>
                  </a:lnTo>
                  <a:lnTo>
                    <a:pt x="15145" y="5914"/>
                  </a:lnTo>
                  <a:lnTo>
                    <a:pt x="15820" y="4808"/>
                  </a:lnTo>
                  <a:lnTo>
                    <a:pt x="16248" y="2722"/>
                  </a:lnTo>
                  <a:lnTo>
                    <a:pt x="16684" y="1597"/>
                  </a:lnTo>
                  <a:lnTo>
                    <a:pt x="17206" y="688"/>
                  </a:lnTo>
                  <a:lnTo>
                    <a:pt x="19756" y="0"/>
                  </a:lnTo>
                  <a:lnTo>
                    <a:pt x="21935" y="36"/>
                  </a:lnTo>
                  <a:lnTo>
                    <a:pt x="24105" y="857"/>
                  </a:lnTo>
                  <a:lnTo>
                    <a:pt x="25492" y="1608"/>
                  </a:lnTo>
                  <a:lnTo>
                    <a:pt x="26816" y="3015"/>
                  </a:lnTo>
                  <a:lnTo>
                    <a:pt x="27511" y="4188"/>
                  </a:lnTo>
                  <a:lnTo>
                    <a:pt x="27300" y="5622"/>
                  </a:lnTo>
                  <a:lnTo>
                    <a:pt x="27415" y="6810"/>
                  </a:lnTo>
                  <a:lnTo>
                    <a:pt x="28043" y="7912"/>
                  </a:lnTo>
                  <a:lnTo>
                    <a:pt x="23814" y="11216"/>
                  </a:lnTo>
                  <a:lnTo>
                    <a:pt x="19496" y="1309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g1337"/>
            <p:cNvSpPr/>
            <p:nvPr/>
          </p:nvSpPr>
          <p:spPr>
            <a:xfrm>
              <a:off x="3687122" y="1234282"/>
              <a:ext cx="16016" cy="4429"/>
            </a:xfrm>
            <a:custGeom>
              <a:avLst/>
              <a:pathLst>
                <a:path w="16016" h="4429">
                  <a:moveTo>
                    <a:pt x="16016" y="2142"/>
                  </a:moveTo>
                  <a:lnTo>
                    <a:pt x="12706" y="4429"/>
                  </a:lnTo>
                  <a:lnTo>
                    <a:pt x="717" y="2972"/>
                  </a:lnTo>
                  <a:lnTo>
                    <a:pt x="175" y="1920"/>
                  </a:lnTo>
                  <a:lnTo>
                    <a:pt x="0" y="1271"/>
                  </a:lnTo>
                  <a:lnTo>
                    <a:pt x="1622" y="0"/>
                  </a:lnTo>
                  <a:lnTo>
                    <a:pt x="11611" y="431"/>
                  </a:lnTo>
                  <a:lnTo>
                    <a:pt x="15157" y="88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g1338"/>
            <p:cNvSpPr/>
            <p:nvPr/>
          </p:nvSpPr>
          <p:spPr>
            <a:xfrm>
              <a:off x="3702722" y="1232310"/>
              <a:ext cx="61009" cy="37552"/>
            </a:xfrm>
            <a:custGeom>
              <a:avLst/>
              <a:pathLst>
                <a:path w="61009" h="37552">
                  <a:moveTo>
                    <a:pt x="48094" y="6053"/>
                  </a:moveTo>
                  <a:lnTo>
                    <a:pt x="48445" y="7398"/>
                  </a:lnTo>
                  <a:lnTo>
                    <a:pt x="49697" y="8459"/>
                  </a:lnTo>
                  <a:lnTo>
                    <a:pt x="50290" y="9532"/>
                  </a:lnTo>
                  <a:lnTo>
                    <a:pt x="56623" y="12960"/>
                  </a:lnTo>
                  <a:lnTo>
                    <a:pt x="59404" y="13407"/>
                  </a:lnTo>
                  <a:lnTo>
                    <a:pt x="60643" y="14247"/>
                  </a:lnTo>
                  <a:lnTo>
                    <a:pt x="61009" y="15282"/>
                  </a:lnTo>
                  <a:lnTo>
                    <a:pt x="60879" y="17208"/>
                  </a:lnTo>
                  <a:lnTo>
                    <a:pt x="59829" y="17191"/>
                  </a:lnTo>
                  <a:lnTo>
                    <a:pt x="59043" y="17799"/>
                  </a:lnTo>
                  <a:lnTo>
                    <a:pt x="54774" y="18557"/>
                  </a:lnTo>
                  <a:lnTo>
                    <a:pt x="53733" y="19691"/>
                  </a:lnTo>
                  <a:lnTo>
                    <a:pt x="52890" y="22011"/>
                  </a:lnTo>
                  <a:lnTo>
                    <a:pt x="53343" y="22474"/>
                  </a:lnTo>
                  <a:lnTo>
                    <a:pt x="53752" y="23162"/>
                  </a:lnTo>
                  <a:lnTo>
                    <a:pt x="55051" y="27110"/>
                  </a:lnTo>
                  <a:lnTo>
                    <a:pt x="55403" y="27715"/>
                  </a:lnTo>
                  <a:lnTo>
                    <a:pt x="56654" y="28287"/>
                  </a:lnTo>
                  <a:lnTo>
                    <a:pt x="55515" y="29776"/>
                  </a:lnTo>
                  <a:lnTo>
                    <a:pt x="54330" y="30714"/>
                  </a:lnTo>
                  <a:lnTo>
                    <a:pt x="41645" y="32607"/>
                  </a:lnTo>
                  <a:lnTo>
                    <a:pt x="33046" y="33392"/>
                  </a:lnTo>
                  <a:lnTo>
                    <a:pt x="30161" y="34207"/>
                  </a:lnTo>
                  <a:lnTo>
                    <a:pt x="29237" y="34111"/>
                  </a:lnTo>
                  <a:lnTo>
                    <a:pt x="26962" y="35589"/>
                  </a:lnTo>
                  <a:lnTo>
                    <a:pt x="22578" y="37537"/>
                  </a:lnTo>
                  <a:lnTo>
                    <a:pt x="20485" y="37552"/>
                  </a:lnTo>
                  <a:lnTo>
                    <a:pt x="14213" y="34819"/>
                  </a:lnTo>
                  <a:lnTo>
                    <a:pt x="6515" y="32538"/>
                  </a:lnTo>
                  <a:lnTo>
                    <a:pt x="5464" y="31237"/>
                  </a:lnTo>
                  <a:lnTo>
                    <a:pt x="3535" y="30470"/>
                  </a:lnTo>
                  <a:lnTo>
                    <a:pt x="1091" y="29860"/>
                  </a:lnTo>
                  <a:lnTo>
                    <a:pt x="0" y="27241"/>
                  </a:lnTo>
                  <a:lnTo>
                    <a:pt x="1576" y="25470"/>
                  </a:lnTo>
                  <a:lnTo>
                    <a:pt x="3584" y="23725"/>
                  </a:lnTo>
                  <a:lnTo>
                    <a:pt x="6949" y="23087"/>
                  </a:lnTo>
                  <a:lnTo>
                    <a:pt x="10133" y="22079"/>
                  </a:lnTo>
                  <a:lnTo>
                    <a:pt x="12525" y="19558"/>
                  </a:lnTo>
                  <a:lnTo>
                    <a:pt x="14009" y="17064"/>
                  </a:lnTo>
                  <a:lnTo>
                    <a:pt x="16714" y="14455"/>
                  </a:lnTo>
                  <a:lnTo>
                    <a:pt x="12008" y="15123"/>
                  </a:lnTo>
                  <a:lnTo>
                    <a:pt x="10274" y="14762"/>
                  </a:lnTo>
                  <a:lnTo>
                    <a:pt x="10443" y="13901"/>
                  </a:lnTo>
                  <a:lnTo>
                    <a:pt x="11406" y="12064"/>
                  </a:lnTo>
                  <a:lnTo>
                    <a:pt x="11928" y="11447"/>
                  </a:lnTo>
                  <a:lnTo>
                    <a:pt x="13601" y="10479"/>
                  </a:lnTo>
                  <a:lnTo>
                    <a:pt x="14817" y="8627"/>
                  </a:lnTo>
                  <a:lnTo>
                    <a:pt x="17639" y="7350"/>
                  </a:lnTo>
                  <a:lnTo>
                    <a:pt x="18972" y="7128"/>
                  </a:lnTo>
                  <a:lnTo>
                    <a:pt x="20312" y="7160"/>
                  </a:lnTo>
                  <a:lnTo>
                    <a:pt x="22736" y="6561"/>
                  </a:lnTo>
                  <a:lnTo>
                    <a:pt x="25152" y="5644"/>
                  </a:lnTo>
                  <a:lnTo>
                    <a:pt x="27414" y="5114"/>
                  </a:lnTo>
                  <a:lnTo>
                    <a:pt x="29685" y="4899"/>
                  </a:lnTo>
                  <a:lnTo>
                    <a:pt x="31860" y="4168"/>
                  </a:lnTo>
                  <a:lnTo>
                    <a:pt x="34004" y="2729"/>
                  </a:lnTo>
                  <a:lnTo>
                    <a:pt x="34952" y="279"/>
                  </a:lnTo>
                  <a:lnTo>
                    <a:pt x="41116" y="0"/>
                  </a:lnTo>
                  <a:lnTo>
                    <a:pt x="42089" y="587"/>
                  </a:lnTo>
                  <a:lnTo>
                    <a:pt x="42878" y="2040"/>
                  </a:lnTo>
                  <a:lnTo>
                    <a:pt x="43755" y="2591"/>
                  </a:lnTo>
                  <a:lnTo>
                    <a:pt x="44829" y="2852"/>
                  </a:lnTo>
                  <a:lnTo>
                    <a:pt x="47561" y="535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g1339"/>
            <p:cNvSpPr/>
            <p:nvPr/>
          </p:nvSpPr>
          <p:spPr>
            <a:xfrm>
              <a:off x="3386301" y="1228845"/>
              <a:ext cx="7349" cy="3115"/>
            </a:xfrm>
            <a:custGeom>
              <a:avLst/>
              <a:pathLst>
                <a:path w="7349" h="3115">
                  <a:moveTo>
                    <a:pt x="6757" y="2732"/>
                  </a:moveTo>
                  <a:lnTo>
                    <a:pt x="4680" y="3115"/>
                  </a:lnTo>
                  <a:lnTo>
                    <a:pt x="1046" y="2487"/>
                  </a:lnTo>
                  <a:lnTo>
                    <a:pt x="0" y="1786"/>
                  </a:lnTo>
                  <a:lnTo>
                    <a:pt x="233" y="1103"/>
                  </a:lnTo>
                  <a:lnTo>
                    <a:pt x="2599" y="173"/>
                  </a:lnTo>
                  <a:lnTo>
                    <a:pt x="4468" y="0"/>
                  </a:lnTo>
                  <a:lnTo>
                    <a:pt x="6447" y="933"/>
                  </a:lnTo>
                  <a:lnTo>
                    <a:pt x="7349" y="214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g1340"/>
            <p:cNvSpPr/>
            <p:nvPr/>
          </p:nvSpPr>
          <p:spPr>
            <a:xfrm>
              <a:off x="3356074" y="1223912"/>
              <a:ext cx="29781" cy="12679"/>
            </a:xfrm>
            <a:custGeom>
              <a:avLst/>
              <a:pathLst>
                <a:path w="29781" h="12679">
                  <a:moveTo>
                    <a:pt x="22536" y="549"/>
                  </a:moveTo>
                  <a:lnTo>
                    <a:pt x="23040" y="1719"/>
                  </a:lnTo>
                  <a:lnTo>
                    <a:pt x="24520" y="2389"/>
                  </a:lnTo>
                  <a:lnTo>
                    <a:pt x="28552" y="2969"/>
                  </a:lnTo>
                  <a:lnTo>
                    <a:pt x="29781" y="4321"/>
                  </a:lnTo>
                  <a:lnTo>
                    <a:pt x="27935" y="5250"/>
                  </a:lnTo>
                  <a:lnTo>
                    <a:pt x="23002" y="5808"/>
                  </a:lnTo>
                  <a:lnTo>
                    <a:pt x="23514" y="7723"/>
                  </a:lnTo>
                  <a:lnTo>
                    <a:pt x="24508" y="9154"/>
                  </a:lnTo>
                  <a:lnTo>
                    <a:pt x="23523" y="10848"/>
                  </a:lnTo>
                  <a:lnTo>
                    <a:pt x="22147" y="11669"/>
                  </a:lnTo>
                  <a:lnTo>
                    <a:pt x="19082" y="12679"/>
                  </a:lnTo>
                  <a:lnTo>
                    <a:pt x="16280" y="11411"/>
                  </a:lnTo>
                  <a:lnTo>
                    <a:pt x="13034" y="9653"/>
                  </a:lnTo>
                  <a:lnTo>
                    <a:pt x="11567" y="10825"/>
                  </a:lnTo>
                  <a:lnTo>
                    <a:pt x="10060" y="11506"/>
                  </a:lnTo>
                  <a:lnTo>
                    <a:pt x="8632" y="11407"/>
                  </a:lnTo>
                  <a:lnTo>
                    <a:pt x="6979" y="10066"/>
                  </a:lnTo>
                  <a:lnTo>
                    <a:pt x="2409" y="11115"/>
                  </a:lnTo>
                  <a:lnTo>
                    <a:pt x="1025" y="9945"/>
                  </a:lnTo>
                  <a:lnTo>
                    <a:pt x="0" y="7489"/>
                  </a:lnTo>
                  <a:lnTo>
                    <a:pt x="3037" y="6950"/>
                  </a:lnTo>
                  <a:lnTo>
                    <a:pt x="6641" y="7729"/>
                  </a:lnTo>
                  <a:lnTo>
                    <a:pt x="9024" y="5249"/>
                  </a:lnTo>
                  <a:lnTo>
                    <a:pt x="12043" y="4174"/>
                  </a:lnTo>
                  <a:lnTo>
                    <a:pt x="14488" y="1598"/>
                  </a:lnTo>
                  <a:lnTo>
                    <a:pt x="15626" y="692"/>
                  </a:lnTo>
                  <a:lnTo>
                    <a:pt x="18256" y="868"/>
                  </a:lnTo>
                  <a:lnTo>
                    <a:pt x="19135" y="643"/>
                  </a:lnTo>
                  <a:lnTo>
                    <a:pt x="21636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g1341"/>
            <p:cNvSpPr/>
            <p:nvPr/>
          </p:nvSpPr>
          <p:spPr>
            <a:xfrm>
              <a:off x="3419913" y="1219353"/>
              <a:ext cx="16112" cy="3615"/>
            </a:xfrm>
            <a:custGeom>
              <a:avLst/>
              <a:pathLst>
                <a:path w="16112" h="3615">
                  <a:moveTo>
                    <a:pt x="14848" y="3239"/>
                  </a:moveTo>
                  <a:lnTo>
                    <a:pt x="13671" y="3615"/>
                  </a:lnTo>
                  <a:lnTo>
                    <a:pt x="7484" y="3252"/>
                  </a:lnTo>
                  <a:lnTo>
                    <a:pt x="4485" y="2538"/>
                  </a:lnTo>
                  <a:lnTo>
                    <a:pt x="4083" y="2125"/>
                  </a:lnTo>
                  <a:lnTo>
                    <a:pt x="3929" y="1767"/>
                  </a:lnTo>
                  <a:lnTo>
                    <a:pt x="0" y="1170"/>
                  </a:lnTo>
                  <a:lnTo>
                    <a:pt x="1706" y="366"/>
                  </a:lnTo>
                  <a:lnTo>
                    <a:pt x="6618" y="0"/>
                  </a:lnTo>
                  <a:lnTo>
                    <a:pt x="15411" y="934"/>
                  </a:lnTo>
                  <a:lnTo>
                    <a:pt x="15967" y="1618"/>
                  </a:lnTo>
                  <a:lnTo>
                    <a:pt x="16112" y="204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g1342"/>
            <p:cNvSpPr/>
            <p:nvPr/>
          </p:nvSpPr>
          <p:spPr>
            <a:xfrm>
              <a:off x="3379563" y="1215357"/>
              <a:ext cx="14412" cy="4684"/>
            </a:xfrm>
            <a:custGeom>
              <a:avLst/>
              <a:pathLst>
                <a:path w="14412" h="4684">
                  <a:moveTo>
                    <a:pt x="3712" y="4107"/>
                  </a:moveTo>
                  <a:lnTo>
                    <a:pt x="534" y="4684"/>
                  </a:lnTo>
                  <a:lnTo>
                    <a:pt x="108" y="4246"/>
                  </a:lnTo>
                  <a:lnTo>
                    <a:pt x="0" y="3908"/>
                  </a:lnTo>
                  <a:lnTo>
                    <a:pt x="344" y="3142"/>
                  </a:lnTo>
                  <a:lnTo>
                    <a:pt x="727" y="1689"/>
                  </a:lnTo>
                  <a:lnTo>
                    <a:pt x="2165" y="774"/>
                  </a:lnTo>
                  <a:lnTo>
                    <a:pt x="13002" y="0"/>
                  </a:lnTo>
                  <a:lnTo>
                    <a:pt x="14412" y="849"/>
                  </a:lnTo>
                  <a:lnTo>
                    <a:pt x="13916" y="2164"/>
                  </a:lnTo>
                  <a:lnTo>
                    <a:pt x="13912" y="28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g1343"/>
            <p:cNvSpPr/>
            <p:nvPr/>
          </p:nvSpPr>
          <p:spPr>
            <a:xfrm>
              <a:off x="3100270" y="3665483"/>
              <a:ext cx="19409" cy="51578"/>
            </a:xfrm>
            <a:custGeom>
              <a:avLst/>
              <a:pathLst>
                <a:path w="19409" h="51578">
                  <a:moveTo>
                    <a:pt x="15885" y="124"/>
                  </a:moveTo>
                  <a:lnTo>
                    <a:pt x="15568" y="588"/>
                  </a:lnTo>
                  <a:lnTo>
                    <a:pt x="15502" y="2011"/>
                  </a:lnTo>
                  <a:lnTo>
                    <a:pt x="15867" y="4288"/>
                  </a:lnTo>
                  <a:lnTo>
                    <a:pt x="17057" y="8994"/>
                  </a:lnTo>
                  <a:lnTo>
                    <a:pt x="17815" y="9860"/>
                  </a:lnTo>
                  <a:lnTo>
                    <a:pt x="18310" y="11689"/>
                  </a:lnTo>
                  <a:lnTo>
                    <a:pt x="18794" y="14774"/>
                  </a:lnTo>
                  <a:lnTo>
                    <a:pt x="18938" y="18632"/>
                  </a:lnTo>
                  <a:lnTo>
                    <a:pt x="18738" y="23272"/>
                  </a:lnTo>
                  <a:lnTo>
                    <a:pt x="18857" y="26723"/>
                  </a:lnTo>
                  <a:lnTo>
                    <a:pt x="19294" y="28986"/>
                  </a:lnTo>
                  <a:lnTo>
                    <a:pt x="19409" y="31921"/>
                  </a:lnTo>
                  <a:lnTo>
                    <a:pt x="19201" y="35528"/>
                  </a:lnTo>
                  <a:lnTo>
                    <a:pt x="18949" y="37686"/>
                  </a:lnTo>
                  <a:lnTo>
                    <a:pt x="18650" y="38402"/>
                  </a:lnTo>
                  <a:lnTo>
                    <a:pt x="18312" y="38667"/>
                  </a:lnTo>
                  <a:lnTo>
                    <a:pt x="17854" y="38425"/>
                  </a:lnTo>
                  <a:lnTo>
                    <a:pt x="17295" y="38731"/>
                  </a:lnTo>
                  <a:lnTo>
                    <a:pt x="16686" y="39409"/>
                  </a:lnTo>
                  <a:lnTo>
                    <a:pt x="16304" y="39507"/>
                  </a:lnTo>
                  <a:lnTo>
                    <a:pt x="16067" y="39374"/>
                  </a:lnTo>
                  <a:lnTo>
                    <a:pt x="15618" y="38797"/>
                  </a:lnTo>
                  <a:lnTo>
                    <a:pt x="14909" y="36933"/>
                  </a:lnTo>
                  <a:lnTo>
                    <a:pt x="13587" y="37963"/>
                  </a:lnTo>
                  <a:lnTo>
                    <a:pt x="13230" y="37940"/>
                  </a:lnTo>
                  <a:lnTo>
                    <a:pt x="12744" y="38826"/>
                  </a:lnTo>
                  <a:lnTo>
                    <a:pt x="12350" y="39917"/>
                  </a:lnTo>
                  <a:lnTo>
                    <a:pt x="12110" y="39995"/>
                  </a:lnTo>
                  <a:lnTo>
                    <a:pt x="11865" y="39845"/>
                  </a:lnTo>
                  <a:lnTo>
                    <a:pt x="10727" y="37646"/>
                  </a:lnTo>
                  <a:lnTo>
                    <a:pt x="10311" y="37718"/>
                  </a:lnTo>
                  <a:lnTo>
                    <a:pt x="10140" y="43896"/>
                  </a:lnTo>
                  <a:lnTo>
                    <a:pt x="9949" y="47324"/>
                  </a:lnTo>
                  <a:lnTo>
                    <a:pt x="9715" y="48854"/>
                  </a:lnTo>
                  <a:lnTo>
                    <a:pt x="8900" y="50331"/>
                  </a:lnTo>
                  <a:lnTo>
                    <a:pt x="8079" y="51168"/>
                  </a:lnTo>
                  <a:lnTo>
                    <a:pt x="7630" y="51110"/>
                  </a:lnTo>
                  <a:lnTo>
                    <a:pt x="5826" y="51572"/>
                  </a:lnTo>
                  <a:lnTo>
                    <a:pt x="5120" y="51578"/>
                  </a:lnTo>
                  <a:lnTo>
                    <a:pt x="4731" y="51073"/>
                  </a:lnTo>
                  <a:lnTo>
                    <a:pt x="4224" y="47572"/>
                  </a:lnTo>
                  <a:lnTo>
                    <a:pt x="3268" y="46014"/>
                  </a:lnTo>
                  <a:lnTo>
                    <a:pt x="2349" y="45287"/>
                  </a:lnTo>
                  <a:lnTo>
                    <a:pt x="1976" y="45489"/>
                  </a:lnTo>
                  <a:lnTo>
                    <a:pt x="1643" y="47321"/>
                  </a:lnTo>
                  <a:lnTo>
                    <a:pt x="1506" y="48966"/>
                  </a:lnTo>
                  <a:lnTo>
                    <a:pt x="616" y="47838"/>
                  </a:lnTo>
                  <a:lnTo>
                    <a:pt x="349" y="46450"/>
                  </a:lnTo>
                  <a:lnTo>
                    <a:pt x="324" y="44101"/>
                  </a:lnTo>
                  <a:lnTo>
                    <a:pt x="0" y="40883"/>
                  </a:lnTo>
                  <a:lnTo>
                    <a:pt x="180" y="39513"/>
                  </a:lnTo>
                  <a:lnTo>
                    <a:pt x="529" y="38627"/>
                  </a:lnTo>
                  <a:lnTo>
                    <a:pt x="1268" y="36927"/>
                  </a:lnTo>
                  <a:lnTo>
                    <a:pt x="2392" y="34575"/>
                  </a:lnTo>
                  <a:lnTo>
                    <a:pt x="2633" y="33450"/>
                  </a:lnTo>
                  <a:lnTo>
                    <a:pt x="2792" y="31580"/>
                  </a:lnTo>
                  <a:lnTo>
                    <a:pt x="2720" y="27228"/>
                  </a:lnTo>
                  <a:lnTo>
                    <a:pt x="2612" y="23555"/>
                  </a:lnTo>
                  <a:lnTo>
                    <a:pt x="2746" y="22248"/>
                  </a:lnTo>
                  <a:lnTo>
                    <a:pt x="3258" y="19408"/>
                  </a:lnTo>
                  <a:lnTo>
                    <a:pt x="3946" y="16503"/>
                  </a:lnTo>
                  <a:lnTo>
                    <a:pt x="4749" y="13429"/>
                  </a:lnTo>
                  <a:lnTo>
                    <a:pt x="5233" y="13129"/>
                  </a:lnTo>
                  <a:lnTo>
                    <a:pt x="5867" y="11966"/>
                  </a:lnTo>
                  <a:lnTo>
                    <a:pt x="6538" y="10244"/>
                  </a:lnTo>
                  <a:lnTo>
                    <a:pt x="6915" y="9597"/>
                  </a:lnTo>
                  <a:lnTo>
                    <a:pt x="7229" y="9574"/>
                  </a:lnTo>
                  <a:lnTo>
                    <a:pt x="9303" y="8050"/>
                  </a:lnTo>
                  <a:lnTo>
                    <a:pt x="9510" y="8527"/>
                  </a:lnTo>
                  <a:lnTo>
                    <a:pt x="9844" y="11484"/>
                  </a:lnTo>
                  <a:lnTo>
                    <a:pt x="10021" y="11914"/>
                  </a:lnTo>
                  <a:lnTo>
                    <a:pt x="10310" y="12021"/>
                  </a:lnTo>
                  <a:lnTo>
                    <a:pt x="10891" y="11343"/>
                  </a:lnTo>
                  <a:lnTo>
                    <a:pt x="11958" y="9029"/>
                  </a:lnTo>
                  <a:lnTo>
                    <a:pt x="12424" y="7623"/>
                  </a:lnTo>
                  <a:lnTo>
                    <a:pt x="12972" y="5647"/>
                  </a:lnTo>
                  <a:lnTo>
                    <a:pt x="13673" y="3419"/>
                  </a:lnTo>
                  <a:lnTo>
                    <a:pt x="14063" y="1477"/>
                  </a:lnTo>
                  <a:lnTo>
                    <a:pt x="14445" y="340"/>
                  </a:lnTo>
                  <a:lnTo>
                    <a:pt x="14946" y="0"/>
                  </a:lnTo>
                  <a:lnTo>
                    <a:pt x="15500" y="8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g1344"/>
            <p:cNvSpPr/>
            <p:nvPr/>
          </p:nvSpPr>
          <p:spPr>
            <a:xfrm>
              <a:off x="2658460" y="2816848"/>
              <a:ext cx="80914" cy="202419"/>
            </a:xfrm>
            <a:custGeom>
              <a:avLst/>
              <a:pathLst>
                <a:path w="80914" h="202419">
                  <a:moveTo>
                    <a:pt x="80903" y="10948"/>
                  </a:moveTo>
                  <a:lnTo>
                    <a:pt x="80905" y="15872"/>
                  </a:lnTo>
                  <a:lnTo>
                    <a:pt x="80907" y="21721"/>
                  </a:lnTo>
                  <a:lnTo>
                    <a:pt x="80910" y="27578"/>
                  </a:lnTo>
                  <a:lnTo>
                    <a:pt x="80913" y="34239"/>
                  </a:lnTo>
                  <a:lnTo>
                    <a:pt x="80914" y="40873"/>
                  </a:lnTo>
                  <a:lnTo>
                    <a:pt x="80914" y="45711"/>
                  </a:lnTo>
                  <a:lnTo>
                    <a:pt x="80913" y="49079"/>
                  </a:lnTo>
                  <a:lnTo>
                    <a:pt x="78958" y="49079"/>
                  </a:lnTo>
                  <a:lnTo>
                    <a:pt x="77167" y="49079"/>
                  </a:lnTo>
                  <a:lnTo>
                    <a:pt x="75376" y="49079"/>
                  </a:lnTo>
                  <a:lnTo>
                    <a:pt x="73585" y="49079"/>
                  </a:lnTo>
                  <a:lnTo>
                    <a:pt x="71794" y="49079"/>
                  </a:lnTo>
                  <a:lnTo>
                    <a:pt x="70002" y="49080"/>
                  </a:lnTo>
                  <a:lnTo>
                    <a:pt x="68211" y="49080"/>
                  </a:lnTo>
                  <a:lnTo>
                    <a:pt x="66420" y="49080"/>
                  </a:lnTo>
                  <a:lnTo>
                    <a:pt x="64629" y="49080"/>
                  </a:lnTo>
                  <a:lnTo>
                    <a:pt x="62838" y="49080"/>
                  </a:lnTo>
                  <a:lnTo>
                    <a:pt x="61046" y="49080"/>
                  </a:lnTo>
                  <a:lnTo>
                    <a:pt x="59255" y="49080"/>
                  </a:lnTo>
                  <a:lnTo>
                    <a:pt x="57464" y="49080"/>
                  </a:lnTo>
                  <a:lnTo>
                    <a:pt x="55673" y="49082"/>
                  </a:lnTo>
                  <a:lnTo>
                    <a:pt x="53882" y="49082"/>
                  </a:lnTo>
                  <a:lnTo>
                    <a:pt x="52090" y="49082"/>
                  </a:lnTo>
                  <a:lnTo>
                    <a:pt x="50299" y="49082"/>
                  </a:lnTo>
                  <a:lnTo>
                    <a:pt x="48861" y="49082"/>
                  </a:lnTo>
                  <a:lnTo>
                    <a:pt x="48861" y="52601"/>
                  </a:lnTo>
                  <a:lnTo>
                    <a:pt x="48861" y="56625"/>
                  </a:lnTo>
                  <a:lnTo>
                    <a:pt x="48861" y="60647"/>
                  </a:lnTo>
                  <a:lnTo>
                    <a:pt x="48861" y="64670"/>
                  </a:lnTo>
                  <a:lnTo>
                    <a:pt x="48861" y="68694"/>
                  </a:lnTo>
                  <a:lnTo>
                    <a:pt x="48861" y="72716"/>
                  </a:lnTo>
                  <a:lnTo>
                    <a:pt x="48861" y="76740"/>
                  </a:lnTo>
                  <a:lnTo>
                    <a:pt x="48861" y="80763"/>
                  </a:lnTo>
                  <a:lnTo>
                    <a:pt x="48861" y="84786"/>
                  </a:lnTo>
                  <a:lnTo>
                    <a:pt x="48861" y="88808"/>
                  </a:lnTo>
                  <a:lnTo>
                    <a:pt x="48861" y="92832"/>
                  </a:lnTo>
                  <a:lnTo>
                    <a:pt x="48861" y="96855"/>
                  </a:lnTo>
                  <a:lnTo>
                    <a:pt x="48861" y="100879"/>
                  </a:lnTo>
                  <a:lnTo>
                    <a:pt x="48861" y="104901"/>
                  </a:lnTo>
                  <a:lnTo>
                    <a:pt x="48861" y="108924"/>
                  </a:lnTo>
                  <a:lnTo>
                    <a:pt x="48861" y="112948"/>
                  </a:lnTo>
                  <a:lnTo>
                    <a:pt x="48861" y="116971"/>
                  </a:lnTo>
                  <a:lnTo>
                    <a:pt x="48861" y="120559"/>
                  </a:lnTo>
                  <a:lnTo>
                    <a:pt x="48792" y="123776"/>
                  </a:lnTo>
                  <a:lnTo>
                    <a:pt x="48216" y="124726"/>
                  </a:lnTo>
                  <a:lnTo>
                    <a:pt x="46843" y="126438"/>
                  </a:lnTo>
                  <a:lnTo>
                    <a:pt x="45433" y="128196"/>
                  </a:lnTo>
                  <a:lnTo>
                    <a:pt x="43640" y="129000"/>
                  </a:lnTo>
                  <a:lnTo>
                    <a:pt x="43053" y="129575"/>
                  </a:lnTo>
                  <a:lnTo>
                    <a:pt x="41907" y="131898"/>
                  </a:lnTo>
                  <a:lnTo>
                    <a:pt x="40404" y="134947"/>
                  </a:lnTo>
                  <a:lnTo>
                    <a:pt x="39101" y="137586"/>
                  </a:lnTo>
                  <a:lnTo>
                    <a:pt x="38242" y="141018"/>
                  </a:lnTo>
                  <a:lnTo>
                    <a:pt x="37930" y="142897"/>
                  </a:lnTo>
                  <a:lnTo>
                    <a:pt x="37803" y="144885"/>
                  </a:lnTo>
                  <a:lnTo>
                    <a:pt x="37904" y="146774"/>
                  </a:lnTo>
                  <a:lnTo>
                    <a:pt x="38372" y="150573"/>
                  </a:lnTo>
                  <a:lnTo>
                    <a:pt x="38497" y="152486"/>
                  </a:lnTo>
                  <a:lnTo>
                    <a:pt x="38570" y="155817"/>
                  </a:lnTo>
                  <a:lnTo>
                    <a:pt x="38649" y="159446"/>
                  </a:lnTo>
                  <a:lnTo>
                    <a:pt x="38735" y="163355"/>
                  </a:lnTo>
                  <a:lnTo>
                    <a:pt x="38821" y="167268"/>
                  </a:lnTo>
                  <a:lnTo>
                    <a:pt x="38911" y="171433"/>
                  </a:lnTo>
                  <a:lnTo>
                    <a:pt x="39002" y="175598"/>
                  </a:lnTo>
                  <a:lnTo>
                    <a:pt x="39094" y="179787"/>
                  </a:lnTo>
                  <a:lnTo>
                    <a:pt x="39163" y="182898"/>
                  </a:lnTo>
                  <a:lnTo>
                    <a:pt x="39248" y="186824"/>
                  </a:lnTo>
                  <a:lnTo>
                    <a:pt x="37794" y="186828"/>
                  </a:lnTo>
                  <a:lnTo>
                    <a:pt x="35590" y="186835"/>
                  </a:lnTo>
                  <a:lnTo>
                    <a:pt x="33385" y="186844"/>
                  </a:lnTo>
                  <a:lnTo>
                    <a:pt x="31181" y="186852"/>
                  </a:lnTo>
                  <a:lnTo>
                    <a:pt x="28976" y="186860"/>
                  </a:lnTo>
                  <a:lnTo>
                    <a:pt x="26772" y="186868"/>
                  </a:lnTo>
                  <a:lnTo>
                    <a:pt x="24567" y="186877"/>
                  </a:lnTo>
                  <a:lnTo>
                    <a:pt x="22363" y="186884"/>
                  </a:lnTo>
                  <a:lnTo>
                    <a:pt x="20158" y="186893"/>
                  </a:lnTo>
                  <a:lnTo>
                    <a:pt x="17954" y="186902"/>
                  </a:lnTo>
                  <a:lnTo>
                    <a:pt x="15749" y="186909"/>
                  </a:lnTo>
                  <a:lnTo>
                    <a:pt x="13545" y="186917"/>
                  </a:lnTo>
                  <a:lnTo>
                    <a:pt x="11340" y="186926"/>
                  </a:lnTo>
                  <a:lnTo>
                    <a:pt x="9136" y="186933"/>
                  </a:lnTo>
                  <a:lnTo>
                    <a:pt x="6931" y="186942"/>
                  </a:lnTo>
                  <a:lnTo>
                    <a:pt x="4727" y="186951"/>
                  </a:lnTo>
                  <a:lnTo>
                    <a:pt x="2523" y="186958"/>
                  </a:lnTo>
                  <a:lnTo>
                    <a:pt x="1290" y="186962"/>
                  </a:lnTo>
                  <a:lnTo>
                    <a:pt x="892" y="192482"/>
                  </a:lnTo>
                  <a:lnTo>
                    <a:pt x="542" y="196454"/>
                  </a:lnTo>
                  <a:lnTo>
                    <a:pt x="334" y="199681"/>
                  </a:lnTo>
                  <a:lnTo>
                    <a:pt x="487" y="202419"/>
                  </a:lnTo>
                  <a:lnTo>
                    <a:pt x="0" y="200920"/>
                  </a:lnTo>
                  <a:lnTo>
                    <a:pt x="857" y="185548"/>
                  </a:lnTo>
                  <a:lnTo>
                    <a:pt x="920" y="184258"/>
                  </a:lnTo>
                  <a:lnTo>
                    <a:pt x="1419" y="183977"/>
                  </a:lnTo>
                  <a:lnTo>
                    <a:pt x="3536" y="182794"/>
                  </a:lnTo>
                  <a:lnTo>
                    <a:pt x="4977" y="182476"/>
                  </a:lnTo>
                  <a:lnTo>
                    <a:pt x="8728" y="182476"/>
                  </a:lnTo>
                  <a:lnTo>
                    <a:pt x="10168" y="181899"/>
                  </a:lnTo>
                  <a:lnTo>
                    <a:pt x="11324" y="181899"/>
                  </a:lnTo>
                  <a:lnTo>
                    <a:pt x="12957" y="182188"/>
                  </a:lnTo>
                  <a:lnTo>
                    <a:pt x="14305" y="182794"/>
                  </a:lnTo>
                  <a:lnTo>
                    <a:pt x="15745" y="183371"/>
                  </a:lnTo>
                  <a:lnTo>
                    <a:pt x="17379" y="183371"/>
                  </a:lnTo>
                  <a:lnTo>
                    <a:pt x="18726" y="183660"/>
                  </a:lnTo>
                  <a:lnTo>
                    <a:pt x="20454" y="183660"/>
                  </a:lnTo>
                  <a:lnTo>
                    <a:pt x="21707" y="183371"/>
                  </a:lnTo>
                  <a:lnTo>
                    <a:pt x="22570" y="181899"/>
                  </a:lnTo>
                  <a:lnTo>
                    <a:pt x="23341" y="178956"/>
                  </a:lnTo>
                  <a:lnTo>
                    <a:pt x="23627" y="176590"/>
                  </a:lnTo>
                  <a:lnTo>
                    <a:pt x="23918" y="174512"/>
                  </a:lnTo>
                  <a:lnTo>
                    <a:pt x="23819" y="172434"/>
                  </a:lnTo>
                  <a:lnTo>
                    <a:pt x="23725" y="171251"/>
                  </a:lnTo>
                  <a:lnTo>
                    <a:pt x="24205" y="169780"/>
                  </a:lnTo>
                  <a:lnTo>
                    <a:pt x="24781" y="167412"/>
                  </a:lnTo>
                  <a:lnTo>
                    <a:pt x="25359" y="165942"/>
                  </a:lnTo>
                  <a:lnTo>
                    <a:pt x="25551" y="164759"/>
                  </a:lnTo>
                  <a:lnTo>
                    <a:pt x="26129" y="163575"/>
                  </a:lnTo>
                  <a:lnTo>
                    <a:pt x="26800" y="161498"/>
                  </a:lnTo>
                  <a:lnTo>
                    <a:pt x="27185" y="160026"/>
                  </a:lnTo>
                  <a:lnTo>
                    <a:pt x="27664" y="157977"/>
                  </a:lnTo>
                  <a:lnTo>
                    <a:pt x="27762" y="156188"/>
                  </a:lnTo>
                  <a:lnTo>
                    <a:pt x="27955" y="153822"/>
                  </a:lnTo>
                  <a:lnTo>
                    <a:pt x="27955" y="149695"/>
                  </a:lnTo>
                  <a:lnTo>
                    <a:pt x="28147" y="144674"/>
                  </a:lnTo>
                  <a:lnTo>
                    <a:pt x="28434" y="141414"/>
                  </a:lnTo>
                  <a:lnTo>
                    <a:pt x="28626" y="138759"/>
                  </a:lnTo>
                  <a:lnTo>
                    <a:pt x="28818" y="134632"/>
                  </a:lnTo>
                  <a:lnTo>
                    <a:pt x="29396" y="127534"/>
                  </a:lnTo>
                  <a:lnTo>
                    <a:pt x="29588" y="125456"/>
                  </a:lnTo>
                  <a:lnTo>
                    <a:pt x="29974" y="122224"/>
                  </a:lnTo>
                  <a:lnTo>
                    <a:pt x="30452" y="119252"/>
                  </a:lnTo>
                  <a:lnTo>
                    <a:pt x="30837" y="117174"/>
                  </a:lnTo>
                  <a:lnTo>
                    <a:pt x="31321" y="115414"/>
                  </a:lnTo>
                  <a:lnTo>
                    <a:pt x="31992" y="114231"/>
                  </a:lnTo>
                  <a:lnTo>
                    <a:pt x="33048" y="113048"/>
                  </a:lnTo>
                  <a:lnTo>
                    <a:pt x="33818" y="111865"/>
                  </a:lnTo>
                  <a:lnTo>
                    <a:pt x="34780" y="110681"/>
                  </a:lnTo>
                  <a:lnTo>
                    <a:pt x="35644" y="109787"/>
                  </a:lnTo>
                  <a:lnTo>
                    <a:pt x="36414" y="108604"/>
                  </a:lnTo>
                  <a:lnTo>
                    <a:pt x="36705" y="107450"/>
                  </a:lnTo>
                  <a:lnTo>
                    <a:pt x="37183" y="105372"/>
                  </a:lnTo>
                  <a:lnTo>
                    <a:pt x="37855" y="101534"/>
                  </a:lnTo>
                  <a:lnTo>
                    <a:pt x="38240" y="99168"/>
                  </a:lnTo>
                  <a:lnTo>
                    <a:pt x="38817" y="96195"/>
                  </a:lnTo>
                  <a:lnTo>
                    <a:pt x="39489" y="94147"/>
                  </a:lnTo>
                  <a:lnTo>
                    <a:pt x="39905" y="93350"/>
                  </a:lnTo>
                  <a:lnTo>
                    <a:pt x="40258" y="92675"/>
                  </a:lnTo>
                  <a:lnTo>
                    <a:pt x="41127" y="91174"/>
                  </a:lnTo>
                  <a:lnTo>
                    <a:pt x="42183" y="89414"/>
                  </a:lnTo>
                  <a:lnTo>
                    <a:pt x="42953" y="87943"/>
                  </a:lnTo>
                  <a:lnTo>
                    <a:pt x="43624" y="86442"/>
                  </a:lnTo>
                  <a:lnTo>
                    <a:pt x="44201" y="85288"/>
                  </a:lnTo>
                  <a:lnTo>
                    <a:pt x="44873" y="83499"/>
                  </a:lnTo>
                  <a:lnTo>
                    <a:pt x="45164" y="82027"/>
                  </a:lnTo>
                  <a:lnTo>
                    <a:pt x="45548" y="79372"/>
                  </a:lnTo>
                  <a:lnTo>
                    <a:pt x="46028" y="75217"/>
                  </a:lnTo>
                  <a:lnTo>
                    <a:pt x="46413" y="70803"/>
                  </a:lnTo>
                  <a:lnTo>
                    <a:pt x="46797" y="66069"/>
                  </a:lnTo>
                  <a:lnTo>
                    <a:pt x="47084" y="63126"/>
                  </a:lnTo>
                  <a:lnTo>
                    <a:pt x="47375" y="59577"/>
                  </a:lnTo>
                  <a:lnTo>
                    <a:pt x="47759" y="56893"/>
                  </a:lnTo>
                  <a:lnTo>
                    <a:pt x="48046" y="53950"/>
                  </a:lnTo>
                  <a:lnTo>
                    <a:pt x="48238" y="52766"/>
                  </a:lnTo>
                  <a:lnTo>
                    <a:pt x="48238" y="51295"/>
                  </a:lnTo>
                  <a:lnTo>
                    <a:pt x="48431" y="49217"/>
                  </a:lnTo>
                  <a:lnTo>
                    <a:pt x="48472" y="49054"/>
                  </a:lnTo>
                  <a:lnTo>
                    <a:pt x="48722" y="48034"/>
                  </a:lnTo>
                  <a:lnTo>
                    <a:pt x="49393" y="47457"/>
                  </a:lnTo>
                  <a:lnTo>
                    <a:pt x="50163" y="46851"/>
                  </a:lnTo>
                  <a:lnTo>
                    <a:pt x="51374" y="46389"/>
                  </a:lnTo>
                  <a:lnTo>
                    <a:pt x="51726" y="45870"/>
                  </a:lnTo>
                  <a:lnTo>
                    <a:pt x="51909" y="44138"/>
                  </a:lnTo>
                  <a:lnTo>
                    <a:pt x="52050" y="42638"/>
                  </a:lnTo>
                  <a:lnTo>
                    <a:pt x="52505" y="40214"/>
                  </a:lnTo>
                  <a:lnTo>
                    <a:pt x="53017" y="38281"/>
                  </a:lnTo>
                  <a:lnTo>
                    <a:pt x="53313" y="37097"/>
                  </a:lnTo>
                  <a:lnTo>
                    <a:pt x="53712" y="35049"/>
                  </a:lnTo>
                  <a:lnTo>
                    <a:pt x="54106" y="33577"/>
                  </a:lnTo>
                  <a:lnTo>
                    <a:pt x="54787" y="31701"/>
                  </a:lnTo>
                  <a:lnTo>
                    <a:pt x="55383" y="30230"/>
                  </a:lnTo>
                  <a:lnTo>
                    <a:pt x="55585" y="28729"/>
                  </a:lnTo>
                  <a:lnTo>
                    <a:pt x="55585" y="26940"/>
                  </a:lnTo>
                  <a:lnTo>
                    <a:pt x="55158" y="25497"/>
                  </a:lnTo>
                  <a:lnTo>
                    <a:pt x="54857" y="22842"/>
                  </a:lnTo>
                  <a:lnTo>
                    <a:pt x="56097" y="22034"/>
                  </a:lnTo>
                  <a:lnTo>
                    <a:pt x="57186" y="21140"/>
                  </a:lnTo>
                  <a:lnTo>
                    <a:pt x="58181" y="20274"/>
                  </a:lnTo>
                  <a:lnTo>
                    <a:pt x="59373" y="19091"/>
                  </a:lnTo>
                  <a:lnTo>
                    <a:pt x="60265" y="19091"/>
                  </a:lnTo>
                  <a:lnTo>
                    <a:pt x="60960" y="18802"/>
                  </a:lnTo>
                  <a:lnTo>
                    <a:pt x="61955" y="19380"/>
                  </a:lnTo>
                  <a:lnTo>
                    <a:pt x="62945" y="19668"/>
                  </a:lnTo>
                  <a:lnTo>
                    <a:pt x="63640" y="20563"/>
                  </a:lnTo>
                  <a:lnTo>
                    <a:pt x="64833" y="22323"/>
                  </a:lnTo>
                  <a:lnTo>
                    <a:pt x="65827" y="23506"/>
                  </a:lnTo>
                  <a:lnTo>
                    <a:pt x="66423" y="23506"/>
                  </a:lnTo>
                  <a:lnTo>
                    <a:pt x="67062" y="22929"/>
                  </a:lnTo>
                  <a:lnTo>
                    <a:pt x="67602" y="22092"/>
                  </a:lnTo>
                  <a:lnTo>
                    <a:pt x="67930" y="22034"/>
                  </a:lnTo>
                  <a:lnTo>
                    <a:pt x="68428" y="22640"/>
                  </a:lnTo>
                  <a:lnTo>
                    <a:pt x="69203" y="23823"/>
                  </a:lnTo>
                  <a:lnTo>
                    <a:pt x="69996" y="23823"/>
                  </a:lnTo>
                  <a:lnTo>
                    <a:pt x="70789" y="23506"/>
                  </a:lnTo>
                  <a:lnTo>
                    <a:pt x="71385" y="22034"/>
                  </a:lnTo>
                  <a:lnTo>
                    <a:pt x="72380" y="19668"/>
                  </a:lnTo>
                  <a:lnTo>
                    <a:pt x="73174" y="17908"/>
                  </a:lnTo>
                  <a:lnTo>
                    <a:pt x="73888" y="16782"/>
                  </a:lnTo>
                  <a:lnTo>
                    <a:pt x="74465" y="16494"/>
                  </a:lnTo>
                  <a:lnTo>
                    <a:pt x="75113" y="16494"/>
                  </a:lnTo>
                  <a:lnTo>
                    <a:pt x="75855" y="16436"/>
                  </a:lnTo>
                  <a:lnTo>
                    <a:pt x="77047" y="16725"/>
                  </a:lnTo>
                  <a:lnTo>
                    <a:pt x="77840" y="16725"/>
                  </a:lnTo>
                  <a:lnTo>
                    <a:pt x="78925" y="16321"/>
                  </a:lnTo>
                  <a:lnTo>
                    <a:pt x="79830" y="15830"/>
                  </a:lnTo>
                  <a:lnTo>
                    <a:pt x="80225" y="14936"/>
                  </a:lnTo>
                  <a:lnTo>
                    <a:pt x="80225" y="13752"/>
                  </a:lnTo>
                  <a:lnTo>
                    <a:pt x="80028" y="11992"/>
                  </a:lnTo>
                  <a:lnTo>
                    <a:pt x="79812" y="10290"/>
                  </a:lnTo>
                  <a:lnTo>
                    <a:pt x="79755" y="8731"/>
                  </a:lnTo>
                  <a:lnTo>
                    <a:pt x="79887" y="7088"/>
                  </a:lnTo>
                  <a:lnTo>
                    <a:pt x="80028" y="5788"/>
                  </a:lnTo>
                  <a:lnTo>
                    <a:pt x="79930" y="3710"/>
                  </a:lnTo>
                  <a:lnTo>
                    <a:pt x="79647" y="1258"/>
                  </a:lnTo>
                  <a:lnTo>
                    <a:pt x="79610" y="0"/>
                  </a:lnTo>
                  <a:lnTo>
                    <a:pt x="80903" y="0"/>
                  </a:lnTo>
                  <a:lnTo>
                    <a:pt x="80903" y="491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5"/>
            <p:cNvSpPr/>
            <p:nvPr/>
          </p:nvSpPr>
          <p:spPr>
            <a:xfrm>
              <a:off x="3224464" y="3131661"/>
              <a:ext cx="3791" cy="12760"/>
            </a:xfrm>
            <a:custGeom>
              <a:avLst/>
              <a:pathLst>
                <a:path w="3791" h="12760">
                  <a:moveTo>
                    <a:pt x="2034" y="8478"/>
                  </a:moveTo>
                  <a:lnTo>
                    <a:pt x="2777" y="8642"/>
                  </a:lnTo>
                  <a:lnTo>
                    <a:pt x="2471" y="7700"/>
                  </a:lnTo>
                  <a:lnTo>
                    <a:pt x="2406" y="7235"/>
                  </a:lnTo>
                  <a:lnTo>
                    <a:pt x="2729" y="5880"/>
                  </a:lnTo>
                  <a:lnTo>
                    <a:pt x="3791" y="8684"/>
                  </a:lnTo>
                  <a:lnTo>
                    <a:pt x="3760" y="12001"/>
                  </a:lnTo>
                  <a:lnTo>
                    <a:pt x="3669" y="12760"/>
                  </a:lnTo>
                  <a:lnTo>
                    <a:pt x="3380" y="12047"/>
                  </a:lnTo>
                  <a:lnTo>
                    <a:pt x="3194" y="11349"/>
                  </a:lnTo>
                  <a:lnTo>
                    <a:pt x="3136" y="10596"/>
                  </a:lnTo>
                  <a:lnTo>
                    <a:pt x="2842" y="9782"/>
                  </a:lnTo>
                  <a:lnTo>
                    <a:pt x="1808" y="10314"/>
                  </a:lnTo>
                  <a:lnTo>
                    <a:pt x="1165" y="9404"/>
                  </a:lnTo>
                  <a:lnTo>
                    <a:pt x="245" y="6612"/>
                  </a:lnTo>
                  <a:lnTo>
                    <a:pt x="0" y="4599"/>
                  </a:lnTo>
                  <a:lnTo>
                    <a:pt x="384" y="4207"/>
                  </a:lnTo>
                  <a:lnTo>
                    <a:pt x="789" y="3239"/>
                  </a:lnTo>
                  <a:lnTo>
                    <a:pt x="1046" y="1646"/>
                  </a:lnTo>
                  <a:lnTo>
                    <a:pt x="811" y="0"/>
                  </a:lnTo>
                  <a:lnTo>
                    <a:pt x="1357" y="262"/>
                  </a:lnTo>
                  <a:lnTo>
                    <a:pt x="1652" y="1953"/>
                  </a:lnTo>
                  <a:lnTo>
                    <a:pt x="1709" y="5800"/>
                  </a:lnTo>
                  <a:lnTo>
                    <a:pt x="1792" y="6615"/>
                  </a:lnTo>
                  <a:lnTo>
                    <a:pt x="1640" y="74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g1346"/>
            <p:cNvSpPr/>
            <p:nvPr/>
          </p:nvSpPr>
          <p:spPr>
            <a:xfrm>
              <a:off x="3173783" y="2874993"/>
              <a:ext cx="4330" cy="9032"/>
            </a:xfrm>
            <a:custGeom>
              <a:avLst/>
              <a:pathLst>
                <a:path w="4330" h="9032">
                  <a:moveTo>
                    <a:pt x="3820" y="9032"/>
                  </a:moveTo>
                  <a:lnTo>
                    <a:pt x="3565" y="9032"/>
                  </a:lnTo>
                  <a:lnTo>
                    <a:pt x="2891" y="7032"/>
                  </a:lnTo>
                  <a:lnTo>
                    <a:pt x="2495" y="5559"/>
                  </a:lnTo>
                  <a:lnTo>
                    <a:pt x="2093" y="4570"/>
                  </a:lnTo>
                  <a:lnTo>
                    <a:pt x="249" y="2575"/>
                  </a:lnTo>
                  <a:lnTo>
                    <a:pt x="0" y="1288"/>
                  </a:lnTo>
                  <a:lnTo>
                    <a:pt x="281" y="0"/>
                  </a:lnTo>
                  <a:lnTo>
                    <a:pt x="478" y="1281"/>
                  </a:lnTo>
                  <a:lnTo>
                    <a:pt x="812" y="2035"/>
                  </a:lnTo>
                  <a:lnTo>
                    <a:pt x="2338" y="3840"/>
                  </a:lnTo>
                  <a:lnTo>
                    <a:pt x="4038" y="7776"/>
                  </a:lnTo>
                  <a:lnTo>
                    <a:pt x="4330" y="809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g1347"/>
            <p:cNvSpPr/>
            <p:nvPr/>
          </p:nvSpPr>
          <p:spPr>
            <a:xfrm>
              <a:off x="3174164" y="2870064"/>
              <a:ext cx="496" cy="4618"/>
            </a:xfrm>
            <a:custGeom>
              <a:avLst/>
              <a:pathLst>
                <a:path w="496" h="4618">
                  <a:moveTo>
                    <a:pt x="495" y="4217"/>
                  </a:moveTo>
                  <a:lnTo>
                    <a:pt x="405" y="4618"/>
                  </a:lnTo>
                  <a:lnTo>
                    <a:pt x="0" y="3582"/>
                  </a:lnTo>
                  <a:lnTo>
                    <a:pt x="24" y="1297"/>
                  </a:lnTo>
                  <a:lnTo>
                    <a:pt x="372" y="0"/>
                  </a:lnTo>
                  <a:lnTo>
                    <a:pt x="345" y="1776"/>
                  </a:lnTo>
                  <a:lnTo>
                    <a:pt x="496" y="356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g1348"/>
            <p:cNvSpPr/>
            <p:nvPr/>
          </p:nvSpPr>
          <p:spPr>
            <a:xfrm>
              <a:off x="3155631" y="2684821"/>
              <a:ext cx="202125" cy="465478"/>
            </a:xfrm>
            <a:custGeom>
              <a:avLst/>
              <a:pathLst>
                <a:path w="202125" h="465478">
                  <a:moveTo>
                    <a:pt x="114549" y="89482"/>
                  </a:moveTo>
                  <a:lnTo>
                    <a:pt x="116407" y="90121"/>
                  </a:lnTo>
                  <a:lnTo>
                    <a:pt x="118882" y="90977"/>
                  </a:lnTo>
                  <a:lnTo>
                    <a:pt x="120387" y="91552"/>
                  </a:lnTo>
                  <a:lnTo>
                    <a:pt x="123218" y="92635"/>
                  </a:lnTo>
                  <a:lnTo>
                    <a:pt x="124065" y="97117"/>
                  </a:lnTo>
                  <a:lnTo>
                    <a:pt x="124372" y="100258"/>
                  </a:lnTo>
                  <a:lnTo>
                    <a:pt x="124659" y="103319"/>
                  </a:lnTo>
                  <a:lnTo>
                    <a:pt x="125507" y="106121"/>
                  </a:lnTo>
                  <a:lnTo>
                    <a:pt x="127436" y="106053"/>
                  </a:lnTo>
                  <a:lnTo>
                    <a:pt x="129144" y="105992"/>
                  </a:lnTo>
                  <a:lnTo>
                    <a:pt x="131250" y="105903"/>
                  </a:lnTo>
                  <a:lnTo>
                    <a:pt x="132921" y="105832"/>
                  </a:lnTo>
                  <a:lnTo>
                    <a:pt x="133460" y="108611"/>
                  </a:lnTo>
                  <a:lnTo>
                    <a:pt x="133695" y="111384"/>
                  </a:lnTo>
                  <a:lnTo>
                    <a:pt x="134688" y="117958"/>
                  </a:lnTo>
                  <a:lnTo>
                    <a:pt x="136105" y="123084"/>
                  </a:lnTo>
                  <a:lnTo>
                    <a:pt x="136444" y="124951"/>
                  </a:lnTo>
                  <a:lnTo>
                    <a:pt x="136673" y="127764"/>
                  </a:lnTo>
                  <a:lnTo>
                    <a:pt x="136427" y="128811"/>
                  </a:lnTo>
                  <a:lnTo>
                    <a:pt x="136330" y="130021"/>
                  </a:lnTo>
                  <a:lnTo>
                    <a:pt x="137381" y="132836"/>
                  </a:lnTo>
                  <a:lnTo>
                    <a:pt x="139116" y="135214"/>
                  </a:lnTo>
                  <a:lnTo>
                    <a:pt x="139795" y="135815"/>
                  </a:lnTo>
                  <a:lnTo>
                    <a:pt x="140564" y="136864"/>
                  </a:lnTo>
                  <a:lnTo>
                    <a:pt x="139964" y="138492"/>
                  </a:lnTo>
                  <a:lnTo>
                    <a:pt x="140987" y="142249"/>
                  </a:lnTo>
                  <a:lnTo>
                    <a:pt x="142177" y="146077"/>
                  </a:lnTo>
                  <a:lnTo>
                    <a:pt x="143450" y="146940"/>
                  </a:lnTo>
                  <a:lnTo>
                    <a:pt x="145169" y="152728"/>
                  </a:lnTo>
                  <a:lnTo>
                    <a:pt x="147761" y="156480"/>
                  </a:lnTo>
                  <a:lnTo>
                    <a:pt x="149334" y="161392"/>
                  </a:lnTo>
                  <a:lnTo>
                    <a:pt x="149189" y="161485"/>
                  </a:lnTo>
                  <a:lnTo>
                    <a:pt x="148727" y="160986"/>
                  </a:lnTo>
                  <a:lnTo>
                    <a:pt x="148148" y="160312"/>
                  </a:lnTo>
                  <a:lnTo>
                    <a:pt x="147972" y="160923"/>
                  </a:lnTo>
                  <a:lnTo>
                    <a:pt x="148003" y="162984"/>
                  </a:lnTo>
                  <a:lnTo>
                    <a:pt x="148157" y="165405"/>
                  </a:lnTo>
                  <a:lnTo>
                    <a:pt x="148959" y="167500"/>
                  </a:lnTo>
                  <a:lnTo>
                    <a:pt x="149672" y="169008"/>
                  </a:lnTo>
                  <a:lnTo>
                    <a:pt x="149950" y="171857"/>
                  </a:lnTo>
                  <a:lnTo>
                    <a:pt x="149389" y="178002"/>
                  </a:lnTo>
                  <a:lnTo>
                    <a:pt x="149194" y="177998"/>
                  </a:lnTo>
                  <a:lnTo>
                    <a:pt x="148817" y="177465"/>
                  </a:lnTo>
                  <a:lnTo>
                    <a:pt x="148412" y="177343"/>
                  </a:lnTo>
                  <a:lnTo>
                    <a:pt x="148198" y="177693"/>
                  </a:lnTo>
                  <a:lnTo>
                    <a:pt x="148673" y="182114"/>
                  </a:lnTo>
                  <a:lnTo>
                    <a:pt x="149147" y="185505"/>
                  </a:lnTo>
                  <a:lnTo>
                    <a:pt x="149717" y="188189"/>
                  </a:lnTo>
                  <a:lnTo>
                    <a:pt x="150191" y="192117"/>
                  </a:lnTo>
                  <a:lnTo>
                    <a:pt x="150598" y="193794"/>
                  </a:lnTo>
                  <a:lnTo>
                    <a:pt x="152270" y="197969"/>
                  </a:lnTo>
                  <a:lnTo>
                    <a:pt x="152783" y="201460"/>
                  </a:lnTo>
                  <a:lnTo>
                    <a:pt x="153258" y="207961"/>
                  </a:lnTo>
                  <a:lnTo>
                    <a:pt x="154305" y="211591"/>
                  </a:lnTo>
                  <a:lnTo>
                    <a:pt x="154870" y="214382"/>
                  </a:lnTo>
                  <a:lnTo>
                    <a:pt x="155627" y="216749"/>
                  </a:lnTo>
                  <a:lnTo>
                    <a:pt x="156120" y="219988"/>
                  </a:lnTo>
                  <a:lnTo>
                    <a:pt x="156819" y="222486"/>
                  </a:lnTo>
                  <a:lnTo>
                    <a:pt x="157181" y="223112"/>
                  </a:lnTo>
                  <a:lnTo>
                    <a:pt x="157727" y="223369"/>
                  </a:lnTo>
                  <a:lnTo>
                    <a:pt x="158405" y="223386"/>
                  </a:lnTo>
                  <a:lnTo>
                    <a:pt x="159219" y="222734"/>
                  </a:lnTo>
                  <a:lnTo>
                    <a:pt x="160084" y="222128"/>
                  </a:lnTo>
                  <a:lnTo>
                    <a:pt x="160762" y="223395"/>
                  </a:lnTo>
                  <a:lnTo>
                    <a:pt x="161461" y="223204"/>
                  </a:lnTo>
                  <a:lnTo>
                    <a:pt x="161530" y="224382"/>
                  </a:lnTo>
                  <a:lnTo>
                    <a:pt x="161064" y="225979"/>
                  </a:lnTo>
                  <a:lnTo>
                    <a:pt x="160487" y="230013"/>
                  </a:lnTo>
                  <a:lnTo>
                    <a:pt x="161307" y="230649"/>
                  </a:lnTo>
                  <a:lnTo>
                    <a:pt x="162091" y="230964"/>
                  </a:lnTo>
                  <a:lnTo>
                    <a:pt x="162649" y="231610"/>
                  </a:lnTo>
                  <a:lnTo>
                    <a:pt x="162972" y="231615"/>
                  </a:lnTo>
                  <a:lnTo>
                    <a:pt x="162972" y="232450"/>
                  </a:lnTo>
                  <a:lnTo>
                    <a:pt x="163008" y="236279"/>
                  </a:lnTo>
                  <a:lnTo>
                    <a:pt x="163205" y="237741"/>
                  </a:lnTo>
                  <a:lnTo>
                    <a:pt x="163558" y="239037"/>
                  </a:lnTo>
                  <a:lnTo>
                    <a:pt x="164087" y="240971"/>
                  </a:lnTo>
                  <a:lnTo>
                    <a:pt x="164616" y="242908"/>
                  </a:lnTo>
                  <a:lnTo>
                    <a:pt x="165144" y="244844"/>
                  </a:lnTo>
                  <a:lnTo>
                    <a:pt x="165674" y="246779"/>
                  </a:lnTo>
                  <a:lnTo>
                    <a:pt x="166202" y="248714"/>
                  </a:lnTo>
                  <a:lnTo>
                    <a:pt x="166732" y="250650"/>
                  </a:lnTo>
                  <a:lnTo>
                    <a:pt x="167260" y="252586"/>
                  </a:lnTo>
                  <a:lnTo>
                    <a:pt x="167789" y="254521"/>
                  </a:lnTo>
                  <a:lnTo>
                    <a:pt x="168318" y="256457"/>
                  </a:lnTo>
                  <a:lnTo>
                    <a:pt x="168847" y="258392"/>
                  </a:lnTo>
                  <a:lnTo>
                    <a:pt x="169377" y="260328"/>
                  </a:lnTo>
                  <a:lnTo>
                    <a:pt x="169905" y="262263"/>
                  </a:lnTo>
                  <a:lnTo>
                    <a:pt x="170434" y="264198"/>
                  </a:lnTo>
                  <a:lnTo>
                    <a:pt x="170963" y="266134"/>
                  </a:lnTo>
                  <a:lnTo>
                    <a:pt x="171492" y="268070"/>
                  </a:lnTo>
                  <a:lnTo>
                    <a:pt x="172020" y="270005"/>
                  </a:lnTo>
                  <a:lnTo>
                    <a:pt x="172458" y="271605"/>
                  </a:lnTo>
                  <a:lnTo>
                    <a:pt x="173266" y="271910"/>
                  </a:lnTo>
                  <a:lnTo>
                    <a:pt x="173523" y="272005"/>
                  </a:lnTo>
                  <a:lnTo>
                    <a:pt x="174251" y="272279"/>
                  </a:lnTo>
                  <a:lnTo>
                    <a:pt x="175382" y="272705"/>
                  </a:lnTo>
                  <a:lnTo>
                    <a:pt x="176850" y="273255"/>
                  </a:lnTo>
                  <a:lnTo>
                    <a:pt x="178585" y="273907"/>
                  </a:lnTo>
                  <a:lnTo>
                    <a:pt x="180523" y="274634"/>
                  </a:lnTo>
                  <a:lnTo>
                    <a:pt x="182595" y="275412"/>
                  </a:lnTo>
                  <a:lnTo>
                    <a:pt x="184735" y="276215"/>
                  </a:lnTo>
                  <a:lnTo>
                    <a:pt x="186874" y="277017"/>
                  </a:lnTo>
                  <a:lnTo>
                    <a:pt x="188946" y="277795"/>
                  </a:lnTo>
                  <a:lnTo>
                    <a:pt x="190883" y="278522"/>
                  </a:lnTo>
                  <a:lnTo>
                    <a:pt x="192619" y="279174"/>
                  </a:lnTo>
                  <a:lnTo>
                    <a:pt x="194087" y="279726"/>
                  </a:lnTo>
                  <a:lnTo>
                    <a:pt x="195217" y="280150"/>
                  </a:lnTo>
                  <a:lnTo>
                    <a:pt x="195946" y="280424"/>
                  </a:lnTo>
                  <a:lnTo>
                    <a:pt x="196203" y="280519"/>
                  </a:lnTo>
                  <a:lnTo>
                    <a:pt x="196965" y="280805"/>
                  </a:lnTo>
                  <a:lnTo>
                    <a:pt x="197111" y="280733"/>
                  </a:lnTo>
                  <a:lnTo>
                    <a:pt x="197749" y="278364"/>
                  </a:lnTo>
                  <a:lnTo>
                    <a:pt x="198455" y="281708"/>
                  </a:lnTo>
                  <a:lnTo>
                    <a:pt x="199040" y="284486"/>
                  </a:lnTo>
                  <a:lnTo>
                    <a:pt x="199845" y="288300"/>
                  </a:lnTo>
                  <a:lnTo>
                    <a:pt x="200700" y="292353"/>
                  </a:lnTo>
                  <a:lnTo>
                    <a:pt x="201517" y="296229"/>
                  </a:lnTo>
                  <a:lnTo>
                    <a:pt x="202125" y="299114"/>
                  </a:lnTo>
                  <a:lnTo>
                    <a:pt x="201802" y="302113"/>
                  </a:lnTo>
                  <a:lnTo>
                    <a:pt x="201450" y="305383"/>
                  </a:lnTo>
                  <a:lnTo>
                    <a:pt x="201098" y="308654"/>
                  </a:lnTo>
                  <a:lnTo>
                    <a:pt x="200746" y="311925"/>
                  </a:lnTo>
                  <a:lnTo>
                    <a:pt x="200394" y="315196"/>
                  </a:lnTo>
                  <a:lnTo>
                    <a:pt x="200042" y="318467"/>
                  </a:lnTo>
                  <a:lnTo>
                    <a:pt x="199690" y="321738"/>
                  </a:lnTo>
                  <a:lnTo>
                    <a:pt x="199338" y="325009"/>
                  </a:lnTo>
                  <a:lnTo>
                    <a:pt x="198985" y="328281"/>
                  </a:lnTo>
                  <a:lnTo>
                    <a:pt x="198634" y="331552"/>
                  </a:lnTo>
                  <a:lnTo>
                    <a:pt x="198281" y="334823"/>
                  </a:lnTo>
                  <a:lnTo>
                    <a:pt x="197929" y="338094"/>
                  </a:lnTo>
                  <a:lnTo>
                    <a:pt x="197578" y="341365"/>
                  </a:lnTo>
                  <a:lnTo>
                    <a:pt x="197226" y="344635"/>
                  </a:lnTo>
                  <a:lnTo>
                    <a:pt x="196873" y="347906"/>
                  </a:lnTo>
                  <a:lnTo>
                    <a:pt x="196522" y="351177"/>
                  </a:lnTo>
                  <a:lnTo>
                    <a:pt x="196169" y="354448"/>
                  </a:lnTo>
                  <a:lnTo>
                    <a:pt x="195745" y="358387"/>
                  </a:lnTo>
                  <a:lnTo>
                    <a:pt x="194723" y="359434"/>
                  </a:lnTo>
                  <a:lnTo>
                    <a:pt x="193069" y="361130"/>
                  </a:lnTo>
                  <a:lnTo>
                    <a:pt x="191416" y="362824"/>
                  </a:lnTo>
                  <a:lnTo>
                    <a:pt x="189761" y="364518"/>
                  </a:lnTo>
                  <a:lnTo>
                    <a:pt x="188108" y="366211"/>
                  </a:lnTo>
                  <a:lnTo>
                    <a:pt x="186454" y="367905"/>
                  </a:lnTo>
                  <a:lnTo>
                    <a:pt x="184800" y="369599"/>
                  </a:lnTo>
                  <a:lnTo>
                    <a:pt x="183146" y="371294"/>
                  </a:lnTo>
                  <a:lnTo>
                    <a:pt x="181492" y="372988"/>
                  </a:lnTo>
                  <a:lnTo>
                    <a:pt x="179839" y="374682"/>
                  </a:lnTo>
                  <a:lnTo>
                    <a:pt x="178185" y="376376"/>
                  </a:lnTo>
                  <a:lnTo>
                    <a:pt x="176530" y="378071"/>
                  </a:lnTo>
                  <a:lnTo>
                    <a:pt x="174877" y="379765"/>
                  </a:lnTo>
                  <a:lnTo>
                    <a:pt x="173223" y="381459"/>
                  </a:lnTo>
                  <a:lnTo>
                    <a:pt x="171570" y="383153"/>
                  </a:lnTo>
                  <a:lnTo>
                    <a:pt x="169915" y="384847"/>
                  </a:lnTo>
                  <a:lnTo>
                    <a:pt x="168261" y="386541"/>
                  </a:lnTo>
                  <a:lnTo>
                    <a:pt x="166906" y="387930"/>
                  </a:lnTo>
                  <a:lnTo>
                    <a:pt x="164650" y="388864"/>
                  </a:lnTo>
                  <a:lnTo>
                    <a:pt x="162458" y="389770"/>
                  </a:lnTo>
                  <a:lnTo>
                    <a:pt x="159992" y="390790"/>
                  </a:lnTo>
                  <a:lnTo>
                    <a:pt x="157027" y="392016"/>
                  </a:lnTo>
                  <a:lnTo>
                    <a:pt x="154703" y="392979"/>
                  </a:lnTo>
                  <a:lnTo>
                    <a:pt x="151310" y="394383"/>
                  </a:lnTo>
                  <a:lnTo>
                    <a:pt x="148269" y="395639"/>
                  </a:lnTo>
                  <a:lnTo>
                    <a:pt x="145415" y="396820"/>
                  </a:lnTo>
                  <a:lnTo>
                    <a:pt x="142560" y="398001"/>
                  </a:lnTo>
                  <a:lnTo>
                    <a:pt x="140130" y="399005"/>
                  </a:lnTo>
                  <a:lnTo>
                    <a:pt x="138684" y="400174"/>
                  </a:lnTo>
                  <a:lnTo>
                    <a:pt x="136981" y="402732"/>
                  </a:lnTo>
                  <a:lnTo>
                    <a:pt x="134367" y="406657"/>
                  </a:lnTo>
                  <a:lnTo>
                    <a:pt x="131703" y="410656"/>
                  </a:lnTo>
                  <a:lnTo>
                    <a:pt x="130322" y="412728"/>
                  </a:lnTo>
                  <a:lnTo>
                    <a:pt x="128875" y="418046"/>
                  </a:lnTo>
                  <a:lnTo>
                    <a:pt x="128143" y="420739"/>
                  </a:lnTo>
                  <a:lnTo>
                    <a:pt x="126819" y="425607"/>
                  </a:lnTo>
                  <a:lnTo>
                    <a:pt x="125818" y="429279"/>
                  </a:lnTo>
                  <a:lnTo>
                    <a:pt x="124625" y="433666"/>
                  </a:lnTo>
                  <a:lnTo>
                    <a:pt x="124104" y="437574"/>
                  </a:lnTo>
                  <a:lnTo>
                    <a:pt x="123300" y="443609"/>
                  </a:lnTo>
                  <a:lnTo>
                    <a:pt x="122607" y="445130"/>
                  </a:lnTo>
                  <a:lnTo>
                    <a:pt x="121469" y="447093"/>
                  </a:lnTo>
                  <a:lnTo>
                    <a:pt x="120433" y="448490"/>
                  </a:lnTo>
                  <a:lnTo>
                    <a:pt x="118819" y="448289"/>
                  </a:lnTo>
                  <a:lnTo>
                    <a:pt x="117899" y="444580"/>
                  </a:lnTo>
                  <a:lnTo>
                    <a:pt x="116924" y="440647"/>
                  </a:lnTo>
                  <a:lnTo>
                    <a:pt x="116435" y="439067"/>
                  </a:lnTo>
                  <a:lnTo>
                    <a:pt x="115996" y="438979"/>
                  </a:lnTo>
                  <a:lnTo>
                    <a:pt x="114376" y="439478"/>
                  </a:lnTo>
                  <a:lnTo>
                    <a:pt x="112423" y="440080"/>
                  </a:lnTo>
                  <a:lnTo>
                    <a:pt x="110120" y="439433"/>
                  </a:lnTo>
                  <a:lnTo>
                    <a:pt x="107463" y="438687"/>
                  </a:lnTo>
                  <a:lnTo>
                    <a:pt x="104972" y="437989"/>
                  </a:lnTo>
                  <a:lnTo>
                    <a:pt x="103734" y="437465"/>
                  </a:lnTo>
                  <a:lnTo>
                    <a:pt x="102101" y="434912"/>
                  </a:lnTo>
                  <a:lnTo>
                    <a:pt x="101679" y="434404"/>
                  </a:lnTo>
                  <a:lnTo>
                    <a:pt x="101249" y="434284"/>
                  </a:lnTo>
                  <a:lnTo>
                    <a:pt x="99311" y="434220"/>
                  </a:lnTo>
                  <a:lnTo>
                    <a:pt x="97391" y="434158"/>
                  </a:lnTo>
                  <a:lnTo>
                    <a:pt x="95466" y="434966"/>
                  </a:lnTo>
                  <a:lnTo>
                    <a:pt x="93622" y="434671"/>
                  </a:lnTo>
                  <a:lnTo>
                    <a:pt x="91711" y="435138"/>
                  </a:lnTo>
                  <a:lnTo>
                    <a:pt x="91038" y="436113"/>
                  </a:lnTo>
                  <a:lnTo>
                    <a:pt x="90291" y="436056"/>
                  </a:lnTo>
                  <a:lnTo>
                    <a:pt x="89824" y="436917"/>
                  </a:lnTo>
                  <a:lnTo>
                    <a:pt x="89414" y="437320"/>
                  </a:lnTo>
                  <a:lnTo>
                    <a:pt x="88928" y="436584"/>
                  </a:lnTo>
                  <a:lnTo>
                    <a:pt x="88331" y="436745"/>
                  </a:lnTo>
                  <a:lnTo>
                    <a:pt x="87453" y="436113"/>
                  </a:lnTo>
                  <a:lnTo>
                    <a:pt x="86880" y="434448"/>
                  </a:lnTo>
                  <a:lnTo>
                    <a:pt x="86340" y="432984"/>
                  </a:lnTo>
                  <a:lnTo>
                    <a:pt x="85783" y="432177"/>
                  </a:lnTo>
                  <a:lnTo>
                    <a:pt x="85157" y="431670"/>
                  </a:lnTo>
                  <a:lnTo>
                    <a:pt x="84617" y="431659"/>
                  </a:lnTo>
                  <a:lnTo>
                    <a:pt x="83926" y="432552"/>
                  </a:lnTo>
                  <a:lnTo>
                    <a:pt x="83503" y="433417"/>
                  </a:lnTo>
                  <a:lnTo>
                    <a:pt x="82434" y="436295"/>
                  </a:lnTo>
                  <a:lnTo>
                    <a:pt x="82390" y="437320"/>
                  </a:lnTo>
                  <a:lnTo>
                    <a:pt x="82876" y="439041"/>
                  </a:lnTo>
                  <a:lnTo>
                    <a:pt x="82727" y="439845"/>
                  </a:lnTo>
                  <a:lnTo>
                    <a:pt x="82098" y="440856"/>
                  </a:lnTo>
                  <a:lnTo>
                    <a:pt x="81905" y="443576"/>
                  </a:lnTo>
                  <a:lnTo>
                    <a:pt x="81811" y="445069"/>
                  </a:lnTo>
                  <a:lnTo>
                    <a:pt x="81718" y="448628"/>
                  </a:lnTo>
                  <a:lnTo>
                    <a:pt x="81998" y="451442"/>
                  </a:lnTo>
                  <a:lnTo>
                    <a:pt x="82372" y="452475"/>
                  </a:lnTo>
                  <a:lnTo>
                    <a:pt x="82390" y="453681"/>
                  </a:lnTo>
                  <a:lnTo>
                    <a:pt x="82185" y="456092"/>
                  </a:lnTo>
                  <a:lnTo>
                    <a:pt x="81606" y="456838"/>
                  </a:lnTo>
                  <a:lnTo>
                    <a:pt x="81182" y="459129"/>
                  </a:lnTo>
                  <a:lnTo>
                    <a:pt x="80921" y="460200"/>
                  </a:lnTo>
                  <a:lnTo>
                    <a:pt x="80467" y="461421"/>
                  </a:lnTo>
                  <a:lnTo>
                    <a:pt x="78669" y="465478"/>
                  </a:lnTo>
                  <a:lnTo>
                    <a:pt x="78578" y="463120"/>
                  </a:lnTo>
                  <a:lnTo>
                    <a:pt x="78009" y="459626"/>
                  </a:lnTo>
                  <a:lnTo>
                    <a:pt x="77968" y="457158"/>
                  </a:lnTo>
                  <a:lnTo>
                    <a:pt x="77703" y="454687"/>
                  </a:lnTo>
                  <a:lnTo>
                    <a:pt x="77209" y="452784"/>
                  </a:lnTo>
                  <a:lnTo>
                    <a:pt x="76300" y="450801"/>
                  </a:lnTo>
                  <a:lnTo>
                    <a:pt x="76216" y="448106"/>
                  </a:lnTo>
                  <a:lnTo>
                    <a:pt x="75551" y="445441"/>
                  </a:lnTo>
                  <a:lnTo>
                    <a:pt x="74670" y="443296"/>
                  </a:lnTo>
                  <a:lnTo>
                    <a:pt x="74181" y="439331"/>
                  </a:lnTo>
                  <a:lnTo>
                    <a:pt x="73811" y="434062"/>
                  </a:lnTo>
                  <a:lnTo>
                    <a:pt x="71487" y="427136"/>
                  </a:lnTo>
                  <a:lnTo>
                    <a:pt x="68581" y="420742"/>
                  </a:lnTo>
                  <a:lnTo>
                    <a:pt x="67697" y="417139"/>
                  </a:lnTo>
                  <a:lnTo>
                    <a:pt x="66251" y="409798"/>
                  </a:lnTo>
                  <a:lnTo>
                    <a:pt x="65522" y="403996"/>
                  </a:lnTo>
                  <a:lnTo>
                    <a:pt x="63577" y="397319"/>
                  </a:lnTo>
                  <a:lnTo>
                    <a:pt x="63494" y="394753"/>
                  </a:lnTo>
                  <a:lnTo>
                    <a:pt x="63206" y="391622"/>
                  </a:lnTo>
                  <a:lnTo>
                    <a:pt x="62757" y="388139"/>
                  </a:lnTo>
                  <a:lnTo>
                    <a:pt x="62486" y="385388"/>
                  </a:lnTo>
                  <a:lnTo>
                    <a:pt x="60537" y="373333"/>
                  </a:lnTo>
                  <a:lnTo>
                    <a:pt x="59908" y="371409"/>
                  </a:lnTo>
                  <a:lnTo>
                    <a:pt x="59368" y="368716"/>
                  </a:lnTo>
                  <a:lnTo>
                    <a:pt x="59228" y="366633"/>
                  </a:lnTo>
                  <a:lnTo>
                    <a:pt x="59056" y="365493"/>
                  </a:lnTo>
                  <a:lnTo>
                    <a:pt x="57679" y="363516"/>
                  </a:lnTo>
                  <a:lnTo>
                    <a:pt x="56393" y="358461"/>
                  </a:lnTo>
                  <a:lnTo>
                    <a:pt x="52533" y="350410"/>
                  </a:lnTo>
                  <a:lnTo>
                    <a:pt x="50643" y="349610"/>
                  </a:lnTo>
                  <a:lnTo>
                    <a:pt x="49146" y="346733"/>
                  </a:lnTo>
                  <a:lnTo>
                    <a:pt x="48043" y="342970"/>
                  </a:lnTo>
                  <a:lnTo>
                    <a:pt x="46866" y="336489"/>
                  </a:lnTo>
                  <a:lnTo>
                    <a:pt x="44798" y="329487"/>
                  </a:lnTo>
                  <a:lnTo>
                    <a:pt x="43043" y="319548"/>
                  </a:lnTo>
                  <a:lnTo>
                    <a:pt x="43592" y="315930"/>
                  </a:lnTo>
                  <a:lnTo>
                    <a:pt x="43558" y="313382"/>
                  </a:lnTo>
                  <a:lnTo>
                    <a:pt x="43019" y="309099"/>
                  </a:lnTo>
                  <a:lnTo>
                    <a:pt x="42430" y="305789"/>
                  </a:lnTo>
                  <a:lnTo>
                    <a:pt x="42027" y="302664"/>
                  </a:lnTo>
                  <a:lnTo>
                    <a:pt x="42348" y="298181"/>
                  </a:lnTo>
                  <a:lnTo>
                    <a:pt x="42471" y="293160"/>
                  </a:lnTo>
                  <a:lnTo>
                    <a:pt x="42816" y="290492"/>
                  </a:lnTo>
                  <a:lnTo>
                    <a:pt x="43066" y="287563"/>
                  </a:lnTo>
                  <a:lnTo>
                    <a:pt x="42740" y="281671"/>
                  </a:lnTo>
                  <a:lnTo>
                    <a:pt x="42157" y="278515"/>
                  </a:lnTo>
                  <a:lnTo>
                    <a:pt x="42215" y="276414"/>
                  </a:lnTo>
                  <a:lnTo>
                    <a:pt x="41555" y="275388"/>
                  </a:lnTo>
                  <a:lnTo>
                    <a:pt x="41018" y="273106"/>
                  </a:lnTo>
                  <a:lnTo>
                    <a:pt x="41578" y="273112"/>
                  </a:lnTo>
                  <a:lnTo>
                    <a:pt x="40563" y="269943"/>
                  </a:lnTo>
                  <a:lnTo>
                    <a:pt x="40191" y="268184"/>
                  </a:lnTo>
                  <a:lnTo>
                    <a:pt x="39808" y="263879"/>
                  </a:lnTo>
                  <a:lnTo>
                    <a:pt x="39318" y="260592"/>
                  </a:lnTo>
                  <a:lnTo>
                    <a:pt x="37743" y="253134"/>
                  </a:lnTo>
                  <a:lnTo>
                    <a:pt x="36992" y="248585"/>
                  </a:lnTo>
                  <a:lnTo>
                    <a:pt x="35307" y="242701"/>
                  </a:lnTo>
                  <a:lnTo>
                    <a:pt x="33478" y="238357"/>
                  </a:lnTo>
                  <a:lnTo>
                    <a:pt x="32317" y="236390"/>
                  </a:lnTo>
                  <a:lnTo>
                    <a:pt x="31758" y="234593"/>
                  </a:lnTo>
                  <a:lnTo>
                    <a:pt x="30809" y="234531"/>
                  </a:lnTo>
                  <a:lnTo>
                    <a:pt x="29775" y="231962"/>
                  </a:lnTo>
                  <a:lnTo>
                    <a:pt x="29052" y="231864"/>
                  </a:lnTo>
                  <a:lnTo>
                    <a:pt x="28137" y="231453"/>
                  </a:lnTo>
                  <a:lnTo>
                    <a:pt x="27060" y="226507"/>
                  </a:lnTo>
                  <a:lnTo>
                    <a:pt x="26170" y="221874"/>
                  </a:lnTo>
                  <a:lnTo>
                    <a:pt x="24655" y="215840"/>
                  </a:lnTo>
                  <a:lnTo>
                    <a:pt x="25035" y="214265"/>
                  </a:lnTo>
                  <a:lnTo>
                    <a:pt x="25477" y="211702"/>
                  </a:lnTo>
                  <a:lnTo>
                    <a:pt x="25257" y="208352"/>
                  </a:lnTo>
                  <a:lnTo>
                    <a:pt x="25016" y="206069"/>
                  </a:lnTo>
                  <a:lnTo>
                    <a:pt x="24347" y="201920"/>
                  </a:lnTo>
                  <a:lnTo>
                    <a:pt x="22154" y="191576"/>
                  </a:lnTo>
                  <a:lnTo>
                    <a:pt x="21572" y="190060"/>
                  </a:lnTo>
                  <a:lnTo>
                    <a:pt x="20635" y="188321"/>
                  </a:lnTo>
                  <a:lnTo>
                    <a:pt x="20057" y="183843"/>
                  </a:lnTo>
                  <a:lnTo>
                    <a:pt x="19794" y="179825"/>
                  </a:lnTo>
                  <a:lnTo>
                    <a:pt x="18290" y="177874"/>
                  </a:lnTo>
                  <a:lnTo>
                    <a:pt x="15702" y="163398"/>
                  </a:lnTo>
                  <a:lnTo>
                    <a:pt x="14204" y="158344"/>
                  </a:lnTo>
                  <a:lnTo>
                    <a:pt x="13611" y="154940"/>
                  </a:lnTo>
                  <a:lnTo>
                    <a:pt x="11877" y="149342"/>
                  </a:lnTo>
                  <a:lnTo>
                    <a:pt x="11024" y="143777"/>
                  </a:lnTo>
                  <a:lnTo>
                    <a:pt x="9278" y="138645"/>
                  </a:lnTo>
                  <a:lnTo>
                    <a:pt x="7764" y="129741"/>
                  </a:lnTo>
                  <a:lnTo>
                    <a:pt x="5424" y="120845"/>
                  </a:lnTo>
                  <a:lnTo>
                    <a:pt x="4442" y="119304"/>
                  </a:lnTo>
                  <a:lnTo>
                    <a:pt x="2031" y="118666"/>
                  </a:lnTo>
                  <a:lnTo>
                    <a:pt x="1017" y="118014"/>
                  </a:lnTo>
                  <a:lnTo>
                    <a:pt x="84" y="119969"/>
                  </a:lnTo>
                  <a:lnTo>
                    <a:pt x="0" y="117492"/>
                  </a:lnTo>
                  <a:lnTo>
                    <a:pt x="644" y="114071"/>
                  </a:lnTo>
                  <a:lnTo>
                    <a:pt x="1573" y="106884"/>
                  </a:lnTo>
                  <a:lnTo>
                    <a:pt x="1758" y="100585"/>
                  </a:lnTo>
                  <a:lnTo>
                    <a:pt x="3216" y="81880"/>
                  </a:lnTo>
                  <a:lnTo>
                    <a:pt x="5264" y="82842"/>
                  </a:lnTo>
                  <a:lnTo>
                    <a:pt x="6950" y="83636"/>
                  </a:lnTo>
                  <a:lnTo>
                    <a:pt x="9412" y="84794"/>
                  </a:lnTo>
                  <a:lnTo>
                    <a:pt x="11960" y="85995"/>
                  </a:lnTo>
                  <a:lnTo>
                    <a:pt x="13451" y="86697"/>
                  </a:lnTo>
                  <a:lnTo>
                    <a:pt x="13961" y="86400"/>
                  </a:lnTo>
                  <a:lnTo>
                    <a:pt x="16022" y="81825"/>
                  </a:lnTo>
                  <a:lnTo>
                    <a:pt x="17880" y="77696"/>
                  </a:lnTo>
                  <a:lnTo>
                    <a:pt x="18992" y="72643"/>
                  </a:lnTo>
                  <a:lnTo>
                    <a:pt x="20070" y="67752"/>
                  </a:lnTo>
                  <a:lnTo>
                    <a:pt x="20564" y="66736"/>
                  </a:lnTo>
                  <a:lnTo>
                    <a:pt x="22215" y="65818"/>
                  </a:lnTo>
                  <a:lnTo>
                    <a:pt x="24834" y="64364"/>
                  </a:lnTo>
                  <a:lnTo>
                    <a:pt x="27428" y="62922"/>
                  </a:lnTo>
                  <a:lnTo>
                    <a:pt x="27634" y="62431"/>
                  </a:lnTo>
                  <a:lnTo>
                    <a:pt x="28239" y="58505"/>
                  </a:lnTo>
                  <a:lnTo>
                    <a:pt x="29008" y="53520"/>
                  </a:lnTo>
                  <a:lnTo>
                    <a:pt x="29164" y="52997"/>
                  </a:lnTo>
                  <a:lnTo>
                    <a:pt x="29355" y="52489"/>
                  </a:lnTo>
                  <a:lnTo>
                    <a:pt x="31212" y="49698"/>
                  </a:lnTo>
                  <a:lnTo>
                    <a:pt x="32339" y="48002"/>
                  </a:lnTo>
                  <a:lnTo>
                    <a:pt x="30732" y="43000"/>
                  </a:lnTo>
                  <a:lnTo>
                    <a:pt x="29218" y="38282"/>
                  </a:lnTo>
                  <a:lnTo>
                    <a:pt x="27521" y="32998"/>
                  </a:lnTo>
                  <a:lnTo>
                    <a:pt x="26084" y="28889"/>
                  </a:lnTo>
                  <a:lnTo>
                    <a:pt x="23929" y="22733"/>
                  </a:lnTo>
                  <a:lnTo>
                    <a:pt x="22518" y="18704"/>
                  </a:lnTo>
                  <a:lnTo>
                    <a:pt x="24989" y="16795"/>
                  </a:lnTo>
                  <a:lnTo>
                    <a:pt x="27659" y="14734"/>
                  </a:lnTo>
                  <a:lnTo>
                    <a:pt x="30356" y="12652"/>
                  </a:lnTo>
                  <a:lnTo>
                    <a:pt x="33601" y="10145"/>
                  </a:lnTo>
                  <a:lnTo>
                    <a:pt x="36140" y="8186"/>
                  </a:lnTo>
                  <a:lnTo>
                    <a:pt x="39929" y="5260"/>
                  </a:lnTo>
                  <a:lnTo>
                    <a:pt x="41781" y="3829"/>
                  </a:lnTo>
                  <a:lnTo>
                    <a:pt x="42116" y="3458"/>
                  </a:lnTo>
                  <a:lnTo>
                    <a:pt x="43542" y="0"/>
                  </a:lnTo>
                  <a:lnTo>
                    <a:pt x="45688" y="968"/>
                  </a:lnTo>
                  <a:lnTo>
                    <a:pt x="48913" y="2422"/>
                  </a:lnTo>
                  <a:lnTo>
                    <a:pt x="52025" y="3826"/>
                  </a:lnTo>
                  <a:lnTo>
                    <a:pt x="55308" y="5482"/>
                  </a:lnTo>
                  <a:lnTo>
                    <a:pt x="56362" y="6830"/>
                  </a:lnTo>
                  <a:lnTo>
                    <a:pt x="59529" y="11792"/>
                  </a:lnTo>
                  <a:lnTo>
                    <a:pt x="61587" y="15015"/>
                  </a:lnTo>
                  <a:lnTo>
                    <a:pt x="63990" y="18778"/>
                  </a:lnTo>
                  <a:lnTo>
                    <a:pt x="66996" y="23484"/>
                  </a:lnTo>
                  <a:lnTo>
                    <a:pt x="69059" y="26716"/>
                  </a:lnTo>
                  <a:lnTo>
                    <a:pt x="71700" y="30853"/>
                  </a:lnTo>
                  <a:lnTo>
                    <a:pt x="73759" y="35580"/>
                  </a:lnTo>
                  <a:lnTo>
                    <a:pt x="76366" y="41567"/>
                  </a:lnTo>
                  <a:lnTo>
                    <a:pt x="79231" y="48144"/>
                  </a:lnTo>
                  <a:lnTo>
                    <a:pt x="81590" y="53256"/>
                  </a:lnTo>
                  <a:lnTo>
                    <a:pt x="84836" y="60295"/>
                  </a:lnTo>
                  <a:lnTo>
                    <a:pt x="88037" y="67232"/>
                  </a:lnTo>
                  <a:lnTo>
                    <a:pt x="91170" y="74025"/>
                  </a:lnTo>
                  <a:lnTo>
                    <a:pt x="93680" y="79465"/>
                  </a:lnTo>
                  <a:lnTo>
                    <a:pt x="96853" y="86347"/>
                  </a:lnTo>
                  <a:lnTo>
                    <a:pt x="97100" y="86605"/>
                  </a:lnTo>
                  <a:lnTo>
                    <a:pt x="100309" y="87389"/>
                  </a:lnTo>
                  <a:lnTo>
                    <a:pt x="104622" y="88439"/>
                  </a:lnTo>
                  <a:lnTo>
                    <a:pt x="108956" y="89494"/>
                  </a:lnTo>
                  <a:lnTo>
                    <a:pt x="112866" y="904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49"/>
            <p:cNvSpPr/>
            <p:nvPr/>
          </p:nvSpPr>
          <p:spPr>
            <a:xfrm>
              <a:off x="3032664" y="2978009"/>
              <a:ext cx="161357" cy="400000"/>
            </a:xfrm>
            <a:custGeom>
              <a:avLst/>
              <a:pathLst>
                <a:path w="161357" h="400000">
                  <a:moveTo>
                    <a:pt x="144648" y="6078"/>
                  </a:moveTo>
                  <a:lnTo>
                    <a:pt x="144756" y="12813"/>
                  </a:lnTo>
                  <a:lnTo>
                    <a:pt x="145182" y="18199"/>
                  </a:lnTo>
                  <a:lnTo>
                    <a:pt x="146664" y="25897"/>
                  </a:lnTo>
                  <a:lnTo>
                    <a:pt x="147919" y="30039"/>
                  </a:lnTo>
                  <a:lnTo>
                    <a:pt x="148370" y="32323"/>
                  </a:lnTo>
                  <a:lnTo>
                    <a:pt x="148414" y="33384"/>
                  </a:lnTo>
                  <a:lnTo>
                    <a:pt x="148357" y="34366"/>
                  </a:lnTo>
                  <a:lnTo>
                    <a:pt x="147975" y="33236"/>
                  </a:lnTo>
                  <a:lnTo>
                    <a:pt x="147332" y="32465"/>
                  </a:lnTo>
                  <a:lnTo>
                    <a:pt x="147241" y="36069"/>
                  </a:lnTo>
                  <a:lnTo>
                    <a:pt x="147392" y="38635"/>
                  </a:lnTo>
                  <a:lnTo>
                    <a:pt x="147544" y="43450"/>
                  </a:lnTo>
                  <a:lnTo>
                    <a:pt x="148072" y="48628"/>
                  </a:lnTo>
                  <a:lnTo>
                    <a:pt x="147690" y="53410"/>
                  </a:lnTo>
                  <a:lnTo>
                    <a:pt x="147741" y="61513"/>
                  </a:lnTo>
                  <a:lnTo>
                    <a:pt x="148409" y="71229"/>
                  </a:lnTo>
                  <a:lnTo>
                    <a:pt x="148272" y="77434"/>
                  </a:lnTo>
                  <a:lnTo>
                    <a:pt x="149360" y="91910"/>
                  </a:lnTo>
                  <a:lnTo>
                    <a:pt x="150415" y="99944"/>
                  </a:lnTo>
                  <a:lnTo>
                    <a:pt x="150995" y="101924"/>
                  </a:lnTo>
                  <a:lnTo>
                    <a:pt x="151647" y="102978"/>
                  </a:lnTo>
                  <a:lnTo>
                    <a:pt x="152900" y="103661"/>
                  </a:lnTo>
                  <a:lnTo>
                    <a:pt x="154747" y="107751"/>
                  </a:lnTo>
                  <a:lnTo>
                    <a:pt x="156209" y="112069"/>
                  </a:lnTo>
                  <a:lnTo>
                    <a:pt x="156729" y="114329"/>
                  </a:lnTo>
                  <a:lnTo>
                    <a:pt x="157437" y="116808"/>
                  </a:lnTo>
                  <a:lnTo>
                    <a:pt x="157922" y="116365"/>
                  </a:lnTo>
                  <a:lnTo>
                    <a:pt x="158219" y="115705"/>
                  </a:lnTo>
                  <a:lnTo>
                    <a:pt x="158698" y="117705"/>
                  </a:lnTo>
                  <a:lnTo>
                    <a:pt x="161016" y="122022"/>
                  </a:lnTo>
                  <a:lnTo>
                    <a:pt x="161357" y="124028"/>
                  </a:lnTo>
                  <a:lnTo>
                    <a:pt x="160524" y="125994"/>
                  </a:lnTo>
                  <a:lnTo>
                    <a:pt x="159559" y="129381"/>
                  </a:lnTo>
                  <a:lnTo>
                    <a:pt x="159316" y="130727"/>
                  </a:lnTo>
                  <a:lnTo>
                    <a:pt x="159204" y="131527"/>
                  </a:lnTo>
                  <a:lnTo>
                    <a:pt x="159091" y="132530"/>
                  </a:lnTo>
                  <a:lnTo>
                    <a:pt x="158837" y="133527"/>
                  </a:lnTo>
                  <a:lnTo>
                    <a:pt x="158284" y="134904"/>
                  </a:lnTo>
                  <a:lnTo>
                    <a:pt x="158067" y="135504"/>
                  </a:lnTo>
                  <a:lnTo>
                    <a:pt x="157935" y="136447"/>
                  </a:lnTo>
                  <a:lnTo>
                    <a:pt x="157604" y="137062"/>
                  </a:lnTo>
                  <a:lnTo>
                    <a:pt x="157243" y="137095"/>
                  </a:lnTo>
                  <a:lnTo>
                    <a:pt x="156926" y="137518"/>
                  </a:lnTo>
                  <a:lnTo>
                    <a:pt x="156449" y="138170"/>
                  </a:lnTo>
                  <a:lnTo>
                    <a:pt x="155741" y="137835"/>
                  </a:lnTo>
                  <a:lnTo>
                    <a:pt x="155018" y="138430"/>
                  </a:lnTo>
                  <a:lnTo>
                    <a:pt x="154753" y="139179"/>
                  </a:lnTo>
                  <a:lnTo>
                    <a:pt x="154181" y="139831"/>
                  </a:lnTo>
                  <a:lnTo>
                    <a:pt x="153607" y="139971"/>
                  </a:lnTo>
                  <a:lnTo>
                    <a:pt x="153406" y="140193"/>
                  </a:lnTo>
                  <a:lnTo>
                    <a:pt x="152863" y="141301"/>
                  </a:lnTo>
                  <a:lnTo>
                    <a:pt x="152198" y="142845"/>
                  </a:lnTo>
                  <a:lnTo>
                    <a:pt x="151421" y="143827"/>
                  </a:lnTo>
                  <a:lnTo>
                    <a:pt x="151147" y="144149"/>
                  </a:lnTo>
                  <a:lnTo>
                    <a:pt x="150789" y="145213"/>
                  </a:lnTo>
                  <a:lnTo>
                    <a:pt x="150238" y="150515"/>
                  </a:lnTo>
                  <a:lnTo>
                    <a:pt x="149836" y="151903"/>
                  </a:lnTo>
                  <a:lnTo>
                    <a:pt x="149157" y="152040"/>
                  </a:lnTo>
                  <a:lnTo>
                    <a:pt x="148276" y="152046"/>
                  </a:lnTo>
                  <a:lnTo>
                    <a:pt x="147514" y="152503"/>
                  </a:lnTo>
                  <a:lnTo>
                    <a:pt x="146476" y="151916"/>
                  </a:lnTo>
                  <a:lnTo>
                    <a:pt x="145970" y="151987"/>
                  </a:lnTo>
                  <a:lnTo>
                    <a:pt x="145838" y="153119"/>
                  </a:lnTo>
                  <a:lnTo>
                    <a:pt x="145651" y="157670"/>
                  </a:lnTo>
                  <a:lnTo>
                    <a:pt x="145679" y="159619"/>
                  </a:lnTo>
                  <a:lnTo>
                    <a:pt x="145266" y="161931"/>
                  </a:lnTo>
                  <a:lnTo>
                    <a:pt x="144805" y="164818"/>
                  </a:lnTo>
                  <a:lnTo>
                    <a:pt x="144975" y="169697"/>
                  </a:lnTo>
                  <a:lnTo>
                    <a:pt x="145055" y="174524"/>
                  </a:lnTo>
                  <a:lnTo>
                    <a:pt x="144210" y="181790"/>
                  </a:lnTo>
                  <a:lnTo>
                    <a:pt x="144091" y="183455"/>
                  </a:lnTo>
                  <a:lnTo>
                    <a:pt x="143236" y="189219"/>
                  </a:lnTo>
                  <a:lnTo>
                    <a:pt x="142800" y="191361"/>
                  </a:lnTo>
                  <a:lnTo>
                    <a:pt x="141712" y="202125"/>
                  </a:lnTo>
                  <a:lnTo>
                    <a:pt x="141287" y="205433"/>
                  </a:lnTo>
                  <a:lnTo>
                    <a:pt x="140373" y="208922"/>
                  </a:lnTo>
                  <a:lnTo>
                    <a:pt x="140579" y="214595"/>
                  </a:lnTo>
                  <a:lnTo>
                    <a:pt x="140797" y="220612"/>
                  </a:lnTo>
                  <a:lnTo>
                    <a:pt x="141003" y="226289"/>
                  </a:lnTo>
                  <a:lnTo>
                    <a:pt x="141311" y="234785"/>
                  </a:lnTo>
                  <a:lnTo>
                    <a:pt x="140538" y="242716"/>
                  </a:lnTo>
                  <a:lnTo>
                    <a:pt x="140568" y="247041"/>
                  </a:lnTo>
                  <a:lnTo>
                    <a:pt x="140026" y="253423"/>
                  </a:lnTo>
                  <a:lnTo>
                    <a:pt x="139599" y="256372"/>
                  </a:lnTo>
                  <a:lnTo>
                    <a:pt x="139220" y="258128"/>
                  </a:lnTo>
                  <a:lnTo>
                    <a:pt x="138900" y="259933"/>
                  </a:lnTo>
                  <a:lnTo>
                    <a:pt x="138311" y="263912"/>
                  </a:lnTo>
                  <a:lnTo>
                    <a:pt x="137810" y="269166"/>
                  </a:lnTo>
                  <a:lnTo>
                    <a:pt x="137589" y="274549"/>
                  </a:lnTo>
                  <a:lnTo>
                    <a:pt x="137572" y="277675"/>
                  </a:lnTo>
                  <a:lnTo>
                    <a:pt x="137474" y="279102"/>
                  </a:lnTo>
                  <a:lnTo>
                    <a:pt x="137304" y="280006"/>
                  </a:lnTo>
                  <a:lnTo>
                    <a:pt x="136151" y="280601"/>
                  </a:lnTo>
                  <a:lnTo>
                    <a:pt x="134546" y="281235"/>
                  </a:lnTo>
                  <a:lnTo>
                    <a:pt x="133680" y="281939"/>
                  </a:lnTo>
                  <a:lnTo>
                    <a:pt x="133100" y="283041"/>
                  </a:lnTo>
                  <a:lnTo>
                    <a:pt x="132387" y="285595"/>
                  </a:lnTo>
                  <a:lnTo>
                    <a:pt x="130979" y="292590"/>
                  </a:lnTo>
                  <a:lnTo>
                    <a:pt x="130240" y="296875"/>
                  </a:lnTo>
                  <a:lnTo>
                    <a:pt x="129084" y="302742"/>
                  </a:lnTo>
                  <a:lnTo>
                    <a:pt x="127736" y="306893"/>
                  </a:lnTo>
                  <a:lnTo>
                    <a:pt x="127452" y="308910"/>
                  </a:lnTo>
                  <a:lnTo>
                    <a:pt x="127230" y="312670"/>
                  </a:lnTo>
                  <a:lnTo>
                    <a:pt x="126733" y="318614"/>
                  </a:lnTo>
                  <a:lnTo>
                    <a:pt x="126279" y="322843"/>
                  </a:lnTo>
                  <a:lnTo>
                    <a:pt x="126360" y="326241"/>
                  </a:lnTo>
                  <a:lnTo>
                    <a:pt x="125935" y="332141"/>
                  </a:lnTo>
                  <a:lnTo>
                    <a:pt x="125998" y="335016"/>
                  </a:lnTo>
                  <a:lnTo>
                    <a:pt x="125525" y="336619"/>
                  </a:lnTo>
                  <a:lnTo>
                    <a:pt x="124890" y="338137"/>
                  </a:lnTo>
                  <a:lnTo>
                    <a:pt x="124458" y="338521"/>
                  </a:lnTo>
                  <a:lnTo>
                    <a:pt x="123532" y="336785"/>
                  </a:lnTo>
                  <a:lnTo>
                    <a:pt x="122828" y="335023"/>
                  </a:lnTo>
                  <a:lnTo>
                    <a:pt x="122541" y="334562"/>
                  </a:lnTo>
                  <a:lnTo>
                    <a:pt x="121927" y="335664"/>
                  </a:lnTo>
                  <a:lnTo>
                    <a:pt x="121191" y="337290"/>
                  </a:lnTo>
                  <a:lnTo>
                    <a:pt x="120350" y="341108"/>
                  </a:lnTo>
                  <a:lnTo>
                    <a:pt x="119693" y="344964"/>
                  </a:lnTo>
                  <a:lnTo>
                    <a:pt x="120070" y="353137"/>
                  </a:lnTo>
                  <a:lnTo>
                    <a:pt x="120035" y="354930"/>
                  </a:lnTo>
                  <a:lnTo>
                    <a:pt x="119845" y="356884"/>
                  </a:lnTo>
                  <a:lnTo>
                    <a:pt x="118824" y="362977"/>
                  </a:lnTo>
                  <a:lnTo>
                    <a:pt x="118572" y="364901"/>
                  </a:lnTo>
                  <a:lnTo>
                    <a:pt x="118200" y="368557"/>
                  </a:lnTo>
                  <a:lnTo>
                    <a:pt x="117805" y="374946"/>
                  </a:lnTo>
                  <a:lnTo>
                    <a:pt x="117781" y="376481"/>
                  </a:lnTo>
                  <a:lnTo>
                    <a:pt x="115936" y="376337"/>
                  </a:lnTo>
                  <a:lnTo>
                    <a:pt x="115910" y="376196"/>
                  </a:lnTo>
                  <a:lnTo>
                    <a:pt x="115878" y="376002"/>
                  </a:lnTo>
                  <a:lnTo>
                    <a:pt x="115808" y="375163"/>
                  </a:lnTo>
                  <a:lnTo>
                    <a:pt x="115772" y="373857"/>
                  </a:lnTo>
                  <a:lnTo>
                    <a:pt x="115832" y="371599"/>
                  </a:lnTo>
                  <a:lnTo>
                    <a:pt x="116033" y="368914"/>
                  </a:lnTo>
                  <a:lnTo>
                    <a:pt x="116651" y="365142"/>
                  </a:lnTo>
                  <a:lnTo>
                    <a:pt x="116683" y="364831"/>
                  </a:lnTo>
                  <a:lnTo>
                    <a:pt x="116690" y="364655"/>
                  </a:lnTo>
                  <a:lnTo>
                    <a:pt x="116690" y="364450"/>
                  </a:lnTo>
                  <a:lnTo>
                    <a:pt x="116633" y="363777"/>
                  </a:lnTo>
                  <a:lnTo>
                    <a:pt x="116561" y="363196"/>
                  </a:lnTo>
                  <a:lnTo>
                    <a:pt x="116526" y="362316"/>
                  </a:lnTo>
                  <a:lnTo>
                    <a:pt x="116633" y="360358"/>
                  </a:lnTo>
                  <a:lnTo>
                    <a:pt x="116643" y="359750"/>
                  </a:lnTo>
                  <a:lnTo>
                    <a:pt x="116628" y="358968"/>
                  </a:lnTo>
                  <a:lnTo>
                    <a:pt x="116580" y="358474"/>
                  </a:lnTo>
                  <a:lnTo>
                    <a:pt x="116149" y="355208"/>
                  </a:lnTo>
                  <a:lnTo>
                    <a:pt x="116007" y="354691"/>
                  </a:lnTo>
                  <a:lnTo>
                    <a:pt x="111843" y="344294"/>
                  </a:lnTo>
                  <a:lnTo>
                    <a:pt x="111081" y="341476"/>
                  </a:lnTo>
                  <a:lnTo>
                    <a:pt x="111000" y="341282"/>
                  </a:lnTo>
                  <a:lnTo>
                    <a:pt x="110897" y="341132"/>
                  </a:lnTo>
                  <a:lnTo>
                    <a:pt x="108783" y="338766"/>
                  </a:lnTo>
                  <a:lnTo>
                    <a:pt x="108680" y="338528"/>
                  </a:lnTo>
                  <a:lnTo>
                    <a:pt x="108693" y="338180"/>
                  </a:lnTo>
                  <a:lnTo>
                    <a:pt x="108759" y="337730"/>
                  </a:lnTo>
                  <a:lnTo>
                    <a:pt x="109013" y="336364"/>
                  </a:lnTo>
                  <a:lnTo>
                    <a:pt x="109049" y="336002"/>
                  </a:lnTo>
                  <a:lnTo>
                    <a:pt x="109085" y="335449"/>
                  </a:lnTo>
                  <a:lnTo>
                    <a:pt x="108132" y="313543"/>
                  </a:lnTo>
                  <a:lnTo>
                    <a:pt x="108134" y="313111"/>
                  </a:lnTo>
                  <a:lnTo>
                    <a:pt x="108178" y="312826"/>
                  </a:lnTo>
                  <a:lnTo>
                    <a:pt x="108213" y="312649"/>
                  </a:lnTo>
                  <a:lnTo>
                    <a:pt x="108339" y="312183"/>
                  </a:lnTo>
                  <a:lnTo>
                    <a:pt x="108449" y="311700"/>
                  </a:lnTo>
                  <a:lnTo>
                    <a:pt x="108575" y="310856"/>
                  </a:lnTo>
                  <a:lnTo>
                    <a:pt x="108607" y="310539"/>
                  </a:lnTo>
                  <a:lnTo>
                    <a:pt x="108738" y="306626"/>
                  </a:lnTo>
                  <a:lnTo>
                    <a:pt x="108728" y="303198"/>
                  </a:lnTo>
                  <a:lnTo>
                    <a:pt x="109285" y="297483"/>
                  </a:lnTo>
                  <a:lnTo>
                    <a:pt x="109346" y="295051"/>
                  </a:lnTo>
                  <a:lnTo>
                    <a:pt x="104727" y="295005"/>
                  </a:lnTo>
                  <a:lnTo>
                    <a:pt x="104724" y="295155"/>
                  </a:lnTo>
                  <a:lnTo>
                    <a:pt x="104736" y="295325"/>
                  </a:lnTo>
                  <a:lnTo>
                    <a:pt x="104742" y="295509"/>
                  </a:lnTo>
                  <a:lnTo>
                    <a:pt x="104739" y="295893"/>
                  </a:lnTo>
                  <a:lnTo>
                    <a:pt x="104702" y="296601"/>
                  </a:lnTo>
                  <a:lnTo>
                    <a:pt x="104693" y="296975"/>
                  </a:lnTo>
                  <a:lnTo>
                    <a:pt x="104697" y="297357"/>
                  </a:lnTo>
                  <a:lnTo>
                    <a:pt x="104767" y="298726"/>
                  </a:lnTo>
                  <a:lnTo>
                    <a:pt x="104888" y="299756"/>
                  </a:lnTo>
                  <a:lnTo>
                    <a:pt x="104908" y="300100"/>
                  </a:lnTo>
                  <a:lnTo>
                    <a:pt x="104913" y="300475"/>
                  </a:lnTo>
                  <a:lnTo>
                    <a:pt x="104898" y="301186"/>
                  </a:lnTo>
                  <a:lnTo>
                    <a:pt x="98510" y="301273"/>
                  </a:lnTo>
                  <a:lnTo>
                    <a:pt x="101040" y="309863"/>
                  </a:lnTo>
                  <a:lnTo>
                    <a:pt x="101070" y="310038"/>
                  </a:lnTo>
                  <a:lnTo>
                    <a:pt x="101114" y="310505"/>
                  </a:lnTo>
                  <a:lnTo>
                    <a:pt x="101132" y="310847"/>
                  </a:lnTo>
                  <a:lnTo>
                    <a:pt x="101180" y="313870"/>
                  </a:lnTo>
                  <a:lnTo>
                    <a:pt x="101043" y="318653"/>
                  </a:lnTo>
                  <a:lnTo>
                    <a:pt x="101073" y="321728"/>
                  </a:lnTo>
                  <a:lnTo>
                    <a:pt x="101221" y="323725"/>
                  </a:lnTo>
                  <a:lnTo>
                    <a:pt x="101905" y="327653"/>
                  </a:lnTo>
                  <a:lnTo>
                    <a:pt x="101861" y="328388"/>
                  </a:lnTo>
                  <a:lnTo>
                    <a:pt x="101701" y="329314"/>
                  </a:lnTo>
                  <a:lnTo>
                    <a:pt x="97172" y="340994"/>
                  </a:lnTo>
                  <a:lnTo>
                    <a:pt x="97046" y="341545"/>
                  </a:lnTo>
                  <a:lnTo>
                    <a:pt x="96415" y="346414"/>
                  </a:lnTo>
                  <a:lnTo>
                    <a:pt x="95816" y="349248"/>
                  </a:lnTo>
                  <a:lnTo>
                    <a:pt x="95549" y="350059"/>
                  </a:lnTo>
                  <a:lnTo>
                    <a:pt x="94498" y="354035"/>
                  </a:lnTo>
                  <a:lnTo>
                    <a:pt x="90364" y="366501"/>
                  </a:lnTo>
                  <a:lnTo>
                    <a:pt x="89687" y="367338"/>
                  </a:lnTo>
                  <a:lnTo>
                    <a:pt x="87628" y="367680"/>
                  </a:lnTo>
                  <a:lnTo>
                    <a:pt x="86415" y="367865"/>
                  </a:lnTo>
                  <a:lnTo>
                    <a:pt x="86231" y="368080"/>
                  </a:lnTo>
                  <a:lnTo>
                    <a:pt x="86117" y="368402"/>
                  </a:lnTo>
                  <a:lnTo>
                    <a:pt x="85983" y="368643"/>
                  </a:lnTo>
                  <a:lnTo>
                    <a:pt x="85850" y="368513"/>
                  </a:lnTo>
                  <a:lnTo>
                    <a:pt x="85696" y="368174"/>
                  </a:lnTo>
                  <a:lnTo>
                    <a:pt x="83151" y="361192"/>
                  </a:lnTo>
                  <a:lnTo>
                    <a:pt x="78618" y="352373"/>
                  </a:lnTo>
                  <a:lnTo>
                    <a:pt x="78184" y="353176"/>
                  </a:lnTo>
                  <a:lnTo>
                    <a:pt x="75618" y="356967"/>
                  </a:lnTo>
                  <a:lnTo>
                    <a:pt x="75088" y="357951"/>
                  </a:lnTo>
                  <a:lnTo>
                    <a:pt x="74796" y="358647"/>
                  </a:lnTo>
                  <a:lnTo>
                    <a:pt x="74781" y="362893"/>
                  </a:lnTo>
                  <a:lnTo>
                    <a:pt x="74334" y="365053"/>
                  </a:lnTo>
                  <a:lnTo>
                    <a:pt x="73523" y="367408"/>
                  </a:lnTo>
                  <a:lnTo>
                    <a:pt x="71305" y="368901"/>
                  </a:lnTo>
                  <a:lnTo>
                    <a:pt x="70151" y="370184"/>
                  </a:lnTo>
                  <a:lnTo>
                    <a:pt x="68971" y="372090"/>
                  </a:lnTo>
                  <a:lnTo>
                    <a:pt x="68779" y="372561"/>
                  </a:lnTo>
                  <a:lnTo>
                    <a:pt x="68324" y="373883"/>
                  </a:lnTo>
                  <a:lnTo>
                    <a:pt x="67431" y="376554"/>
                  </a:lnTo>
                  <a:lnTo>
                    <a:pt x="67335" y="378630"/>
                  </a:lnTo>
                  <a:lnTo>
                    <a:pt x="67480" y="380484"/>
                  </a:lnTo>
                  <a:lnTo>
                    <a:pt x="59831" y="380409"/>
                  </a:lnTo>
                  <a:lnTo>
                    <a:pt x="59325" y="378926"/>
                  </a:lnTo>
                  <a:lnTo>
                    <a:pt x="58216" y="372342"/>
                  </a:lnTo>
                  <a:lnTo>
                    <a:pt x="57436" y="372747"/>
                  </a:lnTo>
                  <a:lnTo>
                    <a:pt x="50461" y="371981"/>
                  </a:lnTo>
                  <a:lnTo>
                    <a:pt x="49464" y="372667"/>
                  </a:lnTo>
                  <a:lnTo>
                    <a:pt x="47471" y="375368"/>
                  </a:lnTo>
                  <a:lnTo>
                    <a:pt x="46466" y="375813"/>
                  </a:lnTo>
                  <a:lnTo>
                    <a:pt x="45434" y="374581"/>
                  </a:lnTo>
                  <a:lnTo>
                    <a:pt x="41764" y="361577"/>
                  </a:lnTo>
                  <a:lnTo>
                    <a:pt x="40970" y="360025"/>
                  </a:lnTo>
                  <a:lnTo>
                    <a:pt x="40682" y="359188"/>
                  </a:lnTo>
                  <a:lnTo>
                    <a:pt x="40139" y="356923"/>
                  </a:lnTo>
                  <a:lnTo>
                    <a:pt x="39356" y="355566"/>
                  </a:lnTo>
                  <a:lnTo>
                    <a:pt x="39091" y="354579"/>
                  </a:lnTo>
                  <a:lnTo>
                    <a:pt x="39007" y="353194"/>
                  </a:lnTo>
                  <a:lnTo>
                    <a:pt x="39031" y="350343"/>
                  </a:lnTo>
                  <a:lnTo>
                    <a:pt x="38771" y="348559"/>
                  </a:lnTo>
                  <a:lnTo>
                    <a:pt x="38192" y="348144"/>
                  </a:lnTo>
                  <a:lnTo>
                    <a:pt x="33261" y="351158"/>
                  </a:lnTo>
                  <a:lnTo>
                    <a:pt x="32555" y="350821"/>
                  </a:lnTo>
                  <a:lnTo>
                    <a:pt x="31520" y="351356"/>
                  </a:lnTo>
                  <a:lnTo>
                    <a:pt x="31164" y="351889"/>
                  </a:lnTo>
                  <a:lnTo>
                    <a:pt x="30747" y="353603"/>
                  </a:lnTo>
                  <a:lnTo>
                    <a:pt x="30663" y="355373"/>
                  </a:lnTo>
                  <a:lnTo>
                    <a:pt x="30676" y="357165"/>
                  </a:lnTo>
                  <a:lnTo>
                    <a:pt x="30548" y="358937"/>
                  </a:lnTo>
                  <a:lnTo>
                    <a:pt x="30173" y="360899"/>
                  </a:lnTo>
                  <a:lnTo>
                    <a:pt x="28767" y="365310"/>
                  </a:lnTo>
                  <a:lnTo>
                    <a:pt x="28456" y="367229"/>
                  </a:lnTo>
                  <a:lnTo>
                    <a:pt x="28522" y="372085"/>
                  </a:lnTo>
                  <a:lnTo>
                    <a:pt x="28430" y="374537"/>
                  </a:lnTo>
                  <a:lnTo>
                    <a:pt x="28216" y="375672"/>
                  </a:lnTo>
                  <a:lnTo>
                    <a:pt x="27604" y="377541"/>
                  </a:lnTo>
                  <a:lnTo>
                    <a:pt x="27382" y="378615"/>
                  </a:lnTo>
                  <a:lnTo>
                    <a:pt x="27279" y="380128"/>
                  </a:lnTo>
                  <a:lnTo>
                    <a:pt x="27245" y="383325"/>
                  </a:lnTo>
                  <a:lnTo>
                    <a:pt x="27137" y="384827"/>
                  </a:lnTo>
                  <a:lnTo>
                    <a:pt x="26369" y="388591"/>
                  </a:lnTo>
                  <a:lnTo>
                    <a:pt x="26188" y="389919"/>
                  </a:lnTo>
                  <a:lnTo>
                    <a:pt x="26144" y="392635"/>
                  </a:lnTo>
                  <a:lnTo>
                    <a:pt x="26020" y="393461"/>
                  </a:lnTo>
                  <a:lnTo>
                    <a:pt x="23792" y="395608"/>
                  </a:lnTo>
                  <a:lnTo>
                    <a:pt x="22960" y="396980"/>
                  </a:lnTo>
                  <a:lnTo>
                    <a:pt x="22449" y="399093"/>
                  </a:lnTo>
                  <a:lnTo>
                    <a:pt x="22323" y="400000"/>
                  </a:lnTo>
                  <a:lnTo>
                    <a:pt x="21369" y="399241"/>
                  </a:lnTo>
                  <a:lnTo>
                    <a:pt x="20156" y="398697"/>
                  </a:lnTo>
                  <a:lnTo>
                    <a:pt x="17823" y="398024"/>
                  </a:lnTo>
                  <a:lnTo>
                    <a:pt x="16899" y="397039"/>
                  </a:lnTo>
                  <a:lnTo>
                    <a:pt x="16458" y="395561"/>
                  </a:lnTo>
                  <a:lnTo>
                    <a:pt x="16598" y="391797"/>
                  </a:lnTo>
                  <a:lnTo>
                    <a:pt x="16369" y="390988"/>
                  </a:lnTo>
                  <a:lnTo>
                    <a:pt x="15994" y="390317"/>
                  </a:lnTo>
                  <a:lnTo>
                    <a:pt x="15742" y="388686"/>
                  </a:lnTo>
                  <a:lnTo>
                    <a:pt x="15794" y="386728"/>
                  </a:lnTo>
                  <a:lnTo>
                    <a:pt x="17023" y="382380"/>
                  </a:lnTo>
                  <a:lnTo>
                    <a:pt x="17279" y="380054"/>
                  </a:lnTo>
                  <a:lnTo>
                    <a:pt x="17472" y="371978"/>
                  </a:lnTo>
                  <a:lnTo>
                    <a:pt x="17602" y="369129"/>
                  </a:lnTo>
                  <a:lnTo>
                    <a:pt x="17506" y="365803"/>
                  </a:lnTo>
                  <a:lnTo>
                    <a:pt x="16532" y="359681"/>
                  </a:lnTo>
                  <a:lnTo>
                    <a:pt x="15683" y="355421"/>
                  </a:lnTo>
                  <a:lnTo>
                    <a:pt x="14295" y="349107"/>
                  </a:lnTo>
                  <a:lnTo>
                    <a:pt x="13752" y="347042"/>
                  </a:lnTo>
                  <a:lnTo>
                    <a:pt x="10950" y="338355"/>
                  </a:lnTo>
                  <a:lnTo>
                    <a:pt x="10627" y="337069"/>
                  </a:lnTo>
                  <a:lnTo>
                    <a:pt x="9947" y="333394"/>
                  </a:lnTo>
                  <a:lnTo>
                    <a:pt x="10282" y="330164"/>
                  </a:lnTo>
                  <a:lnTo>
                    <a:pt x="10694" y="325346"/>
                  </a:lnTo>
                  <a:lnTo>
                    <a:pt x="10743" y="323126"/>
                  </a:lnTo>
                  <a:lnTo>
                    <a:pt x="10549" y="320830"/>
                  </a:lnTo>
                  <a:lnTo>
                    <a:pt x="9841" y="319105"/>
                  </a:lnTo>
                  <a:lnTo>
                    <a:pt x="9210" y="318907"/>
                  </a:lnTo>
                  <a:lnTo>
                    <a:pt x="8928" y="318024"/>
                  </a:lnTo>
                  <a:lnTo>
                    <a:pt x="8383" y="316759"/>
                  </a:lnTo>
                  <a:lnTo>
                    <a:pt x="7842" y="315776"/>
                  </a:lnTo>
                  <a:lnTo>
                    <a:pt x="7362" y="313886"/>
                  </a:lnTo>
                  <a:lnTo>
                    <a:pt x="7028" y="311237"/>
                  </a:lnTo>
                  <a:lnTo>
                    <a:pt x="7264" y="301763"/>
                  </a:lnTo>
                  <a:lnTo>
                    <a:pt x="7105" y="300498"/>
                  </a:lnTo>
                  <a:lnTo>
                    <a:pt x="6388" y="300150"/>
                  </a:lnTo>
                  <a:lnTo>
                    <a:pt x="6221" y="299469"/>
                  </a:lnTo>
                  <a:lnTo>
                    <a:pt x="6250" y="297653"/>
                  </a:lnTo>
                  <a:lnTo>
                    <a:pt x="5863" y="292255"/>
                  </a:lnTo>
                  <a:lnTo>
                    <a:pt x="5431" y="287791"/>
                  </a:lnTo>
                  <a:lnTo>
                    <a:pt x="5663" y="285327"/>
                  </a:lnTo>
                  <a:lnTo>
                    <a:pt x="5066" y="281956"/>
                  </a:lnTo>
                  <a:lnTo>
                    <a:pt x="3923" y="280508"/>
                  </a:lnTo>
                  <a:lnTo>
                    <a:pt x="2844" y="280948"/>
                  </a:lnTo>
                  <a:lnTo>
                    <a:pt x="1686" y="281619"/>
                  </a:lnTo>
                  <a:lnTo>
                    <a:pt x="988" y="281434"/>
                  </a:lnTo>
                  <a:lnTo>
                    <a:pt x="507" y="280806"/>
                  </a:lnTo>
                  <a:lnTo>
                    <a:pt x="173" y="279570"/>
                  </a:lnTo>
                  <a:lnTo>
                    <a:pt x="0" y="278113"/>
                  </a:lnTo>
                  <a:lnTo>
                    <a:pt x="158" y="275919"/>
                  </a:lnTo>
                  <a:lnTo>
                    <a:pt x="792" y="271894"/>
                  </a:lnTo>
                  <a:lnTo>
                    <a:pt x="1585" y="268581"/>
                  </a:lnTo>
                  <a:lnTo>
                    <a:pt x="3198" y="265569"/>
                  </a:lnTo>
                  <a:lnTo>
                    <a:pt x="3627" y="263964"/>
                  </a:lnTo>
                  <a:lnTo>
                    <a:pt x="3872" y="262184"/>
                  </a:lnTo>
                  <a:lnTo>
                    <a:pt x="3915" y="260139"/>
                  </a:lnTo>
                  <a:lnTo>
                    <a:pt x="3807" y="257987"/>
                  </a:lnTo>
                  <a:lnTo>
                    <a:pt x="3624" y="256023"/>
                  </a:lnTo>
                  <a:lnTo>
                    <a:pt x="3149" y="253413"/>
                  </a:lnTo>
                  <a:lnTo>
                    <a:pt x="2714" y="250343"/>
                  </a:lnTo>
                  <a:lnTo>
                    <a:pt x="2702" y="248289"/>
                  </a:lnTo>
                  <a:lnTo>
                    <a:pt x="2912" y="246802"/>
                  </a:lnTo>
                  <a:lnTo>
                    <a:pt x="3344" y="245016"/>
                  </a:lnTo>
                  <a:lnTo>
                    <a:pt x="4199" y="243003"/>
                  </a:lnTo>
                  <a:lnTo>
                    <a:pt x="4405" y="242600"/>
                  </a:lnTo>
                  <a:lnTo>
                    <a:pt x="4942" y="241521"/>
                  </a:lnTo>
                  <a:lnTo>
                    <a:pt x="5411" y="240733"/>
                  </a:lnTo>
                  <a:lnTo>
                    <a:pt x="6582" y="238608"/>
                  </a:lnTo>
                  <a:lnTo>
                    <a:pt x="6857" y="237591"/>
                  </a:lnTo>
                  <a:lnTo>
                    <a:pt x="6757" y="236369"/>
                  </a:lnTo>
                  <a:lnTo>
                    <a:pt x="6470" y="235369"/>
                  </a:lnTo>
                  <a:lnTo>
                    <a:pt x="5999" y="233975"/>
                  </a:lnTo>
                  <a:lnTo>
                    <a:pt x="5903" y="232264"/>
                  </a:lnTo>
                  <a:lnTo>
                    <a:pt x="5765" y="229336"/>
                  </a:lnTo>
                  <a:lnTo>
                    <a:pt x="5522" y="227475"/>
                  </a:lnTo>
                  <a:lnTo>
                    <a:pt x="5347" y="226107"/>
                  </a:lnTo>
                  <a:lnTo>
                    <a:pt x="5680" y="225082"/>
                  </a:lnTo>
                  <a:lnTo>
                    <a:pt x="6176" y="223659"/>
                  </a:lnTo>
                  <a:lnTo>
                    <a:pt x="6794" y="222790"/>
                  </a:lnTo>
                  <a:lnTo>
                    <a:pt x="7753" y="222042"/>
                  </a:lnTo>
                  <a:lnTo>
                    <a:pt x="8129" y="221026"/>
                  </a:lnTo>
                  <a:lnTo>
                    <a:pt x="8240" y="219071"/>
                  </a:lnTo>
                  <a:lnTo>
                    <a:pt x="8209" y="217214"/>
                  </a:lnTo>
                  <a:lnTo>
                    <a:pt x="8552" y="215827"/>
                  </a:lnTo>
                  <a:lnTo>
                    <a:pt x="9017" y="212864"/>
                  </a:lnTo>
                  <a:lnTo>
                    <a:pt x="9391" y="211512"/>
                  </a:lnTo>
                  <a:lnTo>
                    <a:pt x="10016" y="209969"/>
                  </a:lnTo>
                  <a:lnTo>
                    <a:pt x="10642" y="208035"/>
                  </a:lnTo>
                  <a:lnTo>
                    <a:pt x="10921" y="205788"/>
                  </a:lnTo>
                  <a:lnTo>
                    <a:pt x="11000" y="203625"/>
                  </a:lnTo>
                  <a:lnTo>
                    <a:pt x="10657" y="197072"/>
                  </a:lnTo>
                  <a:lnTo>
                    <a:pt x="11381" y="194332"/>
                  </a:lnTo>
                  <a:lnTo>
                    <a:pt x="12304" y="192065"/>
                  </a:lnTo>
                  <a:lnTo>
                    <a:pt x="13633" y="192223"/>
                  </a:lnTo>
                  <a:lnTo>
                    <a:pt x="15696" y="191728"/>
                  </a:lnTo>
                  <a:lnTo>
                    <a:pt x="17099" y="190781"/>
                  </a:lnTo>
                  <a:lnTo>
                    <a:pt x="18101" y="190812"/>
                  </a:lnTo>
                  <a:lnTo>
                    <a:pt x="20387" y="192037"/>
                  </a:lnTo>
                  <a:lnTo>
                    <a:pt x="20572" y="191744"/>
                  </a:lnTo>
                  <a:lnTo>
                    <a:pt x="20626" y="191504"/>
                  </a:lnTo>
                  <a:lnTo>
                    <a:pt x="20747" y="189771"/>
                  </a:lnTo>
                  <a:lnTo>
                    <a:pt x="20746" y="185400"/>
                  </a:lnTo>
                  <a:lnTo>
                    <a:pt x="20742" y="172218"/>
                  </a:lnTo>
                  <a:lnTo>
                    <a:pt x="20738" y="159038"/>
                  </a:lnTo>
                  <a:lnTo>
                    <a:pt x="20736" y="145856"/>
                  </a:lnTo>
                  <a:lnTo>
                    <a:pt x="20732" y="132676"/>
                  </a:lnTo>
                  <a:lnTo>
                    <a:pt x="20728" y="119494"/>
                  </a:lnTo>
                  <a:lnTo>
                    <a:pt x="20724" y="106314"/>
                  </a:lnTo>
                  <a:lnTo>
                    <a:pt x="20721" y="93134"/>
                  </a:lnTo>
                  <a:lnTo>
                    <a:pt x="20717" y="79954"/>
                  </a:lnTo>
                  <a:lnTo>
                    <a:pt x="20717" y="76264"/>
                  </a:lnTo>
                  <a:lnTo>
                    <a:pt x="20717" y="72577"/>
                  </a:lnTo>
                  <a:lnTo>
                    <a:pt x="20717" y="68889"/>
                  </a:lnTo>
                  <a:lnTo>
                    <a:pt x="20717" y="65199"/>
                  </a:lnTo>
                  <a:lnTo>
                    <a:pt x="23088" y="65202"/>
                  </a:lnTo>
                  <a:lnTo>
                    <a:pt x="25460" y="65207"/>
                  </a:lnTo>
                  <a:lnTo>
                    <a:pt x="27832" y="65211"/>
                  </a:lnTo>
                  <a:lnTo>
                    <a:pt x="30323" y="65003"/>
                  </a:lnTo>
                  <a:lnTo>
                    <a:pt x="30325" y="50278"/>
                  </a:lnTo>
                  <a:lnTo>
                    <a:pt x="30327" y="35554"/>
                  </a:lnTo>
                  <a:lnTo>
                    <a:pt x="30329" y="20828"/>
                  </a:lnTo>
                  <a:lnTo>
                    <a:pt x="30330" y="6104"/>
                  </a:lnTo>
                  <a:lnTo>
                    <a:pt x="34003" y="6106"/>
                  </a:lnTo>
                  <a:lnTo>
                    <a:pt x="37676" y="6107"/>
                  </a:lnTo>
                  <a:lnTo>
                    <a:pt x="41349" y="6110"/>
                  </a:lnTo>
                  <a:lnTo>
                    <a:pt x="45021" y="6111"/>
                  </a:lnTo>
                  <a:lnTo>
                    <a:pt x="48694" y="6113"/>
                  </a:lnTo>
                  <a:lnTo>
                    <a:pt x="52367" y="6114"/>
                  </a:lnTo>
                  <a:lnTo>
                    <a:pt x="56039" y="6116"/>
                  </a:lnTo>
                  <a:lnTo>
                    <a:pt x="59711" y="6118"/>
                  </a:lnTo>
                  <a:lnTo>
                    <a:pt x="63385" y="6120"/>
                  </a:lnTo>
                  <a:lnTo>
                    <a:pt x="67058" y="6121"/>
                  </a:lnTo>
                  <a:lnTo>
                    <a:pt x="70729" y="6123"/>
                  </a:lnTo>
                  <a:lnTo>
                    <a:pt x="74402" y="6126"/>
                  </a:lnTo>
                  <a:lnTo>
                    <a:pt x="78076" y="6126"/>
                  </a:lnTo>
                  <a:lnTo>
                    <a:pt x="81748" y="6129"/>
                  </a:lnTo>
                  <a:lnTo>
                    <a:pt x="85420" y="6132"/>
                  </a:lnTo>
                  <a:lnTo>
                    <a:pt x="89093" y="6133"/>
                  </a:lnTo>
                  <a:lnTo>
                    <a:pt x="90213" y="6133"/>
                  </a:lnTo>
                  <a:lnTo>
                    <a:pt x="90708" y="5914"/>
                  </a:lnTo>
                  <a:lnTo>
                    <a:pt x="91649" y="408"/>
                  </a:lnTo>
                  <a:lnTo>
                    <a:pt x="92050" y="0"/>
                  </a:lnTo>
                  <a:lnTo>
                    <a:pt x="92665" y="323"/>
                  </a:lnTo>
                  <a:lnTo>
                    <a:pt x="92876" y="1614"/>
                  </a:lnTo>
                  <a:lnTo>
                    <a:pt x="92686" y="3480"/>
                  </a:lnTo>
                  <a:lnTo>
                    <a:pt x="92379" y="6104"/>
                  </a:lnTo>
                  <a:lnTo>
                    <a:pt x="94179" y="6104"/>
                  </a:lnTo>
                  <a:lnTo>
                    <a:pt x="97333" y="6103"/>
                  </a:lnTo>
                  <a:lnTo>
                    <a:pt x="100487" y="6100"/>
                  </a:lnTo>
                  <a:lnTo>
                    <a:pt x="103642" y="6100"/>
                  </a:lnTo>
                  <a:lnTo>
                    <a:pt x="106796" y="6097"/>
                  </a:lnTo>
                  <a:lnTo>
                    <a:pt x="109950" y="6095"/>
                  </a:lnTo>
                  <a:lnTo>
                    <a:pt x="113105" y="6094"/>
                  </a:lnTo>
                  <a:lnTo>
                    <a:pt x="116259" y="6093"/>
                  </a:lnTo>
                  <a:lnTo>
                    <a:pt x="119413" y="6091"/>
                  </a:lnTo>
                  <a:lnTo>
                    <a:pt x="122567" y="6090"/>
                  </a:lnTo>
                  <a:lnTo>
                    <a:pt x="125722" y="6088"/>
                  </a:lnTo>
                  <a:lnTo>
                    <a:pt x="128876" y="6087"/>
                  </a:lnTo>
                  <a:lnTo>
                    <a:pt x="132031" y="6085"/>
                  </a:lnTo>
                  <a:lnTo>
                    <a:pt x="135184" y="6084"/>
                  </a:lnTo>
                  <a:lnTo>
                    <a:pt x="138340" y="6082"/>
                  </a:lnTo>
                  <a:lnTo>
                    <a:pt x="141493" y="608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0"/>
            <p:cNvSpPr/>
            <p:nvPr/>
          </p:nvSpPr>
          <p:spPr>
            <a:xfrm>
              <a:off x="3054987" y="3272889"/>
              <a:ext cx="106913" cy="258033"/>
            </a:xfrm>
            <a:custGeom>
              <a:avLst/>
              <a:pathLst>
                <a:path w="106913" h="258033">
                  <a:moveTo>
                    <a:pt x="95471" y="81601"/>
                  </a:moveTo>
                  <a:lnTo>
                    <a:pt x="95461" y="82799"/>
                  </a:lnTo>
                  <a:lnTo>
                    <a:pt x="95533" y="88782"/>
                  </a:lnTo>
                  <a:lnTo>
                    <a:pt x="95594" y="94020"/>
                  </a:lnTo>
                  <a:lnTo>
                    <a:pt x="95696" y="102571"/>
                  </a:lnTo>
                  <a:lnTo>
                    <a:pt x="95698" y="104802"/>
                  </a:lnTo>
                  <a:lnTo>
                    <a:pt x="95628" y="107584"/>
                  </a:lnTo>
                  <a:lnTo>
                    <a:pt x="95419" y="108676"/>
                  </a:lnTo>
                  <a:lnTo>
                    <a:pt x="94909" y="110247"/>
                  </a:lnTo>
                  <a:lnTo>
                    <a:pt x="94271" y="111683"/>
                  </a:lnTo>
                  <a:lnTo>
                    <a:pt x="92653" y="112049"/>
                  </a:lnTo>
                  <a:lnTo>
                    <a:pt x="91305" y="112006"/>
                  </a:lnTo>
                  <a:lnTo>
                    <a:pt x="90348" y="111686"/>
                  </a:lnTo>
                  <a:lnTo>
                    <a:pt x="89041" y="111557"/>
                  </a:lnTo>
                  <a:lnTo>
                    <a:pt x="87808" y="111867"/>
                  </a:lnTo>
                  <a:lnTo>
                    <a:pt x="87358" y="113075"/>
                  </a:lnTo>
                  <a:lnTo>
                    <a:pt x="86694" y="117369"/>
                  </a:lnTo>
                  <a:lnTo>
                    <a:pt x="85733" y="123592"/>
                  </a:lnTo>
                  <a:lnTo>
                    <a:pt x="85227" y="126221"/>
                  </a:lnTo>
                  <a:lnTo>
                    <a:pt x="85095" y="127757"/>
                  </a:lnTo>
                  <a:lnTo>
                    <a:pt x="85247" y="128672"/>
                  </a:lnTo>
                  <a:lnTo>
                    <a:pt x="85882" y="129997"/>
                  </a:lnTo>
                  <a:lnTo>
                    <a:pt x="87278" y="131861"/>
                  </a:lnTo>
                  <a:lnTo>
                    <a:pt x="88877" y="132951"/>
                  </a:lnTo>
                  <a:lnTo>
                    <a:pt x="90069" y="133423"/>
                  </a:lnTo>
                  <a:lnTo>
                    <a:pt x="90883" y="133935"/>
                  </a:lnTo>
                  <a:lnTo>
                    <a:pt x="91510" y="134510"/>
                  </a:lnTo>
                  <a:lnTo>
                    <a:pt x="93782" y="139281"/>
                  </a:lnTo>
                  <a:lnTo>
                    <a:pt x="94507" y="141496"/>
                  </a:lnTo>
                  <a:lnTo>
                    <a:pt x="94916" y="143464"/>
                  </a:lnTo>
                  <a:lnTo>
                    <a:pt x="95010" y="145562"/>
                  </a:lnTo>
                  <a:lnTo>
                    <a:pt x="95337" y="147667"/>
                  </a:lnTo>
                  <a:lnTo>
                    <a:pt x="96646" y="151838"/>
                  </a:lnTo>
                  <a:lnTo>
                    <a:pt x="97405" y="154253"/>
                  </a:lnTo>
                  <a:lnTo>
                    <a:pt x="99376" y="157340"/>
                  </a:lnTo>
                  <a:lnTo>
                    <a:pt x="100130" y="160843"/>
                  </a:lnTo>
                  <a:lnTo>
                    <a:pt x="100860" y="162547"/>
                  </a:lnTo>
                  <a:lnTo>
                    <a:pt x="101551" y="164375"/>
                  </a:lnTo>
                  <a:lnTo>
                    <a:pt x="101922" y="167106"/>
                  </a:lnTo>
                  <a:lnTo>
                    <a:pt x="102777" y="175017"/>
                  </a:lnTo>
                  <a:lnTo>
                    <a:pt x="103351" y="179164"/>
                  </a:lnTo>
                  <a:lnTo>
                    <a:pt x="103939" y="182554"/>
                  </a:lnTo>
                  <a:lnTo>
                    <a:pt x="104175" y="188073"/>
                  </a:lnTo>
                  <a:lnTo>
                    <a:pt x="104640" y="190537"/>
                  </a:lnTo>
                  <a:lnTo>
                    <a:pt x="105121" y="193544"/>
                  </a:lnTo>
                  <a:lnTo>
                    <a:pt x="105914" y="196261"/>
                  </a:lnTo>
                  <a:lnTo>
                    <a:pt x="106760" y="198334"/>
                  </a:lnTo>
                  <a:lnTo>
                    <a:pt x="106913" y="198889"/>
                  </a:lnTo>
                  <a:lnTo>
                    <a:pt x="105145" y="204220"/>
                  </a:lnTo>
                  <a:lnTo>
                    <a:pt x="103163" y="210197"/>
                  </a:lnTo>
                  <a:lnTo>
                    <a:pt x="100871" y="217114"/>
                  </a:lnTo>
                  <a:lnTo>
                    <a:pt x="98374" y="224644"/>
                  </a:lnTo>
                  <a:lnTo>
                    <a:pt x="96420" y="230600"/>
                  </a:lnTo>
                  <a:lnTo>
                    <a:pt x="94489" y="236477"/>
                  </a:lnTo>
                  <a:lnTo>
                    <a:pt x="92235" y="243420"/>
                  </a:lnTo>
                  <a:lnTo>
                    <a:pt x="90571" y="248548"/>
                  </a:lnTo>
                  <a:lnTo>
                    <a:pt x="90293" y="249275"/>
                  </a:lnTo>
                  <a:lnTo>
                    <a:pt x="89810" y="250221"/>
                  </a:lnTo>
                  <a:lnTo>
                    <a:pt x="88224" y="250243"/>
                  </a:lnTo>
                  <a:lnTo>
                    <a:pt x="86587" y="249641"/>
                  </a:lnTo>
                  <a:lnTo>
                    <a:pt x="85079" y="246525"/>
                  </a:lnTo>
                  <a:lnTo>
                    <a:pt x="83549" y="248939"/>
                  </a:lnTo>
                  <a:lnTo>
                    <a:pt x="82578" y="249700"/>
                  </a:lnTo>
                  <a:lnTo>
                    <a:pt x="82000" y="249982"/>
                  </a:lnTo>
                  <a:lnTo>
                    <a:pt x="80633" y="250373"/>
                  </a:lnTo>
                  <a:lnTo>
                    <a:pt x="78720" y="251666"/>
                  </a:lnTo>
                  <a:lnTo>
                    <a:pt x="77852" y="253287"/>
                  </a:lnTo>
                  <a:lnTo>
                    <a:pt x="77383" y="254573"/>
                  </a:lnTo>
                  <a:lnTo>
                    <a:pt x="76994" y="256930"/>
                  </a:lnTo>
                  <a:lnTo>
                    <a:pt x="76799" y="257176"/>
                  </a:lnTo>
                  <a:lnTo>
                    <a:pt x="76448" y="256896"/>
                  </a:lnTo>
                  <a:lnTo>
                    <a:pt x="75956" y="255951"/>
                  </a:lnTo>
                  <a:lnTo>
                    <a:pt x="74933" y="254580"/>
                  </a:lnTo>
                  <a:lnTo>
                    <a:pt x="74418" y="251580"/>
                  </a:lnTo>
                  <a:lnTo>
                    <a:pt x="73941" y="249767"/>
                  </a:lnTo>
                  <a:lnTo>
                    <a:pt x="73551" y="248816"/>
                  </a:lnTo>
                  <a:lnTo>
                    <a:pt x="71925" y="251806"/>
                  </a:lnTo>
                  <a:lnTo>
                    <a:pt x="71139" y="252511"/>
                  </a:lnTo>
                  <a:lnTo>
                    <a:pt x="70493" y="252426"/>
                  </a:lnTo>
                  <a:lnTo>
                    <a:pt x="69315" y="250738"/>
                  </a:lnTo>
                  <a:lnTo>
                    <a:pt x="68012" y="249309"/>
                  </a:lnTo>
                  <a:lnTo>
                    <a:pt x="67343" y="249320"/>
                  </a:lnTo>
                  <a:lnTo>
                    <a:pt x="66340" y="251110"/>
                  </a:lnTo>
                  <a:lnTo>
                    <a:pt x="65200" y="253797"/>
                  </a:lnTo>
                  <a:lnTo>
                    <a:pt x="64611" y="256454"/>
                  </a:lnTo>
                  <a:lnTo>
                    <a:pt x="64327" y="258033"/>
                  </a:lnTo>
                  <a:lnTo>
                    <a:pt x="64118" y="256773"/>
                  </a:lnTo>
                  <a:lnTo>
                    <a:pt x="63927" y="255597"/>
                  </a:lnTo>
                  <a:lnTo>
                    <a:pt x="63545" y="254088"/>
                  </a:lnTo>
                  <a:lnTo>
                    <a:pt x="62993" y="253501"/>
                  </a:lnTo>
                  <a:lnTo>
                    <a:pt x="62491" y="253795"/>
                  </a:lnTo>
                  <a:lnTo>
                    <a:pt x="61905" y="254088"/>
                  </a:lnTo>
                  <a:lnTo>
                    <a:pt x="61642" y="253244"/>
                  </a:lnTo>
                  <a:lnTo>
                    <a:pt x="61586" y="251171"/>
                  </a:lnTo>
                  <a:lnTo>
                    <a:pt x="61427" y="249272"/>
                  </a:lnTo>
                  <a:lnTo>
                    <a:pt x="61151" y="247839"/>
                  </a:lnTo>
                  <a:lnTo>
                    <a:pt x="60309" y="246415"/>
                  </a:lnTo>
                  <a:lnTo>
                    <a:pt x="58139" y="243518"/>
                  </a:lnTo>
                  <a:lnTo>
                    <a:pt x="56470" y="237735"/>
                  </a:lnTo>
                  <a:lnTo>
                    <a:pt x="55630" y="235050"/>
                  </a:lnTo>
                  <a:lnTo>
                    <a:pt x="55017" y="233317"/>
                  </a:lnTo>
                  <a:lnTo>
                    <a:pt x="54149" y="228772"/>
                  </a:lnTo>
                  <a:lnTo>
                    <a:pt x="53158" y="225641"/>
                  </a:lnTo>
                  <a:lnTo>
                    <a:pt x="51958" y="224190"/>
                  </a:lnTo>
                  <a:lnTo>
                    <a:pt x="51166" y="224906"/>
                  </a:lnTo>
                  <a:lnTo>
                    <a:pt x="50351" y="228257"/>
                  </a:lnTo>
                  <a:lnTo>
                    <a:pt x="48813" y="231404"/>
                  </a:lnTo>
                  <a:lnTo>
                    <a:pt x="48107" y="231514"/>
                  </a:lnTo>
                  <a:lnTo>
                    <a:pt x="47203" y="229807"/>
                  </a:lnTo>
                  <a:lnTo>
                    <a:pt x="46068" y="228592"/>
                  </a:lnTo>
                  <a:lnTo>
                    <a:pt x="44027" y="228062"/>
                  </a:lnTo>
                  <a:lnTo>
                    <a:pt x="43186" y="229554"/>
                  </a:lnTo>
                  <a:lnTo>
                    <a:pt x="42083" y="231967"/>
                  </a:lnTo>
                  <a:lnTo>
                    <a:pt x="41148" y="233405"/>
                  </a:lnTo>
                  <a:lnTo>
                    <a:pt x="40567" y="233568"/>
                  </a:lnTo>
                  <a:lnTo>
                    <a:pt x="40028" y="232995"/>
                  </a:lnTo>
                  <a:lnTo>
                    <a:pt x="39415" y="232685"/>
                  </a:lnTo>
                  <a:lnTo>
                    <a:pt x="38884" y="232635"/>
                  </a:lnTo>
                  <a:lnTo>
                    <a:pt x="37793" y="230432"/>
                  </a:lnTo>
                  <a:lnTo>
                    <a:pt x="37228" y="228818"/>
                  </a:lnTo>
                  <a:lnTo>
                    <a:pt x="36852" y="227262"/>
                  </a:lnTo>
                  <a:lnTo>
                    <a:pt x="36236" y="226203"/>
                  </a:lnTo>
                  <a:lnTo>
                    <a:pt x="35515" y="225321"/>
                  </a:lnTo>
                  <a:lnTo>
                    <a:pt x="35000" y="223935"/>
                  </a:lnTo>
                  <a:lnTo>
                    <a:pt x="34744" y="222205"/>
                  </a:lnTo>
                  <a:lnTo>
                    <a:pt x="34338" y="219986"/>
                  </a:lnTo>
                  <a:lnTo>
                    <a:pt x="33809" y="217986"/>
                  </a:lnTo>
                  <a:lnTo>
                    <a:pt x="32144" y="214393"/>
                  </a:lnTo>
                  <a:lnTo>
                    <a:pt x="31647" y="212277"/>
                  </a:lnTo>
                  <a:lnTo>
                    <a:pt x="31301" y="210209"/>
                  </a:lnTo>
                  <a:lnTo>
                    <a:pt x="30620" y="207929"/>
                  </a:lnTo>
                  <a:lnTo>
                    <a:pt x="29892" y="204876"/>
                  </a:lnTo>
                  <a:lnTo>
                    <a:pt x="29659" y="200411"/>
                  </a:lnTo>
                  <a:lnTo>
                    <a:pt x="29626" y="196814"/>
                  </a:lnTo>
                  <a:lnTo>
                    <a:pt x="29475" y="195150"/>
                  </a:lnTo>
                  <a:lnTo>
                    <a:pt x="29166" y="193485"/>
                  </a:lnTo>
                  <a:lnTo>
                    <a:pt x="28808" y="192073"/>
                  </a:lnTo>
                  <a:lnTo>
                    <a:pt x="28226" y="190480"/>
                  </a:lnTo>
                  <a:lnTo>
                    <a:pt x="26869" y="188173"/>
                  </a:lnTo>
                  <a:lnTo>
                    <a:pt x="25467" y="185496"/>
                  </a:lnTo>
                  <a:lnTo>
                    <a:pt x="24793" y="183938"/>
                  </a:lnTo>
                  <a:lnTo>
                    <a:pt x="23517" y="183368"/>
                  </a:lnTo>
                  <a:lnTo>
                    <a:pt x="22754" y="181840"/>
                  </a:lnTo>
                  <a:lnTo>
                    <a:pt x="22112" y="178478"/>
                  </a:lnTo>
                  <a:lnTo>
                    <a:pt x="21853" y="175785"/>
                  </a:lnTo>
                  <a:lnTo>
                    <a:pt x="21207" y="173694"/>
                  </a:lnTo>
                  <a:lnTo>
                    <a:pt x="20931" y="172178"/>
                  </a:lnTo>
                  <a:lnTo>
                    <a:pt x="20777" y="170432"/>
                  </a:lnTo>
                  <a:lnTo>
                    <a:pt x="21289" y="165113"/>
                  </a:lnTo>
                  <a:lnTo>
                    <a:pt x="20546" y="163231"/>
                  </a:lnTo>
                  <a:lnTo>
                    <a:pt x="19438" y="160786"/>
                  </a:lnTo>
                  <a:lnTo>
                    <a:pt x="18646" y="158116"/>
                  </a:lnTo>
                  <a:lnTo>
                    <a:pt x="18161" y="155660"/>
                  </a:lnTo>
                  <a:lnTo>
                    <a:pt x="16743" y="152418"/>
                  </a:lnTo>
                  <a:lnTo>
                    <a:pt x="13644" y="147579"/>
                  </a:lnTo>
                  <a:lnTo>
                    <a:pt x="11856" y="144485"/>
                  </a:lnTo>
                  <a:lnTo>
                    <a:pt x="10878" y="141705"/>
                  </a:lnTo>
                  <a:lnTo>
                    <a:pt x="10024" y="138991"/>
                  </a:lnTo>
                  <a:lnTo>
                    <a:pt x="9940" y="137871"/>
                  </a:lnTo>
                  <a:lnTo>
                    <a:pt x="10491" y="135160"/>
                  </a:lnTo>
                  <a:lnTo>
                    <a:pt x="10575" y="132927"/>
                  </a:lnTo>
                  <a:lnTo>
                    <a:pt x="10123" y="130464"/>
                  </a:lnTo>
                  <a:lnTo>
                    <a:pt x="8266" y="125827"/>
                  </a:lnTo>
                  <a:lnTo>
                    <a:pt x="6786" y="120724"/>
                  </a:lnTo>
                  <a:lnTo>
                    <a:pt x="5665" y="119128"/>
                  </a:lnTo>
                  <a:lnTo>
                    <a:pt x="2967" y="117712"/>
                  </a:lnTo>
                  <a:lnTo>
                    <a:pt x="2193" y="117151"/>
                  </a:lnTo>
                  <a:lnTo>
                    <a:pt x="1384" y="116177"/>
                  </a:lnTo>
                  <a:lnTo>
                    <a:pt x="586" y="113880"/>
                  </a:lnTo>
                  <a:lnTo>
                    <a:pt x="313" y="111162"/>
                  </a:lnTo>
                  <a:lnTo>
                    <a:pt x="706" y="106815"/>
                  </a:lnTo>
                  <a:lnTo>
                    <a:pt x="456" y="105482"/>
                  </a:lnTo>
                  <a:lnTo>
                    <a:pt x="0" y="105119"/>
                  </a:lnTo>
                  <a:lnTo>
                    <a:pt x="125" y="104213"/>
                  </a:lnTo>
                  <a:lnTo>
                    <a:pt x="636" y="102100"/>
                  </a:lnTo>
                  <a:lnTo>
                    <a:pt x="1469" y="100727"/>
                  </a:lnTo>
                  <a:lnTo>
                    <a:pt x="3697" y="98581"/>
                  </a:lnTo>
                  <a:lnTo>
                    <a:pt x="3821" y="97755"/>
                  </a:lnTo>
                  <a:lnTo>
                    <a:pt x="3865" y="95038"/>
                  </a:lnTo>
                  <a:lnTo>
                    <a:pt x="4046" y="93711"/>
                  </a:lnTo>
                  <a:lnTo>
                    <a:pt x="4813" y="89947"/>
                  </a:lnTo>
                  <a:lnTo>
                    <a:pt x="4922" y="88445"/>
                  </a:lnTo>
                  <a:lnTo>
                    <a:pt x="4956" y="85247"/>
                  </a:lnTo>
                  <a:lnTo>
                    <a:pt x="5059" y="83735"/>
                  </a:lnTo>
                  <a:lnTo>
                    <a:pt x="5280" y="82660"/>
                  </a:lnTo>
                  <a:lnTo>
                    <a:pt x="5893" y="80792"/>
                  </a:lnTo>
                  <a:lnTo>
                    <a:pt x="6107" y="79656"/>
                  </a:lnTo>
                  <a:lnTo>
                    <a:pt x="6199" y="77205"/>
                  </a:lnTo>
                  <a:lnTo>
                    <a:pt x="6132" y="72348"/>
                  </a:lnTo>
                  <a:lnTo>
                    <a:pt x="6444" y="70430"/>
                  </a:lnTo>
                  <a:lnTo>
                    <a:pt x="7849" y="66019"/>
                  </a:lnTo>
                  <a:lnTo>
                    <a:pt x="8225" y="64057"/>
                  </a:lnTo>
                  <a:lnTo>
                    <a:pt x="8352" y="62285"/>
                  </a:lnTo>
                  <a:lnTo>
                    <a:pt x="8339" y="60493"/>
                  </a:lnTo>
                  <a:lnTo>
                    <a:pt x="8424" y="58722"/>
                  </a:lnTo>
                  <a:lnTo>
                    <a:pt x="8840" y="57008"/>
                  </a:lnTo>
                  <a:lnTo>
                    <a:pt x="9196" y="56476"/>
                  </a:lnTo>
                  <a:lnTo>
                    <a:pt x="10232" y="55941"/>
                  </a:lnTo>
                  <a:lnTo>
                    <a:pt x="10938" y="56278"/>
                  </a:lnTo>
                  <a:lnTo>
                    <a:pt x="15869" y="53264"/>
                  </a:lnTo>
                  <a:lnTo>
                    <a:pt x="16447" y="53678"/>
                  </a:lnTo>
                  <a:lnTo>
                    <a:pt x="16707" y="55463"/>
                  </a:lnTo>
                  <a:lnTo>
                    <a:pt x="16684" y="58314"/>
                  </a:lnTo>
                  <a:lnTo>
                    <a:pt x="16767" y="59699"/>
                  </a:lnTo>
                  <a:lnTo>
                    <a:pt x="17033" y="60686"/>
                  </a:lnTo>
                  <a:lnTo>
                    <a:pt x="17816" y="62042"/>
                  </a:lnTo>
                  <a:lnTo>
                    <a:pt x="18358" y="64308"/>
                  </a:lnTo>
                  <a:lnTo>
                    <a:pt x="18647" y="65144"/>
                  </a:lnTo>
                  <a:lnTo>
                    <a:pt x="19440" y="66697"/>
                  </a:lnTo>
                  <a:lnTo>
                    <a:pt x="23111" y="79701"/>
                  </a:lnTo>
                  <a:lnTo>
                    <a:pt x="24143" y="80933"/>
                  </a:lnTo>
                  <a:lnTo>
                    <a:pt x="25147" y="80487"/>
                  </a:lnTo>
                  <a:lnTo>
                    <a:pt x="27140" y="77787"/>
                  </a:lnTo>
                  <a:lnTo>
                    <a:pt x="28137" y="77101"/>
                  </a:lnTo>
                  <a:lnTo>
                    <a:pt x="35113" y="77867"/>
                  </a:lnTo>
                  <a:lnTo>
                    <a:pt x="35940" y="77520"/>
                  </a:lnTo>
                  <a:lnTo>
                    <a:pt x="37002" y="84045"/>
                  </a:lnTo>
                  <a:lnTo>
                    <a:pt x="37508" y="85529"/>
                  </a:lnTo>
                  <a:lnTo>
                    <a:pt x="45156" y="85604"/>
                  </a:lnTo>
                  <a:lnTo>
                    <a:pt x="45011" y="83750"/>
                  </a:lnTo>
                  <a:lnTo>
                    <a:pt x="45108" y="81673"/>
                  </a:lnTo>
                  <a:lnTo>
                    <a:pt x="46001" y="79003"/>
                  </a:lnTo>
                  <a:lnTo>
                    <a:pt x="46455" y="77687"/>
                  </a:lnTo>
                  <a:lnTo>
                    <a:pt x="46647" y="77209"/>
                  </a:lnTo>
                  <a:lnTo>
                    <a:pt x="47827" y="75303"/>
                  </a:lnTo>
                  <a:lnTo>
                    <a:pt x="48981" y="74021"/>
                  </a:lnTo>
                  <a:lnTo>
                    <a:pt x="51200" y="72527"/>
                  </a:lnTo>
                  <a:lnTo>
                    <a:pt x="52010" y="70173"/>
                  </a:lnTo>
                  <a:lnTo>
                    <a:pt x="52457" y="68013"/>
                  </a:lnTo>
                  <a:lnTo>
                    <a:pt x="52472" y="63767"/>
                  </a:lnTo>
                  <a:lnTo>
                    <a:pt x="52765" y="63071"/>
                  </a:lnTo>
                  <a:lnTo>
                    <a:pt x="53294" y="62087"/>
                  </a:lnTo>
                  <a:lnTo>
                    <a:pt x="55860" y="58295"/>
                  </a:lnTo>
                  <a:lnTo>
                    <a:pt x="56294" y="57493"/>
                  </a:lnTo>
                  <a:lnTo>
                    <a:pt x="60828" y="66312"/>
                  </a:lnTo>
                  <a:lnTo>
                    <a:pt x="63373" y="73294"/>
                  </a:lnTo>
                  <a:lnTo>
                    <a:pt x="63527" y="73633"/>
                  </a:lnTo>
                  <a:lnTo>
                    <a:pt x="63659" y="73762"/>
                  </a:lnTo>
                  <a:lnTo>
                    <a:pt x="63793" y="73521"/>
                  </a:lnTo>
                  <a:lnTo>
                    <a:pt x="63907" y="73200"/>
                  </a:lnTo>
                  <a:lnTo>
                    <a:pt x="64216" y="72891"/>
                  </a:lnTo>
                  <a:lnTo>
                    <a:pt x="65305" y="72800"/>
                  </a:lnTo>
                  <a:lnTo>
                    <a:pt x="67364" y="72458"/>
                  </a:lnTo>
                  <a:lnTo>
                    <a:pt x="68041" y="71621"/>
                  </a:lnTo>
                  <a:lnTo>
                    <a:pt x="72174" y="59155"/>
                  </a:lnTo>
                  <a:lnTo>
                    <a:pt x="73226" y="55179"/>
                  </a:lnTo>
                  <a:lnTo>
                    <a:pt x="73492" y="54368"/>
                  </a:lnTo>
                  <a:lnTo>
                    <a:pt x="74091" y="51534"/>
                  </a:lnTo>
                  <a:lnTo>
                    <a:pt x="74722" y="46665"/>
                  </a:lnTo>
                  <a:lnTo>
                    <a:pt x="74848" y="46114"/>
                  </a:lnTo>
                  <a:lnTo>
                    <a:pt x="79377" y="34434"/>
                  </a:lnTo>
                  <a:lnTo>
                    <a:pt x="79538" y="33508"/>
                  </a:lnTo>
                  <a:lnTo>
                    <a:pt x="79582" y="32773"/>
                  </a:lnTo>
                  <a:lnTo>
                    <a:pt x="78897" y="28844"/>
                  </a:lnTo>
                  <a:lnTo>
                    <a:pt x="78750" y="26848"/>
                  </a:lnTo>
                  <a:lnTo>
                    <a:pt x="78720" y="23773"/>
                  </a:lnTo>
                  <a:lnTo>
                    <a:pt x="78856" y="18990"/>
                  </a:lnTo>
                  <a:lnTo>
                    <a:pt x="78808" y="15967"/>
                  </a:lnTo>
                  <a:lnTo>
                    <a:pt x="78790" y="15625"/>
                  </a:lnTo>
                  <a:lnTo>
                    <a:pt x="78746" y="15158"/>
                  </a:lnTo>
                  <a:lnTo>
                    <a:pt x="78716" y="14983"/>
                  </a:lnTo>
                  <a:lnTo>
                    <a:pt x="76187" y="6393"/>
                  </a:lnTo>
                  <a:lnTo>
                    <a:pt x="82575" y="6306"/>
                  </a:lnTo>
                  <a:lnTo>
                    <a:pt x="82590" y="5595"/>
                  </a:lnTo>
                  <a:lnTo>
                    <a:pt x="82584" y="5220"/>
                  </a:lnTo>
                  <a:lnTo>
                    <a:pt x="82564" y="4876"/>
                  </a:lnTo>
                  <a:lnTo>
                    <a:pt x="82443" y="3846"/>
                  </a:lnTo>
                  <a:lnTo>
                    <a:pt x="82374" y="2477"/>
                  </a:lnTo>
                  <a:lnTo>
                    <a:pt x="82369" y="2094"/>
                  </a:lnTo>
                  <a:lnTo>
                    <a:pt x="82378" y="1721"/>
                  </a:lnTo>
                  <a:lnTo>
                    <a:pt x="82415" y="1012"/>
                  </a:lnTo>
                  <a:lnTo>
                    <a:pt x="82419" y="629"/>
                  </a:lnTo>
                  <a:lnTo>
                    <a:pt x="82412" y="445"/>
                  </a:lnTo>
                  <a:lnTo>
                    <a:pt x="82400" y="275"/>
                  </a:lnTo>
                  <a:lnTo>
                    <a:pt x="82432" y="0"/>
                  </a:lnTo>
                  <a:lnTo>
                    <a:pt x="87022" y="171"/>
                  </a:lnTo>
                  <a:lnTo>
                    <a:pt x="86962" y="2602"/>
                  </a:lnTo>
                  <a:lnTo>
                    <a:pt x="86404" y="8317"/>
                  </a:lnTo>
                  <a:lnTo>
                    <a:pt x="86415" y="11746"/>
                  </a:lnTo>
                  <a:lnTo>
                    <a:pt x="86283" y="15658"/>
                  </a:lnTo>
                  <a:lnTo>
                    <a:pt x="86251" y="15976"/>
                  </a:lnTo>
                  <a:lnTo>
                    <a:pt x="86125" y="16820"/>
                  </a:lnTo>
                  <a:lnTo>
                    <a:pt x="86016" y="17303"/>
                  </a:lnTo>
                  <a:lnTo>
                    <a:pt x="85890" y="17769"/>
                  </a:lnTo>
                  <a:lnTo>
                    <a:pt x="85854" y="17945"/>
                  </a:lnTo>
                  <a:lnTo>
                    <a:pt x="85811" y="18231"/>
                  </a:lnTo>
                  <a:lnTo>
                    <a:pt x="85808" y="18662"/>
                  </a:lnTo>
                  <a:lnTo>
                    <a:pt x="86761" y="40569"/>
                  </a:lnTo>
                  <a:lnTo>
                    <a:pt x="86725" y="41121"/>
                  </a:lnTo>
                  <a:lnTo>
                    <a:pt x="86690" y="41484"/>
                  </a:lnTo>
                  <a:lnTo>
                    <a:pt x="86435" y="42850"/>
                  </a:lnTo>
                  <a:lnTo>
                    <a:pt x="86369" y="43300"/>
                  </a:lnTo>
                  <a:lnTo>
                    <a:pt x="86356" y="43648"/>
                  </a:lnTo>
                  <a:lnTo>
                    <a:pt x="86460" y="43886"/>
                  </a:lnTo>
                  <a:lnTo>
                    <a:pt x="88574" y="46252"/>
                  </a:lnTo>
                  <a:lnTo>
                    <a:pt x="88676" y="46402"/>
                  </a:lnTo>
                  <a:lnTo>
                    <a:pt x="88758" y="46596"/>
                  </a:lnTo>
                  <a:lnTo>
                    <a:pt x="89519" y="49413"/>
                  </a:lnTo>
                  <a:lnTo>
                    <a:pt x="93683" y="59810"/>
                  </a:lnTo>
                  <a:lnTo>
                    <a:pt x="93826" y="60328"/>
                  </a:lnTo>
                  <a:lnTo>
                    <a:pt x="94257" y="63593"/>
                  </a:lnTo>
                  <a:lnTo>
                    <a:pt x="94305" y="64088"/>
                  </a:lnTo>
                  <a:lnTo>
                    <a:pt x="94320" y="64870"/>
                  </a:lnTo>
                  <a:lnTo>
                    <a:pt x="94309" y="65478"/>
                  </a:lnTo>
                  <a:lnTo>
                    <a:pt x="94202" y="67436"/>
                  </a:lnTo>
                  <a:lnTo>
                    <a:pt x="94238" y="68316"/>
                  </a:lnTo>
                  <a:lnTo>
                    <a:pt x="94309" y="68897"/>
                  </a:lnTo>
                  <a:lnTo>
                    <a:pt x="94366" y="69570"/>
                  </a:lnTo>
                  <a:lnTo>
                    <a:pt x="94366" y="69775"/>
                  </a:lnTo>
                  <a:lnTo>
                    <a:pt x="94359" y="69951"/>
                  </a:lnTo>
                  <a:lnTo>
                    <a:pt x="94327" y="70262"/>
                  </a:lnTo>
                  <a:lnTo>
                    <a:pt x="93709" y="74034"/>
                  </a:lnTo>
                  <a:lnTo>
                    <a:pt x="93508" y="76719"/>
                  </a:lnTo>
                  <a:lnTo>
                    <a:pt x="93448" y="78977"/>
                  </a:lnTo>
                  <a:lnTo>
                    <a:pt x="93484" y="80283"/>
                  </a:lnTo>
                  <a:lnTo>
                    <a:pt x="93554" y="81122"/>
                  </a:lnTo>
                  <a:lnTo>
                    <a:pt x="93586" y="81316"/>
                  </a:lnTo>
                  <a:lnTo>
                    <a:pt x="93671" y="815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g1351"/>
            <p:cNvSpPr/>
            <p:nvPr/>
          </p:nvSpPr>
          <p:spPr>
            <a:xfrm>
              <a:off x="2654261" y="3141224"/>
              <a:ext cx="59155" cy="128564"/>
            </a:xfrm>
            <a:custGeom>
              <a:avLst/>
              <a:pathLst>
                <a:path w="59155" h="128564">
                  <a:moveTo>
                    <a:pt x="50520" y="55252"/>
                  </a:moveTo>
                  <a:lnTo>
                    <a:pt x="51424" y="60007"/>
                  </a:lnTo>
                  <a:lnTo>
                    <a:pt x="51229" y="62282"/>
                  </a:lnTo>
                  <a:lnTo>
                    <a:pt x="51021" y="65608"/>
                  </a:lnTo>
                  <a:lnTo>
                    <a:pt x="51533" y="68029"/>
                  </a:lnTo>
                  <a:lnTo>
                    <a:pt x="52132" y="69606"/>
                  </a:lnTo>
                  <a:lnTo>
                    <a:pt x="52560" y="71056"/>
                  </a:lnTo>
                  <a:lnTo>
                    <a:pt x="53033" y="73057"/>
                  </a:lnTo>
                  <a:lnTo>
                    <a:pt x="53110" y="77036"/>
                  </a:lnTo>
                  <a:lnTo>
                    <a:pt x="53024" y="79907"/>
                  </a:lnTo>
                  <a:lnTo>
                    <a:pt x="53332" y="81205"/>
                  </a:lnTo>
                  <a:lnTo>
                    <a:pt x="53593" y="82844"/>
                  </a:lnTo>
                  <a:lnTo>
                    <a:pt x="53541" y="84213"/>
                  </a:lnTo>
                  <a:lnTo>
                    <a:pt x="53369" y="85421"/>
                  </a:lnTo>
                  <a:lnTo>
                    <a:pt x="52793" y="87022"/>
                  </a:lnTo>
                  <a:lnTo>
                    <a:pt x="52696" y="90001"/>
                  </a:lnTo>
                  <a:lnTo>
                    <a:pt x="53630" y="93611"/>
                  </a:lnTo>
                  <a:lnTo>
                    <a:pt x="54231" y="95575"/>
                  </a:lnTo>
                  <a:lnTo>
                    <a:pt x="54225" y="96702"/>
                  </a:lnTo>
                  <a:lnTo>
                    <a:pt x="54392" y="97936"/>
                  </a:lnTo>
                  <a:lnTo>
                    <a:pt x="54835" y="99376"/>
                  </a:lnTo>
                  <a:lnTo>
                    <a:pt x="55108" y="99036"/>
                  </a:lnTo>
                  <a:lnTo>
                    <a:pt x="55407" y="97861"/>
                  </a:lnTo>
                  <a:lnTo>
                    <a:pt x="55541" y="97050"/>
                  </a:lnTo>
                  <a:lnTo>
                    <a:pt x="56347" y="97409"/>
                  </a:lnTo>
                  <a:lnTo>
                    <a:pt x="56727" y="97778"/>
                  </a:lnTo>
                  <a:lnTo>
                    <a:pt x="57242" y="100137"/>
                  </a:lnTo>
                  <a:lnTo>
                    <a:pt x="57431" y="101706"/>
                  </a:lnTo>
                  <a:lnTo>
                    <a:pt x="57555" y="103677"/>
                  </a:lnTo>
                  <a:lnTo>
                    <a:pt x="58093" y="106138"/>
                  </a:lnTo>
                  <a:lnTo>
                    <a:pt x="58561" y="107874"/>
                  </a:lnTo>
                  <a:lnTo>
                    <a:pt x="58659" y="108956"/>
                  </a:lnTo>
                  <a:lnTo>
                    <a:pt x="59078" y="110422"/>
                  </a:lnTo>
                  <a:lnTo>
                    <a:pt x="58818" y="113675"/>
                  </a:lnTo>
                  <a:lnTo>
                    <a:pt x="58848" y="115342"/>
                  </a:lnTo>
                  <a:lnTo>
                    <a:pt x="58562" y="119712"/>
                  </a:lnTo>
                  <a:lnTo>
                    <a:pt x="58499" y="121777"/>
                  </a:lnTo>
                  <a:lnTo>
                    <a:pt x="58517" y="122539"/>
                  </a:lnTo>
                  <a:lnTo>
                    <a:pt x="59155" y="124095"/>
                  </a:lnTo>
                  <a:lnTo>
                    <a:pt x="59087" y="126307"/>
                  </a:lnTo>
                  <a:lnTo>
                    <a:pt x="58440" y="125918"/>
                  </a:lnTo>
                  <a:lnTo>
                    <a:pt x="57316" y="125659"/>
                  </a:lnTo>
                  <a:lnTo>
                    <a:pt x="55062" y="126812"/>
                  </a:lnTo>
                  <a:lnTo>
                    <a:pt x="54289" y="126339"/>
                  </a:lnTo>
                  <a:lnTo>
                    <a:pt x="52810" y="126495"/>
                  </a:lnTo>
                  <a:lnTo>
                    <a:pt x="51757" y="127128"/>
                  </a:lnTo>
                  <a:lnTo>
                    <a:pt x="50418" y="128564"/>
                  </a:lnTo>
                  <a:lnTo>
                    <a:pt x="49381" y="128208"/>
                  </a:lnTo>
                  <a:lnTo>
                    <a:pt x="48820" y="127076"/>
                  </a:lnTo>
                  <a:lnTo>
                    <a:pt x="48081" y="127153"/>
                  </a:lnTo>
                  <a:lnTo>
                    <a:pt x="47249" y="126550"/>
                  </a:lnTo>
                  <a:lnTo>
                    <a:pt x="46362" y="125457"/>
                  </a:lnTo>
                  <a:lnTo>
                    <a:pt x="45552" y="124903"/>
                  </a:lnTo>
                  <a:lnTo>
                    <a:pt x="44679" y="122891"/>
                  </a:lnTo>
                  <a:lnTo>
                    <a:pt x="44270" y="122529"/>
                  </a:lnTo>
                  <a:lnTo>
                    <a:pt x="43983" y="123058"/>
                  </a:lnTo>
                  <a:lnTo>
                    <a:pt x="43742" y="123729"/>
                  </a:lnTo>
                  <a:lnTo>
                    <a:pt x="43489" y="124143"/>
                  </a:lnTo>
                  <a:lnTo>
                    <a:pt x="43015" y="123778"/>
                  </a:lnTo>
                  <a:lnTo>
                    <a:pt x="42836" y="122410"/>
                  </a:lnTo>
                  <a:lnTo>
                    <a:pt x="42985" y="121087"/>
                  </a:lnTo>
                  <a:lnTo>
                    <a:pt x="43029" y="120083"/>
                  </a:lnTo>
                  <a:lnTo>
                    <a:pt x="42807" y="119536"/>
                  </a:lnTo>
                  <a:lnTo>
                    <a:pt x="42272" y="119353"/>
                  </a:lnTo>
                  <a:lnTo>
                    <a:pt x="41411" y="119357"/>
                  </a:lnTo>
                  <a:lnTo>
                    <a:pt x="40022" y="118943"/>
                  </a:lnTo>
                  <a:lnTo>
                    <a:pt x="39703" y="118688"/>
                  </a:lnTo>
                  <a:lnTo>
                    <a:pt x="36593" y="118343"/>
                  </a:lnTo>
                  <a:lnTo>
                    <a:pt x="33367" y="118302"/>
                  </a:lnTo>
                  <a:lnTo>
                    <a:pt x="30633" y="118269"/>
                  </a:lnTo>
                  <a:lnTo>
                    <a:pt x="27182" y="118223"/>
                  </a:lnTo>
                  <a:lnTo>
                    <a:pt x="24755" y="118194"/>
                  </a:lnTo>
                  <a:lnTo>
                    <a:pt x="22491" y="118165"/>
                  </a:lnTo>
                  <a:lnTo>
                    <a:pt x="20743" y="120853"/>
                  </a:lnTo>
                  <a:lnTo>
                    <a:pt x="18850" y="123766"/>
                  </a:lnTo>
                  <a:lnTo>
                    <a:pt x="16305" y="125317"/>
                  </a:lnTo>
                  <a:lnTo>
                    <a:pt x="13376" y="124740"/>
                  </a:lnTo>
                  <a:lnTo>
                    <a:pt x="12441" y="125157"/>
                  </a:lnTo>
                  <a:lnTo>
                    <a:pt x="11472" y="126452"/>
                  </a:lnTo>
                  <a:lnTo>
                    <a:pt x="10760" y="127392"/>
                  </a:lnTo>
                  <a:lnTo>
                    <a:pt x="9751" y="127955"/>
                  </a:lnTo>
                  <a:lnTo>
                    <a:pt x="8447" y="127490"/>
                  </a:lnTo>
                  <a:lnTo>
                    <a:pt x="7920" y="127772"/>
                  </a:lnTo>
                  <a:lnTo>
                    <a:pt x="7592" y="126446"/>
                  </a:lnTo>
                  <a:lnTo>
                    <a:pt x="7217" y="124295"/>
                  </a:lnTo>
                  <a:lnTo>
                    <a:pt x="7453" y="122720"/>
                  </a:lnTo>
                  <a:lnTo>
                    <a:pt x="8248" y="121708"/>
                  </a:lnTo>
                  <a:lnTo>
                    <a:pt x="9444" y="120383"/>
                  </a:lnTo>
                  <a:lnTo>
                    <a:pt x="10070" y="121064"/>
                  </a:lnTo>
                  <a:lnTo>
                    <a:pt x="10437" y="121097"/>
                  </a:lnTo>
                  <a:lnTo>
                    <a:pt x="10505" y="120247"/>
                  </a:lnTo>
                  <a:lnTo>
                    <a:pt x="10388" y="119794"/>
                  </a:lnTo>
                  <a:lnTo>
                    <a:pt x="9486" y="118642"/>
                  </a:lnTo>
                  <a:lnTo>
                    <a:pt x="9017" y="117121"/>
                  </a:lnTo>
                  <a:lnTo>
                    <a:pt x="8631" y="118011"/>
                  </a:lnTo>
                  <a:lnTo>
                    <a:pt x="8297" y="119877"/>
                  </a:lnTo>
                  <a:lnTo>
                    <a:pt x="8019" y="120434"/>
                  </a:lnTo>
                  <a:lnTo>
                    <a:pt x="7611" y="120957"/>
                  </a:lnTo>
                  <a:lnTo>
                    <a:pt x="7380" y="119688"/>
                  </a:lnTo>
                  <a:lnTo>
                    <a:pt x="7279" y="118454"/>
                  </a:lnTo>
                  <a:lnTo>
                    <a:pt x="7466" y="117503"/>
                  </a:lnTo>
                  <a:lnTo>
                    <a:pt x="7370" y="112156"/>
                  </a:lnTo>
                  <a:lnTo>
                    <a:pt x="7482" y="109305"/>
                  </a:lnTo>
                  <a:lnTo>
                    <a:pt x="7424" y="106812"/>
                  </a:lnTo>
                  <a:lnTo>
                    <a:pt x="7989" y="105170"/>
                  </a:lnTo>
                  <a:lnTo>
                    <a:pt x="8526" y="104153"/>
                  </a:lnTo>
                  <a:lnTo>
                    <a:pt x="10621" y="104059"/>
                  </a:lnTo>
                  <a:lnTo>
                    <a:pt x="12568" y="103971"/>
                  </a:lnTo>
                  <a:lnTo>
                    <a:pt x="14445" y="104029"/>
                  </a:lnTo>
                  <a:lnTo>
                    <a:pt x="16356" y="104085"/>
                  </a:lnTo>
                  <a:lnTo>
                    <a:pt x="16547" y="99100"/>
                  </a:lnTo>
                  <a:lnTo>
                    <a:pt x="17151" y="98709"/>
                  </a:lnTo>
                  <a:lnTo>
                    <a:pt x="18057" y="98194"/>
                  </a:lnTo>
                  <a:lnTo>
                    <a:pt x="19744" y="97586"/>
                  </a:lnTo>
                  <a:lnTo>
                    <a:pt x="21625" y="97006"/>
                  </a:lnTo>
                  <a:lnTo>
                    <a:pt x="22025" y="96028"/>
                  </a:lnTo>
                  <a:lnTo>
                    <a:pt x="22337" y="94375"/>
                  </a:lnTo>
                  <a:lnTo>
                    <a:pt x="22534" y="92891"/>
                  </a:lnTo>
                  <a:lnTo>
                    <a:pt x="22923" y="92264"/>
                  </a:lnTo>
                  <a:lnTo>
                    <a:pt x="23450" y="92762"/>
                  </a:lnTo>
                  <a:lnTo>
                    <a:pt x="24140" y="93539"/>
                  </a:lnTo>
                  <a:lnTo>
                    <a:pt x="24854" y="94743"/>
                  </a:lnTo>
                  <a:lnTo>
                    <a:pt x="25674" y="95858"/>
                  </a:lnTo>
                  <a:lnTo>
                    <a:pt x="26220" y="96559"/>
                  </a:lnTo>
                  <a:lnTo>
                    <a:pt x="27530" y="98315"/>
                  </a:lnTo>
                  <a:lnTo>
                    <a:pt x="29774" y="100762"/>
                  </a:lnTo>
                  <a:lnTo>
                    <a:pt x="31618" y="101739"/>
                  </a:lnTo>
                  <a:lnTo>
                    <a:pt x="33847" y="99950"/>
                  </a:lnTo>
                  <a:lnTo>
                    <a:pt x="35456" y="98800"/>
                  </a:lnTo>
                  <a:lnTo>
                    <a:pt x="35656" y="96657"/>
                  </a:lnTo>
                  <a:lnTo>
                    <a:pt x="35405" y="94567"/>
                  </a:lnTo>
                  <a:lnTo>
                    <a:pt x="34207" y="92649"/>
                  </a:lnTo>
                  <a:lnTo>
                    <a:pt x="32577" y="92865"/>
                  </a:lnTo>
                  <a:lnTo>
                    <a:pt x="32077" y="93379"/>
                  </a:lnTo>
                  <a:lnTo>
                    <a:pt x="31317" y="94017"/>
                  </a:lnTo>
                  <a:lnTo>
                    <a:pt x="30860" y="94271"/>
                  </a:lnTo>
                  <a:lnTo>
                    <a:pt x="30092" y="93824"/>
                  </a:lnTo>
                  <a:lnTo>
                    <a:pt x="29116" y="92169"/>
                  </a:lnTo>
                  <a:lnTo>
                    <a:pt x="28502" y="90501"/>
                  </a:lnTo>
                  <a:lnTo>
                    <a:pt x="27643" y="89719"/>
                  </a:lnTo>
                  <a:lnTo>
                    <a:pt x="26626" y="88937"/>
                  </a:lnTo>
                  <a:lnTo>
                    <a:pt x="24994" y="85506"/>
                  </a:lnTo>
                  <a:lnTo>
                    <a:pt x="24141" y="84891"/>
                  </a:lnTo>
                  <a:lnTo>
                    <a:pt x="23335" y="84711"/>
                  </a:lnTo>
                  <a:lnTo>
                    <a:pt x="21785" y="85390"/>
                  </a:lnTo>
                  <a:lnTo>
                    <a:pt x="20273" y="87225"/>
                  </a:lnTo>
                  <a:lnTo>
                    <a:pt x="19477" y="91385"/>
                  </a:lnTo>
                  <a:lnTo>
                    <a:pt x="17962" y="91325"/>
                  </a:lnTo>
                  <a:lnTo>
                    <a:pt x="14747" y="91192"/>
                  </a:lnTo>
                  <a:lnTo>
                    <a:pt x="11795" y="91071"/>
                  </a:lnTo>
                  <a:lnTo>
                    <a:pt x="9357" y="91353"/>
                  </a:lnTo>
                  <a:lnTo>
                    <a:pt x="9112" y="88332"/>
                  </a:lnTo>
                  <a:lnTo>
                    <a:pt x="8534" y="85926"/>
                  </a:lnTo>
                  <a:lnTo>
                    <a:pt x="7597" y="83874"/>
                  </a:lnTo>
                  <a:lnTo>
                    <a:pt x="7390" y="81968"/>
                  </a:lnTo>
                  <a:lnTo>
                    <a:pt x="7707" y="80306"/>
                  </a:lnTo>
                  <a:lnTo>
                    <a:pt x="8614" y="78938"/>
                  </a:lnTo>
                  <a:lnTo>
                    <a:pt x="8820" y="77961"/>
                  </a:lnTo>
                  <a:lnTo>
                    <a:pt x="8346" y="78107"/>
                  </a:lnTo>
                  <a:lnTo>
                    <a:pt x="7628" y="78987"/>
                  </a:lnTo>
                  <a:lnTo>
                    <a:pt x="7151" y="79036"/>
                  </a:lnTo>
                  <a:lnTo>
                    <a:pt x="7093" y="76403"/>
                  </a:lnTo>
                  <a:lnTo>
                    <a:pt x="6298" y="73002"/>
                  </a:lnTo>
                  <a:lnTo>
                    <a:pt x="5401" y="67244"/>
                  </a:lnTo>
                  <a:lnTo>
                    <a:pt x="4386" y="64885"/>
                  </a:lnTo>
                  <a:lnTo>
                    <a:pt x="3533" y="60229"/>
                  </a:lnTo>
                  <a:lnTo>
                    <a:pt x="2643" y="58443"/>
                  </a:lnTo>
                  <a:lnTo>
                    <a:pt x="1825" y="57609"/>
                  </a:lnTo>
                  <a:lnTo>
                    <a:pt x="1126" y="57780"/>
                  </a:lnTo>
                  <a:lnTo>
                    <a:pt x="871" y="59904"/>
                  </a:lnTo>
                  <a:lnTo>
                    <a:pt x="0" y="56845"/>
                  </a:lnTo>
                  <a:lnTo>
                    <a:pt x="1190" y="55750"/>
                  </a:lnTo>
                  <a:lnTo>
                    <a:pt x="3734" y="51914"/>
                  </a:lnTo>
                  <a:lnTo>
                    <a:pt x="6654" y="40922"/>
                  </a:lnTo>
                  <a:lnTo>
                    <a:pt x="9276" y="27908"/>
                  </a:lnTo>
                  <a:lnTo>
                    <a:pt x="9617" y="24836"/>
                  </a:lnTo>
                  <a:lnTo>
                    <a:pt x="9936" y="22503"/>
                  </a:lnTo>
                  <a:lnTo>
                    <a:pt x="10147" y="17188"/>
                  </a:lnTo>
                  <a:lnTo>
                    <a:pt x="10523" y="14017"/>
                  </a:lnTo>
                  <a:lnTo>
                    <a:pt x="10875" y="13415"/>
                  </a:lnTo>
                  <a:lnTo>
                    <a:pt x="11320" y="10984"/>
                  </a:lnTo>
                  <a:lnTo>
                    <a:pt x="11857" y="6725"/>
                  </a:lnTo>
                  <a:lnTo>
                    <a:pt x="12465" y="4361"/>
                  </a:lnTo>
                  <a:lnTo>
                    <a:pt x="13144" y="3895"/>
                  </a:lnTo>
                  <a:lnTo>
                    <a:pt x="13674" y="4100"/>
                  </a:lnTo>
                  <a:lnTo>
                    <a:pt x="14051" y="4977"/>
                  </a:lnTo>
                  <a:lnTo>
                    <a:pt x="15157" y="5518"/>
                  </a:lnTo>
                  <a:lnTo>
                    <a:pt x="16991" y="5726"/>
                  </a:lnTo>
                  <a:lnTo>
                    <a:pt x="18408" y="5091"/>
                  </a:lnTo>
                  <a:lnTo>
                    <a:pt x="19409" y="3614"/>
                  </a:lnTo>
                  <a:lnTo>
                    <a:pt x="20723" y="2864"/>
                  </a:lnTo>
                  <a:lnTo>
                    <a:pt x="22352" y="2845"/>
                  </a:lnTo>
                  <a:lnTo>
                    <a:pt x="23209" y="2224"/>
                  </a:lnTo>
                  <a:lnTo>
                    <a:pt x="23293" y="1004"/>
                  </a:lnTo>
                  <a:lnTo>
                    <a:pt x="23506" y="636"/>
                  </a:lnTo>
                  <a:lnTo>
                    <a:pt x="23845" y="1121"/>
                  </a:lnTo>
                  <a:lnTo>
                    <a:pt x="24166" y="929"/>
                  </a:lnTo>
                  <a:lnTo>
                    <a:pt x="24466" y="59"/>
                  </a:lnTo>
                  <a:lnTo>
                    <a:pt x="24765" y="0"/>
                  </a:lnTo>
                  <a:lnTo>
                    <a:pt x="25063" y="750"/>
                  </a:lnTo>
                  <a:lnTo>
                    <a:pt x="26427" y="975"/>
                  </a:lnTo>
                  <a:lnTo>
                    <a:pt x="28859" y="678"/>
                  </a:lnTo>
                  <a:lnTo>
                    <a:pt x="31105" y="2914"/>
                  </a:lnTo>
                  <a:lnTo>
                    <a:pt x="33167" y="7684"/>
                  </a:lnTo>
                  <a:lnTo>
                    <a:pt x="34230" y="10867"/>
                  </a:lnTo>
                  <a:lnTo>
                    <a:pt x="34296" y="12460"/>
                  </a:lnTo>
                  <a:lnTo>
                    <a:pt x="34638" y="14066"/>
                  </a:lnTo>
                  <a:lnTo>
                    <a:pt x="35255" y="15683"/>
                  </a:lnTo>
                  <a:lnTo>
                    <a:pt x="35818" y="15982"/>
                  </a:lnTo>
                  <a:lnTo>
                    <a:pt x="36330" y="14963"/>
                  </a:lnTo>
                  <a:lnTo>
                    <a:pt x="36730" y="15073"/>
                  </a:lnTo>
                  <a:lnTo>
                    <a:pt x="37021" y="16311"/>
                  </a:lnTo>
                  <a:lnTo>
                    <a:pt x="37609" y="16565"/>
                  </a:lnTo>
                  <a:lnTo>
                    <a:pt x="38263" y="15804"/>
                  </a:lnTo>
                  <a:lnTo>
                    <a:pt x="38730" y="16065"/>
                  </a:lnTo>
                  <a:lnTo>
                    <a:pt x="38815" y="16801"/>
                  </a:lnTo>
                  <a:lnTo>
                    <a:pt x="38922" y="17194"/>
                  </a:lnTo>
                  <a:lnTo>
                    <a:pt x="39238" y="17368"/>
                  </a:lnTo>
                  <a:lnTo>
                    <a:pt x="39665" y="18312"/>
                  </a:lnTo>
                  <a:lnTo>
                    <a:pt x="40262" y="20844"/>
                  </a:lnTo>
                  <a:lnTo>
                    <a:pt x="40748" y="24379"/>
                  </a:lnTo>
                  <a:lnTo>
                    <a:pt x="41123" y="28914"/>
                  </a:lnTo>
                  <a:lnTo>
                    <a:pt x="41619" y="31381"/>
                  </a:lnTo>
                  <a:lnTo>
                    <a:pt x="42235" y="31782"/>
                  </a:lnTo>
                  <a:lnTo>
                    <a:pt x="42592" y="32714"/>
                  </a:lnTo>
                  <a:lnTo>
                    <a:pt x="42662" y="33793"/>
                  </a:lnTo>
                  <a:lnTo>
                    <a:pt x="42841" y="34526"/>
                  </a:lnTo>
                  <a:lnTo>
                    <a:pt x="43137" y="34935"/>
                  </a:lnTo>
                  <a:lnTo>
                    <a:pt x="43658" y="34691"/>
                  </a:lnTo>
                  <a:lnTo>
                    <a:pt x="44268" y="36223"/>
                  </a:lnTo>
                  <a:lnTo>
                    <a:pt x="44924" y="39550"/>
                  </a:lnTo>
                  <a:lnTo>
                    <a:pt x="45027" y="41051"/>
                  </a:lnTo>
                  <a:lnTo>
                    <a:pt x="44924" y="41856"/>
                  </a:lnTo>
                  <a:lnTo>
                    <a:pt x="44964" y="42443"/>
                  </a:lnTo>
                  <a:lnTo>
                    <a:pt x="45400" y="43004"/>
                  </a:lnTo>
                  <a:lnTo>
                    <a:pt x="45812" y="44094"/>
                  </a:lnTo>
                  <a:lnTo>
                    <a:pt x="46149" y="45731"/>
                  </a:lnTo>
                  <a:lnTo>
                    <a:pt x="46876" y="47184"/>
                  </a:lnTo>
                  <a:lnTo>
                    <a:pt x="47992" y="48457"/>
                  </a:lnTo>
                  <a:lnTo>
                    <a:pt x="48796" y="50358"/>
                  </a:lnTo>
                  <a:lnTo>
                    <a:pt x="49288" y="52889"/>
                  </a:lnTo>
                  <a:lnTo>
                    <a:pt x="50309" y="5501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g1352"/>
            <p:cNvSpPr/>
            <p:nvPr/>
          </p:nvSpPr>
          <p:spPr>
            <a:xfrm>
              <a:off x="3819301" y="3591310"/>
              <a:ext cx="3328" cy="5368"/>
            </a:xfrm>
            <a:custGeom>
              <a:avLst/>
              <a:pathLst>
                <a:path w="3328" h="5368">
                  <a:moveTo>
                    <a:pt x="3071" y="3416"/>
                  </a:moveTo>
                  <a:lnTo>
                    <a:pt x="1631" y="5368"/>
                  </a:lnTo>
                  <a:lnTo>
                    <a:pt x="0" y="3591"/>
                  </a:lnTo>
                  <a:lnTo>
                    <a:pt x="529" y="698"/>
                  </a:lnTo>
                  <a:lnTo>
                    <a:pt x="1612" y="0"/>
                  </a:lnTo>
                  <a:lnTo>
                    <a:pt x="2487" y="919"/>
                  </a:lnTo>
                  <a:lnTo>
                    <a:pt x="2986" y="1620"/>
                  </a:lnTo>
                  <a:lnTo>
                    <a:pt x="3328" y="241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g1353"/>
            <p:cNvSpPr/>
            <p:nvPr/>
          </p:nvSpPr>
          <p:spPr>
            <a:xfrm>
              <a:off x="2568551" y="5359209"/>
              <a:ext cx="1837" cy="3252"/>
            </a:xfrm>
            <a:custGeom>
              <a:avLst/>
              <a:pathLst>
                <a:path w="1837" h="3252">
                  <a:moveTo>
                    <a:pt x="1796" y="1564"/>
                  </a:moveTo>
                  <a:lnTo>
                    <a:pt x="1837" y="3252"/>
                  </a:lnTo>
                  <a:lnTo>
                    <a:pt x="343" y="1702"/>
                  </a:lnTo>
                  <a:lnTo>
                    <a:pt x="0" y="978"/>
                  </a:lnTo>
                  <a:lnTo>
                    <a:pt x="478" y="28"/>
                  </a:lnTo>
                  <a:lnTo>
                    <a:pt x="1418" y="0"/>
                  </a:lnTo>
                  <a:lnTo>
                    <a:pt x="1650" y="57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g1354"/>
            <p:cNvSpPr/>
            <p:nvPr/>
          </p:nvSpPr>
          <p:spPr>
            <a:xfrm>
              <a:off x="2457356" y="5229248"/>
              <a:ext cx="21331" cy="26083"/>
            </a:xfrm>
            <a:custGeom>
              <a:avLst/>
              <a:pathLst>
                <a:path w="21331" h="26083">
                  <a:moveTo>
                    <a:pt x="8787" y="2409"/>
                  </a:moveTo>
                  <a:lnTo>
                    <a:pt x="9723" y="3846"/>
                  </a:lnTo>
                  <a:lnTo>
                    <a:pt x="10464" y="2868"/>
                  </a:lnTo>
                  <a:lnTo>
                    <a:pt x="11233" y="2983"/>
                  </a:lnTo>
                  <a:lnTo>
                    <a:pt x="11654" y="3468"/>
                  </a:lnTo>
                  <a:lnTo>
                    <a:pt x="12087" y="3653"/>
                  </a:lnTo>
                  <a:lnTo>
                    <a:pt x="12628" y="3664"/>
                  </a:lnTo>
                  <a:lnTo>
                    <a:pt x="13560" y="6079"/>
                  </a:lnTo>
                  <a:lnTo>
                    <a:pt x="13170" y="8221"/>
                  </a:lnTo>
                  <a:lnTo>
                    <a:pt x="14193" y="7799"/>
                  </a:lnTo>
                  <a:lnTo>
                    <a:pt x="15081" y="9583"/>
                  </a:lnTo>
                  <a:lnTo>
                    <a:pt x="15484" y="9433"/>
                  </a:lnTo>
                  <a:lnTo>
                    <a:pt x="15685" y="8711"/>
                  </a:lnTo>
                  <a:lnTo>
                    <a:pt x="16256" y="7892"/>
                  </a:lnTo>
                  <a:lnTo>
                    <a:pt x="16652" y="9000"/>
                  </a:lnTo>
                  <a:lnTo>
                    <a:pt x="17129" y="11121"/>
                  </a:lnTo>
                  <a:lnTo>
                    <a:pt x="17735" y="11764"/>
                  </a:lnTo>
                  <a:lnTo>
                    <a:pt x="18271" y="14012"/>
                  </a:lnTo>
                  <a:lnTo>
                    <a:pt x="18691" y="16843"/>
                  </a:lnTo>
                  <a:lnTo>
                    <a:pt x="19076" y="17244"/>
                  </a:lnTo>
                  <a:lnTo>
                    <a:pt x="19734" y="17256"/>
                  </a:lnTo>
                  <a:lnTo>
                    <a:pt x="20401" y="16863"/>
                  </a:lnTo>
                  <a:lnTo>
                    <a:pt x="20149" y="19307"/>
                  </a:lnTo>
                  <a:lnTo>
                    <a:pt x="20228" y="21474"/>
                  </a:lnTo>
                  <a:lnTo>
                    <a:pt x="21331" y="23030"/>
                  </a:lnTo>
                  <a:lnTo>
                    <a:pt x="20674" y="23884"/>
                  </a:lnTo>
                  <a:lnTo>
                    <a:pt x="19982" y="25122"/>
                  </a:lnTo>
                  <a:lnTo>
                    <a:pt x="18572" y="26083"/>
                  </a:lnTo>
                  <a:lnTo>
                    <a:pt x="18206" y="25673"/>
                  </a:lnTo>
                  <a:lnTo>
                    <a:pt x="16975" y="23515"/>
                  </a:lnTo>
                  <a:lnTo>
                    <a:pt x="16400" y="20969"/>
                  </a:lnTo>
                  <a:lnTo>
                    <a:pt x="15109" y="17333"/>
                  </a:lnTo>
                  <a:lnTo>
                    <a:pt x="14856" y="16263"/>
                  </a:lnTo>
                  <a:lnTo>
                    <a:pt x="14525" y="15576"/>
                  </a:lnTo>
                  <a:lnTo>
                    <a:pt x="13356" y="15129"/>
                  </a:lnTo>
                  <a:lnTo>
                    <a:pt x="12329" y="14257"/>
                  </a:lnTo>
                  <a:lnTo>
                    <a:pt x="11474" y="12416"/>
                  </a:lnTo>
                  <a:lnTo>
                    <a:pt x="11206" y="11285"/>
                  </a:lnTo>
                  <a:lnTo>
                    <a:pt x="10877" y="10500"/>
                  </a:lnTo>
                  <a:lnTo>
                    <a:pt x="9716" y="10544"/>
                  </a:lnTo>
                  <a:lnTo>
                    <a:pt x="8985" y="9675"/>
                  </a:lnTo>
                  <a:lnTo>
                    <a:pt x="8261" y="8492"/>
                  </a:lnTo>
                  <a:lnTo>
                    <a:pt x="4996" y="5075"/>
                  </a:lnTo>
                  <a:lnTo>
                    <a:pt x="3715" y="5419"/>
                  </a:lnTo>
                  <a:lnTo>
                    <a:pt x="3125" y="4452"/>
                  </a:lnTo>
                  <a:lnTo>
                    <a:pt x="3157" y="2738"/>
                  </a:lnTo>
                  <a:lnTo>
                    <a:pt x="3831" y="1713"/>
                  </a:lnTo>
                  <a:lnTo>
                    <a:pt x="1005" y="1324"/>
                  </a:lnTo>
                  <a:lnTo>
                    <a:pt x="0" y="706"/>
                  </a:lnTo>
                  <a:lnTo>
                    <a:pt x="691" y="340"/>
                  </a:lnTo>
                  <a:lnTo>
                    <a:pt x="4629" y="285"/>
                  </a:lnTo>
                  <a:lnTo>
                    <a:pt x="6106" y="0"/>
                  </a:lnTo>
                  <a:lnTo>
                    <a:pt x="6236" y="741"/>
                  </a:lnTo>
                  <a:lnTo>
                    <a:pt x="7543" y="22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g1355"/>
            <p:cNvSpPr/>
            <p:nvPr/>
          </p:nvSpPr>
          <p:spPr>
            <a:xfrm>
              <a:off x="2767251" y="4104082"/>
              <a:ext cx="1180" cy="2891"/>
            </a:xfrm>
            <a:custGeom>
              <a:avLst/>
              <a:pathLst>
                <a:path w="1180" h="2891">
                  <a:moveTo>
                    <a:pt x="868" y="2706"/>
                  </a:moveTo>
                  <a:lnTo>
                    <a:pt x="0" y="2891"/>
                  </a:lnTo>
                  <a:lnTo>
                    <a:pt x="71" y="1494"/>
                  </a:lnTo>
                  <a:lnTo>
                    <a:pt x="717" y="0"/>
                  </a:lnTo>
                  <a:lnTo>
                    <a:pt x="1153" y="196"/>
                  </a:lnTo>
                  <a:lnTo>
                    <a:pt x="1180" y="19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g1356"/>
            <p:cNvSpPr/>
            <p:nvPr/>
          </p:nvSpPr>
          <p:spPr>
            <a:xfrm>
              <a:off x="2684262" y="3866994"/>
              <a:ext cx="1080" cy="2752"/>
            </a:xfrm>
            <a:custGeom>
              <a:avLst/>
              <a:pathLst>
                <a:path w="1080" h="2752">
                  <a:moveTo>
                    <a:pt x="486" y="2709"/>
                  </a:moveTo>
                  <a:lnTo>
                    <a:pt x="156" y="2752"/>
                  </a:lnTo>
                  <a:lnTo>
                    <a:pt x="60" y="2507"/>
                  </a:lnTo>
                  <a:lnTo>
                    <a:pt x="0" y="1806"/>
                  </a:lnTo>
                  <a:lnTo>
                    <a:pt x="157" y="683"/>
                  </a:lnTo>
                  <a:lnTo>
                    <a:pt x="300" y="0"/>
                  </a:lnTo>
                  <a:lnTo>
                    <a:pt x="524" y="98"/>
                  </a:lnTo>
                  <a:lnTo>
                    <a:pt x="827" y="885"/>
                  </a:lnTo>
                  <a:lnTo>
                    <a:pt x="1080" y="1561"/>
                  </a:lnTo>
                  <a:lnTo>
                    <a:pt x="943" y="21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g1357"/>
            <p:cNvSpPr/>
            <p:nvPr/>
          </p:nvSpPr>
          <p:spPr>
            <a:xfrm>
              <a:off x="4425897" y="3975991"/>
              <a:ext cx="1747" cy="3252"/>
            </a:xfrm>
            <a:custGeom>
              <a:avLst/>
              <a:pathLst>
                <a:path w="1747" h="3252">
                  <a:moveTo>
                    <a:pt x="1747" y="2773"/>
                  </a:moveTo>
                  <a:lnTo>
                    <a:pt x="897" y="3252"/>
                  </a:lnTo>
                  <a:lnTo>
                    <a:pt x="562" y="3133"/>
                  </a:lnTo>
                  <a:lnTo>
                    <a:pt x="0" y="577"/>
                  </a:lnTo>
                  <a:lnTo>
                    <a:pt x="417" y="0"/>
                  </a:lnTo>
                  <a:lnTo>
                    <a:pt x="1038" y="222"/>
                  </a:lnTo>
                  <a:lnTo>
                    <a:pt x="1227" y="172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g1358"/>
            <p:cNvSpPr/>
            <p:nvPr/>
          </p:nvSpPr>
          <p:spPr>
            <a:xfrm>
              <a:off x="4360830" y="3973056"/>
              <a:ext cx="5739" cy="10645"/>
            </a:xfrm>
            <a:custGeom>
              <a:avLst/>
              <a:pathLst>
                <a:path w="5739" h="10645">
                  <a:moveTo>
                    <a:pt x="5739" y="9629"/>
                  </a:moveTo>
                  <a:lnTo>
                    <a:pt x="5068" y="10645"/>
                  </a:lnTo>
                  <a:lnTo>
                    <a:pt x="4458" y="10134"/>
                  </a:lnTo>
                  <a:lnTo>
                    <a:pt x="3991" y="9363"/>
                  </a:lnTo>
                  <a:lnTo>
                    <a:pt x="3612" y="7090"/>
                  </a:lnTo>
                  <a:lnTo>
                    <a:pt x="2796" y="5673"/>
                  </a:lnTo>
                  <a:lnTo>
                    <a:pt x="1636" y="5081"/>
                  </a:lnTo>
                  <a:lnTo>
                    <a:pt x="1160" y="4100"/>
                  </a:lnTo>
                  <a:lnTo>
                    <a:pt x="1036" y="3615"/>
                  </a:lnTo>
                  <a:lnTo>
                    <a:pt x="232" y="3179"/>
                  </a:lnTo>
                  <a:lnTo>
                    <a:pt x="0" y="1950"/>
                  </a:lnTo>
                  <a:lnTo>
                    <a:pt x="67" y="672"/>
                  </a:lnTo>
                  <a:lnTo>
                    <a:pt x="199" y="0"/>
                  </a:lnTo>
                  <a:lnTo>
                    <a:pt x="942" y="617"/>
                  </a:lnTo>
                  <a:lnTo>
                    <a:pt x="4513" y="6616"/>
                  </a:lnTo>
                  <a:lnTo>
                    <a:pt x="5362" y="847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g1359"/>
            <p:cNvSpPr/>
            <p:nvPr/>
          </p:nvSpPr>
          <p:spPr>
            <a:xfrm>
              <a:off x="4416696" y="3949096"/>
              <a:ext cx="3573" cy="5624"/>
            </a:xfrm>
            <a:custGeom>
              <a:avLst/>
              <a:pathLst>
                <a:path w="3573" h="5624">
                  <a:moveTo>
                    <a:pt x="3295" y="2856"/>
                  </a:moveTo>
                  <a:lnTo>
                    <a:pt x="2527" y="3367"/>
                  </a:lnTo>
                  <a:lnTo>
                    <a:pt x="2283" y="3223"/>
                  </a:lnTo>
                  <a:lnTo>
                    <a:pt x="1708" y="3497"/>
                  </a:lnTo>
                  <a:lnTo>
                    <a:pt x="1091" y="5624"/>
                  </a:lnTo>
                  <a:lnTo>
                    <a:pt x="635" y="5326"/>
                  </a:lnTo>
                  <a:lnTo>
                    <a:pt x="277" y="5404"/>
                  </a:lnTo>
                  <a:lnTo>
                    <a:pt x="5" y="3653"/>
                  </a:lnTo>
                  <a:lnTo>
                    <a:pt x="0" y="2804"/>
                  </a:lnTo>
                  <a:lnTo>
                    <a:pt x="437" y="2940"/>
                  </a:lnTo>
                  <a:lnTo>
                    <a:pt x="667" y="1237"/>
                  </a:lnTo>
                  <a:lnTo>
                    <a:pt x="1141" y="389"/>
                  </a:lnTo>
                  <a:lnTo>
                    <a:pt x="2243" y="0"/>
                  </a:lnTo>
                  <a:lnTo>
                    <a:pt x="3222" y="554"/>
                  </a:lnTo>
                  <a:lnTo>
                    <a:pt x="3573" y="943"/>
                  </a:lnTo>
                  <a:lnTo>
                    <a:pt x="3263" y="248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g1360"/>
            <p:cNvSpPr/>
            <p:nvPr/>
          </p:nvSpPr>
          <p:spPr>
            <a:xfrm>
              <a:off x="4373388" y="3935600"/>
              <a:ext cx="10457" cy="18548"/>
            </a:xfrm>
            <a:custGeom>
              <a:avLst/>
              <a:pathLst>
                <a:path w="10457" h="18548">
                  <a:moveTo>
                    <a:pt x="4131" y="5404"/>
                  </a:moveTo>
                  <a:lnTo>
                    <a:pt x="5340" y="7141"/>
                  </a:lnTo>
                  <a:lnTo>
                    <a:pt x="6045" y="6856"/>
                  </a:lnTo>
                  <a:lnTo>
                    <a:pt x="7088" y="8050"/>
                  </a:lnTo>
                  <a:lnTo>
                    <a:pt x="7881" y="7369"/>
                  </a:lnTo>
                  <a:lnTo>
                    <a:pt x="8376" y="8913"/>
                  </a:lnTo>
                  <a:lnTo>
                    <a:pt x="9629" y="14939"/>
                  </a:lnTo>
                  <a:lnTo>
                    <a:pt x="9636" y="16895"/>
                  </a:lnTo>
                  <a:lnTo>
                    <a:pt x="10457" y="18286"/>
                  </a:lnTo>
                  <a:lnTo>
                    <a:pt x="9764" y="18548"/>
                  </a:lnTo>
                  <a:lnTo>
                    <a:pt x="8803" y="17830"/>
                  </a:lnTo>
                  <a:lnTo>
                    <a:pt x="8057" y="18320"/>
                  </a:lnTo>
                  <a:lnTo>
                    <a:pt x="7278" y="17152"/>
                  </a:lnTo>
                  <a:lnTo>
                    <a:pt x="5963" y="16546"/>
                  </a:lnTo>
                  <a:lnTo>
                    <a:pt x="4819" y="15143"/>
                  </a:lnTo>
                  <a:lnTo>
                    <a:pt x="2425" y="10697"/>
                  </a:lnTo>
                  <a:lnTo>
                    <a:pt x="2439" y="8478"/>
                  </a:lnTo>
                  <a:lnTo>
                    <a:pt x="2053" y="7393"/>
                  </a:lnTo>
                  <a:lnTo>
                    <a:pt x="1936" y="4640"/>
                  </a:lnTo>
                  <a:lnTo>
                    <a:pt x="1080" y="3768"/>
                  </a:lnTo>
                  <a:lnTo>
                    <a:pt x="80" y="3607"/>
                  </a:lnTo>
                  <a:lnTo>
                    <a:pt x="0" y="2305"/>
                  </a:lnTo>
                  <a:lnTo>
                    <a:pt x="184" y="0"/>
                  </a:lnTo>
                  <a:lnTo>
                    <a:pt x="930" y="34"/>
                  </a:lnTo>
                  <a:lnTo>
                    <a:pt x="1827" y="992"/>
                  </a:lnTo>
                  <a:lnTo>
                    <a:pt x="3540" y="4357"/>
                  </a:lnTo>
                  <a:lnTo>
                    <a:pt x="3964" y="493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1"/>
            <p:cNvSpPr/>
            <p:nvPr/>
          </p:nvSpPr>
          <p:spPr>
            <a:xfrm>
              <a:off x="4374144" y="3910455"/>
              <a:ext cx="1871" cy="12301"/>
            </a:xfrm>
            <a:custGeom>
              <a:avLst/>
              <a:pathLst>
                <a:path w="1871" h="12301">
                  <a:moveTo>
                    <a:pt x="1765" y="8045"/>
                  </a:moveTo>
                  <a:lnTo>
                    <a:pt x="1871" y="11207"/>
                  </a:lnTo>
                  <a:lnTo>
                    <a:pt x="1823" y="12301"/>
                  </a:lnTo>
                  <a:lnTo>
                    <a:pt x="1093" y="9978"/>
                  </a:lnTo>
                  <a:lnTo>
                    <a:pt x="752" y="10800"/>
                  </a:lnTo>
                  <a:lnTo>
                    <a:pt x="438" y="9698"/>
                  </a:lnTo>
                  <a:lnTo>
                    <a:pt x="460" y="7297"/>
                  </a:lnTo>
                  <a:lnTo>
                    <a:pt x="507" y="4738"/>
                  </a:lnTo>
                  <a:lnTo>
                    <a:pt x="366" y="2799"/>
                  </a:lnTo>
                  <a:lnTo>
                    <a:pt x="0" y="0"/>
                  </a:lnTo>
                  <a:lnTo>
                    <a:pt x="410" y="44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g1362"/>
            <p:cNvSpPr/>
            <p:nvPr/>
          </p:nvSpPr>
          <p:spPr>
            <a:xfrm>
              <a:off x="4357255" y="3907950"/>
              <a:ext cx="11647" cy="19501"/>
            </a:xfrm>
            <a:custGeom>
              <a:avLst/>
              <a:pathLst>
                <a:path w="11647" h="19501">
                  <a:moveTo>
                    <a:pt x="1374" y="118"/>
                  </a:moveTo>
                  <a:lnTo>
                    <a:pt x="3491" y="4865"/>
                  </a:lnTo>
                  <a:lnTo>
                    <a:pt x="4402" y="4432"/>
                  </a:lnTo>
                  <a:lnTo>
                    <a:pt x="7183" y="4518"/>
                  </a:lnTo>
                  <a:lnTo>
                    <a:pt x="8823" y="7906"/>
                  </a:lnTo>
                  <a:lnTo>
                    <a:pt x="9787" y="9462"/>
                  </a:lnTo>
                  <a:lnTo>
                    <a:pt x="10329" y="12497"/>
                  </a:lnTo>
                  <a:lnTo>
                    <a:pt x="10998" y="13190"/>
                  </a:lnTo>
                  <a:lnTo>
                    <a:pt x="11410" y="14737"/>
                  </a:lnTo>
                  <a:lnTo>
                    <a:pt x="11647" y="17556"/>
                  </a:lnTo>
                  <a:lnTo>
                    <a:pt x="11480" y="18015"/>
                  </a:lnTo>
                  <a:lnTo>
                    <a:pt x="10629" y="19065"/>
                  </a:lnTo>
                  <a:lnTo>
                    <a:pt x="10015" y="19501"/>
                  </a:lnTo>
                  <a:lnTo>
                    <a:pt x="8404" y="18499"/>
                  </a:lnTo>
                  <a:lnTo>
                    <a:pt x="6860" y="16329"/>
                  </a:lnTo>
                  <a:lnTo>
                    <a:pt x="3796" y="16067"/>
                  </a:lnTo>
                  <a:lnTo>
                    <a:pt x="2367" y="15449"/>
                  </a:lnTo>
                  <a:lnTo>
                    <a:pt x="1877" y="14621"/>
                  </a:lnTo>
                  <a:lnTo>
                    <a:pt x="1423" y="13516"/>
                  </a:lnTo>
                  <a:lnTo>
                    <a:pt x="702" y="10878"/>
                  </a:lnTo>
                  <a:lnTo>
                    <a:pt x="138" y="7785"/>
                  </a:lnTo>
                  <a:lnTo>
                    <a:pt x="46" y="5970"/>
                  </a:lnTo>
                  <a:lnTo>
                    <a:pt x="0" y="2516"/>
                  </a:lnTo>
                  <a:lnTo>
                    <a:pt x="174" y="1258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g1363"/>
            <p:cNvSpPr/>
            <p:nvPr/>
          </p:nvSpPr>
          <p:spPr>
            <a:xfrm>
              <a:off x="4361955" y="3899879"/>
              <a:ext cx="2992" cy="5488"/>
            </a:xfrm>
            <a:custGeom>
              <a:avLst/>
              <a:pathLst>
                <a:path w="2992" h="5488">
                  <a:moveTo>
                    <a:pt x="691" y="0"/>
                  </a:moveTo>
                  <a:lnTo>
                    <a:pt x="1243" y="415"/>
                  </a:lnTo>
                  <a:lnTo>
                    <a:pt x="1511" y="349"/>
                  </a:lnTo>
                  <a:lnTo>
                    <a:pt x="2144" y="1939"/>
                  </a:lnTo>
                  <a:lnTo>
                    <a:pt x="2992" y="4279"/>
                  </a:lnTo>
                  <a:lnTo>
                    <a:pt x="2645" y="5488"/>
                  </a:lnTo>
                  <a:lnTo>
                    <a:pt x="1958" y="4870"/>
                  </a:lnTo>
                  <a:lnTo>
                    <a:pt x="1727" y="5116"/>
                  </a:lnTo>
                  <a:lnTo>
                    <a:pt x="1652" y="4954"/>
                  </a:lnTo>
                  <a:lnTo>
                    <a:pt x="1507" y="3780"/>
                  </a:lnTo>
                  <a:lnTo>
                    <a:pt x="758" y="2617"/>
                  </a:lnTo>
                  <a:lnTo>
                    <a:pt x="87" y="2519"/>
                  </a:lnTo>
                  <a:lnTo>
                    <a:pt x="0" y="113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4"/>
            <p:cNvSpPr/>
            <p:nvPr/>
          </p:nvSpPr>
          <p:spPr>
            <a:xfrm>
              <a:off x="4351765" y="3899807"/>
              <a:ext cx="1900" cy="3927"/>
            </a:xfrm>
            <a:custGeom>
              <a:avLst/>
              <a:pathLst>
                <a:path w="1900" h="3927">
                  <a:moveTo>
                    <a:pt x="1463" y="3855"/>
                  </a:moveTo>
                  <a:lnTo>
                    <a:pt x="1334" y="3927"/>
                  </a:lnTo>
                  <a:lnTo>
                    <a:pt x="882" y="3566"/>
                  </a:lnTo>
                  <a:lnTo>
                    <a:pt x="334" y="3445"/>
                  </a:lnTo>
                  <a:lnTo>
                    <a:pt x="0" y="2421"/>
                  </a:lnTo>
                  <a:lnTo>
                    <a:pt x="397" y="955"/>
                  </a:lnTo>
                  <a:lnTo>
                    <a:pt x="898" y="0"/>
                  </a:lnTo>
                  <a:lnTo>
                    <a:pt x="1128" y="245"/>
                  </a:lnTo>
                  <a:lnTo>
                    <a:pt x="1343" y="857"/>
                  </a:lnTo>
                  <a:lnTo>
                    <a:pt x="1846" y="1090"/>
                  </a:lnTo>
                  <a:lnTo>
                    <a:pt x="1900" y="297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5"/>
            <p:cNvSpPr/>
            <p:nvPr/>
          </p:nvSpPr>
          <p:spPr>
            <a:xfrm>
              <a:off x="4336548" y="3891060"/>
              <a:ext cx="1844" cy="2865"/>
            </a:xfrm>
            <a:custGeom>
              <a:avLst/>
              <a:pathLst>
                <a:path w="1844" h="2865">
                  <a:moveTo>
                    <a:pt x="1844" y="1826"/>
                  </a:moveTo>
                  <a:lnTo>
                    <a:pt x="1823" y="2865"/>
                  </a:lnTo>
                  <a:lnTo>
                    <a:pt x="1272" y="2542"/>
                  </a:lnTo>
                  <a:lnTo>
                    <a:pt x="42" y="978"/>
                  </a:lnTo>
                  <a:lnTo>
                    <a:pt x="0" y="262"/>
                  </a:lnTo>
                  <a:lnTo>
                    <a:pt x="700" y="0"/>
                  </a:lnTo>
                  <a:lnTo>
                    <a:pt x="1209" y="196"/>
                  </a:lnTo>
                  <a:lnTo>
                    <a:pt x="1631" y="110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g1366"/>
            <p:cNvSpPr/>
            <p:nvPr/>
          </p:nvSpPr>
          <p:spPr>
            <a:xfrm>
              <a:off x="4343295" y="3890500"/>
              <a:ext cx="942" cy="4363"/>
            </a:xfrm>
            <a:custGeom>
              <a:avLst/>
              <a:pathLst>
                <a:path w="942" h="4363">
                  <a:moveTo>
                    <a:pt x="436" y="4250"/>
                  </a:moveTo>
                  <a:lnTo>
                    <a:pt x="225" y="4363"/>
                  </a:lnTo>
                  <a:lnTo>
                    <a:pt x="0" y="3185"/>
                  </a:lnTo>
                  <a:lnTo>
                    <a:pt x="524" y="0"/>
                  </a:lnTo>
                  <a:lnTo>
                    <a:pt x="778" y="2562"/>
                  </a:lnTo>
                  <a:lnTo>
                    <a:pt x="942" y="352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g1367"/>
            <p:cNvSpPr/>
            <p:nvPr/>
          </p:nvSpPr>
          <p:spPr>
            <a:xfrm>
              <a:off x="4340641" y="3885479"/>
              <a:ext cx="2431" cy="7531"/>
            </a:xfrm>
            <a:custGeom>
              <a:avLst/>
              <a:pathLst>
                <a:path w="2431" h="7531">
                  <a:moveTo>
                    <a:pt x="2197" y="5199"/>
                  </a:moveTo>
                  <a:lnTo>
                    <a:pt x="1251" y="7531"/>
                  </a:lnTo>
                  <a:lnTo>
                    <a:pt x="560" y="6743"/>
                  </a:lnTo>
                  <a:lnTo>
                    <a:pt x="0" y="4743"/>
                  </a:lnTo>
                  <a:lnTo>
                    <a:pt x="183" y="2334"/>
                  </a:lnTo>
                  <a:lnTo>
                    <a:pt x="288" y="1696"/>
                  </a:lnTo>
                  <a:lnTo>
                    <a:pt x="566" y="1558"/>
                  </a:lnTo>
                  <a:lnTo>
                    <a:pt x="843" y="1064"/>
                  </a:lnTo>
                  <a:lnTo>
                    <a:pt x="1145" y="0"/>
                  </a:lnTo>
                  <a:lnTo>
                    <a:pt x="2174" y="845"/>
                  </a:lnTo>
                  <a:lnTo>
                    <a:pt x="2431" y="1431"/>
                  </a:lnTo>
                  <a:lnTo>
                    <a:pt x="1817" y="2908"/>
                  </a:lnTo>
                  <a:lnTo>
                    <a:pt x="2022" y="3381"/>
                  </a:lnTo>
                  <a:lnTo>
                    <a:pt x="2155" y="408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g1368"/>
            <p:cNvSpPr/>
            <p:nvPr/>
          </p:nvSpPr>
          <p:spPr>
            <a:xfrm>
              <a:off x="4334229" y="3882899"/>
              <a:ext cx="1909" cy="9078"/>
            </a:xfrm>
            <a:custGeom>
              <a:avLst/>
              <a:pathLst>
                <a:path w="1909" h="9078">
                  <a:moveTo>
                    <a:pt x="1698" y="8645"/>
                  </a:moveTo>
                  <a:lnTo>
                    <a:pt x="1699" y="9078"/>
                  </a:lnTo>
                  <a:lnTo>
                    <a:pt x="1168" y="8247"/>
                  </a:lnTo>
                  <a:lnTo>
                    <a:pt x="0" y="4259"/>
                  </a:lnTo>
                  <a:lnTo>
                    <a:pt x="206" y="2926"/>
                  </a:lnTo>
                  <a:lnTo>
                    <a:pt x="1276" y="340"/>
                  </a:lnTo>
                  <a:lnTo>
                    <a:pt x="1607" y="0"/>
                  </a:lnTo>
                  <a:lnTo>
                    <a:pt x="1909" y="1601"/>
                  </a:lnTo>
                  <a:lnTo>
                    <a:pt x="1645" y="3964"/>
                  </a:lnTo>
                  <a:lnTo>
                    <a:pt x="1295" y="4568"/>
                  </a:lnTo>
                  <a:lnTo>
                    <a:pt x="1152" y="678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g1369"/>
            <p:cNvSpPr/>
            <p:nvPr/>
          </p:nvSpPr>
          <p:spPr>
            <a:xfrm>
              <a:off x="4356592" y="3881676"/>
              <a:ext cx="1434" cy="4195"/>
            </a:xfrm>
            <a:custGeom>
              <a:avLst/>
              <a:pathLst>
                <a:path w="1434" h="4195">
                  <a:moveTo>
                    <a:pt x="1434" y="3794"/>
                  </a:moveTo>
                  <a:lnTo>
                    <a:pt x="976" y="4195"/>
                  </a:lnTo>
                  <a:lnTo>
                    <a:pt x="295" y="3110"/>
                  </a:lnTo>
                  <a:lnTo>
                    <a:pt x="0" y="2123"/>
                  </a:lnTo>
                  <a:lnTo>
                    <a:pt x="141" y="582"/>
                  </a:lnTo>
                  <a:lnTo>
                    <a:pt x="539" y="0"/>
                  </a:lnTo>
                  <a:lnTo>
                    <a:pt x="991" y="1033"/>
                  </a:lnTo>
                  <a:lnTo>
                    <a:pt x="1036" y="209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g1370"/>
            <p:cNvSpPr/>
            <p:nvPr/>
          </p:nvSpPr>
          <p:spPr>
            <a:xfrm>
              <a:off x="4366705" y="3879740"/>
              <a:ext cx="7567" cy="38332"/>
            </a:xfrm>
            <a:custGeom>
              <a:avLst/>
              <a:pathLst>
                <a:path w="7567" h="38332">
                  <a:moveTo>
                    <a:pt x="1528" y="0"/>
                  </a:moveTo>
                  <a:lnTo>
                    <a:pt x="3914" y="8806"/>
                  </a:lnTo>
                  <a:lnTo>
                    <a:pt x="3820" y="10368"/>
                  </a:lnTo>
                  <a:lnTo>
                    <a:pt x="3496" y="11375"/>
                  </a:lnTo>
                  <a:lnTo>
                    <a:pt x="3402" y="14333"/>
                  </a:lnTo>
                  <a:lnTo>
                    <a:pt x="3702" y="15469"/>
                  </a:lnTo>
                  <a:lnTo>
                    <a:pt x="4355" y="15989"/>
                  </a:lnTo>
                  <a:lnTo>
                    <a:pt x="5463" y="19143"/>
                  </a:lnTo>
                  <a:lnTo>
                    <a:pt x="5905" y="23004"/>
                  </a:lnTo>
                  <a:lnTo>
                    <a:pt x="5944" y="24190"/>
                  </a:lnTo>
                  <a:lnTo>
                    <a:pt x="6404" y="25944"/>
                  </a:lnTo>
                  <a:lnTo>
                    <a:pt x="6422" y="29635"/>
                  </a:lnTo>
                  <a:lnTo>
                    <a:pt x="7475" y="34760"/>
                  </a:lnTo>
                  <a:lnTo>
                    <a:pt x="7567" y="37224"/>
                  </a:lnTo>
                  <a:lnTo>
                    <a:pt x="7469" y="38332"/>
                  </a:lnTo>
                  <a:lnTo>
                    <a:pt x="7031" y="37692"/>
                  </a:lnTo>
                  <a:lnTo>
                    <a:pt x="5773" y="31880"/>
                  </a:lnTo>
                  <a:lnTo>
                    <a:pt x="4336" y="29373"/>
                  </a:lnTo>
                  <a:lnTo>
                    <a:pt x="4172" y="28293"/>
                  </a:lnTo>
                  <a:lnTo>
                    <a:pt x="2720" y="24906"/>
                  </a:lnTo>
                  <a:lnTo>
                    <a:pt x="1746" y="19204"/>
                  </a:lnTo>
                  <a:lnTo>
                    <a:pt x="693" y="9060"/>
                  </a:lnTo>
                  <a:lnTo>
                    <a:pt x="1188" y="6657"/>
                  </a:lnTo>
                  <a:lnTo>
                    <a:pt x="0" y="1737"/>
                  </a:lnTo>
                  <a:lnTo>
                    <a:pt x="56" y="421"/>
                  </a:lnTo>
                  <a:lnTo>
                    <a:pt x="558" y="721"/>
                  </a:lnTo>
                  <a:lnTo>
                    <a:pt x="907" y="660"/>
                  </a:lnTo>
                  <a:lnTo>
                    <a:pt x="1074" y="7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g1371"/>
            <p:cNvSpPr/>
            <p:nvPr/>
          </p:nvSpPr>
          <p:spPr>
            <a:xfrm>
              <a:off x="4334280" y="3869449"/>
              <a:ext cx="6545" cy="19097"/>
            </a:xfrm>
            <a:custGeom>
              <a:avLst/>
              <a:pathLst>
                <a:path w="6545" h="19097">
                  <a:moveTo>
                    <a:pt x="5248" y="8169"/>
                  </a:moveTo>
                  <a:lnTo>
                    <a:pt x="5851" y="10587"/>
                  </a:lnTo>
                  <a:lnTo>
                    <a:pt x="6545" y="15974"/>
                  </a:lnTo>
                  <a:lnTo>
                    <a:pt x="6420" y="17830"/>
                  </a:lnTo>
                  <a:lnTo>
                    <a:pt x="5923" y="17934"/>
                  </a:lnTo>
                  <a:lnTo>
                    <a:pt x="5785" y="19097"/>
                  </a:lnTo>
                  <a:lnTo>
                    <a:pt x="5111" y="16485"/>
                  </a:lnTo>
                  <a:lnTo>
                    <a:pt x="4214" y="15778"/>
                  </a:lnTo>
                  <a:lnTo>
                    <a:pt x="3560" y="14174"/>
                  </a:lnTo>
                  <a:lnTo>
                    <a:pt x="3335" y="10994"/>
                  </a:lnTo>
                  <a:lnTo>
                    <a:pt x="3272" y="8988"/>
                  </a:lnTo>
                  <a:lnTo>
                    <a:pt x="2755" y="8645"/>
                  </a:lnTo>
                  <a:lnTo>
                    <a:pt x="1286" y="9147"/>
                  </a:lnTo>
                  <a:lnTo>
                    <a:pt x="815" y="10861"/>
                  </a:lnTo>
                  <a:lnTo>
                    <a:pt x="142" y="10316"/>
                  </a:lnTo>
                  <a:lnTo>
                    <a:pt x="0" y="8778"/>
                  </a:lnTo>
                  <a:lnTo>
                    <a:pt x="105" y="7266"/>
                  </a:lnTo>
                  <a:lnTo>
                    <a:pt x="999" y="5777"/>
                  </a:lnTo>
                  <a:lnTo>
                    <a:pt x="1182" y="3861"/>
                  </a:lnTo>
                  <a:lnTo>
                    <a:pt x="2074" y="559"/>
                  </a:lnTo>
                  <a:lnTo>
                    <a:pt x="2625" y="0"/>
                  </a:lnTo>
                  <a:lnTo>
                    <a:pt x="3665" y="1188"/>
                  </a:lnTo>
                  <a:lnTo>
                    <a:pt x="3794" y="5883"/>
                  </a:lnTo>
                  <a:lnTo>
                    <a:pt x="4169" y="741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2"/>
            <p:cNvSpPr/>
            <p:nvPr/>
          </p:nvSpPr>
          <p:spPr>
            <a:xfrm>
              <a:off x="4327762" y="3869245"/>
              <a:ext cx="699" cy="7017"/>
            </a:xfrm>
            <a:custGeom>
              <a:avLst/>
              <a:pathLst>
                <a:path w="699" h="7017">
                  <a:moveTo>
                    <a:pt x="617" y="6287"/>
                  </a:moveTo>
                  <a:lnTo>
                    <a:pt x="500" y="7017"/>
                  </a:lnTo>
                  <a:lnTo>
                    <a:pt x="0" y="3373"/>
                  </a:lnTo>
                  <a:lnTo>
                    <a:pt x="25" y="1538"/>
                  </a:lnTo>
                  <a:lnTo>
                    <a:pt x="111" y="360"/>
                  </a:lnTo>
                  <a:lnTo>
                    <a:pt x="294" y="0"/>
                  </a:lnTo>
                  <a:lnTo>
                    <a:pt x="699" y="406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g1373"/>
            <p:cNvSpPr/>
            <p:nvPr/>
          </p:nvSpPr>
          <p:spPr>
            <a:xfrm>
              <a:off x="4331787" y="3866192"/>
              <a:ext cx="2329" cy="7912"/>
            </a:xfrm>
            <a:custGeom>
              <a:avLst/>
              <a:pathLst>
                <a:path w="2329" h="7912">
                  <a:moveTo>
                    <a:pt x="2053" y="7465"/>
                  </a:moveTo>
                  <a:lnTo>
                    <a:pt x="1842" y="7912"/>
                  </a:lnTo>
                  <a:lnTo>
                    <a:pt x="796" y="7742"/>
                  </a:lnTo>
                  <a:lnTo>
                    <a:pt x="0" y="4694"/>
                  </a:lnTo>
                  <a:lnTo>
                    <a:pt x="6" y="2438"/>
                  </a:lnTo>
                  <a:lnTo>
                    <a:pt x="632" y="366"/>
                  </a:lnTo>
                  <a:lnTo>
                    <a:pt x="1388" y="0"/>
                  </a:lnTo>
                  <a:lnTo>
                    <a:pt x="1802" y="802"/>
                  </a:lnTo>
                  <a:lnTo>
                    <a:pt x="2190" y="2533"/>
                  </a:lnTo>
                  <a:lnTo>
                    <a:pt x="2329" y="4741"/>
                  </a:lnTo>
                  <a:lnTo>
                    <a:pt x="2241" y="668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g1374"/>
            <p:cNvSpPr/>
            <p:nvPr/>
          </p:nvSpPr>
          <p:spPr>
            <a:xfrm>
              <a:off x="4327405" y="3857875"/>
              <a:ext cx="2947" cy="10720"/>
            </a:xfrm>
            <a:custGeom>
              <a:avLst/>
              <a:pathLst>
                <a:path w="2947" h="10720">
                  <a:moveTo>
                    <a:pt x="1782" y="10313"/>
                  </a:moveTo>
                  <a:lnTo>
                    <a:pt x="1598" y="10720"/>
                  </a:lnTo>
                  <a:lnTo>
                    <a:pt x="1277" y="9124"/>
                  </a:lnTo>
                  <a:lnTo>
                    <a:pt x="1044" y="8625"/>
                  </a:lnTo>
                  <a:lnTo>
                    <a:pt x="1050" y="6847"/>
                  </a:lnTo>
                  <a:lnTo>
                    <a:pt x="81" y="3953"/>
                  </a:lnTo>
                  <a:lnTo>
                    <a:pt x="0" y="1956"/>
                  </a:lnTo>
                  <a:lnTo>
                    <a:pt x="562" y="0"/>
                  </a:lnTo>
                  <a:lnTo>
                    <a:pt x="1319" y="1139"/>
                  </a:lnTo>
                  <a:lnTo>
                    <a:pt x="2069" y="3595"/>
                  </a:lnTo>
                  <a:lnTo>
                    <a:pt x="2947" y="4397"/>
                  </a:lnTo>
                  <a:lnTo>
                    <a:pt x="2766" y="6025"/>
                  </a:lnTo>
                  <a:lnTo>
                    <a:pt x="1976" y="895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g1375"/>
            <p:cNvSpPr/>
            <p:nvPr/>
          </p:nvSpPr>
          <p:spPr>
            <a:xfrm>
              <a:off x="4346199" y="3857009"/>
              <a:ext cx="13684" cy="29924"/>
            </a:xfrm>
            <a:custGeom>
              <a:avLst/>
              <a:pathLst>
                <a:path w="13684" h="29924">
                  <a:moveTo>
                    <a:pt x="13667" y="29240"/>
                  </a:moveTo>
                  <a:lnTo>
                    <a:pt x="13684" y="29924"/>
                  </a:lnTo>
                  <a:lnTo>
                    <a:pt x="12392" y="27454"/>
                  </a:lnTo>
                  <a:lnTo>
                    <a:pt x="11412" y="24435"/>
                  </a:lnTo>
                  <a:lnTo>
                    <a:pt x="8620" y="21148"/>
                  </a:lnTo>
                  <a:lnTo>
                    <a:pt x="8020" y="19463"/>
                  </a:lnTo>
                  <a:lnTo>
                    <a:pt x="7516" y="19253"/>
                  </a:lnTo>
                  <a:lnTo>
                    <a:pt x="6083" y="16505"/>
                  </a:lnTo>
                  <a:lnTo>
                    <a:pt x="4678" y="14656"/>
                  </a:lnTo>
                  <a:lnTo>
                    <a:pt x="3818" y="12264"/>
                  </a:lnTo>
                  <a:lnTo>
                    <a:pt x="3599" y="11285"/>
                  </a:lnTo>
                  <a:lnTo>
                    <a:pt x="3082" y="10702"/>
                  </a:lnTo>
                  <a:lnTo>
                    <a:pt x="2199" y="8076"/>
                  </a:lnTo>
                  <a:lnTo>
                    <a:pt x="1341" y="6333"/>
                  </a:lnTo>
                  <a:lnTo>
                    <a:pt x="1038" y="3151"/>
                  </a:lnTo>
                  <a:lnTo>
                    <a:pt x="205" y="958"/>
                  </a:lnTo>
                  <a:lnTo>
                    <a:pt x="0" y="0"/>
                  </a:lnTo>
                  <a:lnTo>
                    <a:pt x="2662" y="1760"/>
                  </a:lnTo>
                  <a:lnTo>
                    <a:pt x="3897" y="5249"/>
                  </a:lnTo>
                  <a:lnTo>
                    <a:pt x="4951" y="7222"/>
                  </a:lnTo>
                  <a:lnTo>
                    <a:pt x="5317" y="8648"/>
                  </a:lnTo>
                  <a:lnTo>
                    <a:pt x="6267" y="10601"/>
                  </a:lnTo>
                  <a:lnTo>
                    <a:pt x="7120" y="10780"/>
                  </a:lnTo>
                  <a:lnTo>
                    <a:pt x="7973" y="12748"/>
                  </a:lnTo>
                  <a:lnTo>
                    <a:pt x="8750" y="13279"/>
                  </a:lnTo>
                  <a:lnTo>
                    <a:pt x="9363" y="14309"/>
                  </a:lnTo>
                  <a:lnTo>
                    <a:pt x="13321" y="23114"/>
                  </a:lnTo>
                  <a:lnTo>
                    <a:pt x="12848" y="25451"/>
                  </a:lnTo>
                  <a:lnTo>
                    <a:pt x="13374" y="2714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g1376"/>
            <p:cNvSpPr/>
            <p:nvPr/>
          </p:nvSpPr>
          <p:spPr>
            <a:xfrm>
              <a:off x="4319474" y="3840114"/>
              <a:ext cx="1798" cy="4377"/>
            </a:xfrm>
            <a:custGeom>
              <a:avLst/>
              <a:pathLst>
                <a:path w="1798" h="4377">
                  <a:moveTo>
                    <a:pt x="1560" y="3670"/>
                  </a:moveTo>
                  <a:lnTo>
                    <a:pt x="594" y="4377"/>
                  </a:lnTo>
                  <a:lnTo>
                    <a:pt x="0" y="3428"/>
                  </a:lnTo>
                  <a:lnTo>
                    <a:pt x="263" y="1174"/>
                  </a:lnTo>
                  <a:lnTo>
                    <a:pt x="590" y="0"/>
                  </a:lnTo>
                  <a:lnTo>
                    <a:pt x="1798" y="207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g1377"/>
            <p:cNvSpPr/>
            <p:nvPr/>
          </p:nvSpPr>
          <p:spPr>
            <a:xfrm>
              <a:off x="4326925" y="3829356"/>
              <a:ext cx="10249" cy="24135"/>
            </a:xfrm>
            <a:custGeom>
              <a:avLst/>
              <a:pathLst>
                <a:path w="10249" h="24135">
                  <a:moveTo>
                    <a:pt x="9942" y="21319"/>
                  </a:moveTo>
                  <a:lnTo>
                    <a:pt x="10249" y="22360"/>
                  </a:lnTo>
                  <a:lnTo>
                    <a:pt x="9505" y="24135"/>
                  </a:lnTo>
                  <a:lnTo>
                    <a:pt x="8524" y="23171"/>
                  </a:lnTo>
                  <a:lnTo>
                    <a:pt x="8313" y="22176"/>
                  </a:lnTo>
                  <a:lnTo>
                    <a:pt x="8288" y="21648"/>
                  </a:lnTo>
                  <a:lnTo>
                    <a:pt x="7603" y="21988"/>
                  </a:lnTo>
                  <a:lnTo>
                    <a:pt x="6239" y="21120"/>
                  </a:lnTo>
                  <a:lnTo>
                    <a:pt x="4342" y="16889"/>
                  </a:lnTo>
                  <a:lnTo>
                    <a:pt x="2338" y="8925"/>
                  </a:lnTo>
                  <a:lnTo>
                    <a:pt x="407" y="4513"/>
                  </a:lnTo>
                  <a:lnTo>
                    <a:pt x="46" y="3142"/>
                  </a:lnTo>
                  <a:lnTo>
                    <a:pt x="0" y="868"/>
                  </a:lnTo>
                  <a:lnTo>
                    <a:pt x="258" y="0"/>
                  </a:lnTo>
                  <a:lnTo>
                    <a:pt x="1457" y="949"/>
                  </a:lnTo>
                  <a:lnTo>
                    <a:pt x="3008" y="4585"/>
                  </a:lnTo>
                  <a:lnTo>
                    <a:pt x="5554" y="8365"/>
                  </a:lnTo>
                  <a:lnTo>
                    <a:pt x="6248" y="10293"/>
                  </a:lnTo>
                  <a:lnTo>
                    <a:pt x="6690" y="14918"/>
                  </a:lnTo>
                  <a:lnTo>
                    <a:pt x="7121" y="16295"/>
                  </a:lnTo>
                  <a:lnTo>
                    <a:pt x="8494" y="19844"/>
                  </a:lnTo>
                  <a:lnTo>
                    <a:pt x="9220" y="20675"/>
                  </a:lnTo>
                  <a:lnTo>
                    <a:pt x="9604" y="2082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8"/>
            <p:cNvSpPr/>
            <p:nvPr/>
          </p:nvSpPr>
          <p:spPr>
            <a:xfrm>
              <a:off x="2698330" y="3408398"/>
              <a:ext cx="4335" cy="6706"/>
            </a:xfrm>
            <a:custGeom>
              <a:avLst/>
              <a:pathLst>
                <a:path w="4335" h="6706">
                  <a:moveTo>
                    <a:pt x="4090" y="5935"/>
                  </a:moveTo>
                  <a:lnTo>
                    <a:pt x="3951" y="6706"/>
                  </a:lnTo>
                  <a:lnTo>
                    <a:pt x="3311" y="4807"/>
                  </a:lnTo>
                  <a:lnTo>
                    <a:pt x="0" y="1960"/>
                  </a:lnTo>
                  <a:lnTo>
                    <a:pt x="934" y="448"/>
                  </a:lnTo>
                  <a:lnTo>
                    <a:pt x="3233" y="0"/>
                  </a:lnTo>
                  <a:lnTo>
                    <a:pt x="3916" y="881"/>
                  </a:lnTo>
                  <a:lnTo>
                    <a:pt x="4221" y="1618"/>
                  </a:lnTo>
                  <a:lnTo>
                    <a:pt x="4335" y="301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g1379"/>
            <p:cNvSpPr/>
            <p:nvPr/>
          </p:nvSpPr>
          <p:spPr>
            <a:xfrm>
              <a:off x="2695051" y="3338682"/>
              <a:ext cx="28932" cy="91306"/>
            </a:xfrm>
            <a:custGeom>
              <a:avLst/>
              <a:pathLst>
                <a:path w="28932" h="91306">
                  <a:moveTo>
                    <a:pt x="28932" y="44659"/>
                  </a:moveTo>
                  <a:lnTo>
                    <a:pt x="28907" y="45577"/>
                  </a:lnTo>
                  <a:lnTo>
                    <a:pt x="28629" y="49810"/>
                  </a:lnTo>
                  <a:lnTo>
                    <a:pt x="28195" y="53442"/>
                  </a:lnTo>
                  <a:lnTo>
                    <a:pt x="27909" y="54338"/>
                  </a:lnTo>
                  <a:lnTo>
                    <a:pt x="26686" y="55293"/>
                  </a:lnTo>
                  <a:lnTo>
                    <a:pt x="26166" y="56893"/>
                  </a:lnTo>
                  <a:lnTo>
                    <a:pt x="25717" y="62055"/>
                  </a:lnTo>
                  <a:lnTo>
                    <a:pt x="25430" y="66105"/>
                  </a:lnTo>
                  <a:lnTo>
                    <a:pt x="25008" y="66784"/>
                  </a:lnTo>
                  <a:lnTo>
                    <a:pt x="23213" y="72640"/>
                  </a:lnTo>
                  <a:lnTo>
                    <a:pt x="22038" y="74862"/>
                  </a:lnTo>
                  <a:lnTo>
                    <a:pt x="21220" y="76766"/>
                  </a:lnTo>
                  <a:lnTo>
                    <a:pt x="20444" y="79254"/>
                  </a:lnTo>
                  <a:lnTo>
                    <a:pt x="19467" y="81671"/>
                  </a:lnTo>
                  <a:lnTo>
                    <a:pt x="18419" y="85747"/>
                  </a:lnTo>
                  <a:lnTo>
                    <a:pt x="17671" y="89986"/>
                  </a:lnTo>
                  <a:lnTo>
                    <a:pt x="17161" y="91306"/>
                  </a:lnTo>
                  <a:lnTo>
                    <a:pt x="16777" y="90111"/>
                  </a:lnTo>
                  <a:lnTo>
                    <a:pt x="14989" y="85927"/>
                  </a:lnTo>
                  <a:lnTo>
                    <a:pt x="13108" y="83121"/>
                  </a:lnTo>
                  <a:lnTo>
                    <a:pt x="9094" y="78444"/>
                  </a:lnTo>
                  <a:lnTo>
                    <a:pt x="7758" y="77130"/>
                  </a:lnTo>
                  <a:lnTo>
                    <a:pt x="7806" y="75469"/>
                  </a:lnTo>
                  <a:lnTo>
                    <a:pt x="8267" y="72439"/>
                  </a:lnTo>
                  <a:lnTo>
                    <a:pt x="7520" y="68873"/>
                  </a:lnTo>
                  <a:lnTo>
                    <a:pt x="7810" y="66286"/>
                  </a:lnTo>
                  <a:lnTo>
                    <a:pt x="7520" y="66283"/>
                  </a:lnTo>
                  <a:lnTo>
                    <a:pt x="6945" y="67843"/>
                  </a:lnTo>
                  <a:lnTo>
                    <a:pt x="5720" y="67391"/>
                  </a:lnTo>
                  <a:lnTo>
                    <a:pt x="4910" y="65168"/>
                  </a:lnTo>
                  <a:lnTo>
                    <a:pt x="4247" y="64352"/>
                  </a:lnTo>
                  <a:lnTo>
                    <a:pt x="3958" y="63231"/>
                  </a:lnTo>
                  <a:lnTo>
                    <a:pt x="3533" y="57365"/>
                  </a:lnTo>
                  <a:lnTo>
                    <a:pt x="3227" y="54701"/>
                  </a:lnTo>
                  <a:lnTo>
                    <a:pt x="2613" y="53058"/>
                  </a:lnTo>
                  <a:lnTo>
                    <a:pt x="1381" y="52654"/>
                  </a:lnTo>
                  <a:lnTo>
                    <a:pt x="874" y="49071"/>
                  </a:lnTo>
                  <a:lnTo>
                    <a:pt x="191" y="46297"/>
                  </a:lnTo>
                  <a:lnTo>
                    <a:pt x="302" y="44587"/>
                  </a:lnTo>
                  <a:lnTo>
                    <a:pt x="859" y="44685"/>
                  </a:lnTo>
                  <a:lnTo>
                    <a:pt x="1295" y="45926"/>
                  </a:lnTo>
                  <a:lnTo>
                    <a:pt x="1996" y="46444"/>
                  </a:lnTo>
                  <a:lnTo>
                    <a:pt x="2869" y="43439"/>
                  </a:lnTo>
                  <a:lnTo>
                    <a:pt x="3650" y="41811"/>
                  </a:lnTo>
                  <a:lnTo>
                    <a:pt x="3831" y="40386"/>
                  </a:lnTo>
                  <a:lnTo>
                    <a:pt x="3736" y="39604"/>
                  </a:lnTo>
                  <a:lnTo>
                    <a:pt x="3261" y="40818"/>
                  </a:lnTo>
                  <a:lnTo>
                    <a:pt x="1965" y="40505"/>
                  </a:lnTo>
                  <a:lnTo>
                    <a:pt x="1644" y="41598"/>
                  </a:lnTo>
                  <a:lnTo>
                    <a:pt x="1065" y="41948"/>
                  </a:lnTo>
                  <a:lnTo>
                    <a:pt x="617" y="38432"/>
                  </a:lnTo>
                  <a:lnTo>
                    <a:pt x="639" y="36362"/>
                  </a:lnTo>
                  <a:lnTo>
                    <a:pt x="824" y="34082"/>
                  </a:lnTo>
                  <a:lnTo>
                    <a:pt x="2130" y="33691"/>
                  </a:lnTo>
                  <a:lnTo>
                    <a:pt x="2241" y="32958"/>
                  </a:lnTo>
                  <a:lnTo>
                    <a:pt x="1335" y="32469"/>
                  </a:lnTo>
                  <a:lnTo>
                    <a:pt x="202" y="29818"/>
                  </a:lnTo>
                  <a:lnTo>
                    <a:pt x="0" y="27992"/>
                  </a:lnTo>
                  <a:lnTo>
                    <a:pt x="561" y="27374"/>
                  </a:lnTo>
                  <a:lnTo>
                    <a:pt x="1098" y="27647"/>
                  </a:lnTo>
                  <a:lnTo>
                    <a:pt x="1565" y="28041"/>
                  </a:lnTo>
                  <a:lnTo>
                    <a:pt x="2070" y="27389"/>
                  </a:lnTo>
                  <a:lnTo>
                    <a:pt x="2544" y="26386"/>
                  </a:lnTo>
                  <a:lnTo>
                    <a:pt x="2826" y="25105"/>
                  </a:lnTo>
                  <a:lnTo>
                    <a:pt x="3209" y="21665"/>
                  </a:lnTo>
                  <a:lnTo>
                    <a:pt x="4437" y="20515"/>
                  </a:lnTo>
                  <a:lnTo>
                    <a:pt x="5160" y="18407"/>
                  </a:lnTo>
                  <a:lnTo>
                    <a:pt x="5847" y="15139"/>
                  </a:lnTo>
                  <a:lnTo>
                    <a:pt x="6162" y="12842"/>
                  </a:lnTo>
                  <a:lnTo>
                    <a:pt x="6446" y="11698"/>
                  </a:lnTo>
                  <a:lnTo>
                    <a:pt x="6624" y="10705"/>
                  </a:lnTo>
                  <a:lnTo>
                    <a:pt x="6756" y="9614"/>
                  </a:lnTo>
                  <a:lnTo>
                    <a:pt x="7064" y="8615"/>
                  </a:lnTo>
                  <a:lnTo>
                    <a:pt x="7386" y="6185"/>
                  </a:lnTo>
                  <a:lnTo>
                    <a:pt x="7606" y="3970"/>
                  </a:lnTo>
                  <a:lnTo>
                    <a:pt x="8312" y="2907"/>
                  </a:lnTo>
                  <a:lnTo>
                    <a:pt x="9757" y="1972"/>
                  </a:lnTo>
                  <a:lnTo>
                    <a:pt x="11059" y="3579"/>
                  </a:lnTo>
                  <a:lnTo>
                    <a:pt x="13169" y="2180"/>
                  </a:lnTo>
                  <a:lnTo>
                    <a:pt x="13282" y="103"/>
                  </a:lnTo>
                  <a:lnTo>
                    <a:pt x="15214" y="69"/>
                  </a:lnTo>
                  <a:lnTo>
                    <a:pt x="17504" y="31"/>
                  </a:lnTo>
                  <a:lnTo>
                    <a:pt x="19410" y="0"/>
                  </a:lnTo>
                  <a:lnTo>
                    <a:pt x="20063" y="555"/>
                  </a:lnTo>
                  <a:lnTo>
                    <a:pt x="20302" y="2103"/>
                  </a:lnTo>
                  <a:lnTo>
                    <a:pt x="20928" y="4531"/>
                  </a:lnTo>
                  <a:lnTo>
                    <a:pt x="21584" y="6211"/>
                  </a:lnTo>
                  <a:lnTo>
                    <a:pt x="22395" y="9896"/>
                  </a:lnTo>
                  <a:lnTo>
                    <a:pt x="23340" y="14185"/>
                  </a:lnTo>
                  <a:lnTo>
                    <a:pt x="24361" y="18059"/>
                  </a:lnTo>
                  <a:lnTo>
                    <a:pt x="25016" y="20160"/>
                  </a:lnTo>
                  <a:lnTo>
                    <a:pt x="25091" y="20896"/>
                  </a:lnTo>
                  <a:lnTo>
                    <a:pt x="25043" y="21730"/>
                  </a:lnTo>
                  <a:lnTo>
                    <a:pt x="24720" y="23699"/>
                  </a:lnTo>
                  <a:lnTo>
                    <a:pt x="24444" y="25830"/>
                  </a:lnTo>
                  <a:lnTo>
                    <a:pt x="24473" y="26631"/>
                  </a:lnTo>
                  <a:lnTo>
                    <a:pt x="24666" y="27032"/>
                  </a:lnTo>
                  <a:lnTo>
                    <a:pt x="25732" y="27697"/>
                  </a:lnTo>
                  <a:lnTo>
                    <a:pt x="25831" y="30072"/>
                  </a:lnTo>
                  <a:lnTo>
                    <a:pt x="25832" y="33359"/>
                  </a:lnTo>
                  <a:lnTo>
                    <a:pt x="26350" y="36427"/>
                  </a:lnTo>
                  <a:lnTo>
                    <a:pt x="26842" y="38679"/>
                  </a:lnTo>
                  <a:lnTo>
                    <a:pt x="26817" y="39484"/>
                  </a:lnTo>
                  <a:lnTo>
                    <a:pt x="25612" y="43335"/>
                  </a:lnTo>
                  <a:lnTo>
                    <a:pt x="25142" y="47158"/>
                  </a:lnTo>
                  <a:lnTo>
                    <a:pt x="24904" y="48233"/>
                  </a:lnTo>
                  <a:lnTo>
                    <a:pt x="24808" y="49089"/>
                  </a:lnTo>
                  <a:lnTo>
                    <a:pt x="25050" y="49490"/>
                  </a:lnTo>
                  <a:lnTo>
                    <a:pt x="25380" y="49236"/>
                  </a:lnTo>
                  <a:lnTo>
                    <a:pt x="25847" y="49555"/>
                  </a:lnTo>
                  <a:lnTo>
                    <a:pt x="26292" y="49667"/>
                  </a:lnTo>
                  <a:lnTo>
                    <a:pt x="26882" y="48295"/>
                  </a:lnTo>
                  <a:lnTo>
                    <a:pt x="27862" y="44783"/>
                  </a:lnTo>
                  <a:lnTo>
                    <a:pt x="28193" y="4435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g1380"/>
            <p:cNvSpPr/>
            <p:nvPr/>
          </p:nvSpPr>
          <p:spPr>
            <a:xfrm>
              <a:off x="1956594" y="3207645"/>
              <a:ext cx="22982" cy="37441"/>
            </a:xfrm>
            <a:custGeom>
              <a:avLst/>
              <a:pathLst>
                <a:path w="22982" h="37441">
                  <a:moveTo>
                    <a:pt x="7145" y="445"/>
                  </a:moveTo>
                  <a:lnTo>
                    <a:pt x="7389" y="582"/>
                  </a:lnTo>
                  <a:lnTo>
                    <a:pt x="8996" y="2092"/>
                  </a:lnTo>
                  <a:lnTo>
                    <a:pt x="9473" y="1799"/>
                  </a:lnTo>
                  <a:lnTo>
                    <a:pt x="10082" y="3012"/>
                  </a:lnTo>
                  <a:lnTo>
                    <a:pt x="10373" y="3963"/>
                  </a:lnTo>
                  <a:lnTo>
                    <a:pt x="10629" y="5270"/>
                  </a:lnTo>
                  <a:lnTo>
                    <a:pt x="11897" y="7902"/>
                  </a:lnTo>
                  <a:lnTo>
                    <a:pt x="12112" y="9052"/>
                  </a:lnTo>
                  <a:lnTo>
                    <a:pt x="13060" y="10603"/>
                  </a:lnTo>
                  <a:lnTo>
                    <a:pt x="13442" y="11790"/>
                  </a:lnTo>
                  <a:lnTo>
                    <a:pt x="13846" y="12279"/>
                  </a:lnTo>
                  <a:lnTo>
                    <a:pt x="14639" y="12734"/>
                  </a:lnTo>
                  <a:lnTo>
                    <a:pt x="15317" y="13360"/>
                  </a:lnTo>
                  <a:lnTo>
                    <a:pt x="15396" y="13796"/>
                  </a:lnTo>
                  <a:lnTo>
                    <a:pt x="15461" y="15559"/>
                  </a:lnTo>
                  <a:lnTo>
                    <a:pt x="15605" y="17045"/>
                  </a:lnTo>
                  <a:lnTo>
                    <a:pt x="15927" y="17142"/>
                  </a:lnTo>
                  <a:lnTo>
                    <a:pt x="16318" y="16420"/>
                  </a:lnTo>
                  <a:lnTo>
                    <a:pt x="17589" y="14432"/>
                  </a:lnTo>
                  <a:lnTo>
                    <a:pt x="18793" y="13112"/>
                  </a:lnTo>
                  <a:lnTo>
                    <a:pt x="19471" y="13903"/>
                  </a:lnTo>
                  <a:lnTo>
                    <a:pt x="19873" y="15556"/>
                  </a:lnTo>
                  <a:lnTo>
                    <a:pt x="20331" y="16295"/>
                  </a:lnTo>
                  <a:lnTo>
                    <a:pt x="21283" y="15842"/>
                  </a:lnTo>
                  <a:lnTo>
                    <a:pt x="22146" y="15989"/>
                  </a:lnTo>
                  <a:lnTo>
                    <a:pt x="22827" y="17435"/>
                  </a:lnTo>
                  <a:lnTo>
                    <a:pt x="22982" y="18273"/>
                  </a:lnTo>
                  <a:lnTo>
                    <a:pt x="22566" y="23082"/>
                  </a:lnTo>
                  <a:lnTo>
                    <a:pt x="22415" y="25139"/>
                  </a:lnTo>
                  <a:lnTo>
                    <a:pt x="22342" y="26881"/>
                  </a:lnTo>
                  <a:lnTo>
                    <a:pt x="22586" y="27335"/>
                  </a:lnTo>
                  <a:lnTo>
                    <a:pt x="22825" y="28012"/>
                  </a:lnTo>
                  <a:lnTo>
                    <a:pt x="22773" y="28950"/>
                  </a:lnTo>
                  <a:lnTo>
                    <a:pt x="22031" y="30492"/>
                  </a:lnTo>
                  <a:lnTo>
                    <a:pt x="21799" y="30887"/>
                  </a:lnTo>
                  <a:lnTo>
                    <a:pt x="21969" y="33861"/>
                  </a:lnTo>
                  <a:lnTo>
                    <a:pt x="21417" y="35656"/>
                  </a:lnTo>
                  <a:lnTo>
                    <a:pt x="20910" y="36949"/>
                  </a:lnTo>
                  <a:lnTo>
                    <a:pt x="20020" y="37301"/>
                  </a:lnTo>
                  <a:lnTo>
                    <a:pt x="18508" y="37441"/>
                  </a:lnTo>
                  <a:lnTo>
                    <a:pt x="16235" y="35978"/>
                  </a:lnTo>
                  <a:lnTo>
                    <a:pt x="14558" y="33982"/>
                  </a:lnTo>
                  <a:lnTo>
                    <a:pt x="13653" y="33969"/>
                  </a:lnTo>
                  <a:lnTo>
                    <a:pt x="13940" y="34629"/>
                  </a:lnTo>
                  <a:lnTo>
                    <a:pt x="14654" y="35049"/>
                  </a:lnTo>
                  <a:lnTo>
                    <a:pt x="15593" y="36461"/>
                  </a:lnTo>
                  <a:lnTo>
                    <a:pt x="15323" y="36852"/>
                  </a:lnTo>
                  <a:lnTo>
                    <a:pt x="11910" y="33917"/>
                  </a:lnTo>
                  <a:lnTo>
                    <a:pt x="7962" y="28161"/>
                  </a:lnTo>
                  <a:lnTo>
                    <a:pt x="5601" y="27243"/>
                  </a:lnTo>
                  <a:lnTo>
                    <a:pt x="2900" y="25737"/>
                  </a:lnTo>
                  <a:lnTo>
                    <a:pt x="1302" y="22101"/>
                  </a:lnTo>
                  <a:lnTo>
                    <a:pt x="102" y="20524"/>
                  </a:lnTo>
                  <a:lnTo>
                    <a:pt x="0" y="19150"/>
                  </a:lnTo>
                  <a:lnTo>
                    <a:pt x="11" y="17621"/>
                  </a:lnTo>
                  <a:lnTo>
                    <a:pt x="555" y="15573"/>
                  </a:lnTo>
                  <a:lnTo>
                    <a:pt x="1569" y="12816"/>
                  </a:lnTo>
                  <a:lnTo>
                    <a:pt x="2241" y="11391"/>
                  </a:lnTo>
                  <a:lnTo>
                    <a:pt x="2556" y="11111"/>
                  </a:lnTo>
                  <a:lnTo>
                    <a:pt x="3001" y="11258"/>
                  </a:lnTo>
                  <a:lnTo>
                    <a:pt x="3427" y="10463"/>
                  </a:lnTo>
                  <a:lnTo>
                    <a:pt x="3795" y="8563"/>
                  </a:lnTo>
                  <a:lnTo>
                    <a:pt x="4178" y="7339"/>
                  </a:lnTo>
                  <a:lnTo>
                    <a:pt x="5149" y="6100"/>
                  </a:lnTo>
                  <a:lnTo>
                    <a:pt x="5371" y="5609"/>
                  </a:lnTo>
                  <a:lnTo>
                    <a:pt x="5295" y="4546"/>
                  </a:lnTo>
                  <a:lnTo>
                    <a:pt x="5085" y="2483"/>
                  </a:lnTo>
                  <a:lnTo>
                    <a:pt x="5117" y="1211"/>
                  </a:lnTo>
                  <a:lnTo>
                    <a:pt x="5435" y="626"/>
                  </a:lnTo>
                  <a:lnTo>
                    <a:pt x="5816" y="512"/>
                  </a:lnTo>
                  <a:lnTo>
                    <a:pt x="6605" y="0"/>
                  </a:lnTo>
                  <a:lnTo>
                    <a:pt x="6947" y="10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g1381"/>
            <p:cNvSpPr/>
            <p:nvPr/>
          </p:nvSpPr>
          <p:spPr>
            <a:xfrm>
              <a:off x="2942022" y="2334215"/>
              <a:ext cx="1132" cy="2826"/>
            </a:xfrm>
            <a:custGeom>
              <a:avLst/>
              <a:pathLst>
                <a:path w="1132" h="2826">
                  <a:moveTo>
                    <a:pt x="0" y="1630"/>
                  </a:moveTo>
                  <a:lnTo>
                    <a:pt x="425" y="216"/>
                  </a:lnTo>
                  <a:lnTo>
                    <a:pt x="1027" y="0"/>
                  </a:lnTo>
                  <a:lnTo>
                    <a:pt x="1132" y="1086"/>
                  </a:lnTo>
                  <a:lnTo>
                    <a:pt x="849" y="2610"/>
                  </a:lnTo>
                  <a:lnTo>
                    <a:pt x="283" y="28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g1382"/>
            <p:cNvSpPr/>
            <p:nvPr/>
          </p:nvSpPr>
          <p:spPr>
            <a:xfrm>
              <a:off x="3232927" y="3294262"/>
              <a:ext cx="60394" cy="103502"/>
            </a:xfrm>
            <a:custGeom>
              <a:avLst/>
              <a:pathLst>
                <a:path w="60394" h="103502">
                  <a:moveTo>
                    <a:pt x="60394" y="7131"/>
                  </a:moveTo>
                  <a:lnTo>
                    <a:pt x="60393" y="15291"/>
                  </a:lnTo>
                  <a:lnTo>
                    <a:pt x="60393" y="23213"/>
                  </a:lnTo>
                  <a:lnTo>
                    <a:pt x="60392" y="31515"/>
                  </a:lnTo>
                  <a:lnTo>
                    <a:pt x="60391" y="45101"/>
                  </a:lnTo>
                  <a:lnTo>
                    <a:pt x="60391" y="50002"/>
                  </a:lnTo>
                  <a:lnTo>
                    <a:pt x="60389" y="57197"/>
                  </a:lnTo>
                  <a:lnTo>
                    <a:pt x="60389" y="60517"/>
                  </a:lnTo>
                  <a:lnTo>
                    <a:pt x="59000" y="66990"/>
                  </a:lnTo>
                  <a:lnTo>
                    <a:pt x="57298" y="74912"/>
                  </a:lnTo>
                  <a:lnTo>
                    <a:pt x="55491" y="83334"/>
                  </a:lnTo>
                  <a:lnTo>
                    <a:pt x="53993" y="90315"/>
                  </a:lnTo>
                  <a:lnTo>
                    <a:pt x="52589" y="96851"/>
                  </a:lnTo>
                  <a:lnTo>
                    <a:pt x="51161" y="103502"/>
                  </a:lnTo>
                  <a:lnTo>
                    <a:pt x="47888" y="103502"/>
                  </a:lnTo>
                  <a:lnTo>
                    <a:pt x="44696" y="103502"/>
                  </a:lnTo>
                  <a:lnTo>
                    <a:pt x="41548" y="103502"/>
                  </a:lnTo>
                  <a:lnTo>
                    <a:pt x="40983" y="102643"/>
                  </a:lnTo>
                  <a:lnTo>
                    <a:pt x="38342" y="99924"/>
                  </a:lnTo>
                  <a:lnTo>
                    <a:pt x="34989" y="96473"/>
                  </a:lnTo>
                  <a:lnTo>
                    <a:pt x="30829" y="92190"/>
                  </a:lnTo>
                  <a:lnTo>
                    <a:pt x="27870" y="89143"/>
                  </a:lnTo>
                  <a:lnTo>
                    <a:pt x="24711" y="85957"/>
                  </a:lnTo>
                  <a:lnTo>
                    <a:pt x="21506" y="82725"/>
                  </a:lnTo>
                  <a:lnTo>
                    <a:pt x="18992" y="80187"/>
                  </a:lnTo>
                  <a:lnTo>
                    <a:pt x="15860" y="77026"/>
                  </a:lnTo>
                  <a:lnTo>
                    <a:pt x="13136" y="74279"/>
                  </a:lnTo>
                  <a:lnTo>
                    <a:pt x="12760" y="73605"/>
                  </a:lnTo>
                  <a:lnTo>
                    <a:pt x="11251" y="69411"/>
                  </a:lnTo>
                  <a:lnTo>
                    <a:pt x="9268" y="63896"/>
                  </a:lnTo>
                  <a:lnTo>
                    <a:pt x="8888" y="63798"/>
                  </a:lnTo>
                  <a:lnTo>
                    <a:pt x="7941" y="62653"/>
                  </a:lnTo>
                  <a:lnTo>
                    <a:pt x="7093" y="59675"/>
                  </a:lnTo>
                  <a:lnTo>
                    <a:pt x="6216" y="55869"/>
                  </a:lnTo>
                  <a:lnTo>
                    <a:pt x="5402" y="51109"/>
                  </a:lnTo>
                  <a:lnTo>
                    <a:pt x="5049" y="47864"/>
                  </a:lnTo>
                  <a:lnTo>
                    <a:pt x="3965" y="46497"/>
                  </a:lnTo>
                  <a:lnTo>
                    <a:pt x="3444" y="43945"/>
                  </a:lnTo>
                  <a:lnTo>
                    <a:pt x="2461" y="40156"/>
                  </a:lnTo>
                  <a:lnTo>
                    <a:pt x="1780" y="38317"/>
                  </a:lnTo>
                  <a:lnTo>
                    <a:pt x="1537" y="36712"/>
                  </a:lnTo>
                  <a:lnTo>
                    <a:pt x="1223" y="33395"/>
                  </a:lnTo>
                  <a:lnTo>
                    <a:pt x="660" y="29787"/>
                  </a:lnTo>
                  <a:lnTo>
                    <a:pt x="122" y="27546"/>
                  </a:lnTo>
                  <a:lnTo>
                    <a:pt x="0" y="26588"/>
                  </a:lnTo>
                  <a:lnTo>
                    <a:pt x="30" y="25956"/>
                  </a:lnTo>
                  <a:lnTo>
                    <a:pt x="1025" y="21065"/>
                  </a:lnTo>
                  <a:lnTo>
                    <a:pt x="1473" y="19319"/>
                  </a:lnTo>
                  <a:lnTo>
                    <a:pt x="1984" y="17628"/>
                  </a:lnTo>
                  <a:lnTo>
                    <a:pt x="2400" y="15943"/>
                  </a:lnTo>
                  <a:lnTo>
                    <a:pt x="2560" y="14788"/>
                  </a:lnTo>
                  <a:lnTo>
                    <a:pt x="3770" y="9026"/>
                  </a:lnTo>
                  <a:lnTo>
                    <a:pt x="4834" y="3962"/>
                  </a:lnTo>
                  <a:lnTo>
                    <a:pt x="5667" y="0"/>
                  </a:lnTo>
                  <a:lnTo>
                    <a:pt x="7544" y="4531"/>
                  </a:lnTo>
                  <a:lnTo>
                    <a:pt x="9370" y="13721"/>
                  </a:lnTo>
                  <a:lnTo>
                    <a:pt x="11500" y="21143"/>
                  </a:lnTo>
                  <a:lnTo>
                    <a:pt x="14437" y="28042"/>
                  </a:lnTo>
                  <a:lnTo>
                    <a:pt x="15601" y="30374"/>
                  </a:lnTo>
                  <a:lnTo>
                    <a:pt x="16632" y="31605"/>
                  </a:lnTo>
                  <a:lnTo>
                    <a:pt x="21981" y="31413"/>
                  </a:lnTo>
                  <a:lnTo>
                    <a:pt x="25776" y="25118"/>
                  </a:lnTo>
                  <a:lnTo>
                    <a:pt x="29220" y="20563"/>
                  </a:lnTo>
                  <a:lnTo>
                    <a:pt x="30381" y="19618"/>
                  </a:lnTo>
                  <a:lnTo>
                    <a:pt x="32379" y="20864"/>
                  </a:lnTo>
                  <a:lnTo>
                    <a:pt x="34584" y="21236"/>
                  </a:lnTo>
                  <a:lnTo>
                    <a:pt x="36568" y="22623"/>
                  </a:lnTo>
                  <a:lnTo>
                    <a:pt x="37575" y="22274"/>
                  </a:lnTo>
                  <a:lnTo>
                    <a:pt x="41502" y="16973"/>
                  </a:lnTo>
                  <a:lnTo>
                    <a:pt x="43969" y="11816"/>
                  </a:lnTo>
                  <a:lnTo>
                    <a:pt x="45650" y="9626"/>
                  </a:lnTo>
                  <a:lnTo>
                    <a:pt x="46312" y="9603"/>
                  </a:lnTo>
                  <a:lnTo>
                    <a:pt x="48607" y="11458"/>
                  </a:lnTo>
                  <a:lnTo>
                    <a:pt x="51556" y="10650"/>
                  </a:lnTo>
                  <a:lnTo>
                    <a:pt x="55590" y="6195"/>
                  </a:lnTo>
                  <a:lnTo>
                    <a:pt x="56875" y="5298"/>
                  </a:lnTo>
                  <a:lnTo>
                    <a:pt x="57854" y="5234"/>
                  </a:lnTo>
                  <a:lnTo>
                    <a:pt x="60053" y="723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3"/>
            <p:cNvSpPr/>
            <p:nvPr/>
          </p:nvSpPr>
          <p:spPr>
            <a:xfrm>
              <a:off x="3216661" y="3279963"/>
              <a:ext cx="100230" cy="404201"/>
            </a:xfrm>
            <a:custGeom>
              <a:avLst/>
              <a:pathLst>
                <a:path w="100230" h="404201">
                  <a:moveTo>
                    <a:pt x="5463" y="404201"/>
                  </a:moveTo>
                  <a:lnTo>
                    <a:pt x="5510" y="401774"/>
                  </a:lnTo>
                  <a:lnTo>
                    <a:pt x="5358" y="400565"/>
                  </a:lnTo>
                  <a:lnTo>
                    <a:pt x="4446" y="396938"/>
                  </a:lnTo>
                  <a:lnTo>
                    <a:pt x="2743" y="390171"/>
                  </a:lnTo>
                  <a:lnTo>
                    <a:pt x="1455" y="385058"/>
                  </a:lnTo>
                  <a:lnTo>
                    <a:pt x="137" y="379823"/>
                  </a:lnTo>
                  <a:lnTo>
                    <a:pt x="132" y="375639"/>
                  </a:lnTo>
                  <a:lnTo>
                    <a:pt x="116" y="363187"/>
                  </a:lnTo>
                  <a:lnTo>
                    <a:pt x="84" y="338286"/>
                  </a:lnTo>
                  <a:lnTo>
                    <a:pt x="53" y="313382"/>
                  </a:lnTo>
                  <a:lnTo>
                    <a:pt x="21" y="288479"/>
                  </a:lnTo>
                  <a:lnTo>
                    <a:pt x="5" y="276028"/>
                  </a:lnTo>
                  <a:lnTo>
                    <a:pt x="0" y="270936"/>
                  </a:lnTo>
                  <a:lnTo>
                    <a:pt x="137" y="270115"/>
                  </a:lnTo>
                  <a:lnTo>
                    <a:pt x="1639" y="265546"/>
                  </a:lnTo>
                  <a:lnTo>
                    <a:pt x="3627" y="259500"/>
                  </a:lnTo>
                  <a:lnTo>
                    <a:pt x="6239" y="248011"/>
                  </a:lnTo>
                  <a:lnTo>
                    <a:pt x="7657" y="241772"/>
                  </a:lnTo>
                  <a:lnTo>
                    <a:pt x="8840" y="236568"/>
                  </a:lnTo>
                  <a:lnTo>
                    <a:pt x="9141" y="234985"/>
                  </a:lnTo>
                  <a:lnTo>
                    <a:pt x="10187" y="231834"/>
                  </a:lnTo>
                  <a:lnTo>
                    <a:pt x="12151" y="229951"/>
                  </a:lnTo>
                  <a:lnTo>
                    <a:pt x="13369" y="229638"/>
                  </a:lnTo>
                  <a:lnTo>
                    <a:pt x="17565" y="227282"/>
                  </a:lnTo>
                  <a:lnTo>
                    <a:pt x="18190" y="226330"/>
                  </a:lnTo>
                  <a:lnTo>
                    <a:pt x="18557" y="225240"/>
                  </a:lnTo>
                  <a:lnTo>
                    <a:pt x="18905" y="222751"/>
                  </a:lnTo>
                  <a:lnTo>
                    <a:pt x="19723" y="219264"/>
                  </a:lnTo>
                  <a:lnTo>
                    <a:pt x="20777" y="216866"/>
                  </a:lnTo>
                  <a:lnTo>
                    <a:pt x="22779" y="213737"/>
                  </a:lnTo>
                  <a:lnTo>
                    <a:pt x="24743" y="211079"/>
                  </a:lnTo>
                  <a:lnTo>
                    <a:pt x="25178" y="210646"/>
                  </a:lnTo>
                  <a:lnTo>
                    <a:pt x="27540" y="208978"/>
                  </a:lnTo>
                  <a:lnTo>
                    <a:pt x="28120" y="208407"/>
                  </a:lnTo>
                  <a:lnTo>
                    <a:pt x="29075" y="207823"/>
                  </a:lnTo>
                  <a:lnTo>
                    <a:pt x="29453" y="207810"/>
                  </a:lnTo>
                  <a:lnTo>
                    <a:pt x="32735" y="208394"/>
                  </a:lnTo>
                  <a:lnTo>
                    <a:pt x="35303" y="208850"/>
                  </a:lnTo>
                  <a:lnTo>
                    <a:pt x="37946" y="209319"/>
                  </a:lnTo>
                  <a:lnTo>
                    <a:pt x="38224" y="208961"/>
                  </a:lnTo>
                  <a:lnTo>
                    <a:pt x="40073" y="202765"/>
                  </a:lnTo>
                  <a:lnTo>
                    <a:pt x="43011" y="192904"/>
                  </a:lnTo>
                  <a:lnTo>
                    <a:pt x="44887" y="186614"/>
                  </a:lnTo>
                  <a:lnTo>
                    <a:pt x="47784" y="176894"/>
                  </a:lnTo>
                  <a:lnTo>
                    <a:pt x="50013" y="169878"/>
                  </a:lnTo>
                  <a:lnTo>
                    <a:pt x="52476" y="162118"/>
                  </a:lnTo>
                  <a:lnTo>
                    <a:pt x="54868" y="155027"/>
                  </a:lnTo>
                  <a:lnTo>
                    <a:pt x="57746" y="146494"/>
                  </a:lnTo>
                  <a:lnTo>
                    <a:pt x="59559" y="141121"/>
                  </a:lnTo>
                  <a:lnTo>
                    <a:pt x="62377" y="132770"/>
                  </a:lnTo>
                  <a:lnTo>
                    <a:pt x="65057" y="124825"/>
                  </a:lnTo>
                  <a:lnTo>
                    <a:pt x="67428" y="117800"/>
                  </a:lnTo>
                  <a:lnTo>
                    <a:pt x="68855" y="111149"/>
                  </a:lnTo>
                  <a:lnTo>
                    <a:pt x="70259" y="104613"/>
                  </a:lnTo>
                  <a:lnTo>
                    <a:pt x="71757" y="97633"/>
                  </a:lnTo>
                  <a:lnTo>
                    <a:pt x="73565" y="89211"/>
                  </a:lnTo>
                  <a:lnTo>
                    <a:pt x="75266" y="81288"/>
                  </a:lnTo>
                  <a:lnTo>
                    <a:pt x="76655" y="74816"/>
                  </a:lnTo>
                  <a:lnTo>
                    <a:pt x="76655" y="71496"/>
                  </a:lnTo>
                  <a:lnTo>
                    <a:pt x="76657" y="64300"/>
                  </a:lnTo>
                  <a:lnTo>
                    <a:pt x="76657" y="59399"/>
                  </a:lnTo>
                  <a:lnTo>
                    <a:pt x="76658" y="45813"/>
                  </a:lnTo>
                  <a:lnTo>
                    <a:pt x="76659" y="37511"/>
                  </a:lnTo>
                  <a:lnTo>
                    <a:pt x="76659" y="29589"/>
                  </a:lnTo>
                  <a:lnTo>
                    <a:pt x="76660" y="21430"/>
                  </a:lnTo>
                  <a:lnTo>
                    <a:pt x="77848" y="21063"/>
                  </a:lnTo>
                  <a:lnTo>
                    <a:pt x="80983" y="18939"/>
                  </a:lnTo>
                  <a:lnTo>
                    <a:pt x="83423" y="15742"/>
                  </a:lnTo>
                  <a:lnTo>
                    <a:pt x="87922" y="13426"/>
                  </a:lnTo>
                  <a:lnTo>
                    <a:pt x="91346" y="7569"/>
                  </a:lnTo>
                  <a:lnTo>
                    <a:pt x="91943" y="4742"/>
                  </a:lnTo>
                  <a:lnTo>
                    <a:pt x="92978" y="1178"/>
                  </a:lnTo>
                  <a:lnTo>
                    <a:pt x="94481" y="0"/>
                  </a:lnTo>
                  <a:lnTo>
                    <a:pt x="98317" y="4187"/>
                  </a:lnTo>
                  <a:lnTo>
                    <a:pt x="98928" y="4520"/>
                  </a:lnTo>
                  <a:lnTo>
                    <a:pt x="98707" y="7052"/>
                  </a:lnTo>
                  <a:lnTo>
                    <a:pt x="98575" y="9633"/>
                  </a:lnTo>
                  <a:lnTo>
                    <a:pt x="97789" y="14141"/>
                  </a:lnTo>
                  <a:lnTo>
                    <a:pt x="97288" y="19149"/>
                  </a:lnTo>
                  <a:lnTo>
                    <a:pt x="97653" y="26799"/>
                  </a:lnTo>
                  <a:lnTo>
                    <a:pt x="97830" y="39205"/>
                  </a:lnTo>
                  <a:lnTo>
                    <a:pt x="97740" y="41007"/>
                  </a:lnTo>
                  <a:lnTo>
                    <a:pt x="97486" y="42782"/>
                  </a:lnTo>
                  <a:lnTo>
                    <a:pt x="97380" y="44180"/>
                  </a:lnTo>
                  <a:lnTo>
                    <a:pt x="96966" y="44669"/>
                  </a:lnTo>
                  <a:lnTo>
                    <a:pt x="96784" y="45473"/>
                  </a:lnTo>
                  <a:lnTo>
                    <a:pt x="97085" y="45793"/>
                  </a:lnTo>
                  <a:lnTo>
                    <a:pt x="98288" y="44440"/>
                  </a:lnTo>
                  <a:lnTo>
                    <a:pt x="98262" y="42960"/>
                  </a:lnTo>
                  <a:lnTo>
                    <a:pt x="98333" y="42227"/>
                  </a:lnTo>
                  <a:lnTo>
                    <a:pt x="99321" y="43880"/>
                  </a:lnTo>
                  <a:lnTo>
                    <a:pt x="100027" y="44573"/>
                  </a:lnTo>
                  <a:lnTo>
                    <a:pt x="100230" y="46128"/>
                  </a:lnTo>
                  <a:lnTo>
                    <a:pt x="100175" y="47194"/>
                  </a:lnTo>
                  <a:lnTo>
                    <a:pt x="99056" y="46704"/>
                  </a:lnTo>
                  <a:lnTo>
                    <a:pt x="98485" y="45878"/>
                  </a:lnTo>
                  <a:lnTo>
                    <a:pt x="96823" y="47235"/>
                  </a:lnTo>
                  <a:lnTo>
                    <a:pt x="95806" y="48701"/>
                  </a:lnTo>
                  <a:lnTo>
                    <a:pt x="95502" y="51136"/>
                  </a:lnTo>
                  <a:lnTo>
                    <a:pt x="95264" y="60856"/>
                  </a:lnTo>
                  <a:lnTo>
                    <a:pt x="94871" y="67170"/>
                  </a:lnTo>
                  <a:lnTo>
                    <a:pt x="94795" y="75513"/>
                  </a:lnTo>
                  <a:lnTo>
                    <a:pt x="93451" y="81039"/>
                  </a:lnTo>
                  <a:lnTo>
                    <a:pt x="92998" y="84936"/>
                  </a:lnTo>
                  <a:lnTo>
                    <a:pt x="90996" y="92737"/>
                  </a:lnTo>
                  <a:lnTo>
                    <a:pt x="89952" y="99406"/>
                  </a:lnTo>
                  <a:lnTo>
                    <a:pt x="89611" y="102661"/>
                  </a:lnTo>
                  <a:lnTo>
                    <a:pt x="87853" y="111810"/>
                  </a:lnTo>
                  <a:lnTo>
                    <a:pt x="85442" y="118820"/>
                  </a:lnTo>
                  <a:lnTo>
                    <a:pt x="84569" y="127775"/>
                  </a:lnTo>
                  <a:lnTo>
                    <a:pt x="83703" y="133389"/>
                  </a:lnTo>
                  <a:lnTo>
                    <a:pt x="82731" y="138488"/>
                  </a:lnTo>
                  <a:lnTo>
                    <a:pt x="80601" y="147543"/>
                  </a:lnTo>
                  <a:lnTo>
                    <a:pt x="79509" y="153842"/>
                  </a:lnTo>
                  <a:lnTo>
                    <a:pt x="78142" y="164760"/>
                  </a:lnTo>
                  <a:lnTo>
                    <a:pt x="77725" y="171681"/>
                  </a:lnTo>
                  <a:lnTo>
                    <a:pt x="73876" y="191752"/>
                  </a:lnTo>
                  <a:lnTo>
                    <a:pt x="69886" y="207759"/>
                  </a:lnTo>
                  <a:lnTo>
                    <a:pt x="67399" y="221223"/>
                  </a:lnTo>
                  <a:lnTo>
                    <a:pt x="62940" y="236848"/>
                  </a:lnTo>
                  <a:lnTo>
                    <a:pt x="56858" y="257018"/>
                  </a:lnTo>
                  <a:lnTo>
                    <a:pt x="48902" y="280968"/>
                  </a:lnTo>
                  <a:lnTo>
                    <a:pt x="46739" y="285852"/>
                  </a:lnTo>
                  <a:lnTo>
                    <a:pt x="38029" y="300618"/>
                  </a:lnTo>
                  <a:lnTo>
                    <a:pt x="32381" y="313004"/>
                  </a:lnTo>
                  <a:lnTo>
                    <a:pt x="29497" y="321428"/>
                  </a:lnTo>
                  <a:lnTo>
                    <a:pt x="26467" y="328757"/>
                  </a:lnTo>
                  <a:lnTo>
                    <a:pt x="24065" y="335738"/>
                  </a:lnTo>
                  <a:lnTo>
                    <a:pt x="16801" y="359297"/>
                  </a:lnTo>
                  <a:lnTo>
                    <a:pt x="16052" y="361516"/>
                  </a:lnTo>
                  <a:lnTo>
                    <a:pt x="15346" y="363606"/>
                  </a:lnTo>
                  <a:lnTo>
                    <a:pt x="14431" y="367597"/>
                  </a:lnTo>
                  <a:lnTo>
                    <a:pt x="13795" y="369178"/>
                  </a:lnTo>
                  <a:lnTo>
                    <a:pt x="12060" y="375913"/>
                  </a:lnTo>
                  <a:lnTo>
                    <a:pt x="10976" y="379405"/>
                  </a:lnTo>
                  <a:lnTo>
                    <a:pt x="9762" y="382859"/>
                  </a:lnTo>
                  <a:lnTo>
                    <a:pt x="9246" y="385297"/>
                  </a:lnTo>
                  <a:lnTo>
                    <a:pt x="8881" y="388105"/>
                  </a:lnTo>
                  <a:lnTo>
                    <a:pt x="8476" y="389666"/>
                  </a:lnTo>
                  <a:lnTo>
                    <a:pt x="7381" y="396364"/>
                  </a:lnTo>
                  <a:lnTo>
                    <a:pt x="6417" y="40075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g1384"/>
            <p:cNvSpPr/>
            <p:nvPr/>
          </p:nvSpPr>
          <p:spPr>
            <a:xfrm>
              <a:off x="2282139" y="2250847"/>
              <a:ext cx="1018" cy="1721"/>
            </a:xfrm>
            <a:custGeom>
              <a:avLst/>
              <a:pathLst>
                <a:path w="1018" h="1721">
                  <a:moveTo>
                    <a:pt x="889" y="1438"/>
                  </a:moveTo>
                  <a:lnTo>
                    <a:pt x="688" y="1721"/>
                  </a:lnTo>
                  <a:lnTo>
                    <a:pt x="0" y="1297"/>
                  </a:lnTo>
                  <a:lnTo>
                    <a:pt x="327" y="379"/>
                  </a:lnTo>
                  <a:lnTo>
                    <a:pt x="559" y="112"/>
                  </a:lnTo>
                  <a:lnTo>
                    <a:pt x="871" y="0"/>
                  </a:lnTo>
                  <a:lnTo>
                    <a:pt x="1018" y="281"/>
                  </a:lnTo>
                  <a:lnTo>
                    <a:pt x="999" y="95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g1385"/>
            <p:cNvSpPr/>
            <p:nvPr/>
          </p:nvSpPr>
          <p:spPr>
            <a:xfrm>
              <a:off x="2280757" y="2242340"/>
              <a:ext cx="1263" cy="8972"/>
            </a:xfrm>
            <a:custGeom>
              <a:avLst/>
              <a:pathLst>
                <a:path w="1263" h="8972">
                  <a:moveTo>
                    <a:pt x="1151" y="7697"/>
                  </a:moveTo>
                  <a:lnTo>
                    <a:pt x="314" y="8972"/>
                  </a:lnTo>
                  <a:lnTo>
                    <a:pt x="20" y="8260"/>
                  </a:lnTo>
                  <a:lnTo>
                    <a:pt x="92" y="7426"/>
                  </a:lnTo>
                  <a:lnTo>
                    <a:pt x="522" y="5407"/>
                  </a:lnTo>
                  <a:lnTo>
                    <a:pt x="509" y="4826"/>
                  </a:lnTo>
                  <a:lnTo>
                    <a:pt x="0" y="916"/>
                  </a:lnTo>
                  <a:lnTo>
                    <a:pt x="86" y="278"/>
                  </a:lnTo>
                  <a:lnTo>
                    <a:pt x="214" y="0"/>
                  </a:lnTo>
                  <a:lnTo>
                    <a:pt x="957" y="826"/>
                  </a:lnTo>
                  <a:lnTo>
                    <a:pt x="1043" y="1890"/>
                  </a:lnTo>
                  <a:lnTo>
                    <a:pt x="692" y="4288"/>
                  </a:lnTo>
                  <a:lnTo>
                    <a:pt x="933" y="5882"/>
                  </a:lnTo>
                  <a:lnTo>
                    <a:pt x="1263" y="703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g1386"/>
            <p:cNvSpPr/>
            <p:nvPr/>
          </p:nvSpPr>
          <p:spPr>
            <a:xfrm>
              <a:off x="3003955" y="2269814"/>
              <a:ext cx="39779" cy="116040"/>
            </a:xfrm>
            <a:custGeom>
              <a:avLst/>
              <a:pathLst>
                <a:path w="39779" h="116040">
                  <a:moveTo>
                    <a:pt x="13485" y="1790"/>
                  </a:moveTo>
                  <a:lnTo>
                    <a:pt x="14058" y="3501"/>
                  </a:lnTo>
                  <a:lnTo>
                    <a:pt x="14608" y="5723"/>
                  </a:lnTo>
                  <a:lnTo>
                    <a:pt x="15371" y="6749"/>
                  </a:lnTo>
                  <a:lnTo>
                    <a:pt x="16281" y="7968"/>
                  </a:lnTo>
                  <a:lnTo>
                    <a:pt x="16747" y="8856"/>
                  </a:lnTo>
                  <a:lnTo>
                    <a:pt x="17436" y="11518"/>
                  </a:lnTo>
                  <a:lnTo>
                    <a:pt x="17979" y="12822"/>
                  </a:lnTo>
                  <a:lnTo>
                    <a:pt x="18158" y="12758"/>
                  </a:lnTo>
                  <a:lnTo>
                    <a:pt x="18341" y="12416"/>
                  </a:lnTo>
                  <a:lnTo>
                    <a:pt x="18468" y="12147"/>
                  </a:lnTo>
                  <a:lnTo>
                    <a:pt x="18611" y="12392"/>
                  </a:lnTo>
                  <a:lnTo>
                    <a:pt x="18618" y="13199"/>
                  </a:lnTo>
                  <a:lnTo>
                    <a:pt x="18652" y="14986"/>
                  </a:lnTo>
                  <a:lnTo>
                    <a:pt x="18523" y="16894"/>
                  </a:lnTo>
                  <a:lnTo>
                    <a:pt x="18717" y="18696"/>
                  </a:lnTo>
                  <a:lnTo>
                    <a:pt x="18722" y="19257"/>
                  </a:lnTo>
                  <a:lnTo>
                    <a:pt x="18587" y="19770"/>
                  </a:lnTo>
                  <a:lnTo>
                    <a:pt x="18603" y="20234"/>
                  </a:lnTo>
                  <a:lnTo>
                    <a:pt x="18794" y="20723"/>
                  </a:lnTo>
                  <a:lnTo>
                    <a:pt x="19532" y="21915"/>
                  </a:lnTo>
                  <a:lnTo>
                    <a:pt x="20214" y="23753"/>
                  </a:lnTo>
                  <a:lnTo>
                    <a:pt x="21003" y="25047"/>
                  </a:lnTo>
                  <a:lnTo>
                    <a:pt x="21734" y="25874"/>
                  </a:lnTo>
                  <a:lnTo>
                    <a:pt x="22195" y="25927"/>
                  </a:lnTo>
                  <a:lnTo>
                    <a:pt x="22951" y="27417"/>
                  </a:lnTo>
                  <a:lnTo>
                    <a:pt x="24444" y="28488"/>
                  </a:lnTo>
                  <a:lnTo>
                    <a:pt x="24922" y="28859"/>
                  </a:lnTo>
                  <a:lnTo>
                    <a:pt x="25249" y="29469"/>
                  </a:lnTo>
                  <a:lnTo>
                    <a:pt x="25487" y="30178"/>
                  </a:lnTo>
                  <a:lnTo>
                    <a:pt x="25502" y="30935"/>
                  </a:lnTo>
                  <a:lnTo>
                    <a:pt x="25272" y="31302"/>
                  </a:lnTo>
                  <a:lnTo>
                    <a:pt x="24951" y="32327"/>
                  </a:lnTo>
                  <a:lnTo>
                    <a:pt x="24819" y="33574"/>
                  </a:lnTo>
                  <a:lnTo>
                    <a:pt x="24580" y="33891"/>
                  </a:lnTo>
                  <a:lnTo>
                    <a:pt x="24342" y="33916"/>
                  </a:lnTo>
                  <a:lnTo>
                    <a:pt x="24167" y="34282"/>
                  </a:lnTo>
                  <a:lnTo>
                    <a:pt x="24206" y="34821"/>
                  </a:lnTo>
                  <a:lnTo>
                    <a:pt x="24405" y="35333"/>
                  </a:lnTo>
                  <a:lnTo>
                    <a:pt x="24715" y="35797"/>
                  </a:lnTo>
                  <a:lnTo>
                    <a:pt x="25311" y="36262"/>
                  </a:lnTo>
                  <a:lnTo>
                    <a:pt x="25900" y="36946"/>
                  </a:lnTo>
                  <a:lnTo>
                    <a:pt x="25892" y="37483"/>
                  </a:lnTo>
                  <a:lnTo>
                    <a:pt x="25772" y="38070"/>
                  </a:lnTo>
                  <a:lnTo>
                    <a:pt x="25025" y="38289"/>
                  </a:lnTo>
                  <a:lnTo>
                    <a:pt x="24469" y="38387"/>
                  </a:lnTo>
                  <a:lnTo>
                    <a:pt x="24215" y="38631"/>
                  </a:lnTo>
                  <a:lnTo>
                    <a:pt x="24236" y="39670"/>
                  </a:lnTo>
                  <a:lnTo>
                    <a:pt x="25803" y="40751"/>
                  </a:lnTo>
                  <a:lnTo>
                    <a:pt x="26514" y="41775"/>
                  </a:lnTo>
                  <a:lnTo>
                    <a:pt x="26890" y="43104"/>
                  </a:lnTo>
                  <a:lnTo>
                    <a:pt x="27890" y="43984"/>
                  </a:lnTo>
                  <a:lnTo>
                    <a:pt x="29516" y="44414"/>
                  </a:lnTo>
                  <a:lnTo>
                    <a:pt x="30647" y="45780"/>
                  </a:lnTo>
                  <a:lnTo>
                    <a:pt x="31282" y="48083"/>
                  </a:lnTo>
                  <a:lnTo>
                    <a:pt x="32320" y="47529"/>
                  </a:lnTo>
                  <a:lnTo>
                    <a:pt x="33759" y="44118"/>
                  </a:lnTo>
                  <a:lnTo>
                    <a:pt x="35172" y="43228"/>
                  </a:lnTo>
                  <a:lnTo>
                    <a:pt x="36561" y="44861"/>
                  </a:lnTo>
                  <a:lnTo>
                    <a:pt x="37318" y="46204"/>
                  </a:lnTo>
                  <a:lnTo>
                    <a:pt x="37448" y="47256"/>
                  </a:lnTo>
                  <a:lnTo>
                    <a:pt x="37125" y="47682"/>
                  </a:lnTo>
                  <a:lnTo>
                    <a:pt x="36349" y="47480"/>
                  </a:lnTo>
                  <a:lnTo>
                    <a:pt x="35714" y="48131"/>
                  </a:lnTo>
                  <a:lnTo>
                    <a:pt x="35217" y="49630"/>
                  </a:lnTo>
                  <a:lnTo>
                    <a:pt x="35142" y="51230"/>
                  </a:lnTo>
                  <a:lnTo>
                    <a:pt x="35489" y="52928"/>
                  </a:lnTo>
                  <a:lnTo>
                    <a:pt x="35981" y="54100"/>
                  </a:lnTo>
                  <a:lnTo>
                    <a:pt x="36617" y="54746"/>
                  </a:lnTo>
                  <a:lnTo>
                    <a:pt x="36957" y="55632"/>
                  </a:lnTo>
                  <a:lnTo>
                    <a:pt x="37001" y="56760"/>
                  </a:lnTo>
                  <a:lnTo>
                    <a:pt x="37166" y="57070"/>
                  </a:lnTo>
                  <a:lnTo>
                    <a:pt x="36805" y="57590"/>
                  </a:lnTo>
                  <a:lnTo>
                    <a:pt x="36411" y="58362"/>
                  </a:lnTo>
                  <a:lnTo>
                    <a:pt x="36189" y="59707"/>
                  </a:lnTo>
                  <a:lnTo>
                    <a:pt x="36131" y="61872"/>
                  </a:lnTo>
                  <a:lnTo>
                    <a:pt x="34897" y="63565"/>
                  </a:lnTo>
                  <a:lnTo>
                    <a:pt x="34433" y="63878"/>
                  </a:lnTo>
                  <a:lnTo>
                    <a:pt x="34224" y="64997"/>
                  </a:lnTo>
                  <a:lnTo>
                    <a:pt x="33901" y="68171"/>
                  </a:lnTo>
                  <a:lnTo>
                    <a:pt x="33941" y="70559"/>
                  </a:lnTo>
                  <a:lnTo>
                    <a:pt x="34107" y="71776"/>
                  </a:lnTo>
                  <a:lnTo>
                    <a:pt x="34183" y="72766"/>
                  </a:lnTo>
                  <a:lnTo>
                    <a:pt x="34582" y="73982"/>
                  </a:lnTo>
                  <a:lnTo>
                    <a:pt x="34946" y="75850"/>
                  </a:lnTo>
                  <a:lnTo>
                    <a:pt x="35186" y="78315"/>
                  </a:lnTo>
                  <a:lnTo>
                    <a:pt x="35719" y="80216"/>
                  </a:lnTo>
                  <a:lnTo>
                    <a:pt x="37088" y="82090"/>
                  </a:lnTo>
                  <a:lnTo>
                    <a:pt x="37767" y="83181"/>
                  </a:lnTo>
                  <a:lnTo>
                    <a:pt x="38268" y="84760"/>
                  </a:lnTo>
                  <a:lnTo>
                    <a:pt x="38651" y="86190"/>
                  </a:lnTo>
                  <a:lnTo>
                    <a:pt x="39779" y="88091"/>
                  </a:lnTo>
                  <a:lnTo>
                    <a:pt x="39693" y="89449"/>
                  </a:lnTo>
                  <a:lnTo>
                    <a:pt x="39447" y="90778"/>
                  </a:lnTo>
                  <a:lnTo>
                    <a:pt x="39186" y="91401"/>
                  </a:lnTo>
                  <a:lnTo>
                    <a:pt x="38625" y="93106"/>
                  </a:lnTo>
                  <a:lnTo>
                    <a:pt x="38078" y="94067"/>
                  </a:lnTo>
                  <a:lnTo>
                    <a:pt x="37176" y="97076"/>
                  </a:lnTo>
                  <a:lnTo>
                    <a:pt x="35753" y="97237"/>
                  </a:lnTo>
                  <a:lnTo>
                    <a:pt x="35413" y="97478"/>
                  </a:lnTo>
                  <a:lnTo>
                    <a:pt x="34875" y="98301"/>
                  </a:lnTo>
                  <a:lnTo>
                    <a:pt x="34611" y="99802"/>
                  </a:lnTo>
                  <a:lnTo>
                    <a:pt x="34864" y="101010"/>
                  </a:lnTo>
                  <a:lnTo>
                    <a:pt x="34842" y="102231"/>
                  </a:lnTo>
                  <a:lnTo>
                    <a:pt x="34581" y="104606"/>
                  </a:lnTo>
                  <a:lnTo>
                    <a:pt x="34926" y="107141"/>
                  </a:lnTo>
                  <a:lnTo>
                    <a:pt x="35427" y="108305"/>
                  </a:lnTo>
                  <a:lnTo>
                    <a:pt x="35506" y="108976"/>
                  </a:lnTo>
                  <a:lnTo>
                    <a:pt x="35421" y="110165"/>
                  </a:lnTo>
                  <a:lnTo>
                    <a:pt x="34673" y="112583"/>
                  </a:lnTo>
                  <a:lnTo>
                    <a:pt x="34445" y="113478"/>
                  </a:lnTo>
                  <a:lnTo>
                    <a:pt x="33695" y="113918"/>
                  </a:lnTo>
                  <a:lnTo>
                    <a:pt x="33439" y="113688"/>
                  </a:lnTo>
                  <a:lnTo>
                    <a:pt x="33051" y="112857"/>
                  </a:lnTo>
                  <a:lnTo>
                    <a:pt x="32693" y="112612"/>
                  </a:lnTo>
                  <a:lnTo>
                    <a:pt x="31798" y="113592"/>
                  </a:lnTo>
                  <a:lnTo>
                    <a:pt x="30888" y="114193"/>
                  </a:lnTo>
                  <a:lnTo>
                    <a:pt x="30172" y="113737"/>
                  </a:lnTo>
                  <a:lnTo>
                    <a:pt x="29466" y="113678"/>
                  </a:lnTo>
                  <a:lnTo>
                    <a:pt x="28975" y="114082"/>
                  </a:lnTo>
                  <a:lnTo>
                    <a:pt x="28606" y="114238"/>
                  </a:lnTo>
                  <a:lnTo>
                    <a:pt x="27881" y="115284"/>
                  </a:lnTo>
                  <a:lnTo>
                    <a:pt x="26718" y="116040"/>
                  </a:lnTo>
                  <a:lnTo>
                    <a:pt x="26182" y="115881"/>
                  </a:lnTo>
                  <a:lnTo>
                    <a:pt x="25981" y="114897"/>
                  </a:lnTo>
                  <a:lnTo>
                    <a:pt x="25763" y="113491"/>
                  </a:lnTo>
                  <a:lnTo>
                    <a:pt x="25869" y="112853"/>
                  </a:lnTo>
                  <a:lnTo>
                    <a:pt x="26637" y="111746"/>
                  </a:lnTo>
                  <a:lnTo>
                    <a:pt x="26725" y="110689"/>
                  </a:lnTo>
                  <a:lnTo>
                    <a:pt x="27798" y="105600"/>
                  </a:lnTo>
                  <a:lnTo>
                    <a:pt x="28005" y="103944"/>
                  </a:lnTo>
                  <a:lnTo>
                    <a:pt x="28012" y="103402"/>
                  </a:lnTo>
                  <a:lnTo>
                    <a:pt x="27733" y="103043"/>
                  </a:lnTo>
                  <a:lnTo>
                    <a:pt x="27143" y="103058"/>
                  </a:lnTo>
                  <a:lnTo>
                    <a:pt x="24529" y="100991"/>
                  </a:lnTo>
                  <a:lnTo>
                    <a:pt x="24649" y="98624"/>
                  </a:lnTo>
                  <a:lnTo>
                    <a:pt x="23881" y="97348"/>
                  </a:lnTo>
                  <a:lnTo>
                    <a:pt x="23054" y="96210"/>
                  </a:lnTo>
                  <a:lnTo>
                    <a:pt x="22915" y="94940"/>
                  </a:lnTo>
                  <a:lnTo>
                    <a:pt x="21995" y="92375"/>
                  </a:lnTo>
                  <a:lnTo>
                    <a:pt x="21322" y="90936"/>
                  </a:lnTo>
                  <a:lnTo>
                    <a:pt x="20463" y="90218"/>
                  </a:lnTo>
                  <a:lnTo>
                    <a:pt x="19723" y="89165"/>
                  </a:lnTo>
                  <a:lnTo>
                    <a:pt x="19278" y="88521"/>
                  </a:lnTo>
                  <a:lnTo>
                    <a:pt x="19080" y="87324"/>
                  </a:lnTo>
                  <a:lnTo>
                    <a:pt x="19080" y="86615"/>
                  </a:lnTo>
                  <a:lnTo>
                    <a:pt x="18857" y="85931"/>
                  </a:lnTo>
                  <a:lnTo>
                    <a:pt x="18499" y="86005"/>
                  </a:lnTo>
                  <a:lnTo>
                    <a:pt x="17896" y="86957"/>
                  </a:lnTo>
                  <a:lnTo>
                    <a:pt x="17151" y="87777"/>
                  </a:lnTo>
                  <a:lnTo>
                    <a:pt x="17022" y="88374"/>
                  </a:lnTo>
                  <a:lnTo>
                    <a:pt x="17290" y="89794"/>
                  </a:lnTo>
                  <a:lnTo>
                    <a:pt x="17482" y="90695"/>
                  </a:lnTo>
                  <a:lnTo>
                    <a:pt x="17395" y="91550"/>
                  </a:lnTo>
                  <a:lnTo>
                    <a:pt x="17160" y="92636"/>
                  </a:lnTo>
                  <a:lnTo>
                    <a:pt x="15728" y="95034"/>
                  </a:lnTo>
                  <a:lnTo>
                    <a:pt x="15567" y="95875"/>
                  </a:lnTo>
                  <a:lnTo>
                    <a:pt x="15840" y="97220"/>
                  </a:lnTo>
                  <a:lnTo>
                    <a:pt x="15668" y="97845"/>
                  </a:lnTo>
                  <a:lnTo>
                    <a:pt x="14471" y="98731"/>
                  </a:lnTo>
                  <a:lnTo>
                    <a:pt x="14503" y="97996"/>
                  </a:lnTo>
                  <a:lnTo>
                    <a:pt x="14428" y="96812"/>
                  </a:lnTo>
                  <a:lnTo>
                    <a:pt x="13741" y="95553"/>
                  </a:lnTo>
                  <a:lnTo>
                    <a:pt x="12774" y="94577"/>
                  </a:lnTo>
                  <a:lnTo>
                    <a:pt x="10622" y="91234"/>
                  </a:lnTo>
                  <a:lnTo>
                    <a:pt x="9795" y="90794"/>
                  </a:lnTo>
                  <a:lnTo>
                    <a:pt x="9056" y="90402"/>
                  </a:lnTo>
                  <a:lnTo>
                    <a:pt x="7997" y="88801"/>
                  </a:lnTo>
                  <a:lnTo>
                    <a:pt x="7454" y="88521"/>
                  </a:lnTo>
                  <a:lnTo>
                    <a:pt x="6849" y="87374"/>
                  </a:lnTo>
                  <a:lnTo>
                    <a:pt x="5533" y="83516"/>
                  </a:lnTo>
                  <a:lnTo>
                    <a:pt x="4414" y="81414"/>
                  </a:lnTo>
                  <a:lnTo>
                    <a:pt x="3650" y="80350"/>
                  </a:lnTo>
                  <a:lnTo>
                    <a:pt x="3436" y="79314"/>
                  </a:lnTo>
                  <a:lnTo>
                    <a:pt x="3389" y="78250"/>
                  </a:lnTo>
                  <a:lnTo>
                    <a:pt x="3415" y="77888"/>
                  </a:lnTo>
                  <a:lnTo>
                    <a:pt x="3993" y="76378"/>
                  </a:lnTo>
                  <a:lnTo>
                    <a:pt x="4438" y="76159"/>
                  </a:lnTo>
                  <a:lnTo>
                    <a:pt x="5011" y="76110"/>
                  </a:lnTo>
                  <a:lnTo>
                    <a:pt x="5388" y="76875"/>
                  </a:lnTo>
                  <a:lnTo>
                    <a:pt x="5885" y="77038"/>
                  </a:lnTo>
                  <a:lnTo>
                    <a:pt x="6161" y="76059"/>
                  </a:lnTo>
                  <a:lnTo>
                    <a:pt x="6307" y="74650"/>
                  </a:lnTo>
                  <a:lnTo>
                    <a:pt x="6240" y="72856"/>
                  </a:lnTo>
                  <a:lnTo>
                    <a:pt x="5047" y="68684"/>
                  </a:lnTo>
                  <a:lnTo>
                    <a:pt x="4020" y="65772"/>
                  </a:lnTo>
                  <a:lnTo>
                    <a:pt x="3902" y="65130"/>
                  </a:lnTo>
                  <a:lnTo>
                    <a:pt x="4124" y="64586"/>
                  </a:lnTo>
                  <a:lnTo>
                    <a:pt x="4482" y="64293"/>
                  </a:lnTo>
                  <a:lnTo>
                    <a:pt x="4865" y="64537"/>
                  </a:lnTo>
                  <a:lnTo>
                    <a:pt x="5867" y="64746"/>
                  </a:lnTo>
                  <a:lnTo>
                    <a:pt x="6830" y="64478"/>
                  </a:lnTo>
                  <a:lnTo>
                    <a:pt x="7158" y="63769"/>
                  </a:lnTo>
                  <a:lnTo>
                    <a:pt x="7159" y="62813"/>
                  </a:lnTo>
                  <a:lnTo>
                    <a:pt x="6807" y="61926"/>
                  </a:lnTo>
                  <a:lnTo>
                    <a:pt x="5682" y="59532"/>
                  </a:lnTo>
                  <a:lnTo>
                    <a:pt x="4804" y="57424"/>
                  </a:lnTo>
                  <a:lnTo>
                    <a:pt x="3773" y="55806"/>
                  </a:lnTo>
                  <a:lnTo>
                    <a:pt x="3007" y="55157"/>
                  </a:lnTo>
                  <a:lnTo>
                    <a:pt x="2780" y="54338"/>
                  </a:lnTo>
                  <a:lnTo>
                    <a:pt x="2686" y="53460"/>
                  </a:lnTo>
                  <a:lnTo>
                    <a:pt x="2771" y="51847"/>
                  </a:lnTo>
                  <a:lnTo>
                    <a:pt x="2820" y="49802"/>
                  </a:lnTo>
                  <a:lnTo>
                    <a:pt x="3002" y="48514"/>
                  </a:lnTo>
                  <a:lnTo>
                    <a:pt x="3692" y="46085"/>
                  </a:lnTo>
                  <a:lnTo>
                    <a:pt x="4353" y="43508"/>
                  </a:lnTo>
                  <a:lnTo>
                    <a:pt x="4762" y="41029"/>
                  </a:lnTo>
                  <a:lnTo>
                    <a:pt x="4977" y="38728"/>
                  </a:lnTo>
                  <a:lnTo>
                    <a:pt x="4898" y="38067"/>
                  </a:lnTo>
                  <a:lnTo>
                    <a:pt x="4553" y="37578"/>
                  </a:lnTo>
                  <a:lnTo>
                    <a:pt x="3823" y="37082"/>
                  </a:lnTo>
                  <a:lnTo>
                    <a:pt x="2811" y="37514"/>
                  </a:lnTo>
                  <a:lnTo>
                    <a:pt x="1951" y="38350"/>
                  </a:lnTo>
                  <a:lnTo>
                    <a:pt x="1615" y="38413"/>
                  </a:lnTo>
                  <a:lnTo>
                    <a:pt x="1504" y="37385"/>
                  </a:lnTo>
                  <a:lnTo>
                    <a:pt x="1639" y="36930"/>
                  </a:lnTo>
                  <a:lnTo>
                    <a:pt x="1908" y="36985"/>
                  </a:lnTo>
                  <a:lnTo>
                    <a:pt x="2129" y="37178"/>
                  </a:lnTo>
                  <a:lnTo>
                    <a:pt x="2366" y="36712"/>
                  </a:lnTo>
                  <a:lnTo>
                    <a:pt x="2508" y="35323"/>
                  </a:lnTo>
                  <a:lnTo>
                    <a:pt x="2151" y="30494"/>
                  </a:lnTo>
                  <a:lnTo>
                    <a:pt x="2793" y="30065"/>
                  </a:lnTo>
                  <a:lnTo>
                    <a:pt x="2804" y="29362"/>
                  </a:lnTo>
                  <a:lnTo>
                    <a:pt x="2863" y="28749"/>
                  </a:lnTo>
                  <a:lnTo>
                    <a:pt x="3527" y="29590"/>
                  </a:lnTo>
                  <a:lnTo>
                    <a:pt x="4460" y="29605"/>
                  </a:lnTo>
                  <a:lnTo>
                    <a:pt x="5278" y="29436"/>
                  </a:lnTo>
                  <a:lnTo>
                    <a:pt x="5402" y="28961"/>
                  </a:lnTo>
                  <a:lnTo>
                    <a:pt x="5392" y="28269"/>
                  </a:lnTo>
                  <a:lnTo>
                    <a:pt x="5222" y="27733"/>
                  </a:lnTo>
                  <a:lnTo>
                    <a:pt x="4933" y="27296"/>
                  </a:lnTo>
                  <a:lnTo>
                    <a:pt x="4722" y="26627"/>
                  </a:lnTo>
                  <a:lnTo>
                    <a:pt x="4170" y="26334"/>
                  </a:lnTo>
                  <a:lnTo>
                    <a:pt x="2441" y="24592"/>
                  </a:lnTo>
                  <a:lnTo>
                    <a:pt x="1592" y="22743"/>
                  </a:lnTo>
                  <a:lnTo>
                    <a:pt x="1620" y="20783"/>
                  </a:lnTo>
                  <a:lnTo>
                    <a:pt x="1867" y="19708"/>
                  </a:lnTo>
                  <a:lnTo>
                    <a:pt x="2164" y="19330"/>
                  </a:lnTo>
                  <a:lnTo>
                    <a:pt x="2076" y="18968"/>
                  </a:lnTo>
                  <a:lnTo>
                    <a:pt x="1102" y="18059"/>
                  </a:lnTo>
                  <a:lnTo>
                    <a:pt x="757" y="16794"/>
                  </a:lnTo>
                  <a:lnTo>
                    <a:pt x="1040" y="15169"/>
                  </a:lnTo>
                  <a:lnTo>
                    <a:pt x="533" y="11881"/>
                  </a:lnTo>
                  <a:lnTo>
                    <a:pt x="0" y="9853"/>
                  </a:lnTo>
                  <a:lnTo>
                    <a:pt x="523" y="8972"/>
                  </a:lnTo>
                  <a:lnTo>
                    <a:pt x="596" y="7729"/>
                  </a:lnTo>
                  <a:lnTo>
                    <a:pt x="637" y="7016"/>
                  </a:lnTo>
                  <a:lnTo>
                    <a:pt x="853" y="7026"/>
                  </a:lnTo>
                  <a:lnTo>
                    <a:pt x="1698" y="6189"/>
                  </a:lnTo>
                  <a:lnTo>
                    <a:pt x="2005" y="5511"/>
                  </a:lnTo>
                  <a:lnTo>
                    <a:pt x="2183" y="4718"/>
                  </a:lnTo>
                  <a:lnTo>
                    <a:pt x="2386" y="4521"/>
                  </a:lnTo>
                  <a:lnTo>
                    <a:pt x="2953" y="5383"/>
                  </a:lnTo>
                  <a:lnTo>
                    <a:pt x="3550" y="5459"/>
                  </a:lnTo>
                  <a:lnTo>
                    <a:pt x="4221" y="4914"/>
                  </a:lnTo>
                  <a:lnTo>
                    <a:pt x="4722" y="4156"/>
                  </a:lnTo>
                  <a:lnTo>
                    <a:pt x="5324" y="3527"/>
                  </a:lnTo>
                  <a:lnTo>
                    <a:pt x="5597" y="3094"/>
                  </a:lnTo>
                  <a:lnTo>
                    <a:pt x="5945" y="2418"/>
                  </a:lnTo>
                  <a:lnTo>
                    <a:pt x="6649" y="414"/>
                  </a:lnTo>
                  <a:lnTo>
                    <a:pt x="7444" y="0"/>
                  </a:lnTo>
                  <a:lnTo>
                    <a:pt x="8512" y="510"/>
                  </a:lnTo>
                  <a:lnTo>
                    <a:pt x="9665" y="688"/>
                  </a:lnTo>
                  <a:lnTo>
                    <a:pt x="10527" y="227"/>
                  </a:lnTo>
                  <a:lnTo>
                    <a:pt x="12712" y="806"/>
                  </a:lnTo>
                  <a:lnTo>
                    <a:pt x="13181" y="12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g1387"/>
            <p:cNvSpPr/>
            <p:nvPr/>
          </p:nvSpPr>
          <p:spPr>
            <a:xfrm>
              <a:off x="2885025" y="3622120"/>
              <a:ext cx="2709" cy="10549"/>
            </a:xfrm>
            <a:custGeom>
              <a:avLst/>
              <a:pathLst>
                <a:path w="2709" h="10549">
                  <a:moveTo>
                    <a:pt x="1843" y="8384"/>
                  </a:moveTo>
                  <a:lnTo>
                    <a:pt x="852" y="10549"/>
                  </a:lnTo>
                  <a:lnTo>
                    <a:pt x="495" y="9990"/>
                  </a:lnTo>
                  <a:lnTo>
                    <a:pt x="276" y="8480"/>
                  </a:lnTo>
                  <a:lnTo>
                    <a:pt x="0" y="5231"/>
                  </a:lnTo>
                  <a:lnTo>
                    <a:pt x="90" y="3671"/>
                  </a:lnTo>
                  <a:lnTo>
                    <a:pt x="539" y="1894"/>
                  </a:lnTo>
                  <a:lnTo>
                    <a:pt x="1516" y="122"/>
                  </a:lnTo>
                  <a:lnTo>
                    <a:pt x="2102" y="0"/>
                  </a:lnTo>
                  <a:lnTo>
                    <a:pt x="2707" y="2327"/>
                  </a:lnTo>
                  <a:lnTo>
                    <a:pt x="2709" y="475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g1388"/>
            <p:cNvSpPr/>
            <p:nvPr/>
          </p:nvSpPr>
          <p:spPr>
            <a:xfrm>
              <a:off x="2893317" y="3583863"/>
              <a:ext cx="1169" cy="4656"/>
            </a:xfrm>
            <a:custGeom>
              <a:avLst/>
              <a:pathLst>
                <a:path w="1169" h="4656">
                  <a:moveTo>
                    <a:pt x="895" y="3882"/>
                  </a:moveTo>
                  <a:lnTo>
                    <a:pt x="537" y="4656"/>
                  </a:lnTo>
                  <a:lnTo>
                    <a:pt x="112" y="4005"/>
                  </a:lnTo>
                  <a:lnTo>
                    <a:pt x="0" y="2829"/>
                  </a:lnTo>
                  <a:lnTo>
                    <a:pt x="547" y="559"/>
                  </a:lnTo>
                  <a:lnTo>
                    <a:pt x="805" y="0"/>
                  </a:lnTo>
                  <a:lnTo>
                    <a:pt x="1022" y="474"/>
                  </a:lnTo>
                  <a:lnTo>
                    <a:pt x="1151" y="1098"/>
                  </a:lnTo>
                  <a:lnTo>
                    <a:pt x="1169" y="20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g1389"/>
            <p:cNvSpPr/>
            <p:nvPr/>
          </p:nvSpPr>
          <p:spPr>
            <a:xfrm>
              <a:off x="2264726" y="3456969"/>
              <a:ext cx="39070" cy="122664"/>
            </a:xfrm>
            <a:custGeom>
              <a:avLst/>
              <a:pathLst>
                <a:path w="39070" h="122664">
                  <a:moveTo>
                    <a:pt x="37479" y="18748"/>
                  </a:moveTo>
                  <a:lnTo>
                    <a:pt x="36669" y="20838"/>
                  </a:lnTo>
                  <a:lnTo>
                    <a:pt x="35790" y="23818"/>
                  </a:lnTo>
                  <a:lnTo>
                    <a:pt x="34631" y="28957"/>
                  </a:lnTo>
                  <a:lnTo>
                    <a:pt x="34682" y="30573"/>
                  </a:lnTo>
                  <a:lnTo>
                    <a:pt x="34427" y="31876"/>
                  </a:lnTo>
                  <a:lnTo>
                    <a:pt x="34366" y="34186"/>
                  </a:lnTo>
                  <a:lnTo>
                    <a:pt x="34449" y="36763"/>
                  </a:lnTo>
                  <a:lnTo>
                    <a:pt x="34746" y="38457"/>
                  </a:lnTo>
                  <a:lnTo>
                    <a:pt x="34882" y="41677"/>
                  </a:lnTo>
                  <a:lnTo>
                    <a:pt x="34656" y="44573"/>
                  </a:lnTo>
                  <a:lnTo>
                    <a:pt x="34742" y="46256"/>
                  </a:lnTo>
                  <a:lnTo>
                    <a:pt x="34979" y="48927"/>
                  </a:lnTo>
                  <a:lnTo>
                    <a:pt x="35169" y="51771"/>
                  </a:lnTo>
                  <a:lnTo>
                    <a:pt x="35148" y="52921"/>
                  </a:lnTo>
                  <a:lnTo>
                    <a:pt x="35429" y="53853"/>
                  </a:lnTo>
                  <a:lnTo>
                    <a:pt x="35689" y="54766"/>
                  </a:lnTo>
                  <a:lnTo>
                    <a:pt x="35606" y="57306"/>
                  </a:lnTo>
                  <a:lnTo>
                    <a:pt x="36522" y="61827"/>
                  </a:lnTo>
                  <a:lnTo>
                    <a:pt x="37080" y="63797"/>
                  </a:lnTo>
                  <a:lnTo>
                    <a:pt x="37894" y="65717"/>
                  </a:lnTo>
                  <a:lnTo>
                    <a:pt x="38190" y="67593"/>
                  </a:lnTo>
                  <a:lnTo>
                    <a:pt x="38649" y="69855"/>
                  </a:lnTo>
                  <a:lnTo>
                    <a:pt x="38921" y="70121"/>
                  </a:lnTo>
                  <a:lnTo>
                    <a:pt x="39070" y="71033"/>
                  </a:lnTo>
                  <a:lnTo>
                    <a:pt x="38921" y="72777"/>
                  </a:lnTo>
                  <a:lnTo>
                    <a:pt x="38886" y="75200"/>
                  </a:lnTo>
                  <a:lnTo>
                    <a:pt x="38371" y="78013"/>
                  </a:lnTo>
                  <a:lnTo>
                    <a:pt x="37170" y="83171"/>
                  </a:lnTo>
                  <a:lnTo>
                    <a:pt x="37025" y="84370"/>
                  </a:lnTo>
                  <a:lnTo>
                    <a:pt x="37337" y="88642"/>
                  </a:lnTo>
                  <a:lnTo>
                    <a:pt x="37170" y="92151"/>
                  </a:lnTo>
                  <a:lnTo>
                    <a:pt x="37098" y="93835"/>
                  </a:lnTo>
                  <a:lnTo>
                    <a:pt x="36510" y="96913"/>
                  </a:lnTo>
                  <a:lnTo>
                    <a:pt x="35113" y="104365"/>
                  </a:lnTo>
                  <a:lnTo>
                    <a:pt x="34310" y="105707"/>
                  </a:lnTo>
                  <a:lnTo>
                    <a:pt x="33826" y="107858"/>
                  </a:lnTo>
                  <a:lnTo>
                    <a:pt x="33514" y="107879"/>
                  </a:lnTo>
                  <a:lnTo>
                    <a:pt x="33164" y="108080"/>
                  </a:lnTo>
                  <a:lnTo>
                    <a:pt x="33053" y="108347"/>
                  </a:lnTo>
                  <a:lnTo>
                    <a:pt x="32615" y="108324"/>
                  </a:lnTo>
                  <a:lnTo>
                    <a:pt x="32273" y="107370"/>
                  </a:lnTo>
                  <a:lnTo>
                    <a:pt x="32220" y="106243"/>
                  </a:lnTo>
                  <a:lnTo>
                    <a:pt x="32035" y="104952"/>
                  </a:lnTo>
                  <a:lnTo>
                    <a:pt x="31606" y="104565"/>
                  </a:lnTo>
                  <a:lnTo>
                    <a:pt x="30790" y="105014"/>
                  </a:lnTo>
                  <a:lnTo>
                    <a:pt x="30556" y="104694"/>
                  </a:lnTo>
                  <a:lnTo>
                    <a:pt x="30070" y="103306"/>
                  </a:lnTo>
                  <a:lnTo>
                    <a:pt x="29668" y="101799"/>
                  </a:lnTo>
                  <a:lnTo>
                    <a:pt x="29569" y="100342"/>
                  </a:lnTo>
                  <a:lnTo>
                    <a:pt x="29308" y="100481"/>
                  </a:lnTo>
                  <a:lnTo>
                    <a:pt x="28688" y="101799"/>
                  </a:lnTo>
                  <a:lnTo>
                    <a:pt x="28267" y="102069"/>
                  </a:lnTo>
                  <a:lnTo>
                    <a:pt x="27934" y="101727"/>
                  </a:lnTo>
                  <a:lnTo>
                    <a:pt x="27560" y="101824"/>
                  </a:lnTo>
                  <a:lnTo>
                    <a:pt x="26615" y="103238"/>
                  </a:lnTo>
                  <a:lnTo>
                    <a:pt x="26057" y="103560"/>
                  </a:lnTo>
                  <a:lnTo>
                    <a:pt x="25660" y="104982"/>
                  </a:lnTo>
                  <a:lnTo>
                    <a:pt x="23030" y="105629"/>
                  </a:lnTo>
                  <a:lnTo>
                    <a:pt x="22341" y="106001"/>
                  </a:lnTo>
                  <a:lnTo>
                    <a:pt x="20772" y="103538"/>
                  </a:lnTo>
                  <a:lnTo>
                    <a:pt x="20367" y="102737"/>
                  </a:lnTo>
                  <a:lnTo>
                    <a:pt x="20160" y="102623"/>
                  </a:lnTo>
                  <a:lnTo>
                    <a:pt x="19985" y="102756"/>
                  </a:lnTo>
                  <a:lnTo>
                    <a:pt x="19813" y="103301"/>
                  </a:lnTo>
                  <a:lnTo>
                    <a:pt x="19555" y="106396"/>
                  </a:lnTo>
                  <a:lnTo>
                    <a:pt x="19317" y="107235"/>
                  </a:lnTo>
                  <a:lnTo>
                    <a:pt x="18907" y="107917"/>
                  </a:lnTo>
                  <a:lnTo>
                    <a:pt x="18507" y="109152"/>
                  </a:lnTo>
                  <a:lnTo>
                    <a:pt x="18427" y="110348"/>
                  </a:lnTo>
                  <a:lnTo>
                    <a:pt x="19043" y="111006"/>
                  </a:lnTo>
                  <a:lnTo>
                    <a:pt x="19558" y="113329"/>
                  </a:lnTo>
                  <a:lnTo>
                    <a:pt x="20116" y="115192"/>
                  </a:lnTo>
                  <a:lnTo>
                    <a:pt x="20565" y="116834"/>
                  </a:lnTo>
                  <a:lnTo>
                    <a:pt x="20504" y="118692"/>
                  </a:lnTo>
                  <a:lnTo>
                    <a:pt x="20427" y="121327"/>
                  </a:lnTo>
                  <a:lnTo>
                    <a:pt x="20103" y="122226"/>
                  </a:lnTo>
                  <a:lnTo>
                    <a:pt x="19559" y="122664"/>
                  </a:lnTo>
                  <a:lnTo>
                    <a:pt x="17567" y="121390"/>
                  </a:lnTo>
                  <a:lnTo>
                    <a:pt x="16041" y="120252"/>
                  </a:lnTo>
                  <a:lnTo>
                    <a:pt x="15397" y="120002"/>
                  </a:lnTo>
                  <a:lnTo>
                    <a:pt x="15109" y="119712"/>
                  </a:lnTo>
                  <a:lnTo>
                    <a:pt x="14729" y="118747"/>
                  </a:lnTo>
                  <a:lnTo>
                    <a:pt x="14341" y="117852"/>
                  </a:lnTo>
                  <a:lnTo>
                    <a:pt x="13721" y="117529"/>
                  </a:lnTo>
                  <a:lnTo>
                    <a:pt x="12979" y="116925"/>
                  </a:lnTo>
                  <a:lnTo>
                    <a:pt x="12433" y="114607"/>
                  </a:lnTo>
                  <a:lnTo>
                    <a:pt x="11869" y="111305"/>
                  </a:lnTo>
                  <a:lnTo>
                    <a:pt x="11670" y="109813"/>
                  </a:lnTo>
                  <a:lnTo>
                    <a:pt x="11229" y="108370"/>
                  </a:lnTo>
                  <a:lnTo>
                    <a:pt x="10796" y="106320"/>
                  </a:lnTo>
                  <a:lnTo>
                    <a:pt x="10664" y="104503"/>
                  </a:lnTo>
                  <a:lnTo>
                    <a:pt x="10336" y="102837"/>
                  </a:lnTo>
                  <a:lnTo>
                    <a:pt x="10165" y="102277"/>
                  </a:lnTo>
                  <a:lnTo>
                    <a:pt x="9911" y="100007"/>
                  </a:lnTo>
                  <a:lnTo>
                    <a:pt x="9734" y="99058"/>
                  </a:lnTo>
                  <a:lnTo>
                    <a:pt x="9556" y="98332"/>
                  </a:lnTo>
                  <a:lnTo>
                    <a:pt x="9206" y="95904"/>
                  </a:lnTo>
                  <a:lnTo>
                    <a:pt x="9126" y="95301"/>
                  </a:lnTo>
                  <a:lnTo>
                    <a:pt x="8972" y="95086"/>
                  </a:lnTo>
                  <a:lnTo>
                    <a:pt x="8564" y="93381"/>
                  </a:lnTo>
                  <a:lnTo>
                    <a:pt x="8240" y="92789"/>
                  </a:lnTo>
                  <a:lnTo>
                    <a:pt x="8120" y="91916"/>
                  </a:lnTo>
                  <a:lnTo>
                    <a:pt x="8148" y="89535"/>
                  </a:lnTo>
                  <a:lnTo>
                    <a:pt x="7974" y="88362"/>
                  </a:lnTo>
                  <a:lnTo>
                    <a:pt x="7920" y="86132"/>
                  </a:lnTo>
                  <a:lnTo>
                    <a:pt x="7910" y="85236"/>
                  </a:lnTo>
                  <a:lnTo>
                    <a:pt x="7743" y="84249"/>
                  </a:lnTo>
                  <a:lnTo>
                    <a:pt x="7465" y="83598"/>
                  </a:lnTo>
                  <a:lnTo>
                    <a:pt x="7417" y="81987"/>
                  </a:lnTo>
                  <a:lnTo>
                    <a:pt x="7350" y="78004"/>
                  </a:lnTo>
                  <a:lnTo>
                    <a:pt x="7218" y="77310"/>
                  </a:lnTo>
                  <a:lnTo>
                    <a:pt x="6046" y="77359"/>
                  </a:lnTo>
                  <a:lnTo>
                    <a:pt x="5927" y="77749"/>
                  </a:lnTo>
                  <a:lnTo>
                    <a:pt x="5421" y="77984"/>
                  </a:lnTo>
                  <a:lnTo>
                    <a:pt x="4853" y="78027"/>
                  </a:lnTo>
                  <a:lnTo>
                    <a:pt x="4343" y="77492"/>
                  </a:lnTo>
                  <a:lnTo>
                    <a:pt x="3920" y="76795"/>
                  </a:lnTo>
                  <a:lnTo>
                    <a:pt x="3829" y="75932"/>
                  </a:lnTo>
                  <a:lnTo>
                    <a:pt x="3893" y="73165"/>
                  </a:lnTo>
                  <a:lnTo>
                    <a:pt x="3212" y="71070"/>
                  </a:lnTo>
                  <a:lnTo>
                    <a:pt x="2132" y="68479"/>
                  </a:lnTo>
                  <a:lnTo>
                    <a:pt x="1806" y="65191"/>
                  </a:lnTo>
                  <a:lnTo>
                    <a:pt x="1411" y="63139"/>
                  </a:lnTo>
                  <a:lnTo>
                    <a:pt x="214" y="58847"/>
                  </a:lnTo>
                  <a:lnTo>
                    <a:pt x="1" y="55900"/>
                  </a:lnTo>
                  <a:lnTo>
                    <a:pt x="0" y="53824"/>
                  </a:lnTo>
                  <a:lnTo>
                    <a:pt x="420" y="51917"/>
                  </a:lnTo>
                  <a:lnTo>
                    <a:pt x="1006" y="48564"/>
                  </a:lnTo>
                  <a:lnTo>
                    <a:pt x="1247" y="45515"/>
                  </a:lnTo>
                  <a:lnTo>
                    <a:pt x="1425" y="43929"/>
                  </a:lnTo>
                  <a:lnTo>
                    <a:pt x="1728" y="41852"/>
                  </a:lnTo>
                  <a:lnTo>
                    <a:pt x="2004" y="39161"/>
                  </a:lnTo>
                  <a:lnTo>
                    <a:pt x="1794" y="37501"/>
                  </a:lnTo>
                  <a:lnTo>
                    <a:pt x="1438" y="35877"/>
                  </a:lnTo>
                  <a:lnTo>
                    <a:pt x="1321" y="34662"/>
                  </a:lnTo>
                  <a:lnTo>
                    <a:pt x="1666" y="32883"/>
                  </a:lnTo>
                  <a:lnTo>
                    <a:pt x="2014" y="31629"/>
                  </a:lnTo>
                  <a:lnTo>
                    <a:pt x="2407" y="31452"/>
                  </a:lnTo>
                  <a:lnTo>
                    <a:pt x="2908" y="30700"/>
                  </a:lnTo>
                  <a:lnTo>
                    <a:pt x="3301" y="29619"/>
                  </a:lnTo>
                  <a:lnTo>
                    <a:pt x="3899" y="29335"/>
                  </a:lnTo>
                  <a:lnTo>
                    <a:pt x="4649" y="29222"/>
                  </a:lnTo>
                  <a:lnTo>
                    <a:pt x="6175" y="29220"/>
                  </a:lnTo>
                  <a:lnTo>
                    <a:pt x="6955" y="28759"/>
                  </a:lnTo>
                  <a:lnTo>
                    <a:pt x="7198" y="27891"/>
                  </a:lnTo>
                  <a:lnTo>
                    <a:pt x="7161" y="26227"/>
                  </a:lnTo>
                  <a:lnTo>
                    <a:pt x="7548" y="24715"/>
                  </a:lnTo>
                  <a:lnTo>
                    <a:pt x="7956" y="24080"/>
                  </a:lnTo>
                  <a:lnTo>
                    <a:pt x="8120" y="23581"/>
                  </a:lnTo>
                  <a:lnTo>
                    <a:pt x="8144" y="23026"/>
                  </a:lnTo>
                  <a:lnTo>
                    <a:pt x="8037" y="22513"/>
                  </a:lnTo>
                  <a:lnTo>
                    <a:pt x="7875" y="22179"/>
                  </a:lnTo>
                  <a:lnTo>
                    <a:pt x="7449" y="22063"/>
                  </a:lnTo>
                  <a:lnTo>
                    <a:pt x="7075" y="19446"/>
                  </a:lnTo>
                  <a:lnTo>
                    <a:pt x="7331" y="18305"/>
                  </a:lnTo>
                  <a:lnTo>
                    <a:pt x="7661" y="16201"/>
                  </a:lnTo>
                  <a:lnTo>
                    <a:pt x="7754" y="15016"/>
                  </a:lnTo>
                  <a:lnTo>
                    <a:pt x="8265" y="13149"/>
                  </a:lnTo>
                  <a:lnTo>
                    <a:pt x="8386" y="13727"/>
                  </a:lnTo>
                  <a:lnTo>
                    <a:pt x="8783" y="10332"/>
                  </a:lnTo>
                  <a:lnTo>
                    <a:pt x="8829" y="7571"/>
                  </a:lnTo>
                  <a:lnTo>
                    <a:pt x="9132" y="4847"/>
                  </a:lnTo>
                  <a:lnTo>
                    <a:pt x="9592" y="1618"/>
                  </a:lnTo>
                  <a:lnTo>
                    <a:pt x="10427" y="17"/>
                  </a:lnTo>
                  <a:lnTo>
                    <a:pt x="15271" y="1646"/>
                  </a:lnTo>
                  <a:lnTo>
                    <a:pt x="17486" y="3194"/>
                  </a:lnTo>
                  <a:lnTo>
                    <a:pt x="20332" y="5850"/>
                  </a:lnTo>
                  <a:lnTo>
                    <a:pt x="20735" y="8691"/>
                  </a:lnTo>
                  <a:lnTo>
                    <a:pt x="20755" y="5850"/>
                  </a:lnTo>
                  <a:lnTo>
                    <a:pt x="20617" y="2979"/>
                  </a:lnTo>
                  <a:lnTo>
                    <a:pt x="21403" y="939"/>
                  </a:lnTo>
                  <a:lnTo>
                    <a:pt x="23131" y="223"/>
                  </a:lnTo>
                  <a:lnTo>
                    <a:pt x="25718" y="1206"/>
                  </a:lnTo>
                  <a:lnTo>
                    <a:pt x="27939" y="0"/>
                  </a:lnTo>
                  <a:lnTo>
                    <a:pt x="30963" y="151"/>
                  </a:lnTo>
                  <a:lnTo>
                    <a:pt x="35554" y="2470"/>
                  </a:lnTo>
                  <a:lnTo>
                    <a:pt x="37610" y="4051"/>
                  </a:lnTo>
                  <a:lnTo>
                    <a:pt x="38457" y="5482"/>
                  </a:lnTo>
                  <a:lnTo>
                    <a:pt x="38618" y="8065"/>
                  </a:lnTo>
                  <a:lnTo>
                    <a:pt x="38536" y="11363"/>
                  </a:lnTo>
                  <a:lnTo>
                    <a:pt x="38204" y="1451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g1390"/>
            <p:cNvSpPr/>
            <p:nvPr/>
          </p:nvSpPr>
          <p:spPr>
            <a:xfrm>
              <a:off x="2984955" y="2168505"/>
              <a:ext cx="54566" cy="54201"/>
            </a:xfrm>
            <a:custGeom>
              <a:avLst/>
              <a:pathLst>
                <a:path w="54566" h="54201">
                  <a:moveTo>
                    <a:pt x="54566" y="15513"/>
                  </a:moveTo>
                  <a:lnTo>
                    <a:pt x="54427" y="16733"/>
                  </a:lnTo>
                  <a:lnTo>
                    <a:pt x="54033" y="18156"/>
                  </a:lnTo>
                  <a:lnTo>
                    <a:pt x="53541" y="19625"/>
                  </a:lnTo>
                  <a:lnTo>
                    <a:pt x="53132" y="21400"/>
                  </a:lnTo>
                  <a:lnTo>
                    <a:pt x="52585" y="25194"/>
                  </a:lnTo>
                  <a:lnTo>
                    <a:pt x="52226" y="26944"/>
                  </a:lnTo>
                  <a:lnTo>
                    <a:pt x="50761" y="30411"/>
                  </a:lnTo>
                  <a:lnTo>
                    <a:pt x="50655" y="35233"/>
                  </a:lnTo>
                  <a:lnTo>
                    <a:pt x="50458" y="35587"/>
                  </a:lnTo>
                  <a:lnTo>
                    <a:pt x="47148" y="37220"/>
                  </a:lnTo>
                  <a:lnTo>
                    <a:pt x="46710" y="36969"/>
                  </a:lnTo>
                  <a:lnTo>
                    <a:pt x="46260" y="36030"/>
                  </a:lnTo>
                  <a:lnTo>
                    <a:pt x="46010" y="35347"/>
                  </a:lnTo>
                  <a:lnTo>
                    <a:pt x="45855" y="34844"/>
                  </a:lnTo>
                  <a:lnTo>
                    <a:pt x="45568" y="33509"/>
                  </a:lnTo>
                  <a:lnTo>
                    <a:pt x="45188" y="32563"/>
                  </a:lnTo>
                  <a:lnTo>
                    <a:pt x="44626" y="31789"/>
                  </a:lnTo>
                  <a:lnTo>
                    <a:pt x="44113" y="30892"/>
                  </a:lnTo>
                  <a:lnTo>
                    <a:pt x="43451" y="30856"/>
                  </a:lnTo>
                  <a:lnTo>
                    <a:pt x="41662" y="32123"/>
                  </a:lnTo>
                  <a:lnTo>
                    <a:pt x="40421" y="32261"/>
                  </a:lnTo>
                  <a:lnTo>
                    <a:pt x="39593" y="31854"/>
                  </a:lnTo>
                  <a:lnTo>
                    <a:pt x="38492" y="31087"/>
                  </a:lnTo>
                  <a:lnTo>
                    <a:pt x="36344" y="30967"/>
                  </a:lnTo>
                  <a:lnTo>
                    <a:pt x="34872" y="31641"/>
                  </a:lnTo>
                  <a:lnTo>
                    <a:pt x="34727" y="32580"/>
                  </a:lnTo>
                  <a:lnTo>
                    <a:pt x="33369" y="38477"/>
                  </a:lnTo>
                  <a:lnTo>
                    <a:pt x="31397" y="40650"/>
                  </a:lnTo>
                  <a:lnTo>
                    <a:pt x="29684" y="42877"/>
                  </a:lnTo>
                  <a:lnTo>
                    <a:pt x="29186" y="43329"/>
                  </a:lnTo>
                  <a:lnTo>
                    <a:pt x="28334" y="42629"/>
                  </a:lnTo>
                  <a:lnTo>
                    <a:pt x="27365" y="41306"/>
                  </a:lnTo>
                  <a:lnTo>
                    <a:pt x="26559" y="40618"/>
                  </a:lnTo>
                  <a:lnTo>
                    <a:pt x="25971" y="40921"/>
                  </a:lnTo>
                  <a:lnTo>
                    <a:pt x="25329" y="42420"/>
                  </a:lnTo>
                  <a:lnTo>
                    <a:pt x="25036" y="43939"/>
                  </a:lnTo>
                  <a:lnTo>
                    <a:pt x="23096" y="45052"/>
                  </a:lnTo>
                  <a:lnTo>
                    <a:pt x="19722" y="45708"/>
                  </a:lnTo>
                  <a:lnTo>
                    <a:pt x="18546" y="47202"/>
                  </a:lnTo>
                  <a:lnTo>
                    <a:pt x="18144" y="48999"/>
                  </a:lnTo>
                  <a:lnTo>
                    <a:pt x="18127" y="50382"/>
                  </a:lnTo>
                  <a:lnTo>
                    <a:pt x="18413" y="51557"/>
                  </a:lnTo>
                  <a:lnTo>
                    <a:pt x="18053" y="52928"/>
                  </a:lnTo>
                  <a:lnTo>
                    <a:pt x="17896" y="53499"/>
                  </a:lnTo>
                  <a:lnTo>
                    <a:pt x="15512" y="53799"/>
                  </a:lnTo>
                  <a:lnTo>
                    <a:pt x="12333" y="54201"/>
                  </a:lnTo>
                  <a:lnTo>
                    <a:pt x="10433" y="54098"/>
                  </a:lnTo>
                  <a:lnTo>
                    <a:pt x="8644" y="54002"/>
                  </a:lnTo>
                  <a:lnTo>
                    <a:pt x="7427" y="52827"/>
                  </a:lnTo>
                  <a:lnTo>
                    <a:pt x="5940" y="50532"/>
                  </a:lnTo>
                  <a:lnTo>
                    <a:pt x="4370" y="47479"/>
                  </a:lnTo>
                  <a:lnTo>
                    <a:pt x="4219" y="47406"/>
                  </a:lnTo>
                  <a:lnTo>
                    <a:pt x="3985" y="47082"/>
                  </a:lnTo>
                  <a:lnTo>
                    <a:pt x="2998" y="46854"/>
                  </a:lnTo>
                  <a:lnTo>
                    <a:pt x="2736" y="47034"/>
                  </a:lnTo>
                  <a:lnTo>
                    <a:pt x="2146" y="46041"/>
                  </a:lnTo>
                  <a:lnTo>
                    <a:pt x="1972" y="44750"/>
                  </a:lnTo>
                  <a:lnTo>
                    <a:pt x="1057" y="41357"/>
                  </a:lnTo>
                  <a:lnTo>
                    <a:pt x="26" y="35777"/>
                  </a:lnTo>
                  <a:lnTo>
                    <a:pt x="0" y="34167"/>
                  </a:lnTo>
                  <a:lnTo>
                    <a:pt x="401" y="32332"/>
                  </a:lnTo>
                  <a:lnTo>
                    <a:pt x="775" y="30931"/>
                  </a:lnTo>
                  <a:lnTo>
                    <a:pt x="828" y="29818"/>
                  </a:lnTo>
                  <a:lnTo>
                    <a:pt x="869" y="29515"/>
                  </a:lnTo>
                  <a:lnTo>
                    <a:pt x="1178" y="27208"/>
                  </a:lnTo>
                  <a:lnTo>
                    <a:pt x="1928" y="24139"/>
                  </a:lnTo>
                  <a:lnTo>
                    <a:pt x="2624" y="22358"/>
                  </a:lnTo>
                  <a:lnTo>
                    <a:pt x="3131" y="21770"/>
                  </a:lnTo>
                  <a:lnTo>
                    <a:pt x="4174" y="22306"/>
                  </a:lnTo>
                  <a:lnTo>
                    <a:pt x="5959" y="22750"/>
                  </a:lnTo>
                  <a:lnTo>
                    <a:pt x="7332" y="22334"/>
                  </a:lnTo>
                  <a:lnTo>
                    <a:pt x="8611" y="20967"/>
                  </a:lnTo>
                  <a:lnTo>
                    <a:pt x="9307" y="19771"/>
                  </a:lnTo>
                  <a:lnTo>
                    <a:pt x="9901" y="18514"/>
                  </a:lnTo>
                  <a:lnTo>
                    <a:pt x="10099" y="17699"/>
                  </a:lnTo>
                  <a:lnTo>
                    <a:pt x="10363" y="17308"/>
                  </a:lnTo>
                  <a:lnTo>
                    <a:pt x="11422" y="16582"/>
                  </a:lnTo>
                  <a:lnTo>
                    <a:pt x="11759" y="15736"/>
                  </a:lnTo>
                  <a:lnTo>
                    <a:pt x="11898" y="14135"/>
                  </a:lnTo>
                  <a:lnTo>
                    <a:pt x="11990" y="12349"/>
                  </a:lnTo>
                  <a:lnTo>
                    <a:pt x="12208" y="11026"/>
                  </a:lnTo>
                  <a:lnTo>
                    <a:pt x="12480" y="10056"/>
                  </a:lnTo>
                  <a:lnTo>
                    <a:pt x="14441" y="7726"/>
                  </a:lnTo>
                  <a:lnTo>
                    <a:pt x="14616" y="6908"/>
                  </a:lnTo>
                  <a:lnTo>
                    <a:pt x="14931" y="6110"/>
                  </a:lnTo>
                  <a:lnTo>
                    <a:pt x="15510" y="5218"/>
                  </a:lnTo>
                  <a:lnTo>
                    <a:pt x="16072" y="3930"/>
                  </a:lnTo>
                  <a:lnTo>
                    <a:pt x="16668" y="3139"/>
                  </a:lnTo>
                  <a:lnTo>
                    <a:pt x="17434" y="3227"/>
                  </a:lnTo>
                  <a:lnTo>
                    <a:pt x="18141" y="3064"/>
                  </a:lnTo>
                  <a:lnTo>
                    <a:pt x="18692" y="2614"/>
                  </a:lnTo>
                  <a:lnTo>
                    <a:pt x="18934" y="2568"/>
                  </a:lnTo>
                  <a:lnTo>
                    <a:pt x="19953" y="2937"/>
                  </a:lnTo>
                  <a:lnTo>
                    <a:pt x="20136" y="4415"/>
                  </a:lnTo>
                  <a:lnTo>
                    <a:pt x="20243" y="5953"/>
                  </a:lnTo>
                  <a:lnTo>
                    <a:pt x="21983" y="5842"/>
                  </a:lnTo>
                  <a:lnTo>
                    <a:pt x="22952" y="2549"/>
                  </a:lnTo>
                  <a:lnTo>
                    <a:pt x="23453" y="2152"/>
                  </a:lnTo>
                  <a:lnTo>
                    <a:pt x="24260" y="1007"/>
                  </a:lnTo>
                  <a:lnTo>
                    <a:pt x="24792" y="0"/>
                  </a:lnTo>
                  <a:lnTo>
                    <a:pt x="25158" y="630"/>
                  </a:lnTo>
                  <a:lnTo>
                    <a:pt x="25688" y="2745"/>
                  </a:lnTo>
                  <a:lnTo>
                    <a:pt x="26248" y="4449"/>
                  </a:lnTo>
                  <a:lnTo>
                    <a:pt x="26571" y="5122"/>
                  </a:lnTo>
                  <a:lnTo>
                    <a:pt x="26606" y="5645"/>
                  </a:lnTo>
                  <a:lnTo>
                    <a:pt x="26932" y="5958"/>
                  </a:lnTo>
                  <a:lnTo>
                    <a:pt x="27566" y="6149"/>
                  </a:lnTo>
                  <a:lnTo>
                    <a:pt x="27987" y="6664"/>
                  </a:lnTo>
                  <a:lnTo>
                    <a:pt x="28113" y="8248"/>
                  </a:lnTo>
                  <a:lnTo>
                    <a:pt x="28122" y="9684"/>
                  </a:lnTo>
                  <a:lnTo>
                    <a:pt x="27924" y="10711"/>
                  </a:lnTo>
                  <a:lnTo>
                    <a:pt x="27821" y="11621"/>
                  </a:lnTo>
                  <a:lnTo>
                    <a:pt x="28259" y="11978"/>
                  </a:lnTo>
                  <a:lnTo>
                    <a:pt x="28901" y="11633"/>
                  </a:lnTo>
                  <a:lnTo>
                    <a:pt x="29354" y="11119"/>
                  </a:lnTo>
                  <a:lnTo>
                    <a:pt x="30714" y="12304"/>
                  </a:lnTo>
                  <a:lnTo>
                    <a:pt x="31195" y="9661"/>
                  </a:lnTo>
                  <a:lnTo>
                    <a:pt x="31734" y="8312"/>
                  </a:lnTo>
                  <a:lnTo>
                    <a:pt x="32434" y="7684"/>
                  </a:lnTo>
                  <a:lnTo>
                    <a:pt x="33069" y="6860"/>
                  </a:lnTo>
                  <a:lnTo>
                    <a:pt x="33650" y="6277"/>
                  </a:lnTo>
                  <a:lnTo>
                    <a:pt x="34051" y="6312"/>
                  </a:lnTo>
                  <a:lnTo>
                    <a:pt x="34224" y="6068"/>
                  </a:lnTo>
                  <a:lnTo>
                    <a:pt x="34722" y="6132"/>
                  </a:lnTo>
                  <a:lnTo>
                    <a:pt x="35300" y="6397"/>
                  </a:lnTo>
                  <a:lnTo>
                    <a:pt x="36084" y="6087"/>
                  </a:lnTo>
                  <a:lnTo>
                    <a:pt x="37169" y="6730"/>
                  </a:lnTo>
                  <a:lnTo>
                    <a:pt x="37847" y="7950"/>
                  </a:lnTo>
                  <a:lnTo>
                    <a:pt x="38510" y="8362"/>
                  </a:lnTo>
                  <a:lnTo>
                    <a:pt x="39267" y="8291"/>
                  </a:lnTo>
                  <a:lnTo>
                    <a:pt x="39785" y="7619"/>
                  </a:lnTo>
                  <a:lnTo>
                    <a:pt x="40537" y="5302"/>
                  </a:lnTo>
                  <a:lnTo>
                    <a:pt x="41083" y="5338"/>
                  </a:lnTo>
                  <a:lnTo>
                    <a:pt x="41937" y="4971"/>
                  </a:lnTo>
                  <a:lnTo>
                    <a:pt x="43144" y="4992"/>
                  </a:lnTo>
                  <a:lnTo>
                    <a:pt x="45924" y="5488"/>
                  </a:lnTo>
                  <a:lnTo>
                    <a:pt x="46620" y="6375"/>
                  </a:lnTo>
                  <a:lnTo>
                    <a:pt x="48332" y="7512"/>
                  </a:lnTo>
                  <a:lnTo>
                    <a:pt x="49077" y="8824"/>
                  </a:lnTo>
                  <a:lnTo>
                    <a:pt x="49408" y="10389"/>
                  </a:lnTo>
                  <a:lnTo>
                    <a:pt x="49581" y="11470"/>
                  </a:lnTo>
                  <a:lnTo>
                    <a:pt x="51335" y="13133"/>
                  </a:lnTo>
                  <a:lnTo>
                    <a:pt x="53936" y="1525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g1391"/>
            <p:cNvSpPr/>
            <p:nvPr/>
          </p:nvSpPr>
          <p:spPr>
            <a:xfrm>
              <a:off x="2951456" y="2249305"/>
              <a:ext cx="30167" cy="42400"/>
            </a:xfrm>
            <a:custGeom>
              <a:avLst/>
              <a:pathLst>
                <a:path w="30167" h="42400">
                  <a:moveTo>
                    <a:pt x="30167" y="10737"/>
                  </a:moveTo>
                  <a:lnTo>
                    <a:pt x="29316" y="10013"/>
                  </a:lnTo>
                  <a:lnTo>
                    <a:pt x="28292" y="9711"/>
                  </a:lnTo>
                  <a:lnTo>
                    <a:pt x="28100" y="10102"/>
                  </a:lnTo>
                  <a:lnTo>
                    <a:pt x="27689" y="10500"/>
                  </a:lnTo>
                  <a:lnTo>
                    <a:pt x="27480" y="11212"/>
                  </a:lnTo>
                  <a:lnTo>
                    <a:pt x="27640" y="14011"/>
                  </a:lnTo>
                  <a:lnTo>
                    <a:pt x="27391" y="14491"/>
                  </a:lnTo>
                  <a:lnTo>
                    <a:pt x="26228" y="14214"/>
                  </a:lnTo>
                  <a:lnTo>
                    <a:pt x="25844" y="14536"/>
                  </a:lnTo>
                  <a:lnTo>
                    <a:pt x="25211" y="16485"/>
                  </a:lnTo>
                  <a:lnTo>
                    <a:pt x="24563" y="17305"/>
                  </a:lnTo>
                  <a:lnTo>
                    <a:pt x="23739" y="17889"/>
                  </a:lnTo>
                  <a:lnTo>
                    <a:pt x="23131" y="18595"/>
                  </a:lnTo>
                  <a:lnTo>
                    <a:pt x="22361" y="19208"/>
                  </a:lnTo>
                  <a:lnTo>
                    <a:pt x="21704" y="19577"/>
                  </a:lnTo>
                  <a:lnTo>
                    <a:pt x="21445" y="20428"/>
                  </a:lnTo>
                  <a:lnTo>
                    <a:pt x="21288" y="21372"/>
                  </a:lnTo>
                  <a:lnTo>
                    <a:pt x="21329" y="22281"/>
                  </a:lnTo>
                  <a:lnTo>
                    <a:pt x="21995" y="24076"/>
                  </a:lnTo>
                  <a:lnTo>
                    <a:pt x="22086" y="25991"/>
                  </a:lnTo>
                  <a:lnTo>
                    <a:pt x="22013" y="28332"/>
                  </a:lnTo>
                  <a:lnTo>
                    <a:pt x="21860" y="29582"/>
                  </a:lnTo>
                  <a:lnTo>
                    <a:pt x="21597" y="30413"/>
                  </a:lnTo>
                  <a:lnTo>
                    <a:pt x="19956" y="31489"/>
                  </a:lnTo>
                  <a:lnTo>
                    <a:pt x="18254" y="33410"/>
                  </a:lnTo>
                  <a:lnTo>
                    <a:pt x="18215" y="33850"/>
                  </a:lnTo>
                  <a:lnTo>
                    <a:pt x="18991" y="35558"/>
                  </a:lnTo>
                  <a:lnTo>
                    <a:pt x="19022" y="35984"/>
                  </a:lnTo>
                  <a:lnTo>
                    <a:pt x="18380" y="36955"/>
                  </a:lnTo>
                  <a:lnTo>
                    <a:pt x="18317" y="37929"/>
                  </a:lnTo>
                  <a:lnTo>
                    <a:pt x="18390" y="39055"/>
                  </a:lnTo>
                  <a:lnTo>
                    <a:pt x="18731" y="40215"/>
                  </a:lnTo>
                  <a:lnTo>
                    <a:pt x="18854" y="41257"/>
                  </a:lnTo>
                  <a:lnTo>
                    <a:pt x="17918" y="42015"/>
                  </a:lnTo>
                  <a:lnTo>
                    <a:pt x="16653" y="41738"/>
                  </a:lnTo>
                  <a:lnTo>
                    <a:pt x="15154" y="40286"/>
                  </a:lnTo>
                  <a:lnTo>
                    <a:pt x="14629" y="40500"/>
                  </a:lnTo>
                  <a:lnTo>
                    <a:pt x="14121" y="41248"/>
                  </a:lnTo>
                  <a:lnTo>
                    <a:pt x="13601" y="40927"/>
                  </a:lnTo>
                  <a:lnTo>
                    <a:pt x="13030" y="40032"/>
                  </a:lnTo>
                  <a:lnTo>
                    <a:pt x="12221" y="38171"/>
                  </a:lnTo>
                  <a:lnTo>
                    <a:pt x="11828" y="37030"/>
                  </a:lnTo>
                  <a:lnTo>
                    <a:pt x="11666" y="35813"/>
                  </a:lnTo>
                  <a:lnTo>
                    <a:pt x="11446" y="35637"/>
                  </a:lnTo>
                  <a:lnTo>
                    <a:pt x="11111" y="35991"/>
                  </a:lnTo>
                  <a:lnTo>
                    <a:pt x="10834" y="37470"/>
                  </a:lnTo>
                  <a:lnTo>
                    <a:pt x="10085" y="40113"/>
                  </a:lnTo>
                  <a:lnTo>
                    <a:pt x="9533" y="40831"/>
                  </a:lnTo>
                  <a:lnTo>
                    <a:pt x="8698" y="40678"/>
                  </a:lnTo>
                  <a:lnTo>
                    <a:pt x="7527" y="40722"/>
                  </a:lnTo>
                  <a:lnTo>
                    <a:pt x="6799" y="40938"/>
                  </a:lnTo>
                  <a:lnTo>
                    <a:pt x="5908" y="40005"/>
                  </a:lnTo>
                  <a:lnTo>
                    <a:pt x="5692" y="40184"/>
                  </a:lnTo>
                  <a:lnTo>
                    <a:pt x="5690" y="40797"/>
                  </a:lnTo>
                  <a:lnTo>
                    <a:pt x="5358" y="41766"/>
                  </a:lnTo>
                  <a:lnTo>
                    <a:pt x="4811" y="42400"/>
                  </a:lnTo>
                  <a:lnTo>
                    <a:pt x="2278" y="40970"/>
                  </a:lnTo>
                  <a:lnTo>
                    <a:pt x="1919" y="39784"/>
                  </a:lnTo>
                  <a:lnTo>
                    <a:pt x="2490" y="39221"/>
                  </a:lnTo>
                  <a:lnTo>
                    <a:pt x="3284" y="37695"/>
                  </a:lnTo>
                  <a:lnTo>
                    <a:pt x="3823" y="37861"/>
                  </a:lnTo>
                  <a:lnTo>
                    <a:pt x="4484" y="37539"/>
                  </a:lnTo>
                  <a:lnTo>
                    <a:pt x="4773" y="36890"/>
                  </a:lnTo>
                  <a:lnTo>
                    <a:pt x="4354" y="34952"/>
                  </a:lnTo>
                  <a:lnTo>
                    <a:pt x="3301" y="32563"/>
                  </a:lnTo>
                  <a:lnTo>
                    <a:pt x="2742" y="31655"/>
                  </a:lnTo>
                  <a:lnTo>
                    <a:pt x="1972" y="31053"/>
                  </a:lnTo>
                  <a:lnTo>
                    <a:pt x="1840" y="30410"/>
                  </a:lnTo>
                  <a:lnTo>
                    <a:pt x="2266" y="26641"/>
                  </a:lnTo>
                  <a:lnTo>
                    <a:pt x="2137" y="26106"/>
                  </a:lnTo>
                  <a:lnTo>
                    <a:pt x="1258" y="26283"/>
                  </a:lnTo>
                  <a:lnTo>
                    <a:pt x="1052" y="25890"/>
                  </a:lnTo>
                  <a:lnTo>
                    <a:pt x="981" y="25236"/>
                  </a:lnTo>
                  <a:lnTo>
                    <a:pt x="1040" y="24340"/>
                  </a:lnTo>
                  <a:lnTo>
                    <a:pt x="1632" y="22875"/>
                  </a:lnTo>
                  <a:lnTo>
                    <a:pt x="2291" y="21575"/>
                  </a:lnTo>
                  <a:lnTo>
                    <a:pt x="2468" y="20847"/>
                  </a:lnTo>
                  <a:lnTo>
                    <a:pt x="2444" y="20277"/>
                  </a:lnTo>
                  <a:lnTo>
                    <a:pt x="1600" y="19700"/>
                  </a:lnTo>
                  <a:lnTo>
                    <a:pt x="1091" y="19108"/>
                  </a:lnTo>
                  <a:lnTo>
                    <a:pt x="688" y="18903"/>
                  </a:lnTo>
                  <a:lnTo>
                    <a:pt x="411" y="19235"/>
                  </a:lnTo>
                  <a:lnTo>
                    <a:pt x="205" y="18861"/>
                  </a:lnTo>
                  <a:lnTo>
                    <a:pt x="0" y="17778"/>
                  </a:lnTo>
                  <a:lnTo>
                    <a:pt x="204" y="16126"/>
                  </a:lnTo>
                  <a:lnTo>
                    <a:pt x="964" y="14599"/>
                  </a:lnTo>
                  <a:lnTo>
                    <a:pt x="1779" y="13243"/>
                  </a:lnTo>
                  <a:lnTo>
                    <a:pt x="2488" y="12255"/>
                  </a:lnTo>
                  <a:lnTo>
                    <a:pt x="2898" y="11831"/>
                  </a:lnTo>
                  <a:lnTo>
                    <a:pt x="3093" y="10135"/>
                  </a:lnTo>
                  <a:lnTo>
                    <a:pt x="3515" y="10311"/>
                  </a:lnTo>
                  <a:lnTo>
                    <a:pt x="4356" y="10402"/>
                  </a:lnTo>
                  <a:lnTo>
                    <a:pt x="5293" y="10788"/>
                  </a:lnTo>
                  <a:lnTo>
                    <a:pt x="6166" y="11261"/>
                  </a:lnTo>
                  <a:lnTo>
                    <a:pt x="6934" y="11860"/>
                  </a:lnTo>
                  <a:lnTo>
                    <a:pt x="8547" y="12486"/>
                  </a:lnTo>
                  <a:lnTo>
                    <a:pt x="10014" y="12864"/>
                  </a:lnTo>
                  <a:lnTo>
                    <a:pt x="10456" y="13213"/>
                  </a:lnTo>
                  <a:lnTo>
                    <a:pt x="10818" y="13185"/>
                  </a:lnTo>
                  <a:lnTo>
                    <a:pt x="11263" y="13698"/>
                  </a:lnTo>
                  <a:lnTo>
                    <a:pt x="11526" y="13307"/>
                  </a:lnTo>
                  <a:lnTo>
                    <a:pt x="11716" y="12623"/>
                  </a:lnTo>
                  <a:lnTo>
                    <a:pt x="12516" y="11815"/>
                  </a:lnTo>
                  <a:lnTo>
                    <a:pt x="13252" y="10760"/>
                  </a:lnTo>
                  <a:lnTo>
                    <a:pt x="13769" y="9417"/>
                  </a:lnTo>
                  <a:lnTo>
                    <a:pt x="14059" y="8356"/>
                  </a:lnTo>
                  <a:lnTo>
                    <a:pt x="14565" y="7605"/>
                  </a:lnTo>
                  <a:lnTo>
                    <a:pt x="15104" y="7388"/>
                  </a:lnTo>
                  <a:lnTo>
                    <a:pt x="15597" y="7012"/>
                  </a:lnTo>
                  <a:lnTo>
                    <a:pt x="17677" y="6510"/>
                  </a:lnTo>
                  <a:lnTo>
                    <a:pt x="19814" y="6903"/>
                  </a:lnTo>
                  <a:lnTo>
                    <a:pt x="20833" y="6165"/>
                  </a:lnTo>
                  <a:lnTo>
                    <a:pt x="21673" y="4870"/>
                  </a:lnTo>
                  <a:lnTo>
                    <a:pt x="22963" y="4491"/>
                  </a:lnTo>
                  <a:lnTo>
                    <a:pt x="24797" y="5485"/>
                  </a:lnTo>
                  <a:lnTo>
                    <a:pt x="24938" y="4907"/>
                  </a:lnTo>
                  <a:lnTo>
                    <a:pt x="25017" y="4651"/>
                  </a:lnTo>
                  <a:lnTo>
                    <a:pt x="24982" y="1829"/>
                  </a:lnTo>
                  <a:lnTo>
                    <a:pt x="25562" y="545"/>
                  </a:lnTo>
                  <a:lnTo>
                    <a:pt x="26099" y="0"/>
                  </a:lnTo>
                  <a:lnTo>
                    <a:pt x="27931" y="177"/>
                  </a:lnTo>
                  <a:lnTo>
                    <a:pt x="28170" y="1043"/>
                  </a:lnTo>
                  <a:lnTo>
                    <a:pt x="28266" y="2386"/>
                  </a:lnTo>
                  <a:lnTo>
                    <a:pt x="28429" y="4185"/>
                  </a:lnTo>
                  <a:lnTo>
                    <a:pt x="28734" y="4683"/>
                  </a:lnTo>
                  <a:lnTo>
                    <a:pt x="28902" y="5391"/>
                  </a:lnTo>
                  <a:lnTo>
                    <a:pt x="28870" y="6636"/>
                  </a:lnTo>
                  <a:lnTo>
                    <a:pt x="29227" y="7566"/>
                  </a:lnTo>
                  <a:lnTo>
                    <a:pt x="30066" y="100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g1392"/>
            <p:cNvSpPr/>
            <p:nvPr/>
          </p:nvSpPr>
          <p:spPr>
            <a:xfrm>
              <a:off x="2980450" y="1939578"/>
              <a:ext cx="6955" cy="32648"/>
            </a:xfrm>
            <a:custGeom>
              <a:avLst/>
              <a:pathLst>
                <a:path w="6955" h="32648">
                  <a:moveTo>
                    <a:pt x="1291" y="31160"/>
                  </a:moveTo>
                  <a:lnTo>
                    <a:pt x="798" y="32648"/>
                  </a:lnTo>
                  <a:lnTo>
                    <a:pt x="360" y="32542"/>
                  </a:lnTo>
                  <a:lnTo>
                    <a:pt x="68" y="30558"/>
                  </a:lnTo>
                  <a:lnTo>
                    <a:pt x="0" y="25454"/>
                  </a:lnTo>
                  <a:lnTo>
                    <a:pt x="174" y="22932"/>
                  </a:lnTo>
                  <a:lnTo>
                    <a:pt x="2271" y="13835"/>
                  </a:lnTo>
                  <a:lnTo>
                    <a:pt x="3207" y="13092"/>
                  </a:lnTo>
                  <a:lnTo>
                    <a:pt x="4523" y="7517"/>
                  </a:lnTo>
                  <a:lnTo>
                    <a:pt x="4878" y="5036"/>
                  </a:lnTo>
                  <a:lnTo>
                    <a:pt x="5448" y="2803"/>
                  </a:lnTo>
                  <a:lnTo>
                    <a:pt x="5786" y="806"/>
                  </a:lnTo>
                  <a:lnTo>
                    <a:pt x="6068" y="0"/>
                  </a:lnTo>
                  <a:lnTo>
                    <a:pt x="6682" y="378"/>
                  </a:lnTo>
                  <a:lnTo>
                    <a:pt x="6955" y="745"/>
                  </a:lnTo>
                  <a:lnTo>
                    <a:pt x="6308" y="1908"/>
                  </a:lnTo>
                  <a:lnTo>
                    <a:pt x="6384" y="3422"/>
                  </a:lnTo>
                  <a:lnTo>
                    <a:pt x="6339" y="4049"/>
                  </a:lnTo>
                  <a:lnTo>
                    <a:pt x="4706" y="10633"/>
                  </a:lnTo>
                  <a:lnTo>
                    <a:pt x="4269" y="14908"/>
                  </a:lnTo>
                  <a:lnTo>
                    <a:pt x="3690" y="1595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g1393"/>
            <p:cNvSpPr/>
            <p:nvPr/>
          </p:nvSpPr>
          <p:spPr>
            <a:xfrm>
              <a:off x="2996899" y="1922723"/>
              <a:ext cx="9338" cy="29400"/>
            </a:xfrm>
            <a:custGeom>
              <a:avLst/>
              <a:pathLst>
                <a:path w="9338" h="29400">
                  <a:moveTo>
                    <a:pt x="9338" y="2350"/>
                  </a:moveTo>
                  <a:lnTo>
                    <a:pt x="8543" y="3054"/>
                  </a:lnTo>
                  <a:lnTo>
                    <a:pt x="8075" y="5137"/>
                  </a:lnTo>
                  <a:lnTo>
                    <a:pt x="7431" y="5489"/>
                  </a:lnTo>
                  <a:lnTo>
                    <a:pt x="6814" y="6183"/>
                  </a:lnTo>
                  <a:lnTo>
                    <a:pt x="6593" y="12776"/>
                  </a:lnTo>
                  <a:lnTo>
                    <a:pt x="7718" y="15280"/>
                  </a:lnTo>
                  <a:lnTo>
                    <a:pt x="7100" y="15631"/>
                  </a:lnTo>
                  <a:lnTo>
                    <a:pt x="6535" y="16381"/>
                  </a:lnTo>
                  <a:lnTo>
                    <a:pt x="6131" y="17491"/>
                  </a:lnTo>
                  <a:lnTo>
                    <a:pt x="5718" y="19879"/>
                  </a:lnTo>
                  <a:lnTo>
                    <a:pt x="4166" y="21232"/>
                  </a:lnTo>
                  <a:lnTo>
                    <a:pt x="3578" y="22233"/>
                  </a:lnTo>
                  <a:lnTo>
                    <a:pt x="2712" y="24461"/>
                  </a:lnTo>
                  <a:lnTo>
                    <a:pt x="2260" y="27694"/>
                  </a:lnTo>
                  <a:lnTo>
                    <a:pt x="1382" y="29074"/>
                  </a:lnTo>
                  <a:lnTo>
                    <a:pt x="397" y="29400"/>
                  </a:lnTo>
                  <a:lnTo>
                    <a:pt x="975" y="26751"/>
                  </a:lnTo>
                  <a:lnTo>
                    <a:pt x="1733" y="24592"/>
                  </a:lnTo>
                  <a:lnTo>
                    <a:pt x="1004" y="23112"/>
                  </a:lnTo>
                  <a:lnTo>
                    <a:pt x="566" y="20795"/>
                  </a:lnTo>
                  <a:lnTo>
                    <a:pt x="0" y="19017"/>
                  </a:lnTo>
                  <a:lnTo>
                    <a:pt x="450" y="17032"/>
                  </a:lnTo>
                  <a:lnTo>
                    <a:pt x="229" y="13778"/>
                  </a:lnTo>
                  <a:lnTo>
                    <a:pt x="302" y="10603"/>
                  </a:lnTo>
                  <a:lnTo>
                    <a:pt x="959" y="9000"/>
                  </a:lnTo>
                  <a:lnTo>
                    <a:pt x="1712" y="7692"/>
                  </a:lnTo>
                  <a:lnTo>
                    <a:pt x="2885" y="4687"/>
                  </a:lnTo>
                  <a:lnTo>
                    <a:pt x="4156" y="2508"/>
                  </a:lnTo>
                  <a:lnTo>
                    <a:pt x="5929" y="1529"/>
                  </a:lnTo>
                  <a:lnTo>
                    <a:pt x="6730" y="2432"/>
                  </a:lnTo>
                  <a:lnTo>
                    <a:pt x="7075" y="451"/>
                  </a:lnTo>
                  <a:lnTo>
                    <a:pt x="7647" y="0"/>
                  </a:lnTo>
                  <a:lnTo>
                    <a:pt x="8184" y="45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g1394"/>
            <p:cNvSpPr/>
            <p:nvPr/>
          </p:nvSpPr>
          <p:spPr>
            <a:xfrm>
              <a:off x="3005880" y="1920777"/>
              <a:ext cx="2808" cy="3578"/>
            </a:xfrm>
            <a:custGeom>
              <a:avLst/>
              <a:pathLst>
                <a:path w="2808" h="3578">
                  <a:moveTo>
                    <a:pt x="1125" y="1735"/>
                  </a:moveTo>
                  <a:lnTo>
                    <a:pt x="952" y="3578"/>
                  </a:lnTo>
                  <a:lnTo>
                    <a:pt x="454" y="3438"/>
                  </a:lnTo>
                  <a:lnTo>
                    <a:pt x="0" y="2077"/>
                  </a:lnTo>
                  <a:lnTo>
                    <a:pt x="919" y="0"/>
                  </a:lnTo>
                  <a:lnTo>
                    <a:pt x="2325" y="112"/>
                  </a:lnTo>
                  <a:lnTo>
                    <a:pt x="2808" y="54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g1395"/>
            <p:cNvSpPr/>
            <p:nvPr/>
          </p:nvSpPr>
          <p:spPr>
            <a:xfrm>
              <a:off x="2999252" y="1887489"/>
              <a:ext cx="1304" cy="2608"/>
            </a:xfrm>
            <a:custGeom>
              <a:avLst/>
              <a:pathLst>
                <a:path w="1304" h="2608">
                  <a:moveTo>
                    <a:pt x="637" y="2327"/>
                  </a:moveTo>
                  <a:lnTo>
                    <a:pt x="211" y="2608"/>
                  </a:lnTo>
                  <a:lnTo>
                    <a:pt x="0" y="2519"/>
                  </a:lnTo>
                  <a:lnTo>
                    <a:pt x="262" y="1147"/>
                  </a:lnTo>
                  <a:lnTo>
                    <a:pt x="458" y="554"/>
                  </a:lnTo>
                  <a:lnTo>
                    <a:pt x="1105" y="0"/>
                  </a:lnTo>
                  <a:lnTo>
                    <a:pt x="1304" y="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g1396"/>
            <p:cNvSpPr/>
            <p:nvPr/>
          </p:nvSpPr>
          <p:spPr>
            <a:xfrm>
              <a:off x="3001129" y="1874489"/>
              <a:ext cx="1473" cy="3266"/>
            </a:xfrm>
            <a:custGeom>
              <a:avLst/>
              <a:pathLst>
                <a:path w="1473" h="3266">
                  <a:moveTo>
                    <a:pt x="483" y="2288"/>
                  </a:moveTo>
                  <a:lnTo>
                    <a:pt x="242" y="3266"/>
                  </a:lnTo>
                  <a:lnTo>
                    <a:pt x="0" y="2067"/>
                  </a:lnTo>
                  <a:lnTo>
                    <a:pt x="96" y="1832"/>
                  </a:lnTo>
                  <a:lnTo>
                    <a:pt x="261" y="649"/>
                  </a:lnTo>
                  <a:lnTo>
                    <a:pt x="728" y="0"/>
                  </a:lnTo>
                  <a:lnTo>
                    <a:pt x="1473" y="389"/>
                  </a:lnTo>
                  <a:lnTo>
                    <a:pt x="1469" y="685"/>
                  </a:lnTo>
                  <a:lnTo>
                    <a:pt x="756" y="164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g1397"/>
            <p:cNvSpPr/>
            <p:nvPr/>
          </p:nvSpPr>
          <p:spPr>
            <a:xfrm>
              <a:off x="2930008" y="1594097"/>
              <a:ext cx="125057" cy="404540"/>
            </a:xfrm>
            <a:custGeom>
              <a:avLst/>
              <a:pathLst>
                <a:path w="125057" h="404540">
                  <a:moveTo>
                    <a:pt x="125057" y="95490"/>
                  </a:moveTo>
                  <a:lnTo>
                    <a:pt x="122510" y="96171"/>
                  </a:lnTo>
                  <a:lnTo>
                    <a:pt x="120596" y="94803"/>
                  </a:lnTo>
                  <a:lnTo>
                    <a:pt x="119641" y="95489"/>
                  </a:lnTo>
                  <a:lnTo>
                    <a:pt x="117971" y="95517"/>
                  </a:lnTo>
                  <a:lnTo>
                    <a:pt x="116074" y="96056"/>
                  </a:lnTo>
                  <a:lnTo>
                    <a:pt x="115435" y="97126"/>
                  </a:lnTo>
                  <a:lnTo>
                    <a:pt x="114933" y="97556"/>
                  </a:lnTo>
                  <a:lnTo>
                    <a:pt x="113173" y="96045"/>
                  </a:lnTo>
                  <a:lnTo>
                    <a:pt x="111512" y="93549"/>
                  </a:lnTo>
                  <a:lnTo>
                    <a:pt x="110299" y="95452"/>
                  </a:lnTo>
                  <a:lnTo>
                    <a:pt x="109513" y="95813"/>
                  </a:lnTo>
                  <a:lnTo>
                    <a:pt x="108807" y="94091"/>
                  </a:lnTo>
                  <a:lnTo>
                    <a:pt x="108190" y="93811"/>
                  </a:lnTo>
                  <a:lnTo>
                    <a:pt x="107857" y="94385"/>
                  </a:lnTo>
                  <a:lnTo>
                    <a:pt x="107565" y="95907"/>
                  </a:lnTo>
                  <a:lnTo>
                    <a:pt x="107100" y="97105"/>
                  </a:lnTo>
                  <a:lnTo>
                    <a:pt x="106979" y="97862"/>
                  </a:lnTo>
                  <a:lnTo>
                    <a:pt x="106898" y="100919"/>
                  </a:lnTo>
                  <a:lnTo>
                    <a:pt x="106777" y="101628"/>
                  </a:lnTo>
                  <a:lnTo>
                    <a:pt x="105164" y="101232"/>
                  </a:lnTo>
                  <a:lnTo>
                    <a:pt x="105261" y="102034"/>
                  </a:lnTo>
                  <a:lnTo>
                    <a:pt x="105612" y="102439"/>
                  </a:lnTo>
                  <a:lnTo>
                    <a:pt x="105754" y="102948"/>
                  </a:lnTo>
                  <a:lnTo>
                    <a:pt x="105169" y="103618"/>
                  </a:lnTo>
                  <a:lnTo>
                    <a:pt x="103567" y="103554"/>
                  </a:lnTo>
                  <a:lnTo>
                    <a:pt x="103404" y="104264"/>
                  </a:lnTo>
                  <a:lnTo>
                    <a:pt x="103854" y="105386"/>
                  </a:lnTo>
                  <a:lnTo>
                    <a:pt x="103503" y="106369"/>
                  </a:lnTo>
                  <a:lnTo>
                    <a:pt x="103177" y="106755"/>
                  </a:lnTo>
                  <a:lnTo>
                    <a:pt x="101265" y="107366"/>
                  </a:lnTo>
                  <a:lnTo>
                    <a:pt x="100158" y="107226"/>
                  </a:lnTo>
                  <a:lnTo>
                    <a:pt x="99842" y="107862"/>
                  </a:lnTo>
                  <a:lnTo>
                    <a:pt x="99754" y="108689"/>
                  </a:lnTo>
                  <a:lnTo>
                    <a:pt x="99963" y="109500"/>
                  </a:lnTo>
                  <a:lnTo>
                    <a:pt x="100451" y="109931"/>
                  </a:lnTo>
                  <a:lnTo>
                    <a:pt x="100612" y="110446"/>
                  </a:lnTo>
                  <a:lnTo>
                    <a:pt x="100578" y="111562"/>
                  </a:lnTo>
                  <a:lnTo>
                    <a:pt x="100171" y="111764"/>
                  </a:lnTo>
                  <a:lnTo>
                    <a:pt x="99017" y="109804"/>
                  </a:lnTo>
                  <a:lnTo>
                    <a:pt x="98666" y="109905"/>
                  </a:lnTo>
                  <a:lnTo>
                    <a:pt x="98930" y="110924"/>
                  </a:lnTo>
                  <a:lnTo>
                    <a:pt x="99589" y="112035"/>
                  </a:lnTo>
                  <a:lnTo>
                    <a:pt x="99970" y="113169"/>
                  </a:lnTo>
                  <a:lnTo>
                    <a:pt x="100304" y="114534"/>
                  </a:lnTo>
                  <a:lnTo>
                    <a:pt x="100239" y="115568"/>
                  </a:lnTo>
                  <a:lnTo>
                    <a:pt x="98806" y="118910"/>
                  </a:lnTo>
                  <a:lnTo>
                    <a:pt x="97545" y="121021"/>
                  </a:lnTo>
                  <a:lnTo>
                    <a:pt x="96605" y="122922"/>
                  </a:lnTo>
                  <a:lnTo>
                    <a:pt x="96050" y="124938"/>
                  </a:lnTo>
                  <a:lnTo>
                    <a:pt x="96692" y="125954"/>
                  </a:lnTo>
                  <a:lnTo>
                    <a:pt x="97406" y="127420"/>
                  </a:lnTo>
                  <a:lnTo>
                    <a:pt x="97909" y="130237"/>
                  </a:lnTo>
                  <a:lnTo>
                    <a:pt x="98508" y="132749"/>
                  </a:lnTo>
                  <a:lnTo>
                    <a:pt x="99717" y="135150"/>
                  </a:lnTo>
                  <a:lnTo>
                    <a:pt x="99474" y="136538"/>
                  </a:lnTo>
                  <a:lnTo>
                    <a:pt x="99192" y="137618"/>
                  </a:lnTo>
                  <a:lnTo>
                    <a:pt x="97180" y="139994"/>
                  </a:lnTo>
                  <a:lnTo>
                    <a:pt x="94899" y="143575"/>
                  </a:lnTo>
                  <a:lnTo>
                    <a:pt x="92440" y="152740"/>
                  </a:lnTo>
                  <a:lnTo>
                    <a:pt x="91622" y="153968"/>
                  </a:lnTo>
                  <a:lnTo>
                    <a:pt x="89470" y="155520"/>
                  </a:lnTo>
                  <a:lnTo>
                    <a:pt x="88678" y="157022"/>
                  </a:lnTo>
                  <a:lnTo>
                    <a:pt x="87075" y="158808"/>
                  </a:lnTo>
                  <a:lnTo>
                    <a:pt x="84278" y="160342"/>
                  </a:lnTo>
                  <a:lnTo>
                    <a:pt x="83008" y="162480"/>
                  </a:lnTo>
                  <a:lnTo>
                    <a:pt x="82436" y="164692"/>
                  </a:lnTo>
                  <a:lnTo>
                    <a:pt x="81798" y="164849"/>
                  </a:lnTo>
                  <a:lnTo>
                    <a:pt x="81166" y="163985"/>
                  </a:lnTo>
                  <a:lnTo>
                    <a:pt x="80323" y="163342"/>
                  </a:lnTo>
                  <a:lnTo>
                    <a:pt x="80214" y="164785"/>
                  </a:lnTo>
                  <a:lnTo>
                    <a:pt x="80249" y="165843"/>
                  </a:lnTo>
                  <a:lnTo>
                    <a:pt x="78900" y="164274"/>
                  </a:lnTo>
                  <a:lnTo>
                    <a:pt x="78264" y="165714"/>
                  </a:lnTo>
                  <a:lnTo>
                    <a:pt x="77766" y="168119"/>
                  </a:lnTo>
                  <a:lnTo>
                    <a:pt x="75824" y="171358"/>
                  </a:lnTo>
                  <a:lnTo>
                    <a:pt x="73732" y="170775"/>
                  </a:lnTo>
                  <a:lnTo>
                    <a:pt x="73497" y="171347"/>
                  </a:lnTo>
                  <a:lnTo>
                    <a:pt x="74054" y="171760"/>
                  </a:lnTo>
                  <a:lnTo>
                    <a:pt x="74138" y="172278"/>
                  </a:lnTo>
                  <a:lnTo>
                    <a:pt x="73758" y="172554"/>
                  </a:lnTo>
                  <a:lnTo>
                    <a:pt x="73183" y="172525"/>
                  </a:lnTo>
                  <a:lnTo>
                    <a:pt x="72294" y="173166"/>
                  </a:lnTo>
                  <a:lnTo>
                    <a:pt x="71711" y="173115"/>
                  </a:lnTo>
                  <a:lnTo>
                    <a:pt x="71434" y="174648"/>
                  </a:lnTo>
                  <a:lnTo>
                    <a:pt x="70982" y="176506"/>
                  </a:lnTo>
                  <a:lnTo>
                    <a:pt x="69800" y="177275"/>
                  </a:lnTo>
                  <a:lnTo>
                    <a:pt x="69190" y="177434"/>
                  </a:lnTo>
                  <a:lnTo>
                    <a:pt x="68888" y="178490"/>
                  </a:lnTo>
                  <a:lnTo>
                    <a:pt x="70707" y="178712"/>
                  </a:lnTo>
                  <a:lnTo>
                    <a:pt x="70561" y="179607"/>
                  </a:lnTo>
                  <a:lnTo>
                    <a:pt x="70520" y="180501"/>
                  </a:lnTo>
                  <a:lnTo>
                    <a:pt x="70332" y="181461"/>
                  </a:lnTo>
                  <a:lnTo>
                    <a:pt x="68265" y="182843"/>
                  </a:lnTo>
                  <a:lnTo>
                    <a:pt x="67947" y="183932"/>
                  </a:lnTo>
                  <a:lnTo>
                    <a:pt x="67515" y="184607"/>
                  </a:lnTo>
                  <a:lnTo>
                    <a:pt x="66596" y="184569"/>
                  </a:lnTo>
                  <a:lnTo>
                    <a:pt x="66630" y="183939"/>
                  </a:lnTo>
                  <a:lnTo>
                    <a:pt x="66780" y="183228"/>
                  </a:lnTo>
                  <a:lnTo>
                    <a:pt x="65410" y="183292"/>
                  </a:lnTo>
                  <a:lnTo>
                    <a:pt x="64983" y="181729"/>
                  </a:lnTo>
                  <a:lnTo>
                    <a:pt x="64723" y="182130"/>
                  </a:lnTo>
                  <a:lnTo>
                    <a:pt x="64877" y="183391"/>
                  </a:lnTo>
                  <a:lnTo>
                    <a:pt x="65235" y="184703"/>
                  </a:lnTo>
                  <a:lnTo>
                    <a:pt x="65634" y="186626"/>
                  </a:lnTo>
                  <a:lnTo>
                    <a:pt x="65310" y="187842"/>
                  </a:lnTo>
                  <a:lnTo>
                    <a:pt x="64948" y="188445"/>
                  </a:lnTo>
                  <a:lnTo>
                    <a:pt x="65212" y="189002"/>
                  </a:lnTo>
                  <a:lnTo>
                    <a:pt x="65943" y="189426"/>
                  </a:lnTo>
                  <a:lnTo>
                    <a:pt x="66239" y="190187"/>
                  </a:lnTo>
                  <a:lnTo>
                    <a:pt x="65371" y="190839"/>
                  </a:lnTo>
                  <a:lnTo>
                    <a:pt x="64289" y="193077"/>
                  </a:lnTo>
                  <a:lnTo>
                    <a:pt x="63167" y="193132"/>
                  </a:lnTo>
                  <a:lnTo>
                    <a:pt x="62481" y="194609"/>
                  </a:lnTo>
                  <a:lnTo>
                    <a:pt x="61752" y="194605"/>
                  </a:lnTo>
                  <a:lnTo>
                    <a:pt x="61160" y="193674"/>
                  </a:lnTo>
                  <a:lnTo>
                    <a:pt x="60211" y="192910"/>
                  </a:lnTo>
                  <a:lnTo>
                    <a:pt x="59905" y="194257"/>
                  </a:lnTo>
                  <a:lnTo>
                    <a:pt x="59856" y="195329"/>
                  </a:lnTo>
                  <a:lnTo>
                    <a:pt x="60391" y="198042"/>
                  </a:lnTo>
                  <a:lnTo>
                    <a:pt x="61412" y="200141"/>
                  </a:lnTo>
                  <a:lnTo>
                    <a:pt x="62359" y="201047"/>
                  </a:lnTo>
                  <a:lnTo>
                    <a:pt x="61678" y="201659"/>
                  </a:lnTo>
                  <a:lnTo>
                    <a:pt x="61171" y="203018"/>
                  </a:lnTo>
                  <a:lnTo>
                    <a:pt x="60560" y="207263"/>
                  </a:lnTo>
                  <a:lnTo>
                    <a:pt x="60228" y="208933"/>
                  </a:lnTo>
                  <a:lnTo>
                    <a:pt x="59867" y="211883"/>
                  </a:lnTo>
                  <a:lnTo>
                    <a:pt x="60095" y="214371"/>
                  </a:lnTo>
                  <a:lnTo>
                    <a:pt x="60278" y="215595"/>
                  </a:lnTo>
                  <a:lnTo>
                    <a:pt x="60741" y="217256"/>
                  </a:lnTo>
                  <a:lnTo>
                    <a:pt x="59483" y="217042"/>
                  </a:lnTo>
                  <a:lnTo>
                    <a:pt x="58155" y="216071"/>
                  </a:lnTo>
                  <a:lnTo>
                    <a:pt x="58340" y="218087"/>
                  </a:lnTo>
                  <a:lnTo>
                    <a:pt x="57524" y="220469"/>
                  </a:lnTo>
                  <a:lnTo>
                    <a:pt x="57676" y="222570"/>
                  </a:lnTo>
                  <a:lnTo>
                    <a:pt x="57846" y="223939"/>
                  </a:lnTo>
                  <a:lnTo>
                    <a:pt x="57593" y="226203"/>
                  </a:lnTo>
                  <a:lnTo>
                    <a:pt x="57977" y="226914"/>
                  </a:lnTo>
                  <a:lnTo>
                    <a:pt x="58186" y="228263"/>
                  </a:lnTo>
                  <a:lnTo>
                    <a:pt x="57842" y="229259"/>
                  </a:lnTo>
                  <a:lnTo>
                    <a:pt x="57995" y="230115"/>
                  </a:lnTo>
                  <a:lnTo>
                    <a:pt x="58052" y="233151"/>
                  </a:lnTo>
                  <a:lnTo>
                    <a:pt x="58313" y="237900"/>
                  </a:lnTo>
                  <a:lnTo>
                    <a:pt x="58218" y="238904"/>
                  </a:lnTo>
                  <a:lnTo>
                    <a:pt x="58948" y="243032"/>
                  </a:lnTo>
                  <a:lnTo>
                    <a:pt x="58778" y="244479"/>
                  </a:lnTo>
                  <a:lnTo>
                    <a:pt x="58679" y="246323"/>
                  </a:lnTo>
                  <a:lnTo>
                    <a:pt x="59726" y="248095"/>
                  </a:lnTo>
                  <a:lnTo>
                    <a:pt x="60660" y="248066"/>
                  </a:lnTo>
                  <a:lnTo>
                    <a:pt x="61607" y="248038"/>
                  </a:lnTo>
                  <a:lnTo>
                    <a:pt x="61968" y="248483"/>
                  </a:lnTo>
                  <a:lnTo>
                    <a:pt x="62331" y="249737"/>
                  </a:lnTo>
                  <a:lnTo>
                    <a:pt x="62623" y="251217"/>
                  </a:lnTo>
                  <a:lnTo>
                    <a:pt x="63402" y="251094"/>
                  </a:lnTo>
                  <a:lnTo>
                    <a:pt x="64646" y="249890"/>
                  </a:lnTo>
                  <a:lnTo>
                    <a:pt x="65455" y="249602"/>
                  </a:lnTo>
                  <a:lnTo>
                    <a:pt x="65989" y="251918"/>
                  </a:lnTo>
                  <a:lnTo>
                    <a:pt x="67443" y="254977"/>
                  </a:lnTo>
                  <a:lnTo>
                    <a:pt x="68288" y="256348"/>
                  </a:lnTo>
                  <a:lnTo>
                    <a:pt x="69726" y="257069"/>
                  </a:lnTo>
                  <a:lnTo>
                    <a:pt x="71240" y="259538"/>
                  </a:lnTo>
                  <a:lnTo>
                    <a:pt x="71028" y="262513"/>
                  </a:lnTo>
                  <a:lnTo>
                    <a:pt x="71660" y="263507"/>
                  </a:lnTo>
                  <a:lnTo>
                    <a:pt x="73446" y="264681"/>
                  </a:lnTo>
                  <a:lnTo>
                    <a:pt x="74078" y="266265"/>
                  </a:lnTo>
                  <a:lnTo>
                    <a:pt x="74381" y="267616"/>
                  </a:lnTo>
                  <a:lnTo>
                    <a:pt x="74852" y="268736"/>
                  </a:lnTo>
                  <a:lnTo>
                    <a:pt x="75402" y="272119"/>
                  </a:lnTo>
                  <a:lnTo>
                    <a:pt x="75210" y="274204"/>
                  </a:lnTo>
                  <a:lnTo>
                    <a:pt x="74490" y="274921"/>
                  </a:lnTo>
                  <a:lnTo>
                    <a:pt x="72790" y="277155"/>
                  </a:lnTo>
                  <a:lnTo>
                    <a:pt x="72033" y="278822"/>
                  </a:lnTo>
                  <a:lnTo>
                    <a:pt x="71438" y="279861"/>
                  </a:lnTo>
                  <a:lnTo>
                    <a:pt x="69749" y="282089"/>
                  </a:lnTo>
                  <a:lnTo>
                    <a:pt x="69131" y="282489"/>
                  </a:lnTo>
                  <a:lnTo>
                    <a:pt x="68538" y="283647"/>
                  </a:lnTo>
                  <a:lnTo>
                    <a:pt x="67965" y="284154"/>
                  </a:lnTo>
                  <a:lnTo>
                    <a:pt x="67453" y="283862"/>
                  </a:lnTo>
                  <a:lnTo>
                    <a:pt x="65537" y="285960"/>
                  </a:lnTo>
                  <a:lnTo>
                    <a:pt x="65686" y="286856"/>
                  </a:lnTo>
                  <a:lnTo>
                    <a:pt x="67155" y="287236"/>
                  </a:lnTo>
                  <a:lnTo>
                    <a:pt x="67904" y="286785"/>
                  </a:lnTo>
                  <a:lnTo>
                    <a:pt x="68481" y="285731"/>
                  </a:lnTo>
                  <a:lnTo>
                    <a:pt x="69111" y="285488"/>
                  </a:lnTo>
                  <a:lnTo>
                    <a:pt x="69685" y="285687"/>
                  </a:lnTo>
                  <a:lnTo>
                    <a:pt x="70295" y="284856"/>
                  </a:lnTo>
                  <a:lnTo>
                    <a:pt x="70773" y="284524"/>
                  </a:lnTo>
                  <a:lnTo>
                    <a:pt x="71266" y="284923"/>
                  </a:lnTo>
                  <a:lnTo>
                    <a:pt x="71818" y="286915"/>
                  </a:lnTo>
                  <a:lnTo>
                    <a:pt x="70674" y="287953"/>
                  </a:lnTo>
                  <a:lnTo>
                    <a:pt x="69863" y="288000"/>
                  </a:lnTo>
                  <a:lnTo>
                    <a:pt x="69467" y="291268"/>
                  </a:lnTo>
                  <a:lnTo>
                    <a:pt x="68976" y="292672"/>
                  </a:lnTo>
                  <a:lnTo>
                    <a:pt x="68624" y="293347"/>
                  </a:lnTo>
                  <a:lnTo>
                    <a:pt x="66824" y="294738"/>
                  </a:lnTo>
                  <a:lnTo>
                    <a:pt x="65636" y="296501"/>
                  </a:lnTo>
                  <a:lnTo>
                    <a:pt x="64236" y="297921"/>
                  </a:lnTo>
                  <a:lnTo>
                    <a:pt x="63625" y="297612"/>
                  </a:lnTo>
                  <a:lnTo>
                    <a:pt x="62704" y="299055"/>
                  </a:lnTo>
                  <a:lnTo>
                    <a:pt x="60658" y="300763"/>
                  </a:lnTo>
                  <a:lnTo>
                    <a:pt x="59609" y="303065"/>
                  </a:lnTo>
                  <a:lnTo>
                    <a:pt x="57255" y="305124"/>
                  </a:lnTo>
                  <a:lnTo>
                    <a:pt x="56056" y="306799"/>
                  </a:lnTo>
                  <a:lnTo>
                    <a:pt x="52800" y="306887"/>
                  </a:lnTo>
                  <a:lnTo>
                    <a:pt x="49689" y="306519"/>
                  </a:lnTo>
                  <a:lnTo>
                    <a:pt x="48713" y="307315"/>
                  </a:lnTo>
                  <a:lnTo>
                    <a:pt x="49711" y="307562"/>
                  </a:lnTo>
                  <a:lnTo>
                    <a:pt x="50410" y="308344"/>
                  </a:lnTo>
                  <a:lnTo>
                    <a:pt x="51249" y="308018"/>
                  </a:lnTo>
                  <a:lnTo>
                    <a:pt x="53219" y="308409"/>
                  </a:lnTo>
                  <a:lnTo>
                    <a:pt x="54233" y="308835"/>
                  </a:lnTo>
                  <a:lnTo>
                    <a:pt x="55534" y="311573"/>
                  </a:lnTo>
                  <a:lnTo>
                    <a:pt x="54578" y="312547"/>
                  </a:lnTo>
                  <a:lnTo>
                    <a:pt x="52921" y="313295"/>
                  </a:lnTo>
                  <a:lnTo>
                    <a:pt x="53542" y="317179"/>
                  </a:lnTo>
                  <a:lnTo>
                    <a:pt x="54055" y="319797"/>
                  </a:lnTo>
                  <a:lnTo>
                    <a:pt x="53384" y="321377"/>
                  </a:lnTo>
                  <a:lnTo>
                    <a:pt x="53334" y="328565"/>
                  </a:lnTo>
                  <a:lnTo>
                    <a:pt x="52392" y="328702"/>
                  </a:lnTo>
                  <a:lnTo>
                    <a:pt x="51992" y="331676"/>
                  </a:lnTo>
                  <a:lnTo>
                    <a:pt x="52289" y="333192"/>
                  </a:lnTo>
                  <a:lnTo>
                    <a:pt x="52265" y="336714"/>
                  </a:lnTo>
                  <a:lnTo>
                    <a:pt x="52462" y="338884"/>
                  </a:lnTo>
                  <a:lnTo>
                    <a:pt x="52923" y="340883"/>
                  </a:lnTo>
                  <a:lnTo>
                    <a:pt x="52718" y="342966"/>
                  </a:lnTo>
                  <a:lnTo>
                    <a:pt x="51229" y="347843"/>
                  </a:lnTo>
                  <a:lnTo>
                    <a:pt x="51263" y="350131"/>
                  </a:lnTo>
                  <a:lnTo>
                    <a:pt x="51530" y="351490"/>
                  </a:lnTo>
                  <a:lnTo>
                    <a:pt x="51728" y="353663"/>
                  </a:lnTo>
                  <a:lnTo>
                    <a:pt x="51051" y="357840"/>
                  </a:lnTo>
                  <a:lnTo>
                    <a:pt x="50574" y="361330"/>
                  </a:lnTo>
                  <a:lnTo>
                    <a:pt x="50006" y="364268"/>
                  </a:lnTo>
                  <a:lnTo>
                    <a:pt x="48734" y="367793"/>
                  </a:lnTo>
                  <a:lnTo>
                    <a:pt x="48102" y="370427"/>
                  </a:lnTo>
                  <a:lnTo>
                    <a:pt x="46621" y="378649"/>
                  </a:lnTo>
                  <a:lnTo>
                    <a:pt x="45887" y="380280"/>
                  </a:lnTo>
                  <a:lnTo>
                    <a:pt x="44987" y="381534"/>
                  </a:lnTo>
                  <a:lnTo>
                    <a:pt x="43983" y="380374"/>
                  </a:lnTo>
                  <a:lnTo>
                    <a:pt x="43063" y="379742"/>
                  </a:lnTo>
                  <a:lnTo>
                    <a:pt x="41939" y="379819"/>
                  </a:lnTo>
                  <a:lnTo>
                    <a:pt x="40179" y="380769"/>
                  </a:lnTo>
                  <a:lnTo>
                    <a:pt x="37531" y="380138"/>
                  </a:lnTo>
                  <a:lnTo>
                    <a:pt x="34944" y="380442"/>
                  </a:lnTo>
                  <a:lnTo>
                    <a:pt x="34289" y="381263"/>
                  </a:lnTo>
                  <a:lnTo>
                    <a:pt x="34682" y="384247"/>
                  </a:lnTo>
                  <a:lnTo>
                    <a:pt x="33728" y="384638"/>
                  </a:lnTo>
                  <a:lnTo>
                    <a:pt x="32796" y="383789"/>
                  </a:lnTo>
                  <a:lnTo>
                    <a:pt x="31975" y="384802"/>
                  </a:lnTo>
                  <a:lnTo>
                    <a:pt x="31290" y="385913"/>
                  </a:lnTo>
                  <a:lnTo>
                    <a:pt x="29944" y="388549"/>
                  </a:lnTo>
                  <a:lnTo>
                    <a:pt x="29493" y="390172"/>
                  </a:lnTo>
                  <a:lnTo>
                    <a:pt x="29377" y="393230"/>
                  </a:lnTo>
                  <a:lnTo>
                    <a:pt x="30084" y="395971"/>
                  </a:lnTo>
                  <a:lnTo>
                    <a:pt x="30711" y="399181"/>
                  </a:lnTo>
                  <a:lnTo>
                    <a:pt x="29096" y="403055"/>
                  </a:lnTo>
                  <a:lnTo>
                    <a:pt x="28195" y="403187"/>
                  </a:lnTo>
                  <a:lnTo>
                    <a:pt x="25564" y="402112"/>
                  </a:lnTo>
                  <a:lnTo>
                    <a:pt x="20902" y="404540"/>
                  </a:lnTo>
                  <a:lnTo>
                    <a:pt x="16715" y="402620"/>
                  </a:lnTo>
                  <a:lnTo>
                    <a:pt x="17241" y="400545"/>
                  </a:lnTo>
                  <a:lnTo>
                    <a:pt x="17223" y="399020"/>
                  </a:lnTo>
                  <a:lnTo>
                    <a:pt x="17460" y="396674"/>
                  </a:lnTo>
                  <a:lnTo>
                    <a:pt x="17601" y="394274"/>
                  </a:lnTo>
                  <a:lnTo>
                    <a:pt x="17561" y="392669"/>
                  </a:lnTo>
                  <a:lnTo>
                    <a:pt x="17254" y="390957"/>
                  </a:lnTo>
                  <a:lnTo>
                    <a:pt x="16222" y="388718"/>
                  </a:lnTo>
                  <a:lnTo>
                    <a:pt x="13895" y="381161"/>
                  </a:lnTo>
                  <a:lnTo>
                    <a:pt x="13207" y="377970"/>
                  </a:lnTo>
                  <a:lnTo>
                    <a:pt x="12728" y="376642"/>
                  </a:lnTo>
                  <a:lnTo>
                    <a:pt x="13073" y="376569"/>
                  </a:lnTo>
                  <a:lnTo>
                    <a:pt x="14989" y="378282"/>
                  </a:lnTo>
                  <a:lnTo>
                    <a:pt x="15436" y="378071"/>
                  </a:lnTo>
                  <a:lnTo>
                    <a:pt x="15905" y="377428"/>
                  </a:lnTo>
                  <a:lnTo>
                    <a:pt x="15333" y="374977"/>
                  </a:lnTo>
                  <a:lnTo>
                    <a:pt x="14842" y="373867"/>
                  </a:lnTo>
                  <a:lnTo>
                    <a:pt x="14509" y="372208"/>
                  </a:lnTo>
                  <a:lnTo>
                    <a:pt x="15631" y="371759"/>
                  </a:lnTo>
                  <a:lnTo>
                    <a:pt x="16441" y="371859"/>
                  </a:lnTo>
                  <a:lnTo>
                    <a:pt x="17038" y="369992"/>
                  </a:lnTo>
                  <a:lnTo>
                    <a:pt x="16694" y="366973"/>
                  </a:lnTo>
                  <a:lnTo>
                    <a:pt x="15824" y="366044"/>
                  </a:lnTo>
                  <a:lnTo>
                    <a:pt x="15097" y="365640"/>
                  </a:lnTo>
                  <a:lnTo>
                    <a:pt x="13704" y="360899"/>
                  </a:lnTo>
                  <a:lnTo>
                    <a:pt x="12250" y="358443"/>
                  </a:lnTo>
                  <a:lnTo>
                    <a:pt x="9658" y="348971"/>
                  </a:lnTo>
                  <a:lnTo>
                    <a:pt x="8710" y="342470"/>
                  </a:lnTo>
                  <a:lnTo>
                    <a:pt x="7828" y="343087"/>
                  </a:lnTo>
                  <a:lnTo>
                    <a:pt x="7400" y="340255"/>
                  </a:lnTo>
                  <a:lnTo>
                    <a:pt x="7093" y="337573"/>
                  </a:lnTo>
                  <a:lnTo>
                    <a:pt x="7032" y="335600"/>
                  </a:lnTo>
                  <a:lnTo>
                    <a:pt x="5650" y="334471"/>
                  </a:lnTo>
                  <a:lnTo>
                    <a:pt x="5594" y="333088"/>
                  </a:lnTo>
                  <a:lnTo>
                    <a:pt x="5345" y="326921"/>
                  </a:lnTo>
                  <a:lnTo>
                    <a:pt x="3863" y="326092"/>
                  </a:lnTo>
                  <a:lnTo>
                    <a:pt x="2904" y="322631"/>
                  </a:lnTo>
                  <a:lnTo>
                    <a:pt x="2733" y="316082"/>
                  </a:lnTo>
                  <a:lnTo>
                    <a:pt x="1757" y="314890"/>
                  </a:lnTo>
                  <a:lnTo>
                    <a:pt x="971" y="315220"/>
                  </a:lnTo>
                  <a:lnTo>
                    <a:pt x="1008" y="313597"/>
                  </a:lnTo>
                  <a:lnTo>
                    <a:pt x="1196" y="312074"/>
                  </a:lnTo>
                  <a:lnTo>
                    <a:pt x="736" y="306037"/>
                  </a:lnTo>
                  <a:lnTo>
                    <a:pt x="583" y="300527"/>
                  </a:lnTo>
                  <a:lnTo>
                    <a:pt x="211" y="298863"/>
                  </a:lnTo>
                  <a:lnTo>
                    <a:pt x="0" y="296916"/>
                  </a:lnTo>
                  <a:lnTo>
                    <a:pt x="189" y="295233"/>
                  </a:lnTo>
                  <a:lnTo>
                    <a:pt x="467" y="294266"/>
                  </a:lnTo>
                  <a:lnTo>
                    <a:pt x="1424" y="294012"/>
                  </a:lnTo>
                  <a:lnTo>
                    <a:pt x="2317" y="295500"/>
                  </a:lnTo>
                  <a:lnTo>
                    <a:pt x="3110" y="299253"/>
                  </a:lnTo>
                  <a:lnTo>
                    <a:pt x="3810" y="299740"/>
                  </a:lnTo>
                  <a:lnTo>
                    <a:pt x="4764" y="298764"/>
                  </a:lnTo>
                  <a:lnTo>
                    <a:pt x="5432" y="296028"/>
                  </a:lnTo>
                  <a:lnTo>
                    <a:pt x="5813" y="291923"/>
                  </a:lnTo>
                  <a:lnTo>
                    <a:pt x="6258" y="288013"/>
                  </a:lnTo>
                  <a:lnTo>
                    <a:pt x="5731" y="283831"/>
                  </a:lnTo>
                  <a:lnTo>
                    <a:pt x="5169" y="280157"/>
                  </a:lnTo>
                  <a:lnTo>
                    <a:pt x="5129" y="279078"/>
                  </a:lnTo>
                  <a:lnTo>
                    <a:pt x="6605" y="275979"/>
                  </a:lnTo>
                  <a:lnTo>
                    <a:pt x="7057" y="273458"/>
                  </a:lnTo>
                  <a:lnTo>
                    <a:pt x="7546" y="271059"/>
                  </a:lnTo>
                  <a:lnTo>
                    <a:pt x="8086" y="270242"/>
                  </a:lnTo>
                  <a:lnTo>
                    <a:pt x="8889" y="270056"/>
                  </a:lnTo>
                  <a:lnTo>
                    <a:pt x="9825" y="269604"/>
                  </a:lnTo>
                  <a:lnTo>
                    <a:pt x="11005" y="267998"/>
                  </a:lnTo>
                  <a:lnTo>
                    <a:pt x="12064" y="265847"/>
                  </a:lnTo>
                  <a:lnTo>
                    <a:pt x="12872" y="263875"/>
                  </a:lnTo>
                  <a:lnTo>
                    <a:pt x="13146" y="259972"/>
                  </a:lnTo>
                  <a:lnTo>
                    <a:pt x="13157" y="258011"/>
                  </a:lnTo>
                  <a:lnTo>
                    <a:pt x="13513" y="256555"/>
                  </a:lnTo>
                  <a:lnTo>
                    <a:pt x="13858" y="253712"/>
                  </a:lnTo>
                  <a:lnTo>
                    <a:pt x="13522" y="250907"/>
                  </a:lnTo>
                  <a:lnTo>
                    <a:pt x="12479" y="246652"/>
                  </a:lnTo>
                  <a:lnTo>
                    <a:pt x="11223" y="240668"/>
                  </a:lnTo>
                  <a:lnTo>
                    <a:pt x="11026" y="237402"/>
                  </a:lnTo>
                  <a:lnTo>
                    <a:pt x="11599" y="236796"/>
                  </a:lnTo>
                  <a:lnTo>
                    <a:pt x="12693" y="236255"/>
                  </a:lnTo>
                  <a:lnTo>
                    <a:pt x="14765" y="236098"/>
                  </a:lnTo>
                  <a:lnTo>
                    <a:pt x="14986" y="235712"/>
                  </a:lnTo>
                  <a:lnTo>
                    <a:pt x="15195" y="234282"/>
                  </a:lnTo>
                  <a:lnTo>
                    <a:pt x="15662" y="232340"/>
                  </a:lnTo>
                  <a:lnTo>
                    <a:pt x="16161" y="230926"/>
                  </a:lnTo>
                  <a:lnTo>
                    <a:pt x="16501" y="228903"/>
                  </a:lnTo>
                  <a:lnTo>
                    <a:pt x="16666" y="227071"/>
                  </a:lnTo>
                  <a:lnTo>
                    <a:pt x="15481" y="224311"/>
                  </a:lnTo>
                  <a:lnTo>
                    <a:pt x="13929" y="221486"/>
                  </a:lnTo>
                  <a:lnTo>
                    <a:pt x="12878" y="220550"/>
                  </a:lnTo>
                  <a:lnTo>
                    <a:pt x="11006" y="218172"/>
                  </a:lnTo>
                  <a:lnTo>
                    <a:pt x="9692" y="216184"/>
                  </a:lnTo>
                  <a:lnTo>
                    <a:pt x="10445" y="208616"/>
                  </a:lnTo>
                  <a:lnTo>
                    <a:pt x="11005" y="202985"/>
                  </a:lnTo>
                  <a:lnTo>
                    <a:pt x="11096" y="201616"/>
                  </a:lnTo>
                  <a:lnTo>
                    <a:pt x="11116" y="199493"/>
                  </a:lnTo>
                  <a:lnTo>
                    <a:pt x="9300" y="190442"/>
                  </a:lnTo>
                  <a:lnTo>
                    <a:pt x="9370" y="188429"/>
                  </a:lnTo>
                  <a:lnTo>
                    <a:pt x="9543" y="186617"/>
                  </a:lnTo>
                  <a:lnTo>
                    <a:pt x="9348" y="183527"/>
                  </a:lnTo>
                  <a:lnTo>
                    <a:pt x="9242" y="180762"/>
                  </a:lnTo>
                  <a:lnTo>
                    <a:pt x="9554" y="179924"/>
                  </a:lnTo>
                  <a:lnTo>
                    <a:pt x="10296" y="178364"/>
                  </a:lnTo>
                  <a:lnTo>
                    <a:pt x="9589" y="175945"/>
                  </a:lnTo>
                  <a:lnTo>
                    <a:pt x="9531" y="175748"/>
                  </a:lnTo>
                  <a:lnTo>
                    <a:pt x="8197" y="169764"/>
                  </a:lnTo>
                  <a:lnTo>
                    <a:pt x="10238" y="163838"/>
                  </a:lnTo>
                  <a:lnTo>
                    <a:pt x="9883" y="160773"/>
                  </a:lnTo>
                  <a:lnTo>
                    <a:pt x="11101" y="158550"/>
                  </a:lnTo>
                  <a:lnTo>
                    <a:pt x="13320" y="153457"/>
                  </a:lnTo>
                  <a:lnTo>
                    <a:pt x="14567" y="150593"/>
                  </a:lnTo>
                  <a:lnTo>
                    <a:pt x="14832" y="150092"/>
                  </a:lnTo>
                  <a:lnTo>
                    <a:pt x="15820" y="148834"/>
                  </a:lnTo>
                  <a:lnTo>
                    <a:pt x="17693" y="147342"/>
                  </a:lnTo>
                  <a:lnTo>
                    <a:pt x="19769" y="146615"/>
                  </a:lnTo>
                  <a:lnTo>
                    <a:pt x="20692" y="146624"/>
                  </a:lnTo>
                  <a:lnTo>
                    <a:pt x="24260" y="147634"/>
                  </a:lnTo>
                  <a:lnTo>
                    <a:pt x="27046" y="148420"/>
                  </a:lnTo>
                  <a:lnTo>
                    <a:pt x="27452" y="147631"/>
                  </a:lnTo>
                  <a:lnTo>
                    <a:pt x="28034" y="146012"/>
                  </a:lnTo>
                  <a:lnTo>
                    <a:pt x="28783" y="143706"/>
                  </a:lnTo>
                  <a:lnTo>
                    <a:pt x="28849" y="141142"/>
                  </a:lnTo>
                  <a:lnTo>
                    <a:pt x="28579" y="137377"/>
                  </a:lnTo>
                  <a:lnTo>
                    <a:pt x="28172" y="135123"/>
                  </a:lnTo>
                  <a:lnTo>
                    <a:pt x="26210" y="133658"/>
                  </a:lnTo>
                  <a:lnTo>
                    <a:pt x="24064" y="131650"/>
                  </a:lnTo>
                  <a:lnTo>
                    <a:pt x="26703" y="125290"/>
                  </a:lnTo>
                  <a:lnTo>
                    <a:pt x="28533" y="120876"/>
                  </a:lnTo>
                  <a:lnTo>
                    <a:pt x="30814" y="114236"/>
                  </a:lnTo>
                  <a:lnTo>
                    <a:pt x="31524" y="111473"/>
                  </a:lnTo>
                  <a:lnTo>
                    <a:pt x="32037" y="110377"/>
                  </a:lnTo>
                  <a:lnTo>
                    <a:pt x="32709" y="100185"/>
                  </a:lnTo>
                  <a:lnTo>
                    <a:pt x="33154" y="97334"/>
                  </a:lnTo>
                  <a:lnTo>
                    <a:pt x="33526" y="95845"/>
                  </a:lnTo>
                  <a:lnTo>
                    <a:pt x="33532" y="94316"/>
                  </a:lnTo>
                  <a:lnTo>
                    <a:pt x="33290" y="91737"/>
                  </a:lnTo>
                  <a:lnTo>
                    <a:pt x="32648" y="85914"/>
                  </a:lnTo>
                  <a:lnTo>
                    <a:pt x="36251" y="85194"/>
                  </a:lnTo>
                  <a:lnTo>
                    <a:pt x="37424" y="84786"/>
                  </a:lnTo>
                  <a:lnTo>
                    <a:pt x="38513" y="84090"/>
                  </a:lnTo>
                  <a:lnTo>
                    <a:pt x="40644" y="82288"/>
                  </a:lnTo>
                  <a:lnTo>
                    <a:pt x="41690" y="80695"/>
                  </a:lnTo>
                  <a:lnTo>
                    <a:pt x="41105" y="75262"/>
                  </a:lnTo>
                  <a:lnTo>
                    <a:pt x="42394" y="73422"/>
                  </a:lnTo>
                  <a:lnTo>
                    <a:pt x="45540" y="67017"/>
                  </a:lnTo>
                  <a:lnTo>
                    <a:pt x="48938" y="60884"/>
                  </a:lnTo>
                  <a:lnTo>
                    <a:pt x="50532" y="58562"/>
                  </a:lnTo>
                  <a:lnTo>
                    <a:pt x="50698" y="57428"/>
                  </a:lnTo>
                  <a:lnTo>
                    <a:pt x="50828" y="55605"/>
                  </a:lnTo>
                  <a:lnTo>
                    <a:pt x="50120" y="52740"/>
                  </a:lnTo>
                  <a:lnTo>
                    <a:pt x="49360" y="50966"/>
                  </a:lnTo>
                  <a:lnTo>
                    <a:pt x="47878" y="47604"/>
                  </a:lnTo>
                  <a:lnTo>
                    <a:pt x="48514" y="45259"/>
                  </a:lnTo>
                  <a:lnTo>
                    <a:pt x="49606" y="44803"/>
                  </a:lnTo>
                  <a:lnTo>
                    <a:pt x="51048" y="43883"/>
                  </a:lnTo>
                  <a:lnTo>
                    <a:pt x="52172" y="41879"/>
                  </a:lnTo>
                  <a:lnTo>
                    <a:pt x="52282" y="41621"/>
                  </a:lnTo>
                  <a:lnTo>
                    <a:pt x="54186" y="33740"/>
                  </a:lnTo>
                  <a:lnTo>
                    <a:pt x="57906" y="29748"/>
                  </a:lnTo>
                  <a:lnTo>
                    <a:pt x="59387" y="27570"/>
                  </a:lnTo>
                  <a:lnTo>
                    <a:pt x="61696" y="29207"/>
                  </a:lnTo>
                  <a:lnTo>
                    <a:pt x="65080" y="31675"/>
                  </a:lnTo>
                  <a:lnTo>
                    <a:pt x="66584" y="28042"/>
                  </a:lnTo>
                  <a:lnTo>
                    <a:pt x="67082" y="26695"/>
                  </a:lnTo>
                  <a:lnTo>
                    <a:pt x="67579" y="24709"/>
                  </a:lnTo>
                  <a:lnTo>
                    <a:pt x="67380" y="21276"/>
                  </a:lnTo>
                  <a:lnTo>
                    <a:pt x="67294" y="16816"/>
                  </a:lnTo>
                  <a:lnTo>
                    <a:pt x="67444" y="15024"/>
                  </a:lnTo>
                  <a:lnTo>
                    <a:pt x="68794" y="14226"/>
                  </a:lnTo>
                  <a:lnTo>
                    <a:pt x="69520" y="14019"/>
                  </a:lnTo>
                  <a:lnTo>
                    <a:pt x="73281" y="15862"/>
                  </a:lnTo>
                  <a:lnTo>
                    <a:pt x="74228" y="15830"/>
                  </a:lnTo>
                  <a:lnTo>
                    <a:pt x="76000" y="16078"/>
                  </a:lnTo>
                  <a:lnTo>
                    <a:pt x="77984" y="16888"/>
                  </a:lnTo>
                  <a:lnTo>
                    <a:pt x="82139" y="19042"/>
                  </a:lnTo>
                  <a:lnTo>
                    <a:pt x="83858" y="19933"/>
                  </a:lnTo>
                  <a:lnTo>
                    <a:pt x="84818" y="20107"/>
                  </a:lnTo>
                  <a:lnTo>
                    <a:pt x="85646" y="19102"/>
                  </a:lnTo>
                  <a:lnTo>
                    <a:pt x="87415" y="16527"/>
                  </a:lnTo>
                  <a:lnTo>
                    <a:pt x="84808" y="14621"/>
                  </a:lnTo>
                  <a:lnTo>
                    <a:pt x="86525" y="12692"/>
                  </a:lnTo>
                  <a:lnTo>
                    <a:pt x="87415" y="10747"/>
                  </a:lnTo>
                  <a:lnTo>
                    <a:pt x="88179" y="8356"/>
                  </a:lnTo>
                  <a:lnTo>
                    <a:pt x="88454" y="5559"/>
                  </a:lnTo>
                  <a:lnTo>
                    <a:pt x="88349" y="4054"/>
                  </a:lnTo>
                  <a:lnTo>
                    <a:pt x="87822" y="3029"/>
                  </a:lnTo>
                  <a:lnTo>
                    <a:pt x="86230" y="471"/>
                  </a:lnTo>
                  <a:lnTo>
                    <a:pt x="89838" y="105"/>
                  </a:lnTo>
                  <a:lnTo>
                    <a:pt x="91089" y="0"/>
                  </a:lnTo>
                  <a:lnTo>
                    <a:pt x="93713" y="1685"/>
                  </a:lnTo>
                  <a:lnTo>
                    <a:pt x="93828" y="2050"/>
                  </a:lnTo>
                  <a:lnTo>
                    <a:pt x="93846" y="2928"/>
                  </a:lnTo>
                  <a:lnTo>
                    <a:pt x="93938" y="3839"/>
                  </a:lnTo>
                  <a:lnTo>
                    <a:pt x="96484" y="6148"/>
                  </a:lnTo>
                  <a:lnTo>
                    <a:pt x="97219" y="7369"/>
                  </a:lnTo>
                  <a:lnTo>
                    <a:pt x="98782" y="9226"/>
                  </a:lnTo>
                  <a:lnTo>
                    <a:pt x="99196" y="10229"/>
                  </a:lnTo>
                  <a:lnTo>
                    <a:pt x="100644" y="11402"/>
                  </a:lnTo>
                  <a:lnTo>
                    <a:pt x="101682" y="12656"/>
                  </a:lnTo>
                  <a:lnTo>
                    <a:pt x="102895" y="13673"/>
                  </a:lnTo>
                  <a:lnTo>
                    <a:pt x="104311" y="15254"/>
                  </a:lnTo>
                  <a:lnTo>
                    <a:pt x="106211" y="16514"/>
                  </a:lnTo>
                  <a:lnTo>
                    <a:pt x="107816" y="16925"/>
                  </a:lnTo>
                  <a:lnTo>
                    <a:pt x="111857" y="19084"/>
                  </a:lnTo>
                  <a:lnTo>
                    <a:pt x="112546" y="19784"/>
                  </a:lnTo>
                  <a:lnTo>
                    <a:pt x="113712" y="21287"/>
                  </a:lnTo>
                  <a:lnTo>
                    <a:pt x="114889" y="23027"/>
                  </a:lnTo>
                  <a:lnTo>
                    <a:pt x="115703" y="26601"/>
                  </a:lnTo>
                  <a:lnTo>
                    <a:pt x="117011" y="26787"/>
                  </a:lnTo>
                  <a:lnTo>
                    <a:pt x="117366" y="28018"/>
                  </a:lnTo>
                  <a:lnTo>
                    <a:pt x="118508" y="30126"/>
                  </a:lnTo>
                  <a:lnTo>
                    <a:pt x="120091" y="31986"/>
                  </a:lnTo>
                  <a:lnTo>
                    <a:pt x="120033" y="32612"/>
                  </a:lnTo>
                  <a:lnTo>
                    <a:pt x="118773" y="34326"/>
                  </a:lnTo>
                  <a:lnTo>
                    <a:pt x="118638" y="36649"/>
                  </a:lnTo>
                  <a:lnTo>
                    <a:pt x="118757" y="39615"/>
                  </a:lnTo>
                  <a:lnTo>
                    <a:pt x="119153" y="42035"/>
                  </a:lnTo>
                  <a:lnTo>
                    <a:pt x="119111" y="42742"/>
                  </a:lnTo>
                  <a:lnTo>
                    <a:pt x="118799" y="43576"/>
                  </a:lnTo>
                  <a:lnTo>
                    <a:pt x="118423" y="44884"/>
                  </a:lnTo>
                  <a:lnTo>
                    <a:pt x="118289" y="46027"/>
                  </a:lnTo>
                  <a:lnTo>
                    <a:pt x="118322" y="46587"/>
                  </a:lnTo>
                  <a:lnTo>
                    <a:pt x="118449" y="46891"/>
                  </a:lnTo>
                  <a:lnTo>
                    <a:pt x="119112" y="46914"/>
                  </a:lnTo>
                  <a:lnTo>
                    <a:pt x="120302" y="47184"/>
                  </a:lnTo>
                  <a:lnTo>
                    <a:pt x="121001" y="47691"/>
                  </a:lnTo>
                  <a:lnTo>
                    <a:pt x="121398" y="50477"/>
                  </a:lnTo>
                  <a:lnTo>
                    <a:pt x="121264" y="51012"/>
                  </a:lnTo>
                  <a:lnTo>
                    <a:pt x="120261" y="52273"/>
                  </a:lnTo>
                  <a:lnTo>
                    <a:pt x="119968" y="53274"/>
                  </a:lnTo>
                  <a:lnTo>
                    <a:pt x="119938" y="54746"/>
                  </a:lnTo>
                  <a:lnTo>
                    <a:pt x="120116" y="56363"/>
                  </a:lnTo>
                  <a:lnTo>
                    <a:pt x="120460" y="58174"/>
                  </a:lnTo>
                  <a:lnTo>
                    <a:pt x="121245" y="60110"/>
                  </a:lnTo>
                  <a:lnTo>
                    <a:pt x="122306" y="62136"/>
                  </a:lnTo>
                  <a:lnTo>
                    <a:pt x="123003" y="63797"/>
                  </a:lnTo>
                  <a:lnTo>
                    <a:pt x="123332" y="64967"/>
                  </a:lnTo>
                  <a:lnTo>
                    <a:pt x="123452" y="65785"/>
                  </a:lnTo>
                  <a:lnTo>
                    <a:pt x="122975" y="66814"/>
                  </a:lnTo>
                  <a:lnTo>
                    <a:pt x="122545" y="68848"/>
                  </a:lnTo>
                  <a:lnTo>
                    <a:pt x="122465" y="71179"/>
                  </a:lnTo>
                  <a:lnTo>
                    <a:pt x="122270" y="72698"/>
                  </a:lnTo>
                  <a:lnTo>
                    <a:pt x="121335" y="74788"/>
                  </a:lnTo>
                  <a:lnTo>
                    <a:pt x="120690" y="75530"/>
                  </a:lnTo>
                  <a:lnTo>
                    <a:pt x="120506" y="76634"/>
                  </a:lnTo>
                  <a:lnTo>
                    <a:pt x="120427" y="78486"/>
                  </a:lnTo>
                  <a:lnTo>
                    <a:pt x="120616" y="80744"/>
                  </a:lnTo>
                  <a:lnTo>
                    <a:pt x="120681" y="82271"/>
                  </a:lnTo>
                  <a:lnTo>
                    <a:pt x="120880" y="83370"/>
                  </a:lnTo>
                  <a:lnTo>
                    <a:pt x="121173" y="84087"/>
                  </a:lnTo>
                  <a:lnTo>
                    <a:pt x="122671" y="85355"/>
                  </a:lnTo>
                  <a:lnTo>
                    <a:pt x="123511" y="87953"/>
                  </a:lnTo>
                  <a:lnTo>
                    <a:pt x="124034" y="900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g1398"/>
            <p:cNvSpPr/>
            <p:nvPr/>
          </p:nvSpPr>
          <p:spPr>
            <a:xfrm>
              <a:off x="3118823" y="4394750"/>
              <a:ext cx="12741" cy="46303"/>
            </a:xfrm>
            <a:custGeom>
              <a:avLst/>
              <a:pathLst>
                <a:path w="12741" h="46303">
                  <a:moveTo>
                    <a:pt x="11159" y="6342"/>
                  </a:moveTo>
                  <a:lnTo>
                    <a:pt x="11353" y="6775"/>
                  </a:lnTo>
                  <a:lnTo>
                    <a:pt x="12238" y="8137"/>
                  </a:lnTo>
                  <a:lnTo>
                    <a:pt x="12318" y="10849"/>
                  </a:lnTo>
                  <a:lnTo>
                    <a:pt x="12233" y="13949"/>
                  </a:lnTo>
                  <a:lnTo>
                    <a:pt x="12054" y="15905"/>
                  </a:lnTo>
                  <a:lnTo>
                    <a:pt x="12121" y="17853"/>
                  </a:lnTo>
                  <a:lnTo>
                    <a:pt x="12405" y="20886"/>
                  </a:lnTo>
                  <a:lnTo>
                    <a:pt x="12675" y="22961"/>
                  </a:lnTo>
                  <a:lnTo>
                    <a:pt x="12741" y="32400"/>
                  </a:lnTo>
                  <a:lnTo>
                    <a:pt x="12441" y="31967"/>
                  </a:lnTo>
                  <a:lnTo>
                    <a:pt x="11895" y="31563"/>
                  </a:lnTo>
                  <a:lnTo>
                    <a:pt x="11605" y="31750"/>
                  </a:lnTo>
                  <a:lnTo>
                    <a:pt x="11341" y="35981"/>
                  </a:lnTo>
                  <a:lnTo>
                    <a:pt x="11138" y="42274"/>
                  </a:lnTo>
                  <a:lnTo>
                    <a:pt x="11256" y="46181"/>
                  </a:lnTo>
                  <a:lnTo>
                    <a:pt x="9181" y="46303"/>
                  </a:lnTo>
                  <a:lnTo>
                    <a:pt x="6556" y="45876"/>
                  </a:lnTo>
                  <a:lnTo>
                    <a:pt x="4677" y="44187"/>
                  </a:lnTo>
                  <a:lnTo>
                    <a:pt x="2652" y="40462"/>
                  </a:lnTo>
                  <a:lnTo>
                    <a:pt x="1447" y="34656"/>
                  </a:lnTo>
                  <a:lnTo>
                    <a:pt x="920" y="31009"/>
                  </a:lnTo>
                  <a:lnTo>
                    <a:pt x="184" y="30798"/>
                  </a:lnTo>
                  <a:lnTo>
                    <a:pt x="65" y="30178"/>
                  </a:lnTo>
                  <a:lnTo>
                    <a:pt x="0" y="25728"/>
                  </a:lnTo>
                  <a:lnTo>
                    <a:pt x="15" y="21053"/>
                  </a:lnTo>
                  <a:lnTo>
                    <a:pt x="152" y="19812"/>
                  </a:lnTo>
                  <a:lnTo>
                    <a:pt x="1516" y="14058"/>
                  </a:lnTo>
                  <a:lnTo>
                    <a:pt x="2363" y="10483"/>
                  </a:lnTo>
                  <a:lnTo>
                    <a:pt x="2889" y="7023"/>
                  </a:lnTo>
                  <a:lnTo>
                    <a:pt x="4036" y="2966"/>
                  </a:lnTo>
                  <a:lnTo>
                    <a:pt x="5264" y="372"/>
                  </a:lnTo>
                  <a:lnTo>
                    <a:pt x="5721" y="0"/>
                  </a:lnTo>
                  <a:lnTo>
                    <a:pt x="6033" y="106"/>
                  </a:lnTo>
                  <a:lnTo>
                    <a:pt x="8199" y="3673"/>
                  </a:lnTo>
                  <a:lnTo>
                    <a:pt x="10421" y="7052"/>
                  </a:lnTo>
                  <a:lnTo>
                    <a:pt x="10903" y="66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g1399"/>
            <p:cNvSpPr/>
            <p:nvPr/>
          </p:nvSpPr>
          <p:spPr>
            <a:xfrm>
              <a:off x="2215983" y="3100150"/>
              <a:ext cx="1091" cy="1470"/>
            </a:xfrm>
            <a:custGeom>
              <a:avLst/>
              <a:pathLst>
                <a:path w="1091" h="1470">
                  <a:moveTo>
                    <a:pt x="15" y="0"/>
                  </a:moveTo>
                  <a:lnTo>
                    <a:pt x="1091" y="0"/>
                  </a:lnTo>
                  <a:lnTo>
                    <a:pt x="1080" y="695"/>
                  </a:lnTo>
                  <a:lnTo>
                    <a:pt x="977" y="1470"/>
                  </a:lnTo>
                  <a:lnTo>
                    <a:pt x="329" y="813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g1400"/>
            <p:cNvSpPr/>
            <p:nvPr/>
          </p:nvSpPr>
          <p:spPr>
            <a:xfrm>
              <a:off x="3355280" y="3768778"/>
              <a:ext cx="1534" cy="6700"/>
            </a:xfrm>
            <a:custGeom>
              <a:avLst/>
              <a:pathLst>
                <a:path w="1534" h="6700">
                  <a:moveTo>
                    <a:pt x="1508" y="3967"/>
                  </a:moveTo>
                  <a:lnTo>
                    <a:pt x="1534" y="6700"/>
                  </a:lnTo>
                  <a:lnTo>
                    <a:pt x="1070" y="5785"/>
                  </a:lnTo>
                  <a:lnTo>
                    <a:pt x="940" y="4019"/>
                  </a:lnTo>
                  <a:lnTo>
                    <a:pt x="321" y="2703"/>
                  </a:lnTo>
                  <a:lnTo>
                    <a:pt x="0" y="1491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1"/>
            <p:cNvSpPr/>
            <p:nvPr/>
          </p:nvSpPr>
          <p:spPr>
            <a:xfrm>
              <a:off x="3166670" y="2531971"/>
              <a:ext cx="63398" cy="147153"/>
            </a:xfrm>
            <a:custGeom>
              <a:avLst/>
              <a:pathLst>
                <a:path w="63398" h="147153">
                  <a:moveTo>
                    <a:pt x="63397" y="5574"/>
                  </a:moveTo>
                  <a:lnTo>
                    <a:pt x="63398" y="5976"/>
                  </a:lnTo>
                  <a:lnTo>
                    <a:pt x="63312" y="6993"/>
                  </a:lnTo>
                  <a:lnTo>
                    <a:pt x="62227" y="9932"/>
                  </a:lnTo>
                  <a:lnTo>
                    <a:pt x="60753" y="13924"/>
                  </a:lnTo>
                  <a:lnTo>
                    <a:pt x="59696" y="16442"/>
                  </a:lnTo>
                  <a:lnTo>
                    <a:pt x="57913" y="20687"/>
                  </a:lnTo>
                  <a:lnTo>
                    <a:pt x="56583" y="21596"/>
                  </a:lnTo>
                  <a:lnTo>
                    <a:pt x="54339" y="23125"/>
                  </a:lnTo>
                  <a:lnTo>
                    <a:pt x="53737" y="24610"/>
                  </a:lnTo>
                  <a:lnTo>
                    <a:pt x="53178" y="27005"/>
                  </a:lnTo>
                  <a:lnTo>
                    <a:pt x="52849" y="30281"/>
                  </a:lnTo>
                  <a:lnTo>
                    <a:pt x="52753" y="32333"/>
                  </a:lnTo>
                  <a:lnTo>
                    <a:pt x="52693" y="36164"/>
                  </a:lnTo>
                  <a:lnTo>
                    <a:pt x="53218" y="40136"/>
                  </a:lnTo>
                  <a:lnTo>
                    <a:pt x="53722" y="43948"/>
                  </a:lnTo>
                  <a:lnTo>
                    <a:pt x="53787" y="46470"/>
                  </a:lnTo>
                  <a:lnTo>
                    <a:pt x="53737" y="48957"/>
                  </a:lnTo>
                  <a:lnTo>
                    <a:pt x="53248" y="51611"/>
                  </a:lnTo>
                  <a:lnTo>
                    <a:pt x="52720" y="55250"/>
                  </a:lnTo>
                  <a:lnTo>
                    <a:pt x="52413" y="59366"/>
                  </a:lnTo>
                  <a:lnTo>
                    <a:pt x="52251" y="67072"/>
                  </a:lnTo>
                  <a:lnTo>
                    <a:pt x="52248" y="73634"/>
                  </a:lnTo>
                  <a:lnTo>
                    <a:pt x="52204" y="74707"/>
                  </a:lnTo>
                  <a:lnTo>
                    <a:pt x="51284" y="79337"/>
                  </a:lnTo>
                  <a:lnTo>
                    <a:pt x="50207" y="84752"/>
                  </a:lnTo>
                  <a:lnTo>
                    <a:pt x="49708" y="86008"/>
                  </a:lnTo>
                  <a:lnTo>
                    <a:pt x="47347" y="87619"/>
                  </a:lnTo>
                  <a:lnTo>
                    <a:pt x="44771" y="91587"/>
                  </a:lnTo>
                  <a:lnTo>
                    <a:pt x="41891" y="96022"/>
                  </a:lnTo>
                  <a:lnTo>
                    <a:pt x="39277" y="100049"/>
                  </a:lnTo>
                  <a:lnTo>
                    <a:pt x="36531" y="104275"/>
                  </a:lnTo>
                  <a:lnTo>
                    <a:pt x="33685" y="108659"/>
                  </a:lnTo>
                  <a:lnTo>
                    <a:pt x="31650" y="111791"/>
                  </a:lnTo>
                  <a:lnTo>
                    <a:pt x="28928" y="115981"/>
                  </a:lnTo>
                  <a:lnTo>
                    <a:pt x="26448" y="119988"/>
                  </a:lnTo>
                  <a:lnTo>
                    <a:pt x="23936" y="124048"/>
                  </a:lnTo>
                  <a:lnTo>
                    <a:pt x="22027" y="127131"/>
                  </a:lnTo>
                  <a:lnTo>
                    <a:pt x="19127" y="132008"/>
                  </a:lnTo>
                  <a:lnTo>
                    <a:pt x="17429" y="134868"/>
                  </a:lnTo>
                  <a:lnTo>
                    <a:pt x="14931" y="139072"/>
                  </a:lnTo>
                  <a:lnTo>
                    <a:pt x="12733" y="142773"/>
                  </a:lnTo>
                  <a:lnTo>
                    <a:pt x="10131" y="147153"/>
                  </a:lnTo>
                  <a:lnTo>
                    <a:pt x="6871" y="145852"/>
                  </a:lnTo>
                  <a:lnTo>
                    <a:pt x="5841" y="145096"/>
                  </a:lnTo>
                  <a:lnTo>
                    <a:pt x="4997" y="143011"/>
                  </a:lnTo>
                  <a:lnTo>
                    <a:pt x="4376" y="141898"/>
                  </a:lnTo>
                  <a:lnTo>
                    <a:pt x="2836" y="140756"/>
                  </a:lnTo>
                  <a:lnTo>
                    <a:pt x="1845" y="136828"/>
                  </a:lnTo>
                  <a:lnTo>
                    <a:pt x="1252" y="135437"/>
                  </a:lnTo>
                  <a:lnTo>
                    <a:pt x="219" y="134813"/>
                  </a:lnTo>
                  <a:lnTo>
                    <a:pt x="355" y="133412"/>
                  </a:lnTo>
                  <a:lnTo>
                    <a:pt x="888" y="131047"/>
                  </a:lnTo>
                  <a:lnTo>
                    <a:pt x="1432" y="128469"/>
                  </a:lnTo>
                  <a:lnTo>
                    <a:pt x="1130" y="127036"/>
                  </a:lnTo>
                  <a:lnTo>
                    <a:pt x="1031" y="125817"/>
                  </a:lnTo>
                  <a:lnTo>
                    <a:pt x="996" y="124362"/>
                  </a:lnTo>
                  <a:lnTo>
                    <a:pt x="1366" y="122970"/>
                  </a:lnTo>
                  <a:lnTo>
                    <a:pt x="1192" y="121292"/>
                  </a:lnTo>
                  <a:lnTo>
                    <a:pt x="906" y="119605"/>
                  </a:lnTo>
                  <a:lnTo>
                    <a:pt x="697" y="118758"/>
                  </a:lnTo>
                  <a:lnTo>
                    <a:pt x="698" y="117213"/>
                  </a:lnTo>
                  <a:lnTo>
                    <a:pt x="837" y="116033"/>
                  </a:lnTo>
                  <a:lnTo>
                    <a:pt x="1006" y="114222"/>
                  </a:lnTo>
                  <a:lnTo>
                    <a:pt x="1444" y="113228"/>
                  </a:lnTo>
                  <a:lnTo>
                    <a:pt x="1558" y="112196"/>
                  </a:lnTo>
                  <a:lnTo>
                    <a:pt x="1952" y="111184"/>
                  </a:lnTo>
                  <a:lnTo>
                    <a:pt x="2478" y="110358"/>
                  </a:lnTo>
                  <a:lnTo>
                    <a:pt x="2595" y="109692"/>
                  </a:lnTo>
                  <a:lnTo>
                    <a:pt x="2520" y="109311"/>
                  </a:lnTo>
                  <a:lnTo>
                    <a:pt x="1992" y="108568"/>
                  </a:lnTo>
                  <a:lnTo>
                    <a:pt x="1710" y="107253"/>
                  </a:lnTo>
                  <a:lnTo>
                    <a:pt x="1961" y="105337"/>
                  </a:lnTo>
                  <a:lnTo>
                    <a:pt x="2131" y="104740"/>
                  </a:lnTo>
                  <a:lnTo>
                    <a:pt x="2445" y="103815"/>
                  </a:lnTo>
                  <a:lnTo>
                    <a:pt x="3150" y="102407"/>
                  </a:lnTo>
                  <a:lnTo>
                    <a:pt x="3704" y="102173"/>
                  </a:lnTo>
                  <a:lnTo>
                    <a:pt x="4181" y="102172"/>
                  </a:lnTo>
                  <a:lnTo>
                    <a:pt x="4988" y="102289"/>
                  </a:lnTo>
                  <a:lnTo>
                    <a:pt x="5615" y="102541"/>
                  </a:lnTo>
                  <a:lnTo>
                    <a:pt x="5773" y="102177"/>
                  </a:lnTo>
                  <a:lnTo>
                    <a:pt x="5752" y="101711"/>
                  </a:lnTo>
                  <a:lnTo>
                    <a:pt x="4977" y="100557"/>
                  </a:lnTo>
                  <a:lnTo>
                    <a:pt x="4935" y="99638"/>
                  </a:lnTo>
                  <a:lnTo>
                    <a:pt x="5127" y="98653"/>
                  </a:lnTo>
                  <a:lnTo>
                    <a:pt x="5676" y="97096"/>
                  </a:lnTo>
                  <a:lnTo>
                    <a:pt x="6329" y="95957"/>
                  </a:lnTo>
                  <a:lnTo>
                    <a:pt x="6662" y="95751"/>
                  </a:lnTo>
                  <a:lnTo>
                    <a:pt x="7409" y="93461"/>
                  </a:lnTo>
                  <a:lnTo>
                    <a:pt x="7888" y="90893"/>
                  </a:lnTo>
                  <a:lnTo>
                    <a:pt x="7113" y="84654"/>
                  </a:lnTo>
                  <a:lnTo>
                    <a:pt x="6644" y="83656"/>
                  </a:lnTo>
                  <a:lnTo>
                    <a:pt x="5883" y="82799"/>
                  </a:lnTo>
                  <a:lnTo>
                    <a:pt x="5435" y="82667"/>
                  </a:lnTo>
                  <a:lnTo>
                    <a:pt x="5401" y="82262"/>
                  </a:lnTo>
                  <a:lnTo>
                    <a:pt x="6001" y="80679"/>
                  </a:lnTo>
                  <a:lnTo>
                    <a:pt x="6427" y="79303"/>
                  </a:lnTo>
                  <a:lnTo>
                    <a:pt x="5955" y="77990"/>
                  </a:lnTo>
                  <a:lnTo>
                    <a:pt x="5112" y="77375"/>
                  </a:lnTo>
                  <a:lnTo>
                    <a:pt x="4798" y="78730"/>
                  </a:lnTo>
                  <a:lnTo>
                    <a:pt x="3716" y="78855"/>
                  </a:lnTo>
                  <a:lnTo>
                    <a:pt x="2036" y="78838"/>
                  </a:lnTo>
                  <a:lnTo>
                    <a:pt x="1296" y="72252"/>
                  </a:lnTo>
                  <a:lnTo>
                    <a:pt x="1186" y="69399"/>
                  </a:lnTo>
                  <a:lnTo>
                    <a:pt x="1206" y="66100"/>
                  </a:lnTo>
                  <a:lnTo>
                    <a:pt x="1717" y="61268"/>
                  </a:lnTo>
                  <a:lnTo>
                    <a:pt x="1476" y="59031"/>
                  </a:lnTo>
                  <a:lnTo>
                    <a:pt x="1457" y="57523"/>
                  </a:lnTo>
                  <a:lnTo>
                    <a:pt x="1326" y="55450"/>
                  </a:lnTo>
                  <a:lnTo>
                    <a:pt x="0" y="50992"/>
                  </a:lnTo>
                  <a:lnTo>
                    <a:pt x="722" y="42788"/>
                  </a:lnTo>
                  <a:lnTo>
                    <a:pt x="1232" y="40798"/>
                  </a:lnTo>
                  <a:lnTo>
                    <a:pt x="1952" y="40990"/>
                  </a:lnTo>
                  <a:lnTo>
                    <a:pt x="3488" y="43313"/>
                  </a:lnTo>
                  <a:lnTo>
                    <a:pt x="3741" y="43241"/>
                  </a:lnTo>
                  <a:lnTo>
                    <a:pt x="4206" y="40178"/>
                  </a:lnTo>
                  <a:lnTo>
                    <a:pt x="4656" y="39139"/>
                  </a:lnTo>
                  <a:lnTo>
                    <a:pt x="5605" y="38229"/>
                  </a:lnTo>
                  <a:lnTo>
                    <a:pt x="5873" y="33272"/>
                  </a:lnTo>
                  <a:lnTo>
                    <a:pt x="6316" y="32320"/>
                  </a:lnTo>
                  <a:lnTo>
                    <a:pt x="6850" y="31811"/>
                  </a:lnTo>
                  <a:lnTo>
                    <a:pt x="7671" y="31716"/>
                  </a:lnTo>
                  <a:lnTo>
                    <a:pt x="8385" y="31418"/>
                  </a:lnTo>
                  <a:lnTo>
                    <a:pt x="8430" y="30545"/>
                  </a:lnTo>
                  <a:lnTo>
                    <a:pt x="7431" y="24816"/>
                  </a:lnTo>
                  <a:lnTo>
                    <a:pt x="7520" y="23370"/>
                  </a:lnTo>
                  <a:lnTo>
                    <a:pt x="8002" y="17608"/>
                  </a:lnTo>
                  <a:lnTo>
                    <a:pt x="8305" y="15353"/>
                  </a:lnTo>
                  <a:lnTo>
                    <a:pt x="8596" y="14618"/>
                  </a:lnTo>
                  <a:lnTo>
                    <a:pt x="9730" y="14910"/>
                  </a:lnTo>
                  <a:lnTo>
                    <a:pt x="11318" y="15923"/>
                  </a:lnTo>
                  <a:lnTo>
                    <a:pt x="11737" y="17577"/>
                  </a:lnTo>
                  <a:lnTo>
                    <a:pt x="12514" y="19048"/>
                  </a:lnTo>
                  <a:lnTo>
                    <a:pt x="13679" y="18951"/>
                  </a:lnTo>
                  <a:lnTo>
                    <a:pt x="15022" y="19227"/>
                  </a:lnTo>
                  <a:lnTo>
                    <a:pt x="16072" y="19323"/>
                  </a:lnTo>
                  <a:lnTo>
                    <a:pt x="16911" y="18289"/>
                  </a:lnTo>
                  <a:lnTo>
                    <a:pt x="18803" y="16357"/>
                  </a:lnTo>
                  <a:lnTo>
                    <a:pt x="19741" y="15710"/>
                  </a:lnTo>
                  <a:lnTo>
                    <a:pt x="20594" y="14852"/>
                  </a:lnTo>
                  <a:lnTo>
                    <a:pt x="23334" y="11692"/>
                  </a:lnTo>
                  <a:lnTo>
                    <a:pt x="24432" y="11934"/>
                  </a:lnTo>
                  <a:lnTo>
                    <a:pt x="25183" y="12351"/>
                  </a:lnTo>
                  <a:lnTo>
                    <a:pt x="25757" y="12854"/>
                  </a:lnTo>
                  <a:lnTo>
                    <a:pt x="27048" y="15015"/>
                  </a:lnTo>
                  <a:lnTo>
                    <a:pt x="28114" y="17202"/>
                  </a:lnTo>
                  <a:lnTo>
                    <a:pt x="28861" y="17852"/>
                  </a:lnTo>
                  <a:lnTo>
                    <a:pt x="30206" y="17805"/>
                  </a:lnTo>
                  <a:lnTo>
                    <a:pt x="32147" y="18222"/>
                  </a:lnTo>
                  <a:lnTo>
                    <a:pt x="34534" y="18192"/>
                  </a:lnTo>
                  <a:lnTo>
                    <a:pt x="35926" y="17582"/>
                  </a:lnTo>
                  <a:lnTo>
                    <a:pt x="37705" y="16507"/>
                  </a:lnTo>
                  <a:lnTo>
                    <a:pt x="40876" y="13923"/>
                  </a:lnTo>
                  <a:lnTo>
                    <a:pt x="45049" y="8521"/>
                  </a:lnTo>
                  <a:lnTo>
                    <a:pt x="47503" y="5896"/>
                  </a:lnTo>
                  <a:lnTo>
                    <a:pt x="48560" y="5588"/>
                  </a:lnTo>
                  <a:lnTo>
                    <a:pt x="49937" y="5557"/>
                  </a:lnTo>
                  <a:lnTo>
                    <a:pt x="51314" y="6245"/>
                  </a:lnTo>
                  <a:lnTo>
                    <a:pt x="52877" y="6735"/>
                  </a:lnTo>
                  <a:lnTo>
                    <a:pt x="53597" y="6691"/>
                  </a:lnTo>
                  <a:lnTo>
                    <a:pt x="55288" y="6149"/>
                  </a:lnTo>
                  <a:lnTo>
                    <a:pt x="57481" y="5057"/>
                  </a:lnTo>
                  <a:lnTo>
                    <a:pt x="58858" y="4162"/>
                  </a:lnTo>
                  <a:lnTo>
                    <a:pt x="60522" y="2695"/>
                  </a:lnTo>
                  <a:lnTo>
                    <a:pt x="61560" y="255"/>
                  </a:lnTo>
                  <a:lnTo>
                    <a:pt x="61895" y="0"/>
                  </a:lnTo>
                  <a:lnTo>
                    <a:pt x="62326" y="444"/>
                  </a:lnTo>
                  <a:lnTo>
                    <a:pt x="62528" y="611"/>
                  </a:lnTo>
                  <a:lnTo>
                    <a:pt x="62954" y="19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g1402"/>
            <p:cNvSpPr/>
            <p:nvPr/>
          </p:nvSpPr>
          <p:spPr>
            <a:xfrm>
              <a:off x="2127367" y="2988383"/>
              <a:ext cx="1903" cy="2840"/>
            </a:xfrm>
            <a:custGeom>
              <a:avLst/>
              <a:pathLst>
                <a:path w="1903" h="2840">
                  <a:moveTo>
                    <a:pt x="92" y="0"/>
                  </a:moveTo>
                  <a:lnTo>
                    <a:pt x="1189" y="1627"/>
                  </a:lnTo>
                  <a:lnTo>
                    <a:pt x="1851" y="1385"/>
                  </a:lnTo>
                  <a:lnTo>
                    <a:pt x="1903" y="1732"/>
                  </a:lnTo>
                  <a:lnTo>
                    <a:pt x="1546" y="2107"/>
                  </a:lnTo>
                  <a:lnTo>
                    <a:pt x="1458" y="2410"/>
                  </a:lnTo>
                  <a:lnTo>
                    <a:pt x="399" y="2840"/>
                  </a:lnTo>
                  <a:lnTo>
                    <a:pt x="66" y="2758"/>
                  </a:lnTo>
                  <a:lnTo>
                    <a:pt x="0" y="165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g1403"/>
            <p:cNvSpPr/>
            <p:nvPr/>
          </p:nvSpPr>
          <p:spPr>
            <a:xfrm>
              <a:off x="2132123" y="2988361"/>
              <a:ext cx="2025" cy="2966"/>
            </a:xfrm>
            <a:custGeom>
              <a:avLst/>
              <a:pathLst>
                <a:path w="2025" h="2966">
                  <a:moveTo>
                    <a:pt x="1790" y="2566"/>
                  </a:moveTo>
                  <a:lnTo>
                    <a:pt x="1752" y="2966"/>
                  </a:lnTo>
                  <a:lnTo>
                    <a:pt x="1210" y="1827"/>
                  </a:lnTo>
                  <a:lnTo>
                    <a:pt x="165" y="1816"/>
                  </a:lnTo>
                  <a:lnTo>
                    <a:pt x="0" y="255"/>
                  </a:lnTo>
                  <a:lnTo>
                    <a:pt x="399" y="0"/>
                  </a:lnTo>
                  <a:lnTo>
                    <a:pt x="1723" y="551"/>
                  </a:lnTo>
                  <a:lnTo>
                    <a:pt x="2025" y="190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g1404"/>
            <p:cNvSpPr/>
            <p:nvPr/>
          </p:nvSpPr>
          <p:spPr>
            <a:xfrm>
              <a:off x="2130475" y="2985412"/>
              <a:ext cx="1337" cy="3605"/>
            </a:xfrm>
            <a:custGeom>
              <a:avLst/>
              <a:pathLst>
                <a:path w="1337" h="3605">
                  <a:moveTo>
                    <a:pt x="1337" y="3294"/>
                  </a:moveTo>
                  <a:lnTo>
                    <a:pt x="1168" y="3605"/>
                  </a:lnTo>
                  <a:lnTo>
                    <a:pt x="611" y="2585"/>
                  </a:lnTo>
                  <a:lnTo>
                    <a:pt x="531" y="1768"/>
                  </a:lnTo>
                  <a:lnTo>
                    <a:pt x="331" y="1728"/>
                  </a:lnTo>
                  <a:lnTo>
                    <a:pt x="0" y="994"/>
                  </a:lnTo>
                  <a:lnTo>
                    <a:pt x="80" y="43"/>
                  </a:lnTo>
                  <a:lnTo>
                    <a:pt x="841" y="0"/>
                  </a:lnTo>
                  <a:lnTo>
                    <a:pt x="1148" y="26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g1405"/>
            <p:cNvSpPr/>
            <p:nvPr/>
          </p:nvSpPr>
          <p:spPr>
            <a:xfrm>
              <a:off x="2952129" y="2941286"/>
              <a:ext cx="101281" cy="471895"/>
            </a:xfrm>
            <a:custGeom>
              <a:avLst/>
              <a:pathLst>
                <a:path w="101281" h="471895">
                  <a:moveTo>
                    <a:pt x="101251" y="116676"/>
                  </a:moveTo>
                  <a:lnTo>
                    <a:pt x="101255" y="129857"/>
                  </a:lnTo>
                  <a:lnTo>
                    <a:pt x="101258" y="143037"/>
                  </a:lnTo>
                  <a:lnTo>
                    <a:pt x="101262" y="156217"/>
                  </a:lnTo>
                  <a:lnTo>
                    <a:pt x="101266" y="169399"/>
                  </a:lnTo>
                  <a:lnTo>
                    <a:pt x="101270" y="182579"/>
                  </a:lnTo>
                  <a:lnTo>
                    <a:pt x="101273" y="195761"/>
                  </a:lnTo>
                  <a:lnTo>
                    <a:pt x="101276" y="208941"/>
                  </a:lnTo>
                  <a:lnTo>
                    <a:pt x="101280" y="222122"/>
                  </a:lnTo>
                  <a:lnTo>
                    <a:pt x="101281" y="226494"/>
                  </a:lnTo>
                  <a:lnTo>
                    <a:pt x="101160" y="228227"/>
                  </a:lnTo>
                  <a:lnTo>
                    <a:pt x="101106" y="228466"/>
                  </a:lnTo>
                  <a:lnTo>
                    <a:pt x="100921" y="228759"/>
                  </a:lnTo>
                  <a:lnTo>
                    <a:pt x="98635" y="227534"/>
                  </a:lnTo>
                  <a:lnTo>
                    <a:pt x="97634" y="227504"/>
                  </a:lnTo>
                  <a:lnTo>
                    <a:pt x="96230" y="228451"/>
                  </a:lnTo>
                  <a:lnTo>
                    <a:pt x="94167" y="228945"/>
                  </a:lnTo>
                  <a:lnTo>
                    <a:pt x="92838" y="228788"/>
                  </a:lnTo>
                  <a:lnTo>
                    <a:pt x="91915" y="231055"/>
                  </a:lnTo>
                  <a:lnTo>
                    <a:pt x="91191" y="233795"/>
                  </a:lnTo>
                  <a:lnTo>
                    <a:pt x="91534" y="240348"/>
                  </a:lnTo>
                  <a:lnTo>
                    <a:pt x="91455" y="242511"/>
                  </a:lnTo>
                  <a:lnTo>
                    <a:pt x="91176" y="244757"/>
                  </a:lnTo>
                  <a:lnTo>
                    <a:pt x="90550" y="246692"/>
                  </a:lnTo>
                  <a:lnTo>
                    <a:pt x="89925" y="248235"/>
                  </a:lnTo>
                  <a:lnTo>
                    <a:pt x="89551" y="249586"/>
                  </a:lnTo>
                  <a:lnTo>
                    <a:pt x="89086" y="252550"/>
                  </a:lnTo>
                  <a:lnTo>
                    <a:pt x="88743" y="253937"/>
                  </a:lnTo>
                  <a:lnTo>
                    <a:pt x="88774" y="255794"/>
                  </a:lnTo>
                  <a:lnTo>
                    <a:pt x="88663" y="257749"/>
                  </a:lnTo>
                  <a:lnTo>
                    <a:pt x="88288" y="258764"/>
                  </a:lnTo>
                  <a:lnTo>
                    <a:pt x="87328" y="259513"/>
                  </a:lnTo>
                  <a:lnTo>
                    <a:pt x="86710" y="260382"/>
                  </a:lnTo>
                  <a:lnTo>
                    <a:pt x="86215" y="261804"/>
                  </a:lnTo>
                  <a:lnTo>
                    <a:pt x="85881" y="262830"/>
                  </a:lnTo>
                  <a:lnTo>
                    <a:pt x="86056" y="264198"/>
                  </a:lnTo>
                  <a:lnTo>
                    <a:pt x="86299" y="266059"/>
                  </a:lnTo>
                  <a:lnTo>
                    <a:pt x="86437" y="268987"/>
                  </a:lnTo>
                  <a:lnTo>
                    <a:pt x="86533" y="270698"/>
                  </a:lnTo>
                  <a:lnTo>
                    <a:pt x="87004" y="272092"/>
                  </a:lnTo>
                  <a:lnTo>
                    <a:pt x="87291" y="273092"/>
                  </a:lnTo>
                  <a:lnTo>
                    <a:pt x="87391" y="274314"/>
                  </a:lnTo>
                  <a:lnTo>
                    <a:pt x="87116" y="275331"/>
                  </a:lnTo>
                  <a:lnTo>
                    <a:pt x="85945" y="277456"/>
                  </a:lnTo>
                  <a:lnTo>
                    <a:pt x="85476" y="278244"/>
                  </a:lnTo>
                  <a:lnTo>
                    <a:pt x="84939" y="279323"/>
                  </a:lnTo>
                  <a:lnTo>
                    <a:pt x="84733" y="279726"/>
                  </a:lnTo>
                  <a:lnTo>
                    <a:pt x="83878" y="281738"/>
                  </a:lnTo>
                  <a:lnTo>
                    <a:pt x="83446" y="283525"/>
                  </a:lnTo>
                  <a:lnTo>
                    <a:pt x="83237" y="285012"/>
                  </a:lnTo>
                  <a:lnTo>
                    <a:pt x="83248" y="287065"/>
                  </a:lnTo>
                  <a:lnTo>
                    <a:pt x="83683" y="290136"/>
                  </a:lnTo>
                  <a:lnTo>
                    <a:pt x="84159" y="292746"/>
                  </a:lnTo>
                  <a:lnTo>
                    <a:pt x="84342" y="294709"/>
                  </a:lnTo>
                  <a:lnTo>
                    <a:pt x="84450" y="296862"/>
                  </a:lnTo>
                  <a:lnTo>
                    <a:pt x="84406" y="298907"/>
                  </a:lnTo>
                  <a:lnTo>
                    <a:pt x="84161" y="300687"/>
                  </a:lnTo>
                  <a:lnTo>
                    <a:pt x="83732" y="302291"/>
                  </a:lnTo>
                  <a:lnTo>
                    <a:pt x="82119" y="305304"/>
                  </a:lnTo>
                  <a:lnTo>
                    <a:pt x="81326" y="308617"/>
                  </a:lnTo>
                  <a:lnTo>
                    <a:pt x="80692" y="312642"/>
                  </a:lnTo>
                  <a:lnTo>
                    <a:pt x="80534" y="314835"/>
                  </a:lnTo>
                  <a:lnTo>
                    <a:pt x="80707" y="316293"/>
                  </a:lnTo>
                  <a:lnTo>
                    <a:pt x="81042" y="317529"/>
                  </a:lnTo>
                  <a:lnTo>
                    <a:pt x="81522" y="318157"/>
                  </a:lnTo>
                  <a:lnTo>
                    <a:pt x="82220" y="318341"/>
                  </a:lnTo>
                  <a:lnTo>
                    <a:pt x="83378" y="317671"/>
                  </a:lnTo>
                  <a:lnTo>
                    <a:pt x="84457" y="317230"/>
                  </a:lnTo>
                  <a:lnTo>
                    <a:pt x="85601" y="318679"/>
                  </a:lnTo>
                  <a:lnTo>
                    <a:pt x="86198" y="322049"/>
                  </a:lnTo>
                  <a:lnTo>
                    <a:pt x="85965" y="324514"/>
                  </a:lnTo>
                  <a:lnTo>
                    <a:pt x="86398" y="328978"/>
                  </a:lnTo>
                  <a:lnTo>
                    <a:pt x="86784" y="334376"/>
                  </a:lnTo>
                  <a:lnTo>
                    <a:pt x="86755" y="336192"/>
                  </a:lnTo>
                  <a:lnTo>
                    <a:pt x="86922" y="336873"/>
                  </a:lnTo>
                  <a:lnTo>
                    <a:pt x="87639" y="337221"/>
                  </a:lnTo>
                  <a:lnTo>
                    <a:pt x="87798" y="338486"/>
                  </a:lnTo>
                  <a:lnTo>
                    <a:pt x="87562" y="347960"/>
                  </a:lnTo>
                  <a:lnTo>
                    <a:pt x="87896" y="350609"/>
                  </a:lnTo>
                  <a:lnTo>
                    <a:pt x="88376" y="352499"/>
                  </a:lnTo>
                  <a:lnTo>
                    <a:pt x="88917" y="353481"/>
                  </a:lnTo>
                  <a:lnTo>
                    <a:pt x="89462" y="354747"/>
                  </a:lnTo>
                  <a:lnTo>
                    <a:pt x="89745" y="355630"/>
                  </a:lnTo>
                  <a:lnTo>
                    <a:pt x="90375" y="355827"/>
                  </a:lnTo>
                  <a:lnTo>
                    <a:pt x="91083" y="357553"/>
                  </a:lnTo>
                  <a:lnTo>
                    <a:pt x="91277" y="359849"/>
                  </a:lnTo>
                  <a:lnTo>
                    <a:pt x="91228" y="362069"/>
                  </a:lnTo>
                  <a:lnTo>
                    <a:pt x="90816" y="366887"/>
                  </a:lnTo>
                  <a:lnTo>
                    <a:pt x="90482" y="370117"/>
                  </a:lnTo>
                  <a:lnTo>
                    <a:pt x="90071" y="369895"/>
                  </a:lnTo>
                  <a:lnTo>
                    <a:pt x="89233" y="369101"/>
                  </a:lnTo>
                  <a:lnTo>
                    <a:pt x="88212" y="368413"/>
                  </a:lnTo>
                  <a:lnTo>
                    <a:pt x="86961" y="367855"/>
                  </a:lnTo>
                  <a:lnTo>
                    <a:pt x="85769" y="369176"/>
                  </a:lnTo>
                  <a:lnTo>
                    <a:pt x="84481" y="370872"/>
                  </a:lnTo>
                  <a:lnTo>
                    <a:pt x="84075" y="372136"/>
                  </a:lnTo>
                  <a:lnTo>
                    <a:pt x="83715" y="372883"/>
                  </a:lnTo>
                  <a:lnTo>
                    <a:pt x="83147" y="372765"/>
                  </a:lnTo>
                  <a:lnTo>
                    <a:pt x="82628" y="372983"/>
                  </a:lnTo>
                  <a:lnTo>
                    <a:pt x="82346" y="374184"/>
                  </a:lnTo>
                  <a:lnTo>
                    <a:pt x="81875" y="375525"/>
                  </a:lnTo>
                  <a:lnTo>
                    <a:pt x="80016" y="378298"/>
                  </a:lnTo>
                  <a:lnTo>
                    <a:pt x="79624" y="379307"/>
                  </a:lnTo>
                  <a:lnTo>
                    <a:pt x="79392" y="380308"/>
                  </a:lnTo>
                  <a:lnTo>
                    <a:pt x="79392" y="381399"/>
                  </a:lnTo>
                  <a:lnTo>
                    <a:pt x="79581" y="383652"/>
                  </a:lnTo>
                  <a:lnTo>
                    <a:pt x="79577" y="386461"/>
                  </a:lnTo>
                  <a:lnTo>
                    <a:pt x="79163" y="388728"/>
                  </a:lnTo>
                  <a:lnTo>
                    <a:pt x="78682" y="390252"/>
                  </a:lnTo>
                  <a:lnTo>
                    <a:pt x="78135" y="390835"/>
                  </a:lnTo>
                  <a:lnTo>
                    <a:pt x="77676" y="391152"/>
                  </a:lnTo>
                  <a:lnTo>
                    <a:pt x="77376" y="392102"/>
                  </a:lnTo>
                  <a:lnTo>
                    <a:pt x="76407" y="397252"/>
                  </a:lnTo>
                  <a:lnTo>
                    <a:pt x="75988" y="398205"/>
                  </a:lnTo>
                  <a:lnTo>
                    <a:pt x="75136" y="398043"/>
                  </a:lnTo>
                  <a:lnTo>
                    <a:pt x="72691" y="405766"/>
                  </a:lnTo>
                  <a:lnTo>
                    <a:pt x="72447" y="408040"/>
                  </a:lnTo>
                  <a:lnTo>
                    <a:pt x="71552" y="411265"/>
                  </a:lnTo>
                  <a:lnTo>
                    <a:pt x="70420" y="414855"/>
                  </a:lnTo>
                  <a:lnTo>
                    <a:pt x="69409" y="416585"/>
                  </a:lnTo>
                  <a:lnTo>
                    <a:pt x="69328" y="417253"/>
                  </a:lnTo>
                  <a:lnTo>
                    <a:pt x="69056" y="417937"/>
                  </a:lnTo>
                  <a:lnTo>
                    <a:pt x="68436" y="418717"/>
                  </a:lnTo>
                  <a:lnTo>
                    <a:pt x="66275" y="423086"/>
                  </a:lnTo>
                  <a:lnTo>
                    <a:pt x="63684" y="422906"/>
                  </a:lnTo>
                  <a:lnTo>
                    <a:pt x="62539" y="424621"/>
                  </a:lnTo>
                  <a:lnTo>
                    <a:pt x="61426" y="425383"/>
                  </a:lnTo>
                  <a:lnTo>
                    <a:pt x="59798" y="426224"/>
                  </a:lnTo>
                  <a:lnTo>
                    <a:pt x="59309" y="426145"/>
                  </a:lnTo>
                  <a:lnTo>
                    <a:pt x="57221" y="426498"/>
                  </a:lnTo>
                  <a:lnTo>
                    <a:pt x="54771" y="426370"/>
                  </a:lnTo>
                  <a:lnTo>
                    <a:pt x="53832" y="426989"/>
                  </a:lnTo>
                  <a:lnTo>
                    <a:pt x="52952" y="428648"/>
                  </a:lnTo>
                  <a:lnTo>
                    <a:pt x="52298" y="430100"/>
                  </a:lnTo>
                  <a:lnTo>
                    <a:pt x="52202" y="430589"/>
                  </a:lnTo>
                  <a:lnTo>
                    <a:pt x="52301" y="431201"/>
                  </a:lnTo>
                  <a:lnTo>
                    <a:pt x="52277" y="431687"/>
                  </a:lnTo>
                  <a:lnTo>
                    <a:pt x="53989" y="435251"/>
                  </a:lnTo>
                  <a:lnTo>
                    <a:pt x="54417" y="437002"/>
                  </a:lnTo>
                  <a:lnTo>
                    <a:pt x="53986" y="438696"/>
                  </a:lnTo>
                  <a:lnTo>
                    <a:pt x="53755" y="439048"/>
                  </a:lnTo>
                  <a:lnTo>
                    <a:pt x="53476" y="440399"/>
                  </a:lnTo>
                  <a:lnTo>
                    <a:pt x="52473" y="444421"/>
                  </a:lnTo>
                  <a:lnTo>
                    <a:pt x="50944" y="449187"/>
                  </a:lnTo>
                  <a:lnTo>
                    <a:pt x="50163" y="450549"/>
                  </a:lnTo>
                  <a:lnTo>
                    <a:pt x="49850" y="451435"/>
                  </a:lnTo>
                  <a:lnTo>
                    <a:pt x="49446" y="454595"/>
                  </a:lnTo>
                  <a:lnTo>
                    <a:pt x="49182" y="455035"/>
                  </a:lnTo>
                  <a:lnTo>
                    <a:pt x="48134" y="455444"/>
                  </a:lnTo>
                  <a:lnTo>
                    <a:pt x="46055" y="455789"/>
                  </a:lnTo>
                  <a:lnTo>
                    <a:pt x="43183" y="456821"/>
                  </a:lnTo>
                  <a:lnTo>
                    <a:pt x="41459" y="457164"/>
                  </a:lnTo>
                  <a:lnTo>
                    <a:pt x="40388" y="456876"/>
                  </a:lnTo>
                  <a:lnTo>
                    <a:pt x="38881" y="459056"/>
                  </a:lnTo>
                  <a:lnTo>
                    <a:pt x="38341" y="459614"/>
                  </a:lnTo>
                  <a:lnTo>
                    <a:pt x="38011" y="459802"/>
                  </a:lnTo>
                  <a:lnTo>
                    <a:pt x="36519" y="461917"/>
                  </a:lnTo>
                  <a:lnTo>
                    <a:pt x="35279" y="465199"/>
                  </a:lnTo>
                  <a:lnTo>
                    <a:pt x="34837" y="465823"/>
                  </a:lnTo>
                  <a:lnTo>
                    <a:pt x="33091" y="467215"/>
                  </a:lnTo>
                  <a:lnTo>
                    <a:pt x="32397" y="469472"/>
                  </a:lnTo>
                  <a:lnTo>
                    <a:pt x="32076" y="469659"/>
                  </a:lnTo>
                  <a:lnTo>
                    <a:pt x="30957" y="466681"/>
                  </a:lnTo>
                  <a:lnTo>
                    <a:pt x="30193" y="463974"/>
                  </a:lnTo>
                  <a:lnTo>
                    <a:pt x="29821" y="461240"/>
                  </a:lnTo>
                  <a:lnTo>
                    <a:pt x="29774" y="460366"/>
                  </a:lnTo>
                  <a:lnTo>
                    <a:pt x="29562" y="460529"/>
                  </a:lnTo>
                  <a:lnTo>
                    <a:pt x="28948" y="461739"/>
                  </a:lnTo>
                  <a:lnTo>
                    <a:pt x="28419" y="463117"/>
                  </a:lnTo>
                  <a:lnTo>
                    <a:pt x="28174" y="465742"/>
                  </a:lnTo>
                  <a:lnTo>
                    <a:pt x="26369" y="467518"/>
                  </a:lnTo>
                  <a:lnTo>
                    <a:pt x="24826" y="469034"/>
                  </a:lnTo>
                  <a:lnTo>
                    <a:pt x="24124" y="470942"/>
                  </a:lnTo>
                  <a:lnTo>
                    <a:pt x="23041" y="471895"/>
                  </a:lnTo>
                  <a:lnTo>
                    <a:pt x="21659" y="471507"/>
                  </a:lnTo>
                  <a:lnTo>
                    <a:pt x="20583" y="470721"/>
                  </a:lnTo>
                  <a:lnTo>
                    <a:pt x="19533" y="470463"/>
                  </a:lnTo>
                  <a:lnTo>
                    <a:pt x="20036" y="468081"/>
                  </a:lnTo>
                  <a:lnTo>
                    <a:pt x="20230" y="466305"/>
                  </a:lnTo>
                  <a:lnTo>
                    <a:pt x="20280" y="464132"/>
                  </a:lnTo>
                  <a:lnTo>
                    <a:pt x="20203" y="462659"/>
                  </a:lnTo>
                  <a:lnTo>
                    <a:pt x="19575" y="461924"/>
                  </a:lnTo>
                  <a:lnTo>
                    <a:pt x="19176" y="460768"/>
                  </a:lnTo>
                  <a:lnTo>
                    <a:pt x="18273" y="453914"/>
                  </a:lnTo>
                  <a:lnTo>
                    <a:pt x="17344" y="446865"/>
                  </a:lnTo>
                  <a:lnTo>
                    <a:pt x="16035" y="439922"/>
                  </a:lnTo>
                  <a:lnTo>
                    <a:pt x="14610" y="435492"/>
                  </a:lnTo>
                  <a:lnTo>
                    <a:pt x="13579" y="432792"/>
                  </a:lnTo>
                  <a:lnTo>
                    <a:pt x="13247" y="432447"/>
                  </a:lnTo>
                  <a:lnTo>
                    <a:pt x="12719" y="431594"/>
                  </a:lnTo>
                  <a:lnTo>
                    <a:pt x="12349" y="430811"/>
                  </a:lnTo>
                  <a:lnTo>
                    <a:pt x="10458" y="426096"/>
                  </a:lnTo>
                  <a:lnTo>
                    <a:pt x="8499" y="420828"/>
                  </a:lnTo>
                  <a:lnTo>
                    <a:pt x="7996" y="418419"/>
                  </a:lnTo>
                  <a:lnTo>
                    <a:pt x="7014" y="414830"/>
                  </a:lnTo>
                  <a:lnTo>
                    <a:pt x="5921" y="411129"/>
                  </a:lnTo>
                  <a:lnTo>
                    <a:pt x="5352" y="409446"/>
                  </a:lnTo>
                  <a:lnTo>
                    <a:pt x="5085" y="406407"/>
                  </a:lnTo>
                  <a:lnTo>
                    <a:pt x="5842" y="403664"/>
                  </a:lnTo>
                  <a:lnTo>
                    <a:pt x="6647" y="400194"/>
                  </a:lnTo>
                  <a:lnTo>
                    <a:pt x="7643" y="397892"/>
                  </a:lnTo>
                  <a:lnTo>
                    <a:pt x="8931" y="397734"/>
                  </a:lnTo>
                  <a:lnTo>
                    <a:pt x="11052" y="398679"/>
                  </a:lnTo>
                  <a:lnTo>
                    <a:pt x="13339" y="399016"/>
                  </a:lnTo>
                  <a:lnTo>
                    <a:pt x="15606" y="398298"/>
                  </a:lnTo>
                  <a:lnTo>
                    <a:pt x="16193" y="397799"/>
                  </a:lnTo>
                  <a:lnTo>
                    <a:pt x="16775" y="397840"/>
                  </a:lnTo>
                  <a:lnTo>
                    <a:pt x="17994" y="398643"/>
                  </a:lnTo>
                  <a:lnTo>
                    <a:pt x="20118" y="398466"/>
                  </a:lnTo>
                  <a:lnTo>
                    <a:pt x="21213" y="397062"/>
                  </a:lnTo>
                  <a:lnTo>
                    <a:pt x="20031" y="394678"/>
                  </a:lnTo>
                  <a:lnTo>
                    <a:pt x="18762" y="390884"/>
                  </a:lnTo>
                  <a:lnTo>
                    <a:pt x="17572" y="386733"/>
                  </a:lnTo>
                  <a:lnTo>
                    <a:pt x="16850" y="382976"/>
                  </a:lnTo>
                  <a:lnTo>
                    <a:pt x="16189" y="378131"/>
                  </a:lnTo>
                  <a:lnTo>
                    <a:pt x="15578" y="372144"/>
                  </a:lnTo>
                  <a:lnTo>
                    <a:pt x="15205" y="364385"/>
                  </a:lnTo>
                  <a:lnTo>
                    <a:pt x="15261" y="359987"/>
                  </a:lnTo>
                  <a:lnTo>
                    <a:pt x="15451" y="356853"/>
                  </a:lnTo>
                  <a:lnTo>
                    <a:pt x="16090" y="351750"/>
                  </a:lnTo>
                  <a:lnTo>
                    <a:pt x="15668" y="348756"/>
                  </a:lnTo>
                  <a:lnTo>
                    <a:pt x="15761" y="346339"/>
                  </a:lnTo>
                  <a:lnTo>
                    <a:pt x="15699" y="342760"/>
                  </a:lnTo>
                  <a:lnTo>
                    <a:pt x="15493" y="340939"/>
                  </a:lnTo>
                  <a:lnTo>
                    <a:pt x="14666" y="334993"/>
                  </a:lnTo>
                  <a:lnTo>
                    <a:pt x="14502" y="334342"/>
                  </a:lnTo>
                  <a:lnTo>
                    <a:pt x="13770" y="330235"/>
                  </a:lnTo>
                  <a:lnTo>
                    <a:pt x="13447" y="323358"/>
                  </a:lnTo>
                  <a:lnTo>
                    <a:pt x="12622" y="318822"/>
                  </a:lnTo>
                  <a:lnTo>
                    <a:pt x="11296" y="316626"/>
                  </a:lnTo>
                  <a:lnTo>
                    <a:pt x="10541" y="313958"/>
                  </a:lnTo>
                  <a:lnTo>
                    <a:pt x="10267" y="309244"/>
                  </a:lnTo>
                  <a:lnTo>
                    <a:pt x="9743" y="308002"/>
                  </a:lnTo>
                  <a:lnTo>
                    <a:pt x="7658" y="306360"/>
                  </a:lnTo>
                  <a:lnTo>
                    <a:pt x="5919" y="306326"/>
                  </a:lnTo>
                  <a:lnTo>
                    <a:pt x="4653" y="301007"/>
                  </a:lnTo>
                  <a:lnTo>
                    <a:pt x="3030" y="294180"/>
                  </a:lnTo>
                  <a:lnTo>
                    <a:pt x="1519" y="287826"/>
                  </a:lnTo>
                  <a:lnTo>
                    <a:pt x="552" y="275125"/>
                  </a:lnTo>
                  <a:lnTo>
                    <a:pt x="0" y="267848"/>
                  </a:lnTo>
                  <a:lnTo>
                    <a:pt x="629" y="265636"/>
                  </a:lnTo>
                  <a:lnTo>
                    <a:pt x="1866" y="260458"/>
                  </a:lnTo>
                  <a:lnTo>
                    <a:pt x="3450" y="250549"/>
                  </a:lnTo>
                  <a:lnTo>
                    <a:pt x="7017" y="235223"/>
                  </a:lnTo>
                  <a:lnTo>
                    <a:pt x="8841" y="227381"/>
                  </a:lnTo>
                  <a:lnTo>
                    <a:pt x="12482" y="215666"/>
                  </a:lnTo>
                  <a:lnTo>
                    <a:pt x="16957" y="201268"/>
                  </a:lnTo>
                  <a:lnTo>
                    <a:pt x="19477" y="193156"/>
                  </a:lnTo>
                  <a:lnTo>
                    <a:pt x="19885" y="178379"/>
                  </a:lnTo>
                  <a:lnTo>
                    <a:pt x="20316" y="162754"/>
                  </a:lnTo>
                  <a:lnTo>
                    <a:pt x="20643" y="150941"/>
                  </a:lnTo>
                  <a:lnTo>
                    <a:pt x="21047" y="136941"/>
                  </a:lnTo>
                  <a:lnTo>
                    <a:pt x="21387" y="125241"/>
                  </a:lnTo>
                  <a:lnTo>
                    <a:pt x="21634" y="116718"/>
                  </a:lnTo>
                  <a:lnTo>
                    <a:pt x="21984" y="104637"/>
                  </a:lnTo>
                  <a:lnTo>
                    <a:pt x="22284" y="102317"/>
                  </a:lnTo>
                  <a:lnTo>
                    <a:pt x="24039" y="92844"/>
                  </a:lnTo>
                  <a:lnTo>
                    <a:pt x="24177" y="91573"/>
                  </a:lnTo>
                  <a:lnTo>
                    <a:pt x="23852" y="89987"/>
                  </a:lnTo>
                  <a:lnTo>
                    <a:pt x="21344" y="81935"/>
                  </a:lnTo>
                  <a:lnTo>
                    <a:pt x="20562" y="80134"/>
                  </a:lnTo>
                  <a:lnTo>
                    <a:pt x="20112" y="75950"/>
                  </a:lnTo>
                  <a:lnTo>
                    <a:pt x="20756" y="73601"/>
                  </a:lnTo>
                  <a:lnTo>
                    <a:pt x="17741" y="60093"/>
                  </a:lnTo>
                  <a:lnTo>
                    <a:pt x="16992" y="58441"/>
                  </a:lnTo>
                  <a:lnTo>
                    <a:pt x="16666" y="56788"/>
                  </a:lnTo>
                  <a:lnTo>
                    <a:pt x="16627" y="54352"/>
                  </a:lnTo>
                  <a:lnTo>
                    <a:pt x="16574" y="45007"/>
                  </a:lnTo>
                  <a:lnTo>
                    <a:pt x="15773" y="30342"/>
                  </a:lnTo>
                  <a:lnTo>
                    <a:pt x="14716" y="13268"/>
                  </a:lnTo>
                  <a:lnTo>
                    <a:pt x="18258" y="8407"/>
                  </a:lnTo>
                  <a:lnTo>
                    <a:pt x="20947" y="4712"/>
                  </a:lnTo>
                  <a:lnTo>
                    <a:pt x="24378" y="0"/>
                  </a:lnTo>
                  <a:lnTo>
                    <a:pt x="27560" y="4827"/>
                  </a:lnTo>
                  <a:lnTo>
                    <a:pt x="32166" y="11818"/>
                  </a:lnTo>
                  <a:lnTo>
                    <a:pt x="36772" y="18808"/>
                  </a:lnTo>
                  <a:lnTo>
                    <a:pt x="41377" y="25799"/>
                  </a:lnTo>
                  <a:lnTo>
                    <a:pt x="45983" y="32789"/>
                  </a:lnTo>
                  <a:lnTo>
                    <a:pt x="50589" y="39780"/>
                  </a:lnTo>
                  <a:lnTo>
                    <a:pt x="55194" y="46770"/>
                  </a:lnTo>
                  <a:lnTo>
                    <a:pt x="59800" y="53761"/>
                  </a:lnTo>
                  <a:lnTo>
                    <a:pt x="64405" y="60751"/>
                  </a:lnTo>
                  <a:lnTo>
                    <a:pt x="69011" y="67743"/>
                  </a:lnTo>
                  <a:lnTo>
                    <a:pt x="73617" y="74732"/>
                  </a:lnTo>
                  <a:lnTo>
                    <a:pt x="78223" y="81724"/>
                  </a:lnTo>
                  <a:lnTo>
                    <a:pt x="82829" y="88714"/>
                  </a:lnTo>
                  <a:lnTo>
                    <a:pt x="87434" y="95705"/>
                  </a:lnTo>
                  <a:lnTo>
                    <a:pt x="92040" y="102695"/>
                  </a:lnTo>
                  <a:lnTo>
                    <a:pt x="96646" y="10968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g1406"/>
            <p:cNvSpPr/>
            <p:nvPr/>
          </p:nvSpPr>
          <p:spPr>
            <a:xfrm>
              <a:off x="2821975" y="3305614"/>
              <a:ext cx="17959" cy="148520"/>
            </a:xfrm>
            <a:custGeom>
              <a:avLst/>
              <a:pathLst>
                <a:path w="17959" h="148520">
                  <a:moveTo>
                    <a:pt x="9524" y="3615"/>
                  </a:moveTo>
                  <a:lnTo>
                    <a:pt x="9277" y="6792"/>
                  </a:lnTo>
                  <a:lnTo>
                    <a:pt x="8768" y="10727"/>
                  </a:lnTo>
                  <a:lnTo>
                    <a:pt x="8437" y="11978"/>
                  </a:lnTo>
                  <a:lnTo>
                    <a:pt x="8205" y="21539"/>
                  </a:lnTo>
                  <a:lnTo>
                    <a:pt x="8365" y="22340"/>
                  </a:lnTo>
                  <a:lnTo>
                    <a:pt x="8482" y="22577"/>
                  </a:lnTo>
                  <a:lnTo>
                    <a:pt x="10079" y="25813"/>
                  </a:lnTo>
                  <a:lnTo>
                    <a:pt x="12174" y="30058"/>
                  </a:lnTo>
                  <a:lnTo>
                    <a:pt x="13653" y="33055"/>
                  </a:lnTo>
                  <a:lnTo>
                    <a:pt x="13776" y="34060"/>
                  </a:lnTo>
                  <a:lnTo>
                    <a:pt x="13798" y="40347"/>
                  </a:lnTo>
                  <a:lnTo>
                    <a:pt x="13817" y="45744"/>
                  </a:lnTo>
                  <a:lnTo>
                    <a:pt x="14123" y="48833"/>
                  </a:lnTo>
                  <a:lnTo>
                    <a:pt x="14189" y="51827"/>
                  </a:lnTo>
                  <a:lnTo>
                    <a:pt x="14559" y="54092"/>
                  </a:lnTo>
                  <a:lnTo>
                    <a:pt x="15924" y="58458"/>
                  </a:lnTo>
                  <a:lnTo>
                    <a:pt x="16250" y="61035"/>
                  </a:lnTo>
                  <a:lnTo>
                    <a:pt x="16285" y="69281"/>
                  </a:lnTo>
                  <a:lnTo>
                    <a:pt x="16312" y="75537"/>
                  </a:lnTo>
                  <a:lnTo>
                    <a:pt x="16485" y="84056"/>
                  </a:lnTo>
                  <a:lnTo>
                    <a:pt x="16485" y="91170"/>
                  </a:lnTo>
                  <a:lnTo>
                    <a:pt x="16485" y="100163"/>
                  </a:lnTo>
                  <a:lnTo>
                    <a:pt x="16486" y="110703"/>
                  </a:lnTo>
                  <a:lnTo>
                    <a:pt x="16486" y="121692"/>
                  </a:lnTo>
                  <a:lnTo>
                    <a:pt x="15585" y="121836"/>
                  </a:lnTo>
                  <a:lnTo>
                    <a:pt x="16076" y="125247"/>
                  </a:lnTo>
                  <a:lnTo>
                    <a:pt x="16160" y="128342"/>
                  </a:lnTo>
                  <a:lnTo>
                    <a:pt x="16277" y="129352"/>
                  </a:lnTo>
                  <a:lnTo>
                    <a:pt x="16032" y="130849"/>
                  </a:lnTo>
                  <a:lnTo>
                    <a:pt x="16234" y="133130"/>
                  </a:lnTo>
                  <a:lnTo>
                    <a:pt x="16626" y="133977"/>
                  </a:lnTo>
                  <a:lnTo>
                    <a:pt x="17625" y="138565"/>
                  </a:lnTo>
                  <a:lnTo>
                    <a:pt x="17959" y="142455"/>
                  </a:lnTo>
                  <a:lnTo>
                    <a:pt x="16354" y="143750"/>
                  </a:lnTo>
                  <a:lnTo>
                    <a:pt x="16466" y="144755"/>
                  </a:lnTo>
                  <a:lnTo>
                    <a:pt x="13467" y="146821"/>
                  </a:lnTo>
                  <a:lnTo>
                    <a:pt x="12280" y="148520"/>
                  </a:lnTo>
                  <a:lnTo>
                    <a:pt x="12259" y="146876"/>
                  </a:lnTo>
                  <a:lnTo>
                    <a:pt x="11823" y="146580"/>
                  </a:lnTo>
                  <a:lnTo>
                    <a:pt x="11292" y="146026"/>
                  </a:lnTo>
                  <a:lnTo>
                    <a:pt x="10960" y="145174"/>
                  </a:lnTo>
                  <a:lnTo>
                    <a:pt x="10501" y="143226"/>
                  </a:lnTo>
                  <a:lnTo>
                    <a:pt x="10336" y="141696"/>
                  </a:lnTo>
                  <a:lnTo>
                    <a:pt x="9636" y="141453"/>
                  </a:lnTo>
                  <a:lnTo>
                    <a:pt x="8773" y="139744"/>
                  </a:lnTo>
                  <a:lnTo>
                    <a:pt x="7951" y="137788"/>
                  </a:lnTo>
                  <a:lnTo>
                    <a:pt x="7666" y="135833"/>
                  </a:lnTo>
                  <a:lnTo>
                    <a:pt x="7744" y="134930"/>
                  </a:lnTo>
                  <a:lnTo>
                    <a:pt x="7618" y="134000"/>
                  </a:lnTo>
                  <a:lnTo>
                    <a:pt x="7334" y="133653"/>
                  </a:lnTo>
                  <a:lnTo>
                    <a:pt x="6593" y="129230"/>
                  </a:lnTo>
                  <a:lnTo>
                    <a:pt x="6135" y="127448"/>
                  </a:lnTo>
                  <a:lnTo>
                    <a:pt x="5919" y="126017"/>
                  </a:lnTo>
                  <a:lnTo>
                    <a:pt x="5994" y="124912"/>
                  </a:lnTo>
                  <a:lnTo>
                    <a:pt x="5895" y="123419"/>
                  </a:lnTo>
                  <a:lnTo>
                    <a:pt x="6039" y="122212"/>
                  </a:lnTo>
                  <a:lnTo>
                    <a:pt x="6438" y="121491"/>
                  </a:lnTo>
                  <a:lnTo>
                    <a:pt x="6562" y="120608"/>
                  </a:lnTo>
                  <a:lnTo>
                    <a:pt x="6598" y="118757"/>
                  </a:lnTo>
                  <a:lnTo>
                    <a:pt x="6822" y="114918"/>
                  </a:lnTo>
                  <a:lnTo>
                    <a:pt x="6969" y="111162"/>
                  </a:lnTo>
                  <a:lnTo>
                    <a:pt x="6548" y="110123"/>
                  </a:lnTo>
                  <a:lnTo>
                    <a:pt x="6032" y="109830"/>
                  </a:lnTo>
                  <a:lnTo>
                    <a:pt x="5765" y="108755"/>
                  </a:lnTo>
                  <a:lnTo>
                    <a:pt x="5663" y="106982"/>
                  </a:lnTo>
                  <a:lnTo>
                    <a:pt x="5673" y="105453"/>
                  </a:lnTo>
                  <a:lnTo>
                    <a:pt x="6684" y="100094"/>
                  </a:lnTo>
                  <a:lnTo>
                    <a:pt x="6477" y="87755"/>
                  </a:lnTo>
                  <a:lnTo>
                    <a:pt x="6627" y="85871"/>
                  </a:lnTo>
                  <a:lnTo>
                    <a:pt x="7087" y="84574"/>
                  </a:lnTo>
                  <a:lnTo>
                    <a:pt x="7482" y="83073"/>
                  </a:lnTo>
                  <a:lnTo>
                    <a:pt x="7465" y="81577"/>
                  </a:lnTo>
                  <a:lnTo>
                    <a:pt x="6791" y="77890"/>
                  </a:lnTo>
                  <a:lnTo>
                    <a:pt x="5513" y="75064"/>
                  </a:lnTo>
                  <a:lnTo>
                    <a:pt x="4859" y="72776"/>
                  </a:lnTo>
                  <a:lnTo>
                    <a:pt x="4506" y="70728"/>
                  </a:lnTo>
                  <a:lnTo>
                    <a:pt x="4448" y="69627"/>
                  </a:lnTo>
                  <a:lnTo>
                    <a:pt x="5223" y="68017"/>
                  </a:lnTo>
                  <a:lnTo>
                    <a:pt x="5565" y="66903"/>
                  </a:lnTo>
                  <a:lnTo>
                    <a:pt x="5609" y="65619"/>
                  </a:lnTo>
                  <a:lnTo>
                    <a:pt x="5292" y="63276"/>
                  </a:lnTo>
                  <a:lnTo>
                    <a:pt x="5348" y="59106"/>
                  </a:lnTo>
                  <a:lnTo>
                    <a:pt x="5646" y="55977"/>
                  </a:lnTo>
                  <a:lnTo>
                    <a:pt x="5952" y="51927"/>
                  </a:lnTo>
                  <a:lnTo>
                    <a:pt x="5920" y="50739"/>
                  </a:lnTo>
                  <a:lnTo>
                    <a:pt x="5169" y="48323"/>
                  </a:lnTo>
                  <a:lnTo>
                    <a:pt x="4763" y="47992"/>
                  </a:lnTo>
                  <a:lnTo>
                    <a:pt x="4433" y="48167"/>
                  </a:lnTo>
                  <a:lnTo>
                    <a:pt x="3648" y="49754"/>
                  </a:lnTo>
                  <a:lnTo>
                    <a:pt x="3366" y="49926"/>
                  </a:lnTo>
                  <a:lnTo>
                    <a:pt x="3188" y="49457"/>
                  </a:lnTo>
                  <a:lnTo>
                    <a:pt x="3110" y="48817"/>
                  </a:lnTo>
                  <a:lnTo>
                    <a:pt x="3384" y="47870"/>
                  </a:lnTo>
                  <a:lnTo>
                    <a:pt x="3285" y="46686"/>
                  </a:lnTo>
                  <a:lnTo>
                    <a:pt x="3515" y="45653"/>
                  </a:lnTo>
                  <a:lnTo>
                    <a:pt x="4013" y="45182"/>
                  </a:lnTo>
                  <a:lnTo>
                    <a:pt x="4160" y="44662"/>
                  </a:lnTo>
                  <a:lnTo>
                    <a:pt x="3489" y="44166"/>
                  </a:lnTo>
                  <a:lnTo>
                    <a:pt x="3410" y="43463"/>
                  </a:lnTo>
                  <a:lnTo>
                    <a:pt x="3458" y="42778"/>
                  </a:lnTo>
                  <a:lnTo>
                    <a:pt x="3651" y="42648"/>
                  </a:lnTo>
                  <a:lnTo>
                    <a:pt x="3863" y="42687"/>
                  </a:lnTo>
                  <a:lnTo>
                    <a:pt x="3981" y="42196"/>
                  </a:lnTo>
                  <a:lnTo>
                    <a:pt x="4083" y="38758"/>
                  </a:lnTo>
                  <a:lnTo>
                    <a:pt x="4165" y="37558"/>
                  </a:lnTo>
                  <a:lnTo>
                    <a:pt x="4249" y="35184"/>
                  </a:lnTo>
                  <a:lnTo>
                    <a:pt x="4353" y="25978"/>
                  </a:lnTo>
                  <a:lnTo>
                    <a:pt x="4506" y="25030"/>
                  </a:lnTo>
                  <a:lnTo>
                    <a:pt x="4528" y="24341"/>
                  </a:lnTo>
                  <a:lnTo>
                    <a:pt x="4057" y="23896"/>
                  </a:lnTo>
                  <a:lnTo>
                    <a:pt x="2943" y="21425"/>
                  </a:lnTo>
                  <a:lnTo>
                    <a:pt x="2292" y="19527"/>
                  </a:lnTo>
                  <a:lnTo>
                    <a:pt x="1725" y="17582"/>
                  </a:lnTo>
                  <a:lnTo>
                    <a:pt x="1246" y="16303"/>
                  </a:lnTo>
                  <a:lnTo>
                    <a:pt x="867" y="15503"/>
                  </a:lnTo>
                  <a:lnTo>
                    <a:pt x="312" y="14331"/>
                  </a:lnTo>
                  <a:lnTo>
                    <a:pt x="37" y="13077"/>
                  </a:lnTo>
                  <a:lnTo>
                    <a:pt x="0" y="11822"/>
                  </a:lnTo>
                  <a:lnTo>
                    <a:pt x="284" y="9309"/>
                  </a:lnTo>
                  <a:lnTo>
                    <a:pt x="733" y="6626"/>
                  </a:lnTo>
                  <a:lnTo>
                    <a:pt x="867" y="4346"/>
                  </a:lnTo>
                  <a:lnTo>
                    <a:pt x="957" y="2796"/>
                  </a:lnTo>
                  <a:lnTo>
                    <a:pt x="867" y="2116"/>
                  </a:lnTo>
                  <a:lnTo>
                    <a:pt x="821" y="1774"/>
                  </a:lnTo>
                  <a:lnTo>
                    <a:pt x="207" y="0"/>
                  </a:lnTo>
                  <a:lnTo>
                    <a:pt x="867" y="409"/>
                  </a:lnTo>
                  <a:lnTo>
                    <a:pt x="2398" y="1359"/>
                  </a:lnTo>
                  <a:lnTo>
                    <a:pt x="5521" y="3653"/>
                  </a:lnTo>
                  <a:lnTo>
                    <a:pt x="5584" y="4061"/>
                  </a:lnTo>
                  <a:lnTo>
                    <a:pt x="5603" y="4746"/>
                  </a:lnTo>
                  <a:lnTo>
                    <a:pt x="6146" y="4733"/>
                  </a:lnTo>
                  <a:lnTo>
                    <a:pt x="7048" y="391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7"/>
            <p:cNvSpPr/>
            <p:nvPr/>
          </p:nvSpPr>
          <p:spPr>
            <a:xfrm>
              <a:off x="3780427" y="3435674"/>
              <a:ext cx="910" cy="5850"/>
            </a:xfrm>
            <a:custGeom>
              <a:avLst/>
              <a:pathLst>
                <a:path w="910" h="5850">
                  <a:moveTo>
                    <a:pt x="542" y="5678"/>
                  </a:moveTo>
                  <a:lnTo>
                    <a:pt x="359" y="5850"/>
                  </a:lnTo>
                  <a:lnTo>
                    <a:pt x="0" y="3465"/>
                  </a:lnTo>
                  <a:lnTo>
                    <a:pt x="455" y="0"/>
                  </a:lnTo>
                  <a:lnTo>
                    <a:pt x="910" y="424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g1408"/>
            <p:cNvSpPr/>
            <p:nvPr/>
          </p:nvSpPr>
          <p:spPr>
            <a:xfrm>
              <a:off x="3774958" y="3408418"/>
              <a:ext cx="641" cy="4882"/>
            </a:xfrm>
            <a:custGeom>
              <a:avLst/>
              <a:pathLst>
                <a:path w="641" h="4882">
                  <a:moveTo>
                    <a:pt x="391" y="1320"/>
                  </a:moveTo>
                  <a:lnTo>
                    <a:pt x="641" y="4882"/>
                  </a:lnTo>
                  <a:lnTo>
                    <a:pt x="290" y="4155"/>
                  </a:lnTo>
                  <a:lnTo>
                    <a:pt x="0" y="2601"/>
                  </a:lnTo>
                  <a:lnTo>
                    <a:pt x="3" y="318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g1409"/>
            <p:cNvSpPr/>
            <p:nvPr/>
          </p:nvSpPr>
          <p:spPr>
            <a:xfrm>
              <a:off x="3770071" y="3394470"/>
              <a:ext cx="720" cy="5658"/>
            </a:xfrm>
            <a:custGeom>
              <a:avLst/>
              <a:pathLst>
                <a:path w="720" h="5658">
                  <a:moveTo>
                    <a:pt x="601" y="5159"/>
                  </a:moveTo>
                  <a:lnTo>
                    <a:pt x="486" y="5658"/>
                  </a:lnTo>
                  <a:lnTo>
                    <a:pt x="0" y="0"/>
                  </a:lnTo>
                  <a:lnTo>
                    <a:pt x="720" y="15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g1410"/>
            <p:cNvSpPr/>
            <p:nvPr/>
          </p:nvSpPr>
          <p:spPr>
            <a:xfrm>
              <a:off x="3767503" y="3392763"/>
              <a:ext cx="1659" cy="11531"/>
            </a:xfrm>
            <a:custGeom>
              <a:avLst/>
              <a:pathLst>
                <a:path w="1659" h="11531">
                  <a:moveTo>
                    <a:pt x="1411" y="7808"/>
                  </a:moveTo>
                  <a:lnTo>
                    <a:pt x="1308" y="9984"/>
                  </a:lnTo>
                  <a:lnTo>
                    <a:pt x="914" y="9954"/>
                  </a:lnTo>
                  <a:lnTo>
                    <a:pt x="512" y="11346"/>
                  </a:lnTo>
                  <a:lnTo>
                    <a:pt x="326" y="11531"/>
                  </a:lnTo>
                  <a:lnTo>
                    <a:pt x="0" y="7098"/>
                  </a:lnTo>
                  <a:lnTo>
                    <a:pt x="375" y="888"/>
                  </a:lnTo>
                  <a:lnTo>
                    <a:pt x="574" y="0"/>
                  </a:lnTo>
                  <a:lnTo>
                    <a:pt x="852" y="1644"/>
                  </a:lnTo>
                  <a:lnTo>
                    <a:pt x="1659" y="2383"/>
                  </a:lnTo>
                  <a:lnTo>
                    <a:pt x="1312" y="596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g1411"/>
            <p:cNvSpPr/>
            <p:nvPr/>
          </p:nvSpPr>
          <p:spPr>
            <a:xfrm>
              <a:off x="3767393" y="3364018"/>
              <a:ext cx="593" cy="2904"/>
            </a:xfrm>
            <a:custGeom>
              <a:avLst/>
              <a:pathLst>
                <a:path w="593" h="2904">
                  <a:moveTo>
                    <a:pt x="545" y="2589"/>
                  </a:moveTo>
                  <a:lnTo>
                    <a:pt x="0" y="2904"/>
                  </a:lnTo>
                  <a:lnTo>
                    <a:pt x="73" y="1291"/>
                  </a:lnTo>
                  <a:lnTo>
                    <a:pt x="219" y="272"/>
                  </a:lnTo>
                  <a:lnTo>
                    <a:pt x="484" y="0"/>
                  </a:lnTo>
                  <a:lnTo>
                    <a:pt x="593" y="17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2"/>
            <p:cNvSpPr/>
            <p:nvPr/>
          </p:nvSpPr>
          <p:spPr>
            <a:xfrm>
              <a:off x="3783548" y="3350812"/>
              <a:ext cx="1384" cy="4858"/>
            </a:xfrm>
            <a:custGeom>
              <a:avLst/>
              <a:pathLst>
                <a:path w="1384" h="4858">
                  <a:moveTo>
                    <a:pt x="1340" y="0"/>
                  </a:moveTo>
                  <a:lnTo>
                    <a:pt x="1384" y="1672"/>
                  </a:lnTo>
                  <a:lnTo>
                    <a:pt x="1177" y="3682"/>
                  </a:lnTo>
                  <a:lnTo>
                    <a:pt x="299" y="4858"/>
                  </a:lnTo>
                  <a:lnTo>
                    <a:pt x="0" y="3249"/>
                  </a:lnTo>
                  <a:lnTo>
                    <a:pt x="79" y="770"/>
                  </a:lnTo>
                  <a:lnTo>
                    <a:pt x="214" y="148"/>
                  </a:lnTo>
                  <a:lnTo>
                    <a:pt x="1074" y="27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g1413"/>
            <p:cNvSpPr/>
            <p:nvPr/>
          </p:nvSpPr>
          <p:spPr>
            <a:xfrm>
              <a:off x="3784049" y="3344680"/>
              <a:ext cx="872" cy="3356"/>
            </a:xfrm>
            <a:custGeom>
              <a:avLst/>
              <a:pathLst>
                <a:path w="872" h="3356">
                  <a:moveTo>
                    <a:pt x="872" y="2862"/>
                  </a:moveTo>
                  <a:lnTo>
                    <a:pt x="779" y="3356"/>
                  </a:lnTo>
                  <a:lnTo>
                    <a:pt x="406" y="2418"/>
                  </a:lnTo>
                  <a:lnTo>
                    <a:pt x="140" y="1357"/>
                  </a:lnTo>
                  <a:lnTo>
                    <a:pt x="0" y="0"/>
                  </a:lnTo>
                  <a:lnTo>
                    <a:pt x="577" y="56"/>
                  </a:lnTo>
                  <a:lnTo>
                    <a:pt x="861" y="131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g1414"/>
            <p:cNvSpPr/>
            <p:nvPr/>
          </p:nvSpPr>
          <p:spPr>
            <a:xfrm>
              <a:off x="3808559" y="3288591"/>
              <a:ext cx="707" cy="3532"/>
            </a:xfrm>
            <a:custGeom>
              <a:avLst/>
              <a:pathLst>
                <a:path w="707" h="3532">
                  <a:moveTo>
                    <a:pt x="707" y="448"/>
                  </a:moveTo>
                  <a:lnTo>
                    <a:pt x="549" y="3532"/>
                  </a:lnTo>
                  <a:lnTo>
                    <a:pt x="0" y="2268"/>
                  </a:lnTo>
                  <a:lnTo>
                    <a:pt x="131" y="706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g1415"/>
            <p:cNvSpPr/>
            <p:nvPr/>
          </p:nvSpPr>
          <p:spPr>
            <a:xfrm>
              <a:off x="3806064" y="3274994"/>
              <a:ext cx="1505" cy="5528"/>
            </a:xfrm>
            <a:custGeom>
              <a:avLst/>
              <a:pathLst>
                <a:path w="1505" h="5528">
                  <a:moveTo>
                    <a:pt x="1474" y="4820"/>
                  </a:moveTo>
                  <a:lnTo>
                    <a:pt x="1505" y="5528"/>
                  </a:lnTo>
                  <a:lnTo>
                    <a:pt x="1007" y="4990"/>
                  </a:lnTo>
                  <a:lnTo>
                    <a:pt x="832" y="5243"/>
                  </a:lnTo>
                  <a:lnTo>
                    <a:pt x="275" y="5054"/>
                  </a:lnTo>
                  <a:lnTo>
                    <a:pt x="0" y="960"/>
                  </a:lnTo>
                  <a:lnTo>
                    <a:pt x="39" y="0"/>
                  </a:lnTo>
                  <a:lnTo>
                    <a:pt x="437" y="301"/>
                  </a:lnTo>
                  <a:lnTo>
                    <a:pt x="1007" y="2334"/>
                  </a:lnTo>
                  <a:lnTo>
                    <a:pt x="1298" y="374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6"/>
            <p:cNvSpPr/>
            <p:nvPr/>
          </p:nvSpPr>
          <p:spPr>
            <a:xfrm>
              <a:off x="3758963" y="3030548"/>
              <a:ext cx="79477" cy="436960"/>
            </a:xfrm>
            <a:custGeom>
              <a:avLst/>
              <a:pathLst>
                <a:path w="79477" h="436960">
                  <a:moveTo>
                    <a:pt x="26423" y="3184"/>
                  </a:moveTo>
                  <a:lnTo>
                    <a:pt x="26351" y="4927"/>
                  </a:lnTo>
                  <a:lnTo>
                    <a:pt x="26589" y="5289"/>
                  </a:lnTo>
                  <a:lnTo>
                    <a:pt x="26920" y="4481"/>
                  </a:lnTo>
                  <a:lnTo>
                    <a:pt x="27342" y="2506"/>
                  </a:lnTo>
                  <a:lnTo>
                    <a:pt x="27803" y="1392"/>
                  </a:lnTo>
                  <a:lnTo>
                    <a:pt x="28303" y="1138"/>
                  </a:lnTo>
                  <a:lnTo>
                    <a:pt x="28833" y="2483"/>
                  </a:lnTo>
                  <a:lnTo>
                    <a:pt x="29394" y="5427"/>
                  </a:lnTo>
                  <a:lnTo>
                    <a:pt x="29972" y="7101"/>
                  </a:lnTo>
                  <a:lnTo>
                    <a:pt x="30240" y="7283"/>
                  </a:lnTo>
                  <a:lnTo>
                    <a:pt x="30437" y="8629"/>
                  </a:lnTo>
                  <a:lnTo>
                    <a:pt x="30467" y="9920"/>
                  </a:lnTo>
                  <a:lnTo>
                    <a:pt x="30192" y="12649"/>
                  </a:lnTo>
                  <a:lnTo>
                    <a:pt x="29728" y="15823"/>
                  </a:lnTo>
                  <a:lnTo>
                    <a:pt x="29069" y="19747"/>
                  </a:lnTo>
                  <a:lnTo>
                    <a:pt x="29285" y="23046"/>
                  </a:lnTo>
                  <a:lnTo>
                    <a:pt x="30183" y="25735"/>
                  </a:lnTo>
                  <a:lnTo>
                    <a:pt x="31259" y="27319"/>
                  </a:lnTo>
                  <a:lnTo>
                    <a:pt x="32398" y="26879"/>
                  </a:lnTo>
                  <a:lnTo>
                    <a:pt x="33002" y="26076"/>
                  </a:lnTo>
                  <a:lnTo>
                    <a:pt x="33496" y="24802"/>
                  </a:lnTo>
                  <a:lnTo>
                    <a:pt x="33956" y="24201"/>
                  </a:lnTo>
                  <a:lnTo>
                    <a:pt x="34537" y="24041"/>
                  </a:lnTo>
                  <a:lnTo>
                    <a:pt x="36346" y="24975"/>
                  </a:lnTo>
                  <a:lnTo>
                    <a:pt x="36897" y="25887"/>
                  </a:lnTo>
                  <a:lnTo>
                    <a:pt x="36982" y="27710"/>
                  </a:lnTo>
                  <a:lnTo>
                    <a:pt x="36759" y="32400"/>
                  </a:lnTo>
                  <a:lnTo>
                    <a:pt x="37037" y="35839"/>
                  </a:lnTo>
                  <a:lnTo>
                    <a:pt x="37550" y="39462"/>
                  </a:lnTo>
                  <a:lnTo>
                    <a:pt x="37612" y="42765"/>
                  </a:lnTo>
                  <a:lnTo>
                    <a:pt x="36979" y="48213"/>
                  </a:lnTo>
                  <a:lnTo>
                    <a:pt x="36451" y="53368"/>
                  </a:lnTo>
                  <a:lnTo>
                    <a:pt x="35882" y="55873"/>
                  </a:lnTo>
                  <a:lnTo>
                    <a:pt x="35441" y="57485"/>
                  </a:lnTo>
                  <a:lnTo>
                    <a:pt x="35311" y="58578"/>
                  </a:lnTo>
                  <a:lnTo>
                    <a:pt x="35346" y="59611"/>
                  </a:lnTo>
                  <a:lnTo>
                    <a:pt x="35751" y="61162"/>
                  </a:lnTo>
                  <a:lnTo>
                    <a:pt x="36181" y="63162"/>
                  </a:lnTo>
                  <a:lnTo>
                    <a:pt x="36289" y="65074"/>
                  </a:lnTo>
                  <a:lnTo>
                    <a:pt x="36243" y="67424"/>
                  </a:lnTo>
                  <a:lnTo>
                    <a:pt x="35948" y="70647"/>
                  </a:lnTo>
                  <a:lnTo>
                    <a:pt x="34850" y="77632"/>
                  </a:lnTo>
                  <a:lnTo>
                    <a:pt x="33980" y="83934"/>
                  </a:lnTo>
                  <a:lnTo>
                    <a:pt x="34435" y="85198"/>
                  </a:lnTo>
                  <a:lnTo>
                    <a:pt x="35299" y="86119"/>
                  </a:lnTo>
                  <a:lnTo>
                    <a:pt x="35870" y="87018"/>
                  </a:lnTo>
                  <a:lnTo>
                    <a:pt x="36469" y="86442"/>
                  </a:lnTo>
                  <a:lnTo>
                    <a:pt x="37741" y="82720"/>
                  </a:lnTo>
                  <a:lnTo>
                    <a:pt x="38836" y="79949"/>
                  </a:lnTo>
                  <a:lnTo>
                    <a:pt x="40196" y="77183"/>
                  </a:lnTo>
                  <a:lnTo>
                    <a:pt x="40278" y="76942"/>
                  </a:lnTo>
                  <a:lnTo>
                    <a:pt x="41469" y="74907"/>
                  </a:lnTo>
                  <a:lnTo>
                    <a:pt x="42013" y="73037"/>
                  </a:lnTo>
                  <a:lnTo>
                    <a:pt x="42308" y="70652"/>
                  </a:lnTo>
                  <a:lnTo>
                    <a:pt x="42730" y="69728"/>
                  </a:lnTo>
                  <a:lnTo>
                    <a:pt x="43276" y="70266"/>
                  </a:lnTo>
                  <a:lnTo>
                    <a:pt x="43968" y="69231"/>
                  </a:lnTo>
                  <a:lnTo>
                    <a:pt x="44805" y="66620"/>
                  </a:lnTo>
                  <a:lnTo>
                    <a:pt x="45448" y="65414"/>
                  </a:lnTo>
                  <a:lnTo>
                    <a:pt x="45898" y="65615"/>
                  </a:lnTo>
                  <a:lnTo>
                    <a:pt x="46700" y="67237"/>
                  </a:lnTo>
                  <a:lnTo>
                    <a:pt x="47856" y="70281"/>
                  </a:lnTo>
                  <a:lnTo>
                    <a:pt x="48884" y="72093"/>
                  </a:lnTo>
                  <a:lnTo>
                    <a:pt x="49785" y="72670"/>
                  </a:lnTo>
                  <a:lnTo>
                    <a:pt x="50224" y="73803"/>
                  </a:lnTo>
                  <a:lnTo>
                    <a:pt x="50204" y="75491"/>
                  </a:lnTo>
                  <a:lnTo>
                    <a:pt x="50403" y="76563"/>
                  </a:lnTo>
                  <a:lnTo>
                    <a:pt x="50824" y="77017"/>
                  </a:lnTo>
                  <a:lnTo>
                    <a:pt x="51011" y="76836"/>
                  </a:lnTo>
                  <a:lnTo>
                    <a:pt x="50964" y="76019"/>
                  </a:lnTo>
                  <a:lnTo>
                    <a:pt x="51372" y="74823"/>
                  </a:lnTo>
                  <a:lnTo>
                    <a:pt x="52235" y="73247"/>
                  </a:lnTo>
                  <a:lnTo>
                    <a:pt x="53112" y="72321"/>
                  </a:lnTo>
                  <a:lnTo>
                    <a:pt x="54004" y="72045"/>
                  </a:lnTo>
                  <a:lnTo>
                    <a:pt x="54581" y="70796"/>
                  </a:lnTo>
                  <a:lnTo>
                    <a:pt x="54964" y="67554"/>
                  </a:lnTo>
                  <a:lnTo>
                    <a:pt x="55515" y="65087"/>
                  </a:lnTo>
                  <a:lnTo>
                    <a:pt x="56007" y="63971"/>
                  </a:lnTo>
                  <a:lnTo>
                    <a:pt x="56617" y="63410"/>
                  </a:lnTo>
                  <a:lnTo>
                    <a:pt x="56775" y="62627"/>
                  </a:lnTo>
                  <a:lnTo>
                    <a:pt x="56480" y="61622"/>
                  </a:lnTo>
                  <a:lnTo>
                    <a:pt x="56507" y="60602"/>
                  </a:lnTo>
                  <a:lnTo>
                    <a:pt x="56858" y="59571"/>
                  </a:lnTo>
                  <a:lnTo>
                    <a:pt x="57615" y="59129"/>
                  </a:lnTo>
                  <a:lnTo>
                    <a:pt x="58778" y="59282"/>
                  </a:lnTo>
                  <a:lnTo>
                    <a:pt x="60140" y="60334"/>
                  </a:lnTo>
                  <a:lnTo>
                    <a:pt x="61703" y="62286"/>
                  </a:lnTo>
                  <a:lnTo>
                    <a:pt x="62728" y="62912"/>
                  </a:lnTo>
                  <a:lnTo>
                    <a:pt x="63216" y="62213"/>
                  </a:lnTo>
                  <a:lnTo>
                    <a:pt x="64169" y="65235"/>
                  </a:lnTo>
                  <a:lnTo>
                    <a:pt x="65586" y="71982"/>
                  </a:lnTo>
                  <a:lnTo>
                    <a:pt x="66802" y="77081"/>
                  </a:lnTo>
                  <a:lnTo>
                    <a:pt x="67816" y="80534"/>
                  </a:lnTo>
                  <a:lnTo>
                    <a:pt x="68885" y="83184"/>
                  </a:lnTo>
                  <a:lnTo>
                    <a:pt x="70006" y="85032"/>
                  </a:lnTo>
                  <a:lnTo>
                    <a:pt x="70811" y="87546"/>
                  </a:lnTo>
                  <a:lnTo>
                    <a:pt x="71545" y="92314"/>
                  </a:lnTo>
                  <a:lnTo>
                    <a:pt x="70997" y="98908"/>
                  </a:lnTo>
                  <a:lnTo>
                    <a:pt x="70849" y="104604"/>
                  </a:lnTo>
                  <a:lnTo>
                    <a:pt x="70916" y="111602"/>
                  </a:lnTo>
                  <a:lnTo>
                    <a:pt x="71577" y="116965"/>
                  </a:lnTo>
                  <a:lnTo>
                    <a:pt x="72832" y="120692"/>
                  </a:lnTo>
                  <a:lnTo>
                    <a:pt x="73562" y="123704"/>
                  </a:lnTo>
                  <a:lnTo>
                    <a:pt x="73768" y="126001"/>
                  </a:lnTo>
                  <a:lnTo>
                    <a:pt x="74744" y="127972"/>
                  </a:lnTo>
                  <a:lnTo>
                    <a:pt x="76493" y="129617"/>
                  </a:lnTo>
                  <a:lnTo>
                    <a:pt x="77220" y="131107"/>
                  </a:lnTo>
                  <a:lnTo>
                    <a:pt x="76925" y="132445"/>
                  </a:lnTo>
                  <a:lnTo>
                    <a:pt x="76902" y="133996"/>
                  </a:lnTo>
                  <a:lnTo>
                    <a:pt x="77149" y="135763"/>
                  </a:lnTo>
                  <a:lnTo>
                    <a:pt x="77756" y="137225"/>
                  </a:lnTo>
                  <a:lnTo>
                    <a:pt x="78721" y="138382"/>
                  </a:lnTo>
                  <a:lnTo>
                    <a:pt x="79294" y="139603"/>
                  </a:lnTo>
                  <a:lnTo>
                    <a:pt x="79477" y="140886"/>
                  </a:lnTo>
                  <a:lnTo>
                    <a:pt x="79456" y="142972"/>
                  </a:lnTo>
                  <a:lnTo>
                    <a:pt x="79232" y="145858"/>
                  </a:lnTo>
                  <a:lnTo>
                    <a:pt x="78830" y="148075"/>
                  </a:lnTo>
                  <a:lnTo>
                    <a:pt x="78248" y="149622"/>
                  </a:lnTo>
                  <a:lnTo>
                    <a:pt x="78177" y="150841"/>
                  </a:lnTo>
                  <a:lnTo>
                    <a:pt x="78029" y="152704"/>
                  </a:lnTo>
                  <a:lnTo>
                    <a:pt x="78029" y="156516"/>
                  </a:lnTo>
                  <a:lnTo>
                    <a:pt x="78442" y="159056"/>
                  </a:lnTo>
                  <a:lnTo>
                    <a:pt x="78570" y="162281"/>
                  </a:lnTo>
                  <a:lnTo>
                    <a:pt x="78342" y="164916"/>
                  </a:lnTo>
                  <a:lnTo>
                    <a:pt x="78123" y="170296"/>
                  </a:lnTo>
                  <a:lnTo>
                    <a:pt x="78096" y="172381"/>
                  </a:lnTo>
                  <a:lnTo>
                    <a:pt x="77886" y="174170"/>
                  </a:lnTo>
                  <a:lnTo>
                    <a:pt x="77377" y="175899"/>
                  </a:lnTo>
                  <a:lnTo>
                    <a:pt x="76604" y="177522"/>
                  </a:lnTo>
                  <a:lnTo>
                    <a:pt x="75656" y="178965"/>
                  </a:lnTo>
                  <a:lnTo>
                    <a:pt x="75076" y="179604"/>
                  </a:lnTo>
                  <a:lnTo>
                    <a:pt x="74940" y="179904"/>
                  </a:lnTo>
                  <a:lnTo>
                    <a:pt x="74525" y="181533"/>
                  </a:lnTo>
                  <a:lnTo>
                    <a:pt x="74027" y="183114"/>
                  </a:lnTo>
                  <a:lnTo>
                    <a:pt x="73638" y="183116"/>
                  </a:lnTo>
                  <a:lnTo>
                    <a:pt x="73347" y="182316"/>
                  </a:lnTo>
                  <a:lnTo>
                    <a:pt x="73145" y="181282"/>
                  </a:lnTo>
                  <a:lnTo>
                    <a:pt x="73023" y="179017"/>
                  </a:lnTo>
                  <a:lnTo>
                    <a:pt x="72149" y="177897"/>
                  </a:lnTo>
                  <a:lnTo>
                    <a:pt x="71189" y="177193"/>
                  </a:lnTo>
                  <a:lnTo>
                    <a:pt x="69236" y="178310"/>
                  </a:lnTo>
                  <a:lnTo>
                    <a:pt x="67658" y="178914"/>
                  </a:lnTo>
                  <a:lnTo>
                    <a:pt x="65890" y="178148"/>
                  </a:lnTo>
                  <a:lnTo>
                    <a:pt x="64222" y="179116"/>
                  </a:lnTo>
                  <a:lnTo>
                    <a:pt x="63526" y="179259"/>
                  </a:lnTo>
                  <a:lnTo>
                    <a:pt x="62726" y="179115"/>
                  </a:lnTo>
                  <a:lnTo>
                    <a:pt x="61954" y="179133"/>
                  </a:lnTo>
                  <a:lnTo>
                    <a:pt x="61219" y="178778"/>
                  </a:lnTo>
                  <a:lnTo>
                    <a:pt x="59859" y="177392"/>
                  </a:lnTo>
                  <a:lnTo>
                    <a:pt x="59339" y="177500"/>
                  </a:lnTo>
                  <a:lnTo>
                    <a:pt x="58244" y="178647"/>
                  </a:lnTo>
                  <a:lnTo>
                    <a:pt x="57100" y="179454"/>
                  </a:lnTo>
                  <a:lnTo>
                    <a:pt x="56004" y="180006"/>
                  </a:lnTo>
                  <a:lnTo>
                    <a:pt x="54385" y="182373"/>
                  </a:lnTo>
                  <a:lnTo>
                    <a:pt x="53215" y="185795"/>
                  </a:lnTo>
                  <a:lnTo>
                    <a:pt x="52868" y="188213"/>
                  </a:lnTo>
                  <a:lnTo>
                    <a:pt x="52287" y="190649"/>
                  </a:lnTo>
                  <a:lnTo>
                    <a:pt x="51480" y="194507"/>
                  </a:lnTo>
                  <a:lnTo>
                    <a:pt x="50437" y="198199"/>
                  </a:lnTo>
                  <a:lnTo>
                    <a:pt x="49710" y="199883"/>
                  </a:lnTo>
                  <a:lnTo>
                    <a:pt x="49910" y="200875"/>
                  </a:lnTo>
                  <a:lnTo>
                    <a:pt x="49731" y="202077"/>
                  </a:lnTo>
                  <a:lnTo>
                    <a:pt x="48593" y="202612"/>
                  </a:lnTo>
                  <a:lnTo>
                    <a:pt x="47706" y="202827"/>
                  </a:lnTo>
                  <a:lnTo>
                    <a:pt x="47547" y="203428"/>
                  </a:lnTo>
                  <a:lnTo>
                    <a:pt x="47653" y="210867"/>
                  </a:lnTo>
                  <a:lnTo>
                    <a:pt x="47963" y="213682"/>
                  </a:lnTo>
                  <a:lnTo>
                    <a:pt x="48536" y="217080"/>
                  </a:lnTo>
                  <a:lnTo>
                    <a:pt x="48912" y="218939"/>
                  </a:lnTo>
                  <a:lnTo>
                    <a:pt x="49191" y="224457"/>
                  </a:lnTo>
                  <a:lnTo>
                    <a:pt x="49276" y="229136"/>
                  </a:lnTo>
                  <a:lnTo>
                    <a:pt x="50527" y="232092"/>
                  </a:lnTo>
                  <a:lnTo>
                    <a:pt x="51235" y="234350"/>
                  </a:lnTo>
                  <a:lnTo>
                    <a:pt x="51738" y="236337"/>
                  </a:lnTo>
                  <a:lnTo>
                    <a:pt x="51562" y="237604"/>
                  </a:lnTo>
                  <a:lnTo>
                    <a:pt x="51263" y="241378"/>
                  </a:lnTo>
                  <a:lnTo>
                    <a:pt x="51555" y="246280"/>
                  </a:lnTo>
                  <a:lnTo>
                    <a:pt x="53299" y="256850"/>
                  </a:lnTo>
                  <a:lnTo>
                    <a:pt x="53451" y="257600"/>
                  </a:lnTo>
                  <a:lnTo>
                    <a:pt x="53244" y="257684"/>
                  </a:lnTo>
                  <a:lnTo>
                    <a:pt x="52969" y="255648"/>
                  </a:lnTo>
                  <a:lnTo>
                    <a:pt x="52083" y="252224"/>
                  </a:lnTo>
                  <a:lnTo>
                    <a:pt x="51808" y="248565"/>
                  </a:lnTo>
                  <a:lnTo>
                    <a:pt x="50769" y="244535"/>
                  </a:lnTo>
                  <a:lnTo>
                    <a:pt x="50185" y="242934"/>
                  </a:lnTo>
                  <a:lnTo>
                    <a:pt x="49999" y="244270"/>
                  </a:lnTo>
                  <a:lnTo>
                    <a:pt x="49667" y="245705"/>
                  </a:lnTo>
                  <a:lnTo>
                    <a:pt x="48646" y="243636"/>
                  </a:lnTo>
                  <a:lnTo>
                    <a:pt x="47772" y="241469"/>
                  </a:lnTo>
                  <a:lnTo>
                    <a:pt x="46964" y="237281"/>
                  </a:lnTo>
                  <a:lnTo>
                    <a:pt x="46861" y="238253"/>
                  </a:lnTo>
                  <a:lnTo>
                    <a:pt x="46680" y="239133"/>
                  </a:lnTo>
                  <a:lnTo>
                    <a:pt x="45763" y="235842"/>
                  </a:lnTo>
                  <a:lnTo>
                    <a:pt x="44803" y="233216"/>
                  </a:lnTo>
                  <a:lnTo>
                    <a:pt x="43940" y="232277"/>
                  </a:lnTo>
                  <a:lnTo>
                    <a:pt x="43407" y="231403"/>
                  </a:lnTo>
                  <a:lnTo>
                    <a:pt x="42894" y="230010"/>
                  </a:lnTo>
                  <a:lnTo>
                    <a:pt x="41816" y="228563"/>
                  </a:lnTo>
                  <a:lnTo>
                    <a:pt x="39137" y="230644"/>
                  </a:lnTo>
                  <a:lnTo>
                    <a:pt x="35727" y="229028"/>
                  </a:lnTo>
                  <a:lnTo>
                    <a:pt x="34414" y="230576"/>
                  </a:lnTo>
                  <a:lnTo>
                    <a:pt x="33876" y="229613"/>
                  </a:lnTo>
                  <a:lnTo>
                    <a:pt x="33545" y="227820"/>
                  </a:lnTo>
                  <a:lnTo>
                    <a:pt x="33863" y="224757"/>
                  </a:lnTo>
                  <a:lnTo>
                    <a:pt x="33936" y="218352"/>
                  </a:lnTo>
                  <a:lnTo>
                    <a:pt x="34341" y="213851"/>
                  </a:lnTo>
                  <a:lnTo>
                    <a:pt x="34151" y="210430"/>
                  </a:lnTo>
                  <a:lnTo>
                    <a:pt x="34350" y="208818"/>
                  </a:lnTo>
                  <a:lnTo>
                    <a:pt x="34501" y="206619"/>
                  </a:lnTo>
                  <a:lnTo>
                    <a:pt x="33961" y="205720"/>
                  </a:lnTo>
                  <a:lnTo>
                    <a:pt x="31553" y="203980"/>
                  </a:lnTo>
                  <a:lnTo>
                    <a:pt x="31042" y="202595"/>
                  </a:lnTo>
                  <a:lnTo>
                    <a:pt x="30403" y="204182"/>
                  </a:lnTo>
                  <a:lnTo>
                    <a:pt x="27511" y="205068"/>
                  </a:lnTo>
                  <a:lnTo>
                    <a:pt x="26422" y="206396"/>
                  </a:lnTo>
                  <a:lnTo>
                    <a:pt x="25414" y="208948"/>
                  </a:lnTo>
                  <a:lnTo>
                    <a:pt x="25155" y="212190"/>
                  </a:lnTo>
                  <a:lnTo>
                    <a:pt x="25737" y="214324"/>
                  </a:lnTo>
                  <a:lnTo>
                    <a:pt x="26110" y="218035"/>
                  </a:lnTo>
                  <a:lnTo>
                    <a:pt x="25073" y="226136"/>
                  </a:lnTo>
                  <a:lnTo>
                    <a:pt x="24899" y="228543"/>
                  </a:lnTo>
                  <a:lnTo>
                    <a:pt x="25300" y="238451"/>
                  </a:lnTo>
                  <a:lnTo>
                    <a:pt x="25141" y="243886"/>
                  </a:lnTo>
                  <a:lnTo>
                    <a:pt x="24575" y="247530"/>
                  </a:lnTo>
                  <a:lnTo>
                    <a:pt x="23680" y="250806"/>
                  </a:lnTo>
                  <a:lnTo>
                    <a:pt x="23311" y="256356"/>
                  </a:lnTo>
                  <a:lnTo>
                    <a:pt x="22607" y="258927"/>
                  </a:lnTo>
                  <a:lnTo>
                    <a:pt x="21663" y="264804"/>
                  </a:lnTo>
                  <a:lnTo>
                    <a:pt x="21028" y="272123"/>
                  </a:lnTo>
                  <a:lnTo>
                    <a:pt x="20577" y="275510"/>
                  </a:lnTo>
                  <a:lnTo>
                    <a:pt x="20313" y="281746"/>
                  </a:lnTo>
                  <a:lnTo>
                    <a:pt x="18370" y="291213"/>
                  </a:lnTo>
                  <a:lnTo>
                    <a:pt x="17913" y="296562"/>
                  </a:lnTo>
                  <a:lnTo>
                    <a:pt x="17219" y="298580"/>
                  </a:lnTo>
                  <a:lnTo>
                    <a:pt x="17462" y="300175"/>
                  </a:lnTo>
                  <a:lnTo>
                    <a:pt x="17503" y="302847"/>
                  </a:lnTo>
                  <a:lnTo>
                    <a:pt x="17260" y="309976"/>
                  </a:lnTo>
                  <a:lnTo>
                    <a:pt x="17177" y="315890"/>
                  </a:lnTo>
                  <a:lnTo>
                    <a:pt x="17471" y="319048"/>
                  </a:lnTo>
                  <a:lnTo>
                    <a:pt x="18404" y="325329"/>
                  </a:lnTo>
                  <a:lnTo>
                    <a:pt x="18180" y="327150"/>
                  </a:lnTo>
                  <a:lnTo>
                    <a:pt x="18073" y="329743"/>
                  </a:lnTo>
                  <a:lnTo>
                    <a:pt x="18857" y="330919"/>
                  </a:lnTo>
                  <a:lnTo>
                    <a:pt x="19418" y="331265"/>
                  </a:lnTo>
                  <a:lnTo>
                    <a:pt x="22591" y="328295"/>
                  </a:lnTo>
                  <a:lnTo>
                    <a:pt x="23665" y="329059"/>
                  </a:lnTo>
                  <a:lnTo>
                    <a:pt x="24068" y="331829"/>
                  </a:lnTo>
                  <a:lnTo>
                    <a:pt x="24329" y="334244"/>
                  </a:lnTo>
                  <a:lnTo>
                    <a:pt x="24867" y="347295"/>
                  </a:lnTo>
                  <a:lnTo>
                    <a:pt x="25145" y="349719"/>
                  </a:lnTo>
                  <a:lnTo>
                    <a:pt x="25786" y="352026"/>
                  </a:lnTo>
                  <a:lnTo>
                    <a:pt x="26489" y="354480"/>
                  </a:lnTo>
                  <a:lnTo>
                    <a:pt x="26727" y="354040"/>
                  </a:lnTo>
                  <a:lnTo>
                    <a:pt x="26773" y="353129"/>
                  </a:lnTo>
                  <a:lnTo>
                    <a:pt x="26817" y="352106"/>
                  </a:lnTo>
                  <a:lnTo>
                    <a:pt x="27444" y="354579"/>
                  </a:lnTo>
                  <a:lnTo>
                    <a:pt x="27932" y="359195"/>
                  </a:lnTo>
                  <a:lnTo>
                    <a:pt x="29606" y="383609"/>
                  </a:lnTo>
                  <a:lnTo>
                    <a:pt x="30088" y="386711"/>
                  </a:lnTo>
                  <a:lnTo>
                    <a:pt x="30487" y="389973"/>
                  </a:lnTo>
                  <a:lnTo>
                    <a:pt x="29470" y="388382"/>
                  </a:lnTo>
                  <a:lnTo>
                    <a:pt x="29194" y="382958"/>
                  </a:lnTo>
                  <a:lnTo>
                    <a:pt x="28902" y="380677"/>
                  </a:lnTo>
                  <a:lnTo>
                    <a:pt x="28543" y="380341"/>
                  </a:lnTo>
                  <a:lnTo>
                    <a:pt x="27974" y="380381"/>
                  </a:lnTo>
                  <a:lnTo>
                    <a:pt x="27937" y="379412"/>
                  </a:lnTo>
                  <a:lnTo>
                    <a:pt x="28364" y="377643"/>
                  </a:lnTo>
                  <a:lnTo>
                    <a:pt x="28297" y="375522"/>
                  </a:lnTo>
                  <a:lnTo>
                    <a:pt x="27713" y="373780"/>
                  </a:lnTo>
                  <a:lnTo>
                    <a:pt x="26767" y="375163"/>
                  </a:lnTo>
                  <a:lnTo>
                    <a:pt x="26791" y="378970"/>
                  </a:lnTo>
                  <a:lnTo>
                    <a:pt x="27215" y="381888"/>
                  </a:lnTo>
                  <a:lnTo>
                    <a:pt x="28816" y="388401"/>
                  </a:lnTo>
                  <a:lnTo>
                    <a:pt x="29317" y="391128"/>
                  </a:lnTo>
                  <a:lnTo>
                    <a:pt x="29954" y="391910"/>
                  </a:lnTo>
                  <a:lnTo>
                    <a:pt x="30882" y="391478"/>
                  </a:lnTo>
                  <a:lnTo>
                    <a:pt x="31991" y="394256"/>
                  </a:lnTo>
                  <a:lnTo>
                    <a:pt x="32865" y="396835"/>
                  </a:lnTo>
                  <a:lnTo>
                    <a:pt x="35031" y="400787"/>
                  </a:lnTo>
                  <a:lnTo>
                    <a:pt x="36344" y="400367"/>
                  </a:lnTo>
                  <a:lnTo>
                    <a:pt x="37762" y="399388"/>
                  </a:lnTo>
                  <a:lnTo>
                    <a:pt x="38713" y="399646"/>
                  </a:lnTo>
                  <a:lnTo>
                    <a:pt x="39646" y="400659"/>
                  </a:lnTo>
                  <a:lnTo>
                    <a:pt x="40765" y="403949"/>
                  </a:lnTo>
                  <a:lnTo>
                    <a:pt x="42543" y="412203"/>
                  </a:lnTo>
                  <a:lnTo>
                    <a:pt x="45445" y="419069"/>
                  </a:lnTo>
                  <a:lnTo>
                    <a:pt x="45130" y="420770"/>
                  </a:lnTo>
                  <a:lnTo>
                    <a:pt x="45003" y="423370"/>
                  </a:lnTo>
                  <a:lnTo>
                    <a:pt x="43859" y="426837"/>
                  </a:lnTo>
                  <a:lnTo>
                    <a:pt x="43677" y="428846"/>
                  </a:lnTo>
                  <a:lnTo>
                    <a:pt x="43258" y="431390"/>
                  </a:lnTo>
                  <a:lnTo>
                    <a:pt x="42461" y="432747"/>
                  </a:lnTo>
                  <a:lnTo>
                    <a:pt x="41777" y="433006"/>
                  </a:lnTo>
                  <a:lnTo>
                    <a:pt x="41381" y="432763"/>
                  </a:lnTo>
                  <a:lnTo>
                    <a:pt x="41108" y="432255"/>
                  </a:lnTo>
                  <a:lnTo>
                    <a:pt x="40641" y="429857"/>
                  </a:lnTo>
                  <a:lnTo>
                    <a:pt x="40404" y="429123"/>
                  </a:lnTo>
                  <a:lnTo>
                    <a:pt x="40205" y="428953"/>
                  </a:lnTo>
                  <a:lnTo>
                    <a:pt x="38745" y="430610"/>
                  </a:lnTo>
                  <a:lnTo>
                    <a:pt x="37330" y="432452"/>
                  </a:lnTo>
                  <a:lnTo>
                    <a:pt x="37068" y="434096"/>
                  </a:lnTo>
                  <a:lnTo>
                    <a:pt x="36692" y="436015"/>
                  </a:lnTo>
                  <a:lnTo>
                    <a:pt x="36279" y="436774"/>
                  </a:lnTo>
                  <a:lnTo>
                    <a:pt x="35955" y="436960"/>
                  </a:lnTo>
                  <a:lnTo>
                    <a:pt x="35645" y="435833"/>
                  </a:lnTo>
                  <a:lnTo>
                    <a:pt x="35102" y="434368"/>
                  </a:lnTo>
                  <a:lnTo>
                    <a:pt x="34683" y="432993"/>
                  </a:lnTo>
                  <a:lnTo>
                    <a:pt x="34790" y="430772"/>
                  </a:lnTo>
                  <a:lnTo>
                    <a:pt x="35586" y="427513"/>
                  </a:lnTo>
                  <a:lnTo>
                    <a:pt x="35691" y="425232"/>
                  </a:lnTo>
                  <a:lnTo>
                    <a:pt x="35590" y="421320"/>
                  </a:lnTo>
                  <a:lnTo>
                    <a:pt x="35374" y="419059"/>
                  </a:lnTo>
                  <a:lnTo>
                    <a:pt x="35142" y="418978"/>
                  </a:lnTo>
                  <a:lnTo>
                    <a:pt x="34751" y="418613"/>
                  </a:lnTo>
                  <a:lnTo>
                    <a:pt x="33647" y="418976"/>
                  </a:lnTo>
                  <a:lnTo>
                    <a:pt x="33095" y="416427"/>
                  </a:lnTo>
                  <a:lnTo>
                    <a:pt x="32877" y="413634"/>
                  </a:lnTo>
                  <a:lnTo>
                    <a:pt x="32499" y="412633"/>
                  </a:lnTo>
                  <a:lnTo>
                    <a:pt x="32126" y="412024"/>
                  </a:lnTo>
                  <a:lnTo>
                    <a:pt x="31297" y="412989"/>
                  </a:lnTo>
                  <a:lnTo>
                    <a:pt x="30667" y="412412"/>
                  </a:lnTo>
                  <a:lnTo>
                    <a:pt x="28566" y="409978"/>
                  </a:lnTo>
                  <a:lnTo>
                    <a:pt x="27759" y="406054"/>
                  </a:lnTo>
                  <a:lnTo>
                    <a:pt x="27328" y="405938"/>
                  </a:lnTo>
                  <a:lnTo>
                    <a:pt x="26945" y="406375"/>
                  </a:lnTo>
                  <a:lnTo>
                    <a:pt x="26796" y="407268"/>
                  </a:lnTo>
                  <a:lnTo>
                    <a:pt x="26572" y="411787"/>
                  </a:lnTo>
                  <a:lnTo>
                    <a:pt x="26391" y="413167"/>
                  </a:lnTo>
                  <a:lnTo>
                    <a:pt x="23983" y="404068"/>
                  </a:lnTo>
                  <a:lnTo>
                    <a:pt x="22323" y="400323"/>
                  </a:lnTo>
                  <a:lnTo>
                    <a:pt x="22557" y="393540"/>
                  </a:lnTo>
                  <a:lnTo>
                    <a:pt x="22052" y="392220"/>
                  </a:lnTo>
                  <a:lnTo>
                    <a:pt x="21424" y="392088"/>
                  </a:lnTo>
                  <a:lnTo>
                    <a:pt x="20949" y="390213"/>
                  </a:lnTo>
                  <a:lnTo>
                    <a:pt x="21371" y="386170"/>
                  </a:lnTo>
                  <a:lnTo>
                    <a:pt x="20719" y="386942"/>
                  </a:lnTo>
                  <a:lnTo>
                    <a:pt x="19816" y="386798"/>
                  </a:lnTo>
                  <a:lnTo>
                    <a:pt x="19079" y="385679"/>
                  </a:lnTo>
                  <a:lnTo>
                    <a:pt x="18520" y="380091"/>
                  </a:lnTo>
                  <a:lnTo>
                    <a:pt x="18167" y="378386"/>
                  </a:lnTo>
                  <a:lnTo>
                    <a:pt x="17395" y="375460"/>
                  </a:lnTo>
                  <a:lnTo>
                    <a:pt x="16378" y="375460"/>
                  </a:lnTo>
                  <a:lnTo>
                    <a:pt x="16042" y="374055"/>
                  </a:lnTo>
                  <a:lnTo>
                    <a:pt x="16123" y="370443"/>
                  </a:lnTo>
                  <a:lnTo>
                    <a:pt x="15381" y="368229"/>
                  </a:lnTo>
                  <a:lnTo>
                    <a:pt x="14406" y="366422"/>
                  </a:lnTo>
                  <a:lnTo>
                    <a:pt x="13600" y="365362"/>
                  </a:lnTo>
                  <a:lnTo>
                    <a:pt x="12782" y="359543"/>
                  </a:lnTo>
                  <a:lnTo>
                    <a:pt x="12136" y="358116"/>
                  </a:lnTo>
                  <a:lnTo>
                    <a:pt x="11587" y="356956"/>
                  </a:lnTo>
                  <a:lnTo>
                    <a:pt x="10823" y="357738"/>
                  </a:lnTo>
                  <a:lnTo>
                    <a:pt x="10576" y="359833"/>
                  </a:lnTo>
                  <a:lnTo>
                    <a:pt x="10066" y="361863"/>
                  </a:lnTo>
                  <a:lnTo>
                    <a:pt x="9486" y="361604"/>
                  </a:lnTo>
                  <a:lnTo>
                    <a:pt x="8955" y="360444"/>
                  </a:lnTo>
                  <a:lnTo>
                    <a:pt x="8308" y="354627"/>
                  </a:lnTo>
                  <a:lnTo>
                    <a:pt x="8200" y="351065"/>
                  </a:lnTo>
                  <a:lnTo>
                    <a:pt x="8343" y="344439"/>
                  </a:lnTo>
                  <a:lnTo>
                    <a:pt x="9152" y="338498"/>
                  </a:lnTo>
                  <a:lnTo>
                    <a:pt x="9589" y="328995"/>
                  </a:lnTo>
                  <a:lnTo>
                    <a:pt x="10279" y="323018"/>
                  </a:lnTo>
                  <a:lnTo>
                    <a:pt x="10758" y="320990"/>
                  </a:lnTo>
                  <a:lnTo>
                    <a:pt x="11420" y="312833"/>
                  </a:lnTo>
                  <a:lnTo>
                    <a:pt x="12772" y="302405"/>
                  </a:lnTo>
                  <a:lnTo>
                    <a:pt x="12925" y="300170"/>
                  </a:lnTo>
                  <a:lnTo>
                    <a:pt x="13199" y="297664"/>
                  </a:lnTo>
                  <a:lnTo>
                    <a:pt x="13405" y="295299"/>
                  </a:lnTo>
                  <a:lnTo>
                    <a:pt x="13473" y="291571"/>
                  </a:lnTo>
                  <a:lnTo>
                    <a:pt x="13298" y="289605"/>
                  </a:lnTo>
                  <a:lnTo>
                    <a:pt x="13298" y="288501"/>
                  </a:lnTo>
                  <a:lnTo>
                    <a:pt x="13583" y="287097"/>
                  </a:lnTo>
                  <a:lnTo>
                    <a:pt x="14547" y="284737"/>
                  </a:lnTo>
                  <a:lnTo>
                    <a:pt x="15876" y="280847"/>
                  </a:lnTo>
                  <a:lnTo>
                    <a:pt x="17460" y="275371"/>
                  </a:lnTo>
                  <a:lnTo>
                    <a:pt x="19081" y="266974"/>
                  </a:lnTo>
                  <a:lnTo>
                    <a:pt x="19888" y="262100"/>
                  </a:lnTo>
                  <a:lnTo>
                    <a:pt x="20227" y="260383"/>
                  </a:lnTo>
                  <a:lnTo>
                    <a:pt x="20585" y="259846"/>
                  </a:lnTo>
                  <a:lnTo>
                    <a:pt x="21139" y="258177"/>
                  </a:lnTo>
                  <a:lnTo>
                    <a:pt x="21520" y="256330"/>
                  </a:lnTo>
                  <a:lnTo>
                    <a:pt x="21542" y="255398"/>
                  </a:lnTo>
                  <a:lnTo>
                    <a:pt x="20660" y="246284"/>
                  </a:lnTo>
                  <a:lnTo>
                    <a:pt x="20082" y="243312"/>
                  </a:lnTo>
                  <a:lnTo>
                    <a:pt x="19789" y="239801"/>
                  </a:lnTo>
                  <a:lnTo>
                    <a:pt x="19634" y="237266"/>
                  </a:lnTo>
                  <a:lnTo>
                    <a:pt x="19422" y="234937"/>
                  </a:lnTo>
                  <a:lnTo>
                    <a:pt x="19526" y="232743"/>
                  </a:lnTo>
                  <a:lnTo>
                    <a:pt x="19208" y="231374"/>
                  </a:lnTo>
                  <a:lnTo>
                    <a:pt x="18491" y="229641"/>
                  </a:lnTo>
                  <a:lnTo>
                    <a:pt x="17745" y="227074"/>
                  </a:lnTo>
                  <a:lnTo>
                    <a:pt x="17300" y="222873"/>
                  </a:lnTo>
                  <a:lnTo>
                    <a:pt x="17300" y="220527"/>
                  </a:lnTo>
                  <a:lnTo>
                    <a:pt x="16823" y="218475"/>
                  </a:lnTo>
                  <a:lnTo>
                    <a:pt x="16665" y="216325"/>
                  </a:lnTo>
                  <a:lnTo>
                    <a:pt x="16950" y="214272"/>
                  </a:lnTo>
                  <a:lnTo>
                    <a:pt x="17326" y="212497"/>
                  </a:lnTo>
                  <a:lnTo>
                    <a:pt x="17283" y="204700"/>
                  </a:lnTo>
                  <a:lnTo>
                    <a:pt x="17132" y="202370"/>
                  </a:lnTo>
                  <a:lnTo>
                    <a:pt x="16947" y="198206"/>
                  </a:lnTo>
                  <a:lnTo>
                    <a:pt x="16461" y="195072"/>
                  </a:lnTo>
                  <a:lnTo>
                    <a:pt x="15773" y="191396"/>
                  </a:lnTo>
                  <a:lnTo>
                    <a:pt x="14994" y="188362"/>
                  </a:lnTo>
                  <a:lnTo>
                    <a:pt x="12952" y="182869"/>
                  </a:lnTo>
                  <a:lnTo>
                    <a:pt x="11498" y="179200"/>
                  </a:lnTo>
                  <a:lnTo>
                    <a:pt x="10777" y="175861"/>
                  </a:lnTo>
                  <a:lnTo>
                    <a:pt x="9866" y="172017"/>
                  </a:lnTo>
                  <a:lnTo>
                    <a:pt x="9211" y="169254"/>
                  </a:lnTo>
                  <a:lnTo>
                    <a:pt x="8383" y="165760"/>
                  </a:lnTo>
                  <a:lnTo>
                    <a:pt x="7962" y="160997"/>
                  </a:lnTo>
                  <a:lnTo>
                    <a:pt x="7729" y="155930"/>
                  </a:lnTo>
                  <a:lnTo>
                    <a:pt x="7855" y="154255"/>
                  </a:lnTo>
                  <a:lnTo>
                    <a:pt x="8251" y="153154"/>
                  </a:lnTo>
                  <a:lnTo>
                    <a:pt x="8769" y="152261"/>
                  </a:lnTo>
                  <a:lnTo>
                    <a:pt x="9185" y="152054"/>
                  </a:lnTo>
                  <a:lnTo>
                    <a:pt x="10365" y="149726"/>
                  </a:lnTo>
                  <a:lnTo>
                    <a:pt x="11184" y="149923"/>
                  </a:lnTo>
                  <a:lnTo>
                    <a:pt x="11373" y="149421"/>
                  </a:lnTo>
                  <a:lnTo>
                    <a:pt x="11452" y="148361"/>
                  </a:lnTo>
                  <a:lnTo>
                    <a:pt x="11349" y="143745"/>
                  </a:lnTo>
                  <a:lnTo>
                    <a:pt x="11385" y="137574"/>
                  </a:lnTo>
                  <a:lnTo>
                    <a:pt x="11537" y="132550"/>
                  </a:lnTo>
                  <a:lnTo>
                    <a:pt x="11713" y="129239"/>
                  </a:lnTo>
                  <a:lnTo>
                    <a:pt x="13882" y="125394"/>
                  </a:lnTo>
                  <a:lnTo>
                    <a:pt x="14339" y="123732"/>
                  </a:lnTo>
                  <a:lnTo>
                    <a:pt x="14560" y="121928"/>
                  </a:lnTo>
                  <a:lnTo>
                    <a:pt x="14558" y="120338"/>
                  </a:lnTo>
                  <a:lnTo>
                    <a:pt x="14376" y="119089"/>
                  </a:lnTo>
                  <a:lnTo>
                    <a:pt x="14050" y="118398"/>
                  </a:lnTo>
                  <a:lnTo>
                    <a:pt x="12645" y="121712"/>
                  </a:lnTo>
                  <a:lnTo>
                    <a:pt x="12371" y="120973"/>
                  </a:lnTo>
                  <a:lnTo>
                    <a:pt x="11726" y="115525"/>
                  </a:lnTo>
                  <a:lnTo>
                    <a:pt x="11448" y="113866"/>
                  </a:lnTo>
                  <a:lnTo>
                    <a:pt x="11048" y="111879"/>
                  </a:lnTo>
                  <a:lnTo>
                    <a:pt x="10615" y="109100"/>
                  </a:lnTo>
                  <a:lnTo>
                    <a:pt x="10548" y="104290"/>
                  </a:lnTo>
                  <a:lnTo>
                    <a:pt x="10237" y="101906"/>
                  </a:lnTo>
                  <a:lnTo>
                    <a:pt x="8485" y="96825"/>
                  </a:lnTo>
                  <a:lnTo>
                    <a:pt x="7697" y="94099"/>
                  </a:lnTo>
                  <a:lnTo>
                    <a:pt x="6625" y="90157"/>
                  </a:lnTo>
                  <a:lnTo>
                    <a:pt x="5339" y="85429"/>
                  </a:lnTo>
                  <a:lnTo>
                    <a:pt x="4028" y="81057"/>
                  </a:lnTo>
                  <a:lnTo>
                    <a:pt x="3414" y="78263"/>
                  </a:lnTo>
                  <a:lnTo>
                    <a:pt x="3196" y="77634"/>
                  </a:lnTo>
                  <a:lnTo>
                    <a:pt x="3120" y="76557"/>
                  </a:lnTo>
                  <a:lnTo>
                    <a:pt x="3518" y="73550"/>
                  </a:lnTo>
                  <a:lnTo>
                    <a:pt x="3324" y="70533"/>
                  </a:lnTo>
                  <a:lnTo>
                    <a:pt x="2669" y="66505"/>
                  </a:lnTo>
                  <a:lnTo>
                    <a:pt x="2389" y="64015"/>
                  </a:lnTo>
                  <a:lnTo>
                    <a:pt x="2483" y="63060"/>
                  </a:lnTo>
                  <a:lnTo>
                    <a:pt x="2166" y="62686"/>
                  </a:lnTo>
                  <a:lnTo>
                    <a:pt x="1441" y="62895"/>
                  </a:lnTo>
                  <a:lnTo>
                    <a:pt x="738" y="61011"/>
                  </a:lnTo>
                  <a:lnTo>
                    <a:pt x="64" y="57033"/>
                  </a:lnTo>
                  <a:lnTo>
                    <a:pt x="0" y="56333"/>
                  </a:lnTo>
                  <a:lnTo>
                    <a:pt x="222" y="56346"/>
                  </a:lnTo>
                  <a:lnTo>
                    <a:pt x="1067" y="57034"/>
                  </a:lnTo>
                  <a:lnTo>
                    <a:pt x="1357" y="56930"/>
                  </a:lnTo>
                  <a:lnTo>
                    <a:pt x="1955" y="56016"/>
                  </a:lnTo>
                  <a:lnTo>
                    <a:pt x="2861" y="55055"/>
                  </a:lnTo>
                  <a:lnTo>
                    <a:pt x="3401" y="54736"/>
                  </a:lnTo>
                  <a:lnTo>
                    <a:pt x="3576" y="54258"/>
                  </a:lnTo>
                  <a:lnTo>
                    <a:pt x="3653" y="53295"/>
                  </a:lnTo>
                  <a:lnTo>
                    <a:pt x="3192" y="44105"/>
                  </a:lnTo>
                  <a:lnTo>
                    <a:pt x="3270" y="42193"/>
                  </a:lnTo>
                  <a:lnTo>
                    <a:pt x="4133" y="38234"/>
                  </a:lnTo>
                  <a:lnTo>
                    <a:pt x="4034" y="34233"/>
                  </a:lnTo>
                  <a:lnTo>
                    <a:pt x="4257" y="28498"/>
                  </a:lnTo>
                  <a:lnTo>
                    <a:pt x="5215" y="24571"/>
                  </a:lnTo>
                  <a:lnTo>
                    <a:pt x="5934" y="22773"/>
                  </a:lnTo>
                  <a:lnTo>
                    <a:pt x="6163" y="19942"/>
                  </a:lnTo>
                  <a:lnTo>
                    <a:pt x="6490" y="19345"/>
                  </a:lnTo>
                  <a:lnTo>
                    <a:pt x="7086" y="19568"/>
                  </a:lnTo>
                  <a:lnTo>
                    <a:pt x="8317" y="21681"/>
                  </a:lnTo>
                  <a:lnTo>
                    <a:pt x="8841" y="21782"/>
                  </a:lnTo>
                  <a:lnTo>
                    <a:pt x="9588" y="21726"/>
                  </a:lnTo>
                  <a:lnTo>
                    <a:pt x="10392" y="21570"/>
                  </a:lnTo>
                  <a:lnTo>
                    <a:pt x="10766" y="21366"/>
                  </a:lnTo>
                  <a:lnTo>
                    <a:pt x="13331" y="19304"/>
                  </a:lnTo>
                  <a:lnTo>
                    <a:pt x="13897" y="19087"/>
                  </a:lnTo>
                  <a:lnTo>
                    <a:pt x="14438" y="19349"/>
                  </a:lnTo>
                  <a:lnTo>
                    <a:pt x="14831" y="19251"/>
                  </a:lnTo>
                  <a:lnTo>
                    <a:pt x="15228" y="18305"/>
                  </a:lnTo>
                  <a:lnTo>
                    <a:pt x="15511" y="16637"/>
                  </a:lnTo>
                  <a:lnTo>
                    <a:pt x="15831" y="11305"/>
                  </a:lnTo>
                  <a:lnTo>
                    <a:pt x="16014" y="10365"/>
                  </a:lnTo>
                  <a:lnTo>
                    <a:pt x="16346" y="9604"/>
                  </a:lnTo>
                  <a:lnTo>
                    <a:pt x="16889" y="9095"/>
                  </a:lnTo>
                  <a:lnTo>
                    <a:pt x="17525" y="9138"/>
                  </a:lnTo>
                  <a:lnTo>
                    <a:pt x="18359" y="10164"/>
                  </a:lnTo>
                  <a:lnTo>
                    <a:pt x="18880" y="10209"/>
                  </a:lnTo>
                  <a:lnTo>
                    <a:pt x="19470" y="9779"/>
                  </a:lnTo>
                  <a:lnTo>
                    <a:pt x="19973" y="9045"/>
                  </a:lnTo>
                  <a:lnTo>
                    <a:pt x="20304" y="8112"/>
                  </a:lnTo>
                  <a:lnTo>
                    <a:pt x="20455" y="6993"/>
                  </a:lnTo>
                  <a:lnTo>
                    <a:pt x="20319" y="4839"/>
                  </a:lnTo>
                  <a:lnTo>
                    <a:pt x="19939" y="2138"/>
                  </a:lnTo>
                  <a:lnTo>
                    <a:pt x="20044" y="1813"/>
                  </a:lnTo>
                  <a:lnTo>
                    <a:pt x="20743" y="2410"/>
                  </a:lnTo>
                  <a:lnTo>
                    <a:pt x="21772" y="3071"/>
                  </a:lnTo>
                  <a:lnTo>
                    <a:pt x="22555" y="2924"/>
                  </a:lnTo>
                  <a:lnTo>
                    <a:pt x="23067" y="2455"/>
                  </a:lnTo>
                  <a:lnTo>
                    <a:pt x="23565" y="1180"/>
                  </a:lnTo>
                  <a:lnTo>
                    <a:pt x="24191" y="0"/>
                  </a:lnTo>
                  <a:lnTo>
                    <a:pt x="24806" y="265"/>
                  </a:lnTo>
                  <a:lnTo>
                    <a:pt x="25280" y="13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g1417"/>
            <p:cNvSpPr/>
            <p:nvPr/>
          </p:nvSpPr>
          <p:spPr>
            <a:xfrm>
              <a:off x="3500441" y="2455574"/>
              <a:ext cx="2103" cy="2835"/>
            </a:xfrm>
            <a:custGeom>
              <a:avLst/>
              <a:pathLst>
                <a:path w="2103" h="2835">
                  <a:moveTo>
                    <a:pt x="2103" y="1696"/>
                  </a:moveTo>
                  <a:lnTo>
                    <a:pt x="1243" y="2835"/>
                  </a:lnTo>
                  <a:lnTo>
                    <a:pt x="737" y="2712"/>
                  </a:lnTo>
                  <a:lnTo>
                    <a:pt x="344" y="1611"/>
                  </a:lnTo>
                  <a:lnTo>
                    <a:pt x="61" y="581"/>
                  </a:lnTo>
                  <a:lnTo>
                    <a:pt x="0" y="0"/>
                  </a:lnTo>
                  <a:lnTo>
                    <a:pt x="143" y="8"/>
                  </a:lnTo>
                  <a:lnTo>
                    <a:pt x="810" y="476"/>
                  </a:lnTo>
                  <a:lnTo>
                    <a:pt x="1743" y="805"/>
                  </a:lnTo>
                  <a:lnTo>
                    <a:pt x="2071" y="108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g1418"/>
            <p:cNvSpPr/>
            <p:nvPr/>
          </p:nvSpPr>
          <p:spPr>
            <a:xfrm>
              <a:off x="3501087" y="2421826"/>
              <a:ext cx="985" cy="2670"/>
            </a:xfrm>
            <a:custGeom>
              <a:avLst/>
              <a:pathLst>
                <a:path w="985" h="2670">
                  <a:moveTo>
                    <a:pt x="985" y="2605"/>
                  </a:moveTo>
                  <a:lnTo>
                    <a:pt x="699" y="2670"/>
                  </a:lnTo>
                  <a:lnTo>
                    <a:pt x="180" y="1269"/>
                  </a:lnTo>
                  <a:lnTo>
                    <a:pt x="0" y="292"/>
                  </a:lnTo>
                  <a:lnTo>
                    <a:pt x="212" y="0"/>
                  </a:lnTo>
                  <a:lnTo>
                    <a:pt x="657" y="683"/>
                  </a:lnTo>
                  <a:lnTo>
                    <a:pt x="953" y="189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g1419"/>
            <p:cNvSpPr/>
            <p:nvPr/>
          </p:nvSpPr>
          <p:spPr>
            <a:xfrm>
              <a:off x="3470319" y="2421522"/>
              <a:ext cx="74689" cy="128570"/>
            </a:xfrm>
            <a:custGeom>
              <a:avLst/>
              <a:pathLst>
                <a:path w="74689" h="128570">
                  <a:moveTo>
                    <a:pt x="34689" y="23528"/>
                  </a:moveTo>
                  <a:lnTo>
                    <a:pt x="34718" y="24066"/>
                  </a:lnTo>
                  <a:lnTo>
                    <a:pt x="34578" y="25043"/>
                  </a:lnTo>
                  <a:lnTo>
                    <a:pt x="32580" y="26710"/>
                  </a:lnTo>
                  <a:lnTo>
                    <a:pt x="31674" y="28120"/>
                  </a:lnTo>
                  <a:lnTo>
                    <a:pt x="31480" y="30616"/>
                  </a:lnTo>
                  <a:lnTo>
                    <a:pt x="31240" y="31339"/>
                  </a:lnTo>
                  <a:lnTo>
                    <a:pt x="30833" y="31931"/>
                  </a:lnTo>
                  <a:lnTo>
                    <a:pt x="30432" y="32066"/>
                  </a:lnTo>
                  <a:lnTo>
                    <a:pt x="29819" y="29132"/>
                  </a:lnTo>
                  <a:lnTo>
                    <a:pt x="29122" y="28521"/>
                  </a:lnTo>
                  <a:lnTo>
                    <a:pt x="28118" y="27488"/>
                  </a:lnTo>
                  <a:lnTo>
                    <a:pt x="26167" y="25481"/>
                  </a:lnTo>
                  <a:lnTo>
                    <a:pt x="25160" y="24610"/>
                  </a:lnTo>
                  <a:lnTo>
                    <a:pt x="23223" y="25917"/>
                  </a:lnTo>
                  <a:lnTo>
                    <a:pt x="20964" y="27710"/>
                  </a:lnTo>
                  <a:lnTo>
                    <a:pt x="20612" y="28803"/>
                  </a:lnTo>
                  <a:lnTo>
                    <a:pt x="20372" y="29973"/>
                  </a:lnTo>
                  <a:lnTo>
                    <a:pt x="20394" y="30863"/>
                  </a:lnTo>
                  <a:lnTo>
                    <a:pt x="20556" y="32050"/>
                  </a:lnTo>
                  <a:lnTo>
                    <a:pt x="20444" y="32958"/>
                  </a:lnTo>
                  <a:lnTo>
                    <a:pt x="20018" y="33252"/>
                  </a:lnTo>
                  <a:lnTo>
                    <a:pt x="19379" y="32150"/>
                  </a:lnTo>
                  <a:lnTo>
                    <a:pt x="18819" y="31515"/>
                  </a:lnTo>
                  <a:lnTo>
                    <a:pt x="18546" y="33016"/>
                  </a:lnTo>
                  <a:lnTo>
                    <a:pt x="18218" y="35695"/>
                  </a:lnTo>
                  <a:lnTo>
                    <a:pt x="18068" y="37646"/>
                  </a:lnTo>
                  <a:lnTo>
                    <a:pt x="18560" y="40459"/>
                  </a:lnTo>
                  <a:lnTo>
                    <a:pt x="18727" y="44627"/>
                  </a:lnTo>
                  <a:lnTo>
                    <a:pt x="19630" y="44401"/>
                  </a:lnTo>
                  <a:lnTo>
                    <a:pt x="20320" y="44413"/>
                  </a:lnTo>
                  <a:lnTo>
                    <a:pt x="21623" y="43180"/>
                  </a:lnTo>
                  <a:lnTo>
                    <a:pt x="22278" y="43147"/>
                  </a:lnTo>
                  <a:lnTo>
                    <a:pt x="23288" y="43684"/>
                  </a:lnTo>
                  <a:lnTo>
                    <a:pt x="25056" y="43792"/>
                  </a:lnTo>
                  <a:lnTo>
                    <a:pt x="26457" y="43570"/>
                  </a:lnTo>
                  <a:lnTo>
                    <a:pt x="26795" y="43659"/>
                  </a:lnTo>
                  <a:lnTo>
                    <a:pt x="27124" y="42873"/>
                  </a:lnTo>
                  <a:lnTo>
                    <a:pt x="27491" y="43144"/>
                  </a:lnTo>
                  <a:lnTo>
                    <a:pt x="27833" y="44101"/>
                  </a:lnTo>
                  <a:lnTo>
                    <a:pt x="29249" y="42941"/>
                  </a:lnTo>
                  <a:lnTo>
                    <a:pt x="30298" y="42779"/>
                  </a:lnTo>
                  <a:lnTo>
                    <a:pt x="30940" y="43118"/>
                  </a:lnTo>
                  <a:lnTo>
                    <a:pt x="31323" y="43457"/>
                  </a:lnTo>
                  <a:lnTo>
                    <a:pt x="32003" y="46209"/>
                  </a:lnTo>
                  <a:lnTo>
                    <a:pt x="32527" y="47923"/>
                  </a:lnTo>
                  <a:lnTo>
                    <a:pt x="33164" y="48471"/>
                  </a:lnTo>
                  <a:lnTo>
                    <a:pt x="35140" y="47965"/>
                  </a:lnTo>
                  <a:lnTo>
                    <a:pt x="35718" y="45555"/>
                  </a:lnTo>
                  <a:lnTo>
                    <a:pt x="36228" y="44959"/>
                  </a:lnTo>
                  <a:lnTo>
                    <a:pt x="37042" y="44775"/>
                  </a:lnTo>
                  <a:lnTo>
                    <a:pt x="37716" y="44317"/>
                  </a:lnTo>
                  <a:lnTo>
                    <a:pt x="38251" y="43330"/>
                  </a:lnTo>
                  <a:lnTo>
                    <a:pt x="38980" y="42469"/>
                  </a:lnTo>
                  <a:lnTo>
                    <a:pt x="39615" y="42297"/>
                  </a:lnTo>
                  <a:lnTo>
                    <a:pt x="39929" y="42932"/>
                  </a:lnTo>
                  <a:lnTo>
                    <a:pt x="40067" y="43769"/>
                  </a:lnTo>
                  <a:lnTo>
                    <a:pt x="39956" y="44855"/>
                  </a:lnTo>
                  <a:lnTo>
                    <a:pt x="39932" y="45987"/>
                  </a:lnTo>
                  <a:lnTo>
                    <a:pt x="40345" y="46747"/>
                  </a:lnTo>
                  <a:lnTo>
                    <a:pt x="41560" y="46924"/>
                  </a:lnTo>
                  <a:lnTo>
                    <a:pt x="42132" y="47636"/>
                  </a:lnTo>
                  <a:lnTo>
                    <a:pt x="42163" y="48973"/>
                  </a:lnTo>
                  <a:lnTo>
                    <a:pt x="42070" y="51075"/>
                  </a:lnTo>
                  <a:lnTo>
                    <a:pt x="42579" y="51921"/>
                  </a:lnTo>
                  <a:lnTo>
                    <a:pt x="42841" y="51992"/>
                  </a:lnTo>
                  <a:lnTo>
                    <a:pt x="44620" y="49765"/>
                  </a:lnTo>
                  <a:lnTo>
                    <a:pt x="45118" y="49729"/>
                  </a:lnTo>
                  <a:lnTo>
                    <a:pt x="45516" y="50956"/>
                  </a:lnTo>
                  <a:lnTo>
                    <a:pt x="46123" y="52430"/>
                  </a:lnTo>
                  <a:lnTo>
                    <a:pt x="46918" y="54003"/>
                  </a:lnTo>
                  <a:lnTo>
                    <a:pt x="47108" y="53762"/>
                  </a:lnTo>
                  <a:lnTo>
                    <a:pt x="47468" y="52046"/>
                  </a:lnTo>
                  <a:lnTo>
                    <a:pt x="48146" y="50181"/>
                  </a:lnTo>
                  <a:lnTo>
                    <a:pt x="49420" y="49575"/>
                  </a:lnTo>
                  <a:lnTo>
                    <a:pt x="50123" y="48989"/>
                  </a:lnTo>
                  <a:lnTo>
                    <a:pt x="50859" y="48729"/>
                  </a:lnTo>
                  <a:lnTo>
                    <a:pt x="53094" y="49485"/>
                  </a:lnTo>
                  <a:lnTo>
                    <a:pt x="53834" y="49584"/>
                  </a:lnTo>
                  <a:lnTo>
                    <a:pt x="55371" y="49441"/>
                  </a:lnTo>
                  <a:lnTo>
                    <a:pt x="56579" y="49067"/>
                  </a:lnTo>
                  <a:lnTo>
                    <a:pt x="57552" y="47950"/>
                  </a:lnTo>
                  <a:lnTo>
                    <a:pt x="58045" y="47053"/>
                  </a:lnTo>
                  <a:lnTo>
                    <a:pt x="58843" y="46525"/>
                  </a:lnTo>
                  <a:lnTo>
                    <a:pt x="59854" y="46613"/>
                  </a:lnTo>
                  <a:lnTo>
                    <a:pt x="60393" y="46871"/>
                  </a:lnTo>
                  <a:lnTo>
                    <a:pt x="60438" y="48413"/>
                  </a:lnTo>
                  <a:lnTo>
                    <a:pt x="60311" y="51334"/>
                  </a:lnTo>
                  <a:lnTo>
                    <a:pt x="60159" y="53362"/>
                  </a:lnTo>
                  <a:lnTo>
                    <a:pt x="60958" y="57046"/>
                  </a:lnTo>
                  <a:lnTo>
                    <a:pt x="61471" y="58819"/>
                  </a:lnTo>
                  <a:lnTo>
                    <a:pt x="61969" y="60071"/>
                  </a:lnTo>
                  <a:lnTo>
                    <a:pt x="62062" y="61061"/>
                  </a:lnTo>
                  <a:lnTo>
                    <a:pt x="61959" y="61869"/>
                  </a:lnTo>
                  <a:lnTo>
                    <a:pt x="61338" y="62656"/>
                  </a:lnTo>
                  <a:lnTo>
                    <a:pt x="61116" y="63497"/>
                  </a:lnTo>
                  <a:lnTo>
                    <a:pt x="61013" y="64440"/>
                  </a:lnTo>
                  <a:lnTo>
                    <a:pt x="61212" y="65536"/>
                  </a:lnTo>
                  <a:lnTo>
                    <a:pt x="61570" y="69031"/>
                  </a:lnTo>
                  <a:lnTo>
                    <a:pt x="62027" y="71751"/>
                  </a:lnTo>
                  <a:lnTo>
                    <a:pt x="62676" y="73051"/>
                  </a:lnTo>
                  <a:lnTo>
                    <a:pt x="63646" y="73914"/>
                  </a:lnTo>
                  <a:lnTo>
                    <a:pt x="64180" y="73732"/>
                  </a:lnTo>
                  <a:lnTo>
                    <a:pt x="64562" y="71704"/>
                  </a:lnTo>
                  <a:lnTo>
                    <a:pt x="65197" y="70147"/>
                  </a:lnTo>
                  <a:lnTo>
                    <a:pt x="65735" y="70255"/>
                  </a:lnTo>
                  <a:lnTo>
                    <a:pt x="66601" y="70189"/>
                  </a:lnTo>
                  <a:lnTo>
                    <a:pt x="68876" y="71955"/>
                  </a:lnTo>
                  <a:lnTo>
                    <a:pt x="71096" y="74614"/>
                  </a:lnTo>
                  <a:lnTo>
                    <a:pt x="71743" y="76082"/>
                  </a:lnTo>
                  <a:lnTo>
                    <a:pt x="71971" y="77737"/>
                  </a:lnTo>
                  <a:lnTo>
                    <a:pt x="71357" y="81565"/>
                  </a:lnTo>
                  <a:lnTo>
                    <a:pt x="71386" y="84014"/>
                  </a:lnTo>
                  <a:lnTo>
                    <a:pt x="71526" y="86622"/>
                  </a:lnTo>
                  <a:lnTo>
                    <a:pt x="72033" y="88559"/>
                  </a:lnTo>
                  <a:lnTo>
                    <a:pt x="72498" y="91877"/>
                  </a:lnTo>
                  <a:lnTo>
                    <a:pt x="72589" y="94627"/>
                  </a:lnTo>
                  <a:lnTo>
                    <a:pt x="72791" y="95447"/>
                  </a:lnTo>
                  <a:lnTo>
                    <a:pt x="72954" y="96406"/>
                  </a:lnTo>
                  <a:lnTo>
                    <a:pt x="72705" y="98924"/>
                  </a:lnTo>
                  <a:lnTo>
                    <a:pt x="72531" y="101462"/>
                  </a:lnTo>
                  <a:lnTo>
                    <a:pt x="72739" y="102307"/>
                  </a:lnTo>
                  <a:lnTo>
                    <a:pt x="73417" y="103561"/>
                  </a:lnTo>
                  <a:lnTo>
                    <a:pt x="74485" y="105898"/>
                  </a:lnTo>
                  <a:lnTo>
                    <a:pt x="74689" y="107836"/>
                  </a:lnTo>
                  <a:lnTo>
                    <a:pt x="74307" y="109067"/>
                  </a:lnTo>
                  <a:lnTo>
                    <a:pt x="73629" y="110559"/>
                  </a:lnTo>
                  <a:lnTo>
                    <a:pt x="72761" y="111846"/>
                  </a:lnTo>
                  <a:lnTo>
                    <a:pt x="72503" y="112388"/>
                  </a:lnTo>
                  <a:lnTo>
                    <a:pt x="72350" y="112082"/>
                  </a:lnTo>
                  <a:lnTo>
                    <a:pt x="71918" y="110784"/>
                  </a:lnTo>
                  <a:lnTo>
                    <a:pt x="70958" y="108683"/>
                  </a:lnTo>
                  <a:lnTo>
                    <a:pt x="70273" y="107576"/>
                  </a:lnTo>
                  <a:lnTo>
                    <a:pt x="68974" y="107934"/>
                  </a:lnTo>
                  <a:lnTo>
                    <a:pt x="68211" y="107543"/>
                  </a:lnTo>
                  <a:lnTo>
                    <a:pt x="67290" y="106859"/>
                  </a:lnTo>
                  <a:lnTo>
                    <a:pt x="66430" y="106957"/>
                  </a:lnTo>
                  <a:lnTo>
                    <a:pt x="65891" y="108227"/>
                  </a:lnTo>
                  <a:lnTo>
                    <a:pt x="65540" y="109498"/>
                  </a:lnTo>
                  <a:lnTo>
                    <a:pt x="64681" y="109889"/>
                  </a:lnTo>
                  <a:lnTo>
                    <a:pt x="63442" y="110866"/>
                  </a:lnTo>
                  <a:lnTo>
                    <a:pt x="61527" y="112384"/>
                  </a:lnTo>
                  <a:lnTo>
                    <a:pt x="60603" y="112160"/>
                  </a:lnTo>
                  <a:lnTo>
                    <a:pt x="60353" y="111504"/>
                  </a:lnTo>
                  <a:lnTo>
                    <a:pt x="60558" y="110628"/>
                  </a:lnTo>
                  <a:lnTo>
                    <a:pt x="61216" y="109498"/>
                  </a:lnTo>
                  <a:lnTo>
                    <a:pt x="61375" y="108129"/>
                  </a:lnTo>
                  <a:lnTo>
                    <a:pt x="61248" y="106859"/>
                  </a:lnTo>
                  <a:lnTo>
                    <a:pt x="60638" y="106513"/>
                  </a:lnTo>
                  <a:lnTo>
                    <a:pt x="60402" y="106314"/>
                  </a:lnTo>
                  <a:lnTo>
                    <a:pt x="60134" y="106053"/>
                  </a:lnTo>
                  <a:lnTo>
                    <a:pt x="58948" y="105295"/>
                  </a:lnTo>
                  <a:lnTo>
                    <a:pt x="58002" y="105574"/>
                  </a:lnTo>
                  <a:lnTo>
                    <a:pt x="56350" y="107162"/>
                  </a:lnTo>
                  <a:lnTo>
                    <a:pt x="53316" y="111328"/>
                  </a:lnTo>
                  <a:lnTo>
                    <a:pt x="51985" y="114130"/>
                  </a:lnTo>
                  <a:lnTo>
                    <a:pt x="51027" y="118375"/>
                  </a:lnTo>
                  <a:lnTo>
                    <a:pt x="48156" y="119738"/>
                  </a:lnTo>
                  <a:lnTo>
                    <a:pt x="46183" y="122172"/>
                  </a:lnTo>
                  <a:lnTo>
                    <a:pt x="44149" y="126134"/>
                  </a:lnTo>
                  <a:lnTo>
                    <a:pt x="42804" y="128267"/>
                  </a:lnTo>
                  <a:lnTo>
                    <a:pt x="42148" y="128570"/>
                  </a:lnTo>
                  <a:lnTo>
                    <a:pt x="41492" y="128189"/>
                  </a:lnTo>
                  <a:lnTo>
                    <a:pt x="40837" y="127125"/>
                  </a:lnTo>
                  <a:lnTo>
                    <a:pt x="40197" y="123810"/>
                  </a:lnTo>
                  <a:lnTo>
                    <a:pt x="39630" y="118787"/>
                  </a:lnTo>
                  <a:lnTo>
                    <a:pt x="39255" y="115464"/>
                  </a:lnTo>
                  <a:lnTo>
                    <a:pt x="39465" y="111201"/>
                  </a:lnTo>
                  <a:lnTo>
                    <a:pt x="39705" y="106349"/>
                  </a:lnTo>
                  <a:lnTo>
                    <a:pt x="39949" y="101417"/>
                  </a:lnTo>
                  <a:lnTo>
                    <a:pt x="40344" y="95722"/>
                  </a:lnTo>
                  <a:lnTo>
                    <a:pt x="40673" y="93695"/>
                  </a:lnTo>
                  <a:lnTo>
                    <a:pt x="40690" y="92340"/>
                  </a:lnTo>
                  <a:lnTo>
                    <a:pt x="40399" y="91659"/>
                  </a:lnTo>
                  <a:lnTo>
                    <a:pt x="39783" y="91697"/>
                  </a:lnTo>
                  <a:lnTo>
                    <a:pt x="38839" y="92453"/>
                  </a:lnTo>
                  <a:lnTo>
                    <a:pt x="38169" y="92584"/>
                  </a:lnTo>
                  <a:lnTo>
                    <a:pt x="37771" y="92095"/>
                  </a:lnTo>
                  <a:lnTo>
                    <a:pt x="37812" y="89450"/>
                  </a:lnTo>
                  <a:lnTo>
                    <a:pt x="38292" y="84653"/>
                  </a:lnTo>
                  <a:lnTo>
                    <a:pt x="37553" y="80613"/>
                  </a:lnTo>
                  <a:lnTo>
                    <a:pt x="35594" y="77336"/>
                  </a:lnTo>
                  <a:lnTo>
                    <a:pt x="33929" y="76198"/>
                  </a:lnTo>
                  <a:lnTo>
                    <a:pt x="32555" y="77198"/>
                  </a:lnTo>
                  <a:lnTo>
                    <a:pt x="31400" y="79802"/>
                  </a:lnTo>
                  <a:lnTo>
                    <a:pt x="30465" y="84011"/>
                  </a:lnTo>
                  <a:lnTo>
                    <a:pt x="29496" y="87455"/>
                  </a:lnTo>
                  <a:lnTo>
                    <a:pt x="28491" y="90133"/>
                  </a:lnTo>
                  <a:lnTo>
                    <a:pt x="27775" y="91421"/>
                  </a:lnTo>
                  <a:lnTo>
                    <a:pt x="27543" y="91918"/>
                  </a:lnTo>
                  <a:lnTo>
                    <a:pt x="27397" y="93052"/>
                  </a:lnTo>
                  <a:lnTo>
                    <a:pt x="27931" y="96617"/>
                  </a:lnTo>
                  <a:lnTo>
                    <a:pt x="27897" y="99608"/>
                  </a:lnTo>
                  <a:lnTo>
                    <a:pt x="27293" y="102022"/>
                  </a:lnTo>
                  <a:lnTo>
                    <a:pt x="26631" y="103173"/>
                  </a:lnTo>
                  <a:lnTo>
                    <a:pt x="25909" y="103063"/>
                  </a:lnTo>
                  <a:lnTo>
                    <a:pt x="25335" y="102503"/>
                  </a:lnTo>
                  <a:lnTo>
                    <a:pt x="24909" y="101495"/>
                  </a:lnTo>
                  <a:lnTo>
                    <a:pt x="23758" y="101221"/>
                  </a:lnTo>
                  <a:lnTo>
                    <a:pt x="21882" y="101680"/>
                  </a:lnTo>
                  <a:lnTo>
                    <a:pt x="20597" y="102890"/>
                  </a:lnTo>
                  <a:lnTo>
                    <a:pt x="19905" y="104851"/>
                  </a:lnTo>
                  <a:lnTo>
                    <a:pt x="19704" y="107434"/>
                  </a:lnTo>
                  <a:lnTo>
                    <a:pt x="19997" y="110638"/>
                  </a:lnTo>
                  <a:lnTo>
                    <a:pt x="19850" y="113094"/>
                  </a:lnTo>
                  <a:lnTo>
                    <a:pt x="19267" y="114799"/>
                  </a:lnTo>
                  <a:lnTo>
                    <a:pt x="18787" y="115777"/>
                  </a:lnTo>
                  <a:lnTo>
                    <a:pt x="18412" y="116030"/>
                  </a:lnTo>
                  <a:lnTo>
                    <a:pt x="17598" y="114555"/>
                  </a:lnTo>
                  <a:lnTo>
                    <a:pt x="16347" y="111358"/>
                  </a:lnTo>
                  <a:lnTo>
                    <a:pt x="15486" y="109628"/>
                  </a:lnTo>
                  <a:lnTo>
                    <a:pt x="15018" y="109365"/>
                  </a:lnTo>
                  <a:lnTo>
                    <a:pt x="14763" y="109539"/>
                  </a:lnTo>
                  <a:lnTo>
                    <a:pt x="14475" y="109871"/>
                  </a:lnTo>
                  <a:lnTo>
                    <a:pt x="14313" y="110285"/>
                  </a:lnTo>
                  <a:lnTo>
                    <a:pt x="14171" y="111234"/>
                  </a:lnTo>
                  <a:lnTo>
                    <a:pt x="13770" y="111609"/>
                  </a:lnTo>
                  <a:lnTo>
                    <a:pt x="13205" y="111313"/>
                  </a:lnTo>
                  <a:lnTo>
                    <a:pt x="12685" y="111598"/>
                  </a:lnTo>
                  <a:lnTo>
                    <a:pt x="12376" y="112600"/>
                  </a:lnTo>
                  <a:lnTo>
                    <a:pt x="11506" y="113812"/>
                  </a:lnTo>
                  <a:lnTo>
                    <a:pt x="9972" y="115170"/>
                  </a:lnTo>
                  <a:lnTo>
                    <a:pt x="9132" y="116620"/>
                  </a:lnTo>
                  <a:lnTo>
                    <a:pt x="8990" y="118160"/>
                  </a:lnTo>
                  <a:lnTo>
                    <a:pt x="8761" y="118846"/>
                  </a:lnTo>
                  <a:lnTo>
                    <a:pt x="8291" y="118597"/>
                  </a:lnTo>
                  <a:lnTo>
                    <a:pt x="6904" y="120716"/>
                  </a:lnTo>
                  <a:lnTo>
                    <a:pt x="5848" y="120060"/>
                  </a:lnTo>
                  <a:lnTo>
                    <a:pt x="4661" y="117336"/>
                  </a:lnTo>
                  <a:lnTo>
                    <a:pt x="4003" y="115092"/>
                  </a:lnTo>
                  <a:lnTo>
                    <a:pt x="3935" y="114144"/>
                  </a:lnTo>
                  <a:lnTo>
                    <a:pt x="4311" y="111994"/>
                  </a:lnTo>
                  <a:lnTo>
                    <a:pt x="4467" y="104842"/>
                  </a:lnTo>
                  <a:lnTo>
                    <a:pt x="4941" y="102369"/>
                  </a:lnTo>
                  <a:lnTo>
                    <a:pt x="6357" y="97930"/>
                  </a:lnTo>
                  <a:lnTo>
                    <a:pt x="7094" y="94546"/>
                  </a:lnTo>
                  <a:lnTo>
                    <a:pt x="7925" y="91799"/>
                  </a:lnTo>
                  <a:lnTo>
                    <a:pt x="8526" y="90876"/>
                  </a:lnTo>
                  <a:lnTo>
                    <a:pt x="9079" y="88712"/>
                  </a:lnTo>
                  <a:lnTo>
                    <a:pt x="9532" y="86233"/>
                  </a:lnTo>
                  <a:lnTo>
                    <a:pt x="9660" y="84674"/>
                  </a:lnTo>
                  <a:lnTo>
                    <a:pt x="9620" y="83448"/>
                  </a:lnTo>
                  <a:lnTo>
                    <a:pt x="9455" y="82657"/>
                  </a:lnTo>
                  <a:lnTo>
                    <a:pt x="8669" y="80981"/>
                  </a:lnTo>
                  <a:lnTo>
                    <a:pt x="7638" y="78364"/>
                  </a:lnTo>
                  <a:lnTo>
                    <a:pt x="7090" y="75692"/>
                  </a:lnTo>
                  <a:lnTo>
                    <a:pt x="6790" y="72282"/>
                  </a:lnTo>
                  <a:lnTo>
                    <a:pt x="6712" y="69907"/>
                  </a:lnTo>
                  <a:lnTo>
                    <a:pt x="7680" y="63367"/>
                  </a:lnTo>
                  <a:lnTo>
                    <a:pt x="7526" y="62273"/>
                  </a:lnTo>
                  <a:lnTo>
                    <a:pt x="7247" y="61257"/>
                  </a:lnTo>
                  <a:lnTo>
                    <a:pt x="6678" y="60620"/>
                  </a:lnTo>
                  <a:lnTo>
                    <a:pt x="5863" y="60344"/>
                  </a:lnTo>
                  <a:lnTo>
                    <a:pt x="5057" y="60637"/>
                  </a:lnTo>
                  <a:lnTo>
                    <a:pt x="4027" y="60660"/>
                  </a:lnTo>
                  <a:lnTo>
                    <a:pt x="3315" y="60294"/>
                  </a:lnTo>
                  <a:lnTo>
                    <a:pt x="3143" y="59884"/>
                  </a:lnTo>
                  <a:lnTo>
                    <a:pt x="3053" y="56909"/>
                  </a:lnTo>
                  <a:lnTo>
                    <a:pt x="2871" y="56262"/>
                  </a:lnTo>
                  <a:lnTo>
                    <a:pt x="2565" y="55694"/>
                  </a:lnTo>
                  <a:lnTo>
                    <a:pt x="488" y="54323"/>
                  </a:lnTo>
                  <a:lnTo>
                    <a:pt x="77" y="53732"/>
                  </a:lnTo>
                  <a:lnTo>
                    <a:pt x="0" y="52981"/>
                  </a:lnTo>
                  <a:lnTo>
                    <a:pt x="736" y="46378"/>
                  </a:lnTo>
                  <a:lnTo>
                    <a:pt x="1057" y="45880"/>
                  </a:lnTo>
                  <a:lnTo>
                    <a:pt x="1366" y="44806"/>
                  </a:lnTo>
                  <a:lnTo>
                    <a:pt x="1854" y="43658"/>
                  </a:lnTo>
                  <a:lnTo>
                    <a:pt x="3551" y="41774"/>
                  </a:lnTo>
                  <a:lnTo>
                    <a:pt x="5373" y="42589"/>
                  </a:lnTo>
                  <a:lnTo>
                    <a:pt x="6994" y="43465"/>
                  </a:lnTo>
                  <a:lnTo>
                    <a:pt x="8607" y="43934"/>
                  </a:lnTo>
                  <a:lnTo>
                    <a:pt x="9165" y="44247"/>
                  </a:lnTo>
                  <a:lnTo>
                    <a:pt x="10088" y="44508"/>
                  </a:lnTo>
                  <a:lnTo>
                    <a:pt x="10706" y="44275"/>
                  </a:lnTo>
                  <a:lnTo>
                    <a:pt x="11126" y="43505"/>
                  </a:lnTo>
                  <a:lnTo>
                    <a:pt x="11887" y="41372"/>
                  </a:lnTo>
                  <a:lnTo>
                    <a:pt x="12120" y="38172"/>
                  </a:lnTo>
                  <a:lnTo>
                    <a:pt x="12395" y="35347"/>
                  </a:lnTo>
                  <a:lnTo>
                    <a:pt x="12856" y="35128"/>
                  </a:lnTo>
                  <a:lnTo>
                    <a:pt x="13321" y="35425"/>
                  </a:lnTo>
                  <a:lnTo>
                    <a:pt x="13541" y="34854"/>
                  </a:lnTo>
                  <a:lnTo>
                    <a:pt x="13635" y="34078"/>
                  </a:lnTo>
                  <a:lnTo>
                    <a:pt x="13730" y="33417"/>
                  </a:lnTo>
                  <a:lnTo>
                    <a:pt x="13921" y="33271"/>
                  </a:lnTo>
                  <a:lnTo>
                    <a:pt x="14255" y="34004"/>
                  </a:lnTo>
                  <a:lnTo>
                    <a:pt x="14445" y="33808"/>
                  </a:lnTo>
                  <a:lnTo>
                    <a:pt x="14604" y="33320"/>
                  </a:lnTo>
                  <a:lnTo>
                    <a:pt x="14557" y="32733"/>
                  </a:lnTo>
                  <a:lnTo>
                    <a:pt x="14178" y="31745"/>
                  </a:lnTo>
                  <a:lnTo>
                    <a:pt x="13842" y="30192"/>
                  </a:lnTo>
                  <a:lnTo>
                    <a:pt x="13874" y="29655"/>
                  </a:lnTo>
                  <a:lnTo>
                    <a:pt x="13988" y="29098"/>
                  </a:lnTo>
                  <a:lnTo>
                    <a:pt x="14986" y="28570"/>
                  </a:lnTo>
                  <a:lnTo>
                    <a:pt x="15440" y="28478"/>
                  </a:lnTo>
                  <a:lnTo>
                    <a:pt x="15597" y="27928"/>
                  </a:lnTo>
                  <a:lnTo>
                    <a:pt x="15539" y="27052"/>
                  </a:lnTo>
                  <a:lnTo>
                    <a:pt x="15163" y="26558"/>
                  </a:lnTo>
                  <a:lnTo>
                    <a:pt x="13795" y="26830"/>
                  </a:lnTo>
                  <a:lnTo>
                    <a:pt x="12402" y="26768"/>
                  </a:lnTo>
                  <a:lnTo>
                    <a:pt x="12236" y="26234"/>
                  </a:lnTo>
                  <a:lnTo>
                    <a:pt x="12315" y="25649"/>
                  </a:lnTo>
                  <a:lnTo>
                    <a:pt x="12525" y="25188"/>
                  </a:lnTo>
                  <a:lnTo>
                    <a:pt x="15402" y="24008"/>
                  </a:lnTo>
                  <a:lnTo>
                    <a:pt x="16927" y="24418"/>
                  </a:lnTo>
                  <a:lnTo>
                    <a:pt x="18061" y="25043"/>
                  </a:lnTo>
                  <a:lnTo>
                    <a:pt x="18509" y="24732"/>
                  </a:lnTo>
                  <a:lnTo>
                    <a:pt x="17976" y="22072"/>
                  </a:lnTo>
                  <a:lnTo>
                    <a:pt x="18696" y="21822"/>
                  </a:lnTo>
                  <a:lnTo>
                    <a:pt x="18790" y="20912"/>
                  </a:lnTo>
                  <a:lnTo>
                    <a:pt x="17849" y="13845"/>
                  </a:lnTo>
                  <a:lnTo>
                    <a:pt x="18365" y="13222"/>
                  </a:lnTo>
                  <a:lnTo>
                    <a:pt x="18884" y="11829"/>
                  </a:lnTo>
                  <a:lnTo>
                    <a:pt x="18840" y="9195"/>
                  </a:lnTo>
                  <a:lnTo>
                    <a:pt x="19300" y="7910"/>
                  </a:lnTo>
                  <a:lnTo>
                    <a:pt x="19845" y="7030"/>
                  </a:lnTo>
                  <a:lnTo>
                    <a:pt x="20656" y="7919"/>
                  </a:lnTo>
                  <a:lnTo>
                    <a:pt x="21907" y="10521"/>
                  </a:lnTo>
                  <a:lnTo>
                    <a:pt x="22315" y="11025"/>
                  </a:lnTo>
                  <a:lnTo>
                    <a:pt x="22719" y="11173"/>
                  </a:lnTo>
                  <a:lnTo>
                    <a:pt x="23300" y="10366"/>
                  </a:lnTo>
                  <a:lnTo>
                    <a:pt x="25534" y="7791"/>
                  </a:lnTo>
                  <a:lnTo>
                    <a:pt x="26790" y="6344"/>
                  </a:lnTo>
                  <a:lnTo>
                    <a:pt x="28288" y="4237"/>
                  </a:lnTo>
                  <a:lnTo>
                    <a:pt x="28546" y="3423"/>
                  </a:lnTo>
                  <a:lnTo>
                    <a:pt x="29062" y="220"/>
                  </a:lnTo>
                  <a:lnTo>
                    <a:pt x="29344" y="0"/>
                  </a:lnTo>
                  <a:lnTo>
                    <a:pt x="29724" y="344"/>
                  </a:lnTo>
                  <a:lnTo>
                    <a:pt x="31038" y="3653"/>
                  </a:lnTo>
                  <a:lnTo>
                    <a:pt x="31799" y="5775"/>
                  </a:lnTo>
                  <a:lnTo>
                    <a:pt x="31799" y="6501"/>
                  </a:lnTo>
                  <a:lnTo>
                    <a:pt x="31582" y="7048"/>
                  </a:lnTo>
                  <a:lnTo>
                    <a:pt x="31624" y="7580"/>
                  </a:lnTo>
                  <a:lnTo>
                    <a:pt x="32699" y="8732"/>
                  </a:lnTo>
                  <a:lnTo>
                    <a:pt x="32700" y="9258"/>
                  </a:lnTo>
                  <a:lnTo>
                    <a:pt x="32455" y="10262"/>
                  </a:lnTo>
                  <a:lnTo>
                    <a:pt x="32325" y="10815"/>
                  </a:lnTo>
                  <a:lnTo>
                    <a:pt x="32193" y="11049"/>
                  </a:lnTo>
                  <a:lnTo>
                    <a:pt x="30756" y="13956"/>
                  </a:lnTo>
                  <a:lnTo>
                    <a:pt x="29158" y="17185"/>
                  </a:lnTo>
                  <a:lnTo>
                    <a:pt x="29105" y="17606"/>
                  </a:lnTo>
                  <a:lnTo>
                    <a:pt x="29034" y="18411"/>
                  </a:lnTo>
                  <a:lnTo>
                    <a:pt x="29052" y="19235"/>
                  </a:lnTo>
                  <a:lnTo>
                    <a:pt x="29308" y="19908"/>
                  </a:lnTo>
                  <a:lnTo>
                    <a:pt x="29997" y="20381"/>
                  </a:lnTo>
                  <a:lnTo>
                    <a:pt x="30609" y="20997"/>
                  </a:lnTo>
                  <a:lnTo>
                    <a:pt x="30919" y="22692"/>
                  </a:lnTo>
                  <a:lnTo>
                    <a:pt x="31274" y="24258"/>
                  </a:lnTo>
                  <a:lnTo>
                    <a:pt x="31758" y="24641"/>
                  </a:lnTo>
                  <a:lnTo>
                    <a:pt x="34126" y="2365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0"/>
            <p:cNvSpPr/>
            <p:nvPr/>
          </p:nvSpPr>
          <p:spPr>
            <a:xfrm>
              <a:off x="3332545" y="2478803"/>
              <a:ext cx="874" cy="10059"/>
            </a:xfrm>
            <a:custGeom>
              <a:avLst/>
              <a:pathLst>
                <a:path w="874" h="10059">
                  <a:moveTo>
                    <a:pt x="874" y="8672"/>
                  </a:moveTo>
                  <a:lnTo>
                    <a:pt x="784" y="10059"/>
                  </a:lnTo>
                  <a:lnTo>
                    <a:pt x="262" y="5891"/>
                  </a:lnTo>
                  <a:lnTo>
                    <a:pt x="0" y="1295"/>
                  </a:lnTo>
                  <a:lnTo>
                    <a:pt x="334" y="0"/>
                  </a:lnTo>
                  <a:lnTo>
                    <a:pt x="707" y="73"/>
                  </a:lnTo>
                  <a:lnTo>
                    <a:pt x="352" y="173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g1421"/>
            <p:cNvSpPr/>
            <p:nvPr/>
          </p:nvSpPr>
          <p:spPr>
            <a:xfrm>
              <a:off x="3327501" y="2370007"/>
              <a:ext cx="135893" cy="224799"/>
            </a:xfrm>
            <a:custGeom>
              <a:avLst/>
              <a:pathLst>
                <a:path w="135893" h="224799">
                  <a:moveTo>
                    <a:pt x="134864" y="160450"/>
                  </a:moveTo>
                  <a:lnTo>
                    <a:pt x="134380" y="160561"/>
                  </a:lnTo>
                  <a:lnTo>
                    <a:pt x="133211" y="159869"/>
                  </a:lnTo>
                  <a:lnTo>
                    <a:pt x="130885" y="158492"/>
                  </a:lnTo>
                  <a:lnTo>
                    <a:pt x="128888" y="155734"/>
                  </a:lnTo>
                  <a:lnTo>
                    <a:pt x="127584" y="153930"/>
                  </a:lnTo>
                  <a:lnTo>
                    <a:pt x="127381" y="154175"/>
                  </a:lnTo>
                  <a:lnTo>
                    <a:pt x="126796" y="155407"/>
                  </a:lnTo>
                  <a:lnTo>
                    <a:pt x="126394" y="156924"/>
                  </a:lnTo>
                  <a:lnTo>
                    <a:pt x="126075" y="159862"/>
                  </a:lnTo>
                  <a:lnTo>
                    <a:pt x="125565" y="163326"/>
                  </a:lnTo>
                  <a:lnTo>
                    <a:pt x="123148" y="163456"/>
                  </a:lnTo>
                  <a:lnTo>
                    <a:pt x="121091" y="163717"/>
                  </a:lnTo>
                  <a:lnTo>
                    <a:pt x="119764" y="165028"/>
                  </a:lnTo>
                  <a:lnTo>
                    <a:pt x="118463" y="166845"/>
                  </a:lnTo>
                  <a:lnTo>
                    <a:pt x="118138" y="168996"/>
                  </a:lnTo>
                  <a:lnTo>
                    <a:pt x="117856" y="171788"/>
                  </a:lnTo>
                  <a:lnTo>
                    <a:pt x="117098" y="178129"/>
                  </a:lnTo>
                  <a:lnTo>
                    <a:pt x="116408" y="183910"/>
                  </a:lnTo>
                  <a:lnTo>
                    <a:pt x="116055" y="187662"/>
                  </a:lnTo>
                  <a:lnTo>
                    <a:pt x="115529" y="190230"/>
                  </a:lnTo>
                  <a:lnTo>
                    <a:pt x="114058" y="193616"/>
                  </a:lnTo>
                  <a:lnTo>
                    <a:pt x="112388" y="195896"/>
                  </a:lnTo>
                  <a:lnTo>
                    <a:pt x="111502" y="196967"/>
                  </a:lnTo>
                  <a:lnTo>
                    <a:pt x="111110" y="198298"/>
                  </a:lnTo>
                  <a:lnTo>
                    <a:pt x="111023" y="199555"/>
                  </a:lnTo>
                  <a:lnTo>
                    <a:pt x="110709" y="199939"/>
                  </a:lnTo>
                  <a:lnTo>
                    <a:pt x="110021" y="199714"/>
                  </a:lnTo>
                  <a:lnTo>
                    <a:pt x="109294" y="199932"/>
                  </a:lnTo>
                  <a:lnTo>
                    <a:pt x="107699" y="201248"/>
                  </a:lnTo>
                  <a:lnTo>
                    <a:pt x="105972" y="202863"/>
                  </a:lnTo>
                  <a:lnTo>
                    <a:pt x="103902" y="204481"/>
                  </a:lnTo>
                  <a:lnTo>
                    <a:pt x="102722" y="204479"/>
                  </a:lnTo>
                  <a:lnTo>
                    <a:pt x="102252" y="204842"/>
                  </a:lnTo>
                  <a:lnTo>
                    <a:pt x="102046" y="205654"/>
                  </a:lnTo>
                  <a:lnTo>
                    <a:pt x="102252" y="207189"/>
                  </a:lnTo>
                  <a:lnTo>
                    <a:pt x="102452" y="208326"/>
                  </a:lnTo>
                  <a:lnTo>
                    <a:pt x="102634" y="209808"/>
                  </a:lnTo>
                  <a:lnTo>
                    <a:pt x="102149" y="211007"/>
                  </a:lnTo>
                  <a:lnTo>
                    <a:pt x="101811" y="213060"/>
                  </a:lnTo>
                  <a:lnTo>
                    <a:pt x="101547" y="216673"/>
                  </a:lnTo>
                  <a:lnTo>
                    <a:pt x="100812" y="217755"/>
                  </a:lnTo>
                  <a:lnTo>
                    <a:pt x="99637" y="219514"/>
                  </a:lnTo>
                  <a:lnTo>
                    <a:pt x="98336" y="221828"/>
                  </a:lnTo>
                  <a:lnTo>
                    <a:pt x="98003" y="222301"/>
                  </a:lnTo>
                  <a:lnTo>
                    <a:pt x="97258" y="222956"/>
                  </a:lnTo>
                  <a:lnTo>
                    <a:pt x="96514" y="222757"/>
                  </a:lnTo>
                  <a:lnTo>
                    <a:pt x="95839" y="222418"/>
                  </a:lnTo>
                  <a:lnTo>
                    <a:pt x="95105" y="223012"/>
                  </a:lnTo>
                  <a:lnTo>
                    <a:pt x="94348" y="224799"/>
                  </a:lnTo>
                  <a:lnTo>
                    <a:pt x="93996" y="224258"/>
                  </a:lnTo>
                  <a:lnTo>
                    <a:pt x="93819" y="222451"/>
                  </a:lnTo>
                  <a:lnTo>
                    <a:pt x="93437" y="221278"/>
                  </a:lnTo>
                  <a:lnTo>
                    <a:pt x="92250" y="218626"/>
                  </a:lnTo>
                  <a:lnTo>
                    <a:pt x="91234" y="216735"/>
                  </a:lnTo>
                  <a:lnTo>
                    <a:pt x="90793" y="216611"/>
                  </a:lnTo>
                  <a:lnTo>
                    <a:pt x="89860" y="217096"/>
                  </a:lnTo>
                  <a:lnTo>
                    <a:pt x="88694" y="217452"/>
                  </a:lnTo>
                  <a:lnTo>
                    <a:pt x="87745" y="217071"/>
                  </a:lnTo>
                  <a:lnTo>
                    <a:pt x="86993" y="216316"/>
                  </a:lnTo>
                  <a:lnTo>
                    <a:pt x="85830" y="213718"/>
                  </a:lnTo>
                  <a:lnTo>
                    <a:pt x="85406" y="212320"/>
                  </a:lnTo>
                  <a:lnTo>
                    <a:pt x="85089" y="211245"/>
                  </a:lnTo>
                  <a:lnTo>
                    <a:pt x="84294" y="211538"/>
                  </a:lnTo>
                  <a:lnTo>
                    <a:pt x="84071" y="210365"/>
                  </a:lnTo>
                  <a:lnTo>
                    <a:pt x="84039" y="208997"/>
                  </a:lnTo>
                  <a:lnTo>
                    <a:pt x="84262" y="207335"/>
                  </a:lnTo>
                  <a:lnTo>
                    <a:pt x="84199" y="204208"/>
                  </a:lnTo>
                  <a:lnTo>
                    <a:pt x="83754" y="201960"/>
                  </a:lnTo>
                  <a:lnTo>
                    <a:pt x="83245" y="200983"/>
                  </a:lnTo>
                  <a:lnTo>
                    <a:pt x="83308" y="200300"/>
                  </a:lnTo>
                  <a:lnTo>
                    <a:pt x="83530" y="198735"/>
                  </a:lnTo>
                  <a:lnTo>
                    <a:pt x="83817" y="197368"/>
                  </a:lnTo>
                  <a:lnTo>
                    <a:pt x="83813" y="194667"/>
                  </a:lnTo>
                  <a:lnTo>
                    <a:pt x="83458" y="191736"/>
                  </a:lnTo>
                  <a:lnTo>
                    <a:pt x="83316" y="187510"/>
                  </a:lnTo>
                  <a:lnTo>
                    <a:pt x="83408" y="183387"/>
                  </a:lnTo>
                  <a:lnTo>
                    <a:pt x="82925" y="181309"/>
                  </a:lnTo>
                  <a:lnTo>
                    <a:pt x="78967" y="181298"/>
                  </a:lnTo>
                  <a:lnTo>
                    <a:pt x="75442" y="181455"/>
                  </a:lnTo>
                  <a:lnTo>
                    <a:pt x="75244" y="180984"/>
                  </a:lnTo>
                  <a:lnTo>
                    <a:pt x="73875" y="175787"/>
                  </a:lnTo>
                  <a:lnTo>
                    <a:pt x="72765" y="171844"/>
                  </a:lnTo>
                  <a:lnTo>
                    <a:pt x="71667" y="169518"/>
                  </a:lnTo>
                  <a:lnTo>
                    <a:pt x="69154" y="166656"/>
                  </a:lnTo>
                  <a:lnTo>
                    <a:pt x="67952" y="165461"/>
                  </a:lnTo>
                  <a:lnTo>
                    <a:pt x="66921" y="163277"/>
                  </a:lnTo>
                  <a:lnTo>
                    <a:pt x="66079" y="160886"/>
                  </a:lnTo>
                  <a:lnTo>
                    <a:pt x="65862" y="157606"/>
                  </a:lnTo>
                  <a:lnTo>
                    <a:pt x="65691" y="156530"/>
                  </a:lnTo>
                  <a:lnTo>
                    <a:pt x="65448" y="155659"/>
                  </a:lnTo>
                  <a:lnTo>
                    <a:pt x="65183" y="155272"/>
                  </a:lnTo>
                  <a:lnTo>
                    <a:pt x="64863" y="155360"/>
                  </a:lnTo>
                  <a:lnTo>
                    <a:pt x="61944" y="151551"/>
                  </a:lnTo>
                  <a:lnTo>
                    <a:pt x="60773" y="150551"/>
                  </a:lnTo>
                  <a:lnTo>
                    <a:pt x="59671" y="151356"/>
                  </a:lnTo>
                  <a:lnTo>
                    <a:pt x="59185" y="151495"/>
                  </a:lnTo>
                  <a:lnTo>
                    <a:pt x="58226" y="150412"/>
                  </a:lnTo>
                  <a:lnTo>
                    <a:pt x="57123" y="151880"/>
                  </a:lnTo>
                  <a:lnTo>
                    <a:pt x="56652" y="151974"/>
                  </a:lnTo>
                  <a:lnTo>
                    <a:pt x="55993" y="151623"/>
                  </a:lnTo>
                  <a:lnTo>
                    <a:pt x="55449" y="151073"/>
                  </a:lnTo>
                  <a:lnTo>
                    <a:pt x="53980" y="147609"/>
                  </a:lnTo>
                  <a:lnTo>
                    <a:pt x="52747" y="146208"/>
                  </a:lnTo>
                  <a:lnTo>
                    <a:pt x="51859" y="145311"/>
                  </a:lnTo>
                  <a:lnTo>
                    <a:pt x="50151" y="143998"/>
                  </a:lnTo>
                  <a:lnTo>
                    <a:pt x="48329" y="143312"/>
                  </a:lnTo>
                  <a:lnTo>
                    <a:pt x="47395" y="142744"/>
                  </a:lnTo>
                  <a:lnTo>
                    <a:pt x="46721" y="141986"/>
                  </a:lnTo>
                  <a:lnTo>
                    <a:pt x="46548" y="141496"/>
                  </a:lnTo>
                  <a:lnTo>
                    <a:pt x="46557" y="140226"/>
                  </a:lnTo>
                  <a:lnTo>
                    <a:pt x="46507" y="138560"/>
                  </a:lnTo>
                  <a:lnTo>
                    <a:pt x="46282" y="137346"/>
                  </a:lnTo>
                  <a:lnTo>
                    <a:pt x="45821" y="135892"/>
                  </a:lnTo>
                  <a:lnTo>
                    <a:pt x="45181" y="134804"/>
                  </a:lnTo>
                  <a:lnTo>
                    <a:pt x="44080" y="134994"/>
                  </a:lnTo>
                  <a:lnTo>
                    <a:pt x="42423" y="134904"/>
                  </a:lnTo>
                  <a:lnTo>
                    <a:pt x="41153" y="133810"/>
                  </a:lnTo>
                  <a:lnTo>
                    <a:pt x="40147" y="133615"/>
                  </a:lnTo>
                  <a:lnTo>
                    <a:pt x="38937" y="133823"/>
                  </a:lnTo>
                  <a:lnTo>
                    <a:pt x="37943" y="133829"/>
                  </a:lnTo>
                  <a:lnTo>
                    <a:pt x="37234" y="134624"/>
                  </a:lnTo>
                  <a:lnTo>
                    <a:pt x="36822" y="135551"/>
                  </a:lnTo>
                  <a:lnTo>
                    <a:pt x="36561" y="138397"/>
                  </a:lnTo>
                  <a:lnTo>
                    <a:pt x="36322" y="138822"/>
                  </a:lnTo>
                  <a:lnTo>
                    <a:pt x="35906" y="139030"/>
                  </a:lnTo>
                  <a:lnTo>
                    <a:pt x="35352" y="138883"/>
                  </a:lnTo>
                  <a:lnTo>
                    <a:pt x="34190" y="138907"/>
                  </a:lnTo>
                  <a:lnTo>
                    <a:pt x="32181" y="138402"/>
                  </a:lnTo>
                  <a:lnTo>
                    <a:pt x="29654" y="138251"/>
                  </a:lnTo>
                  <a:lnTo>
                    <a:pt x="27754" y="139688"/>
                  </a:lnTo>
                  <a:lnTo>
                    <a:pt x="26253" y="141750"/>
                  </a:lnTo>
                  <a:lnTo>
                    <a:pt x="24819" y="144080"/>
                  </a:lnTo>
                  <a:lnTo>
                    <a:pt x="23132" y="147761"/>
                  </a:lnTo>
                  <a:lnTo>
                    <a:pt x="22638" y="149394"/>
                  </a:lnTo>
                  <a:lnTo>
                    <a:pt x="21643" y="155917"/>
                  </a:lnTo>
                  <a:lnTo>
                    <a:pt x="21203" y="156855"/>
                  </a:lnTo>
                  <a:lnTo>
                    <a:pt x="20628" y="157606"/>
                  </a:lnTo>
                  <a:lnTo>
                    <a:pt x="20045" y="157739"/>
                  </a:lnTo>
                  <a:lnTo>
                    <a:pt x="18889" y="158704"/>
                  </a:lnTo>
                  <a:lnTo>
                    <a:pt x="17361" y="160299"/>
                  </a:lnTo>
                  <a:lnTo>
                    <a:pt x="16321" y="160923"/>
                  </a:lnTo>
                  <a:lnTo>
                    <a:pt x="13654" y="160596"/>
                  </a:lnTo>
                  <a:lnTo>
                    <a:pt x="13497" y="158527"/>
                  </a:lnTo>
                  <a:lnTo>
                    <a:pt x="13016" y="150962"/>
                  </a:lnTo>
                  <a:lnTo>
                    <a:pt x="12783" y="143328"/>
                  </a:lnTo>
                  <a:lnTo>
                    <a:pt x="12799" y="139812"/>
                  </a:lnTo>
                  <a:lnTo>
                    <a:pt x="13077" y="132758"/>
                  </a:lnTo>
                  <a:lnTo>
                    <a:pt x="13055" y="129204"/>
                  </a:lnTo>
                  <a:lnTo>
                    <a:pt x="12941" y="125983"/>
                  </a:lnTo>
                  <a:lnTo>
                    <a:pt x="13052" y="122826"/>
                  </a:lnTo>
                  <a:lnTo>
                    <a:pt x="13265" y="119275"/>
                  </a:lnTo>
                  <a:lnTo>
                    <a:pt x="13377" y="115666"/>
                  </a:lnTo>
                  <a:lnTo>
                    <a:pt x="13216" y="113149"/>
                  </a:lnTo>
                  <a:lnTo>
                    <a:pt x="12700" y="111117"/>
                  </a:lnTo>
                  <a:lnTo>
                    <a:pt x="11827" y="108604"/>
                  </a:lnTo>
                  <a:lnTo>
                    <a:pt x="11689" y="107116"/>
                  </a:lnTo>
                  <a:lnTo>
                    <a:pt x="11639" y="105457"/>
                  </a:lnTo>
                  <a:lnTo>
                    <a:pt x="10803" y="105268"/>
                  </a:lnTo>
                  <a:lnTo>
                    <a:pt x="10052" y="103551"/>
                  </a:lnTo>
                  <a:lnTo>
                    <a:pt x="9432" y="102616"/>
                  </a:lnTo>
                  <a:lnTo>
                    <a:pt x="8099" y="101579"/>
                  </a:lnTo>
                  <a:lnTo>
                    <a:pt x="7430" y="101525"/>
                  </a:lnTo>
                  <a:lnTo>
                    <a:pt x="6820" y="102289"/>
                  </a:lnTo>
                  <a:lnTo>
                    <a:pt x="6371" y="103819"/>
                  </a:lnTo>
                  <a:lnTo>
                    <a:pt x="6058" y="101405"/>
                  </a:lnTo>
                  <a:lnTo>
                    <a:pt x="6065" y="98882"/>
                  </a:lnTo>
                  <a:lnTo>
                    <a:pt x="7131" y="93668"/>
                  </a:lnTo>
                  <a:lnTo>
                    <a:pt x="7797" y="95188"/>
                  </a:lnTo>
                  <a:lnTo>
                    <a:pt x="8611" y="95799"/>
                  </a:lnTo>
                  <a:lnTo>
                    <a:pt x="9647" y="95891"/>
                  </a:lnTo>
                  <a:lnTo>
                    <a:pt x="10664" y="95487"/>
                  </a:lnTo>
                  <a:lnTo>
                    <a:pt x="10465" y="93701"/>
                  </a:lnTo>
                  <a:lnTo>
                    <a:pt x="9992" y="92686"/>
                  </a:lnTo>
                  <a:lnTo>
                    <a:pt x="9406" y="91887"/>
                  </a:lnTo>
                  <a:lnTo>
                    <a:pt x="9196" y="89531"/>
                  </a:lnTo>
                  <a:lnTo>
                    <a:pt x="9271" y="87088"/>
                  </a:lnTo>
                  <a:lnTo>
                    <a:pt x="9550" y="84778"/>
                  </a:lnTo>
                  <a:lnTo>
                    <a:pt x="9233" y="83848"/>
                  </a:lnTo>
                  <a:lnTo>
                    <a:pt x="8751" y="83272"/>
                  </a:lnTo>
                  <a:lnTo>
                    <a:pt x="7640" y="83341"/>
                  </a:lnTo>
                  <a:lnTo>
                    <a:pt x="6198" y="82731"/>
                  </a:lnTo>
                  <a:lnTo>
                    <a:pt x="4745" y="82467"/>
                  </a:lnTo>
                  <a:lnTo>
                    <a:pt x="4405" y="85190"/>
                  </a:lnTo>
                  <a:lnTo>
                    <a:pt x="5207" y="88766"/>
                  </a:lnTo>
                  <a:lnTo>
                    <a:pt x="4527" y="87009"/>
                  </a:lnTo>
                  <a:lnTo>
                    <a:pt x="3887" y="84686"/>
                  </a:lnTo>
                  <a:lnTo>
                    <a:pt x="2988" y="80505"/>
                  </a:lnTo>
                  <a:lnTo>
                    <a:pt x="2409" y="75606"/>
                  </a:lnTo>
                  <a:lnTo>
                    <a:pt x="2305" y="70318"/>
                  </a:lnTo>
                  <a:lnTo>
                    <a:pt x="2796" y="65945"/>
                  </a:lnTo>
                  <a:lnTo>
                    <a:pt x="3422" y="61840"/>
                  </a:lnTo>
                  <a:lnTo>
                    <a:pt x="3801" y="56585"/>
                  </a:lnTo>
                  <a:lnTo>
                    <a:pt x="4322" y="51426"/>
                  </a:lnTo>
                  <a:lnTo>
                    <a:pt x="4843" y="53737"/>
                  </a:lnTo>
                  <a:lnTo>
                    <a:pt x="5438" y="55809"/>
                  </a:lnTo>
                  <a:lnTo>
                    <a:pt x="6261" y="57724"/>
                  </a:lnTo>
                  <a:lnTo>
                    <a:pt x="6711" y="58181"/>
                  </a:lnTo>
                  <a:lnTo>
                    <a:pt x="8066" y="58972"/>
                  </a:lnTo>
                  <a:lnTo>
                    <a:pt x="8938" y="58675"/>
                  </a:lnTo>
                  <a:lnTo>
                    <a:pt x="9868" y="57544"/>
                  </a:lnTo>
                  <a:lnTo>
                    <a:pt x="10780" y="57914"/>
                  </a:lnTo>
                  <a:lnTo>
                    <a:pt x="11535" y="60044"/>
                  </a:lnTo>
                  <a:lnTo>
                    <a:pt x="12208" y="62431"/>
                  </a:lnTo>
                  <a:lnTo>
                    <a:pt x="13230" y="62933"/>
                  </a:lnTo>
                  <a:lnTo>
                    <a:pt x="15333" y="61207"/>
                  </a:lnTo>
                  <a:lnTo>
                    <a:pt x="16334" y="60813"/>
                  </a:lnTo>
                  <a:lnTo>
                    <a:pt x="17203" y="61602"/>
                  </a:lnTo>
                  <a:lnTo>
                    <a:pt x="17651" y="61748"/>
                  </a:lnTo>
                  <a:lnTo>
                    <a:pt x="18107" y="61615"/>
                  </a:lnTo>
                  <a:lnTo>
                    <a:pt x="17712" y="59497"/>
                  </a:lnTo>
                  <a:lnTo>
                    <a:pt x="17550" y="57440"/>
                  </a:lnTo>
                  <a:lnTo>
                    <a:pt x="18079" y="56352"/>
                  </a:lnTo>
                  <a:lnTo>
                    <a:pt x="19738" y="57508"/>
                  </a:lnTo>
                  <a:lnTo>
                    <a:pt x="20796" y="56737"/>
                  </a:lnTo>
                  <a:lnTo>
                    <a:pt x="21065" y="56303"/>
                  </a:lnTo>
                  <a:lnTo>
                    <a:pt x="21305" y="55769"/>
                  </a:lnTo>
                  <a:lnTo>
                    <a:pt x="21432" y="53991"/>
                  </a:lnTo>
                  <a:lnTo>
                    <a:pt x="21381" y="52168"/>
                  </a:lnTo>
                  <a:lnTo>
                    <a:pt x="21244" y="50449"/>
                  </a:lnTo>
                  <a:lnTo>
                    <a:pt x="20935" y="48941"/>
                  </a:lnTo>
                  <a:lnTo>
                    <a:pt x="20172" y="46832"/>
                  </a:lnTo>
                  <a:lnTo>
                    <a:pt x="17215" y="41804"/>
                  </a:lnTo>
                  <a:lnTo>
                    <a:pt x="16220" y="39798"/>
                  </a:lnTo>
                  <a:lnTo>
                    <a:pt x="15391" y="37204"/>
                  </a:lnTo>
                  <a:lnTo>
                    <a:pt x="14862" y="33541"/>
                  </a:lnTo>
                  <a:lnTo>
                    <a:pt x="14433" y="29723"/>
                  </a:lnTo>
                  <a:lnTo>
                    <a:pt x="14035" y="26889"/>
                  </a:lnTo>
                  <a:lnTo>
                    <a:pt x="13003" y="20309"/>
                  </a:lnTo>
                  <a:lnTo>
                    <a:pt x="12601" y="19527"/>
                  </a:lnTo>
                  <a:lnTo>
                    <a:pt x="12098" y="19179"/>
                  </a:lnTo>
                  <a:lnTo>
                    <a:pt x="10873" y="18973"/>
                  </a:lnTo>
                  <a:lnTo>
                    <a:pt x="9633" y="19452"/>
                  </a:lnTo>
                  <a:lnTo>
                    <a:pt x="7605" y="20584"/>
                  </a:lnTo>
                  <a:lnTo>
                    <a:pt x="6444" y="20231"/>
                  </a:lnTo>
                  <a:lnTo>
                    <a:pt x="5907" y="20932"/>
                  </a:lnTo>
                  <a:lnTo>
                    <a:pt x="4577" y="23705"/>
                  </a:lnTo>
                  <a:lnTo>
                    <a:pt x="3955" y="26083"/>
                  </a:lnTo>
                  <a:lnTo>
                    <a:pt x="3085" y="31518"/>
                  </a:lnTo>
                  <a:lnTo>
                    <a:pt x="3745" y="33270"/>
                  </a:lnTo>
                  <a:lnTo>
                    <a:pt x="3733" y="34418"/>
                  </a:lnTo>
                  <a:lnTo>
                    <a:pt x="3233" y="42449"/>
                  </a:lnTo>
                  <a:lnTo>
                    <a:pt x="3537" y="46344"/>
                  </a:lnTo>
                  <a:lnTo>
                    <a:pt x="3427" y="46633"/>
                  </a:lnTo>
                  <a:lnTo>
                    <a:pt x="3189" y="45730"/>
                  </a:lnTo>
                  <a:lnTo>
                    <a:pt x="2436" y="41753"/>
                  </a:lnTo>
                  <a:lnTo>
                    <a:pt x="1110" y="36907"/>
                  </a:lnTo>
                  <a:lnTo>
                    <a:pt x="0" y="29492"/>
                  </a:lnTo>
                  <a:lnTo>
                    <a:pt x="1951" y="24646"/>
                  </a:lnTo>
                  <a:lnTo>
                    <a:pt x="3621" y="21212"/>
                  </a:lnTo>
                  <a:lnTo>
                    <a:pt x="4986" y="19140"/>
                  </a:lnTo>
                  <a:lnTo>
                    <a:pt x="5402" y="18636"/>
                  </a:lnTo>
                  <a:lnTo>
                    <a:pt x="7270" y="16919"/>
                  </a:lnTo>
                  <a:lnTo>
                    <a:pt x="9680" y="15371"/>
                  </a:lnTo>
                  <a:lnTo>
                    <a:pt x="11454" y="14230"/>
                  </a:lnTo>
                  <a:lnTo>
                    <a:pt x="13771" y="13257"/>
                  </a:lnTo>
                  <a:lnTo>
                    <a:pt x="14529" y="13077"/>
                  </a:lnTo>
                  <a:lnTo>
                    <a:pt x="15642" y="13097"/>
                  </a:lnTo>
                  <a:lnTo>
                    <a:pt x="16545" y="14014"/>
                  </a:lnTo>
                  <a:lnTo>
                    <a:pt x="17093" y="14729"/>
                  </a:lnTo>
                  <a:lnTo>
                    <a:pt x="19025" y="17678"/>
                  </a:lnTo>
                  <a:lnTo>
                    <a:pt x="20996" y="20691"/>
                  </a:lnTo>
                  <a:lnTo>
                    <a:pt x="22687" y="24031"/>
                  </a:lnTo>
                  <a:lnTo>
                    <a:pt x="23167" y="25393"/>
                  </a:lnTo>
                  <a:lnTo>
                    <a:pt x="23436" y="27021"/>
                  </a:lnTo>
                  <a:lnTo>
                    <a:pt x="23635" y="28616"/>
                  </a:lnTo>
                  <a:lnTo>
                    <a:pt x="25072" y="33678"/>
                  </a:lnTo>
                  <a:lnTo>
                    <a:pt x="25653" y="35997"/>
                  </a:lnTo>
                  <a:lnTo>
                    <a:pt x="26492" y="39015"/>
                  </a:lnTo>
                  <a:lnTo>
                    <a:pt x="27167" y="40484"/>
                  </a:lnTo>
                  <a:lnTo>
                    <a:pt x="27827" y="42300"/>
                  </a:lnTo>
                  <a:lnTo>
                    <a:pt x="28269" y="43796"/>
                  </a:lnTo>
                  <a:lnTo>
                    <a:pt x="28775" y="44506"/>
                  </a:lnTo>
                  <a:lnTo>
                    <a:pt x="29334" y="44788"/>
                  </a:lnTo>
                  <a:lnTo>
                    <a:pt x="30617" y="44313"/>
                  </a:lnTo>
                  <a:lnTo>
                    <a:pt x="32159" y="43368"/>
                  </a:lnTo>
                  <a:lnTo>
                    <a:pt x="33081" y="42974"/>
                  </a:lnTo>
                  <a:lnTo>
                    <a:pt x="33490" y="43030"/>
                  </a:lnTo>
                  <a:lnTo>
                    <a:pt x="36033" y="43367"/>
                  </a:lnTo>
                  <a:lnTo>
                    <a:pt x="38320" y="43668"/>
                  </a:lnTo>
                  <a:lnTo>
                    <a:pt x="41144" y="44042"/>
                  </a:lnTo>
                  <a:lnTo>
                    <a:pt x="41982" y="44392"/>
                  </a:lnTo>
                  <a:lnTo>
                    <a:pt x="42992" y="44717"/>
                  </a:lnTo>
                  <a:lnTo>
                    <a:pt x="43493" y="44766"/>
                  </a:lnTo>
                  <a:lnTo>
                    <a:pt x="43938" y="43472"/>
                  </a:lnTo>
                  <a:lnTo>
                    <a:pt x="44232" y="42762"/>
                  </a:lnTo>
                  <a:lnTo>
                    <a:pt x="44463" y="42201"/>
                  </a:lnTo>
                  <a:lnTo>
                    <a:pt x="44415" y="41566"/>
                  </a:lnTo>
                  <a:lnTo>
                    <a:pt x="44057" y="41028"/>
                  </a:lnTo>
                  <a:lnTo>
                    <a:pt x="43495" y="39237"/>
                  </a:lnTo>
                  <a:lnTo>
                    <a:pt x="43175" y="32773"/>
                  </a:lnTo>
                  <a:lnTo>
                    <a:pt x="42975" y="27241"/>
                  </a:lnTo>
                  <a:lnTo>
                    <a:pt x="43644" y="25519"/>
                  </a:lnTo>
                  <a:lnTo>
                    <a:pt x="44412" y="24269"/>
                  </a:lnTo>
                  <a:lnTo>
                    <a:pt x="45520" y="20506"/>
                  </a:lnTo>
                  <a:lnTo>
                    <a:pt x="46114" y="19345"/>
                  </a:lnTo>
                  <a:lnTo>
                    <a:pt x="46990" y="18384"/>
                  </a:lnTo>
                  <a:lnTo>
                    <a:pt x="49916" y="18133"/>
                  </a:lnTo>
                  <a:lnTo>
                    <a:pt x="51148" y="17393"/>
                  </a:lnTo>
                  <a:lnTo>
                    <a:pt x="51549" y="16175"/>
                  </a:lnTo>
                  <a:lnTo>
                    <a:pt x="52198" y="13097"/>
                  </a:lnTo>
                  <a:lnTo>
                    <a:pt x="52412" y="10591"/>
                  </a:lnTo>
                  <a:lnTo>
                    <a:pt x="52775" y="9446"/>
                  </a:lnTo>
                  <a:lnTo>
                    <a:pt x="53212" y="8593"/>
                  </a:lnTo>
                  <a:lnTo>
                    <a:pt x="53659" y="8626"/>
                  </a:lnTo>
                  <a:lnTo>
                    <a:pt x="54526" y="9363"/>
                  </a:lnTo>
                  <a:lnTo>
                    <a:pt x="55184" y="9773"/>
                  </a:lnTo>
                  <a:lnTo>
                    <a:pt x="55654" y="10330"/>
                  </a:lnTo>
                  <a:lnTo>
                    <a:pt x="56080" y="11215"/>
                  </a:lnTo>
                  <a:lnTo>
                    <a:pt x="56496" y="12756"/>
                  </a:lnTo>
                  <a:lnTo>
                    <a:pt x="56560" y="13770"/>
                  </a:lnTo>
                  <a:lnTo>
                    <a:pt x="56751" y="14360"/>
                  </a:lnTo>
                  <a:lnTo>
                    <a:pt x="57082" y="14371"/>
                  </a:lnTo>
                  <a:lnTo>
                    <a:pt x="57328" y="14380"/>
                  </a:lnTo>
                  <a:lnTo>
                    <a:pt x="57495" y="14156"/>
                  </a:lnTo>
                  <a:lnTo>
                    <a:pt x="57604" y="13640"/>
                  </a:lnTo>
                  <a:lnTo>
                    <a:pt x="57519" y="12952"/>
                  </a:lnTo>
                  <a:lnTo>
                    <a:pt x="56954" y="10985"/>
                  </a:lnTo>
                  <a:lnTo>
                    <a:pt x="55709" y="7421"/>
                  </a:lnTo>
                  <a:lnTo>
                    <a:pt x="54896" y="5971"/>
                  </a:lnTo>
                  <a:lnTo>
                    <a:pt x="54491" y="5185"/>
                  </a:lnTo>
                  <a:lnTo>
                    <a:pt x="54391" y="4443"/>
                  </a:lnTo>
                  <a:lnTo>
                    <a:pt x="54919" y="3314"/>
                  </a:lnTo>
                  <a:lnTo>
                    <a:pt x="55430" y="2670"/>
                  </a:lnTo>
                  <a:lnTo>
                    <a:pt x="56329" y="3153"/>
                  </a:lnTo>
                  <a:lnTo>
                    <a:pt x="57521" y="3416"/>
                  </a:lnTo>
                  <a:lnTo>
                    <a:pt x="58051" y="2852"/>
                  </a:lnTo>
                  <a:lnTo>
                    <a:pt x="58597" y="0"/>
                  </a:lnTo>
                  <a:lnTo>
                    <a:pt x="59952" y="3022"/>
                  </a:lnTo>
                  <a:lnTo>
                    <a:pt x="61365" y="6411"/>
                  </a:lnTo>
                  <a:lnTo>
                    <a:pt x="61883" y="7038"/>
                  </a:lnTo>
                  <a:lnTo>
                    <a:pt x="62892" y="7397"/>
                  </a:lnTo>
                  <a:lnTo>
                    <a:pt x="63731" y="7525"/>
                  </a:lnTo>
                  <a:lnTo>
                    <a:pt x="64081" y="7890"/>
                  </a:lnTo>
                  <a:lnTo>
                    <a:pt x="64462" y="8769"/>
                  </a:lnTo>
                  <a:lnTo>
                    <a:pt x="65206" y="12478"/>
                  </a:lnTo>
                  <a:lnTo>
                    <a:pt x="65954" y="13449"/>
                  </a:lnTo>
                  <a:lnTo>
                    <a:pt x="66884" y="14152"/>
                  </a:lnTo>
                  <a:lnTo>
                    <a:pt x="69879" y="14092"/>
                  </a:lnTo>
                  <a:lnTo>
                    <a:pt x="70799" y="14281"/>
                  </a:lnTo>
                  <a:lnTo>
                    <a:pt x="71551" y="16028"/>
                  </a:lnTo>
                  <a:lnTo>
                    <a:pt x="72018" y="16746"/>
                  </a:lnTo>
                  <a:lnTo>
                    <a:pt x="72219" y="17364"/>
                  </a:lnTo>
                  <a:lnTo>
                    <a:pt x="72169" y="18134"/>
                  </a:lnTo>
                  <a:lnTo>
                    <a:pt x="71985" y="19110"/>
                  </a:lnTo>
                  <a:lnTo>
                    <a:pt x="71961" y="20991"/>
                  </a:lnTo>
                  <a:lnTo>
                    <a:pt x="71912" y="22447"/>
                  </a:lnTo>
                  <a:lnTo>
                    <a:pt x="71674" y="23138"/>
                  </a:lnTo>
                  <a:lnTo>
                    <a:pt x="71602" y="23784"/>
                  </a:lnTo>
                  <a:lnTo>
                    <a:pt x="71802" y="24350"/>
                  </a:lnTo>
                  <a:lnTo>
                    <a:pt x="73189" y="25738"/>
                  </a:lnTo>
                  <a:lnTo>
                    <a:pt x="73657" y="27227"/>
                  </a:lnTo>
                  <a:lnTo>
                    <a:pt x="74008" y="27895"/>
                  </a:lnTo>
                  <a:lnTo>
                    <a:pt x="74091" y="28820"/>
                  </a:lnTo>
                  <a:lnTo>
                    <a:pt x="73857" y="29436"/>
                  </a:lnTo>
                  <a:lnTo>
                    <a:pt x="73205" y="29129"/>
                  </a:lnTo>
                  <a:lnTo>
                    <a:pt x="72888" y="30104"/>
                  </a:lnTo>
                  <a:lnTo>
                    <a:pt x="72888" y="31851"/>
                  </a:lnTo>
                  <a:lnTo>
                    <a:pt x="73353" y="33493"/>
                  </a:lnTo>
                  <a:lnTo>
                    <a:pt x="73488" y="34995"/>
                  </a:lnTo>
                  <a:lnTo>
                    <a:pt x="73181" y="36441"/>
                  </a:lnTo>
                  <a:lnTo>
                    <a:pt x="72822" y="38480"/>
                  </a:lnTo>
                  <a:lnTo>
                    <a:pt x="72809" y="39924"/>
                  </a:lnTo>
                  <a:lnTo>
                    <a:pt x="73023" y="40749"/>
                  </a:lnTo>
                  <a:lnTo>
                    <a:pt x="74084" y="42240"/>
                  </a:lnTo>
                  <a:lnTo>
                    <a:pt x="76535" y="46002"/>
                  </a:lnTo>
                  <a:lnTo>
                    <a:pt x="77098" y="46164"/>
                  </a:lnTo>
                  <a:lnTo>
                    <a:pt x="79418" y="45290"/>
                  </a:lnTo>
                  <a:lnTo>
                    <a:pt x="80498" y="45203"/>
                  </a:lnTo>
                  <a:lnTo>
                    <a:pt x="81133" y="45785"/>
                  </a:lnTo>
                  <a:lnTo>
                    <a:pt x="82928" y="46320"/>
                  </a:lnTo>
                  <a:lnTo>
                    <a:pt x="83498" y="46920"/>
                  </a:lnTo>
                  <a:lnTo>
                    <a:pt x="84105" y="46961"/>
                  </a:lnTo>
                  <a:lnTo>
                    <a:pt x="84937" y="46786"/>
                  </a:lnTo>
                  <a:lnTo>
                    <a:pt x="85500" y="45101"/>
                  </a:lnTo>
                  <a:lnTo>
                    <a:pt x="85787" y="44717"/>
                  </a:lnTo>
                  <a:lnTo>
                    <a:pt x="86040" y="44437"/>
                  </a:lnTo>
                  <a:lnTo>
                    <a:pt x="86553" y="44394"/>
                  </a:lnTo>
                  <a:lnTo>
                    <a:pt x="87971" y="45464"/>
                  </a:lnTo>
                  <a:lnTo>
                    <a:pt x="89465" y="47722"/>
                  </a:lnTo>
                  <a:lnTo>
                    <a:pt x="90454" y="49783"/>
                  </a:lnTo>
                  <a:lnTo>
                    <a:pt x="90942" y="51647"/>
                  </a:lnTo>
                  <a:lnTo>
                    <a:pt x="91557" y="55690"/>
                  </a:lnTo>
                  <a:lnTo>
                    <a:pt x="92302" y="61910"/>
                  </a:lnTo>
                  <a:lnTo>
                    <a:pt x="93200" y="66108"/>
                  </a:lnTo>
                  <a:lnTo>
                    <a:pt x="94254" y="68287"/>
                  </a:lnTo>
                  <a:lnTo>
                    <a:pt x="94994" y="72288"/>
                  </a:lnTo>
                  <a:lnTo>
                    <a:pt x="95634" y="81030"/>
                  </a:lnTo>
                  <a:lnTo>
                    <a:pt x="96034" y="82820"/>
                  </a:lnTo>
                  <a:lnTo>
                    <a:pt x="96440" y="83753"/>
                  </a:lnTo>
                  <a:lnTo>
                    <a:pt x="97644" y="86282"/>
                  </a:lnTo>
                  <a:lnTo>
                    <a:pt x="100106" y="90469"/>
                  </a:lnTo>
                  <a:lnTo>
                    <a:pt x="101561" y="92940"/>
                  </a:lnTo>
                  <a:lnTo>
                    <a:pt x="103808" y="96889"/>
                  </a:lnTo>
                  <a:lnTo>
                    <a:pt x="105867" y="100507"/>
                  </a:lnTo>
                  <a:lnTo>
                    <a:pt x="107932" y="106090"/>
                  </a:lnTo>
                  <a:lnTo>
                    <a:pt x="108344" y="106905"/>
                  </a:lnTo>
                  <a:lnTo>
                    <a:pt x="110159" y="109925"/>
                  </a:lnTo>
                  <a:lnTo>
                    <a:pt x="112181" y="113020"/>
                  </a:lnTo>
                  <a:lnTo>
                    <a:pt x="113596" y="112320"/>
                  </a:lnTo>
                  <a:lnTo>
                    <a:pt x="115727" y="117080"/>
                  </a:lnTo>
                  <a:lnTo>
                    <a:pt x="116594" y="118846"/>
                  </a:lnTo>
                  <a:lnTo>
                    <a:pt x="116960" y="119449"/>
                  </a:lnTo>
                  <a:lnTo>
                    <a:pt x="118506" y="121328"/>
                  </a:lnTo>
                  <a:lnTo>
                    <a:pt x="120966" y="125258"/>
                  </a:lnTo>
                  <a:lnTo>
                    <a:pt x="124071" y="130891"/>
                  </a:lnTo>
                  <a:lnTo>
                    <a:pt x="126122" y="134149"/>
                  </a:lnTo>
                  <a:lnTo>
                    <a:pt x="126679" y="134528"/>
                  </a:lnTo>
                  <a:lnTo>
                    <a:pt x="127233" y="134510"/>
                  </a:lnTo>
                  <a:lnTo>
                    <a:pt x="127826" y="133810"/>
                  </a:lnTo>
                  <a:lnTo>
                    <a:pt x="128470" y="133257"/>
                  </a:lnTo>
                  <a:lnTo>
                    <a:pt x="129566" y="133982"/>
                  </a:lnTo>
                  <a:lnTo>
                    <a:pt x="130755" y="135284"/>
                  </a:lnTo>
                  <a:lnTo>
                    <a:pt x="131508" y="136273"/>
                  </a:lnTo>
                  <a:lnTo>
                    <a:pt x="132378" y="137710"/>
                  </a:lnTo>
                  <a:lnTo>
                    <a:pt x="133067" y="139066"/>
                  </a:lnTo>
                  <a:lnTo>
                    <a:pt x="133590" y="139694"/>
                  </a:lnTo>
                  <a:lnTo>
                    <a:pt x="135366" y="140880"/>
                  </a:lnTo>
                  <a:lnTo>
                    <a:pt x="135671" y="141591"/>
                  </a:lnTo>
                  <a:lnTo>
                    <a:pt x="135865" y="142385"/>
                  </a:lnTo>
                  <a:lnTo>
                    <a:pt x="135893" y="143207"/>
                  </a:lnTo>
                  <a:lnTo>
                    <a:pt x="134896" y="147530"/>
                  </a:lnTo>
                  <a:lnTo>
                    <a:pt x="134759" y="153043"/>
                  </a:lnTo>
                  <a:lnTo>
                    <a:pt x="134752" y="1571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g1422"/>
            <p:cNvSpPr/>
            <p:nvPr/>
          </p:nvSpPr>
          <p:spPr>
            <a:xfrm>
              <a:off x="4015286" y="3905636"/>
              <a:ext cx="3923" cy="7020"/>
            </a:xfrm>
            <a:custGeom>
              <a:avLst/>
              <a:pathLst>
                <a:path w="3923" h="7020">
                  <a:moveTo>
                    <a:pt x="0" y="4469"/>
                  </a:moveTo>
                  <a:lnTo>
                    <a:pt x="1555" y="1944"/>
                  </a:lnTo>
                  <a:lnTo>
                    <a:pt x="3923" y="0"/>
                  </a:lnTo>
                  <a:lnTo>
                    <a:pt x="3864" y="1425"/>
                  </a:lnTo>
                  <a:lnTo>
                    <a:pt x="3621" y="3664"/>
                  </a:lnTo>
                  <a:lnTo>
                    <a:pt x="3262" y="4715"/>
                  </a:lnTo>
                  <a:lnTo>
                    <a:pt x="2720" y="6602"/>
                  </a:lnTo>
                  <a:lnTo>
                    <a:pt x="2364" y="7020"/>
                  </a:lnTo>
                  <a:lnTo>
                    <a:pt x="944" y="6605"/>
                  </a:lnTo>
                  <a:lnTo>
                    <a:pt x="761" y="6879"/>
                  </a:lnTo>
                  <a:lnTo>
                    <a:pt x="517" y="6680"/>
                  </a:lnTo>
                  <a:lnTo>
                    <a:pt x="154" y="546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g1423"/>
            <p:cNvSpPr/>
            <p:nvPr/>
          </p:nvSpPr>
          <p:spPr>
            <a:xfrm>
              <a:off x="4023734" y="3879792"/>
              <a:ext cx="22890" cy="35346"/>
            </a:xfrm>
            <a:custGeom>
              <a:avLst/>
              <a:pathLst>
                <a:path w="22890" h="35346">
                  <a:moveTo>
                    <a:pt x="1472" y="35346"/>
                  </a:moveTo>
                  <a:lnTo>
                    <a:pt x="1139" y="31502"/>
                  </a:lnTo>
                  <a:lnTo>
                    <a:pt x="787" y="29852"/>
                  </a:lnTo>
                  <a:lnTo>
                    <a:pt x="511" y="28914"/>
                  </a:lnTo>
                  <a:lnTo>
                    <a:pt x="418" y="27745"/>
                  </a:lnTo>
                  <a:lnTo>
                    <a:pt x="433" y="26536"/>
                  </a:lnTo>
                  <a:lnTo>
                    <a:pt x="601" y="25979"/>
                  </a:lnTo>
                  <a:lnTo>
                    <a:pt x="1782" y="25829"/>
                  </a:lnTo>
                  <a:lnTo>
                    <a:pt x="2253" y="23852"/>
                  </a:lnTo>
                  <a:lnTo>
                    <a:pt x="2249" y="21477"/>
                  </a:lnTo>
                  <a:lnTo>
                    <a:pt x="2012" y="20675"/>
                  </a:lnTo>
                  <a:lnTo>
                    <a:pt x="1782" y="20338"/>
                  </a:lnTo>
                  <a:lnTo>
                    <a:pt x="559" y="22118"/>
                  </a:lnTo>
                  <a:lnTo>
                    <a:pt x="209" y="21798"/>
                  </a:lnTo>
                  <a:lnTo>
                    <a:pt x="0" y="21151"/>
                  </a:lnTo>
                  <a:lnTo>
                    <a:pt x="69" y="18520"/>
                  </a:lnTo>
                  <a:lnTo>
                    <a:pt x="1075" y="16055"/>
                  </a:lnTo>
                  <a:lnTo>
                    <a:pt x="1929" y="11591"/>
                  </a:lnTo>
                  <a:lnTo>
                    <a:pt x="2528" y="9814"/>
                  </a:lnTo>
                  <a:lnTo>
                    <a:pt x="3923" y="8143"/>
                  </a:lnTo>
                  <a:lnTo>
                    <a:pt x="4487" y="7672"/>
                  </a:lnTo>
                  <a:lnTo>
                    <a:pt x="8549" y="5214"/>
                  </a:lnTo>
                  <a:lnTo>
                    <a:pt x="9518" y="5047"/>
                  </a:lnTo>
                  <a:lnTo>
                    <a:pt x="12092" y="5119"/>
                  </a:lnTo>
                  <a:lnTo>
                    <a:pt x="15535" y="4582"/>
                  </a:lnTo>
                  <a:lnTo>
                    <a:pt x="16388" y="4247"/>
                  </a:lnTo>
                  <a:lnTo>
                    <a:pt x="17492" y="3162"/>
                  </a:lnTo>
                  <a:lnTo>
                    <a:pt x="18560" y="1820"/>
                  </a:lnTo>
                  <a:lnTo>
                    <a:pt x="19127" y="764"/>
                  </a:lnTo>
                  <a:lnTo>
                    <a:pt x="19721" y="0"/>
                  </a:lnTo>
                  <a:lnTo>
                    <a:pt x="20606" y="960"/>
                  </a:lnTo>
                  <a:lnTo>
                    <a:pt x="22109" y="1690"/>
                  </a:lnTo>
                  <a:lnTo>
                    <a:pt x="22515" y="2328"/>
                  </a:lnTo>
                  <a:lnTo>
                    <a:pt x="22890" y="3214"/>
                  </a:lnTo>
                  <a:lnTo>
                    <a:pt x="21145" y="7915"/>
                  </a:lnTo>
                  <a:lnTo>
                    <a:pt x="19229" y="11805"/>
                  </a:lnTo>
                  <a:lnTo>
                    <a:pt x="18049" y="12982"/>
                  </a:lnTo>
                  <a:lnTo>
                    <a:pt x="16827" y="13778"/>
                  </a:lnTo>
                  <a:lnTo>
                    <a:pt x="15896" y="15282"/>
                  </a:lnTo>
                  <a:lnTo>
                    <a:pt x="15111" y="17639"/>
                  </a:lnTo>
                  <a:lnTo>
                    <a:pt x="14107" y="18967"/>
                  </a:lnTo>
                  <a:lnTo>
                    <a:pt x="12975" y="19414"/>
                  </a:lnTo>
                  <a:lnTo>
                    <a:pt x="12009" y="20121"/>
                  </a:lnTo>
                  <a:lnTo>
                    <a:pt x="11132" y="21506"/>
                  </a:lnTo>
                  <a:lnTo>
                    <a:pt x="9912" y="23881"/>
                  </a:lnTo>
                  <a:lnTo>
                    <a:pt x="9418" y="24124"/>
                  </a:lnTo>
                  <a:lnTo>
                    <a:pt x="8895" y="24066"/>
                  </a:lnTo>
                  <a:lnTo>
                    <a:pt x="7884" y="24975"/>
                  </a:lnTo>
                  <a:lnTo>
                    <a:pt x="4739" y="28368"/>
                  </a:lnTo>
                  <a:lnTo>
                    <a:pt x="2838" y="3214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g1424"/>
            <p:cNvSpPr/>
            <p:nvPr/>
          </p:nvSpPr>
          <p:spPr>
            <a:xfrm>
              <a:off x="4029426" y="3874597"/>
              <a:ext cx="1335" cy="5078"/>
            </a:xfrm>
            <a:custGeom>
              <a:avLst/>
              <a:pathLst>
                <a:path w="1335" h="5078">
                  <a:moveTo>
                    <a:pt x="1335" y="0"/>
                  </a:moveTo>
                  <a:lnTo>
                    <a:pt x="695" y="5078"/>
                  </a:lnTo>
                  <a:lnTo>
                    <a:pt x="0" y="3993"/>
                  </a:lnTo>
                  <a:lnTo>
                    <a:pt x="739" y="1142"/>
                  </a:lnTo>
                  <a:lnTo>
                    <a:pt x="1095" y="29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g1425"/>
            <p:cNvSpPr/>
            <p:nvPr/>
          </p:nvSpPr>
          <p:spPr>
            <a:xfrm>
              <a:off x="1140711" y="4263479"/>
              <a:ext cx="574" cy="4435"/>
            </a:xfrm>
            <a:custGeom>
              <a:avLst/>
              <a:pathLst>
                <a:path w="574" h="4435">
                  <a:moveTo>
                    <a:pt x="574" y="0"/>
                  </a:moveTo>
                  <a:lnTo>
                    <a:pt x="521" y="4435"/>
                  </a:lnTo>
                  <a:lnTo>
                    <a:pt x="52" y="2400"/>
                  </a:lnTo>
                  <a:lnTo>
                    <a:pt x="0" y="145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g1426"/>
            <p:cNvSpPr/>
            <p:nvPr/>
          </p:nvSpPr>
          <p:spPr>
            <a:xfrm>
              <a:off x="1136967" y="4256617"/>
              <a:ext cx="2732" cy="5774"/>
            </a:xfrm>
            <a:custGeom>
              <a:avLst/>
              <a:pathLst>
                <a:path w="2732" h="5774">
                  <a:moveTo>
                    <a:pt x="1926" y="2986"/>
                  </a:moveTo>
                  <a:lnTo>
                    <a:pt x="2063" y="2989"/>
                  </a:lnTo>
                  <a:lnTo>
                    <a:pt x="2215" y="2112"/>
                  </a:lnTo>
                  <a:lnTo>
                    <a:pt x="2732" y="1794"/>
                  </a:lnTo>
                  <a:lnTo>
                    <a:pt x="2675" y="2732"/>
                  </a:lnTo>
                  <a:lnTo>
                    <a:pt x="1978" y="5774"/>
                  </a:lnTo>
                  <a:lnTo>
                    <a:pt x="1538" y="4585"/>
                  </a:lnTo>
                  <a:lnTo>
                    <a:pt x="258" y="2643"/>
                  </a:lnTo>
                  <a:lnTo>
                    <a:pt x="0" y="1139"/>
                  </a:lnTo>
                  <a:lnTo>
                    <a:pt x="425" y="0"/>
                  </a:lnTo>
                  <a:lnTo>
                    <a:pt x="381" y="917"/>
                  </a:lnTo>
                  <a:lnTo>
                    <a:pt x="595" y="1333"/>
                  </a:lnTo>
                  <a:lnTo>
                    <a:pt x="1316" y="1491"/>
                  </a:lnTo>
                  <a:lnTo>
                    <a:pt x="1964" y="2311"/>
                  </a:lnTo>
                  <a:lnTo>
                    <a:pt x="1563" y="258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g1427"/>
            <p:cNvSpPr/>
            <p:nvPr/>
          </p:nvSpPr>
          <p:spPr>
            <a:xfrm>
              <a:off x="1149400" y="4182658"/>
              <a:ext cx="1415" cy="3938"/>
            </a:xfrm>
            <a:custGeom>
              <a:avLst/>
              <a:pathLst>
                <a:path w="1415" h="3938">
                  <a:moveTo>
                    <a:pt x="1111" y="2187"/>
                  </a:moveTo>
                  <a:lnTo>
                    <a:pt x="748" y="3938"/>
                  </a:lnTo>
                  <a:lnTo>
                    <a:pt x="575" y="3912"/>
                  </a:lnTo>
                  <a:lnTo>
                    <a:pt x="154" y="2897"/>
                  </a:lnTo>
                  <a:lnTo>
                    <a:pt x="0" y="2213"/>
                  </a:lnTo>
                  <a:lnTo>
                    <a:pt x="641" y="158"/>
                  </a:lnTo>
                  <a:lnTo>
                    <a:pt x="971" y="0"/>
                  </a:lnTo>
                  <a:lnTo>
                    <a:pt x="1415" y="686"/>
                  </a:lnTo>
                  <a:lnTo>
                    <a:pt x="1395" y="12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g1428"/>
            <p:cNvSpPr/>
            <p:nvPr/>
          </p:nvSpPr>
          <p:spPr>
            <a:xfrm>
              <a:off x="2227698" y="3313751"/>
              <a:ext cx="9502" cy="22917"/>
            </a:xfrm>
            <a:custGeom>
              <a:avLst/>
              <a:pathLst>
                <a:path w="9502" h="22917">
                  <a:moveTo>
                    <a:pt x="8594" y="20858"/>
                  </a:moveTo>
                  <a:lnTo>
                    <a:pt x="7035" y="22522"/>
                  </a:lnTo>
                  <a:lnTo>
                    <a:pt x="2974" y="22917"/>
                  </a:lnTo>
                  <a:lnTo>
                    <a:pt x="1292" y="22314"/>
                  </a:lnTo>
                  <a:lnTo>
                    <a:pt x="0" y="22785"/>
                  </a:lnTo>
                  <a:lnTo>
                    <a:pt x="2351" y="19163"/>
                  </a:lnTo>
                  <a:lnTo>
                    <a:pt x="2628" y="17635"/>
                  </a:lnTo>
                  <a:lnTo>
                    <a:pt x="3626" y="17348"/>
                  </a:lnTo>
                  <a:lnTo>
                    <a:pt x="3910" y="16892"/>
                  </a:lnTo>
                  <a:lnTo>
                    <a:pt x="4243" y="8902"/>
                  </a:lnTo>
                  <a:lnTo>
                    <a:pt x="4113" y="6999"/>
                  </a:lnTo>
                  <a:lnTo>
                    <a:pt x="3915" y="5950"/>
                  </a:lnTo>
                  <a:lnTo>
                    <a:pt x="3510" y="5194"/>
                  </a:lnTo>
                  <a:lnTo>
                    <a:pt x="2603" y="4162"/>
                  </a:lnTo>
                  <a:lnTo>
                    <a:pt x="2450" y="3609"/>
                  </a:lnTo>
                  <a:lnTo>
                    <a:pt x="3021" y="2726"/>
                  </a:lnTo>
                  <a:lnTo>
                    <a:pt x="4242" y="2239"/>
                  </a:lnTo>
                  <a:lnTo>
                    <a:pt x="5153" y="1282"/>
                  </a:lnTo>
                  <a:lnTo>
                    <a:pt x="7040" y="1090"/>
                  </a:lnTo>
                  <a:lnTo>
                    <a:pt x="7956" y="245"/>
                  </a:lnTo>
                  <a:lnTo>
                    <a:pt x="9502" y="0"/>
                  </a:lnTo>
                  <a:lnTo>
                    <a:pt x="8742" y="3666"/>
                  </a:lnTo>
                  <a:lnTo>
                    <a:pt x="8386" y="5033"/>
                  </a:lnTo>
                  <a:lnTo>
                    <a:pt x="8525" y="8336"/>
                  </a:lnTo>
                  <a:lnTo>
                    <a:pt x="8350" y="10577"/>
                  </a:lnTo>
                  <a:lnTo>
                    <a:pt x="8553" y="13411"/>
                  </a:lnTo>
                  <a:lnTo>
                    <a:pt x="9014" y="15272"/>
                  </a:lnTo>
                  <a:lnTo>
                    <a:pt x="8714" y="17101"/>
                  </a:lnTo>
                  <a:lnTo>
                    <a:pt x="8671" y="1986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g1429"/>
            <p:cNvSpPr/>
            <p:nvPr/>
          </p:nvSpPr>
          <p:spPr>
            <a:xfrm>
              <a:off x="2238229" y="3299415"/>
              <a:ext cx="2741" cy="4632"/>
            </a:xfrm>
            <a:custGeom>
              <a:avLst/>
              <a:pathLst>
                <a:path w="2741" h="4632">
                  <a:moveTo>
                    <a:pt x="522" y="4340"/>
                  </a:moveTo>
                  <a:lnTo>
                    <a:pt x="0" y="4632"/>
                  </a:lnTo>
                  <a:lnTo>
                    <a:pt x="60" y="3457"/>
                  </a:lnTo>
                  <a:lnTo>
                    <a:pt x="977" y="1422"/>
                  </a:lnTo>
                  <a:lnTo>
                    <a:pt x="2382" y="54"/>
                  </a:lnTo>
                  <a:lnTo>
                    <a:pt x="2741" y="0"/>
                  </a:lnTo>
                  <a:lnTo>
                    <a:pt x="2539" y="18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g1430"/>
            <p:cNvSpPr/>
            <p:nvPr/>
          </p:nvSpPr>
          <p:spPr>
            <a:xfrm>
              <a:off x="2925921" y="2632561"/>
              <a:ext cx="3033" cy="6085"/>
            </a:xfrm>
            <a:custGeom>
              <a:avLst/>
              <a:pathLst>
                <a:path w="3033" h="6085">
                  <a:moveTo>
                    <a:pt x="2264" y="5054"/>
                  </a:moveTo>
                  <a:lnTo>
                    <a:pt x="2011" y="5191"/>
                  </a:lnTo>
                  <a:lnTo>
                    <a:pt x="1547" y="5996"/>
                  </a:lnTo>
                  <a:lnTo>
                    <a:pt x="1301" y="6085"/>
                  </a:lnTo>
                  <a:lnTo>
                    <a:pt x="602" y="5184"/>
                  </a:lnTo>
                  <a:lnTo>
                    <a:pt x="336" y="5189"/>
                  </a:lnTo>
                  <a:lnTo>
                    <a:pt x="0" y="4556"/>
                  </a:lnTo>
                  <a:lnTo>
                    <a:pt x="113" y="1108"/>
                  </a:lnTo>
                  <a:lnTo>
                    <a:pt x="222" y="131"/>
                  </a:lnTo>
                  <a:lnTo>
                    <a:pt x="1921" y="0"/>
                  </a:lnTo>
                  <a:lnTo>
                    <a:pt x="2843" y="2061"/>
                  </a:lnTo>
                  <a:lnTo>
                    <a:pt x="2994" y="2602"/>
                  </a:lnTo>
                  <a:lnTo>
                    <a:pt x="3033" y="3192"/>
                  </a:lnTo>
                  <a:lnTo>
                    <a:pt x="2605" y="434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g1431"/>
            <p:cNvSpPr/>
            <p:nvPr/>
          </p:nvSpPr>
          <p:spPr>
            <a:xfrm>
              <a:off x="2929781" y="2605163"/>
              <a:ext cx="1513" cy="4096"/>
            </a:xfrm>
            <a:custGeom>
              <a:avLst/>
              <a:pathLst>
                <a:path w="1513" h="4096">
                  <a:moveTo>
                    <a:pt x="1484" y="1965"/>
                  </a:moveTo>
                  <a:lnTo>
                    <a:pt x="0" y="4096"/>
                  </a:lnTo>
                  <a:lnTo>
                    <a:pt x="282" y="2237"/>
                  </a:lnTo>
                  <a:lnTo>
                    <a:pt x="1261" y="0"/>
                  </a:lnTo>
                  <a:lnTo>
                    <a:pt x="1513" y="5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g1432"/>
            <p:cNvSpPr/>
            <p:nvPr/>
          </p:nvSpPr>
          <p:spPr>
            <a:xfrm>
              <a:off x="2894903" y="2530697"/>
              <a:ext cx="38842" cy="210122"/>
            </a:xfrm>
            <a:custGeom>
              <a:avLst/>
              <a:pathLst>
                <a:path w="38842" h="210122">
                  <a:moveTo>
                    <a:pt x="38541" y="122878"/>
                  </a:moveTo>
                  <a:lnTo>
                    <a:pt x="38520" y="123657"/>
                  </a:lnTo>
                  <a:lnTo>
                    <a:pt x="38181" y="129266"/>
                  </a:lnTo>
                  <a:lnTo>
                    <a:pt x="38104" y="131286"/>
                  </a:lnTo>
                  <a:lnTo>
                    <a:pt x="38053" y="134704"/>
                  </a:lnTo>
                  <a:lnTo>
                    <a:pt x="38053" y="138815"/>
                  </a:lnTo>
                  <a:lnTo>
                    <a:pt x="38821" y="142291"/>
                  </a:lnTo>
                  <a:lnTo>
                    <a:pt x="38842" y="143816"/>
                  </a:lnTo>
                  <a:lnTo>
                    <a:pt x="38544" y="145579"/>
                  </a:lnTo>
                  <a:lnTo>
                    <a:pt x="37131" y="147602"/>
                  </a:lnTo>
                  <a:lnTo>
                    <a:pt x="35307" y="150216"/>
                  </a:lnTo>
                  <a:lnTo>
                    <a:pt x="33739" y="152699"/>
                  </a:lnTo>
                  <a:lnTo>
                    <a:pt x="32020" y="155419"/>
                  </a:lnTo>
                  <a:lnTo>
                    <a:pt x="31494" y="157177"/>
                  </a:lnTo>
                  <a:lnTo>
                    <a:pt x="30642" y="158530"/>
                  </a:lnTo>
                  <a:lnTo>
                    <a:pt x="29930" y="159885"/>
                  </a:lnTo>
                  <a:lnTo>
                    <a:pt x="29801" y="161179"/>
                  </a:lnTo>
                  <a:lnTo>
                    <a:pt x="29302" y="163637"/>
                  </a:lnTo>
                  <a:lnTo>
                    <a:pt x="28650" y="165603"/>
                  </a:lnTo>
                  <a:lnTo>
                    <a:pt x="27018" y="166525"/>
                  </a:lnTo>
                  <a:lnTo>
                    <a:pt x="26716" y="167112"/>
                  </a:lnTo>
                  <a:lnTo>
                    <a:pt x="25960" y="170062"/>
                  </a:lnTo>
                  <a:lnTo>
                    <a:pt x="25613" y="171224"/>
                  </a:lnTo>
                  <a:lnTo>
                    <a:pt x="25181" y="173648"/>
                  </a:lnTo>
                  <a:lnTo>
                    <a:pt x="25736" y="179936"/>
                  </a:lnTo>
                  <a:lnTo>
                    <a:pt x="26415" y="186402"/>
                  </a:lnTo>
                  <a:lnTo>
                    <a:pt x="26547" y="189100"/>
                  </a:lnTo>
                  <a:lnTo>
                    <a:pt x="26538" y="191343"/>
                  </a:lnTo>
                  <a:lnTo>
                    <a:pt x="26156" y="193758"/>
                  </a:lnTo>
                  <a:lnTo>
                    <a:pt x="25287" y="197222"/>
                  </a:lnTo>
                  <a:lnTo>
                    <a:pt x="24650" y="199760"/>
                  </a:lnTo>
                  <a:lnTo>
                    <a:pt x="23427" y="204332"/>
                  </a:lnTo>
                  <a:lnTo>
                    <a:pt x="23067" y="205456"/>
                  </a:lnTo>
                  <a:lnTo>
                    <a:pt x="22225" y="206788"/>
                  </a:lnTo>
                  <a:lnTo>
                    <a:pt x="20596" y="208558"/>
                  </a:lnTo>
                  <a:lnTo>
                    <a:pt x="19449" y="210122"/>
                  </a:lnTo>
                  <a:lnTo>
                    <a:pt x="18865" y="203149"/>
                  </a:lnTo>
                  <a:lnTo>
                    <a:pt x="18366" y="197198"/>
                  </a:lnTo>
                  <a:lnTo>
                    <a:pt x="17955" y="192289"/>
                  </a:lnTo>
                  <a:lnTo>
                    <a:pt x="17230" y="183648"/>
                  </a:lnTo>
                  <a:lnTo>
                    <a:pt x="16616" y="176310"/>
                  </a:lnTo>
                  <a:lnTo>
                    <a:pt x="16003" y="168992"/>
                  </a:lnTo>
                  <a:lnTo>
                    <a:pt x="15446" y="162349"/>
                  </a:lnTo>
                  <a:lnTo>
                    <a:pt x="14886" y="155664"/>
                  </a:lnTo>
                  <a:lnTo>
                    <a:pt x="14644" y="154689"/>
                  </a:lnTo>
                  <a:lnTo>
                    <a:pt x="12963" y="151535"/>
                  </a:lnTo>
                  <a:lnTo>
                    <a:pt x="11414" y="148629"/>
                  </a:lnTo>
                  <a:lnTo>
                    <a:pt x="9801" y="145324"/>
                  </a:lnTo>
                  <a:lnTo>
                    <a:pt x="8054" y="141740"/>
                  </a:lnTo>
                  <a:lnTo>
                    <a:pt x="7773" y="137228"/>
                  </a:lnTo>
                  <a:lnTo>
                    <a:pt x="6876" y="130419"/>
                  </a:lnTo>
                  <a:lnTo>
                    <a:pt x="5930" y="126619"/>
                  </a:lnTo>
                  <a:lnTo>
                    <a:pt x="5575" y="125622"/>
                  </a:lnTo>
                  <a:lnTo>
                    <a:pt x="3668" y="123168"/>
                  </a:lnTo>
                  <a:lnTo>
                    <a:pt x="2567" y="121366"/>
                  </a:lnTo>
                  <a:lnTo>
                    <a:pt x="2266" y="120320"/>
                  </a:lnTo>
                  <a:lnTo>
                    <a:pt x="2053" y="117548"/>
                  </a:lnTo>
                  <a:lnTo>
                    <a:pt x="1268" y="112042"/>
                  </a:lnTo>
                  <a:lnTo>
                    <a:pt x="372" y="107040"/>
                  </a:lnTo>
                  <a:lnTo>
                    <a:pt x="44" y="103655"/>
                  </a:lnTo>
                  <a:lnTo>
                    <a:pt x="0" y="99399"/>
                  </a:lnTo>
                  <a:lnTo>
                    <a:pt x="175" y="96325"/>
                  </a:lnTo>
                  <a:lnTo>
                    <a:pt x="566" y="95011"/>
                  </a:lnTo>
                  <a:lnTo>
                    <a:pt x="2431" y="91185"/>
                  </a:lnTo>
                  <a:lnTo>
                    <a:pt x="3294" y="86581"/>
                  </a:lnTo>
                  <a:lnTo>
                    <a:pt x="4362" y="84855"/>
                  </a:lnTo>
                  <a:lnTo>
                    <a:pt x="5287" y="83555"/>
                  </a:lnTo>
                  <a:lnTo>
                    <a:pt x="6035" y="82041"/>
                  </a:lnTo>
                  <a:lnTo>
                    <a:pt x="6702" y="79607"/>
                  </a:lnTo>
                  <a:lnTo>
                    <a:pt x="7210" y="77013"/>
                  </a:lnTo>
                  <a:lnTo>
                    <a:pt x="7297" y="74210"/>
                  </a:lnTo>
                  <a:lnTo>
                    <a:pt x="7510" y="69762"/>
                  </a:lnTo>
                  <a:lnTo>
                    <a:pt x="7849" y="66655"/>
                  </a:lnTo>
                  <a:lnTo>
                    <a:pt x="8639" y="63132"/>
                  </a:lnTo>
                  <a:lnTo>
                    <a:pt x="8308" y="60302"/>
                  </a:lnTo>
                  <a:lnTo>
                    <a:pt x="7890" y="57244"/>
                  </a:lnTo>
                  <a:lnTo>
                    <a:pt x="8012" y="51951"/>
                  </a:lnTo>
                  <a:lnTo>
                    <a:pt x="7906" y="49803"/>
                  </a:lnTo>
                  <a:lnTo>
                    <a:pt x="7568" y="47901"/>
                  </a:lnTo>
                  <a:lnTo>
                    <a:pt x="7224" y="45463"/>
                  </a:lnTo>
                  <a:lnTo>
                    <a:pt x="7211" y="43431"/>
                  </a:lnTo>
                  <a:lnTo>
                    <a:pt x="7543" y="38100"/>
                  </a:lnTo>
                  <a:lnTo>
                    <a:pt x="7797" y="34029"/>
                  </a:lnTo>
                  <a:lnTo>
                    <a:pt x="8201" y="28733"/>
                  </a:lnTo>
                  <a:lnTo>
                    <a:pt x="8059" y="27250"/>
                  </a:lnTo>
                  <a:lnTo>
                    <a:pt x="7759" y="26143"/>
                  </a:lnTo>
                  <a:lnTo>
                    <a:pt x="6856" y="24976"/>
                  </a:lnTo>
                  <a:lnTo>
                    <a:pt x="6845" y="24272"/>
                  </a:lnTo>
                  <a:lnTo>
                    <a:pt x="7067" y="23494"/>
                  </a:lnTo>
                  <a:lnTo>
                    <a:pt x="8402" y="20916"/>
                  </a:lnTo>
                  <a:lnTo>
                    <a:pt x="9119" y="17127"/>
                  </a:lnTo>
                  <a:lnTo>
                    <a:pt x="9720" y="16337"/>
                  </a:lnTo>
                  <a:lnTo>
                    <a:pt x="10629" y="14965"/>
                  </a:lnTo>
                  <a:lnTo>
                    <a:pt x="10594" y="13489"/>
                  </a:lnTo>
                  <a:lnTo>
                    <a:pt x="10391" y="11913"/>
                  </a:lnTo>
                  <a:lnTo>
                    <a:pt x="12766" y="10128"/>
                  </a:lnTo>
                  <a:lnTo>
                    <a:pt x="15028" y="5452"/>
                  </a:lnTo>
                  <a:lnTo>
                    <a:pt x="15827" y="4306"/>
                  </a:lnTo>
                  <a:lnTo>
                    <a:pt x="21076" y="0"/>
                  </a:lnTo>
                  <a:lnTo>
                    <a:pt x="21758" y="298"/>
                  </a:lnTo>
                  <a:lnTo>
                    <a:pt x="22523" y="927"/>
                  </a:lnTo>
                  <a:lnTo>
                    <a:pt x="22302" y="2533"/>
                  </a:lnTo>
                  <a:lnTo>
                    <a:pt x="21999" y="3810"/>
                  </a:lnTo>
                  <a:lnTo>
                    <a:pt x="22444" y="6058"/>
                  </a:lnTo>
                  <a:lnTo>
                    <a:pt x="23080" y="4690"/>
                  </a:lnTo>
                  <a:lnTo>
                    <a:pt x="22916" y="3768"/>
                  </a:lnTo>
                  <a:lnTo>
                    <a:pt x="22880" y="2548"/>
                  </a:lnTo>
                  <a:lnTo>
                    <a:pt x="23961" y="2441"/>
                  </a:lnTo>
                  <a:lnTo>
                    <a:pt x="24916" y="2633"/>
                  </a:lnTo>
                  <a:lnTo>
                    <a:pt x="25964" y="3974"/>
                  </a:lnTo>
                  <a:lnTo>
                    <a:pt x="25891" y="9056"/>
                  </a:lnTo>
                  <a:lnTo>
                    <a:pt x="27288" y="14035"/>
                  </a:lnTo>
                  <a:lnTo>
                    <a:pt x="26895" y="16514"/>
                  </a:lnTo>
                  <a:lnTo>
                    <a:pt x="28040" y="17981"/>
                  </a:lnTo>
                  <a:lnTo>
                    <a:pt x="29057" y="16223"/>
                  </a:lnTo>
                  <a:lnTo>
                    <a:pt x="29568" y="13620"/>
                  </a:lnTo>
                  <a:lnTo>
                    <a:pt x="31442" y="12118"/>
                  </a:lnTo>
                  <a:lnTo>
                    <a:pt x="33222" y="8306"/>
                  </a:lnTo>
                  <a:lnTo>
                    <a:pt x="34208" y="7915"/>
                  </a:lnTo>
                  <a:lnTo>
                    <a:pt x="34430" y="11042"/>
                  </a:lnTo>
                  <a:lnTo>
                    <a:pt x="34907" y="13778"/>
                  </a:lnTo>
                  <a:lnTo>
                    <a:pt x="34233" y="14742"/>
                  </a:lnTo>
                  <a:lnTo>
                    <a:pt x="33374" y="17651"/>
                  </a:lnTo>
                  <a:lnTo>
                    <a:pt x="31749" y="25035"/>
                  </a:lnTo>
                  <a:lnTo>
                    <a:pt x="30252" y="27207"/>
                  </a:lnTo>
                  <a:lnTo>
                    <a:pt x="29130" y="30052"/>
                  </a:lnTo>
                  <a:lnTo>
                    <a:pt x="28767" y="32075"/>
                  </a:lnTo>
                  <a:lnTo>
                    <a:pt x="28657" y="34431"/>
                  </a:lnTo>
                  <a:lnTo>
                    <a:pt x="28938" y="38648"/>
                  </a:lnTo>
                  <a:lnTo>
                    <a:pt x="29756" y="42938"/>
                  </a:lnTo>
                  <a:lnTo>
                    <a:pt x="30699" y="45531"/>
                  </a:lnTo>
                  <a:lnTo>
                    <a:pt x="31610" y="46342"/>
                  </a:lnTo>
                  <a:lnTo>
                    <a:pt x="33731" y="50426"/>
                  </a:lnTo>
                  <a:lnTo>
                    <a:pt x="33696" y="52856"/>
                  </a:lnTo>
                  <a:lnTo>
                    <a:pt x="33993" y="55744"/>
                  </a:lnTo>
                  <a:lnTo>
                    <a:pt x="34105" y="59253"/>
                  </a:lnTo>
                  <a:lnTo>
                    <a:pt x="34844" y="62055"/>
                  </a:lnTo>
                  <a:lnTo>
                    <a:pt x="33265" y="68161"/>
                  </a:lnTo>
                  <a:lnTo>
                    <a:pt x="32403" y="72574"/>
                  </a:lnTo>
                  <a:lnTo>
                    <a:pt x="30718" y="78657"/>
                  </a:lnTo>
                  <a:lnTo>
                    <a:pt x="29218" y="82608"/>
                  </a:lnTo>
                  <a:lnTo>
                    <a:pt x="26002" y="88479"/>
                  </a:lnTo>
                  <a:lnTo>
                    <a:pt x="25214" y="90429"/>
                  </a:lnTo>
                  <a:lnTo>
                    <a:pt x="24699" y="92451"/>
                  </a:lnTo>
                  <a:lnTo>
                    <a:pt x="24461" y="94558"/>
                  </a:lnTo>
                  <a:lnTo>
                    <a:pt x="24547" y="97041"/>
                  </a:lnTo>
                  <a:lnTo>
                    <a:pt x="25604" y="103136"/>
                  </a:lnTo>
                  <a:lnTo>
                    <a:pt x="27011" y="106734"/>
                  </a:lnTo>
                  <a:lnTo>
                    <a:pt x="28443" y="108677"/>
                  </a:lnTo>
                  <a:lnTo>
                    <a:pt x="30932" y="107894"/>
                  </a:lnTo>
                  <a:lnTo>
                    <a:pt x="30847" y="110239"/>
                  </a:lnTo>
                  <a:lnTo>
                    <a:pt x="31024" y="113053"/>
                  </a:lnTo>
                  <a:lnTo>
                    <a:pt x="32037" y="112921"/>
                  </a:lnTo>
                  <a:lnTo>
                    <a:pt x="32713" y="112484"/>
                  </a:lnTo>
                  <a:lnTo>
                    <a:pt x="33286" y="109746"/>
                  </a:lnTo>
                  <a:lnTo>
                    <a:pt x="34503" y="111621"/>
                  </a:lnTo>
                  <a:lnTo>
                    <a:pt x="35134" y="117343"/>
                  </a:lnTo>
                  <a:lnTo>
                    <a:pt x="36164" y="119128"/>
                  </a:lnTo>
                  <a:lnTo>
                    <a:pt x="36285" y="119793"/>
                  </a:lnTo>
                  <a:lnTo>
                    <a:pt x="35921" y="120229"/>
                  </a:lnTo>
                  <a:lnTo>
                    <a:pt x="35638" y="120889"/>
                  </a:lnTo>
                  <a:lnTo>
                    <a:pt x="35942" y="121351"/>
                  </a:lnTo>
                  <a:lnTo>
                    <a:pt x="36940" y="122064"/>
                  </a:lnTo>
                  <a:lnTo>
                    <a:pt x="37541" y="1216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g1433"/>
            <p:cNvSpPr/>
            <p:nvPr/>
          </p:nvSpPr>
          <p:spPr>
            <a:xfrm>
              <a:off x="3069615" y="2445076"/>
              <a:ext cx="2962" cy="3915"/>
            </a:xfrm>
            <a:custGeom>
              <a:avLst/>
              <a:pathLst>
                <a:path w="2962" h="3915">
                  <a:moveTo>
                    <a:pt x="2894" y="3004"/>
                  </a:moveTo>
                  <a:lnTo>
                    <a:pt x="685" y="3915"/>
                  </a:lnTo>
                  <a:lnTo>
                    <a:pt x="0" y="3017"/>
                  </a:lnTo>
                  <a:lnTo>
                    <a:pt x="691" y="1232"/>
                  </a:lnTo>
                  <a:lnTo>
                    <a:pt x="1979" y="127"/>
                  </a:lnTo>
                  <a:lnTo>
                    <a:pt x="2397" y="0"/>
                  </a:lnTo>
                  <a:lnTo>
                    <a:pt x="2962" y="177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g1434"/>
            <p:cNvSpPr/>
            <p:nvPr/>
          </p:nvSpPr>
          <p:spPr>
            <a:xfrm>
              <a:off x="3073721" y="2391140"/>
              <a:ext cx="179979" cy="184144"/>
            </a:xfrm>
            <a:custGeom>
              <a:avLst/>
              <a:pathLst>
                <a:path w="179979" h="184144">
                  <a:moveTo>
                    <a:pt x="148185" y="16127"/>
                  </a:moveTo>
                  <a:lnTo>
                    <a:pt x="148825" y="16723"/>
                  </a:lnTo>
                  <a:lnTo>
                    <a:pt x="150028" y="17483"/>
                  </a:lnTo>
                  <a:lnTo>
                    <a:pt x="150774" y="18401"/>
                  </a:lnTo>
                  <a:lnTo>
                    <a:pt x="151199" y="18642"/>
                  </a:lnTo>
                  <a:lnTo>
                    <a:pt x="152182" y="16772"/>
                  </a:lnTo>
                  <a:lnTo>
                    <a:pt x="153643" y="16818"/>
                  </a:lnTo>
                  <a:lnTo>
                    <a:pt x="154925" y="17036"/>
                  </a:lnTo>
                  <a:lnTo>
                    <a:pt x="155587" y="17383"/>
                  </a:lnTo>
                  <a:lnTo>
                    <a:pt x="156398" y="18003"/>
                  </a:lnTo>
                  <a:lnTo>
                    <a:pt x="157379" y="18421"/>
                  </a:lnTo>
                  <a:lnTo>
                    <a:pt x="157778" y="17528"/>
                  </a:lnTo>
                  <a:lnTo>
                    <a:pt x="158350" y="14892"/>
                  </a:lnTo>
                  <a:lnTo>
                    <a:pt x="158571" y="14555"/>
                  </a:lnTo>
                  <a:lnTo>
                    <a:pt x="158729" y="14315"/>
                  </a:lnTo>
                  <a:lnTo>
                    <a:pt x="159456" y="14110"/>
                  </a:lnTo>
                  <a:lnTo>
                    <a:pt x="160145" y="14312"/>
                  </a:lnTo>
                  <a:lnTo>
                    <a:pt x="160470" y="14761"/>
                  </a:lnTo>
                  <a:lnTo>
                    <a:pt x="160795" y="16869"/>
                  </a:lnTo>
                  <a:lnTo>
                    <a:pt x="161612" y="17623"/>
                  </a:lnTo>
                  <a:lnTo>
                    <a:pt x="163058" y="20993"/>
                  </a:lnTo>
                  <a:lnTo>
                    <a:pt x="163942" y="22343"/>
                  </a:lnTo>
                  <a:lnTo>
                    <a:pt x="164156" y="22910"/>
                  </a:lnTo>
                  <a:lnTo>
                    <a:pt x="163865" y="23592"/>
                  </a:lnTo>
                  <a:lnTo>
                    <a:pt x="163978" y="24432"/>
                  </a:lnTo>
                  <a:lnTo>
                    <a:pt x="164484" y="25533"/>
                  </a:lnTo>
                  <a:lnTo>
                    <a:pt x="165194" y="25946"/>
                  </a:lnTo>
                  <a:lnTo>
                    <a:pt x="165960" y="25800"/>
                  </a:lnTo>
                  <a:lnTo>
                    <a:pt x="166377" y="26201"/>
                  </a:lnTo>
                  <a:lnTo>
                    <a:pt x="166676" y="26823"/>
                  </a:lnTo>
                  <a:lnTo>
                    <a:pt x="166754" y="27696"/>
                  </a:lnTo>
                  <a:lnTo>
                    <a:pt x="166734" y="28253"/>
                  </a:lnTo>
                  <a:lnTo>
                    <a:pt x="166886" y="29507"/>
                  </a:lnTo>
                  <a:lnTo>
                    <a:pt x="167484" y="31276"/>
                  </a:lnTo>
                  <a:lnTo>
                    <a:pt x="168197" y="32358"/>
                  </a:lnTo>
                  <a:lnTo>
                    <a:pt x="168581" y="33516"/>
                  </a:lnTo>
                  <a:lnTo>
                    <a:pt x="169205" y="37501"/>
                  </a:lnTo>
                  <a:lnTo>
                    <a:pt x="169456" y="39706"/>
                  </a:lnTo>
                  <a:lnTo>
                    <a:pt x="169362" y="41827"/>
                  </a:lnTo>
                  <a:lnTo>
                    <a:pt x="168930" y="44004"/>
                  </a:lnTo>
                  <a:lnTo>
                    <a:pt x="167982" y="46714"/>
                  </a:lnTo>
                  <a:lnTo>
                    <a:pt x="168217" y="47846"/>
                  </a:lnTo>
                  <a:lnTo>
                    <a:pt x="168429" y="49345"/>
                  </a:lnTo>
                  <a:lnTo>
                    <a:pt x="168358" y="50430"/>
                  </a:lnTo>
                  <a:lnTo>
                    <a:pt x="169028" y="53896"/>
                  </a:lnTo>
                  <a:lnTo>
                    <a:pt x="169333" y="56047"/>
                  </a:lnTo>
                  <a:lnTo>
                    <a:pt x="169078" y="56545"/>
                  </a:lnTo>
                  <a:lnTo>
                    <a:pt x="168914" y="57233"/>
                  </a:lnTo>
                  <a:lnTo>
                    <a:pt x="170120" y="58891"/>
                  </a:lnTo>
                  <a:lnTo>
                    <a:pt x="171565" y="60284"/>
                  </a:lnTo>
                  <a:lnTo>
                    <a:pt x="172174" y="60550"/>
                  </a:lnTo>
                  <a:lnTo>
                    <a:pt x="173834" y="59911"/>
                  </a:lnTo>
                  <a:lnTo>
                    <a:pt x="174903" y="59774"/>
                  </a:lnTo>
                  <a:lnTo>
                    <a:pt x="175964" y="61093"/>
                  </a:lnTo>
                  <a:lnTo>
                    <a:pt x="177511" y="64289"/>
                  </a:lnTo>
                  <a:lnTo>
                    <a:pt x="179177" y="68458"/>
                  </a:lnTo>
                  <a:lnTo>
                    <a:pt x="179508" y="69728"/>
                  </a:lnTo>
                  <a:lnTo>
                    <a:pt x="179654" y="70285"/>
                  </a:lnTo>
                  <a:lnTo>
                    <a:pt x="179979" y="71297"/>
                  </a:lnTo>
                  <a:lnTo>
                    <a:pt x="179642" y="71278"/>
                  </a:lnTo>
                  <a:lnTo>
                    <a:pt x="179093" y="70372"/>
                  </a:lnTo>
                  <a:lnTo>
                    <a:pt x="177767" y="67806"/>
                  </a:lnTo>
                  <a:lnTo>
                    <a:pt x="177090" y="68909"/>
                  </a:lnTo>
                  <a:lnTo>
                    <a:pt x="176506" y="70815"/>
                  </a:lnTo>
                  <a:lnTo>
                    <a:pt x="175866" y="78043"/>
                  </a:lnTo>
                  <a:lnTo>
                    <a:pt x="175348" y="78814"/>
                  </a:lnTo>
                  <a:lnTo>
                    <a:pt x="174434" y="78792"/>
                  </a:lnTo>
                  <a:lnTo>
                    <a:pt x="173315" y="78542"/>
                  </a:lnTo>
                  <a:lnTo>
                    <a:pt x="172545" y="78905"/>
                  </a:lnTo>
                  <a:lnTo>
                    <a:pt x="172346" y="79363"/>
                  </a:lnTo>
                  <a:lnTo>
                    <a:pt x="172447" y="80144"/>
                  </a:lnTo>
                  <a:lnTo>
                    <a:pt x="172676" y="81331"/>
                  </a:lnTo>
                  <a:lnTo>
                    <a:pt x="172837" y="82835"/>
                  </a:lnTo>
                  <a:lnTo>
                    <a:pt x="172883" y="84066"/>
                  </a:lnTo>
                  <a:lnTo>
                    <a:pt x="173289" y="85179"/>
                  </a:lnTo>
                  <a:lnTo>
                    <a:pt x="173834" y="86237"/>
                  </a:lnTo>
                  <a:lnTo>
                    <a:pt x="173859" y="87323"/>
                  </a:lnTo>
                  <a:lnTo>
                    <a:pt x="173775" y="88854"/>
                  </a:lnTo>
                  <a:lnTo>
                    <a:pt x="173649" y="90021"/>
                  </a:lnTo>
                  <a:lnTo>
                    <a:pt x="173512" y="90682"/>
                  </a:lnTo>
                  <a:lnTo>
                    <a:pt x="173765" y="92456"/>
                  </a:lnTo>
                  <a:lnTo>
                    <a:pt x="174357" y="94558"/>
                  </a:lnTo>
                  <a:lnTo>
                    <a:pt x="174734" y="95361"/>
                  </a:lnTo>
                  <a:lnTo>
                    <a:pt x="174594" y="99362"/>
                  </a:lnTo>
                  <a:lnTo>
                    <a:pt x="174816" y="101134"/>
                  </a:lnTo>
                  <a:lnTo>
                    <a:pt x="174986" y="103583"/>
                  </a:lnTo>
                  <a:lnTo>
                    <a:pt x="174918" y="107651"/>
                  </a:lnTo>
                  <a:lnTo>
                    <a:pt x="174993" y="108651"/>
                  </a:lnTo>
                  <a:lnTo>
                    <a:pt x="175195" y="108993"/>
                  </a:lnTo>
                  <a:lnTo>
                    <a:pt x="175735" y="109145"/>
                  </a:lnTo>
                  <a:lnTo>
                    <a:pt x="176265" y="109523"/>
                  </a:lnTo>
                  <a:lnTo>
                    <a:pt x="176448" y="110189"/>
                  </a:lnTo>
                  <a:lnTo>
                    <a:pt x="176445" y="110676"/>
                  </a:lnTo>
                  <a:lnTo>
                    <a:pt x="175784" y="112543"/>
                  </a:lnTo>
                  <a:lnTo>
                    <a:pt x="175706" y="113869"/>
                  </a:lnTo>
                  <a:lnTo>
                    <a:pt x="175477" y="115737"/>
                  </a:lnTo>
                  <a:lnTo>
                    <a:pt x="175289" y="116836"/>
                  </a:lnTo>
                  <a:lnTo>
                    <a:pt x="174699" y="118918"/>
                  </a:lnTo>
                  <a:lnTo>
                    <a:pt x="174323" y="121035"/>
                  </a:lnTo>
                  <a:lnTo>
                    <a:pt x="174154" y="122782"/>
                  </a:lnTo>
                  <a:lnTo>
                    <a:pt x="174266" y="123606"/>
                  </a:lnTo>
                  <a:lnTo>
                    <a:pt x="175355" y="123854"/>
                  </a:lnTo>
                  <a:lnTo>
                    <a:pt x="175946" y="125111"/>
                  </a:lnTo>
                  <a:lnTo>
                    <a:pt x="177518" y="127611"/>
                  </a:lnTo>
                  <a:lnTo>
                    <a:pt x="177794" y="128624"/>
                  </a:lnTo>
                  <a:lnTo>
                    <a:pt x="177365" y="130167"/>
                  </a:lnTo>
                  <a:lnTo>
                    <a:pt x="177373" y="130812"/>
                  </a:lnTo>
                  <a:lnTo>
                    <a:pt x="177575" y="131630"/>
                  </a:lnTo>
                  <a:lnTo>
                    <a:pt x="177671" y="133061"/>
                  </a:lnTo>
                  <a:lnTo>
                    <a:pt x="177633" y="134651"/>
                  </a:lnTo>
                  <a:lnTo>
                    <a:pt x="177641" y="136749"/>
                  </a:lnTo>
                  <a:lnTo>
                    <a:pt x="177930" y="137094"/>
                  </a:lnTo>
                  <a:lnTo>
                    <a:pt x="178998" y="139062"/>
                  </a:lnTo>
                  <a:lnTo>
                    <a:pt x="179757" y="141034"/>
                  </a:lnTo>
                  <a:lnTo>
                    <a:pt x="179783" y="141643"/>
                  </a:lnTo>
                  <a:lnTo>
                    <a:pt x="179413" y="143200"/>
                  </a:lnTo>
                  <a:lnTo>
                    <a:pt x="179493" y="144995"/>
                  </a:lnTo>
                  <a:lnTo>
                    <a:pt x="179478" y="145406"/>
                  </a:lnTo>
                  <a:lnTo>
                    <a:pt x="179150" y="144731"/>
                  </a:lnTo>
                  <a:lnTo>
                    <a:pt x="178557" y="144485"/>
                  </a:lnTo>
                  <a:lnTo>
                    <a:pt x="177948" y="144413"/>
                  </a:lnTo>
                  <a:lnTo>
                    <a:pt x="177564" y="144938"/>
                  </a:lnTo>
                  <a:lnTo>
                    <a:pt x="176891" y="146348"/>
                  </a:lnTo>
                  <a:lnTo>
                    <a:pt x="175987" y="147886"/>
                  </a:lnTo>
                  <a:lnTo>
                    <a:pt x="175253" y="149297"/>
                  </a:lnTo>
                  <a:lnTo>
                    <a:pt x="174832" y="150264"/>
                  </a:lnTo>
                  <a:lnTo>
                    <a:pt x="174485" y="150108"/>
                  </a:lnTo>
                  <a:lnTo>
                    <a:pt x="174213" y="149264"/>
                  </a:lnTo>
                  <a:lnTo>
                    <a:pt x="174061" y="148084"/>
                  </a:lnTo>
                  <a:lnTo>
                    <a:pt x="174126" y="143627"/>
                  </a:lnTo>
                  <a:lnTo>
                    <a:pt x="173967" y="142232"/>
                  </a:lnTo>
                  <a:lnTo>
                    <a:pt x="173625" y="141253"/>
                  </a:lnTo>
                  <a:lnTo>
                    <a:pt x="173223" y="140695"/>
                  </a:lnTo>
                  <a:lnTo>
                    <a:pt x="172744" y="140382"/>
                  </a:lnTo>
                  <a:lnTo>
                    <a:pt x="172249" y="140350"/>
                  </a:lnTo>
                  <a:lnTo>
                    <a:pt x="171546" y="141657"/>
                  </a:lnTo>
                  <a:lnTo>
                    <a:pt x="170550" y="143009"/>
                  </a:lnTo>
                  <a:lnTo>
                    <a:pt x="169006" y="142900"/>
                  </a:lnTo>
                  <a:lnTo>
                    <a:pt x="167969" y="142646"/>
                  </a:lnTo>
                  <a:lnTo>
                    <a:pt x="167468" y="142389"/>
                  </a:lnTo>
                  <a:lnTo>
                    <a:pt x="165458" y="140317"/>
                  </a:lnTo>
                  <a:lnTo>
                    <a:pt x="165038" y="140262"/>
                  </a:lnTo>
                  <a:lnTo>
                    <a:pt x="164289" y="139424"/>
                  </a:lnTo>
                  <a:lnTo>
                    <a:pt x="163398" y="138759"/>
                  </a:lnTo>
                  <a:lnTo>
                    <a:pt x="161900" y="140018"/>
                  </a:lnTo>
                  <a:lnTo>
                    <a:pt x="161251" y="139718"/>
                  </a:lnTo>
                  <a:lnTo>
                    <a:pt x="160342" y="138626"/>
                  </a:lnTo>
                  <a:lnTo>
                    <a:pt x="160020" y="138920"/>
                  </a:lnTo>
                  <a:lnTo>
                    <a:pt x="159004" y="142249"/>
                  </a:lnTo>
                  <a:lnTo>
                    <a:pt x="157278" y="145811"/>
                  </a:lnTo>
                  <a:lnTo>
                    <a:pt x="156346" y="146406"/>
                  </a:lnTo>
                  <a:lnTo>
                    <a:pt x="155903" y="142830"/>
                  </a:lnTo>
                  <a:lnTo>
                    <a:pt x="155477" y="141442"/>
                  </a:lnTo>
                  <a:lnTo>
                    <a:pt x="155275" y="141275"/>
                  </a:lnTo>
                  <a:lnTo>
                    <a:pt x="154844" y="140831"/>
                  </a:lnTo>
                  <a:lnTo>
                    <a:pt x="154509" y="141086"/>
                  </a:lnTo>
                  <a:lnTo>
                    <a:pt x="153471" y="143526"/>
                  </a:lnTo>
                  <a:lnTo>
                    <a:pt x="151807" y="144993"/>
                  </a:lnTo>
                  <a:lnTo>
                    <a:pt x="150430" y="145888"/>
                  </a:lnTo>
                  <a:lnTo>
                    <a:pt x="148238" y="146980"/>
                  </a:lnTo>
                  <a:lnTo>
                    <a:pt x="146546" y="147522"/>
                  </a:lnTo>
                  <a:lnTo>
                    <a:pt x="145826" y="147566"/>
                  </a:lnTo>
                  <a:lnTo>
                    <a:pt x="144264" y="147077"/>
                  </a:lnTo>
                  <a:lnTo>
                    <a:pt x="142886" y="146388"/>
                  </a:lnTo>
                  <a:lnTo>
                    <a:pt x="141509" y="146419"/>
                  </a:lnTo>
                  <a:lnTo>
                    <a:pt x="140452" y="146727"/>
                  </a:lnTo>
                  <a:lnTo>
                    <a:pt x="137998" y="149352"/>
                  </a:lnTo>
                  <a:lnTo>
                    <a:pt x="133826" y="154754"/>
                  </a:lnTo>
                  <a:lnTo>
                    <a:pt x="130654" y="157338"/>
                  </a:lnTo>
                  <a:lnTo>
                    <a:pt x="128875" y="158413"/>
                  </a:lnTo>
                  <a:lnTo>
                    <a:pt x="127483" y="159023"/>
                  </a:lnTo>
                  <a:lnTo>
                    <a:pt x="125096" y="159053"/>
                  </a:lnTo>
                  <a:lnTo>
                    <a:pt x="123155" y="158636"/>
                  </a:lnTo>
                  <a:lnTo>
                    <a:pt x="121810" y="158683"/>
                  </a:lnTo>
                  <a:lnTo>
                    <a:pt x="121063" y="158033"/>
                  </a:lnTo>
                  <a:lnTo>
                    <a:pt x="119998" y="155846"/>
                  </a:lnTo>
                  <a:lnTo>
                    <a:pt x="118707" y="153685"/>
                  </a:lnTo>
                  <a:lnTo>
                    <a:pt x="118132" y="153183"/>
                  </a:lnTo>
                  <a:lnTo>
                    <a:pt x="117381" y="152766"/>
                  </a:lnTo>
                  <a:lnTo>
                    <a:pt x="116284" y="152523"/>
                  </a:lnTo>
                  <a:lnTo>
                    <a:pt x="113543" y="155683"/>
                  </a:lnTo>
                  <a:lnTo>
                    <a:pt x="112691" y="156542"/>
                  </a:lnTo>
                  <a:lnTo>
                    <a:pt x="111752" y="157188"/>
                  </a:lnTo>
                  <a:lnTo>
                    <a:pt x="109860" y="159120"/>
                  </a:lnTo>
                  <a:lnTo>
                    <a:pt x="109022" y="160154"/>
                  </a:lnTo>
                  <a:lnTo>
                    <a:pt x="107971" y="160058"/>
                  </a:lnTo>
                  <a:lnTo>
                    <a:pt x="106629" y="159782"/>
                  </a:lnTo>
                  <a:lnTo>
                    <a:pt x="105463" y="159879"/>
                  </a:lnTo>
                  <a:lnTo>
                    <a:pt x="104686" y="158409"/>
                  </a:lnTo>
                  <a:lnTo>
                    <a:pt x="104267" y="156754"/>
                  </a:lnTo>
                  <a:lnTo>
                    <a:pt x="102679" y="155741"/>
                  </a:lnTo>
                  <a:lnTo>
                    <a:pt x="101545" y="155449"/>
                  </a:lnTo>
                  <a:lnTo>
                    <a:pt x="101255" y="156184"/>
                  </a:lnTo>
                  <a:lnTo>
                    <a:pt x="100951" y="158439"/>
                  </a:lnTo>
                  <a:lnTo>
                    <a:pt x="100469" y="164201"/>
                  </a:lnTo>
                  <a:lnTo>
                    <a:pt x="100381" y="165647"/>
                  </a:lnTo>
                  <a:lnTo>
                    <a:pt x="101380" y="171377"/>
                  </a:lnTo>
                  <a:lnTo>
                    <a:pt x="101334" y="172250"/>
                  </a:lnTo>
                  <a:lnTo>
                    <a:pt x="100620" y="172547"/>
                  </a:lnTo>
                  <a:lnTo>
                    <a:pt x="99799" y="172642"/>
                  </a:lnTo>
                  <a:lnTo>
                    <a:pt x="99265" y="173151"/>
                  </a:lnTo>
                  <a:lnTo>
                    <a:pt x="98822" y="174104"/>
                  </a:lnTo>
                  <a:lnTo>
                    <a:pt x="98555" y="179060"/>
                  </a:lnTo>
                  <a:lnTo>
                    <a:pt x="97605" y="179970"/>
                  </a:lnTo>
                  <a:lnTo>
                    <a:pt x="97155" y="181009"/>
                  </a:lnTo>
                  <a:lnTo>
                    <a:pt x="96690" y="184072"/>
                  </a:lnTo>
                  <a:lnTo>
                    <a:pt x="96438" y="184144"/>
                  </a:lnTo>
                  <a:lnTo>
                    <a:pt x="94902" y="181821"/>
                  </a:lnTo>
                  <a:lnTo>
                    <a:pt x="94181" y="181629"/>
                  </a:lnTo>
                  <a:lnTo>
                    <a:pt x="94799" y="179218"/>
                  </a:lnTo>
                  <a:lnTo>
                    <a:pt x="94128" y="174463"/>
                  </a:lnTo>
                  <a:lnTo>
                    <a:pt x="93396" y="170007"/>
                  </a:lnTo>
                  <a:lnTo>
                    <a:pt x="94087" y="167156"/>
                  </a:lnTo>
                  <a:lnTo>
                    <a:pt x="95518" y="163718"/>
                  </a:lnTo>
                  <a:lnTo>
                    <a:pt x="97025" y="159691"/>
                  </a:lnTo>
                  <a:lnTo>
                    <a:pt x="97022" y="157207"/>
                  </a:lnTo>
                  <a:lnTo>
                    <a:pt x="96945" y="155311"/>
                  </a:lnTo>
                  <a:lnTo>
                    <a:pt x="96513" y="153999"/>
                  </a:lnTo>
                  <a:lnTo>
                    <a:pt x="95684" y="152256"/>
                  </a:lnTo>
                  <a:lnTo>
                    <a:pt x="94296" y="154118"/>
                  </a:lnTo>
                  <a:lnTo>
                    <a:pt x="93306" y="156172"/>
                  </a:lnTo>
                  <a:lnTo>
                    <a:pt x="92659" y="156589"/>
                  </a:lnTo>
                  <a:lnTo>
                    <a:pt x="91956" y="157761"/>
                  </a:lnTo>
                  <a:lnTo>
                    <a:pt x="91614" y="159874"/>
                  </a:lnTo>
                  <a:lnTo>
                    <a:pt x="90766" y="161522"/>
                  </a:lnTo>
                  <a:lnTo>
                    <a:pt x="89379" y="162167"/>
                  </a:lnTo>
                  <a:lnTo>
                    <a:pt x="87293" y="160404"/>
                  </a:lnTo>
                  <a:lnTo>
                    <a:pt x="85053" y="157720"/>
                  </a:lnTo>
                  <a:lnTo>
                    <a:pt x="83785" y="155546"/>
                  </a:lnTo>
                  <a:lnTo>
                    <a:pt x="82750" y="155028"/>
                  </a:lnTo>
                  <a:lnTo>
                    <a:pt x="81767" y="155983"/>
                  </a:lnTo>
                  <a:lnTo>
                    <a:pt x="78866" y="161310"/>
                  </a:lnTo>
                  <a:lnTo>
                    <a:pt x="76211" y="169094"/>
                  </a:lnTo>
                  <a:lnTo>
                    <a:pt x="75552" y="170440"/>
                  </a:lnTo>
                  <a:lnTo>
                    <a:pt x="73051" y="173786"/>
                  </a:lnTo>
                  <a:lnTo>
                    <a:pt x="71398" y="174909"/>
                  </a:lnTo>
                  <a:lnTo>
                    <a:pt x="70620" y="174648"/>
                  </a:lnTo>
                  <a:lnTo>
                    <a:pt x="67329" y="176121"/>
                  </a:lnTo>
                  <a:lnTo>
                    <a:pt x="65694" y="176336"/>
                  </a:lnTo>
                  <a:lnTo>
                    <a:pt x="64400" y="178103"/>
                  </a:lnTo>
                  <a:lnTo>
                    <a:pt x="61890" y="176187"/>
                  </a:lnTo>
                  <a:lnTo>
                    <a:pt x="60390" y="173737"/>
                  </a:lnTo>
                  <a:lnTo>
                    <a:pt x="59487" y="171248"/>
                  </a:lnTo>
                  <a:lnTo>
                    <a:pt x="58014" y="165893"/>
                  </a:lnTo>
                  <a:lnTo>
                    <a:pt x="56970" y="163346"/>
                  </a:lnTo>
                  <a:lnTo>
                    <a:pt x="54624" y="161056"/>
                  </a:lnTo>
                  <a:lnTo>
                    <a:pt x="50534" y="155493"/>
                  </a:lnTo>
                  <a:lnTo>
                    <a:pt x="49458" y="154882"/>
                  </a:lnTo>
                  <a:lnTo>
                    <a:pt x="46667" y="154086"/>
                  </a:lnTo>
                  <a:lnTo>
                    <a:pt x="43723" y="153584"/>
                  </a:lnTo>
                  <a:lnTo>
                    <a:pt x="43127" y="155608"/>
                  </a:lnTo>
                  <a:lnTo>
                    <a:pt x="42900" y="163626"/>
                  </a:lnTo>
                  <a:lnTo>
                    <a:pt x="42396" y="165833"/>
                  </a:lnTo>
                  <a:lnTo>
                    <a:pt x="42180" y="169992"/>
                  </a:lnTo>
                  <a:lnTo>
                    <a:pt x="41820" y="171189"/>
                  </a:lnTo>
                  <a:lnTo>
                    <a:pt x="41255" y="171975"/>
                  </a:lnTo>
                  <a:lnTo>
                    <a:pt x="40371" y="170662"/>
                  </a:lnTo>
                  <a:lnTo>
                    <a:pt x="39758" y="170082"/>
                  </a:lnTo>
                  <a:lnTo>
                    <a:pt x="38331" y="171795"/>
                  </a:lnTo>
                  <a:lnTo>
                    <a:pt x="35505" y="174197"/>
                  </a:lnTo>
                  <a:lnTo>
                    <a:pt x="34542" y="174534"/>
                  </a:lnTo>
                  <a:lnTo>
                    <a:pt x="31266" y="171515"/>
                  </a:lnTo>
                  <a:lnTo>
                    <a:pt x="30068" y="169576"/>
                  </a:lnTo>
                  <a:lnTo>
                    <a:pt x="29295" y="167426"/>
                  </a:lnTo>
                  <a:lnTo>
                    <a:pt x="29034" y="163795"/>
                  </a:lnTo>
                  <a:lnTo>
                    <a:pt x="28548" y="161727"/>
                  </a:lnTo>
                  <a:lnTo>
                    <a:pt x="28476" y="160307"/>
                  </a:lnTo>
                  <a:lnTo>
                    <a:pt x="28286" y="158673"/>
                  </a:lnTo>
                  <a:lnTo>
                    <a:pt x="27626" y="158026"/>
                  </a:lnTo>
                  <a:lnTo>
                    <a:pt x="26917" y="159260"/>
                  </a:lnTo>
                  <a:lnTo>
                    <a:pt x="26157" y="159209"/>
                  </a:lnTo>
                  <a:lnTo>
                    <a:pt x="25203" y="158453"/>
                  </a:lnTo>
                  <a:lnTo>
                    <a:pt x="22953" y="155412"/>
                  </a:lnTo>
                  <a:lnTo>
                    <a:pt x="21224" y="155171"/>
                  </a:lnTo>
                  <a:lnTo>
                    <a:pt x="20184" y="158883"/>
                  </a:lnTo>
                  <a:lnTo>
                    <a:pt x="19376" y="160064"/>
                  </a:lnTo>
                  <a:lnTo>
                    <a:pt x="18491" y="160415"/>
                  </a:lnTo>
                  <a:lnTo>
                    <a:pt x="18440" y="159359"/>
                  </a:lnTo>
                  <a:lnTo>
                    <a:pt x="19111" y="156959"/>
                  </a:lnTo>
                  <a:lnTo>
                    <a:pt x="16418" y="157401"/>
                  </a:lnTo>
                  <a:lnTo>
                    <a:pt x="14995" y="159229"/>
                  </a:lnTo>
                  <a:lnTo>
                    <a:pt x="13886" y="158945"/>
                  </a:lnTo>
                  <a:lnTo>
                    <a:pt x="13054" y="158120"/>
                  </a:lnTo>
                  <a:lnTo>
                    <a:pt x="13179" y="157110"/>
                  </a:lnTo>
                  <a:lnTo>
                    <a:pt x="14023" y="156739"/>
                  </a:lnTo>
                  <a:lnTo>
                    <a:pt x="14755" y="155918"/>
                  </a:lnTo>
                  <a:lnTo>
                    <a:pt x="17674" y="155250"/>
                  </a:lnTo>
                  <a:lnTo>
                    <a:pt x="18356" y="154579"/>
                  </a:lnTo>
                  <a:lnTo>
                    <a:pt x="19102" y="151971"/>
                  </a:lnTo>
                  <a:lnTo>
                    <a:pt x="20461" y="149721"/>
                  </a:lnTo>
                  <a:lnTo>
                    <a:pt x="20634" y="148756"/>
                  </a:lnTo>
                  <a:lnTo>
                    <a:pt x="19589" y="148743"/>
                  </a:lnTo>
                  <a:lnTo>
                    <a:pt x="15116" y="149395"/>
                  </a:lnTo>
                  <a:lnTo>
                    <a:pt x="12045" y="149036"/>
                  </a:lnTo>
                  <a:lnTo>
                    <a:pt x="11680" y="150150"/>
                  </a:lnTo>
                  <a:lnTo>
                    <a:pt x="11219" y="150307"/>
                  </a:lnTo>
                  <a:lnTo>
                    <a:pt x="11091" y="147276"/>
                  </a:lnTo>
                  <a:lnTo>
                    <a:pt x="11576" y="145866"/>
                  </a:lnTo>
                  <a:lnTo>
                    <a:pt x="12230" y="145997"/>
                  </a:lnTo>
                  <a:lnTo>
                    <a:pt x="13834" y="144772"/>
                  </a:lnTo>
                  <a:lnTo>
                    <a:pt x="13691" y="142253"/>
                  </a:lnTo>
                  <a:lnTo>
                    <a:pt x="12541" y="140551"/>
                  </a:lnTo>
                  <a:lnTo>
                    <a:pt x="12308" y="139547"/>
                  </a:lnTo>
                  <a:lnTo>
                    <a:pt x="11474" y="139311"/>
                  </a:lnTo>
                  <a:lnTo>
                    <a:pt x="10798" y="138115"/>
                  </a:lnTo>
                  <a:lnTo>
                    <a:pt x="10651" y="135094"/>
                  </a:lnTo>
                  <a:lnTo>
                    <a:pt x="10113" y="131778"/>
                  </a:lnTo>
                  <a:lnTo>
                    <a:pt x="9344" y="130174"/>
                  </a:lnTo>
                  <a:lnTo>
                    <a:pt x="9439" y="129294"/>
                  </a:lnTo>
                  <a:lnTo>
                    <a:pt x="10848" y="128178"/>
                  </a:lnTo>
                  <a:lnTo>
                    <a:pt x="11140" y="123543"/>
                  </a:lnTo>
                  <a:lnTo>
                    <a:pt x="10925" y="120696"/>
                  </a:lnTo>
                  <a:lnTo>
                    <a:pt x="10216" y="120454"/>
                  </a:lnTo>
                  <a:lnTo>
                    <a:pt x="8150" y="118207"/>
                  </a:lnTo>
                  <a:lnTo>
                    <a:pt x="7523" y="118447"/>
                  </a:lnTo>
                  <a:lnTo>
                    <a:pt x="6839" y="115978"/>
                  </a:lnTo>
                  <a:lnTo>
                    <a:pt x="5641" y="114205"/>
                  </a:lnTo>
                  <a:lnTo>
                    <a:pt x="5048" y="114854"/>
                  </a:lnTo>
                  <a:lnTo>
                    <a:pt x="4676" y="115655"/>
                  </a:lnTo>
                  <a:lnTo>
                    <a:pt x="4121" y="115271"/>
                  </a:lnTo>
                  <a:lnTo>
                    <a:pt x="3191" y="113731"/>
                  </a:lnTo>
                  <a:lnTo>
                    <a:pt x="2277" y="112900"/>
                  </a:lnTo>
                  <a:lnTo>
                    <a:pt x="1872" y="111875"/>
                  </a:lnTo>
                  <a:lnTo>
                    <a:pt x="2380" y="109130"/>
                  </a:lnTo>
                  <a:lnTo>
                    <a:pt x="3080" y="109195"/>
                  </a:lnTo>
                  <a:lnTo>
                    <a:pt x="3208" y="107045"/>
                  </a:lnTo>
                  <a:lnTo>
                    <a:pt x="2655" y="103462"/>
                  </a:lnTo>
                  <a:lnTo>
                    <a:pt x="2709" y="101622"/>
                  </a:lnTo>
                  <a:lnTo>
                    <a:pt x="3319" y="101118"/>
                  </a:lnTo>
                  <a:lnTo>
                    <a:pt x="4014" y="101465"/>
                  </a:lnTo>
                  <a:lnTo>
                    <a:pt x="4715" y="103606"/>
                  </a:lnTo>
                  <a:lnTo>
                    <a:pt x="4944" y="105678"/>
                  </a:lnTo>
                  <a:lnTo>
                    <a:pt x="4797" y="107696"/>
                  </a:lnTo>
                  <a:lnTo>
                    <a:pt x="5242" y="109651"/>
                  </a:lnTo>
                  <a:lnTo>
                    <a:pt x="5558" y="110145"/>
                  </a:lnTo>
                  <a:lnTo>
                    <a:pt x="5771" y="108087"/>
                  </a:lnTo>
                  <a:lnTo>
                    <a:pt x="6069" y="107696"/>
                  </a:lnTo>
                  <a:lnTo>
                    <a:pt x="6478" y="108595"/>
                  </a:lnTo>
                  <a:lnTo>
                    <a:pt x="7358" y="109045"/>
                  </a:lnTo>
                  <a:lnTo>
                    <a:pt x="9639" y="107781"/>
                  </a:lnTo>
                  <a:lnTo>
                    <a:pt x="10077" y="106711"/>
                  </a:lnTo>
                  <a:lnTo>
                    <a:pt x="8406" y="106832"/>
                  </a:lnTo>
                  <a:lnTo>
                    <a:pt x="7795" y="105831"/>
                  </a:lnTo>
                  <a:lnTo>
                    <a:pt x="7131" y="103590"/>
                  </a:lnTo>
                  <a:lnTo>
                    <a:pt x="6722" y="101556"/>
                  </a:lnTo>
                  <a:lnTo>
                    <a:pt x="6649" y="100557"/>
                  </a:lnTo>
                  <a:lnTo>
                    <a:pt x="6418" y="99097"/>
                  </a:lnTo>
                  <a:lnTo>
                    <a:pt x="6673" y="98315"/>
                  </a:lnTo>
                  <a:lnTo>
                    <a:pt x="7817" y="97142"/>
                  </a:lnTo>
                  <a:lnTo>
                    <a:pt x="8822" y="93859"/>
                  </a:lnTo>
                  <a:lnTo>
                    <a:pt x="8403" y="92909"/>
                  </a:lnTo>
                  <a:lnTo>
                    <a:pt x="7924" y="92460"/>
                  </a:lnTo>
                  <a:lnTo>
                    <a:pt x="7404" y="92793"/>
                  </a:lnTo>
                  <a:lnTo>
                    <a:pt x="6911" y="91669"/>
                  </a:lnTo>
                  <a:lnTo>
                    <a:pt x="6847" y="90105"/>
                  </a:lnTo>
                  <a:lnTo>
                    <a:pt x="7242" y="88840"/>
                  </a:lnTo>
                  <a:lnTo>
                    <a:pt x="7283" y="87100"/>
                  </a:lnTo>
                  <a:lnTo>
                    <a:pt x="5992" y="82815"/>
                  </a:lnTo>
                  <a:lnTo>
                    <a:pt x="5632" y="81881"/>
                  </a:lnTo>
                  <a:lnTo>
                    <a:pt x="5909" y="80480"/>
                  </a:lnTo>
                  <a:lnTo>
                    <a:pt x="6895" y="78134"/>
                  </a:lnTo>
                  <a:lnTo>
                    <a:pt x="7834" y="75230"/>
                  </a:lnTo>
                  <a:lnTo>
                    <a:pt x="7721" y="74275"/>
                  </a:lnTo>
                  <a:lnTo>
                    <a:pt x="7028" y="73884"/>
                  </a:lnTo>
                  <a:lnTo>
                    <a:pt x="3730" y="75130"/>
                  </a:lnTo>
                  <a:lnTo>
                    <a:pt x="2449" y="76212"/>
                  </a:lnTo>
                  <a:lnTo>
                    <a:pt x="164" y="76706"/>
                  </a:lnTo>
                  <a:lnTo>
                    <a:pt x="0" y="75127"/>
                  </a:lnTo>
                  <a:lnTo>
                    <a:pt x="51" y="73705"/>
                  </a:lnTo>
                  <a:lnTo>
                    <a:pt x="564" y="71113"/>
                  </a:lnTo>
                  <a:lnTo>
                    <a:pt x="517" y="64724"/>
                  </a:lnTo>
                  <a:lnTo>
                    <a:pt x="820" y="61260"/>
                  </a:lnTo>
                  <a:lnTo>
                    <a:pt x="2089" y="60229"/>
                  </a:lnTo>
                  <a:lnTo>
                    <a:pt x="3647" y="55138"/>
                  </a:lnTo>
                  <a:lnTo>
                    <a:pt x="6172" y="49141"/>
                  </a:lnTo>
                  <a:lnTo>
                    <a:pt x="8807" y="49256"/>
                  </a:lnTo>
                  <a:lnTo>
                    <a:pt x="9860" y="47601"/>
                  </a:lnTo>
                  <a:lnTo>
                    <a:pt x="11426" y="47504"/>
                  </a:lnTo>
                  <a:lnTo>
                    <a:pt x="11711" y="48708"/>
                  </a:lnTo>
                  <a:lnTo>
                    <a:pt x="11888" y="49859"/>
                  </a:lnTo>
                  <a:lnTo>
                    <a:pt x="13262" y="51514"/>
                  </a:lnTo>
                  <a:lnTo>
                    <a:pt x="15689" y="51251"/>
                  </a:lnTo>
                  <a:lnTo>
                    <a:pt x="16279" y="50599"/>
                  </a:lnTo>
                  <a:lnTo>
                    <a:pt x="16848" y="49687"/>
                  </a:lnTo>
                  <a:lnTo>
                    <a:pt x="15726" y="46740"/>
                  </a:lnTo>
                  <a:lnTo>
                    <a:pt x="16085" y="45909"/>
                  </a:lnTo>
                  <a:lnTo>
                    <a:pt x="17101" y="45811"/>
                  </a:lnTo>
                  <a:lnTo>
                    <a:pt x="18204" y="46505"/>
                  </a:lnTo>
                  <a:lnTo>
                    <a:pt x="18254" y="47180"/>
                  </a:lnTo>
                  <a:lnTo>
                    <a:pt x="17961" y="48105"/>
                  </a:lnTo>
                  <a:lnTo>
                    <a:pt x="17620" y="49726"/>
                  </a:lnTo>
                  <a:lnTo>
                    <a:pt x="17944" y="50038"/>
                  </a:lnTo>
                  <a:lnTo>
                    <a:pt x="21083" y="49058"/>
                  </a:lnTo>
                  <a:lnTo>
                    <a:pt x="24363" y="49843"/>
                  </a:lnTo>
                  <a:lnTo>
                    <a:pt x="25407" y="49418"/>
                  </a:lnTo>
                  <a:lnTo>
                    <a:pt x="27986" y="49451"/>
                  </a:lnTo>
                  <a:lnTo>
                    <a:pt x="28448" y="48434"/>
                  </a:lnTo>
                  <a:lnTo>
                    <a:pt x="27668" y="47157"/>
                  </a:lnTo>
                  <a:lnTo>
                    <a:pt x="26905" y="46712"/>
                  </a:lnTo>
                  <a:lnTo>
                    <a:pt x="26391" y="46090"/>
                  </a:lnTo>
                  <a:lnTo>
                    <a:pt x="25878" y="45187"/>
                  </a:lnTo>
                  <a:lnTo>
                    <a:pt x="27514" y="42335"/>
                  </a:lnTo>
                  <a:lnTo>
                    <a:pt x="28438" y="41787"/>
                  </a:lnTo>
                  <a:lnTo>
                    <a:pt x="32798" y="40035"/>
                  </a:lnTo>
                  <a:lnTo>
                    <a:pt x="36040" y="39158"/>
                  </a:lnTo>
                  <a:lnTo>
                    <a:pt x="36082" y="38507"/>
                  </a:lnTo>
                  <a:lnTo>
                    <a:pt x="35614" y="38505"/>
                  </a:lnTo>
                  <a:lnTo>
                    <a:pt x="31424" y="37054"/>
                  </a:lnTo>
                  <a:lnTo>
                    <a:pt x="30415" y="35930"/>
                  </a:lnTo>
                  <a:lnTo>
                    <a:pt x="29012" y="33255"/>
                  </a:lnTo>
                  <a:lnTo>
                    <a:pt x="28708" y="32499"/>
                  </a:lnTo>
                  <a:lnTo>
                    <a:pt x="28355" y="31195"/>
                  </a:lnTo>
                  <a:lnTo>
                    <a:pt x="28565" y="28414"/>
                  </a:lnTo>
                  <a:lnTo>
                    <a:pt x="28825" y="26181"/>
                  </a:lnTo>
                  <a:lnTo>
                    <a:pt x="29342" y="24887"/>
                  </a:lnTo>
                  <a:lnTo>
                    <a:pt x="31016" y="24689"/>
                  </a:lnTo>
                  <a:lnTo>
                    <a:pt x="36756" y="26961"/>
                  </a:lnTo>
                  <a:lnTo>
                    <a:pt x="40847" y="25599"/>
                  </a:lnTo>
                  <a:lnTo>
                    <a:pt x="45319" y="28911"/>
                  </a:lnTo>
                  <a:lnTo>
                    <a:pt x="49595" y="28238"/>
                  </a:lnTo>
                  <a:lnTo>
                    <a:pt x="50478" y="26752"/>
                  </a:lnTo>
                  <a:lnTo>
                    <a:pt x="51548" y="21962"/>
                  </a:lnTo>
                  <a:lnTo>
                    <a:pt x="57589" y="14008"/>
                  </a:lnTo>
                  <a:lnTo>
                    <a:pt x="59705" y="9860"/>
                  </a:lnTo>
                  <a:lnTo>
                    <a:pt x="61971" y="7590"/>
                  </a:lnTo>
                  <a:lnTo>
                    <a:pt x="65860" y="5068"/>
                  </a:lnTo>
                  <a:lnTo>
                    <a:pt x="69110" y="1734"/>
                  </a:lnTo>
                  <a:lnTo>
                    <a:pt x="70038" y="1350"/>
                  </a:lnTo>
                  <a:lnTo>
                    <a:pt x="77841" y="2943"/>
                  </a:lnTo>
                  <a:lnTo>
                    <a:pt x="83201" y="3145"/>
                  </a:lnTo>
                  <a:lnTo>
                    <a:pt x="85662" y="0"/>
                  </a:lnTo>
                  <a:lnTo>
                    <a:pt x="87089" y="1055"/>
                  </a:lnTo>
                  <a:lnTo>
                    <a:pt x="86955" y="2180"/>
                  </a:lnTo>
                  <a:lnTo>
                    <a:pt x="86696" y="3140"/>
                  </a:lnTo>
                  <a:lnTo>
                    <a:pt x="86773" y="5087"/>
                  </a:lnTo>
                  <a:lnTo>
                    <a:pt x="87611" y="7945"/>
                  </a:lnTo>
                  <a:lnTo>
                    <a:pt x="88462" y="9891"/>
                  </a:lnTo>
                  <a:lnTo>
                    <a:pt x="90964" y="12683"/>
                  </a:lnTo>
                  <a:lnTo>
                    <a:pt x="94443" y="10329"/>
                  </a:lnTo>
                  <a:lnTo>
                    <a:pt x="95003" y="10591"/>
                  </a:lnTo>
                  <a:lnTo>
                    <a:pt x="95711" y="11249"/>
                  </a:lnTo>
                  <a:lnTo>
                    <a:pt x="96936" y="18814"/>
                  </a:lnTo>
                  <a:lnTo>
                    <a:pt x="97890" y="21486"/>
                  </a:lnTo>
                  <a:lnTo>
                    <a:pt x="99110" y="23304"/>
                  </a:lnTo>
                  <a:lnTo>
                    <a:pt x="100113" y="23662"/>
                  </a:lnTo>
                  <a:lnTo>
                    <a:pt x="100858" y="21766"/>
                  </a:lnTo>
                  <a:lnTo>
                    <a:pt x="101434" y="21001"/>
                  </a:lnTo>
                  <a:lnTo>
                    <a:pt x="102690" y="20678"/>
                  </a:lnTo>
                  <a:lnTo>
                    <a:pt x="104750" y="23281"/>
                  </a:lnTo>
                  <a:lnTo>
                    <a:pt x="105463" y="25969"/>
                  </a:lnTo>
                  <a:lnTo>
                    <a:pt x="108970" y="28046"/>
                  </a:lnTo>
                  <a:lnTo>
                    <a:pt x="112187" y="29087"/>
                  </a:lnTo>
                  <a:lnTo>
                    <a:pt x="113576" y="31362"/>
                  </a:lnTo>
                  <a:lnTo>
                    <a:pt x="118104" y="33649"/>
                  </a:lnTo>
                  <a:lnTo>
                    <a:pt x="119795" y="33294"/>
                  </a:lnTo>
                  <a:lnTo>
                    <a:pt x="122633" y="30896"/>
                  </a:lnTo>
                  <a:lnTo>
                    <a:pt x="128153" y="28273"/>
                  </a:lnTo>
                  <a:lnTo>
                    <a:pt x="131821" y="31935"/>
                  </a:lnTo>
                  <a:lnTo>
                    <a:pt x="132814" y="32410"/>
                  </a:lnTo>
                  <a:lnTo>
                    <a:pt x="133670" y="32094"/>
                  </a:lnTo>
                  <a:lnTo>
                    <a:pt x="134903" y="33102"/>
                  </a:lnTo>
                  <a:lnTo>
                    <a:pt x="136218" y="32561"/>
                  </a:lnTo>
                  <a:lnTo>
                    <a:pt x="140277" y="28244"/>
                  </a:lnTo>
                  <a:lnTo>
                    <a:pt x="141547" y="25797"/>
                  </a:lnTo>
                  <a:lnTo>
                    <a:pt x="142892" y="25165"/>
                  </a:lnTo>
                  <a:lnTo>
                    <a:pt x="144085" y="23701"/>
                  </a:lnTo>
                  <a:lnTo>
                    <a:pt x="147265" y="1890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g1435"/>
            <p:cNvSpPr/>
            <p:nvPr/>
          </p:nvSpPr>
          <p:spPr>
            <a:xfrm>
              <a:off x="3073172" y="2390254"/>
              <a:ext cx="29016" cy="59626"/>
            </a:xfrm>
            <a:custGeom>
              <a:avLst/>
              <a:pathLst>
                <a:path w="29016" h="59626">
                  <a:moveTo>
                    <a:pt x="18991" y="3670"/>
                  </a:moveTo>
                  <a:lnTo>
                    <a:pt x="18730" y="7043"/>
                  </a:lnTo>
                  <a:lnTo>
                    <a:pt x="19336" y="10759"/>
                  </a:lnTo>
                  <a:lnTo>
                    <a:pt x="20754" y="15920"/>
                  </a:lnTo>
                  <a:lnTo>
                    <a:pt x="22182" y="18524"/>
                  </a:lnTo>
                  <a:lnTo>
                    <a:pt x="27954" y="24965"/>
                  </a:lnTo>
                  <a:lnTo>
                    <a:pt x="29016" y="25516"/>
                  </a:lnTo>
                  <a:lnTo>
                    <a:pt x="28775" y="28153"/>
                  </a:lnTo>
                  <a:lnTo>
                    <a:pt x="28427" y="30498"/>
                  </a:lnTo>
                  <a:lnTo>
                    <a:pt x="28045" y="32062"/>
                  </a:lnTo>
                  <a:lnTo>
                    <a:pt x="26354" y="33068"/>
                  </a:lnTo>
                  <a:lnTo>
                    <a:pt x="21688" y="30192"/>
                  </a:lnTo>
                  <a:lnTo>
                    <a:pt x="20507" y="29919"/>
                  </a:lnTo>
                  <a:lnTo>
                    <a:pt x="19675" y="30492"/>
                  </a:lnTo>
                  <a:lnTo>
                    <a:pt x="18133" y="32583"/>
                  </a:lnTo>
                  <a:lnTo>
                    <a:pt x="16423" y="31912"/>
                  </a:lnTo>
                  <a:lnTo>
                    <a:pt x="14040" y="33098"/>
                  </a:lnTo>
                  <a:lnTo>
                    <a:pt x="13374" y="37034"/>
                  </a:lnTo>
                  <a:lnTo>
                    <a:pt x="11719" y="41543"/>
                  </a:lnTo>
                  <a:lnTo>
                    <a:pt x="8994" y="45187"/>
                  </a:lnTo>
                  <a:lnTo>
                    <a:pt x="7047" y="47137"/>
                  </a:lnTo>
                  <a:lnTo>
                    <a:pt x="4124" y="54127"/>
                  </a:lnTo>
                  <a:lnTo>
                    <a:pt x="2797" y="58207"/>
                  </a:lnTo>
                  <a:lnTo>
                    <a:pt x="2238" y="59000"/>
                  </a:lnTo>
                  <a:lnTo>
                    <a:pt x="1574" y="59626"/>
                  </a:lnTo>
                  <a:lnTo>
                    <a:pt x="1797" y="57666"/>
                  </a:lnTo>
                  <a:lnTo>
                    <a:pt x="2126" y="55873"/>
                  </a:lnTo>
                  <a:lnTo>
                    <a:pt x="2051" y="54521"/>
                  </a:lnTo>
                  <a:lnTo>
                    <a:pt x="2065" y="52554"/>
                  </a:lnTo>
                  <a:lnTo>
                    <a:pt x="3040" y="50322"/>
                  </a:lnTo>
                  <a:lnTo>
                    <a:pt x="3927" y="48704"/>
                  </a:lnTo>
                  <a:lnTo>
                    <a:pt x="6550" y="45772"/>
                  </a:lnTo>
                  <a:lnTo>
                    <a:pt x="7240" y="43338"/>
                  </a:lnTo>
                  <a:lnTo>
                    <a:pt x="5183" y="43395"/>
                  </a:lnTo>
                  <a:lnTo>
                    <a:pt x="3095" y="43936"/>
                  </a:lnTo>
                  <a:lnTo>
                    <a:pt x="1780" y="43590"/>
                  </a:lnTo>
                  <a:lnTo>
                    <a:pt x="639" y="43789"/>
                  </a:lnTo>
                  <a:lnTo>
                    <a:pt x="276" y="41660"/>
                  </a:lnTo>
                  <a:lnTo>
                    <a:pt x="0" y="40378"/>
                  </a:lnTo>
                  <a:lnTo>
                    <a:pt x="295" y="39979"/>
                  </a:lnTo>
                  <a:lnTo>
                    <a:pt x="675" y="39702"/>
                  </a:lnTo>
                  <a:lnTo>
                    <a:pt x="1345" y="37431"/>
                  </a:lnTo>
                  <a:lnTo>
                    <a:pt x="1944" y="35756"/>
                  </a:lnTo>
                  <a:lnTo>
                    <a:pt x="2808" y="33649"/>
                  </a:lnTo>
                  <a:lnTo>
                    <a:pt x="3029" y="32391"/>
                  </a:lnTo>
                  <a:lnTo>
                    <a:pt x="3029" y="31218"/>
                  </a:lnTo>
                  <a:lnTo>
                    <a:pt x="2823" y="30404"/>
                  </a:lnTo>
                  <a:lnTo>
                    <a:pt x="2782" y="29437"/>
                  </a:lnTo>
                  <a:lnTo>
                    <a:pt x="2756" y="28071"/>
                  </a:lnTo>
                  <a:lnTo>
                    <a:pt x="2804" y="25249"/>
                  </a:lnTo>
                  <a:lnTo>
                    <a:pt x="4782" y="22166"/>
                  </a:lnTo>
                  <a:lnTo>
                    <a:pt x="5416" y="21840"/>
                  </a:lnTo>
                  <a:lnTo>
                    <a:pt x="5633" y="20433"/>
                  </a:lnTo>
                  <a:lnTo>
                    <a:pt x="5487" y="17171"/>
                  </a:lnTo>
                  <a:lnTo>
                    <a:pt x="5214" y="14537"/>
                  </a:lnTo>
                  <a:lnTo>
                    <a:pt x="4860" y="14361"/>
                  </a:lnTo>
                  <a:lnTo>
                    <a:pt x="4384" y="13592"/>
                  </a:lnTo>
                  <a:lnTo>
                    <a:pt x="4071" y="12702"/>
                  </a:lnTo>
                  <a:lnTo>
                    <a:pt x="3572" y="11728"/>
                  </a:lnTo>
                  <a:lnTo>
                    <a:pt x="2710" y="11131"/>
                  </a:lnTo>
                  <a:lnTo>
                    <a:pt x="2682" y="10300"/>
                  </a:lnTo>
                  <a:lnTo>
                    <a:pt x="2771" y="9469"/>
                  </a:lnTo>
                  <a:lnTo>
                    <a:pt x="3089" y="8619"/>
                  </a:lnTo>
                  <a:lnTo>
                    <a:pt x="4542" y="7886"/>
                  </a:lnTo>
                  <a:lnTo>
                    <a:pt x="4713" y="7286"/>
                  </a:lnTo>
                  <a:lnTo>
                    <a:pt x="4910" y="5807"/>
                  </a:lnTo>
                  <a:lnTo>
                    <a:pt x="5198" y="4293"/>
                  </a:lnTo>
                  <a:lnTo>
                    <a:pt x="5541" y="3793"/>
                  </a:lnTo>
                  <a:lnTo>
                    <a:pt x="6155" y="3839"/>
                  </a:lnTo>
                  <a:lnTo>
                    <a:pt x="7320" y="3490"/>
                  </a:lnTo>
                  <a:lnTo>
                    <a:pt x="8132" y="2996"/>
                  </a:lnTo>
                  <a:lnTo>
                    <a:pt x="8938" y="1962"/>
                  </a:lnTo>
                  <a:lnTo>
                    <a:pt x="9351" y="1022"/>
                  </a:lnTo>
                  <a:lnTo>
                    <a:pt x="11097" y="477"/>
                  </a:lnTo>
                  <a:lnTo>
                    <a:pt x="11588" y="0"/>
                  </a:lnTo>
                  <a:lnTo>
                    <a:pt x="12074" y="405"/>
                  </a:lnTo>
                  <a:lnTo>
                    <a:pt x="12727" y="2015"/>
                  </a:lnTo>
                  <a:lnTo>
                    <a:pt x="13803" y="4325"/>
                  </a:lnTo>
                  <a:lnTo>
                    <a:pt x="14381" y="5095"/>
                  </a:lnTo>
                  <a:lnTo>
                    <a:pt x="14813" y="4738"/>
                  </a:lnTo>
                  <a:lnTo>
                    <a:pt x="15594" y="3898"/>
                  </a:lnTo>
                  <a:lnTo>
                    <a:pt x="16342" y="3892"/>
                  </a:lnTo>
                  <a:lnTo>
                    <a:pt x="16945" y="4039"/>
                  </a:lnTo>
                  <a:lnTo>
                    <a:pt x="17237" y="3308"/>
                  </a:lnTo>
                  <a:lnTo>
                    <a:pt x="17691" y="315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g1436"/>
            <p:cNvSpPr/>
            <p:nvPr/>
          </p:nvSpPr>
          <p:spPr>
            <a:xfrm>
              <a:off x="3960017" y="2909465"/>
              <a:ext cx="1575" cy="3184"/>
            </a:xfrm>
            <a:custGeom>
              <a:avLst/>
              <a:pathLst>
                <a:path w="1575" h="3184">
                  <a:moveTo>
                    <a:pt x="1154" y="0"/>
                  </a:moveTo>
                  <a:lnTo>
                    <a:pt x="1575" y="1966"/>
                  </a:lnTo>
                  <a:lnTo>
                    <a:pt x="1397" y="3184"/>
                  </a:lnTo>
                  <a:lnTo>
                    <a:pt x="75" y="2535"/>
                  </a:lnTo>
                  <a:lnTo>
                    <a:pt x="0" y="1344"/>
                  </a:lnTo>
                  <a:lnTo>
                    <a:pt x="500" y="156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g1437"/>
            <p:cNvSpPr/>
            <p:nvPr/>
          </p:nvSpPr>
          <p:spPr>
            <a:xfrm>
              <a:off x="3977179" y="2887162"/>
              <a:ext cx="17848" cy="99045"/>
            </a:xfrm>
            <a:custGeom>
              <a:avLst/>
              <a:pathLst>
                <a:path w="17848" h="99045">
                  <a:moveTo>
                    <a:pt x="9001" y="78498"/>
                  </a:moveTo>
                  <a:lnTo>
                    <a:pt x="8406" y="81963"/>
                  </a:lnTo>
                  <a:lnTo>
                    <a:pt x="7930" y="85625"/>
                  </a:lnTo>
                  <a:lnTo>
                    <a:pt x="7737" y="89081"/>
                  </a:lnTo>
                  <a:lnTo>
                    <a:pt x="7748" y="92646"/>
                  </a:lnTo>
                  <a:lnTo>
                    <a:pt x="7612" y="95864"/>
                  </a:lnTo>
                  <a:lnTo>
                    <a:pt x="7377" y="99045"/>
                  </a:lnTo>
                  <a:lnTo>
                    <a:pt x="6444" y="98129"/>
                  </a:lnTo>
                  <a:lnTo>
                    <a:pt x="5938" y="95851"/>
                  </a:lnTo>
                  <a:lnTo>
                    <a:pt x="5821" y="92111"/>
                  </a:lnTo>
                  <a:lnTo>
                    <a:pt x="5144" y="87593"/>
                  </a:lnTo>
                  <a:lnTo>
                    <a:pt x="4891" y="86298"/>
                  </a:lnTo>
                  <a:lnTo>
                    <a:pt x="3915" y="83771"/>
                  </a:lnTo>
                  <a:lnTo>
                    <a:pt x="3029" y="82512"/>
                  </a:lnTo>
                  <a:lnTo>
                    <a:pt x="2343" y="80648"/>
                  </a:lnTo>
                  <a:lnTo>
                    <a:pt x="2433" y="80801"/>
                  </a:lnTo>
                  <a:lnTo>
                    <a:pt x="1926" y="78289"/>
                  </a:lnTo>
                  <a:lnTo>
                    <a:pt x="1541" y="75615"/>
                  </a:lnTo>
                  <a:lnTo>
                    <a:pt x="746" y="68022"/>
                  </a:lnTo>
                  <a:lnTo>
                    <a:pt x="472" y="66186"/>
                  </a:lnTo>
                  <a:lnTo>
                    <a:pt x="105" y="64511"/>
                  </a:lnTo>
                  <a:lnTo>
                    <a:pt x="0" y="62855"/>
                  </a:lnTo>
                  <a:lnTo>
                    <a:pt x="125" y="61014"/>
                  </a:lnTo>
                  <a:lnTo>
                    <a:pt x="468" y="58262"/>
                  </a:lnTo>
                  <a:lnTo>
                    <a:pt x="677" y="55488"/>
                  </a:lnTo>
                  <a:lnTo>
                    <a:pt x="508" y="51719"/>
                  </a:lnTo>
                  <a:lnTo>
                    <a:pt x="573" y="47986"/>
                  </a:lnTo>
                  <a:lnTo>
                    <a:pt x="831" y="46329"/>
                  </a:lnTo>
                  <a:lnTo>
                    <a:pt x="5357" y="23591"/>
                  </a:lnTo>
                  <a:lnTo>
                    <a:pt x="6584" y="18752"/>
                  </a:lnTo>
                  <a:lnTo>
                    <a:pt x="7339" y="16377"/>
                  </a:lnTo>
                  <a:lnTo>
                    <a:pt x="7970" y="13699"/>
                  </a:lnTo>
                  <a:lnTo>
                    <a:pt x="8571" y="10310"/>
                  </a:lnTo>
                  <a:lnTo>
                    <a:pt x="9307" y="7212"/>
                  </a:lnTo>
                  <a:lnTo>
                    <a:pt x="9834" y="6258"/>
                  </a:lnTo>
                  <a:lnTo>
                    <a:pt x="12430" y="3478"/>
                  </a:lnTo>
                  <a:lnTo>
                    <a:pt x="13239" y="823"/>
                  </a:lnTo>
                  <a:lnTo>
                    <a:pt x="13888" y="0"/>
                  </a:lnTo>
                  <a:lnTo>
                    <a:pt x="14624" y="46"/>
                  </a:lnTo>
                  <a:lnTo>
                    <a:pt x="15099" y="1314"/>
                  </a:lnTo>
                  <a:lnTo>
                    <a:pt x="15522" y="2816"/>
                  </a:lnTo>
                  <a:lnTo>
                    <a:pt x="15966" y="3628"/>
                  </a:lnTo>
                  <a:lnTo>
                    <a:pt x="17115" y="5096"/>
                  </a:lnTo>
                  <a:lnTo>
                    <a:pt x="17619" y="6514"/>
                  </a:lnTo>
                  <a:lnTo>
                    <a:pt x="17848" y="8958"/>
                  </a:lnTo>
                  <a:lnTo>
                    <a:pt x="17148" y="11277"/>
                  </a:lnTo>
                  <a:lnTo>
                    <a:pt x="16801" y="13367"/>
                  </a:lnTo>
                  <a:lnTo>
                    <a:pt x="16736" y="15677"/>
                  </a:lnTo>
                  <a:lnTo>
                    <a:pt x="16861" y="18804"/>
                  </a:lnTo>
                  <a:lnTo>
                    <a:pt x="16877" y="21941"/>
                  </a:lnTo>
                  <a:lnTo>
                    <a:pt x="16002" y="29302"/>
                  </a:lnTo>
                  <a:lnTo>
                    <a:pt x="15063" y="33887"/>
                  </a:lnTo>
                  <a:lnTo>
                    <a:pt x="14811" y="36173"/>
                  </a:lnTo>
                  <a:lnTo>
                    <a:pt x="14525" y="41841"/>
                  </a:lnTo>
                  <a:lnTo>
                    <a:pt x="13974" y="47533"/>
                  </a:lnTo>
                  <a:lnTo>
                    <a:pt x="13504" y="54749"/>
                  </a:lnTo>
                  <a:lnTo>
                    <a:pt x="12738" y="62182"/>
                  </a:lnTo>
                  <a:lnTo>
                    <a:pt x="12303" y="65292"/>
                  </a:lnTo>
                  <a:lnTo>
                    <a:pt x="11761" y="68267"/>
                  </a:lnTo>
                  <a:lnTo>
                    <a:pt x="10467" y="7388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g1438"/>
            <p:cNvSpPr/>
            <p:nvPr/>
          </p:nvSpPr>
          <p:spPr>
            <a:xfrm>
              <a:off x="3203572" y="3860097"/>
              <a:ext cx="2924" cy="10085"/>
            </a:xfrm>
            <a:custGeom>
              <a:avLst/>
              <a:pathLst>
                <a:path w="2924" h="10085">
                  <a:moveTo>
                    <a:pt x="1042" y="9698"/>
                  </a:moveTo>
                  <a:lnTo>
                    <a:pt x="522" y="10085"/>
                  </a:lnTo>
                  <a:lnTo>
                    <a:pt x="319" y="9710"/>
                  </a:lnTo>
                  <a:lnTo>
                    <a:pt x="0" y="8478"/>
                  </a:lnTo>
                  <a:lnTo>
                    <a:pt x="554" y="7427"/>
                  </a:lnTo>
                  <a:lnTo>
                    <a:pt x="1092" y="5387"/>
                  </a:lnTo>
                  <a:lnTo>
                    <a:pt x="2342" y="2395"/>
                  </a:lnTo>
                  <a:lnTo>
                    <a:pt x="2768" y="421"/>
                  </a:lnTo>
                  <a:lnTo>
                    <a:pt x="2924" y="0"/>
                  </a:lnTo>
                  <a:lnTo>
                    <a:pt x="2834" y="2331"/>
                  </a:lnTo>
                  <a:lnTo>
                    <a:pt x="2129" y="7430"/>
                  </a:lnTo>
                  <a:lnTo>
                    <a:pt x="1527" y="77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g1439"/>
            <p:cNvSpPr/>
            <p:nvPr/>
          </p:nvSpPr>
          <p:spPr>
            <a:xfrm>
              <a:off x="3199528" y="3803149"/>
              <a:ext cx="3756" cy="21622"/>
            </a:xfrm>
            <a:custGeom>
              <a:avLst/>
              <a:pathLst>
                <a:path w="3756" h="21622">
                  <a:moveTo>
                    <a:pt x="3020" y="13374"/>
                  </a:moveTo>
                  <a:lnTo>
                    <a:pt x="3756" y="19662"/>
                  </a:lnTo>
                  <a:lnTo>
                    <a:pt x="3661" y="20840"/>
                  </a:lnTo>
                  <a:lnTo>
                    <a:pt x="3142" y="21561"/>
                  </a:lnTo>
                  <a:lnTo>
                    <a:pt x="2870" y="21622"/>
                  </a:lnTo>
                  <a:lnTo>
                    <a:pt x="2548" y="20617"/>
                  </a:lnTo>
                  <a:lnTo>
                    <a:pt x="2319" y="18494"/>
                  </a:lnTo>
                  <a:lnTo>
                    <a:pt x="1925" y="18999"/>
                  </a:lnTo>
                  <a:lnTo>
                    <a:pt x="1253" y="16462"/>
                  </a:lnTo>
                  <a:lnTo>
                    <a:pt x="587" y="16341"/>
                  </a:lnTo>
                  <a:lnTo>
                    <a:pt x="0" y="13314"/>
                  </a:lnTo>
                  <a:lnTo>
                    <a:pt x="230" y="10674"/>
                  </a:lnTo>
                  <a:lnTo>
                    <a:pt x="96" y="6178"/>
                  </a:lnTo>
                  <a:lnTo>
                    <a:pt x="813" y="3875"/>
                  </a:lnTo>
                  <a:lnTo>
                    <a:pt x="1217" y="0"/>
                  </a:lnTo>
                  <a:lnTo>
                    <a:pt x="1681" y="2646"/>
                  </a:lnTo>
                  <a:lnTo>
                    <a:pt x="1787" y="6772"/>
                  </a:lnTo>
                  <a:lnTo>
                    <a:pt x="2412" y="11626"/>
                  </a:lnTo>
                  <a:lnTo>
                    <a:pt x="2937" y="1312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g1440"/>
            <p:cNvSpPr/>
            <p:nvPr/>
          </p:nvSpPr>
          <p:spPr>
            <a:xfrm>
              <a:off x="3203993" y="3779042"/>
              <a:ext cx="2155" cy="15888"/>
            </a:xfrm>
            <a:custGeom>
              <a:avLst/>
              <a:pathLst>
                <a:path w="2155" h="15888">
                  <a:moveTo>
                    <a:pt x="2098" y="0"/>
                  </a:moveTo>
                  <a:lnTo>
                    <a:pt x="2155" y="1488"/>
                  </a:lnTo>
                  <a:lnTo>
                    <a:pt x="2008" y="2891"/>
                  </a:lnTo>
                  <a:lnTo>
                    <a:pt x="2040" y="7358"/>
                  </a:lnTo>
                  <a:lnTo>
                    <a:pt x="1982" y="10321"/>
                  </a:lnTo>
                  <a:lnTo>
                    <a:pt x="1433" y="14428"/>
                  </a:lnTo>
                  <a:lnTo>
                    <a:pt x="985" y="15888"/>
                  </a:lnTo>
                  <a:lnTo>
                    <a:pt x="584" y="15464"/>
                  </a:lnTo>
                  <a:lnTo>
                    <a:pt x="256" y="14788"/>
                  </a:lnTo>
                  <a:lnTo>
                    <a:pt x="0" y="13663"/>
                  </a:lnTo>
                  <a:lnTo>
                    <a:pt x="522" y="6132"/>
                  </a:lnTo>
                  <a:lnTo>
                    <a:pt x="256" y="617"/>
                  </a:lnTo>
                  <a:lnTo>
                    <a:pt x="1288" y="11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g1441"/>
            <p:cNvSpPr/>
            <p:nvPr/>
          </p:nvSpPr>
          <p:spPr>
            <a:xfrm>
              <a:off x="3104748" y="3663469"/>
              <a:ext cx="107097" cy="316803"/>
            </a:xfrm>
            <a:custGeom>
              <a:avLst/>
              <a:pathLst>
                <a:path w="107097" h="316803">
                  <a:moveTo>
                    <a:pt x="44028" y="210"/>
                  </a:moveTo>
                  <a:lnTo>
                    <a:pt x="44760" y="210"/>
                  </a:lnTo>
                  <a:lnTo>
                    <a:pt x="45454" y="1327"/>
                  </a:lnTo>
                  <a:lnTo>
                    <a:pt x="46224" y="2649"/>
                  </a:lnTo>
                  <a:lnTo>
                    <a:pt x="48273" y="6166"/>
                  </a:lnTo>
                  <a:lnTo>
                    <a:pt x="50322" y="9681"/>
                  </a:lnTo>
                  <a:lnTo>
                    <a:pt x="52371" y="13198"/>
                  </a:lnTo>
                  <a:lnTo>
                    <a:pt x="54421" y="16713"/>
                  </a:lnTo>
                  <a:lnTo>
                    <a:pt x="56470" y="20231"/>
                  </a:lnTo>
                  <a:lnTo>
                    <a:pt x="58519" y="23748"/>
                  </a:lnTo>
                  <a:lnTo>
                    <a:pt x="60568" y="27263"/>
                  </a:lnTo>
                  <a:lnTo>
                    <a:pt x="62618" y="30781"/>
                  </a:lnTo>
                  <a:lnTo>
                    <a:pt x="64666" y="34298"/>
                  </a:lnTo>
                  <a:lnTo>
                    <a:pt x="66715" y="37813"/>
                  </a:lnTo>
                  <a:lnTo>
                    <a:pt x="68765" y="41328"/>
                  </a:lnTo>
                  <a:lnTo>
                    <a:pt x="70814" y="44845"/>
                  </a:lnTo>
                  <a:lnTo>
                    <a:pt x="72863" y="48363"/>
                  </a:lnTo>
                  <a:lnTo>
                    <a:pt x="74913" y="51878"/>
                  </a:lnTo>
                  <a:lnTo>
                    <a:pt x="76962" y="55395"/>
                  </a:lnTo>
                  <a:lnTo>
                    <a:pt x="79012" y="58910"/>
                  </a:lnTo>
                  <a:lnTo>
                    <a:pt x="79989" y="60589"/>
                  </a:lnTo>
                  <a:lnTo>
                    <a:pt x="80137" y="61317"/>
                  </a:lnTo>
                  <a:lnTo>
                    <a:pt x="80306" y="64520"/>
                  </a:lnTo>
                  <a:lnTo>
                    <a:pt x="80414" y="66522"/>
                  </a:lnTo>
                  <a:lnTo>
                    <a:pt x="80354" y="68283"/>
                  </a:lnTo>
                  <a:lnTo>
                    <a:pt x="79812" y="71281"/>
                  </a:lnTo>
                  <a:lnTo>
                    <a:pt x="79651" y="72848"/>
                  </a:lnTo>
                  <a:lnTo>
                    <a:pt x="79646" y="73936"/>
                  </a:lnTo>
                  <a:lnTo>
                    <a:pt x="79780" y="74363"/>
                  </a:lnTo>
                  <a:lnTo>
                    <a:pt x="80242" y="74518"/>
                  </a:lnTo>
                  <a:lnTo>
                    <a:pt x="80635" y="75228"/>
                  </a:lnTo>
                  <a:lnTo>
                    <a:pt x="80781" y="75788"/>
                  </a:lnTo>
                  <a:lnTo>
                    <a:pt x="81081" y="78045"/>
                  </a:lnTo>
                  <a:lnTo>
                    <a:pt x="81464" y="79176"/>
                  </a:lnTo>
                  <a:lnTo>
                    <a:pt x="82330" y="81092"/>
                  </a:lnTo>
                  <a:lnTo>
                    <a:pt x="83806" y="84359"/>
                  </a:lnTo>
                  <a:lnTo>
                    <a:pt x="85281" y="87625"/>
                  </a:lnTo>
                  <a:lnTo>
                    <a:pt x="86757" y="90892"/>
                  </a:lnTo>
                  <a:lnTo>
                    <a:pt x="88233" y="94158"/>
                  </a:lnTo>
                  <a:lnTo>
                    <a:pt x="89709" y="97422"/>
                  </a:lnTo>
                  <a:lnTo>
                    <a:pt x="91185" y="100688"/>
                  </a:lnTo>
                  <a:lnTo>
                    <a:pt x="92661" y="103955"/>
                  </a:lnTo>
                  <a:lnTo>
                    <a:pt x="94136" y="107222"/>
                  </a:lnTo>
                  <a:lnTo>
                    <a:pt x="94855" y="108809"/>
                  </a:lnTo>
                  <a:lnTo>
                    <a:pt x="95159" y="109256"/>
                  </a:lnTo>
                  <a:lnTo>
                    <a:pt x="94967" y="111740"/>
                  </a:lnTo>
                  <a:lnTo>
                    <a:pt x="94212" y="117769"/>
                  </a:lnTo>
                  <a:lnTo>
                    <a:pt x="94168" y="120279"/>
                  </a:lnTo>
                  <a:lnTo>
                    <a:pt x="93873" y="123234"/>
                  </a:lnTo>
                  <a:lnTo>
                    <a:pt x="93587" y="125188"/>
                  </a:lnTo>
                  <a:lnTo>
                    <a:pt x="92817" y="133669"/>
                  </a:lnTo>
                  <a:lnTo>
                    <a:pt x="92171" y="136843"/>
                  </a:lnTo>
                  <a:lnTo>
                    <a:pt x="91289" y="144279"/>
                  </a:lnTo>
                  <a:lnTo>
                    <a:pt x="91149" y="149967"/>
                  </a:lnTo>
                  <a:lnTo>
                    <a:pt x="91635" y="153949"/>
                  </a:lnTo>
                  <a:lnTo>
                    <a:pt x="91816" y="157683"/>
                  </a:lnTo>
                  <a:lnTo>
                    <a:pt x="92848" y="161342"/>
                  </a:lnTo>
                  <a:lnTo>
                    <a:pt x="93675" y="162649"/>
                  </a:lnTo>
                  <a:lnTo>
                    <a:pt x="94233" y="164323"/>
                  </a:lnTo>
                  <a:lnTo>
                    <a:pt x="95223" y="168143"/>
                  </a:lnTo>
                  <a:lnTo>
                    <a:pt x="95789" y="171976"/>
                  </a:lnTo>
                  <a:lnTo>
                    <a:pt x="97568" y="173857"/>
                  </a:lnTo>
                  <a:lnTo>
                    <a:pt x="98277" y="178154"/>
                  </a:lnTo>
                  <a:lnTo>
                    <a:pt x="98019" y="181111"/>
                  </a:lnTo>
                  <a:lnTo>
                    <a:pt x="97193" y="183561"/>
                  </a:lnTo>
                  <a:lnTo>
                    <a:pt x="96422" y="187532"/>
                  </a:lnTo>
                  <a:lnTo>
                    <a:pt x="95800" y="192746"/>
                  </a:lnTo>
                  <a:lnTo>
                    <a:pt x="95786" y="200719"/>
                  </a:lnTo>
                  <a:lnTo>
                    <a:pt x="96204" y="199508"/>
                  </a:lnTo>
                  <a:lnTo>
                    <a:pt x="97145" y="201461"/>
                  </a:lnTo>
                  <a:lnTo>
                    <a:pt x="97267" y="207333"/>
                  </a:lnTo>
                  <a:lnTo>
                    <a:pt x="96296" y="214169"/>
                  </a:lnTo>
                  <a:lnTo>
                    <a:pt x="95997" y="217364"/>
                  </a:lnTo>
                  <a:lnTo>
                    <a:pt x="95949" y="220108"/>
                  </a:lnTo>
                  <a:lnTo>
                    <a:pt x="96654" y="228292"/>
                  </a:lnTo>
                  <a:lnTo>
                    <a:pt x="97722" y="232459"/>
                  </a:lnTo>
                  <a:lnTo>
                    <a:pt x="97642" y="233763"/>
                  </a:lnTo>
                  <a:lnTo>
                    <a:pt x="97365" y="234857"/>
                  </a:lnTo>
                  <a:lnTo>
                    <a:pt x="99192" y="242230"/>
                  </a:lnTo>
                  <a:lnTo>
                    <a:pt x="99040" y="248641"/>
                  </a:lnTo>
                  <a:lnTo>
                    <a:pt x="99724" y="253634"/>
                  </a:lnTo>
                  <a:lnTo>
                    <a:pt x="100025" y="257959"/>
                  </a:lnTo>
                  <a:lnTo>
                    <a:pt x="100475" y="261278"/>
                  </a:lnTo>
                  <a:lnTo>
                    <a:pt x="100562" y="263566"/>
                  </a:lnTo>
                  <a:lnTo>
                    <a:pt x="99999" y="266105"/>
                  </a:lnTo>
                  <a:lnTo>
                    <a:pt x="101331" y="266740"/>
                  </a:lnTo>
                  <a:lnTo>
                    <a:pt x="102114" y="268818"/>
                  </a:lnTo>
                  <a:lnTo>
                    <a:pt x="102483" y="270806"/>
                  </a:lnTo>
                  <a:lnTo>
                    <a:pt x="103445" y="270720"/>
                  </a:lnTo>
                  <a:lnTo>
                    <a:pt x="103966" y="272079"/>
                  </a:lnTo>
                  <a:lnTo>
                    <a:pt x="104717" y="273201"/>
                  </a:lnTo>
                  <a:lnTo>
                    <a:pt x="106378" y="276537"/>
                  </a:lnTo>
                  <a:lnTo>
                    <a:pt x="106828" y="278214"/>
                  </a:lnTo>
                  <a:lnTo>
                    <a:pt x="106991" y="279180"/>
                  </a:lnTo>
                  <a:lnTo>
                    <a:pt x="107097" y="279812"/>
                  </a:lnTo>
                  <a:lnTo>
                    <a:pt x="105981" y="282389"/>
                  </a:lnTo>
                  <a:lnTo>
                    <a:pt x="104238" y="286406"/>
                  </a:lnTo>
                  <a:lnTo>
                    <a:pt x="102531" y="290345"/>
                  </a:lnTo>
                  <a:lnTo>
                    <a:pt x="100882" y="293052"/>
                  </a:lnTo>
                  <a:lnTo>
                    <a:pt x="99703" y="294304"/>
                  </a:lnTo>
                  <a:lnTo>
                    <a:pt x="98444" y="295005"/>
                  </a:lnTo>
                  <a:lnTo>
                    <a:pt x="97249" y="296662"/>
                  </a:lnTo>
                  <a:lnTo>
                    <a:pt x="96118" y="299262"/>
                  </a:lnTo>
                  <a:lnTo>
                    <a:pt x="94671" y="300572"/>
                  </a:lnTo>
                  <a:lnTo>
                    <a:pt x="92907" y="300583"/>
                  </a:lnTo>
                  <a:lnTo>
                    <a:pt x="91053" y="302404"/>
                  </a:lnTo>
                  <a:lnTo>
                    <a:pt x="89213" y="305844"/>
                  </a:lnTo>
                  <a:lnTo>
                    <a:pt x="88141" y="307852"/>
                  </a:lnTo>
                  <a:lnTo>
                    <a:pt x="86443" y="304834"/>
                  </a:lnTo>
                  <a:lnTo>
                    <a:pt x="85111" y="303876"/>
                  </a:lnTo>
                  <a:lnTo>
                    <a:pt x="83579" y="303977"/>
                  </a:lnTo>
                  <a:lnTo>
                    <a:pt x="82646" y="304349"/>
                  </a:lnTo>
                  <a:lnTo>
                    <a:pt x="82311" y="304998"/>
                  </a:lnTo>
                  <a:lnTo>
                    <a:pt x="82020" y="306842"/>
                  </a:lnTo>
                  <a:lnTo>
                    <a:pt x="81772" y="309881"/>
                  </a:lnTo>
                  <a:lnTo>
                    <a:pt x="80767" y="312798"/>
                  </a:lnTo>
                  <a:lnTo>
                    <a:pt x="79007" y="315588"/>
                  </a:lnTo>
                  <a:lnTo>
                    <a:pt x="77384" y="316633"/>
                  </a:lnTo>
                  <a:lnTo>
                    <a:pt x="75899" y="315926"/>
                  </a:lnTo>
                  <a:lnTo>
                    <a:pt x="74894" y="314763"/>
                  </a:lnTo>
                  <a:lnTo>
                    <a:pt x="74368" y="313139"/>
                  </a:lnTo>
                  <a:lnTo>
                    <a:pt x="73597" y="312394"/>
                  </a:lnTo>
                  <a:lnTo>
                    <a:pt x="72575" y="312521"/>
                  </a:lnTo>
                  <a:lnTo>
                    <a:pt x="71599" y="313675"/>
                  </a:lnTo>
                  <a:lnTo>
                    <a:pt x="70664" y="315860"/>
                  </a:lnTo>
                  <a:lnTo>
                    <a:pt x="69172" y="316803"/>
                  </a:lnTo>
                  <a:lnTo>
                    <a:pt x="67124" y="316512"/>
                  </a:lnTo>
                  <a:lnTo>
                    <a:pt x="66025" y="315459"/>
                  </a:lnTo>
                  <a:lnTo>
                    <a:pt x="65873" y="313644"/>
                  </a:lnTo>
                  <a:lnTo>
                    <a:pt x="64976" y="311517"/>
                  </a:lnTo>
                  <a:lnTo>
                    <a:pt x="63333" y="309076"/>
                  </a:lnTo>
                  <a:lnTo>
                    <a:pt x="62123" y="309024"/>
                  </a:lnTo>
                  <a:lnTo>
                    <a:pt x="61347" y="311364"/>
                  </a:lnTo>
                  <a:lnTo>
                    <a:pt x="60638" y="312838"/>
                  </a:lnTo>
                  <a:lnTo>
                    <a:pt x="59998" y="313439"/>
                  </a:lnTo>
                  <a:lnTo>
                    <a:pt x="59421" y="313511"/>
                  </a:lnTo>
                  <a:lnTo>
                    <a:pt x="58911" y="313061"/>
                  </a:lnTo>
                  <a:lnTo>
                    <a:pt x="58593" y="312873"/>
                  </a:lnTo>
                  <a:lnTo>
                    <a:pt x="56328" y="312625"/>
                  </a:lnTo>
                  <a:lnTo>
                    <a:pt x="54182" y="312723"/>
                  </a:lnTo>
                  <a:lnTo>
                    <a:pt x="54117" y="311707"/>
                  </a:lnTo>
                  <a:lnTo>
                    <a:pt x="53967" y="309335"/>
                  </a:lnTo>
                  <a:lnTo>
                    <a:pt x="53521" y="307269"/>
                  </a:lnTo>
                  <a:lnTo>
                    <a:pt x="53136" y="306040"/>
                  </a:lnTo>
                  <a:lnTo>
                    <a:pt x="52658" y="305714"/>
                  </a:lnTo>
                  <a:lnTo>
                    <a:pt x="52398" y="305737"/>
                  </a:lnTo>
                  <a:lnTo>
                    <a:pt x="52189" y="304785"/>
                  </a:lnTo>
                  <a:lnTo>
                    <a:pt x="51942" y="302678"/>
                  </a:lnTo>
                  <a:lnTo>
                    <a:pt x="51577" y="300883"/>
                  </a:lnTo>
                  <a:lnTo>
                    <a:pt x="51093" y="299397"/>
                  </a:lnTo>
                  <a:lnTo>
                    <a:pt x="50803" y="298018"/>
                  </a:lnTo>
                  <a:lnTo>
                    <a:pt x="50704" y="296748"/>
                  </a:lnTo>
                  <a:lnTo>
                    <a:pt x="50781" y="295351"/>
                  </a:lnTo>
                  <a:lnTo>
                    <a:pt x="51230" y="291883"/>
                  </a:lnTo>
                  <a:lnTo>
                    <a:pt x="51372" y="289508"/>
                  </a:lnTo>
                  <a:lnTo>
                    <a:pt x="51321" y="287073"/>
                  </a:lnTo>
                  <a:lnTo>
                    <a:pt x="51078" y="284576"/>
                  </a:lnTo>
                  <a:lnTo>
                    <a:pt x="50569" y="281607"/>
                  </a:lnTo>
                  <a:lnTo>
                    <a:pt x="50626" y="280753"/>
                  </a:lnTo>
                  <a:lnTo>
                    <a:pt x="50453" y="278727"/>
                  </a:lnTo>
                  <a:lnTo>
                    <a:pt x="50436" y="277310"/>
                  </a:lnTo>
                  <a:lnTo>
                    <a:pt x="50534" y="275541"/>
                  </a:lnTo>
                  <a:lnTo>
                    <a:pt x="50437" y="273216"/>
                  </a:lnTo>
                  <a:lnTo>
                    <a:pt x="49998" y="268252"/>
                  </a:lnTo>
                  <a:lnTo>
                    <a:pt x="49998" y="266983"/>
                  </a:lnTo>
                  <a:lnTo>
                    <a:pt x="49534" y="264579"/>
                  </a:lnTo>
                  <a:lnTo>
                    <a:pt x="48110" y="258897"/>
                  </a:lnTo>
                  <a:lnTo>
                    <a:pt x="48043" y="258158"/>
                  </a:lnTo>
                  <a:lnTo>
                    <a:pt x="45810" y="252433"/>
                  </a:lnTo>
                  <a:lnTo>
                    <a:pt x="44916" y="251181"/>
                  </a:lnTo>
                  <a:lnTo>
                    <a:pt x="44594" y="252254"/>
                  </a:lnTo>
                  <a:lnTo>
                    <a:pt x="44474" y="253247"/>
                  </a:lnTo>
                  <a:lnTo>
                    <a:pt x="44568" y="255079"/>
                  </a:lnTo>
                  <a:lnTo>
                    <a:pt x="44513" y="255991"/>
                  </a:lnTo>
                  <a:lnTo>
                    <a:pt x="44420" y="256404"/>
                  </a:lnTo>
                  <a:lnTo>
                    <a:pt x="43890" y="256343"/>
                  </a:lnTo>
                  <a:lnTo>
                    <a:pt x="43557" y="256133"/>
                  </a:lnTo>
                  <a:lnTo>
                    <a:pt x="42711" y="254595"/>
                  </a:lnTo>
                  <a:lnTo>
                    <a:pt x="42052" y="254217"/>
                  </a:lnTo>
                  <a:lnTo>
                    <a:pt x="40416" y="254494"/>
                  </a:lnTo>
                  <a:lnTo>
                    <a:pt x="39842" y="254854"/>
                  </a:lnTo>
                  <a:lnTo>
                    <a:pt x="39391" y="254508"/>
                  </a:lnTo>
                  <a:lnTo>
                    <a:pt x="38526" y="251882"/>
                  </a:lnTo>
                  <a:lnTo>
                    <a:pt x="37511" y="251331"/>
                  </a:lnTo>
                  <a:lnTo>
                    <a:pt x="36599" y="251195"/>
                  </a:lnTo>
                  <a:lnTo>
                    <a:pt x="35095" y="248214"/>
                  </a:lnTo>
                  <a:lnTo>
                    <a:pt x="34742" y="248353"/>
                  </a:lnTo>
                  <a:lnTo>
                    <a:pt x="34575" y="248581"/>
                  </a:lnTo>
                  <a:lnTo>
                    <a:pt x="34030" y="247796"/>
                  </a:lnTo>
                  <a:lnTo>
                    <a:pt x="33005" y="246065"/>
                  </a:lnTo>
                  <a:lnTo>
                    <a:pt x="31580" y="244535"/>
                  </a:lnTo>
                  <a:lnTo>
                    <a:pt x="30414" y="242827"/>
                  </a:lnTo>
                  <a:lnTo>
                    <a:pt x="29896" y="241162"/>
                  </a:lnTo>
                  <a:lnTo>
                    <a:pt x="28801" y="240527"/>
                  </a:lnTo>
                  <a:lnTo>
                    <a:pt x="27855" y="240253"/>
                  </a:lnTo>
                  <a:lnTo>
                    <a:pt x="26979" y="238709"/>
                  </a:lnTo>
                  <a:lnTo>
                    <a:pt x="26071" y="238533"/>
                  </a:lnTo>
                  <a:lnTo>
                    <a:pt x="25179" y="238138"/>
                  </a:lnTo>
                  <a:lnTo>
                    <a:pt x="24980" y="237116"/>
                  </a:lnTo>
                  <a:lnTo>
                    <a:pt x="24949" y="234834"/>
                  </a:lnTo>
                  <a:lnTo>
                    <a:pt x="24636" y="234236"/>
                  </a:lnTo>
                  <a:lnTo>
                    <a:pt x="23982" y="233653"/>
                  </a:lnTo>
                  <a:lnTo>
                    <a:pt x="23277" y="233682"/>
                  </a:lnTo>
                  <a:lnTo>
                    <a:pt x="22847" y="234011"/>
                  </a:lnTo>
                  <a:lnTo>
                    <a:pt x="22594" y="233847"/>
                  </a:lnTo>
                  <a:lnTo>
                    <a:pt x="22009" y="232502"/>
                  </a:lnTo>
                  <a:lnTo>
                    <a:pt x="21465" y="230794"/>
                  </a:lnTo>
                  <a:lnTo>
                    <a:pt x="21259" y="228070"/>
                  </a:lnTo>
                  <a:lnTo>
                    <a:pt x="20436" y="226315"/>
                  </a:lnTo>
                  <a:lnTo>
                    <a:pt x="19488" y="224930"/>
                  </a:lnTo>
                  <a:lnTo>
                    <a:pt x="16852" y="225074"/>
                  </a:lnTo>
                  <a:lnTo>
                    <a:pt x="16438" y="224653"/>
                  </a:lnTo>
                  <a:lnTo>
                    <a:pt x="15813" y="223274"/>
                  </a:lnTo>
                  <a:lnTo>
                    <a:pt x="15079" y="220991"/>
                  </a:lnTo>
                  <a:lnTo>
                    <a:pt x="14489" y="218385"/>
                  </a:lnTo>
                  <a:lnTo>
                    <a:pt x="13971" y="214848"/>
                  </a:lnTo>
                  <a:lnTo>
                    <a:pt x="13725" y="212715"/>
                  </a:lnTo>
                  <a:lnTo>
                    <a:pt x="13434" y="210078"/>
                  </a:lnTo>
                  <a:lnTo>
                    <a:pt x="12789" y="206133"/>
                  </a:lnTo>
                  <a:lnTo>
                    <a:pt x="11877" y="200549"/>
                  </a:lnTo>
                  <a:lnTo>
                    <a:pt x="11173" y="195975"/>
                  </a:lnTo>
                  <a:lnTo>
                    <a:pt x="10414" y="191055"/>
                  </a:lnTo>
                  <a:lnTo>
                    <a:pt x="10104" y="187451"/>
                  </a:lnTo>
                  <a:lnTo>
                    <a:pt x="9515" y="183463"/>
                  </a:lnTo>
                  <a:lnTo>
                    <a:pt x="8549" y="178563"/>
                  </a:lnTo>
                  <a:lnTo>
                    <a:pt x="8059" y="176647"/>
                  </a:lnTo>
                  <a:lnTo>
                    <a:pt x="7525" y="174933"/>
                  </a:lnTo>
                  <a:lnTo>
                    <a:pt x="6137" y="171626"/>
                  </a:lnTo>
                  <a:lnTo>
                    <a:pt x="4563" y="168340"/>
                  </a:lnTo>
                  <a:lnTo>
                    <a:pt x="3713" y="166123"/>
                  </a:lnTo>
                  <a:lnTo>
                    <a:pt x="2568" y="159550"/>
                  </a:lnTo>
                  <a:lnTo>
                    <a:pt x="2089" y="157169"/>
                  </a:lnTo>
                  <a:lnTo>
                    <a:pt x="1757" y="152979"/>
                  </a:lnTo>
                  <a:lnTo>
                    <a:pt x="1505" y="148634"/>
                  </a:lnTo>
                  <a:lnTo>
                    <a:pt x="1609" y="146873"/>
                  </a:lnTo>
                  <a:lnTo>
                    <a:pt x="2624" y="141275"/>
                  </a:lnTo>
                  <a:lnTo>
                    <a:pt x="2726" y="139700"/>
                  </a:lnTo>
                  <a:lnTo>
                    <a:pt x="2602" y="137576"/>
                  </a:lnTo>
                  <a:lnTo>
                    <a:pt x="2104" y="133114"/>
                  </a:lnTo>
                  <a:lnTo>
                    <a:pt x="1733" y="130194"/>
                  </a:lnTo>
                  <a:lnTo>
                    <a:pt x="1471" y="127701"/>
                  </a:lnTo>
                  <a:lnTo>
                    <a:pt x="929" y="123551"/>
                  </a:lnTo>
                  <a:lnTo>
                    <a:pt x="185" y="117847"/>
                  </a:lnTo>
                  <a:lnTo>
                    <a:pt x="0" y="115356"/>
                  </a:lnTo>
                  <a:lnTo>
                    <a:pt x="21" y="113489"/>
                  </a:lnTo>
                  <a:lnTo>
                    <a:pt x="424" y="108561"/>
                  </a:lnTo>
                  <a:lnTo>
                    <a:pt x="776" y="103473"/>
                  </a:lnTo>
                  <a:lnTo>
                    <a:pt x="767" y="102074"/>
                  </a:lnTo>
                  <a:lnTo>
                    <a:pt x="3791" y="102267"/>
                  </a:lnTo>
                  <a:lnTo>
                    <a:pt x="4288" y="101150"/>
                  </a:lnTo>
                  <a:lnTo>
                    <a:pt x="5997" y="97878"/>
                  </a:lnTo>
                  <a:lnTo>
                    <a:pt x="7919" y="91319"/>
                  </a:lnTo>
                  <a:lnTo>
                    <a:pt x="8303" y="88586"/>
                  </a:lnTo>
                  <a:lnTo>
                    <a:pt x="9086" y="84379"/>
                  </a:lnTo>
                  <a:lnTo>
                    <a:pt x="9854" y="82290"/>
                  </a:lnTo>
                  <a:lnTo>
                    <a:pt x="10148" y="80841"/>
                  </a:lnTo>
                  <a:lnTo>
                    <a:pt x="10349" y="78570"/>
                  </a:lnTo>
                  <a:lnTo>
                    <a:pt x="10590" y="76648"/>
                  </a:lnTo>
                  <a:lnTo>
                    <a:pt x="11598" y="73800"/>
                  </a:lnTo>
                  <a:lnTo>
                    <a:pt x="12579" y="71618"/>
                  </a:lnTo>
                  <a:lnTo>
                    <a:pt x="12509" y="70733"/>
                  </a:lnTo>
                  <a:lnTo>
                    <a:pt x="12377" y="70075"/>
                  </a:lnTo>
                  <a:lnTo>
                    <a:pt x="12523" y="69512"/>
                  </a:lnTo>
                  <a:lnTo>
                    <a:pt x="13059" y="68389"/>
                  </a:lnTo>
                  <a:lnTo>
                    <a:pt x="14101" y="67362"/>
                  </a:lnTo>
                  <a:lnTo>
                    <a:pt x="14305" y="65175"/>
                  </a:lnTo>
                  <a:lnTo>
                    <a:pt x="14302" y="62687"/>
                  </a:lnTo>
                  <a:lnTo>
                    <a:pt x="14133" y="61296"/>
                  </a:lnTo>
                  <a:lnTo>
                    <a:pt x="14165" y="59695"/>
                  </a:lnTo>
                  <a:lnTo>
                    <a:pt x="14005" y="58800"/>
                  </a:lnTo>
                  <a:lnTo>
                    <a:pt x="13324" y="58575"/>
                  </a:lnTo>
                  <a:lnTo>
                    <a:pt x="12313" y="57334"/>
                  </a:lnTo>
                  <a:lnTo>
                    <a:pt x="11455" y="56812"/>
                  </a:lnTo>
                  <a:lnTo>
                    <a:pt x="10883" y="56091"/>
                  </a:lnTo>
                  <a:lnTo>
                    <a:pt x="10671" y="55540"/>
                  </a:lnTo>
                  <a:lnTo>
                    <a:pt x="10580" y="54048"/>
                  </a:lnTo>
                  <a:lnTo>
                    <a:pt x="10746" y="52423"/>
                  </a:lnTo>
                  <a:lnTo>
                    <a:pt x="10835" y="51956"/>
                  </a:lnTo>
                  <a:lnTo>
                    <a:pt x="11054" y="50216"/>
                  </a:lnTo>
                  <a:lnTo>
                    <a:pt x="10680" y="49168"/>
                  </a:lnTo>
                  <a:lnTo>
                    <a:pt x="10582" y="48657"/>
                  </a:lnTo>
                  <a:lnTo>
                    <a:pt x="10753" y="47826"/>
                  </a:lnTo>
                  <a:lnTo>
                    <a:pt x="11634" y="42294"/>
                  </a:lnTo>
                  <a:lnTo>
                    <a:pt x="11826" y="41521"/>
                  </a:lnTo>
                  <a:lnTo>
                    <a:pt x="12208" y="41423"/>
                  </a:lnTo>
                  <a:lnTo>
                    <a:pt x="12816" y="40745"/>
                  </a:lnTo>
                  <a:lnTo>
                    <a:pt x="13376" y="40439"/>
                  </a:lnTo>
                  <a:lnTo>
                    <a:pt x="13834" y="40681"/>
                  </a:lnTo>
                  <a:lnTo>
                    <a:pt x="14172" y="40416"/>
                  </a:lnTo>
                  <a:lnTo>
                    <a:pt x="14471" y="39700"/>
                  </a:lnTo>
                  <a:lnTo>
                    <a:pt x="14723" y="37542"/>
                  </a:lnTo>
                  <a:lnTo>
                    <a:pt x="14931" y="33935"/>
                  </a:lnTo>
                  <a:lnTo>
                    <a:pt x="14816" y="31000"/>
                  </a:lnTo>
                  <a:lnTo>
                    <a:pt x="14379" y="28738"/>
                  </a:lnTo>
                  <a:lnTo>
                    <a:pt x="14259" y="25286"/>
                  </a:lnTo>
                  <a:lnTo>
                    <a:pt x="14459" y="20646"/>
                  </a:lnTo>
                  <a:lnTo>
                    <a:pt x="14316" y="16788"/>
                  </a:lnTo>
                  <a:lnTo>
                    <a:pt x="13831" y="13703"/>
                  </a:lnTo>
                  <a:lnTo>
                    <a:pt x="13337" y="11874"/>
                  </a:lnTo>
                  <a:lnTo>
                    <a:pt x="12579" y="11008"/>
                  </a:lnTo>
                  <a:lnTo>
                    <a:pt x="11389" y="6302"/>
                  </a:lnTo>
                  <a:lnTo>
                    <a:pt x="11024" y="4025"/>
                  </a:lnTo>
                  <a:lnTo>
                    <a:pt x="11090" y="2602"/>
                  </a:lnTo>
                  <a:lnTo>
                    <a:pt x="11406" y="2138"/>
                  </a:lnTo>
                  <a:lnTo>
                    <a:pt x="11502" y="1996"/>
                  </a:lnTo>
                  <a:lnTo>
                    <a:pt x="12260" y="2210"/>
                  </a:lnTo>
                  <a:lnTo>
                    <a:pt x="12971" y="1667"/>
                  </a:lnTo>
                  <a:lnTo>
                    <a:pt x="13637" y="372"/>
                  </a:lnTo>
                  <a:lnTo>
                    <a:pt x="14283" y="0"/>
                  </a:lnTo>
                  <a:lnTo>
                    <a:pt x="14422" y="121"/>
                  </a:lnTo>
                  <a:lnTo>
                    <a:pt x="14625" y="210"/>
                  </a:lnTo>
                  <a:lnTo>
                    <a:pt x="15634" y="210"/>
                  </a:lnTo>
                  <a:lnTo>
                    <a:pt x="17344" y="210"/>
                  </a:lnTo>
                  <a:lnTo>
                    <a:pt x="19052" y="210"/>
                  </a:lnTo>
                  <a:lnTo>
                    <a:pt x="20762" y="210"/>
                  </a:lnTo>
                  <a:lnTo>
                    <a:pt x="22471" y="210"/>
                  </a:lnTo>
                  <a:lnTo>
                    <a:pt x="24179" y="210"/>
                  </a:lnTo>
                  <a:lnTo>
                    <a:pt x="25889" y="210"/>
                  </a:lnTo>
                  <a:lnTo>
                    <a:pt x="27597" y="210"/>
                  </a:lnTo>
                  <a:lnTo>
                    <a:pt x="29306" y="210"/>
                  </a:lnTo>
                  <a:lnTo>
                    <a:pt x="31016" y="210"/>
                  </a:lnTo>
                  <a:lnTo>
                    <a:pt x="32724" y="210"/>
                  </a:lnTo>
                  <a:lnTo>
                    <a:pt x="34433" y="210"/>
                  </a:lnTo>
                  <a:lnTo>
                    <a:pt x="36143" y="210"/>
                  </a:lnTo>
                  <a:lnTo>
                    <a:pt x="37851" y="210"/>
                  </a:lnTo>
                  <a:lnTo>
                    <a:pt x="39560" y="210"/>
                  </a:lnTo>
                  <a:lnTo>
                    <a:pt x="41270" y="210"/>
                  </a:lnTo>
                  <a:lnTo>
                    <a:pt x="42978" y="21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g1442"/>
            <p:cNvSpPr/>
            <p:nvPr/>
          </p:nvSpPr>
          <p:spPr>
            <a:xfrm>
              <a:off x="3107041" y="3509367"/>
              <a:ext cx="52070" cy="168138"/>
            </a:xfrm>
            <a:custGeom>
              <a:avLst/>
              <a:pathLst>
                <a:path w="52070" h="168138">
                  <a:moveTo>
                    <a:pt x="41735" y="154312"/>
                  </a:moveTo>
                  <a:lnTo>
                    <a:pt x="40686" y="154312"/>
                  </a:lnTo>
                  <a:lnTo>
                    <a:pt x="38977" y="154312"/>
                  </a:lnTo>
                  <a:lnTo>
                    <a:pt x="37267" y="154312"/>
                  </a:lnTo>
                  <a:lnTo>
                    <a:pt x="35559" y="154312"/>
                  </a:lnTo>
                  <a:lnTo>
                    <a:pt x="33850" y="154312"/>
                  </a:lnTo>
                  <a:lnTo>
                    <a:pt x="32141" y="154312"/>
                  </a:lnTo>
                  <a:lnTo>
                    <a:pt x="30432" y="154312"/>
                  </a:lnTo>
                  <a:lnTo>
                    <a:pt x="28723" y="154312"/>
                  </a:lnTo>
                  <a:lnTo>
                    <a:pt x="27014" y="154312"/>
                  </a:lnTo>
                  <a:lnTo>
                    <a:pt x="25305" y="154312"/>
                  </a:lnTo>
                  <a:lnTo>
                    <a:pt x="23596" y="154312"/>
                  </a:lnTo>
                  <a:lnTo>
                    <a:pt x="21887" y="154312"/>
                  </a:lnTo>
                  <a:lnTo>
                    <a:pt x="20178" y="154312"/>
                  </a:lnTo>
                  <a:lnTo>
                    <a:pt x="18469" y="154312"/>
                  </a:lnTo>
                  <a:lnTo>
                    <a:pt x="16760" y="154312"/>
                  </a:lnTo>
                  <a:lnTo>
                    <a:pt x="15051" y="154312"/>
                  </a:lnTo>
                  <a:lnTo>
                    <a:pt x="13341" y="154312"/>
                  </a:lnTo>
                  <a:lnTo>
                    <a:pt x="12332" y="154312"/>
                  </a:lnTo>
                  <a:lnTo>
                    <a:pt x="12129" y="154223"/>
                  </a:lnTo>
                  <a:lnTo>
                    <a:pt x="11990" y="154102"/>
                  </a:lnTo>
                  <a:lnTo>
                    <a:pt x="11344" y="154474"/>
                  </a:lnTo>
                  <a:lnTo>
                    <a:pt x="10679" y="155770"/>
                  </a:lnTo>
                  <a:lnTo>
                    <a:pt x="9967" y="156312"/>
                  </a:lnTo>
                  <a:lnTo>
                    <a:pt x="9209" y="156099"/>
                  </a:lnTo>
                  <a:lnTo>
                    <a:pt x="9114" y="156240"/>
                  </a:lnTo>
                  <a:lnTo>
                    <a:pt x="8729" y="156203"/>
                  </a:lnTo>
                  <a:lnTo>
                    <a:pt x="8175" y="156116"/>
                  </a:lnTo>
                  <a:lnTo>
                    <a:pt x="7674" y="156456"/>
                  </a:lnTo>
                  <a:lnTo>
                    <a:pt x="7292" y="157593"/>
                  </a:lnTo>
                  <a:lnTo>
                    <a:pt x="6902" y="159535"/>
                  </a:lnTo>
                  <a:lnTo>
                    <a:pt x="6201" y="161763"/>
                  </a:lnTo>
                  <a:lnTo>
                    <a:pt x="5653" y="163740"/>
                  </a:lnTo>
                  <a:lnTo>
                    <a:pt x="5188" y="165145"/>
                  </a:lnTo>
                  <a:lnTo>
                    <a:pt x="4120" y="167459"/>
                  </a:lnTo>
                  <a:lnTo>
                    <a:pt x="3539" y="168138"/>
                  </a:lnTo>
                  <a:lnTo>
                    <a:pt x="3250" y="168031"/>
                  </a:lnTo>
                  <a:lnTo>
                    <a:pt x="3073" y="167601"/>
                  </a:lnTo>
                  <a:lnTo>
                    <a:pt x="2739" y="164643"/>
                  </a:lnTo>
                  <a:lnTo>
                    <a:pt x="2532" y="164167"/>
                  </a:lnTo>
                  <a:lnTo>
                    <a:pt x="459" y="165691"/>
                  </a:lnTo>
                  <a:lnTo>
                    <a:pt x="144" y="165714"/>
                  </a:lnTo>
                  <a:lnTo>
                    <a:pt x="173" y="164793"/>
                  </a:lnTo>
                  <a:lnTo>
                    <a:pt x="20" y="157839"/>
                  </a:lnTo>
                  <a:lnTo>
                    <a:pt x="0" y="153582"/>
                  </a:lnTo>
                  <a:lnTo>
                    <a:pt x="270" y="150916"/>
                  </a:lnTo>
                  <a:lnTo>
                    <a:pt x="428" y="147843"/>
                  </a:lnTo>
                  <a:lnTo>
                    <a:pt x="445" y="145130"/>
                  </a:lnTo>
                  <a:lnTo>
                    <a:pt x="826" y="140519"/>
                  </a:lnTo>
                  <a:lnTo>
                    <a:pt x="685" y="137755"/>
                  </a:lnTo>
                  <a:lnTo>
                    <a:pt x="1177" y="128059"/>
                  </a:lnTo>
                  <a:lnTo>
                    <a:pt x="1306" y="126482"/>
                  </a:lnTo>
                  <a:lnTo>
                    <a:pt x="1497" y="121797"/>
                  </a:lnTo>
                  <a:lnTo>
                    <a:pt x="1805" y="120353"/>
                  </a:lnTo>
                  <a:lnTo>
                    <a:pt x="2075" y="119787"/>
                  </a:lnTo>
                  <a:lnTo>
                    <a:pt x="2429" y="116913"/>
                  </a:lnTo>
                  <a:lnTo>
                    <a:pt x="3110" y="112323"/>
                  </a:lnTo>
                  <a:lnTo>
                    <a:pt x="3581" y="109957"/>
                  </a:lnTo>
                  <a:lnTo>
                    <a:pt x="3479" y="104789"/>
                  </a:lnTo>
                  <a:lnTo>
                    <a:pt x="3554" y="101274"/>
                  </a:lnTo>
                  <a:lnTo>
                    <a:pt x="3662" y="100495"/>
                  </a:lnTo>
                  <a:lnTo>
                    <a:pt x="4666" y="99186"/>
                  </a:lnTo>
                  <a:lnTo>
                    <a:pt x="5970" y="95937"/>
                  </a:lnTo>
                  <a:lnTo>
                    <a:pt x="6520" y="92117"/>
                  </a:lnTo>
                  <a:lnTo>
                    <a:pt x="7298" y="89678"/>
                  </a:lnTo>
                  <a:lnTo>
                    <a:pt x="8808" y="88090"/>
                  </a:lnTo>
                  <a:lnTo>
                    <a:pt x="13273" y="74977"/>
                  </a:lnTo>
                  <a:lnTo>
                    <a:pt x="15351" y="67909"/>
                  </a:lnTo>
                  <a:lnTo>
                    <a:pt x="16255" y="64287"/>
                  </a:lnTo>
                  <a:lnTo>
                    <a:pt x="16286" y="62990"/>
                  </a:lnTo>
                  <a:lnTo>
                    <a:pt x="16459" y="61282"/>
                  </a:lnTo>
                  <a:lnTo>
                    <a:pt x="16097" y="59950"/>
                  </a:lnTo>
                  <a:lnTo>
                    <a:pt x="15665" y="58741"/>
                  </a:lnTo>
                  <a:lnTo>
                    <a:pt x="15520" y="57624"/>
                  </a:lnTo>
                  <a:lnTo>
                    <a:pt x="15148" y="57069"/>
                  </a:lnTo>
                  <a:lnTo>
                    <a:pt x="14614" y="57092"/>
                  </a:lnTo>
                  <a:lnTo>
                    <a:pt x="14260" y="56281"/>
                  </a:lnTo>
                  <a:lnTo>
                    <a:pt x="13860" y="54690"/>
                  </a:lnTo>
                  <a:lnTo>
                    <a:pt x="13459" y="53688"/>
                  </a:lnTo>
                  <a:lnTo>
                    <a:pt x="12191" y="53772"/>
                  </a:lnTo>
                  <a:lnTo>
                    <a:pt x="11216" y="52149"/>
                  </a:lnTo>
                  <a:lnTo>
                    <a:pt x="11228" y="49936"/>
                  </a:lnTo>
                  <a:lnTo>
                    <a:pt x="11609" y="45571"/>
                  </a:lnTo>
                  <a:lnTo>
                    <a:pt x="12351" y="40576"/>
                  </a:lnTo>
                  <a:lnTo>
                    <a:pt x="12390" y="39198"/>
                  </a:lnTo>
                  <a:lnTo>
                    <a:pt x="12286" y="38021"/>
                  </a:lnTo>
                  <a:lnTo>
                    <a:pt x="12108" y="37014"/>
                  </a:lnTo>
                  <a:lnTo>
                    <a:pt x="11773" y="36015"/>
                  </a:lnTo>
                  <a:lnTo>
                    <a:pt x="11460" y="34821"/>
                  </a:lnTo>
                  <a:lnTo>
                    <a:pt x="11703" y="31228"/>
                  </a:lnTo>
                  <a:lnTo>
                    <a:pt x="12170" y="27705"/>
                  </a:lnTo>
                  <a:lnTo>
                    <a:pt x="12552" y="25946"/>
                  </a:lnTo>
                  <a:lnTo>
                    <a:pt x="12925" y="23972"/>
                  </a:lnTo>
                  <a:lnTo>
                    <a:pt x="12818" y="22355"/>
                  </a:lnTo>
                  <a:lnTo>
                    <a:pt x="12273" y="21555"/>
                  </a:lnTo>
                  <a:lnTo>
                    <a:pt x="12557" y="19977"/>
                  </a:lnTo>
                  <a:lnTo>
                    <a:pt x="13146" y="17319"/>
                  </a:lnTo>
                  <a:lnTo>
                    <a:pt x="14287" y="14633"/>
                  </a:lnTo>
                  <a:lnTo>
                    <a:pt x="15289" y="12842"/>
                  </a:lnTo>
                  <a:lnTo>
                    <a:pt x="15959" y="12832"/>
                  </a:lnTo>
                  <a:lnTo>
                    <a:pt x="17261" y="14260"/>
                  </a:lnTo>
                  <a:lnTo>
                    <a:pt x="18439" y="15948"/>
                  </a:lnTo>
                  <a:lnTo>
                    <a:pt x="19085" y="16034"/>
                  </a:lnTo>
                  <a:lnTo>
                    <a:pt x="19871" y="15328"/>
                  </a:lnTo>
                  <a:lnTo>
                    <a:pt x="21497" y="12339"/>
                  </a:lnTo>
                  <a:lnTo>
                    <a:pt x="21887" y="13289"/>
                  </a:lnTo>
                  <a:lnTo>
                    <a:pt x="22364" y="15103"/>
                  </a:lnTo>
                  <a:lnTo>
                    <a:pt x="22879" y="18103"/>
                  </a:lnTo>
                  <a:lnTo>
                    <a:pt x="23902" y="19473"/>
                  </a:lnTo>
                  <a:lnTo>
                    <a:pt x="24394" y="20418"/>
                  </a:lnTo>
                  <a:lnTo>
                    <a:pt x="24745" y="20698"/>
                  </a:lnTo>
                  <a:lnTo>
                    <a:pt x="24941" y="20453"/>
                  </a:lnTo>
                  <a:lnTo>
                    <a:pt x="25329" y="18095"/>
                  </a:lnTo>
                  <a:lnTo>
                    <a:pt x="25799" y="16810"/>
                  </a:lnTo>
                  <a:lnTo>
                    <a:pt x="26666" y="15188"/>
                  </a:lnTo>
                  <a:lnTo>
                    <a:pt x="28580" y="13895"/>
                  </a:lnTo>
                  <a:lnTo>
                    <a:pt x="29946" y="13504"/>
                  </a:lnTo>
                  <a:lnTo>
                    <a:pt x="30525" y="13223"/>
                  </a:lnTo>
                  <a:lnTo>
                    <a:pt x="31496" y="12461"/>
                  </a:lnTo>
                  <a:lnTo>
                    <a:pt x="33026" y="10047"/>
                  </a:lnTo>
                  <a:lnTo>
                    <a:pt x="34534" y="13164"/>
                  </a:lnTo>
                  <a:lnTo>
                    <a:pt x="36170" y="13765"/>
                  </a:lnTo>
                  <a:lnTo>
                    <a:pt x="37757" y="13744"/>
                  </a:lnTo>
                  <a:lnTo>
                    <a:pt x="38239" y="12797"/>
                  </a:lnTo>
                  <a:lnTo>
                    <a:pt x="38517" y="12070"/>
                  </a:lnTo>
                  <a:lnTo>
                    <a:pt x="40182" y="6942"/>
                  </a:lnTo>
                  <a:lnTo>
                    <a:pt x="42436" y="0"/>
                  </a:lnTo>
                  <a:lnTo>
                    <a:pt x="43935" y="9782"/>
                  </a:lnTo>
                  <a:lnTo>
                    <a:pt x="44451" y="10355"/>
                  </a:lnTo>
                  <a:lnTo>
                    <a:pt x="44379" y="11209"/>
                  </a:lnTo>
                  <a:lnTo>
                    <a:pt x="44252" y="12033"/>
                  </a:lnTo>
                  <a:lnTo>
                    <a:pt x="45234" y="14392"/>
                  </a:lnTo>
                  <a:lnTo>
                    <a:pt x="46443" y="15622"/>
                  </a:lnTo>
                  <a:lnTo>
                    <a:pt x="46874" y="16831"/>
                  </a:lnTo>
                  <a:lnTo>
                    <a:pt x="46913" y="18142"/>
                  </a:lnTo>
                  <a:lnTo>
                    <a:pt x="46506" y="23861"/>
                  </a:lnTo>
                  <a:lnTo>
                    <a:pt x="46581" y="25491"/>
                  </a:lnTo>
                  <a:lnTo>
                    <a:pt x="46971" y="31225"/>
                  </a:lnTo>
                  <a:lnTo>
                    <a:pt x="47690" y="32511"/>
                  </a:lnTo>
                  <a:lnTo>
                    <a:pt x="48330" y="38279"/>
                  </a:lnTo>
                  <a:lnTo>
                    <a:pt x="49619" y="40726"/>
                  </a:lnTo>
                  <a:lnTo>
                    <a:pt x="49804" y="41430"/>
                  </a:lnTo>
                  <a:lnTo>
                    <a:pt x="50101" y="44228"/>
                  </a:lnTo>
                  <a:lnTo>
                    <a:pt x="50496" y="47290"/>
                  </a:lnTo>
                  <a:lnTo>
                    <a:pt x="50805" y="48001"/>
                  </a:lnTo>
                  <a:lnTo>
                    <a:pt x="50993" y="48180"/>
                  </a:lnTo>
                  <a:lnTo>
                    <a:pt x="51373" y="51430"/>
                  </a:lnTo>
                  <a:lnTo>
                    <a:pt x="51155" y="53256"/>
                  </a:lnTo>
                  <a:lnTo>
                    <a:pt x="51452" y="58803"/>
                  </a:lnTo>
                  <a:lnTo>
                    <a:pt x="51934" y="63761"/>
                  </a:lnTo>
                  <a:lnTo>
                    <a:pt x="52064" y="69685"/>
                  </a:lnTo>
                  <a:lnTo>
                    <a:pt x="52070" y="72294"/>
                  </a:lnTo>
                  <a:lnTo>
                    <a:pt x="52053" y="73889"/>
                  </a:lnTo>
                  <a:lnTo>
                    <a:pt x="51945" y="76143"/>
                  </a:lnTo>
                  <a:lnTo>
                    <a:pt x="51714" y="77446"/>
                  </a:lnTo>
                  <a:lnTo>
                    <a:pt x="51302" y="78710"/>
                  </a:lnTo>
                  <a:lnTo>
                    <a:pt x="50847" y="80704"/>
                  </a:lnTo>
                  <a:lnTo>
                    <a:pt x="50449" y="82841"/>
                  </a:lnTo>
                  <a:lnTo>
                    <a:pt x="50199" y="83891"/>
                  </a:lnTo>
                  <a:lnTo>
                    <a:pt x="50393" y="87091"/>
                  </a:lnTo>
                  <a:lnTo>
                    <a:pt x="50344" y="87928"/>
                  </a:lnTo>
                  <a:lnTo>
                    <a:pt x="50237" y="88336"/>
                  </a:lnTo>
                  <a:lnTo>
                    <a:pt x="49653" y="88823"/>
                  </a:lnTo>
                  <a:lnTo>
                    <a:pt x="48906" y="89678"/>
                  </a:lnTo>
                  <a:lnTo>
                    <a:pt x="48453" y="90531"/>
                  </a:lnTo>
                  <a:lnTo>
                    <a:pt x="47812" y="92153"/>
                  </a:lnTo>
                  <a:lnTo>
                    <a:pt x="47297" y="93909"/>
                  </a:lnTo>
                  <a:lnTo>
                    <a:pt x="46615" y="99075"/>
                  </a:lnTo>
                  <a:lnTo>
                    <a:pt x="45479" y="103095"/>
                  </a:lnTo>
                  <a:lnTo>
                    <a:pt x="45286" y="104420"/>
                  </a:lnTo>
                  <a:lnTo>
                    <a:pt x="44213" y="106820"/>
                  </a:lnTo>
                  <a:lnTo>
                    <a:pt x="43740" y="109777"/>
                  </a:lnTo>
                  <a:lnTo>
                    <a:pt x="43440" y="113401"/>
                  </a:lnTo>
                  <a:lnTo>
                    <a:pt x="43023" y="116000"/>
                  </a:lnTo>
                  <a:lnTo>
                    <a:pt x="42119" y="119568"/>
                  </a:lnTo>
                  <a:lnTo>
                    <a:pt x="41911" y="125205"/>
                  </a:lnTo>
                  <a:lnTo>
                    <a:pt x="41939" y="136459"/>
                  </a:lnTo>
                  <a:lnTo>
                    <a:pt x="41704" y="14927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g1443"/>
            <p:cNvSpPr/>
            <p:nvPr/>
          </p:nvSpPr>
          <p:spPr>
            <a:xfrm>
              <a:off x="3125757" y="2263788"/>
              <a:ext cx="6165" cy="6455"/>
            </a:xfrm>
            <a:custGeom>
              <a:avLst/>
              <a:pathLst>
                <a:path w="6165" h="6455">
                  <a:moveTo>
                    <a:pt x="4839" y="5000"/>
                  </a:moveTo>
                  <a:lnTo>
                    <a:pt x="6165" y="6455"/>
                  </a:lnTo>
                  <a:lnTo>
                    <a:pt x="4812" y="6067"/>
                  </a:lnTo>
                  <a:lnTo>
                    <a:pt x="1840" y="4700"/>
                  </a:lnTo>
                  <a:lnTo>
                    <a:pt x="529" y="3409"/>
                  </a:lnTo>
                  <a:lnTo>
                    <a:pt x="191" y="1966"/>
                  </a:lnTo>
                  <a:lnTo>
                    <a:pt x="0" y="0"/>
                  </a:lnTo>
                  <a:lnTo>
                    <a:pt x="731" y="2067"/>
                  </a:lnTo>
                  <a:lnTo>
                    <a:pt x="1246" y="29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g1444"/>
            <p:cNvSpPr/>
            <p:nvPr/>
          </p:nvSpPr>
          <p:spPr>
            <a:xfrm>
              <a:off x="3035611" y="2087072"/>
              <a:ext cx="173012" cy="235386"/>
            </a:xfrm>
            <a:custGeom>
              <a:avLst/>
              <a:pathLst>
                <a:path w="173012" h="235386">
                  <a:moveTo>
                    <a:pt x="154611" y="155490"/>
                  </a:moveTo>
                  <a:lnTo>
                    <a:pt x="154265" y="155822"/>
                  </a:lnTo>
                  <a:lnTo>
                    <a:pt x="150904" y="155360"/>
                  </a:lnTo>
                  <a:lnTo>
                    <a:pt x="148161" y="155989"/>
                  </a:lnTo>
                  <a:lnTo>
                    <a:pt x="146204" y="160648"/>
                  </a:lnTo>
                  <a:lnTo>
                    <a:pt x="145038" y="160635"/>
                  </a:lnTo>
                  <a:lnTo>
                    <a:pt x="143394" y="161850"/>
                  </a:lnTo>
                  <a:lnTo>
                    <a:pt x="142284" y="163359"/>
                  </a:lnTo>
                  <a:lnTo>
                    <a:pt x="140965" y="166631"/>
                  </a:lnTo>
                  <a:lnTo>
                    <a:pt x="139944" y="165162"/>
                  </a:lnTo>
                  <a:lnTo>
                    <a:pt x="138695" y="165204"/>
                  </a:lnTo>
                  <a:lnTo>
                    <a:pt x="137477" y="166095"/>
                  </a:lnTo>
                  <a:lnTo>
                    <a:pt x="136010" y="168281"/>
                  </a:lnTo>
                  <a:lnTo>
                    <a:pt x="135195" y="168667"/>
                  </a:lnTo>
                  <a:lnTo>
                    <a:pt x="133563" y="168038"/>
                  </a:lnTo>
                  <a:lnTo>
                    <a:pt x="131662" y="169293"/>
                  </a:lnTo>
                  <a:lnTo>
                    <a:pt x="127557" y="176471"/>
                  </a:lnTo>
                  <a:lnTo>
                    <a:pt x="126177" y="181716"/>
                  </a:lnTo>
                  <a:lnTo>
                    <a:pt x="125675" y="182742"/>
                  </a:lnTo>
                  <a:lnTo>
                    <a:pt x="124982" y="184022"/>
                  </a:lnTo>
                  <a:lnTo>
                    <a:pt x="124241" y="184668"/>
                  </a:lnTo>
                  <a:lnTo>
                    <a:pt x="123850" y="184609"/>
                  </a:lnTo>
                  <a:lnTo>
                    <a:pt x="125803" y="180881"/>
                  </a:lnTo>
                  <a:lnTo>
                    <a:pt x="126403" y="179483"/>
                  </a:lnTo>
                  <a:lnTo>
                    <a:pt x="126507" y="178451"/>
                  </a:lnTo>
                  <a:lnTo>
                    <a:pt x="126517" y="176787"/>
                  </a:lnTo>
                  <a:lnTo>
                    <a:pt x="125924" y="174721"/>
                  </a:lnTo>
                  <a:lnTo>
                    <a:pt x="124326" y="179845"/>
                  </a:lnTo>
                  <a:lnTo>
                    <a:pt x="123417" y="180588"/>
                  </a:lnTo>
                  <a:lnTo>
                    <a:pt x="122264" y="182130"/>
                  </a:lnTo>
                  <a:lnTo>
                    <a:pt x="122208" y="185567"/>
                  </a:lnTo>
                  <a:lnTo>
                    <a:pt x="122338" y="188115"/>
                  </a:lnTo>
                  <a:lnTo>
                    <a:pt x="122812" y="191322"/>
                  </a:lnTo>
                  <a:lnTo>
                    <a:pt x="123929" y="196577"/>
                  </a:lnTo>
                  <a:lnTo>
                    <a:pt x="126211" y="204084"/>
                  </a:lnTo>
                  <a:lnTo>
                    <a:pt x="127305" y="206841"/>
                  </a:lnTo>
                  <a:lnTo>
                    <a:pt x="128108" y="207944"/>
                  </a:lnTo>
                  <a:lnTo>
                    <a:pt x="129074" y="208104"/>
                  </a:lnTo>
                  <a:lnTo>
                    <a:pt x="130929" y="205785"/>
                  </a:lnTo>
                  <a:lnTo>
                    <a:pt x="131723" y="205423"/>
                  </a:lnTo>
                  <a:lnTo>
                    <a:pt x="133447" y="206308"/>
                  </a:lnTo>
                  <a:lnTo>
                    <a:pt x="134065" y="204758"/>
                  </a:lnTo>
                  <a:lnTo>
                    <a:pt x="134963" y="203902"/>
                  </a:lnTo>
                  <a:lnTo>
                    <a:pt x="136115" y="203794"/>
                  </a:lnTo>
                  <a:lnTo>
                    <a:pt x="137429" y="204488"/>
                  </a:lnTo>
                  <a:lnTo>
                    <a:pt x="138851" y="205661"/>
                  </a:lnTo>
                  <a:lnTo>
                    <a:pt x="138267" y="208314"/>
                  </a:lnTo>
                  <a:lnTo>
                    <a:pt x="137657" y="210425"/>
                  </a:lnTo>
                  <a:lnTo>
                    <a:pt x="137442" y="212761"/>
                  </a:lnTo>
                  <a:lnTo>
                    <a:pt x="137105" y="215358"/>
                  </a:lnTo>
                  <a:lnTo>
                    <a:pt x="135533" y="216523"/>
                  </a:lnTo>
                  <a:lnTo>
                    <a:pt x="133850" y="216380"/>
                  </a:lnTo>
                  <a:lnTo>
                    <a:pt x="132075" y="217133"/>
                  </a:lnTo>
                  <a:lnTo>
                    <a:pt x="131435" y="216120"/>
                  </a:lnTo>
                  <a:lnTo>
                    <a:pt x="131011" y="215197"/>
                  </a:lnTo>
                  <a:lnTo>
                    <a:pt x="130223" y="214276"/>
                  </a:lnTo>
                  <a:lnTo>
                    <a:pt x="129185" y="213764"/>
                  </a:lnTo>
                  <a:lnTo>
                    <a:pt x="128253" y="214380"/>
                  </a:lnTo>
                  <a:lnTo>
                    <a:pt x="127150" y="217928"/>
                  </a:lnTo>
                  <a:lnTo>
                    <a:pt x="125198" y="220353"/>
                  </a:lnTo>
                  <a:lnTo>
                    <a:pt x="124553" y="223122"/>
                  </a:lnTo>
                  <a:lnTo>
                    <a:pt x="122631" y="222503"/>
                  </a:lnTo>
                  <a:lnTo>
                    <a:pt x="120988" y="222989"/>
                  </a:lnTo>
                  <a:lnTo>
                    <a:pt x="118614" y="225514"/>
                  </a:lnTo>
                  <a:lnTo>
                    <a:pt x="116805" y="230929"/>
                  </a:lnTo>
                  <a:lnTo>
                    <a:pt x="114811" y="234316"/>
                  </a:lnTo>
                  <a:lnTo>
                    <a:pt x="113230" y="235386"/>
                  </a:lnTo>
                  <a:lnTo>
                    <a:pt x="111747" y="235052"/>
                  </a:lnTo>
                  <a:lnTo>
                    <a:pt x="110788" y="234039"/>
                  </a:lnTo>
                  <a:lnTo>
                    <a:pt x="108815" y="230479"/>
                  </a:lnTo>
                  <a:lnTo>
                    <a:pt x="108931" y="229204"/>
                  </a:lnTo>
                  <a:lnTo>
                    <a:pt x="109206" y="228560"/>
                  </a:lnTo>
                  <a:lnTo>
                    <a:pt x="109578" y="226731"/>
                  </a:lnTo>
                  <a:lnTo>
                    <a:pt x="110368" y="220014"/>
                  </a:lnTo>
                  <a:lnTo>
                    <a:pt x="110262" y="217837"/>
                  </a:lnTo>
                  <a:lnTo>
                    <a:pt x="109820" y="214405"/>
                  </a:lnTo>
                  <a:lnTo>
                    <a:pt x="108256" y="211740"/>
                  </a:lnTo>
                  <a:lnTo>
                    <a:pt x="106997" y="212245"/>
                  </a:lnTo>
                  <a:lnTo>
                    <a:pt x="106279" y="211535"/>
                  </a:lnTo>
                  <a:lnTo>
                    <a:pt x="103700" y="207003"/>
                  </a:lnTo>
                  <a:lnTo>
                    <a:pt x="102297" y="206683"/>
                  </a:lnTo>
                  <a:lnTo>
                    <a:pt x="100746" y="207596"/>
                  </a:lnTo>
                  <a:lnTo>
                    <a:pt x="100174" y="206937"/>
                  </a:lnTo>
                  <a:lnTo>
                    <a:pt x="99753" y="205358"/>
                  </a:lnTo>
                  <a:lnTo>
                    <a:pt x="102829" y="199767"/>
                  </a:lnTo>
                  <a:lnTo>
                    <a:pt x="105850" y="195152"/>
                  </a:lnTo>
                  <a:lnTo>
                    <a:pt x="107175" y="194678"/>
                  </a:lnTo>
                  <a:lnTo>
                    <a:pt x="108964" y="192530"/>
                  </a:lnTo>
                  <a:lnTo>
                    <a:pt x="110874" y="189305"/>
                  </a:lnTo>
                  <a:lnTo>
                    <a:pt x="110604" y="186770"/>
                  </a:lnTo>
                  <a:lnTo>
                    <a:pt x="110194" y="184897"/>
                  </a:lnTo>
                  <a:lnTo>
                    <a:pt x="109278" y="185411"/>
                  </a:lnTo>
                  <a:lnTo>
                    <a:pt x="108615" y="186039"/>
                  </a:lnTo>
                  <a:lnTo>
                    <a:pt x="107015" y="184027"/>
                  </a:lnTo>
                  <a:lnTo>
                    <a:pt x="106427" y="182549"/>
                  </a:lnTo>
                  <a:lnTo>
                    <a:pt x="103923" y="184084"/>
                  </a:lnTo>
                  <a:lnTo>
                    <a:pt x="102530" y="183856"/>
                  </a:lnTo>
                  <a:lnTo>
                    <a:pt x="99452" y="185268"/>
                  </a:lnTo>
                  <a:lnTo>
                    <a:pt x="98040" y="183889"/>
                  </a:lnTo>
                  <a:lnTo>
                    <a:pt x="95212" y="180029"/>
                  </a:lnTo>
                  <a:lnTo>
                    <a:pt x="94150" y="179253"/>
                  </a:lnTo>
                  <a:lnTo>
                    <a:pt x="93246" y="179418"/>
                  </a:lnTo>
                  <a:lnTo>
                    <a:pt x="92754" y="178148"/>
                  </a:lnTo>
                  <a:lnTo>
                    <a:pt x="93358" y="177513"/>
                  </a:lnTo>
                  <a:lnTo>
                    <a:pt x="94060" y="177438"/>
                  </a:lnTo>
                  <a:lnTo>
                    <a:pt x="94789" y="176974"/>
                  </a:lnTo>
                  <a:lnTo>
                    <a:pt x="94995" y="176301"/>
                  </a:lnTo>
                  <a:lnTo>
                    <a:pt x="94950" y="175036"/>
                  </a:lnTo>
                  <a:lnTo>
                    <a:pt x="93482" y="174076"/>
                  </a:lnTo>
                  <a:lnTo>
                    <a:pt x="92116" y="173801"/>
                  </a:lnTo>
                  <a:lnTo>
                    <a:pt x="91250" y="172664"/>
                  </a:lnTo>
                  <a:lnTo>
                    <a:pt x="90590" y="171362"/>
                  </a:lnTo>
                  <a:lnTo>
                    <a:pt x="92139" y="171342"/>
                  </a:lnTo>
                  <a:lnTo>
                    <a:pt x="93695" y="172326"/>
                  </a:lnTo>
                  <a:lnTo>
                    <a:pt x="96132" y="172690"/>
                  </a:lnTo>
                  <a:lnTo>
                    <a:pt x="98342" y="173707"/>
                  </a:lnTo>
                  <a:lnTo>
                    <a:pt x="98896" y="172441"/>
                  </a:lnTo>
                  <a:lnTo>
                    <a:pt x="100181" y="170249"/>
                  </a:lnTo>
                  <a:lnTo>
                    <a:pt x="100426" y="169550"/>
                  </a:lnTo>
                  <a:lnTo>
                    <a:pt x="98273" y="171051"/>
                  </a:lnTo>
                  <a:lnTo>
                    <a:pt x="96092" y="170094"/>
                  </a:lnTo>
                  <a:lnTo>
                    <a:pt x="95295" y="168757"/>
                  </a:lnTo>
                  <a:lnTo>
                    <a:pt x="94622" y="166797"/>
                  </a:lnTo>
                  <a:lnTo>
                    <a:pt x="94339" y="164564"/>
                  </a:lnTo>
                  <a:lnTo>
                    <a:pt x="94523" y="162482"/>
                  </a:lnTo>
                  <a:lnTo>
                    <a:pt x="94288" y="158725"/>
                  </a:lnTo>
                  <a:lnTo>
                    <a:pt x="93568" y="155382"/>
                  </a:lnTo>
                  <a:lnTo>
                    <a:pt x="93313" y="153546"/>
                  </a:lnTo>
                  <a:lnTo>
                    <a:pt x="92554" y="151903"/>
                  </a:lnTo>
                  <a:lnTo>
                    <a:pt x="93301" y="155621"/>
                  </a:lnTo>
                  <a:lnTo>
                    <a:pt x="93580" y="158096"/>
                  </a:lnTo>
                  <a:lnTo>
                    <a:pt x="94029" y="160375"/>
                  </a:lnTo>
                  <a:lnTo>
                    <a:pt x="93923" y="166418"/>
                  </a:lnTo>
                  <a:lnTo>
                    <a:pt x="93646" y="168542"/>
                  </a:lnTo>
                  <a:lnTo>
                    <a:pt x="92750" y="169077"/>
                  </a:lnTo>
                  <a:lnTo>
                    <a:pt x="91572" y="168758"/>
                  </a:lnTo>
                  <a:lnTo>
                    <a:pt x="90371" y="168099"/>
                  </a:lnTo>
                  <a:lnTo>
                    <a:pt x="90671" y="164773"/>
                  </a:lnTo>
                  <a:lnTo>
                    <a:pt x="90032" y="165923"/>
                  </a:lnTo>
                  <a:lnTo>
                    <a:pt x="89129" y="169161"/>
                  </a:lnTo>
                  <a:lnTo>
                    <a:pt x="88334" y="169643"/>
                  </a:lnTo>
                  <a:lnTo>
                    <a:pt x="86570" y="169289"/>
                  </a:lnTo>
                  <a:lnTo>
                    <a:pt x="83297" y="171430"/>
                  </a:lnTo>
                  <a:lnTo>
                    <a:pt x="83071" y="173763"/>
                  </a:lnTo>
                  <a:lnTo>
                    <a:pt x="82579" y="176920"/>
                  </a:lnTo>
                  <a:lnTo>
                    <a:pt x="82104" y="178758"/>
                  </a:lnTo>
                  <a:lnTo>
                    <a:pt x="81955" y="179866"/>
                  </a:lnTo>
                  <a:lnTo>
                    <a:pt x="80559" y="184628"/>
                  </a:lnTo>
                  <a:lnTo>
                    <a:pt x="80381" y="185078"/>
                  </a:lnTo>
                  <a:lnTo>
                    <a:pt x="77747" y="191679"/>
                  </a:lnTo>
                  <a:lnTo>
                    <a:pt x="77412" y="192175"/>
                  </a:lnTo>
                  <a:lnTo>
                    <a:pt x="75705" y="193712"/>
                  </a:lnTo>
                  <a:lnTo>
                    <a:pt x="74696" y="195058"/>
                  </a:lnTo>
                  <a:lnTo>
                    <a:pt x="73922" y="195658"/>
                  </a:lnTo>
                  <a:lnTo>
                    <a:pt x="72614" y="194990"/>
                  </a:lnTo>
                  <a:lnTo>
                    <a:pt x="72069" y="195942"/>
                  </a:lnTo>
                  <a:lnTo>
                    <a:pt x="71812" y="197123"/>
                  </a:lnTo>
                  <a:lnTo>
                    <a:pt x="71807" y="199561"/>
                  </a:lnTo>
                  <a:lnTo>
                    <a:pt x="72472" y="201314"/>
                  </a:lnTo>
                  <a:lnTo>
                    <a:pt x="73016" y="207146"/>
                  </a:lnTo>
                  <a:lnTo>
                    <a:pt x="72814" y="209610"/>
                  </a:lnTo>
                  <a:lnTo>
                    <a:pt x="72295" y="208014"/>
                  </a:lnTo>
                  <a:lnTo>
                    <a:pt x="71485" y="206333"/>
                  </a:lnTo>
                  <a:lnTo>
                    <a:pt x="69909" y="204889"/>
                  </a:lnTo>
                  <a:lnTo>
                    <a:pt x="68177" y="205384"/>
                  </a:lnTo>
                  <a:lnTo>
                    <a:pt x="66292" y="207818"/>
                  </a:lnTo>
                  <a:lnTo>
                    <a:pt x="65012" y="208723"/>
                  </a:lnTo>
                  <a:lnTo>
                    <a:pt x="64339" y="208098"/>
                  </a:lnTo>
                  <a:lnTo>
                    <a:pt x="63929" y="208134"/>
                  </a:lnTo>
                  <a:lnTo>
                    <a:pt x="63784" y="208832"/>
                  </a:lnTo>
                  <a:lnTo>
                    <a:pt x="63815" y="209404"/>
                  </a:lnTo>
                  <a:lnTo>
                    <a:pt x="64022" y="209847"/>
                  </a:lnTo>
                  <a:lnTo>
                    <a:pt x="63992" y="210170"/>
                  </a:lnTo>
                  <a:lnTo>
                    <a:pt x="63728" y="210372"/>
                  </a:lnTo>
                  <a:lnTo>
                    <a:pt x="60752" y="208656"/>
                  </a:lnTo>
                  <a:lnTo>
                    <a:pt x="59468" y="207033"/>
                  </a:lnTo>
                  <a:lnTo>
                    <a:pt x="58457" y="203980"/>
                  </a:lnTo>
                  <a:lnTo>
                    <a:pt x="58960" y="202992"/>
                  </a:lnTo>
                  <a:lnTo>
                    <a:pt x="59398" y="202558"/>
                  </a:lnTo>
                  <a:lnTo>
                    <a:pt x="60946" y="202304"/>
                  </a:lnTo>
                  <a:lnTo>
                    <a:pt x="61212" y="201992"/>
                  </a:lnTo>
                  <a:lnTo>
                    <a:pt x="61238" y="201288"/>
                  </a:lnTo>
                  <a:lnTo>
                    <a:pt x="61353" y="200376"/>
                  </a:lnTo>
                  <a:lnTo>
                    <a:pt x="61312" y="199034"/>
                  </a:lnTo>
                  <a:lnTo>
                    <a:pt x="61140" y="197617"/>
                  </a:lnTo>
                  <a:lnTo>
                    <a:pt x="61820" y="195548"/>
                  </a:lnTo>
                  <a:lnTo>
                    <a:pt x="62832" y="193833"/>
                  </a:lnTo>
                  <a:lnTo>
                    <a:pt x="63425" y="192115"/>
                  </a:lnTo>
                  <a:lnTo>
                    <a:pt x="63516" y="189598"/>
                  </a:lnTo>
                  <a:lnTo>
                    <a:pt x="64581" y="188372"/>
                  </a:lnTo>
                  <a:lnTo>
                    <a:pt x="65525" y="186265"/>
                  </a:lnTo>
                  <a:lnTo>
                    <a:pt x="65757" y="183970"/>
                  </a:lnTo>
                  <a:lnTo>
                    <a:pt x="66088" y="182527"/>
                  </a:lnTo>
                  <a:lnTo>
                    <a:pt x="65487" y="179218"/>
                  </a:lnTo>
                  <a:lnTo>
                    <a:pt x="65360" y="177037"/>
                  </a:lnTo>
                  <a:lnTo>
                    <a:pt x="65330" y="175209"/>
                  </a:lnTo>
                  <a:lnTo>
                    <a:pt x="65628" y="174193"/>
                  </a:lnTo>
                  <a:lnTo>
                    <a:pt x="66507" y="173055"/>
                  </a:lnTo>
                  <a:lnTo>
                    <a:pt x="67434" y="172172"/>
                  </a:lnTo>
                  <a:lnTo>
                    <a:pt x="67818" y="172258"/>
                  </a:lnTo>
                  <a:lnTo>
                    <a:pt x="67958" y="172820"/>
                  </a:lnTo>
                  <a:lnTo>
                    <a:pt x="67995" y="176532"/>
                  </a:lnTo>
                  <a:lnTo>
                    <a:pt x="68180" y="176603"/>
                  </a:lnTo>
                  <a:lnTo>
                    <a:pt x="68475" y="176140"/>
                  </a:lnTo>
                  <a:lnTo>
                    <a:pt x="68959" y="173954"/>
                  </a:lnTo>
                  <a:lnTo>
                    <a:pt x="69292" y="174590"/>
                  </a:lnTo>
                  <a:lnTo>
                    <a:pt x="69805" y="174831"/>
                  </a:lnTo>
                  <a:lnTo>
                    <a:pt x="70189" y="174268"/>
                  </a:lnTo>
                  <a:lnTo>
                    <a:pt x="70438" y="174333"/>
                  </a:lnTo>
                  <a:lnTo>
                    <a:pt x="70748" y="174897"/>
                  </a:lnTo>
                  <a:lnTo>
                    <a:pt x="71364" y="175692"/>
                  </a:lnTo>
                  <a:lnTo>
                    <a:pt x="71940" y="175956"/>
                  </a:lnTo>
                  <a:lnTo>
                    <a:pt x="72416" y="175427"/>
                  </a:lnTo>
                  <a:lnTo>
                    <a:pt x="72823" y="174482"/>
                  </a:lnTo>
                  <a:lnTo>
                    <a:pt x="73257" y="174805"/>
                  </a:lnTo>
                  <a:lnTo>
                    <a:pt x="74083" y="177383"/>
                  </a:lnTo>
                  <a:lnTo>
                    <a:pt x="74469" y="177098"/>
                  </a:lnTo>
                  <a:lnTo>
                    <a:pt x="76369" y="176577"/>
                  </a:lnTo>
                  <a:lnTo>
                    <a:pt x="76675" y="175876"/>
                  </a:lnTo>
                  <a:lnTo>
                    <a:pt x="76901" y="175239"/>
                  </a:lnTo>
                  <a:lnTo>
                    <a:pt x="74914" y="171818"/>
                  </a:lnTo>
                  <a:lnTo>
                    <a:pt x="75014" y="169273"/>
                  </a:lnTo>
                  <a:lnTo>
                    <a:pt x="75088" y="166354"/>
                  </a:lnTo>
                  <a:lnTo>
                    <a:pt x="74854" y="164621"/>
                  </a:lnTo>
                  <a:lnTo>
                    <a:pt x="74467" y="163248"/>
                  </a:lnTo>
                  <a:lnTo>
                    <a:pt x="72947" y="161652"/>
                  </a:lnTo>
                  <a:lnTo>
                    <a:pt x="71774" y="160000"/>
                  </a:lnTo>
                  <a:lnTo>
                    <a:pt x="71527" y="159256"/>
                  </a:lnTo>
                  <a:lnTo>
                    <a:pt x="71495" y="158289"/>
                  </a:lnTo>
                  <a:lnTo>
                    <a:pt x="71445" y="156788"/>
                  </a:lnTo>
                  <a:lnTo>
                    <a:pt x="70979" y="155500"/>
                  </a:lnTo>
                  <a:lnTo>
                    <a:pt x="70940" y="154409"/>
                  </a:lnTo>
                  <a:lnTo>
                    <a:pt x="71236" y="152710"/>
                  </a:lnTo>
                  <a:lnTo>
                    <a:pt x="71309" y="150899"/>
                  </a:lnTo>
                  <a:lnTo>
                    <a:pt x="71211" y="150185"/>
                  </a:lnTo>
                  <a:lnTo>
                    <a:pt x="70937" y="149602"/>
                  </a:lnTo>
                  <a:lnTo>
                    <a:pt x="70408" y="149545"/>
                  </a:lnTo>
                  <a:lnTo>
                    <a:pt x="69714" y="148499"/>
                  </a:lnTo>
                  <a:lnTo>
                    <a:pt x="69237" y="147090"/>
                  </a:lnTo>
                  <a:lnTo>
                    <a:pt x="67956" y="145058"/>
                  </a:lnTo>
                  <a:lnTo>
                    <a:pt x="67564" y="144728"/>
                  </a:lnTo>
                  <a:lnTo>
                    <a:pt x="67324" y="143722"/>
                  </a:lnTo>
                  <a:lnTo>
                    <a:pt x="67210" y="142520"/>
                  </a:lnTo>
                  <a:lnTo>
                    <a:pt x="67478" y="141028"/>
                  </a:lnTo>
                  <a:lnTo>
                    <a:pt x="67816" y="138731"/>
                  </a:lnTo>
                  <a:lnTo>
                    <a:pt x="68054" y="136576"/>
                  </a:lnTo>
                  <a:lnTo>
                    <a:pt x="68058" y="135292"/>
                  </a:lnTo>
                  <a:lnTo>
                    <a:pt x="67901" y="132117"/>
                  </a:lnTo>
                  <a:lnTo>
                    <a:pt x="67233" y="129691"/>
                  </a:lnTo>
                  <a:lnTo>
                    <a:pt x="66922" y="129369"/>
                  </a:lnTo>
                  <a:lnTo>
                    <a:pt x="66383" y="130051"/>
                  </a:lnTo>
                  <a:lnTo>
                    <a:pt x="65771" y="130623"/>
                  </a:lnTo>
                  <a:lnTo>
                    <a:pt x="65289" y="130087"/>
                  </a:lnTo>
                  <a:lnTo>
                    <a:pt x="64738" y="128772"/>
                  </a:lnTo>
                  <a:lnTo>
                    <a:pt x="63853" y="125110"/>
                  </a:lnTo>
                  <a:lnTo>
                    <a:pt x="62198" y="124377"/>
                  </a:lnTo>
                  <a:lnTo>
                    <a:pt x="61514" y="124202"/>
                  </a:lnTo>
                  <a:lnTo>
                    <a:pt x="60866" y="125968"/>
                  </a:lnTo>
                  <a:lnTo>
                    <a:pt x="60663" y="125432"/>
                  </a:lnTo>
                  <a:lnTo>
                    <a:pt x="60481" y="124303"/>
                  </a:lnTo>
                  <a:lnTo>
                    <a:pt x="60139" y="123853"/>
                  </a:lnTo>
                  <a:lnTo>
                    <a:pt x="59688" y="124375"/>
                  </a:lnTo>
                  <a:lnTo>
                    <a:pt x="59557" y="123873"/>
                  </a:lnTo>
                  <a:lnTo>
                    <a:pt x="59752" y="122348"/>
                  </a:lnTo>
                  <a:lnTo>
                    <a:pt x="59212" y="121594"/>
                  </a:lnTo>
                  <a:lnTo>
                    <a:pt x="57941" y="121611"/>
                  </a:lnTo>
                  <a:lnTo>
                    <a:pt x="57265" y="121048"/>
                  </a:lnTo>
                  <a:lnTo>
                    <a:pt x="57184" y="119903"/>
                  </a:lnTo>
                  <a:lnTo>
                    <a:pt x="56784" y="119149"/>
                  </a:lnTo>
                  <a:lnTo>
                    <a:pt x="56062" y="118787"/>
                  </a:lnTo>
                  <a:lnTo>
                    <a:pt x="55363" y="117851"/>
                  </a:lnTo>
                  <a:lnTo>
                    <a:pt x="54684" y="116343"/>
                  </a:lnTo>
                  <a:lnTo>
                    <a:pt x="53669" y="115361"/>
                  </a:lnTo>
                  <a:lnTo>
                    <a:pt x="52316" y="114906"/>
                  </a:lnTo>
                  <a:lnTo>
                    <a:pt x="52205" y="114743"/>
                  </a:lnTo>
                  <a:lnTo>
                    <a:pt x="52080" y="114527"/>
                  </a:lnTo>
                  <a:lnTo>
                    <a:pt x="51207" y="115551"/>
                  </a:lnTo>
                  <a:lnTo>
                    <a:pt x="50682" y="116362"/>
                  </a:lnTo>
                  <a:lnTo>
                    <a:pt x="50039" y="115857"/>
                  </a:lnTo>
                  <a:lnTo>
                    <a:pt x="48997" y="117668"/>
                  </a:lnTo>
                  <a:lnTo>
                    <a:pt x="46882" y="117761"/>
                  </a:lnTo>
                  <a:lnTo>
                    <a:pt x="45845" y="117653"/>
                  </a:lnTo>
                  <a:lnTo>
                    <a:pt x="45330" y="117203"/>
                  </a:lnTo>
                  <a:lnTo>
                    <a:pt x="43344" y="119952"/>
                  </a:lnTo>
                  <a:lnTo>
                    <a:pt x="43137" y="120965"/>
                  </a:lnTo>
                  <a:lnTo>
                    <a:pt x="42690" y="121301"/>
                  </a:lnTo>
                  <a:lnTo>
                    <a:pt x="41440" y="121847"/>
                  </a:lnTo>
                  <a:lnTo>
                    <a:pt x="40125" y="122622"/>
                  </a:lnTo>
                  <a:lnTo>
                    <a:pt x="39849" y="125297"/>
                  </a:lnTo>
                  <a:lnTo>
                    <a:pt x="39458" y="126742"/>
                  </a:lnTo>
                  <a:lnTo>
                    <a:pt x="38751" y="128864"/>
                  </a:lnTo>
                  <a:lnTo>
                    <a:pt x="36309" y="129601"/>
                  </a:lnTo>
                  <a:lnTo>
                    <a:pt x="34199" y="130639"/>
                  </a:lnTo>
                  <a:lnTo>
                    <a:pt x="32036" y="131279"/>
                  </a:lnTo>
                  <a:lnTo>
                    <a:pt x="29204" y="133871"/>
                  </a:lnTo>
                  <a:lnTo>
                    <a:pt x="28283" y="136157"/>
                  </a:lnTo>
                  <a:lnTo>
                    <a:pt x="27372" y="136795"/>
                  </a:lnTo>
                  <a:lnTo>
                    <a:pt x="26548" y="136983"/>
                  </a:lnTo>
                  <a:lnTo>
                    <a:pt x="26015" y="135710"/>
                  </a:lnTo>
                  <a:lnTo>
                    <a:pt x="24218" y="132292"/>
                  </a:lnTo>
                  <a:lnTo>
                    <a:pt x="23525" y="130681"/>
                  </a:lnTo>
                  <a:lnTo>
                    <a:pt x="22613" y="130206"/>
                  </a:lnTo>
                  <a:lnTo>
                    <a:pt x="21622" y="130474"/>
                  </a:lnTo>
                  <a:lnTo>
                    <a:pt x="20670" y="131268"/>
                  </a:lnTo>
                  <a:lnTo>
                    <a:pt x="19668" y="131419"/>
                  </a:lnTo>
                  <a:lnTo>
                    <a:pt x="18415" y="130386"/>
                  </a:lnTo>
                  <a:lnTo>
                    <a:pt x="17977" y="130541"/>
                  </a:lnTo>
                  <a:lnTo>
                    <a:pt x="15162" y="129157"/>
                  </a:lnTo>
                  <a:lnTo>
                    <a:pt x="14778" y="128870"/>
                  </a:lnTo>
                  <a:lnTo>
                    <a:pt x="14390" y="128766"/>
                  </a:lnTo>
                  <a:lnTo>
                    <a:pt x="12270" y="128939"/>
                  </a:lnTo>
                  <a:lnTo>
                    <a:pt x="10294" y="126146"/>
                  </a:lnTo>
                  <a:lnTo>
                    <a:pt x="9686" y="126061"/>
                  </a:lnTo>
                  <a:lnTo>
                    <a:pt x="9219" y="127192"/>
                  </a:lnTo>
                  <a:lnTo>
                    <a:pt x="8872" y="128450"/>
                  </a:lnTo>
                  <a:lnTo>
                    <a:pt x="7508" y="129699"/>
                  </a:lnTo>
                  <a:lnTo>
                    <a:pt x="7160" y="130201"/>
                  </a:lnTo>
                  <a:lnTo>
                    <a:pt x="6962" y="129816"/>
                  </a:lnTo>
                  <a:lnTo>
                    <a:pt x="6870" y="128730"/>
                  </a:lnTo>
                  <a:lnTo>
                    <a:pt x="6973" y="127770"/>
                  </a:lnTo>
                  <a:lnTo>
                    <a:pt x="6771" y="126861"/>
                  </a:lnTo>
                  <a:lnTo>
                    <a:pt x="6252" y="125830"/>
                  </a:lnTo>
                  <a:lnTo>
                    <a:pt x="6126" y="125404"/>
                  </a:lnTo>
                  <a:lnTo>
                    <a:pt x="5477" y="125481"/>
                  </a:lnTo>
                  <a:lnTo>
                    <a:pt x="5234" y="125558"/>
                  </a:lnTo>
                  <a:lnTo>
                    <a:pt x="4331" y="124683"/>
                  </a:lnTo>
                  <a:lnTo>
                    <a:pt x="3732" y="122575"/>
                  </a:lnTo>
                  <a:lnTo>
                    <a:pt x="2807" y="121454"/>
                  </a:lnTo>
                  <a:lnTo>
                    <a:pt x="2099" y="121077"/>
                  </a:lnTo>
                  <a:lnTo>
                    <a:pt x="1777" y="120174"/>
                  </a:lnTo>
                  <a:lnTo>
                    <a:pt x="1569" y="118972"/>
                  </a:lnTo>
                  <a:lnTo>
                    <a:pt x="1322" y="117979"/>
                  </a:lnTo>
                  <a:lnTo>
                    <a:pt x="1171" y="116606"/>
                  </a:lnTo>
                  <a:lnTo>
                    <a:pt x="916" y="116427"/>
                  </a:lnTo>
                  <a:lnTo>
                    <a:pt x="0" y="116666"/>
                  </a:lnTo>
                  <a:lnTo>
                    <a:pt x="106" y="111844"/>
                  </a:lnTo>
                  <a:lnTo>
                    <a:pt x="1570" y="108377"/>
                  </a:lnTo>
                  <a:lnTo>
                    <a:pt x="1930" y="106627"/>
                  </a:lnTo>
                  <a:lnTo>
                    <a:pt x="2476" y="102833"/>
                  </a:lnTo>
                  <a:lnTo>
                    <a:pt x="2885" y="101058"/>
                  </a:lnTo>
                  <a:lnTo>
                    <a:pt x="3377" y="99589"/>
                  </a:lnTo>
                  <a:lnTo>
                    <a:pt x="3771" y="98166"/>
                  </a:lnTo>
                  <a:lnTo>
                    <a:pt x="3911" y="96946"/>
                  </a:lnTo>
                  <a:lnTo>
                    <a:pt x="4308" y="96813"/>
                  </a:lnTo>
                  <a:lnTo>
                    <a:pt x="5474" y="97914"/>
                  </a:lnTo>
                  <a:lnTo>
                    <a:pt x="6517" y="98481"/>
                  </a:lnTo>
                  <a:lnTo>
                    <a:pt x="6805" y="97944"/>
                  </a:lnTo>
                  <a:lnTo>
                    <a:pt x="6923" y="97240"/>
                  </a:lnTo>
                  <a:lnTo>
                    <a:pt x="6876" y="96693"/>
                  </a:lnTo>
                  <a:lnTo>
                    <a:pt x="6040" y="95069"/>
                  </a:lnTo>
                  <a:lnTo>
                    <a:pt x="5516" y="94036"/>
                  </a:lnTo>
                  <a:lnTo>
                    <a:pt x="5484" y="93399"/>
                  </a:lnTo>
                  <a:lnTo>
                    <a:pt x="5673" y="91974"/>
                  </a:lnTo>
                  <a:lnTo>
                    <a:pt x="5773" y="90372"/>
                  </a:lnTo>
                  <a:lnTo>
                    <a:pt x="5653" y="88639"/>
                  </a:lnTo>
                  <a:lnTo>
                    <a:pt x="5083" y="84802"/>
                  </a:lnTo>
                  <a:lnTo>
                    <a:pt x="4975" y="83167"/>
                  </a:lnTo>
                  <a:lnTo>
                    <a:pt x="5521" y="81181"/>
                  </a:lnTo>
                  <a:lnTo>
                    <a:pt x="7295" y="76452"/>
                  </a:lnTo>
                  <a:lnTo>
                    <a:pt x="7887" y="74676"/>
                  </a:lnTo>
                  <a:lnTo>
                    <a:pt x="8695" y="72527"/>
                  </a:lnTo>
                  <a:lnTo>
                    <a:pt x="10888" y="67392"/>
                  </a:lnTo>
                  <a:lnTo>
                    <a:pt x="12274" y="64406"/>
                  </a:lnTo>
                  <a:lnTo>
                    <a:pt x="13212" y="62754"/>
                  </a:lnTo>
                  <a:lnTo>
                    <a:pt x="14585" y="59881"/>
                  </a:lnTo>
                  <a:lnTo>
                    <a:pt x="15188" y="58395"/>
                  </a:lnTo>
                  <a:lnTo>
                    <a:pt x="17697" y="57428"/>
                  </a:lnTo>
                  <a:lnTo>
                    <a:pt x="18007" y="56040"/>
                  </a:lnTo>
                  <a:lnTo>
                    <a:pt x="18465" y="54521"/>
                  </a:lnTo>
                  <a:lnTo>
                    <a:pt x="18824" y="53870"/>
                  </a:lnTo>
                  <a:lnTo>
                    <a:pt x="18870" y="51312"/>
                  </a:lnTo>
                  <a:lnTo>
                    <a:pt x="18404" y="48187"/>
                  </a:lnTo>
                  <a:lnTo>
                    <a:pt x="18030" y="47083"/>
                  </a:lnTo>
                  <a:lnTo>
                    <a:pt x="17752" y="46332"/>
                  </a:lnTo>
                  <a:lnTo>
                    <a:pt x="17931" y="45629"/>
                  </a:lnTo>
                  <a:lnTo>
                    <a:pt x="18209" y="45428"/>
                  </a:lnTo>
                  <a:lnTo>
                    <a:pt x="18552" y="45329"/>
                  </a:lnTo>
                  <a:lnTo>
                    <a:pt x="18976" y="44577"/>
                  </a:lnTo>
                  <a:lnTo>
                    <a:pt x="18880" y="43756"/>
                  </a:lnTo>
                  <a:lnTo>
                    <a:pt x="17822" y="41756"/>
                  </a:lnTo>
                  <a:lnTo>
                    <a:pt x="17364" y="40217"/>
                  </a:lnTo>
                  <a:lnTo>
                    <a:pt x="16647" y="36266"/>
                  </a:lnTo>
                  <a:lnTo>
                    <a:pt x="15193" y="32162"/>
                  </a:lnTo>
                  <a:lnTo>
                    <a:pt x="14734" y="30834"/>
                  </a:lnTo>
                  <a:lnTo>
                    <a:pt x="14668" y="29580"/>
                  </a:lnTo>
                  <a:lnTo>
                    <a:pt x="14880" y="28326"/>
                  </a:lnTo>
                  <a:lnTo>
                    <a:pt x="14680" y="26729"/>
                  </a:lnTo>
                  <a:lnTo>
                    <a:pt x="14165" y="24692"/>
                  </a:lnTo>
                  <a:lnTo>
                    <a:pt x="14246" y="24471"/>
                  </a:lnTo>
                  <a:lnTo>
                    <a:pt x="14197" y="21956"/>
                  </a:lnTo>
                  <a:lnTo>
                    <a:pt x="14563" y="21414"/>
                  </a:lnTo>
                  <a:lnTo>
                    <a:pt x="15141" y="21046"/>
                  </a:lnTo>
                  <a:lnTo>
                    <a:pt x="15957" y="21170"/>
                  </a:lnTo>
                  <a:lnTo>
                    <a:pt x="16654" y="21558"/>
                  </a:lnTo>
                  <a:lnTo>
                    <a:pt x="17490" y="22708"/>
                  </a:lnTo>
                  <a:lnTo>
                    <a:pt x="17751" y="22523"/>
                  </a:lnTo>
                  <a:lnTo>
                    <a:pt x="19179" y="20356"/>
                  </a:lnTo>
                  <a:lnTo>
                    <a:pt x="20652" y="17104"/>
                  </a:lnTo>
                  <a:lnTo>
                    <a:pt x="21072" y="15221"/>
                  </a:lnTo>
                  <a:lnTo>
                    <a:pt x="21439" y="14361"/>
                  </a:lnTo>
                  <a:lnTo>
                    <a:pt x="22720" y="13903"/>
                  </a:lnTo>
                  <a:lnTo>
                    <a:pt x="23837" y="13712"/>
                  </a:lnTo>
                  <a:lnTo>
                    <a:pt x="24546" y="13748"/>
                  </a:lnTo>
                  <a:lnTo>
                    <a:pt x="26289" y="13428"/>
                  </a:lnTo>
                  <a:lnTo>
                    <a:pt x="27321" y="13073"/>
                  </a:lnTo>
                  <a:lnTo>
                    <a:pt x="28214" y="12500"/>
                  </a:lnTo>
                  <a:lnTo>
                    <a:pt x="30142" y="12287"/>
                  </a:lnTo>
                  <a:lnTo>
                    <a:pt x="33152" y="12670"/>
                  </a:lnTo>
                  <a:lnTo>
                    <a:pt x="35127" y="12698"/>
                  </a:lnTo>
                  <a:lnTo>
                    <a:pt x="36469" y="13002"/>
                  </a:lnTo>
                  <a:lnTo>
                    <a:pt x="39754" y="14731"/>
                  </a:lnTo>
                  <a:lnTo>
                    <a:pt x="40978" y="15044"/>
                  </a:lnTo>
                  <a:lnTo>
                    <a:pt x="41546" y="15960"/>
                  </a:lnTo>
                  <a:lnTo>
                    <a:pt x="42637" y="16301"/>
                  </a:lnTo>
                  <a:lnTo>
                    <a:pt x="44622" y="17223"/>
                  </a:lnTo>
                  <a:lnTo>
                    <a:pt x="46347" y="17716"/>
                  </a:lnTo>
                  <a:lnTo>
                    <a:pt x="47513" y="17514"/>
                  </a:lnTo>
                  <a:lnTo>
                    <a:pt x="48165" y="17774"/>
                  </a:lnTo>
                  <a:lnTo>
                    <a:pt x="49397" y="21866"/>
                  </a:lnTo>
                  <a:lnTo>
                    <a:pt x="49649" y="22343"/>
                  </a:lnTo>
                  <a:lnTo>
                    <a:pt x="50143" y="22440"/>
                  </a:lnTo>
                  <a:lnTo>
                    <a:pt x="51149" y="22086"/>
                  </a:lnTo>
                  <a:lnTo>
                    <a:pt x="52582" y="22219"/>
                  </a:lnTo>
                  <a:lnTo>
                    <a:pt x="53431" y="23082"/>
                  </a:lnTo>
                  <a:lnTo>
                    <a:pt x="53307" y="25519"/>
                  </a:lnTo>
                  <a:lnTo>
                    <a:pt x="53530" y="25872"/>
                  </a:lnTo>
                  <a:lnTo>
                    <a:pt x="53927" y="25737"/>
                  </a:lnTo>
                  <a:lnTo>
                    <a:pt x="54384" y="24360"/>
                  </a:lnTo>
                  <a:lnTo>
                    <a:pt x="54768" y="22933"/>
                  </a:lnTo>
                  <a:lnTo>
                    <a:pt x="55055" y="22492"/>
                  </a:lnTo>
                  <a:lnTo>
                    <a:pt x="56517" y="23456"/>
                  </a:lnTo>
                  <a:lnTo>
                    <a:pt x="57186" y="23300"/>
                  </a:lnTo>
                  <a:lnTo>
                    <a:pt x="57803" y="22218"/>
                  </a:lnTo>
                  <a:lnTo>
                    <a:pt x="58181" y="22034"/>
                  </a:lnTo>
                  <a:lnTo>
                    <a:pt x="59217" y="22803"/>
                  </a:lnTo>
                  <a:lnTo>
                    <a:pt x="60496" y="23342"/>
                  </a:lnTo>
                  <a:lnTo>
                    <a:pt x="61529" y="23376"/>
                  </a:lnTo>
                  <a:lnTo>
                    <a:pt x="62173" y="23962"/>
                  </a:lnTo>
                  <a:lnTo>
                    <a:pt x="62641" y="26506"/>
                  </a:lnTo>
                  <a:lnTo>
                    <a:pt x="63050" y="27028"/>
                  </a:lnTo>
                  <a:lnTo>
                    <a:pt x="63444" y="27190"/>
                  </a:lnTo>
                  <a:lnTo>
                    <a:pt x="64040" y="24916"/>
                  </a:lnTo>
                  <a:lnTo>
                    <a:pt x="64581" y="24034"/>
                  </a:lnTo>
                  <a:lnTo>
                    <a:pt x="65331" y="23385"/>
                  </a:lnTo>
                  <a:lnTo>
                    <a:pt x="65814" y="23101"/>
                  </a:lnTo>
                  <a:lnTo>
                    <a:pt x="66154" y="22298"/>
                  </a:lnTo>
                  <a:lnTo>
                    <a:pt x="66612" y="21515"/>
                  </a:lnTo>
                  <a:lnTo>
                    <a:pt x="67009" y="21453"/>
                  </a:lnTo>
                  <a:lnTo>
                    <a:pt x="67332" y="21756"/>
                  </a:lnTo>
                  <a:lnTo>
                    <a:pt x="67703" y="22839"/>
                  </a:lnTo>
                  <a:lnTo>
                    <a:pt x="68243" y="25310"/>
                  </a:lnTo>
                  <a:lnTo>
                    <a:pt x="68901" y="27791"/>
                  </a:lnTo>
                  <a:lnTo>
                    <a:pt x="69359" y="28692"/>
                  </a:lnTo>
                  <a:lnTo>
                    <a:pt x="70543" y="27930"/>
                  </a:lnTo>
                  <a:lnTo>
                    <a:pt x="71345" y="27155"/>
                  </a:lnTo>
                  <a:lnTo>
                    <a:pt x="72815" y="27008"/>
                  </a:lnTo>
                  <a:lnTo>
                    <a:pt x="74765" y="26462"/>
                  </a:lnTo>
                  <a:lnTo>
                    <a:pt x="76254" y="25752"/>
                  </a:lnTo>
                  <a:lnTo>
                    <a:pt x="77187" y="25875"/>
                  </a:lnTo>
                  <a:lnTo>
                    <a:pt x="77752" y="26663"/>
                  </a:lnTo>
                  <a:lnTo>
                    <a:pt x="78612" y="28188"/>
                  </a:lnTo>
                  <a:lnTo>
                    <a:pt x="78847" y="30377"/>
                  </a:lnTo>
                  <a:lnTo>
                    <a:pt x="79963" y="31890"/>
                  </a:lnTo>
                  <a:lnTo>
                    <a:pt x="80876" y="32164"/>
                  </a:lnTo>
                  <a:lnTo>
                    <a:pt x="81188" y="30589"/>
                  </a:lnTo>
                  <a:lnTo>
                    <a:pt x="81722" y="29494"/>
                  </a:lnTo>
                  <a:lnTo>
                    <a:pt x="81522" y="27989"/>
                  </a:lnTo>
                  <a:lnTo>
                    <a:pt x="81432" y="26071"/>
                  </a:lnTo>
                  <a:lnTo>
                    <a:pt x="81032" y="24291"/>
                  </a:lnTo>
                  <a:lnTo>
                    <a:pt x="80766" y="22375"/>
                  </a:lnTo>
                  <a:lnTo>
                    <a:pt x="81255" y="19638"/>
                  </a:lnTo>
                  <a:lnTo>
                    <a:pt x="81789" y="17241"/>
                  </a:lnTo>
                  <a:lnTo>
                    <a:pt x="82056" y="15940"/>
                  </a:lnTo>
                  <a:lnTo>
                    <a:pt x="82902" y="13545"/>
                  </a:lnTo>
                  <a:lnTo>
                    <a:pt x="83772" y="11834"/>
                  </a:lnTo>
                  <a:lnTo>
                    <a:pt x="85069" y="9082"/>
                  </a:lnTo>
                  <a:lnTo>
                    <a:pt x="86017" y="8173"/>
                  </a:lnTo>
                  <a:lnTo>
                    <a:pt x="86875" y="8587"/>
                  </a:lnTo>
                  <a:lnTo>
                    <a:pt x="87351" y="8962"/>
                  </a:lnTo>
                  <a:lnTo>
                    <a:pt x="88581" y="7333"/>
                  </a:lnTo>
                  <a:lnTo>
                    <a:pt x="90771" y="7253"/>
                  </a:lnTo>
                  <a:lnTo>
                    <a:pt x="92594" y="7460"/>
                  </a:lnTo>
                  <a:lnTo>
                    <a:pt x="92777" y="7510"/>
                  </a:lnTo>
                  <a:lnTo>
                    <a:pt x="93673" y="8352"/>
                  </a:lnTo>
                  <a:lnTo>
                    <a:pt x="94617" y="9069"/>
                  </a:lnTo>
                  <a:lnTo>
                    <a:pt x="95269" y="9117"/>
                  </a:lnTo>
                  <a:lnTo>
                    <a:pt x="96044" y="8952"/>
                  </a:lnTo>
                  <a:lnTo>
                    <a:pt x="96953" y="7996"/>
                  </a:lnTo>
                  <a:lnTo>
                    <a:pt x="97588" y="7078"/>
                  </a:lnTo>
                  <a:lnTo>
                    <a:pt x="98358" y="2406"/>
                  </a:lnTo>
                  <a:lnTo>
                    <a:pt x="98631" y="1735"/>
                  </a:lnTo>
                  <a:lnTo>
                    <a:pt x="99055" y="1369"/>
                  </a:lnTo>
                  <a:lnTo>
                    <a:pt x="99752" y="1330"/>
                  </a:lnTo>
                  <a:lnTo>
                    <a:pt x="101074" y="2200"/>
                  </a:lnTo>
                  <a:lnTo>
                    <a:pt x="102622" y="2982"/>
                  </a:lnTo>
                  <a:lnTo>
                    <a:pt x="103518" y="2872"/>
                  </a:lnTo>
                  <a:lnTo>
                    <a:pt x="105909" y="388"/>
                  </a:lnTo>
                  <a:lnTo>
                    <a:pt x="107243" y="0"/>
                  </a:lnTo>
                  <a:lnTo>
                    <a:pt x="108826" y="584"/>
                  </a:lnTo>
                  <a:lnTo>
                    <a:pt x="110379" y="619"/>
                  </a:lnTo>
                  <a:lnTo>
                    <a:pt x="111551" y="259"/>
                  </a:lnTo>
                  <a:lnTo>
                    <a:pt x="112355" y="1121"/>
                  </a:lnTo>
                  <a:lnTo>
                    <a:pt x="113347" y="3016"/>
                  </a:lnTo>
                  <a:lnTo>
                    <a:pt x="114243" y="5839"/>
                  </a:lnTo>
                  <a:lnTo>
                    <a:pt x="115183" y="11049"/>
                  </a:lnTo>
                  <a:lnTo>
                    <a:pt x="117921" y="16935"/>
                  </a:lnTo>
                  <a:lnTo>
                    <a:pt x="117968" y="18085"/>
                  </a:lnTo>
                  <a:lnTo>
                    <a:pt x="117742" y="18824"/>
                  </a:lnTo>
                  <a:lnTo>
                    <a:pt x="116395" y="19541"/>
                  </a:lnTo>
                  <a:lnTo>
                    <a:pt x="115260" y="19928"/>
                  </a:lnTo>
                  <a:lnTo>
                    <a:pt x="115206" y="20938"/>
                  </a:lnTo>
                  <a:lnTo>
                    <a:pt x="115507" y="22031"/>
                  </a:lnTo>
                  <a:lnTo>
                    <a:pt x="116027" y="23632"/>
                  </a:lnTo>
                  <a:lnTo>
                    <a:pt x="116108" y="25692"/>
                  </a:lnTo>
                  <a:lnTo>
                    <a:pt x="116082" y="27588"/>
                  </a:lnTo>
                  <a:lnTo>
                    <a:pt x="116306" y="29263"/>
                  </a:lnTo>
                  <a:lnTo>
                    <a:pt x="116740" y="29944"/>
                  </a:lnTo>
                  <a:lnTo>
                    <a:pt x="116794" y="30787"/>
                  </a:lnTo>
                  <a:lnTo>
                    <a:pt x="116292" y="31815"/>
                  </a:lnTo>
                  <a:lnTo>
                    <a:pt x="116152" y="32450"/>
                  </a:lnTo>
                  <a:lnTo>
                    <a:pt x="116347" y="32792"/>
                  </a:lnTo>
                  <a:lnTo>
                    <a:pt x="118817" y="32991"/>
                  </a:lnTo>
                  <a:lnTo>
                    <a:pt x="120026" y="33994"/>
                  </a:lnTo>
                  <a:lnTo>
                    <a:pt x="120944" y="34907"/>
                  </a:lnTo>
                  <a:lnTo>
                    <a:pt x="121406" y="34992"/>
                  </a:lnTo>
                  <a:lnTo>
                    <a:pt x="122446" y="34405"/>
                  </a:lnTo>
                  <a:lnTo>
                    <a:pt x="123616" y="34034"/>
                  </a:lnTo>
                  <a:lnTo>
                    <a:pt x="124326" y="33985"/>
                  </a:lnTo>
                  <a:lnTo>
                    <a:pt x="124600" y="34658"/>
                  </a:lnTo>
                  <a:lnTo>
                    <a:pt x="124818" y="36425"/>
                  </a:lnTo>
                  <a:lnTo>
                    <a:pt x="125230" y="38194"/>
                  </a:lnTo>
                  <a:lnTo>
                    <a:pt x="125614" y="38699"/>
                  </a:lnTo>
                  <a:lnTo>
                    <a:pt x="126297" y="38614"/>
                  </a:lnTo>
                  <a:lnTo>
                    <a:pt x="126708" y="38699"/>
                  </a:lnTo>
                  <a:lnTo>
                    <a:pt x="126928" y="39371"/>
                  </a:lnTo>
                  <a:lnTo>
                    <a:pt x="126681" y="40383"/>
                  </a:lnTo>
                  <a:lnTo>
                    <a:pt x="126736" y="41476"/>
                  </a:lnTo>
                  <a:lnTo>
                    <a:pt x="127037" y="42824"/>
                  </a:lnTo>
                  <a:lnTo>
                    <a:pt x="127394" y="45938"/>
                  </a:lnTo>
                  <a:lnTo>
                    <a:pt x="127722" y="46864"/>
                  </a:lnTo>
                  <a:lnTo>
                    <a:pt x="127941" y="48043"/>
                  </a:lnTo>
                  <a:lnTo>
                    <a:pt x="127941" y="49390"/>
                  </a:lnTo>
                  <a:lnTo>
                    <a:pt x="127667" y="50568"/>
                  </a:lnTo>
                  <a:lnTo>
                    <a:pt x="127475" y="51493"/>
                  </a:lnTo>
                  <a:lnTo>
                    <a:pt x="127667" y="53597"/>
                  </a:lnTo>
                  <a:lnTo>
                    <a:pt x="128406" y="55955"/>
                  </a:lnTo>
                  <a:lnTo>
                    <a:pt x="128954" y="56544"/>
                  </a:lnTo>
                  <a:lnTo>
                    <a:pt x="129392" y="58649"/>
                  </a:lnTo>
                  <a:lnTo>
                    <a:pt x="130187" y="59321"/>
                  </a:lnTo>
                  <a:lnTo>
                    <a:pt x="131364" y="57555"/>
                  </a:lnTo>
                  <a:lnTo>
                    <a:pt x="132268" y="56629"/>
                  </a:lnTo>
                  <a:lnTo>
                    <a:pt x="133399" y="57144"/>
                  </a:lnTo>
                  <a:lnTo>
                    <a:pt x="134442" y="57473"/>
                  </a:lnTo>
                  <a:lnTo>
                    <a:pt x="135145" y="58676"/>
                  </a:lnTo>
                  <a:lnTo>
                    <a:pt x="135663" y="60333"/>
                  </a:lnTo>
                  <a:lnTo>
                    <a:pt x="136266" y="61258"/>
                  </a:lnTo>
                  <a:lnTo>
                    <a:pt x="136869" y="60774"/>
                  </a:lnTo>
                  <a:lnTo>
                    <a:pt x="138128" y="61258"/>
                  </a:lnTo>
                  <a:lnTo>
                    <a:pt x="138704" y="62605"/>
                  </a:lnTo>
                  <a:lnTo>
                    <a:pt x="139278" y="63363"/>
                  </a:lnTo>
                  <a:lnTo>
                    <a:pt x="140018" y="62269"/>
                  </a:lnTo>
                  <a:lnTo>
                    <a:pt x="140621" y="60921"/>
                  </a:lnTo>
                  <a:lnTo>
                    <a:pt x="142826" y="59512"/>
                  </a:lnTo>
                  <a:lnTo>
                    <a:pt x="144199" y="59158"/>
                  </a:lnTo>
                  <a:lnTo>
                    <a:pt x="144582" y="58881"/>
                  </a:lnTo>
                  <a:lnTo>
                    <a:pt x="145387" y="57874"/>
                  </a:lnTo>
                  <a:lnTo>
                    <a:pt x="146236" y="57205"/>
                  </a:lnTo>
                  <a:lnTo>
                    <a:pt x="147002" y="57386"/>
                  </a:lnTo>
                  <a:lnTo>
                    <a:pt x="147757" y="59477"/>
                  </a:lnTo>
                  <a:lnTo>
                    <a:pt x="148535" y="60921"/>
                  </a:lnTo>
                  <a:lnTo>
                    <a:pt x="148754" y="63194"/>
                  </a:lnTo>
                  <a:lnTo>
                    <a:pt x="149707" y="66322"/>
                  </a:lnTo>
                  <a:lnTo>
                    <a:pt x="152073" y="70603"/>
                  </a:lnTo>
                  <a:lnTo>
                    <a:pt x="153001" y="71909"/>
                  </a:lnTo>
                  <a:lnTo>
                    <a:pt x="153632" y="71678"/>
                  </a:lnTo>
                  <a:lnTo>
                    <a:pt x="153962" y="71336"/>
                  </a:lnTo>
                  <a:lnTo>
                    <a:pt x="154115" y="70888"/>
                  </a:lnTo>
                  <a:lnTo>
                    <a:pt x="154258" y="68795"/>
                  </a:lnTo>
                  <a:lnTo>
                    <a:pt x="154557" y="68024"/>
                  </a:lnTo>
                  <a:lnTo>
                    <a:pt x="155037" y="67998"/>
                  </a:lnTo>
                  <a:lnTo>
                    <a:pt x="156888" y="70607"/>
                  </a:lnTo>
                  <a:lnTo>
                    <a:pt x="157857" y="70887"/>
                  </a:lnTo>
                  <a:lnTo>
                    <a:pt x="158778" y="70937"/>
                  </a:lnTo>
                  <a:lnTo>
                    <a:pt x="160017" y="72963"/>
                  </a:lnTo>
                  <a:lnTo>
                    <a:pt x="161380" y="74725"/>
                  </a:lnTo>
                  <a:lnTo>
                    <a:pt x="162431" y="74911"/>
                  </a:lnTo>
                  <a:lnTo>
                    <a:pt x="163269" y="74221"/>
                  </a:lnTo>
                  <a:lnTo>
                    <a:pt x="163845" y="73801"/>
                  </a:lnTo>
                  <a:lnTo>
                    <a:pt x="164201" y="74474"/>
                  </a:lnTo>
                  <a:lnTo>
                    <a:pt x="164529" y="75989"/>
                  </a:lnTo>
                  <a:lnTo>
                    <a:pt x="165077" y="77168"/>
                  </a:lnTo>
                  <a:lnTo>
                    <a:pt x="165707" y="77504"/>
                  </a:lnTo>
                  <a:lnTo>
                    <a:pt x="166614" y="77582"/>
                  </a:lnTo>
                  <a:lnTo>
                    <a:pt x="168188" y="79867"/>
                  </a:lnTo>
                  <a:lnTo>
                    <a:pt x="169669" y="82191"/>
                  </a:lnTo>
                  <a:lnTo>
                    <a:pt x="170594" y="82320"/>
                  </a:lnTo>
                  <a:lnTo>
                    <a:pt x="171379" y="81637"/>
                  </a:lnTo>
                  <a:lnTo>
                    <a:pt x="172073" y="81461"/>
                  </a:lnTo>
                  <a:lnTo>
                    <a:pt x="172554" y="82049"/>
                  </a:lnTo>
                  <a:lnTo>
                    <a:pt x="172691" y="83059"/>
                  </a:lnTo>
                  <a:lnTo>
                    <a:pt x="172334" y="84406"/>
                  </a:lnTo>
                  <a:lnTo>
                    <a:pt x="172334" y="86342"/>
                  </a:lnTo>
                  <a:lnTo>
                    <a:pt x="172991" y="88195"/>
                  </a:lnTo>
                  <a:lnTo>
                    <a:pt x="173012" y="90016"/>
                  </a:lnTo>
                  <a:lnTo>
                    <a:pt x="172824" y="91661"/>
                  </a:lnTo>
                  <a:lnTo>
                    <a:pt x="172451" y="93176"/>
                  </a:lnTo>
                  <a:lnTo>
                    <a:pt x="171551" y="95258"/>
                  </a:lnTo>
                  <a:lnTo>
                    <a:pt x="170718" y="97201"/>
                  </a:lnTo>
                  <a:lnTo>
                    <a:pt x="169466" y="98013"/>
                  </a:lnTo>
                  <a:lnTo>
                    <a:pt x="168764" y="98860"/>
                  </a:lnTo>
                  <a:lnTo>
                    <a:pt x="168948" y="100289"/>
                  </a:lnTo>
                  <a:lnTo>
                    <a:pt x="169407" y="101622"/>
                  </a:lnTo>
                  <a:lnTo>
                    <a:pt x="170468" y="102700"/>
                  </a:lnTo>
                  <a:lnTo>
                    <a:pt x="171674" y="103485"/>
                  </a:lnTo>
                  <a:lnTo>
                    <a:pt x="171813" y="104352"/>
                  </a:lnTo>
                  <a:lnTo>
                    <a:pt x="171629" y="104786"/>
                  </a:lnTo>
                  <a:lnTo>
                    <a:pt x="170856" y="105189"/>
                  </a:lnTo>
                  <a:lnTo>
                    <a:pt x="169787" y="104776"/>
                  </a:lnTo>
                  <a:lnTo>
                    <a:pt x="169431" y="105534"/>
                  </a:lnTo>
                  <a:lnTo>
                    <a:pt x="168938" y="106796"/>
                  </a:lnTo>
                  <a:lnTo>
                    <a:pt x="168610" y="109068"/>
                  </a:lnTo>
                  <a:lnTo>
                    <a:pt x="168363" y="111173"/>
                  </a:lnTo>
                  <a:lnTo>
                    <a:pt x="169523" y="111745"/>
                  </a:lnTo>
                  <a:lnTo>
                    <a:pt x="170198" y="112605"/>
                  </a:lnTo>
                  <a:lnTo>
                    <a:pt x="170408" y="114335"/>
                  </a:lnTo>
                  <a:lnTo>
                    <a:pt x="170650" y="116259"/>
                  </a:lnTo>
                  <a:lnTo>
                    <a:pt x="170719" y="117992"/>
                  </a:lnTo>
                  <a:lnTo>
                    <a:pt x="170335" y="118835"/>
                  </a:lnTo>
                  <a:lnTo>
                    <a:pt x="170312" y="119696"/>
                  </a:lnTo>
                  <a:lnTo>
                    <a:pt x="170493" y="120120"/>
                  </a:lnTo>
                  <a:lnTo>
                    <a:pt x="170991" y="120312"/>
                  </a:lnTo>
                  <a:lnTo>
                    <a:pt x="171373" y="120698"/>
                  </a:lnTo>
                  <a:lnTo>
                    <a:pt x="171403" y="121612"/>
                  </a:lnTo>
                  <a:lnTo>
                    <a:pt x="170673" y="123668"/>
                  </a:lnTo>
                  <a:lnTo>
                    <a:pt x="169990" y="127600"/>
                  </a:lnTo>
                  <a:lnTo>
                    <a:pt x="169622" y="129694"/>
                  </a:lnTo>
                  <a:lnTo>
                    <a:pt x="169651" y="131966"/>
                  </a:lnTo>
                  <a:lnTo>
                    <a:pt x="169239" y="133229"/>
                  </a:lnTo>
                  <a:lnTo>
                    <a:pt x="168495" y="133335"/>
                  </a:lnTo>
                  <a:lnTo>
                    <a:pt x="165923" y="133556"/>
                  </a:lnTo>
                  <a:lnTo>
                    <a:pt x="163688" y="133448"/>
                  </a:lnTo>
                  <a:lnTo>
                    <a:pt x="162720" y="133120"/>
                  </a:lnTo>
                  <a:lnTo>
                    <a:pt x="161206" y="132924"/>
                  </a:lnTo>
                  <a:lnTo>
                    <a:pt x="160456" y="133459"/>
                  </a:lnTo>
                  <a:lnTo>
                    <a:pt x="159462" y="137091"/>
                  </a:lnTo>
                  <a:lnTo>
                    <a:pt x="158709" y="138515"/>
                  </a:lnTo>
                  <a:lnTo>
                    <a:pt x="157463" y="139801"/>
                  </a:lnTo>
                  <a:lnTo>
                    <a:pt x="156097" y="140169"/>
                  </a:lnTo>
                  <a:lnTo>
                    <a:pt x="155314" y="141669"/>
                  </a:lnTo>
                  <a:lnTo>
                    <a:pt x="155039" y="144022"/>
                  </a:lnTo>
                  <a:lnTo>
                    <a:pt x="155017" y="146109"/>
                  </a:lnTo>
                  <a:lnTo>
                    <a:pt x="154889" y="147150"/>
                  </a:lnTo>
                  <a:lnTo>
                    <a:pt x="154593" y="148064"/>
                  </a:lnTo>
                  <a:lnTo>
                    <a:pt x="154487" y="148713"/>
                  </a:lnTo>
                  <a:lnTo>
                    <a:pt x="154550" y="149430"/>
                  </a:lnTo>
                  <a:lnTo>
                    <a:pt x="154868" y="149691"/>
                  </a:lnTo>
                  <a:lnTo>
                    <a:pt x="155250" y="150017"/>
                  </a:lnTo>
                  <a:lnTo>
                    <a:pt x="155250" y="150538"/>
                  </a:lnTo>
                  <a:lnTo>
                    <a:pt x="155102" y="151190"/>
                  </a:lnTo>
                  <a:lnTo>
                    <a:pt x="154677" y="151906"/>
                  </a:lnTo>
                  <a:lnTo>
                    <a:pt x="154487" y="153014"/>
                  </a:lnTo>
                  <a:lnTo>
                    <a:pt x="154530" y="15418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g1445"/>
            <p:cNvSpPr/>
            <p:nvPr/>
          </p:nvSpPr>
          <p:spPr>
            <a:xfrm>
              <a:off x="2261038" y="4523528"/>
              <a:ext cx="51073" cy="142773"/>
            </a:xfrm>
            <a:custGeom>
              <a:avLst/>
              <a:pathLst>
                <a:path w="51073" h="142773">
                  <a:moveTo>
                    <a:pt x="48717" y="107591"/>
                  </a:moveTo>
                  <a:lnTo>
                    <a:pt x="48246" y="108685"/>
                  </a:lnTo>
                  <a:lnTo>
                    <a:pt x="47738" y="110757"/>
                  </a:lnTo>
                  <a:lnTo>
                    <a:pt x="47141" y="115726"/>
                  </a:lnTo>
                  <a:lnTo>
                    <a:pt x="45138" y="122582"/>
                  </a:lnTo>
                  <a:lnTo>
                    <a:pt x="44730" y="126449"/>
                  </a:lnTo>
                  <a:lnTo>
                    <a:pt x="42568" y="130486"/>
                  </a:lnTo>
                  <a:lnTo>
                    <a:pt x="41046" y="135028"/>
                  </a:lnTo>
                  <a:lnTo>
                    <a:pt x="40050" y="134915"/>
                  </a:lnTo>
                  <a:lnTo>
                    <a:pt x="39154" y="136860"/>
                  </a:lnTo>
                  <a:lnTo>
                    <a:pt x="33992" y="142773"/>
                  </a:lnTo>
                  <a:lnTo>
                    <a:pt x="32138" y="141659"/>
                  </a:lnTo>
                  <a:lnTo>
                    <a:pt x="30766" y="141679"/>
                  </a:lnTo>
                  <a:lnTo>
                    <a:pt x="29490" y="139073"/>
                  </a:lnTo>
                  <a:lnTo>
                    <a:pt x="26581" y="138130"/>
                  </a:lnTo>
                  <a:lnTo>
                    <a:pt x="24757" y="139171"/>
                  </a:lnTo>
                  <a:lnTo>
                    <a:pt x="22305" y="142037"/>
                  </a:lnTo>
                  <a:lnTo>
                    <a:pt x="21568" y="141994"/>
                  </a:lnTo>
                  <a:lnTo>
                    <a:pt x="21036" y="141841"/>
                  </a:lnTo>
                  <a:lnTo>
                    <a:pt x="19710" y="140652"/>
                  </a:lnTo>
                  <a:lnTo>
                    <a:pt x="18987" y="138121"/>
                  </a:lnTo>
                  <a:lnTo>
                    <a:pt x="15218" y="135204"/>
                  </a:lnTo>
                  <a:lnTo>
                    <a:pt x="12184" y="128575"/>
                  </a:lnTo>
                  <a:lnTo>
                    <a:pt x="8601" y="128448"/>
                  </a:lnTo>
                  <a:lnTo>
                    <a:pt x="5855" y="129314"/>
                  </a:lnTo>
                  <a:lnTo>
                    <a:pt x="5430" y="128437"/>
                  </a:lnTo>
                  <a:lnTo>
                    <a:pt x="5152" y="126737"/>
                  </a:lnTo>
                  <a:lnTo>
                    <a:pt x="4584" y="124279"/>
                  </a:lnTo>
                  <a:lnTo>
                    <a:pt x="2221" y="118432"/>
                  </a:lnTo>
                  <a:lnTo>
                    <a:pt x="364" y="112621"/>
                  </a:lnTo>
                  <a:lnTo>
                    <a:pt x="0" y="106910"/>
                  </a:lnTo>
                  <a:lnTo>
                    <a:pt x="257" y="100697"/>
                  </a:lnTo>
                  <a:lnTo>
                    <a:pt x="814" y="93344"/>
                  </a:lnTo>
                  <a:lnTo>
                    <a:pt x="717" y="91047"/>
                  </a:lnTo>
                  <a:lnTo>
                    <a:pt x="1403" y="89737"/>
                  </a:lnTo>
                  <a:lnTo>
                    <a:pt x="2081" y="89475"/>
                  </a:lnTo>
                  <a:lnTo>
                    <a:pt x="2735" y="87570"/>
                  </a:lnTo>
                  <a:lnTo>
                    <a:pt x="3321" y="84696"/>
                  </a:lnTo>
                  <a:lnTo>
                    <a:pt x="3420" y="82517"/>
                  </a:lnTo>
                  <a:lnTo>
                    <a:pt x="2966" y="78486"/>
                  </a:lnTo>
                  <a:lnTo>
                    <a:pt x="2652" y="72851"/>
                  </a:lnTo>
                  <a:lnTo>
                    <a:pt x="2278" y="70049"/>
                  </a:lnTo>
                  <a:lnTo>
                    <a:pt x="3029" y="65622"/>
                  </a:lnTo>
                  <a:lnTo>
                    <a:pt x="3061" y="63466"/>
                  </a:lnTo>
                  <a:lnTo>
                    <a:pt x="2627" y="61573"/>
                  </a:lnTo>
                  <a:lnTo>
                    <a:pt x="2510" y="59629"/>
                  </a:lnTo>
                  <a:lnTo>
                    <a:pt x="2709" y="57635"/>
                  </a:lnTo>
                  <a:lnTo>
                    <a:pt x="2670" y="55713"/>
                  </a:lnTo>
                  <a:lnTo>
                    <a:pt x="2395" y="53872"/>
                  </a:lnTo>
                  <a:lnTo>
                    <a:pt x="2601" y="52348"/>
                  </a:lnTo>
                  <a:lnTo>
                    <a:pt x="3290" y="51142"/>
                  </a:lnTo>
                  <a:lnTo>
                    <a:pt x="3805" y="49292"/>
                  </a:lnTo>
                  <a:lnTo>
                    <a:pt x="4144" y="46802"/>
                  </a:lnTo>
                  <a:lnTo>
                    <a:pt x="4319" y="44900"/>
                  </a:lnTo>
                  <a:lnTo>
                    <a:pt x="4327" y="43587"/>
                  </a:lnTo>
                  <a:lnTo>
                    <a:pt x="4119" y="42352"/>
                  </a:lnTo>
                  <a:lnTo>
                    <a:pt x="3694" y="41186"/>
                  </a:lnTo>
                  <a:lnTo>
                    <a:pt x="3891" y="38872"/>
                  </a:lnTo>
                  <a:lnTo>
                    <a:pt x="4708" y="35409"/>
                  </a:lnTo>
                  <a:lnTo>
                    <a:pt x="5237" y="32333"/>
                  </a:lnTo>
                  <a:lnTo>
                    <a:pt x="5477" y="29647"/>
                  </a:lnTo>
                  <a:lnTo>
                    <a:pt x="5461" y="27480"/>
                  </a:lnTo>
                  <a:lnTo>
                    <a:pt x="5189" y="25829"/>
                  </a:lnTo>
                  <a:lnTo>
                    <a:pt x="5304" y="24712"/>
                  </a:lnTo>
                  <a:lnTo>
                    <a:pt x="5807" y="24124"/>
                  </a:lnTo>
                  <a:lnTo>
                    <a:pt x="6032" y="22383"/>
                  </a:lnTo>
                  <a:lnTo>
                    <a:pt x="5956" y="18052"/>
                  </a:lnTo>
                  <a:lnTo>
                    <a:pt x="5437" y="14477"/>
                  </a:lnTo>
                  <a:lnTo>
                    <a:pt x="5834" y="11646"/>
                  </a:lnTo>
                  <a:lnTo>
                    <a:pt x="6974" y="8374"/>
                  </a:lnTo>
                  <a:lnTo>
                    <a:pt x="7568" y="5730"/>
                  </a:lnTo>
                  <a:lnTo>
                    <a:pt x="7617" y="3719"/>
                  </a:lnTo>
                  <a:lnTo>
                    <a:pt x="7972" y="2562"/>
                  </a:lnTo>
                  <a:lnTo>
                    <a:pt x="8516" y="4732"/>
                  </a:lnTo>
                  <a:lnTo>
                    <a:pt x="10135" y="5306"/>
                  </a:lnTo>
                  <a:lnTo>
                    <a:pt x="11764" y="5387"/>
                  </a:lnTo>
                  <a:lnTo>
                    <a:pt x="12028" y="4839"/>
                  </a:lnTo>
                  <a:lnTo>
                    <a:pt x="12667" y="1281"/>
                  </a:lnTo>
                  <a:lnTo>
                    <a:pt x="13511" y="262"/>
                  </a:lnTo>
                  <a:lnTo>
                    <a:pt x="14428" y="0"/>
                  </a:lnTo>
                  <a:lnTo>
                    <a:pt x="15433" y="181"/>
                  </a:lnTo>
                  <a:lnTo>
                    <a:pt x="16501" y="2536"/>
                  </a:lnTo>
                  <a:lnTo>
                    <a:pt x="19524" y="10235"/>
                  </a:lnTo>
                  <a:lnTo>
                    <a:pt x="21745" y="15582"/>
                  </a:lnTo>
                  <a:lnTo>
                    <a:pt x="22421" y="18104"/>
                  </a:lnTo>
                  <a:lnTo>
                    <a:pt x="23008" y="19991"/>
                  </a:lnTo>
                  <a:lnTo>
                    <a:pt x="23449" y="21752"/>
                  </a:lnTo>
                  <a:lnTo>
                    <a:pt x="23262" y="26322"/>
                  </a:lnTo>
                  <a:lnTo>
                    <a:pt x="23290" y="28325"/>
                  </a:lnTo>
                  <a:lnTo>
                    <a:pt x="23394" y="28902"/>
                  </a:lnTo>
                  <a:lnTo>
                    <a:pt x="23900" y="28951"/>
                  </a:lnTo>
                  <a:lnTo>
                    <a:pt x="24653" y="28619"/>
                  </a:lnTo>
                  <a:lnTo>
                    <a:pt x="25287" y="27647"/>
                  </a:lnTo>
                  <a:lnTo>
                    <a:pt x="25781" y="26181"/>
                  </a:lnTo>
                  <a:lnTo>
                    <a:pt x="26266" y="24983"/>
                  </a:lnTo>
                  <a:lnTo>
                    <a:pt x="26657" y="24343"/>
                  </a:lnTo>
                  <a:lnTo>
                    <a:pt x="26799" y="23373"/>
                  </a:lnTo>
                  <a:lnTo>
                    <a:pt x="27023" y="22369"/>
                  </a:lnTo>
                  <a:lnTo>
                    <a:pt x="27255" y="22153"/>
                  </a:lnTo>
                  <a:lnTo>
                    <a:pt x="27695" y="22897"/>
                  </a:lnTo>
                  <a:lnTo>
                    <a:pt x="28731" y="25512"/>
                  </a:lnTo>
                  <a:lnTo>
                    <a:pt x="29533" y="27927"/>
                  </a:lnTo>
                  <a:lnTo>
                    <a:pt x="29731" y="29309"/>
                  </a:lnTo>
                  <a:lnTo>
                    <a:pt x="30041" y="30749"/>
                  </a:lnTo>
                  <a:lnTo>
                    <a:pt x="30371" y="32004"/>
                  </a:lnTo>
                  <a:lnTo>
                    <a:pt x="30605" y="33228"/>
                  </a:lnTo>
                  <a:lnTo>
                    <a:pt x="31384" y="34823"/>
                  </a:lnTo>
                  <a:lnTo>
                    <a:pt x="32176" y="35839"/>
                  </a:lnTo>
                  <a:lnTo>
                    <a:pt x="32706" y="34806"/>
                  </a:lnTo>
                  <a:lnTo>
                    <a:pt x="34052" y="38122"/>
                  </a:lnTo>
                  <a:lnTo>
                    <a:pt x="37017" y="40898"/>
                  </a:lnTo>
                  <a:lnTo>
                    <a:pt x="37562" y="42577"/>
                  </a:lnTo>
                  <a:lnTo>
                    <a:pt x="38074" y="44964"/>
                  </a:lnTo>
                  <a:lnTo>
                    <a:pt x="39110" y="48576"/>
                  </a:lnTo>
                  <a:lnTo>
                    <a:pt x="40546" y="51832"/>
                  </a:lnTo>
                  <a:lnTo>
                    <a:pt x="41701" y="53202"/>
                  </a:lnTo>
                  <a:lnTo>
                    <a:pt x="42809" y="53987"/>
                  </a:lnTo>
                  <a:lnTo>
                    <a:pt x="43430" y="54703"/>
                  </a:lnTo>
                  <a:lnTo>
                    <a:pt x="43853" y="55949"/>
                  </a:lnTo>
                  <a:lnTo>
                    <a:pt x="44530" y="57291"/>
                  </a:lnTo>
                  <a:lnTo>
                    <a:pt x="44957" y="57790"/>
                  </a:lnTo>
                  <a:lnTo>
                    <a:pt x="45103" y="58991"/>
                  </a:lnTo>
                  <a:lnTo>
                    <a:pt x="45540" y="61617"/>
                  </a:lnTo>
                  <a:lnTo>
                    <a:pt x="45996" y="64938"/>
                  </a:lnTo>
                  <a:lnTo>
                    <a:pt x="46495" y="68020"/>
                  </a:lnTo>
                  <a:lnTo>
                    <a:pt x="47575" y="70981"/>
                  </a:lnTo>
                  <a:lnTo>
                    <a:pt x="48793" y="73283"/>
                  </a:lnTo>
                  <a:lnTo>
                    <a:pt x="50057" y="74591"/>
                  </a:lnTo>
                  <a:lnTo>
                    <a:pt x="50768" y="76207"/>
                  </a:lnTo>
                  <a:lnTo>
                    <a:pt x="51073" y="77880"/>
                  </a:lnTo>
                  <a:lnTo>
                    <a:pt x="50222" y="80374"/>
                  </a:lnTo>
                  <a:lnTo>
                    <a:pt x="49299" y="83504"/>
                  </a:lnTo>
                  <a:lnTo>
                    <a:pt x="48480" y="85966"/>
                  </a:lnTo>
                  <a:lnTo>
                    <a:pt x="47638" y="87686"/>
                  </a:lnTo>
                  <a:lnTo>
                    <a:pt x="47359" y="88872"/>
                  </a:lnTo>
                  <a:lnTo>
                    <a:pt x="47172" y="90710"/>
                  </a:lnTo>
                  <a:lnTo>
                    <a:pt x="47181" y="100443"/>
                  </a:lnTo>
                  <a:lnTo>
                    <a:pt x="47111" y="104065"/>
                  </a:lnTo>
                  <a:lnTo>
                    <a:pt x="47172" y="105029"/>
                  </a:lnTo>
                  <a:lnTo>
                    <a:pt x="47292" y="105672"/>
                  </a:lnTo>
                  <a:lnTo>
                    <a:pt x="47823" y="106636"/>
                  </a:lnTo>
                  <a:lnTo>
                    <a:pt x="48458" y="1074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g1446"/>
            <p:cNvSpPr/>
            <p:nvPr/>
          </p:nvSpPr>
          <p:spPr>
            <a:xfrm>
              <a:off x="1322643" y="3034939"/>
              <a:ext cx="11963" cy="38765"/>
            </a:xfrm>
            <a:custGeom>
              <a:avLst/>
              <a:pathLst>
                <a:path w="11963" h="38765">
                  <a:moveTo>
                    <a:pt x="4492" y="37344"/>
                  </a:moveTo>
                  <a:lnTo>
                    <a:pt x="4066" y="38765"/>
                  </a:lnTo>
                  <a:lnTo>
                    <a:pt x="3537" y="38654"/>
                  </a:lnTo>
                  <a:lnTo>
                    <a:pt x="1609" y="35616"/>
                  </a:lnTo>
                  <a:lnTo>
                    <a:pt x="1375" y="33981"/>
                  </a:lnTo>
                  <a:lnTo>
                    <a:pt x="1518" y="26396"/>
                  </a:lnTo>
                  <a:lnTo>
                    <a:pt x="796" y="20241"/>
                  </a:lnTo>
                  <a:lnTo>
                    <a:pt x="0" y="15539"/>
                  </a:lnTo>
                  <a:lnTo>
                    <a:pt x="579" y="13126"/>
                  </a:lnTo>
                  <a:lnTo>
                    <a:pt x="1343" y="11261"/>
                  </a:lnTo>
                  <a:lnTo>
                    <a:pt x="2195" y="7732"/>
                  </a:lnTo>
                  <a:lnTo>
                    <a:pt x="1498" y="3204"/>
                  </a:lnTo>
                  <a:lnTo>
                    <a:pt x="1676" y="473"/>
                  </a:lnTo>
                  <a:lnTo>
                    <a:pt x="2086" y="0"/>
                  </a:lnTo>
                  <a:lnTo>
                    <a:pt x="4101" y="3321"/>
                  </a:lnTo>
                  <a:lnTo>
                    <a:pt x="8170" y="8316"/>
                  </a:lnTo>
                  <a:lnTo>
                    <a:pt x="9253" y="11825"/>
                  </a:lnTo>
                  <a:lnTo>
                    <a:pt x="9447" y="15591"/>
                  </a:lnTo>
                  <a:lnTo>
                    <a:pt x="10187" y="16070"/>
                  </a:lnTo>
                  <a:lnTo>
                    <a:pt x="10537" y="18651"/>
                  </a:lnTo>
                  <a:lnTo>
                    <a:pt x="11606" y="20910"/>
                  </a:lnTo>
                  <a:lnTo>
                    <a:pt x="11963" y="22202"/>
                  </a:lnTo>
                  <a:lnTo>
                    <a:pt x="11520" y="24281"/>
                  </a:lnTo>
                  <a:lnTo>
                    <a:pt x="9567" y="28267"/>
                  </a:lnTo>
                  <a:lnTo>
                    <a:pt x="7105" y="30012"/>
                  </a:lnTo>
                  <a:lnTo>
                    <a:pt x="4935" y="3447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g1447"/>
            <p:cNvSpPr/>
            <p:nvPr/>
          </p:nvSpPr>
          <p:spPr>
            <a:xfrm>
              <a:off x="1313011" y="3015608"/>
              <a:ext cx="2318" cy="5482"/>
            </a:xfrm>
            <a:custGeom>
              <a:avLst/>
              <a:pathLst>
                <a:path w="2318" h="5482">
                  <a:moveTo>
                    <a:pt x="1932" y="4650"/>
                  </a:moveTo>
                  <a:lnTo>
                    <a:pt x="1362" y="5482"/>
                  </a:lnTo>
                  <a:lnTo>
                    <a:pt x="742" y="5097"/>
                  </a:lnTo>
                  <a:lnTo>
                    <a:pt x="597" y="3083"/>
                  </a:lnTo>
                  <a:lnTo>
                    <a:pt x="0" y="519"/>
                  </a:lnTo>
                  <a:lnTo>
                    <a:pt x="1045" y="0"/>
                  </a:lnTo>
                  <a:lnTo>
                    <a:pt x="1634" y="744"/>
                  </a:lnTo>
                  <a:lnTo>
                    <a:pt x="1944" y="1543"/>
                  </a:lnTo>
                  <a:lnTo>
                    <a:pt x="2318" y="292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g1448"/>
            <p:cNvSpPr/>
            <p:nvPr/>
          </p:nvSpPr>
          <p:spPr>
            <a:xfrm>
              <a:off x="1316403" y="3012526"/>
              <a:ext cx="6805" cy="12869"/>
            </a:xfrm>
            <a:custGeom>
              <a:avLst/>
              <a:pathLst>
                <a:path w="6805" h="12869">
                  <a:moveTo>
                    <a:pt x="2027" y="3006"/>
                  </a:moveTo>
                  <a:lnTo>
                    <a:pt x="2277" y="3533"/>
                  </a:lnTo>
                  <a:lnTo>
                    <a:pt x="3300" y="2744"/>
                  </a:lnTo>
                  <a:lnTo>
                    <a:pt x="4039" y="2454"/>
                  </a:lnTo>
                  <a:lnTo>
                    <a:pt x="5281" y="4397"/>
                  </a:lnTo>
                  <a:lnTo>
                    <a:pt x="5712" y="5732"/>
                  </a:lnTo>
                  <a:lnTo>
                    <a:pt x="6528" y="7157"/>
                  </a:lnTo>
                  <a:lnTo>
                    <a:pt x="6805" y="8190"/>
                  </a:lnTo>
                  <a:lnTo>
                    <a:pt x="6577" y="9441"/>
                  </a:lnTo>
                  <a:lnTo>
                    <a:pt x="5678" y="11510"/>
                  </a:lnTo>
                  <a:lnTo>
                    <a:pt x="4450" y="11988"/>
                  </a:lnTo>
                  <a:lnTo>
                    <a:pt x="3728" y="12869"/>
                  </a:lnTo>
                  <a:lnTo>
                    <a:pt x="2777" y="12680"/>
                  </a:lnTo>
                  <a:lnTo>
                    <a:pt x="2494" y="12305"/>
                  </a:lnTo>
                  <a:lnTo>
                    <a:pt x="2392" y="9694"/>
                  </a:lnTo>
                  <a:lnTo>
                    <a:pt x="2092" y="6888"/>
                  </a:lnTo>
                  <a:lnTo>
                    <a:pt x="1479" y="7219"/>
                  </a:lnTo>
                  <a:lnTo>
                    <a:pt x="791" y="6279"/>
                  </a:lnTo>
                  <a:lnTo>
                    <a:pt x="77" y="3927"/>
                  </a:lnTo>
                  <a:lnTo>
                    <a:pt x="0" y="2519"/>
                  </a:lnTo>
                  <a:lnTo>
                    <a:pt x="392" y="290"/>
                  </a:lnTo>
                  <a:lnTo>
                    <a:pt x="1080" y="0"/>
                  </a:lnTo>
                  <a:lnTo>
                    <a:pt x="1590" y="123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g1449"/>
            <p:cNvSpPr/>
            <p:nvPr/>
          </p:nvSpPr>
          <p:spPr>
            <a:xfrm>
              <a:off x="1310706" y="3006750"/>
              <a:ext cx="5558" cy="5124"/>
            </a:xfrm>
            <a:custGeom>
              <a:avLst/>
              <a:pathLst>
                <a:path w="5558" h="5124">
                  <a:moveTo>
                    <a:pt x="737" y="425"/>
                  </a:moveTo>
                  <a:lnTo>
                    <a:pt x="2769" y="1236"/>
                  </a:lnTo>
                  <a:lnTo>
                    <a:pt x="3249" y="888"/>
                  </a:lnTo>
                  <a:lnTo>
                    <a:pt x="3587" y="1551"/>
                  </a:lnTo>
                  <a:lnTo>
                    <a:pt x="5269" y="1957"/>
                  </a:lnTo>
                  <a:lnTo>
                    <a:pt x="5558" y="2207"/>
                  </a:lnTo>
                  <a:lnTo>
                    <a:pt x="5214" y="3729"/>
                  </a:lnTo>
                  <a:lnTo>
                    <a:pt x="4138" y="5124"/>
                  </a:lnTo>
                  <a:lnTo>
                    <a:pt x="2590" y="3900"/>
                  </a:lnTo>
                  <a:lnTo>
                    <a:pt x="0" y="3462"/>
                  </a:lnTo>
                  <a:lnTo>
                    <a:pt x="104" y="2288"/>
                  </a:lnTo>
                  <a:lnTo>
                    <a:pt x="351" y="1454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g1450"/>
            <p:cNvSpPr/>
            <p:nvPr/>
          </p:nvSpPr>
          <p:spPr>
            <a:xfrm>
              <a:off x="1301257" y="2992815"/>
              <a:ext cx="6131" cy="12787"/>
            </a:xfrm>
            <a:custGeom>
              <a:avLst/>
              <a:pathLst>
                <a:path w="6131" h="12787">
                  <a:moveTo>
                    <a:pt x="4554" y="7231"/>
                  </a:moveTo>
                  <a:lnTo>
                    <a:pt x="4885" y="7400"/>
                  </a:lnTo>
                  <a:lnTo>
                    <a:pt x="5309" y="7199"/>
                  </a:lnTo>
                  <a:lnTo>
                    <a:pt x="5456" y="9552"/>
                  </a:lnTo>
                  <a:lnTo>
                    <a:pt x="5950" y="10857"/>
                  </a:lnTo>
                  <a:lnTo>
                    <a:pt x="6131" y="11634"/>
                  </a:lnTo>
                  <a:lnTo>
                    <a:pt x="5597" y="12458"/>
                  </a:lnTo>
                  <a:lnTo>
                    <a:pt x="4560" y="12787"/>
                  </a:lnTo>
                  <a:lnTo>
                    <a:pt x="4074" y="12131"/>
                  </a:lnTo>
                  <a:lnTo>
                    <a:pt x="3570" y="10661"/>
                  </a:lnTo>
                  <a:lnTo>
                    <a:pt x="3025" y="11064"/>
                  </a:lnTo>
                  <a:lnTo>
                    <a:pt x="2930" y="9883"/>
                  </a:lnTo>
                  <a:lnTo>
                    <a:pt x="2833" y="9539"/>
                  </a:lnTo>
                  <a:lnTo>
                    <a:pt x="2459" y="9858"/>
                  </a:lnTo>
                  <a:lnTo>
                    <a:pt x="2809" y="11383"/>
                  </a:lnTo>
                  <a:lnTo>
                    <a:pt x="1865" y="11497"/>
                  </a:lnTo>
                  <a:lnTo>
                    <a:pt x="1565" y="11310"/>
                  </a:lnTo>
                  <a:lnTo>
                    <a:pt x="1300" y="9580"/>
                  </a:lnTo>
                  <a:lnTo>
                    <a:pt x="327" y="6264"/>
                  </a:lnTo>
                  <a:lnTo>
                    <a:pt x="331" y="4973"/>
                  </a:lnTo>
                  <a:lnTo>
                    <a:pt x="0" y="3430"/>
                  </a:lnTo>
                  <a:lnTo>
                    <a:pt x="1442" y="2988"/>
                  </a:lnTo>
                  <a:lnTo>
                    <a:pt x="2430" y="282"/>
                  </a:lnTo>
                  <a:lnTo>
                    <a:pt x="2986" y="0"/>
                  </a:lnTo>
                  <a:lnTo>
                    <a:pt x="4053" y="4373"/>
                  </a:lnTo>
                  <a:lnTo>
                    <a:pt x="4026" y="5598"/>
                  </a:lnTo>
                  <a:lnTo>
                    <a:pt x="4264" y="679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g1451"/>
            <p:cNvSpPr/>
            <p:nvPr/>
          </p:nvSpPr>
          <p:spPr>
            <a:xfrm>
              <a:off x="1282315" y="2983541"/>
              <a:ext cx="1871" cy="6452"/>
            </a:xfrm>
            <a:custGeom>
              <a:avLst/>
              <a:pathLst>
                <a:path w="1871" h="6452">
                  <a:moveTo>
                    <a:pt x="609" y="5146"/>
                  </a:moveTo>
                  <a:lnTo>
                    <a:pt x="415" y="6452"/>
                  </a:lnTo>
                  <a:lnTo>
                    <a:pt x="83" y="6251"/>
                  </a:lnTo>
                  <a:lnTo>
                    <a:pt x="0" y="5087"/>
                  </a:lnTo>
                  <a:lnTo>
                    <a:pt x="216" y="3485"/>
                  </a:lnTo>
                  <a:lnTo>
                    <a:pt x="765" y="2103"/>
                  </a:lnTo>
                  <a:lnTo>
                    <a:pt x="1373" y="0"/>
                  </a:lnTo>
                  <a:lnTo>
                    <a:pt x="1871" y="313"/>
                  </a:lnTo>
                  <a:lnTo>
                    <a:pt x="1603" y="1688"/>
                  </a:lnTo>
                  <a:lnTo>
                    <a:pt x="1571" y="3185"/>
                  </a:lnTo>
                  <a:lnTo>
                    <a:pt x="865" y="403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g1452"/>
            <p:cNvSpPr/>
            <p:nvPr/>
          </p:nvSpPr>
          <p:spPr>
            <a:xfrm>
              <a:off x="1286683" y="2977397"/>
              <a:ext cx="4696" cy="10254"/>
            </a:xfrm>
            <a:custGeom>
              <a:avLst/>
              <a:pathLst>
                <a:path w="4696" h="10254">
                  <a:moveTo>
                    <a:pt x="4003" y="8592"/>
                  </a:moveTo>
                  <a:lnTo>
                    <a:pt x="3157" y="10254"/>
                  </a:lnTo>
                  <a:lnTo>
                    <a:pt x="2665" y="9537"/>
                  </a:lnTo>
                  <a:lnTo>
                    <a:pt x="1733" y="9267"/>
                  </a:lnTo>
                  <a:lnTo>
                    <a:pt x="1372" y="8019"/>
                  </a:lnTo>
                  <a:lnTo>
                    <a:pt x="395" y="6893"/>
                  </a:lnTo>
                  <a:lnTo>
                    <a:pt x="0" y="5358"/>
                  </a:lnTo>
                  <a:lnTo>
                    <a:pt x="601" y="2451"/>
                  </a:lnTo>
                  <a:lnTo>
                    <a:pt x="2018" y="0"/>
                  </a:lnTo>
                  <a:lnTo>
                    <a:pt x="4202" y="105"/>
                  </a:lnTo>
                  <a:lnTo>
                    <a:pt x="4656" y="2041"/>
                  </a:lnTo>
                  <a:lnTo>
                    <a:pt x="4696" y="3482"/>
                  </a:lnTo>
                  <a:lnTo>
                    <a:pt x="4412" y="5096"/>
                  </a:lnTo>
                  <a:lnTo>
                    <a:pt x="4281" y="737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g1453"/>
            <p:cNvSpPr/>
            <p:nvPr/>
          </p:nvSpPr>
          <p:spPr>
            <a:xfrm>
              <a:off x="2036335" y="2907852"/>
              <a:ext cx="699" cy="1015"/>
            </a:xfrm>
            <a:custGeom>
              <a:avLst/>
              <a:pathLst>
                <a:path w="699" h="1015">
                  <a:moveTo>
                    <a:pt x="265" y="949"/>
                  </a:moveTo>
                  <a:lnTo>
                    <a:pt x="21" y="1015"/>
                  </a:lnTo>
                  <a:lnTo>
                    <a:pt x="0" y="558"/>
                  </a:lnTo>
                  <a:lnTo>
                    <a:pt x="420" y="0"/>
                  </a:lnTo>
                  <a:lnTo>
                    <a:pt x="699" y="37"/>
                  </a:lnTo>
                  <a:lnTo>
                    <a:pt x="689" y="65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g1454"/>
            <p:cNvSpPr/>
            <p:nvPr/>
          </p:nvSpPr>
          <p:spPr>
            <a:xfrm>
              <a:off x="2038064" y="2904529"/>
              <a:ext cx="960" cy="2928"/>
            </a:xfrm>
            <a:custGeom>
              <a:avLst/>
              <a:pathLst>
                <a:path w="960" h="2928">
                  <a:moveTo>
                    <a:pt x="623" y="2637"/>
                  </a:moveTo>
                  <a:lnTo>
                    <a:pt x="0" y="2928"/>
                  </a:lnTo>
                  <a:lnTo>
                    <a:pt x="502" y="1765"/>
                  </a:lnTo>
                  <a:lnTo>
                    <a:pt x="665" y="0"/>
                  </a:lnTo>
                  <a:lnTo>
                    <a:pt x="960" y="1379"/>
                  </a:lnTo>
                  <a:lnTo>
                    <a:pt x="954" y="221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g1455"/>
            <p:cNvSpPr/>
            <p:nvPr/>
          </p:nvSpPr>
          <p:spPr>
            <a:xfrm>
              <a:off x="2040082" y="2902731"/>
              <a:ext cx="979" cy="3547"/>
            </a:xfrm>
            <a:custGeom>
              <a:avLst/>
              <a:pathLst>
                <a:path w="979" h="3547">
                  <a:moveTo>
                    <a:pt x="835" y="2940"/>
                  </a:moveTo>
                  <a:lnTo>
                    <a:pt x="546" y="3547"/>
                  </a:lnTo>
                  <a:lnTo>
                    <a:pt x="409" y="3360"/>
                  </a:lnTo>
                  <a:lnTo>
                    <a:pt x="409" y="2474"/>
                  </a:lnTo>
                  <a:lnTo>
                    <a:pt x="0" y="513"/>
                  </a:lnTo>
                  <a:lnTo>
                    <a:pt x="15" y="0"/>
                  </a:lnTo>
                  <a:lnTo>
                    <a:pt x="955" y="1918"/>
                  </a:lnTo>
                  <a:lnTo>
                    <a:pt x="979" y="243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6"/>
            <p:cNvSpPr/>
            <p:nvPr/>
          </p:nvSpPr>
          <p:spPr>
            <a:xfrm>
              <a:off x="2042815" y="2902451"/>
              <a:ext cx="1988" cy="1960"/>
            </a:xfrm>
            <a:custGeom>
              <a:avLst/>
              <a:pathLst>
                <a:path w="1988" h="1960">
                  <a:moveTo>
                    <a:pt x="895" y="1261"/>
                  </a:moveTo>
                  <a:lnTo>
                    <a:pt x="455" y="1960"/>
                  </a:lnTo>
                  <a:lnTo>
                    <a:pt x="0" y="1447"/>
                  </a:lnTo>
                  <a:lnTo>
                    <a:pt x="500" y="747"/>
                  </a:lnTo>
                  <a:lnTo>
                    <a:pt x="1988" y="0"/>
                  </a:lnTo>
                  <a:lnTo>
                    <a:pt x="1427" y="93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g1457"/>
            <p:cNvSpPr/>
            <p:nvPr/>
          </p:nvSpPr>
          <p:spPr>
            <a:xfrm>
              <a:off x="2045593" y="2899886"/>
              <a:ext cx="607" cy="1259"/>
            </a:xfrm>
            <a:custGeom>
              <a:avLst/>
              <a:pathLst>
                <a:path w="607" h="1259">
                  <a:moveTo>
                    <a:pt x="182" y="1259"/>
                  </a:moveTo>
                  <a:lnTo>
                    <a:pt x="0" y="1259"/>
                  </a:lnTo>
                  <a:lnTo>
                    <a:pt x="91" y="839"/>
                  </a:lnTo>
                  <a:lnTo>
                    <a:pt x="470" y="0"/>
                  </a:lnTo>
                  <a:lnTo>
                    <a:pt x="607" y="326"/>
                  </a:lnTo>
                  <a:lnTo>
                    <a:pt x="591" y="74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g1458"/>
            <p:cNvSpPr/>
            <p:nvPr/>
          </p:nvSpPr>
          <p:spPr>
            <a:xfrm>
              <a:off x="2047355" y="2897178"/>
              <a:ext cx="485" cy="1167"/>
            </a:xfrm>
            <a:custGeom>
              <a:avLst/>
              <a:pathLst>
                <a:path w="485" h="1167">
                  <a:moveTo>
                    <a:pt x="258" y="1027"/>
                  </a:moveTo>
                  <a:lnTo>
                    <a:pt x="0" y="1167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g1459"/>
            <p:cNvSpPr/>
            <p:nvPr/>
          </p:nvSpPr>
          <p:spPr>
            <a:xfrm>
              <a:off x="2048168" y="2885072"/>
              <a:ext cx="3109" cy="11623"/>
            </a:xfrm>
            <a:custGeom>
              <a:avLst/>
              <a:pathLst>
                <a:path w="3109" h="11623">
                  <a:moveTo>
                    <a:pt x="1910" y="6067"/>
                  </a:moveTo>
                  <a:lnTo>
                    <a:pt x="0" y="11623"/>
                  </a:lnTo>
                  <a:lnTo>
                    <a:pt x="211" y="10232"/>
                  </a:lnTo>
                  <a:lnTo>
                    <a:pt x="956" y="7258"/>
                  </a:lnTo>
                  <a:lnTo>
                    <a:pt x="1197" y="5859"/>
                  </a:lnTo>
                  <a:lnTo>
                    <a:pt x="1700" y="4971"/>
                  </a:lnTo>
                  <a:lnTo>
                    <a:pt x="2169" y="3367"/>
                  </a:lnTo>
                  <a:lnTo>
                    <a:pt x="2204" y="1496"/>
                  </a:lnTo>
                  <a:lnTo>
                    <a:pt x="2885" y="187"/>
                  </a:lnTo>
                  <a:lnTo>
                    <a:pt x="3109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0"/>
            <p:cNvSpPr/>
            <p:nvPr/>
          </p:nvSpPr>
          <p:spPr>
            <a:xfrm>
              <a:off x="2032586" y="2849600"/>
              <a:ext cx="1578" cy="3560"/>
            </a:xfrm>
            <a:custGeom>
              <a:avLst/>
              <a:pathLst>
                <a:path w="1578" h="3560">
                  <a:moveTo>
                    <a:pt x="1578" y="2790"/>
                  </a:moveTo>
                  <a:lnTo>
                    <a:pt x="1235" y="3560"/>
                  </a:lnTo>
                  <a:lnTo>
                    <a:pt x="542" y="2995"/>
                  </a:lnTo>
                  <a:lnTo>
                    <a:pt x="163" y="1982"/>
                  </a:lnTo>
                  <a:lnTo>
                    <a:pt x="0" y="0"/>
                  </a:lnTo>
                  <a:lnTo>
                    <a:pt x="603" y="2099"/>
                  </a:lnTo>
                  <a:lnTo>
                    <a:pt x="820" y="257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g1461"/>
            <p:cNvSpPr/>
            <p:nvPr/>
          </p:nvSpPr>
          <p:spPr>
            <a:xfrm>
              <a:off x="2032896" y="2845089"/>
              <a:ext cx="820" cy="6120"/>
            </a:xfrm>
            <a:custGeom>
              <a:avLst/>
              <a:pathLst>
                <a:path w="820" h="6120">
                  <a:moveTo>
                    <a:pt x="820" y="4384"/>
                  </a:moveTo>
                  <a:lnTo>
                    <a:pt x="806" y="6120"/>
                  </a:lnTo>
                  <a:lnTo>
                    <a:pt x="322" y="3213"/>
                  </a:lnTo>
                  <a:lnTo>
                    <a:pt x="0" y="0"/>
                  </a:lnTo>
                  <a:lnTo>
                    <a:pt x="461" y="104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g1462"/>
            <p:cNvSpPr/>
            <p:nvPr/>
          </p:nvSpPr>
          <p:spPr>
            <a:xfrm>
              <a:off x="1886402" y="2830440"/>
              <a:ext cx="2273" cy="32017"/>
            </a:xfrm>
            <a:custGeom>
              <a:avLst/>
              <a:pathLst>
                <a:path w="2273" h="32017">
                  <a:moveTo>
                    <a:pt x="2273" y="30645"/>
                  </a:moveTo>
                  <a:lnTo>
                    <a:pt x="2140" y="32017"/>
                  </a:lnTo>
                  <a:lnTo>
                    <a:pt x="1344" y="25610"/>
                  </a:lnTo>
                  <a:lnTo>
                    <a:pt x="48" y="11109"/>
                  </a:lnTo>
                  <a:lnTo>
                    <a:pt x="0" y="2845"/>
                  </a:lnTo>
                  <a:lnTo>
                    <a:pt x="203" y="0"/>
                  </a:lnTo>
                  <a:lnTo>
                    <a:pt x="537" y="11672"/>
                  </a:lnTo>
                  <a:lnTo>
                    <a:pt x="1970" y="2649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g1463"/>
            <p:cNvSpPr/>
            <p:nvPr/>
          </p:nvSpPr>
          <p:spPr>
            <a:xfrm>
              <a:off x="1886617" y="2811956"/>
              <a:ext cx="3117" cy="17123"/>
            </a:xfrm>
            <a:custGeom>
              <a:avLst/>
              <a:pathLst>
                <a:path w="3117" h="17123">
                  <a:moveTo>
                    <a:pt x="299" y="15423"/>
                  </a:moveTo>
                  <a:lnTo>
                    <a:pt x="0" y="17123"/>
                  </a:lnTo>
                  <a:lnTo>
                    <a:pt x="82" y="14589"/>
                  </a:lnTo>
                  <a:lnTo>
                    <a:pt x="863" y="8832"/>
                  </a:lnTo>
                  <a:lnTo>
                    <a:pt x="2449" y="1266"/>
                  </a:lnTo>
                  <a:lnTo>
                    <a:pt x="3117" y="0"/>
                  </a:lnTo>
                  <a:lnTo>
                    <a:pt x="1287" y="829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4"/>
            <p:cNvSpPr/>
            <p:nvPr/>
          </p:nvSpPr>
          <p:spPr>
            <a:xfrm>
              <a:off x="2049549" y="2811113"/>
              <a:ext cx="2561" cy="19081"/>
            </a:xfrm>
            <a:custGeom>
              <a:avLst/>
              <a:pathLst>
                <a:path w="2561" h="19081">
                  <a:moveTo>
                    <a:pt x="2404" y="16905"/>
                  </a:moveTo>
                  <a:lnTo>
                    <a:pt x="2561" y="19081"/>
                  </a:lnTo>
                  <a:lnTo>
                    <a:pt x="1677" y="14034"/>
                  </a:lnTo>
                  <a:lnTo>
                    <a:pt x="584" y="6120"/>
                  </a:lnTo>
                  <a:lnTo>
                    <a:pt x="0" y="0"/>
                  </a:lnTo>
                  <a:lnTo>
                    <a:pt x="395" y="1654"/>
                  </a:lnTo>
                  <a:lnTo>
                    <a:pt x="782" y="508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g1465"/>
            <p:cNvSpPr/>
            <p:nvPr/>
          </p:nvSpPr>
          <p:spPr>
            <a:xfrm>
              <a:off x="1889970" y="2802769"/>
              <a:ext cx="1887" cy="6906"/>
            </a:xfrm>
            <a:custGeom>
              <a:avLst/>
              <a:pathLst>
                <a:path w="1887" h="6906">
                  <a:moveTo>
                    <a:pt x="208" y="6834"/>
                  </a:moveTo>
                  <a:lnTo>
                    <a:pt x="0" y="6906"/>
                  </a:lnTo>
                  <a:lnTo>
                    <a:pt x="465" y="4487"/>
                  </a:lnTo>
                  <a:lnTo>
                    <a:pt x="551" y="3517"/>
                  </a:lnTo>
                  <a:lnTo>
                    <a:pt x="1314" y="455"/>
                  </a:lnTo>
                  <a:lnTo>
                    <a:pt x="1717" y="0"/>
                  </a:lnTo>
                  <a:lnTo>
                    <a:pt x="1887" y="1302"/>
                  </a:lnTo>
                  <a:lnTo>
                    <a:pt x="1102" y="345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g1466"/>
            <p:cNvSpPr/>
            <p:nvPr/>
          </p:nvSpPr>
          <p:spPr>
            <a:xfrm>
              <a:off x="1892229" y="2795421"/>
              <a:ext cx="3822" cy="6889"/>
            </a:xfrm>
            <a:custGeom>
              <a:avLst/>
              <a:pathLst>
                <a:path w="3822" h="6889">
                  <a:moveTo>
                    <a:pt x="353" y="6766"/>
                  </a:moveTo>
                  <a:lnTo>
                    <a:pt x="0" y="6889"/>
                  </a:lnTo>
                  <a:lnTo>
                    <a:pt x="437" y="5293"/>
                  </a:lnTo>
                  <a:lnTo>
                    <a:pt x="1148" y="4488"/>
                  </a:lnTo>
                  <a:lnTo>
                    <a:pt x="2709" y="1422"/>
                  </a:lnTo>
                  <a:lnTo>
                    <a:pt x="3345" y="1211"/>
                  </a:lnTo>
                  <a:lnTo>
                    <a:pt x="3676" y="155"/>
                  </a:lnTo>
                  <a:lnTo>
                    <a:pt x="3822" y="0"/>
                  </a:lnTo>
                  <a:lnTo>
                    <a:pt x="3728" y="1294"/>
                  </a:lnTo>
                  <a:lnTo>
                    <a:pt x="2472" y="313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g1467"/>
            <p:cNvSpPr/>
            <p:nvPr/>
          </p:nvSpPr>
          <p:spPr>
            <a:xfrm>
              <a:off x="1908682" y="2767062"/>
              <a:ext cx="3095" cy="6056"/>
            </a:xfrm>
            <a:custGeom>
              <a:avLst/>
              <a:pathLst>
                <a:path w="3095" h="6056">
                  <a:moveTo>
                    <a:pt x="480" y="5774"/>
                  </a:moveTo>
                  <a:lnTo>
                    <a:pt x="0" y="6056"/>
                  </a:lnTo>
                  <a:lnTo>
                    <a:pt x="2095" y="1512"/>
                  </a:lnTo>
                  <a:lnTo>
                    <a:pt x="2534" y="0"/>
                  </a:lnTo>
                  <a:lnTo>
                    <a:pt x="3095" y="66"/>
                  </a:lnTo>
                  <a:lnTo>
                    <a:pt x="2160" y="261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8"/>
            <p:cNvSpPr/>
            <p:nvPr/>
          </p:nvSpPr>
          <p:spPr>
            <a:xfrm>
              <a:off x="1938321" y="2758120"/>
              <a:ext cx="2426" cy="4653"/>
            </a:xfrm>
            <a:custGeom>
              <a:avLst/>
              <a:pathLst>
                <a:path w="2426" h="4653">
                  <a:moveTo>
                    <a:pt x="2047" y="4231"/>
                  </a:moveTo>
                  <a:lnTo>
                    <a:pt x="1689" y="4653"/>
                  </a:lnTo>
                  <a:lnTo>
                    <a:pt x="100" y="2093"/>
                  </a:lnTo>
                  <a:lnTo>
                    <a:pt x="0" y="994"/>
                  </a:lnTo>
                  <a:lnTo>
                    <a:pt x="784" y="0"/>
                  </a:lnTo>
                  <a:lnTo>
                    <a:pt x="1263" y="88"/>
                  </a:lnTo>
                  <a:lnTo>
                    <a:pt x="2020" y="1388"/>
                  </a:lnTo>
                  <a:lnTo>
                    <a:pt x="2297" y="1750"/>
                  </a:lnTo>
                  <a:lnTo>
                    <a:pt x="2426" y="2276"/>
                  </a:lnTo>
                  <a:lnTo>
                    <a:pt x="2352" y="310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g1469"/>
            <p:cNvSpPr/>
            <p:nvPr/>
          </p:nvSpPr>
          <p:spPr>
            <a:xfrm>
              <a:off x="2004558" y="2755505"/>
              <a:ext cx="3649" cy="3716"/>
            </a:xfrm>
            <a:custGeom>
              <a:avLst/>
              <a:pathLst>
                <a:path w="3649" h="3716">
                  <a:moveTo>
                    <a:pt x="2007" y="2653"/>
                  </a:moveTo>
                  <a:lnTo>
                    <a:pt x="1042" y="3716"/>
                  </a:lnTo>
                  <a:lnTo>
                    <a:pt x="0" y="2943"/>
                  </a:lnTo>
                  <a:lnTo>
                    <a:pt x="648" y="2796"/>
                  </a:lnTo>
                  <a:lnTo>
                    <a:pt x="1117" y="3109"/>
                  </a:lnTo>
                  <a:lnTo>
                    <a:pt x="2304" y="1588"/>
                  </a:lnTo>
                  <a:lnTo>
                    <a:pt x="2927" y="437"/>
                  </a:lnTo>
                  <a:lnTo>
                    <a:pt x="3649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g1470"/>
            <p:cNvSpPr/>
            <p:nvPr/>
          </p:nvSpPr>
          <p:spPr>
            <a:xfrm>
              <a:off x="1967768" y="2754898"/>
              <a:ext cx="682" cy="2739"/>
            </a:xfrm>
            <a:custGeom>
              <a:avLst/>
              <a:pathLst>
                <a:path w="682" h="2739">
                  <a:moveTo>
                    <a:pt x="522" y="1193"/>
                  </a:moveTo>
                  <a:lnTo>
                    <a:pt x="0" y="2739"/>
                  </a:lnTo>
                  <a:lnTo>
                    <a:pt x="23" y="2149"/>
                  </a:lnTo>
                  <a:lnTo>
                    <a:pt x="407" y="601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g1471"/>
            <p:cNvSpPr/>
            <p:nvPr/>
          </p:nvSpPr>
          <p:spPr>
            <a:xfrm>
              <a:off x="1968506" y="2745922"/>
              <a:ext cx="522" cy="8299"/>
            </a:xfrm>
            <a:custGeom>
              <a:avLst/>
              <a:pathLst>
                <a:path w="522" h="8299">
                  <a:moveTo>
                    <a:pt x="379" y="7358"/>
                  </a:moveTo>
                  <a:lnTo>
                    <a:pt x="107" y="8299"/>
                  </a:lnTo>
                  <a:lnTo>
                    <a:pt x="374" y="3793"/>
                  </a:lnTo>
                  <a:lnTo>
                    <a:pt x="0" y="0"/>
                  </a:lnTo>
                  <a:lnTo>
                    <a:pt x="394" y="1665"/>
                  </a:lnTo>
                  <a:lnTo>
                    <a:pt x="522" y="364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g1472"/>
            <p:cNvSpPr/>
            <p:nvPr/>
          </p:nvSpPr>
          <p:spPr>
            <a:xfrm>
              <a:off x="1963938" y="2742615"/>
              <a:ext cx="1512" cy="3872"/>
            </a:xfrm>
            <a:custGeom>
              <a:avLst/>
              <a:pathLst>
                <a:path w="1512" h="3872">
                  <a:moveTo>
                    <a:pt x="1134" y="2499"/>
                  </a:moveTo>
                  <a:lnTo>
                    <a:pt x="1168" y="3872"/>
                  </a:lnTo>
                  <a:lnTo>
                    <a:pt x="697" y="3188"/>
                  </a:lnTo>
                  <a:lnTo>
                    <a:pt x="0" y="3126"/>
                  </a:lnTo>
                  <a:lnTo>
                    <a:pt x="306" y="2657"/>
                  </a:lnTo>
                  <a:lnTo>
                    <a:pt x="522" y="2200"/>
                  </a:lnTo>
                  <a:lnTo>
                    <a:pt x="629" y="1708"/>
                  </a:lnTo>
                  <a:lnTo>
                    <a:pt x="1512" y="0"/>
                  </a:lnTo>
                  <a:lnTo>
                    <a:pt x="1262" y="125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g1473"/>
            <p:cNvSpPr/>
            <p:nvPr/>
          </p:nvSpPr>
          <p:spPr>
            <a:xfrm>
              <a:off x="1969891" y="2739790"/>
              <a:ext cx="1583" cy="1757"/>
            </a:xfrm>
            <a:custGeom>
              <a:avLst/>
              <a:pathLst>
                <a:path w="1583" h="1757">
                  <a:moveTo>
                    <a:pt x="1583" y="1428"/>
                  </a:moveTo>
                  <a:lnTo>
                    <a:pt x="1463" y="1757"/>
                  </a:lnTo>
                  <a:lnTo>
                    <a:pt x="611" y="1142"/>
                  </a:lnTo>
                  <a:lnTo>
                    <a:pt x="93" y="571"/>
                  </a:lnTo>
                  <a:lnTo>
                    <a:pt x="0" y="0"/>
                  </a:lnTo>
                  <a:lnTo>
                    <a:pt x="1431" y="103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g1474"/>
            <p:cNvSpPr/>
            <p:nvPr/>
          </p:nvSpPr>
          <p:spPr>
            <a:xfrm>
              <a:off x="1973799" y="2739510"/>
              <a:ext cx="2354" cy="1265"/>
            </a:xfrm>
            <a:custGeom>
              <a:avLst/>
              <a:pathLst>
                <a:path w="2354" h="1265">
                  <a:moveTo>
                    <a:pt x="2354" y="632"/>
                  </a:moveTo>
                  <a:lnTo>
                    <a:pt x="1508" y="1265"/>
                  </a:lnTo>
                  <a:lnTo>
                    <a:pt x="254" y="1206"/>
                  </a:lnTo>
                  <a:lnTo>
                    <a:pt x="0" y="983"/>
                  </a:lnTo>
                  <a:lnTo>
                    <a:pt x="503" y="56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g1475"/>
            <p:cNvSpPr/>
            <p:nvPr/>
          </p:nvSpPr>
          <p:spPr>
            <a:xfrm>
              <a:off x="2039477" y="2718894"/>
              <a:ext cx="630" cy="7199"/>
            </a:xfrm>
            <a:custGeom>
              <a:avLst/>
              <a:pathLst>
                <a:path w="630" h="7199">
                  <a:moveTo>
                    <a:pt x="630" y="0"/>
                  </a:moveTo>
                  <a:lnTo>
                    <a:pt x="203" y="7199"/>
                  </a:lnTo>
                  <a:lnTo>
                    <a:pt x="18" y="4650"/>
                  </a:lnTo>
                  <a:lnTo>
                    <a:pt x="0" y="2174"/>
                  </a:lnTo>
                  <a:lnTo>
                    <a:pt x="323" y="70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g1476"/>
            <p:cNvSpPr/>
            <p:nvPr/>
          </p:nvSpPr>
          <p:spPr>
            <a:xfrm>
              <a:off x="1682756" y="2657986"/>
              <a:ext cx="2305" cy="6328"/>
            </a:xfrm>
            <a:custGeom>
              <a:avLst/>
              <a:pathLst>
                <a:path w="2305" h="6328">
                  <a:moveTo>
                    <a:pt x="2305" y="6059"/>
                  </a:moveTo>
                  <a:lnTo>
                    <a:pt x="1745" y="6328"/>
                  </a:lnTo>
                  <a:lnTo>
                    <a:pt x="1124" y="5725"/>
                  </a:lnTo>
                  <a:lnTo>
                    <a:pt x="589" y="2868"/>
                  </a:lnTo>
                  <a:lnTo>
                    <a:pt x="0" y="634"/>
                  </a:lnTo>
                  <a:lnTo>
                    <a:pt x="318" y="0"/>
                  </a:lnTo>
                  <a:lnTo>
                    <a:pt x="795" y="2149"/>
                  </a:lnTo>
                  <a:lnTo>
                    <a:pt x="1989" y="541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g1477"/>
            <p:cNvSpPr/>
            <p:nvPr/>
          </p:nvSpPr>
          <p:spPr>
            <a:xfrm>
              <a:off x="1673286" y="2650618"/>
              <a:ext cx="1318" cy="1970"/>
            </a:xfrm>
            <a:custGeom>
              <a:avLst/>
              <a:pathLst>
                <a:path w="1318" h="1970">
                  <a:moveTo>
                    <a:pt x="1318" y="1916"/>
                  </a:moveTo>
                  <a:lnTo>
                    <a:pt x="890" y="1970"/>
                  </a:lnTo>
                  <a:lnTo>
                    <a:pt x="303" y="1696"/>
                  </a:lnTo>
                  <a:lnTo>
                    <a:pt x="0" y="109"/>
                  </a:lnTo>
                  <a:lnTo>
                    <a:pt x="481" y="0"/>
                  </a:lnTo>
                  <a:lnTo>
                    <a:pt x="926" y="219"/>
                  </a:lnTo>
                  <a:lnTo>
                    <a:pt x="1280" y="146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g1478"/>
            <p:cNvSpPr/>
            <p:nvPr/>
          </p:nvSpPr>
          <p:spPr>
            <a:xfrm>
              <a:off x="1682955" y="2644854"/>
              <a:ext cx="2614" cy="4875"/>
            </a:xfrm>
            <a:custGeom>
              <a:avLst/>
              <a:pathLst>
                <a:path w="2614" h="4875">
                  <a:moveTo>
                    <a:pt x="2129" y="2699"/>
                  </a:moveTo>
                  <a:lnTo>
                    <a:pt x="2614" y="4875"/>
                  </a:lnTo>
                  <a:lnTo>
                    <a:pt x="1915" y="4605"/>
                  </a:lnTo>
                  <a:lnTo>
                    <a:pt x="1183" y="4728"/>
                  </a:lnTo>
                  <a:lnTo>
                    <a:pt x="962" y="3545"/>
                  </a:lnTo>
                  <a:lnTo>
                    <a:pt x="744" y="1900"/>
                  </a:lnTo>
                  <a:lnTo>
                    <a:pt x="597" y="1480"/>
                  </a:lnTo>
                  <a:lnTo>
                    <a:pt x="96" y="1333"/>
                  </a:lnTo>
                  <a:lnTo>
                    <a:pt x="58" y="1183"/>
                  </a:lnTo>
                  <a:lnTo>
                    <a:pt x="0" y="382"/>
                  </a:lnTo>
                  <a:lnTo>
                    <a:pt x="140" y="0"/>
                  </a:lnTo>
                  <a:lnTo>
                    <a:pt x="1708" y="183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g1479"/>
            <p:cNvSpPr/>
            <p:nvPr/>
          </p:nvSpPr>
          <p:spPr>
            <a:xfrm>
              <a:off x="1666781" y="2628619"/>
              <a:ext cx="2576" cy="3594"/>
            </a:xfrm>
            <a:custGeom>
              <a:avLst/>
              <a:pathLst>
                <a:path w="2576" h="3594">
                  <a:moveTo>
                    <a:pt x="2002" y="3181"/>
                  </a:moveTo>
                  <a:lnTo>
                    <a:pt x="1326" y="3594"/>
                  </a:lnTo>
                  <a:lnTo>
                    <a:pt x="814" y="3204"/>
                  </a:lnTo>
                  <a:lnTo>
                    <a:pt x="0" y="373"/>
                  </a:lnTo>
                  <a:lnTo>
                    <a:pt x="1731" y="0"/>
                  </a:lnTo>
                  <a:lnTo>
                    <a:pt x="2475" y="1229"/>
                  </a:lnTo>
                  <a:lnTo>
                    <a:pt x="2576" y="157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g1480"/>
            <p:cNvSpPr/>
            <p:nvPr/>
          </p:nvSpPr>
          <p:spPr>
            <a:xfrm>
              <a:off x="1664958" y="2627237"/>
              <a:ext cx="1297" cy="1507"/>
            </a:xfrm>
            <a:custGeom>
              <a:avLst/>
              <a:pathLst>
                <a:path w="1297" h="1507">
                  <a:moveTo>
                    <a:pt x="1297" y="1431"/>
                  </a:moveTo>
                  <a:lnTo>
                    <a:pt x="786" y="1507"/>
                  </a:lnTo>
                  <a:lnTo>
                    <a:pt x="0" y="1193"/>
                  </a:lnTo>
                  <a:lnTo>
                    <a:pt x="275" y="502"/>
                  </a:lnTo>
                  <a:lnTo>
                    <a:pt x="709" y="0"/>
                  </a:lnTo>
                  <a:lnTo>
                    <a:pt x="848" y="37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g1481"/>
            <p:cNvSpPr/>
            <p:nvPr/>
          </p:nvSpPr>
          <p:spPr>
            <a:xfrm>
              <a:off x="1669990" y="2627048"/>
              <a:ext cx="3545" cy="3306"/>
            </a:xfrm>
            <a:custGeom>
              <a:avLst/>
              <a:pathLst>
                <a:path w="3545" h="3306">
                  <a:moveTo>
                    <a:pt x="343" y="0"/>
                  </a:moveTo>
                  <a:lnTo>
                    <a:pt x="2299" y="1513"/>
                  </a:lnTo>
                  <a:lnTo>
                    <a:pt x="3354" y="789"/>
                  </a:lnTo>
                  <a:lnTo>
                    <a:pt x="3545" y="1522"/>
                  </a:lnTo>
                  <a:lnTo>
                    <a:pt x="3421" y="2159"/>
                  </a:lnTo>
                  <a:lnTo>
                    <a:pt x="1043" y="3306"/>
                  </a:lnTo>
                  <a:lnTo>
                    <a:pt x="313" y="2504"/>
                  </a:lnTo>
                  <a:lnTo>
                    <a:pt x="246" y="1403"/>
                  </a:lnTo>
                  <a:lnTo>
                    <a:pt x="0" y="35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g1482"/>
            <p:cNvSpPr/>
            <p:nvPr/>
          </p:nvSpPr>
          <p:spPr>
            <a:xfrm>
              <a:off x="2085725" y="2608714"/>
              <a:ext cx="1227" cy="1406"/>
            </a:xfrm>
            <a:custGeom>
              <a:avLst/>
              <a:pathLst>
                <a:path w="1227" h="1406">
                  <a:moveTo>
                    <a:pt x="1227" y="1337"/>
                  </a:moveTo>
                  <a:lnTo>
                    <a:pt x="1013" y="1406"/>
                  </a:lnTo>
                  <a:lnTo>
                    <a:pt x="635" y="1080"/>
                  </a:lnTo>
                  <a:lnTo>
                    <a:pt x="115" y="457"/>
                  </a:lnTo>
                  <a:lnTo>
                    <a:pt x="0" y="0"/>
                  </a:lnTo>
                  <a:lnTo>
                    <a:pt x="496" y="16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g1483"/>
            <p:cNvSpPr/>
            <p:nvPr/>
          </p:nvSpPr>
          <p:spPr>
            <a:xfrm>
              <a:off x="2087122" y="2601658"/>
              <a:ext cx="3087" cy="9084"/>
            </a:xfrm>
            <a:custGeom>
              <a:avLst/>
              <a:pathLst>
                <a:path w="3087" h="9084">
                  <a:moveTo>
                    <a:pt x="239" y="8745"/>
                  </a:moveTo>
                  <a:lnTo>
                    <a:pt x="0" y="9084"/>
                  </a:lnTo>
                  <a:lnTo>
                    <a:pt x="880" y="5394"/>
                  </a:lnTo>
                  <a:lnTo>
                    <a:pt x="2618" y="715"/>
                  </a:lnTo>
                  <a:lnTo>
                    <a:pt x="3087" y="0"/>
                  </a:lnTo>
                  <a:lnTo>
                    <a:pt x="1642" y="399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g1484"/>
            <p:cNvSpPr/>
            <p:nvPr/>
          </p:nvSpPr>
          <p:spPr>
            <a:xfrm>
              <a:off x="2092356" y="2594234"/>
              <a:ext cx="1944" cy="2107"/>
            </a:xfrm>
            <a:custGeom>
              <a:avLst/>
              <a:pathLst>
                <a:path w="1944" h="2107">
                  <a:moveTo>
                    <a:pt x="1944" y="0"/>
                  </a:moveTo>
                  <a:lnTo>
                    <a:pt x="197" y="2107"/>
                  </a:lnTo>
                  <a:lnTo>
                    <a:pt x="0" y="1982"/>
                  </a:lnTo>
                  <a:lnTo>
                    <a:pt x="1146" y="47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g1485"/>
            <p:cNvSpPr/>
            <p:nvPr/>
          </p:nvSpPr>
          <p:spPr>
            <a:xfrm>
              <a:off x="2095183" y="2577126"/>
              <a:ext cx="2246" cy="16438"/>
            </a:xfrm>
            <a:custGeom>
              <a:avLst/>
              <a:pathLst>
                <a:path w="2246" h="16438">
                  <a:moveTo>
                    <a:pt x="1403" y="15633"/>
                  </a:moveTo>
                  <a:lnTo>
                    <a:pt x="113" y="16438"/>
                  </a:lnTo>
                  <a:lnTo>
                    <a:pt x="0" y="16179"/>
                  </a:lnTo>
                  <a:lnTo>
                    <a:pt x="1477" y="14494"/>
                  </a:lnTo>
                  <a:lnTo>
                    <a:pt x="1943" y="8558"/>
                  </a:lnTo>
                  <a:lnTo>
                    <a:pt x="2007" y="5821"/>
                  </a:lnTo>
                  <a:lnTo>
                    <a:pt x="1786" y="997"/>
                  </a:lnTo>
                  <a:lnTo>
                    <a:pt x="1793" y="0"/>
                  </a:lnTo>
                  <a:lnTo>
                    <a:pt x="2033" y="1555"/>
                  </a:lnTo>
                  <a:lnTo>
                    <a:pt x="2246" y="6057"/>
                  </a:lnTo>
                  <a:lnTo>
                    <a:pt x="2166" y="9470"/>
                  </a:lnTo>
                  <a:lnTo>
                    <a:pt x="1737" y="1444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g1486"/>
            <p:cNvSpPr/>
            <p:nvPr/>
          </p:nvSpPr>
          <p:spPr>
            <a:xfrm>
              <a:off x="2094923" y="2571896"/>
              <a:ext cx="783" cy="3266"/>
            </a:xfrm>
            <a:custGeom>
              <a:avLst/>
              <a:pathLst>
                <a:path w="783" h="3266">
                  <a:moveTo>
                    <a:pt x="783" y="2666"/>
                  </a:moveTo>
                  <a:lnTo>
                    <a:pt x="638" y="3266"/>
                  </a:lnTo>
                  <a:lnTo>
                    <a:pt x="0" y="0"/>
                  </a:lnTo>
                  <a:lnTo>
                    <a:pt x="656" y="1056"/>
                  </a:lnTo>
                  <a:lnTo>
                    <a:pt x="774" y="193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7"/>
            <p:cNvSpPr/>
            <p:nvPr/>
          </p:nvSpPr>
          <p:spPr>
            <a:xfrm>
              <a:off x="2098179" y="2502398"/>
              <a:ext cx="2697" cy="12588"/>
            </a:xfrm>
            <a:custGeom>
              <a:avLst/>
              <a:pathLst>
                <a:path w="2697" h="12588">
                  <a:moveTo>
                    <a:pt x="436" y="12109"/>
                  </a:moveTo>
                  <a:lnTo>
                    <a:pt x="0" y="12588"/>
                  </a:lnTo>
                  <a:lnTo>
                    <a:pt x="1466" y="6671"/>
                  </a:lnTo>
                  <a:lnTo>
                    <a:pt x="2317" y="1714"/>
                  </a:lnTo>
                  <a:lnTo>
                    <a:pt x="2697" y="0"/>
                  </a:lnTo>
                  <a:lnTo>
                    <a:pt x="2329" y="3474"/>
                  </a:lnTo>
                  <a:lnTo>
                    <a:pt x="1685" y="666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g1488"/>
            <p:cNvSpPr/>
            <p:nvPr/>
          </p:nvSpPr>
          <p:spPr>
            <a:xfrm>
              <a:off x="2108997" y="2459601"/>
              <a:ext cx="1407" cy="6413"/>
            </a:xfrm>
            <a:custGeom>
              <a:avLst/>
              <a:pathLst>
                <a:path w="1407" h="6413">
                  <a:moveTo>
                    <a:pt x="1153" y="1940"/>
                  </a:moveTo>
                  <a:lnTo>
                    <a:pt x="25" y="6413"/>
                  </a:lnTo>
                  <a:lnTo>
                    <a:pt x="0" y="5553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g1489"/>
            <p:cNvSpPr/>
            <p:nvPr/>
          </p:nvSpPr>
          <p:spPr>
            <a:xfrm>
              <a:off x="2109163" y="2432652"/>
              <a:ext cx="1620" cy="4129"/>
            </a:xfrm>
            <a:custGeom>
              <a:avLst/>
              <a:pathLst>
                <a:path w="1620" h="4129">
                  <a:moveTo>
                    <a:pt x="459" y="4006"/>
                  </a:moveTo>
                  <a:lnTo>
                    <a:pt x="0" y="4129"/>
                  </a:lnTo>
                  <a:lnTo>
                    <a:pt x="458" y="1295"/>
                  </a:lnTo>
                  <a:lnTo>
                    <a:pt x="1301" y="0"/>
                  </a:lnTo>
                  <a:lnTo>
                    <a:pt x="1606" y="269"/>
                  </a:lnTo>
                  <a:lnTo>
                    <a:pt x="1620" y="1271"/>
                  </a:lnTo>
                  <a:lnTo>
                    <a:pt x="1501" y="2126"/>
                  </a:lnTo>
                  <a:lnTo>
                    <a:pt x="936" y="344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g1490"/>
            <p:cNvSpPr/>
            <p:nvPr/>
          </p:nvSpPr>
          <p:spPr>
            <a:xfrm>
              <a:off x="2111123" y="2418037"/>
              <a:ext cx="20465" cy="17212"/>
            </a:xfrm>
            <a:custGeom>
              <a:avLst/>
              <a:pathLst>
                <a:path w="20465" h="17212">
                  <a:moveTo>
                    <a:pt x="14634" y="4934"/>
                  </a:moveTo>
                  <a:lnTo>
                    <a:pt x="13951" y="6846"/>
                  </a:lnTo>
                  <a:lnTo>
                    <a:pt x="14568" y="7039"/>
                  </a:lnTo>
                  <a:lnTo>
                    <a:pt x="15100" y="6478"/>
                  </a:lnTo>
                  <a:lnTo>
                    <a:pt x="15603" y="5344"/>
                  </a:lnTo>
                  <a:lnTo>
                    <a:pt x="16771" y="3810"/>
                  </a:lnTo>
                  <a:lnTo>
                    <a:pt x="17767" y="3139"/>
                  </a:lnTo>
                  <a:lnTo>
                    <a:pt x="18081" y="3001"/>
                  </a:lnTo>
                  <a:lnTo>
                    <a:pt x="18555" y="4077"/>
                  </a:lnTo>
                  <a:lnTo>
                    <a:pt x="19497" y="3213"/>
                  </a:lnTo>
                  <a:lnTo>
                    <a:pt x="20465" y="2728"/>
                  </a:lnTo>
                  <a:lnTo>
                    <a:pt x="16276" y="7649"/>
                  </a:lnTo>
                  <a:lnTo>
                    <a:pt x="15419" y="8203"/>
                  </a:lnTo>
                  <a:lnTo>
                    <a:pt x="14194" y="9669"/>
                  </a:lnTo>
                  <a:lnTo>
                    <a:pt x="13035" y="10708"/>
                  </a:lnTo>
                  <a:lnTo>
                    <a:pt x="12201" y="11086"/>
                  </a:lnTo>
                  <a:lnTo>
                    <a:pt x="8053" y="14739"/>
                  </a:lnTo>
                  <a:lnTo>
                    <a:pt x="7724" y="14819"/>
                  </a:lnTo>
                  <a:lnTo>
                    <a:pt x="7368" y="14462"/>
                  </a:lnTo>
                  <a:lnTo>
                    <a:pt x="3952" y="16344"/>
                  </a:lnTo>
                  <a:lnTo>
                    <a:pt x="2550" y="16556"/>
                  </a:lnTo>
                  <a:lnTo>
                    <a:pt x="1273" y="17212"/>
                  </a:lnTo>
                  <a:lnTo>
                    <a:pt x="2217" y="15697"/>
                  </a:lnTo>
                  <a:lnTo>
                    <a:pt x="2238" y="15130"/>
                  </a:lnTo>
                  <a:lnTo>
                    <a:pt x="2012" y="14687"/>
                  </a:lnTo>
                  <a:lnTo>
                    <a:pt x="1507" y="14816"/>
                  </a:lnTo>
                  <a:lnTo>
                    <a:pt x="990" y="16376"/>
                  </a:lnTo>
                  <a:lnTo>
                    <a:pt x="164" y="16896"/>
                  </a:lnTo>
                  <a:lnTo>
                    <a:pt x="0" y="15198"/>
                  </a:lnTo>
                  <a:lnTo>
                    <a:pt x="275" y="13884"/>
                  </a:lnTo>
                  <a:lnTo>
                    <a:pt x="648" y="12637"/>
                  </a:lnTo>
                  <a:lnTo>
                    <a:pt x="1468" y="10678"/>
                  </a:lnTo>
                  <a:lnTo>
                    <a:pt x="2641" y="9436"/>
                  </a:lnTo>
                  <a:lnTo>
                    <a:pt x="3238" y="8362"/>
                  </a:lnTo>
                  <a:lnTo>
                    <a:pt x="3651" y="9307"/>
                  </a:lnTo>
                  <a:lnTo>
                    <a:pt x="3741" y="8030"/>
                  </a:lnTo>
                  <a:lnTo>
                    <a:pt x="4059" y="7293"/>
                  </a:lnTo>
                  <a:lnTo>
                    <a:pt x="4404" y="6896"/>
                  </a:lnTo>
                  <a:lnTo>
                    <a:pt x="5235" y="6886"/>
                  </a:lnTo>
                  <a:lnTo>
                    <a:pt x="5683" y="6686"/>
                  </a:lnTo>
                  <a:lnTo>
                    <a:pt x="6006" y="6261"/>
                  </a:lnTo>
                  <a:lnTo>
                    <a:pt x="6338" y="6182"/>
                  </a:lnTo>
                  <a:lnTo>
                    <a:pt x="7247" y="6761"/>
                  </a:lnTo>
                  <a:lnTo>
                    <a:pt x="8135" y="6595"/>
                  </a:lnTo>
                  <a:lnTo>
                    <a:pt x="8851" y="5795"/>
                  </a:lnTo>
                  <a:lnTo>
                    <a:pt x="9596" y="5527"/>
                  </a:lnTo>
                  <a:lnTo>
                    <a:pt x="11567" y="5347"/>
                  </a:lnTo>
                  <a:lnTo>
                    <a:pt x="13525" y="4762"/>
                  </a:lnTo>
                  <a:lnTo>
                    <a:pt x="14308" y="3723"/>
                  </a:lnTo>
                  <a:lnTo>
                    <a:pt x="15953" y="812"/>
                  </a:lnTo>
                  <a:lnTo>
                    <a:pt x="16899" y="0"/>
                  </a:lnTo>
                  <a:lnTo>
                    <a:pt x="15426" y="338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g1491"/>
            <p:cNvSpPr/>
            <p:nvPr/>
          </p:nvSpPr>
          <p:spPr>
            <a:xfrm>
              <a:off x="2147645" y="2410815"/>
              <a:ext cx="2452" cy="4373"/>
            </a:xfrm>
            <a:custGeom>
              <a:avLst/>
              <a:pathLst>
                <a:path w="2452" h="4373">
                  <a:moveTo>
                    <a:pt x="2452" y="3897"/>
                  </a:moveTo>
                  <a:lnTo>
                    <a:pt x="1711" y="4373"/>
                  </a:lnTo>
                  <a:lnTo>
                    <a:pt x="0" y="3283"/>
                  </a:lnTo>
                  <a:lnTo>
                    <a:pt x="1407" y="2360"/>
                  </a:lnTo>
                  <a:lnTo>
                    <a:pt x="1637" y="2038"/>
                  </a:lnTo>
                  <a:lnTo>
                    <a:pt x="1821" y="681"/>
                  </a:lnTo>
                  <a:lnTo>
                    <a:pt x="1844" y="0"/>
                  </a:lnTo>
                  <a:lnTo>
                    <a:pt x="2379" y="292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g1492"/>
            <p:cNvSpPr/>
            <p:nvPr/>
          </p:nvSpPr>
          <p:spPr>
            <a:xfrm>
              <a:off x="2141914" y="2409049"/>
              <a:ext cx="3069" cy="3834"/>
            </a:xfrm>
            <a:custGeom>
              <a:avLst/>
              <a:pathLst>
                <a:path w="3069" h="3834">
                  <a:moveTo>
                    <a:pt x="3069" y="2390"/>
                  </a:moveTo>
                  <a:lnTo>
                    <a:pt x="422" y="3834"/>
                  </a:lnTo>
                  <a:lnTo>
                    <a:pt x="0" y="2902"/>
                  </a:lnTo>
                  <a:lnTo>
                    <a:pt x="660" y="2471"/>
                  </a:lnTo>
                  <a:lnTo>
                    <a:pt x="1494" y="256"/>
                  </a:lnTo>
                  <a:lnTo>
                    <a:pt x="2049" y="0"/>
                  </a:lnTo>
                  <a:lnTo>
                    <a:pt x="2921" y="125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g1493"/>
            <p:cNvSpPr/>
            <p:nvPr/>
          </p:nvSpPr>
          <p:spPr>
            <a:xfrm>
              <a:off x="2136394" y="2405662"/>
              <a:ext cx="470" cy="3105"/>
            </a:xfrm>
            <a:custGeom>
              <a:avLst/>
              <a:pathLst>
                <a:path w="470" h="3105">
                  <a:moveTo>
                    <a:pt x="366" y="2558"/>
                  </a:moveTo>
                  <a:lnTo>
                    <a:pt x="99" y="3105"/>
                  </a:lnTo>
                  <a:lnTo>
                    <a:pt x="0" y="1677"/>
                  </a:lnTo>
                  <a:lnTo>
                    <a:pt x="186" y="37"/>
                  </a:lnTo>
                  <a:lnTo>
                    <a:pt x="375" y="0"/>
                  </a:lnTo>
                  <a:lnTo>
                    <a:pt x="470" y="87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g1494"/>
            <p:cNvSpPr/>
            <p:nvPr/>
          </p:nvSpPr>
          <p:spPr>
            <a:xfrm>
              <a:off x="2136944" y="2403225"/>
              <a:ext cx="1097" cy="5605"/>
            </a:xfrm>
            <a:custGeom>
              <a:avLst/>
              <a:pathLst>
                <a:path w="1097" h="5605">
                  <a:moveTo>
                    <a:pt x="1007" y="4797"/>
                  </a:moveTo>
                  <a:lnTo>
                    <a:pt x="531" y="5605"/>
                  </a:lnTo>
                  <a:lnTo>
                    <a:pt x="0" y="5464"/>
                  </a:lnTo>
                  <a:lnTo>
                    <a:pt x="269" y="4373"/>
                  </a:lnTo>
                  <a:lnTo>
                    <a:pt x="372" y="2771"/>
                  </a:lnTo>
                  <a:lnTo>
                    <a:pt x="635" y="1012"/>
                  </a:lnTo>
                  <a:lnTo>
                    <a:pt x="786" y="474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g1495"/>
            <p:cNvSpPr/>
            <p:nvPr/>
          </p:nvSpPr>
          <p:spPr>
            <a:xfrm>
              <a:off x="2162354" y="2326342"/>
              <a:ext cx="767" cy="2361"/>
            </a:xfrm>
            <a:custGeom>
              <a:avLst/>
              <a:pathLst>
                <a:path w="767" h="2361">
                  <a:moveTo>
                    <a:pt x="767" y="1777"/>
                  </a:moveTo>
                  <a:lnTo>
                    <a:pt x="402" y="2361"/>
                  </a:lnTo>
                  <a:lnTo>
                    <a:pt x="12" y="2172"/>
                  </a:lnTo>
                  <a:lnTo>
                    <a:pt x="0" y="715"/>
                  </a:lnTo>
                  <a:lnTo>
                    <a:pt x="117" y="220"/>
                  </a:lnTo>
                  <a:lnTo>
                    <a:pt x="252" y="0"/>
                  </a:lnTo>
                  <a:lnTo>
                    <a:pt x="452" y="40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g1496"/>
            <p:cNvSpPr/>
            <p:nvPr/>
          </p:nvSpPr>
          <p:spPr>
            <a:xfrm>
              <a:off x="2165155" y="2320423"/>
              <a:ext cx="2157" cy="6110"/>
            </a:xfrm>
            <a:custGeom>
              <a:avLst/>
              <a:pathLst>
                <a:path w="2157" h="6110">
                  <a:moveTo>
                    <a:pt x="2157" y="3664"/>
                  </a:moveTo>
                  <a:lnTo>
                    <a:pt x="1598" y="4240"/>
                  </a:lnTo>
                  <a:lnTo>
                    <a:pt x="984" y="3989"/>
                  </a:lnTo>
                  <a:lnTo>
                    <a:pt x="997" y="5549"/>
                  </a:lnTo>
                  <a:lnTo>
                    <a:pt x="929" y="6110"/>
                  </a:lnTo>
                  <a:lnTo>
                    <a:pt x="249" y="5308"/>
                  </a:lnTo>
                  <a:lnTo>
                    <a:pt x="0" y="4791"/>
                  </a:lnTo>
                  <a:lnTo>
                    <a:pt x="21" y="2725"/>
                  </a:lnTo>
                  <a:lnTo>
                    <a:pt x="622" y="772"/>
                  </a:lnTo>
                  <a:lnTo>
                    <a:pt x="1079" y="0"/>
                  </a:lnTo>
                  <a:lnTo>
                    <a:pt x="1669" y="535"/>
                  </a:lnTo>
                  <a:lnTo>
                    <a:pt x="2122" y="272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g1497"/>
            <p:cNvSpPr/>
            <p:nvPr/>
          </p:nvSpPr>
          <p:spPr>
            <a:xfrm>
              <a:off x="1641208" y="2237147"/>
              <a:ext cx="603" cy="2649"/>
            </a:xfrm>
            <a:custGeom>
              <a:avLst/>
              <a:pathLst>
                <a:path w="603" h="2649">
                  <a:moveTo>
                    <a:pt x="565" y="2067"/>
                  </a:moveTo>
                  <a:lnTo>
                    <a:pt x="474" y="2649"/>
                  </a:lnTo>
                  <a:lnTo>
                    <a:pt x="338" y="2617"/>
                  </a:lnTo>
                  <a:lnTo>
                    <a:pt x="38" y="1435"/>
                  </a:lnTo>
                  <a:lnTo>
                    <a:pt x="0" y="601"/>
                  </a:lnTo>
                  <a:lnTo>
                    <a:pt x="257" y="0"/>
                  </a:lnTo>
                  <a:lnTo>
                    <a:pt x="603" y="172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g1498"/>
            <p:cNvSpPr/>
            <p:nvPr/>
          </p:nvSpPr>
          <p:spPr>
            <a:xfrm>
              <a:off x="1645073" y="2230786"/>
              <a:ext cx="1112" cy="3995"/>
            </a:xfrm>
            <a:custGeom>
              <a:avLst/>
              <a:pathLst>
                <a:path w="1112" h="3995">
                  <a:moveTo>
                    <a:pt x="1112" y="2799"/>
                  </a:moveTo>
                  <a:lnTo>
                    <a:pt x="1068" y="3471"/>
                  </a:lnTo>
                  <a:lnTo>
                    <a:pt x="699" y="3995"/>
                  </a:lnTo>
                  <a:lnTo>
                    <a:pt x="508" y="3861"/>
                  </a:lnTo>
                  <a:lnTo>
                    <a:pt x="397" y="2947"/>
                  </a:lnTo>
                  <a:lnTo>
                    <a:pt x="0" y="3899"/>
                  </a:lnTo>
                  <a:lnTo>
                    <a:pt x="29" y="2018"/>
                  </a:lnTo>
                  <a:lnTo>
                    <a:pt x="225" y="36"/>
                  </a:lnTo>
                  <a:lnTo>
                    <a:pt x="397" y="0"/>
                  </a:lnTo>
                  <a:lnTo>
                    <a:pt x="651" y="129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g1499"/>
            <p:cNvSpPr/>
            <p:nvPr/>
          </p:nvSpPr>
          <p:spPr>
            <a:xfrm>
              <a:off x="1644438" y="2224464"/>
              <a:ext cx="756" cy="3797"/>
            </a:xfrm>
            <a:custGeom>
              <a:avLst/>
              <a:pathLst>
                <a:path w="756" h="3797">
                  <a:moveTo>
                    <a:pt x="756" y="3231"/>
                  </a:moveTo>
                  <a:lnTo>
                    <a:pt x="704" y="3797"/>
                  </a:lnTo>
                  <a:lnTo>
                    <a:pt x="174" y="3122"/>
                  </a:lnTo>
                  <a:lnTo>
                    <a:pt x="0" y="2496"/>
                  </a:lnTo>
                  <a:lnTo>
                    <a:pt x="21" y="1096"/>
                  </a:lnTo>
                  <a:lnTo>
                    <a:pt x="152" y="183"/>
                  </a:lnTo>
                  <a:lnTo>
                    <a:pt x="251" y="0"/>
                  </a:lnTo>
                  <a:lnTo>
                    <a:pt x="564" y="395"/>
                  </a:lnTo>
                  <a:lnTo>
                    <a:pt x="654" y="62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g1500"/>
            <p:cNvSpPr/>
            <p:nvPr/>
          </p:nvSpPr>
          <p:spPr>
            <a:xfrm>
              <a:off x="1642777" y="2204362"/>
              <a:ext cx="3673" cy="13784"/>
            </a:xfrm>
            <a:custGeom>
              <a:avLst/>
              <a:pathLst>
                <a:path w="3673" h="13784">
                  <a:moveTo>
                    <a:pt x="1691" y="6724"/>
                  </a:moveTo>
                  <a:lnTo>
                    <a:pt x="2162" y="10601"/>
                  </a:lnTo>
                  <a:lnTo>
                    <a:pt x="2364" y="8987"/>
                  </a:lnTo>
                  <a:lnTo>
                    <a:pt x="3672" y="11783"/>
                  </a:lnTo>
                  <a:lnTo>
                    <a:pt x="3673" y="13161"/>
                  </a:lnTo>
                  <a:lnTo>
                    <a:pt x="3514" y="13623"/>
                  </a:lnTo>
                  <a:lnTo>
                    <a:pt x="3242" y="13784"/>
                  </a:lnTo>
                  <a:lnTo>
                    <a:pt x="2991" y="13382"/>
                  </a:lnTo>
                  <a:lnTo>
                    <a:pt x="2760" y="12416"/>
                  </a:lnTo>
                  <a:lnTo>
                    <a:pt x="2465" y="11906"/>
                  </a:lnTo>
                  <a:lnTo>
                    <a:pt x="1838" y="11575"/>
                  </a:lnTo>
                  <a:lnTo>
                    <a:pt x="1512" y="10477"/>
                  </a:lnTo>
                  <a:lnTo>
                    <a:pt x="1399" y="9727"/>
                  </a:lnTo>
                  <a:lnTo>
                    <a:pt x="1369" y="7554"/>
                  </a:lnTo>
                  <a:lnTo>
                    <a:pt x="1212" y="6879"/>
                  </a:lnTo>
                  <a:lnTo>
                    <a:pt x="879" y="6729"/>
                  </a:lnTo>
                  <a:lnTo>
                    <a:pt x="560" y="6215"/>
                  </a:lnTo>
                  <a:lnTo>
                    <a:pt x="69" y="4696"/>
                  </a:lnTo>
                  <a:lnTo>
                    <a:pt x="0" y="4290"/>
                  </a:lnTo>
                  <a:lnTo>
                    <a:pt x="232" y="3053"/>
                  </a:lnTo>
                  <a:lnTo>
                    <a:pt x="766" y="981"/>
                  </a:lnTo>
                  <a:lnTo>
                    <a:pt x="1154" y="0"/>
                  </a:lnTo>
                  <a:lnTo>
                    <a:pt x="1396" y="106"/>
                  </a:lnTo>
                  <a:lnTo>
                    <a:pt x="1694" y="728"/>
                  </a:lnTo>
                  <a:lnTo>
                    <a:pt x="2049" y="1862"/>
                  </a:lnTo>
                  <a:lnTo>
                    <a:pt x="1983" y="2666"/>
                  </a:lnTo>
                  <a:lnTo>
                    <a:pt x="544" y="4230"/>
                  </a:lnTo>
                  <a:lnTo>
                    <a:pt x="497" y="4596"/>
                  </a:lnTo>
                  <a:lnTo>
                    <a:pt x="1195" y="5036"/>
                  </a:lnTo>
                  <a:lnTo>
                    <a:pt x="1452" y="543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g1501"/>
            <p:cNvSpPr/>
            <p:nvPr/>
          </p:nvSpPr>
          <p:spPr>
            <a:xfrm>
              <a:off x="1641013" y="2199416"/>
              <a:ext cx="1131" cy="3843"/>
            </a:xfrm>
            <a:custGeom>
              <a:avLst/>
              <a:pathLst>
                <a:path w="1131" h="3843">
                  <a:moveTo>
                    <a:pt x="1070" y="3553"/>
                  </a:moveTo>
                  <a:lnTo>
                    <a:pt x="920" y="3843"/>
                  </a:lnTo>
                  <a:lnTo>
                    <a:pt x="406" y="3455"/>
                  </a:lnTo>
                  <a:lnTo>
                    <a:pt x="102" y="2797"/>
                  </a:lnTo>
                  <a:lnTo>
                    <a:pt x="0" y="1975"/>
                  </a:lnTo>
                  <a:lnTo>
                    <a:pt x="192" y="402"/>
                  </a:lnTo>
                  <a:lnTo>
                    <a:pt x="449" y="0"/>
                  </a:lnTo>
                  <a:lnTo>
                    <a:pt x="609" y="87"/>
                  </a:lnTo>
                  <a:lnTo>
                    <a:pt x="676" y="1470"/>
                  </a:lnTo>
                  <a:lnTo>
                    <a:pt x="1131" y="293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g1502"/>
            <p:cNvSpPr/>
            <p:nvPr/>
          </p:nvSpPr>
          <p:spPr>
            <a:xfrm>
              <a:off x="1638731" y="2197594"/>
              <a:ext cx="1757" cy="4292"/>
            </a:xfrm>
            <a:custGeom>
              <a:avLst/>
              <a:pathLst>
                <a:path w="1757" h="4292">
                  <a:moveTo>
                    <a:pt x="1503" y="3321"/>
                  </a:moveTo>
                  <a:lnTo>
                    <a:pt x="1757" y="4292"/>
                  </a:lnTo>
                  <a:lnTo>
                    <a:pt x="722" y="3670"/>
                  </a:lnTo>
                  <a:lnTo>
                    <a:pt x="284" y="3112"/>
                  </a:lnTo>
                  <a:lnTo>
                    <a:pt x="155" y="2569"/>
                  </a:lnTo>
                  <a:lnTo>
                    <a:pt x="0" y="784"/>
                  </a:lnTo>
                  <a:lnTo>
                    <a:pt x="71" y="203"/>
                  </a:lnTo>
                  <a:lnTo>
                    <a:pt x="532" y="0"/>
                  </a:lnTo>
                  <a:lnTo>
                    <a:pt x="1397" y="221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g1503"/>
            <p:cNvSpPr/>
            <p:nvPr/>
          </p:nvSpPr>
          <p:spPr>
            <a:xfrm>
              <a:off x="1640334" y="2194726"/>
              <a:ext cx="2249" cy="3423"/>
            </a:xfrm>
            <a:custGeom>
              <a:avLst/>
              <a:pathLst>
                <a:path w="2249" h="3423">
                  <a:moveTo>
                    <a:pt x="2121" y="1112"/>
                  </a:moveTo>
                  <a:lnTo>
                    <a:pt x="2249" y="1754"/>
                  </a:lnTo>
                  <a:lnTo>
                    <a:pt x="1863" y="2379"/>
                  </a:lnTo>
                  <a:lnTo>
                    <a:pt x="1588" y="2475"/>
                  </a:lnTo>
                  <a:lnTo>
                    <a:pt x="1150" y="1468"/>
                  </a:lnTo>
                  <a:lnTo>
                    <a:pt x="959" y="1348"/>
                  </a:lnTo>
                  <a:lnTo>
                    <a:pt x="1113" y="2897"/>
                  </a:lnTo>
                  <a:lnTo>
                    <a:pt x="1060" y="3423"/>
                  </a:lnTo>
                  <a:lnTo>
                    <a:pt x="165" y="2471"/>
                  </a:lnTo>
                  <a:lnTo>
                    <a:pt x="0" y="1718"/>
                  </a:lnTo>
                  <a:lnTo>
                    <a:pt x="251" y="921"/>
                  </a:lnTo>
                  <a:lnTo>
                    <a:pt x="815" y="99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g1504"/>
            <p:cNvSpPr/>
            <p:nvPr/>
          </p:nvSpPr>
          <p:spPr>
            <a:xfrm>
              <a:off x="1623922" y="2175243"/>
              <a:ext cx="554929" cy="716163"/>
            </a:xfrm>
            <a:custGeom>
              <a:avLst/>
              <a:pathLst>
                <a:path w="554929" h="716163">
                  <a:moveTo>
                    <a:pt x="480693" y="129005"/>
                  </a:moveTo>
                  <a:lnTo>
                    <a:pt x="481132" y="129004"/>
                  </a:lnTo>
                  <a:lnTo>
                    <a:pt x="483371" y="128995"/>
                  </a:lnTo>
                  <a:lnTo>
                    <a:pt x="487371" y="128981"/>
                  </a:lnTo>
                  <a:lnTo>
                    <a:pt x="491372" y="128966"/>
                  </a:lnTo>
                  <a:lnTo>
                    <a:pt x="495372" y="128953"/>
                  </a:lnTo>
                  <a:lnTo>
                    <a:pt x="499372" y="128939"/>
                  </a:lnTo>
                  <a:lnTo>
                    <a:pt x="503373" y="128924"/>
                  </a:lnTo>
                  <a:lnTo>
                    <a:pt x="507374" y="128910"/>
                  </a:lnTo>
                  <a:lnTo>
                    <a:pt x="511374" y="128896"/>
                  </a:lnTo>
                  <a:lnTo>
                    <a:pt x="512321" y="123199"/>
                  </a:lnTo>
                  <a:lnTo>
                    <a:pt x="513203" y="120547"/>
                  </a:lnTo>
                  <a:lnTo>
                    <a:pt x="514411" y="121426"/>
                  </a:lnTo>
                  <a:lnTo>
                    <a:pt x="515055" y="121353"/>
                  </a:lnTo>
                  <a:lnTo>
                    <a:pt x="515770" y="119985"/>
                  </a:lnTo>
                  <a:lnTo>
                    <a:pt x="516350" y="119154"/>
                  </a:lnTo>
                  <a:lnTo>
                    <a:pt x="516732" y="119276"/>
                  </a:lnTo>
                  <a:lnTo>
                    <a:pt x="517058" y="120529"/>
                  </a:lnTo>
                  <a:lnTo>
                    <a:pt x="517330" y="121364"/>
                  </a:lnTo>
                  <a:lnTo>
                    <a:pt x="517647" y="121120"/>
                  </a:lnTo>
                  <a:lnTo>
                    <a:pt x="517918" y="119939"/>
                  </a:lnTo>
                  <a:lnTo>
                    <a:pt x="517909" y="118299"/>
                  </a:lnTo>
                  <a:lnTo>
                    <a:pt x="518280" y="117158"/>
                  </a:lnTo>
                  <a:lnTo>
                    <a:pt x="518721" y="116984"/>
                  </a:lnTo>
                  <a:lnTo>
                    <a:pt x="519128" y="117020"/>
                  </a:lnTo>
                  <a:lnTo>
                    <a:pt x="519331" y="116463"/>
                  </a:lnTo>
                  <a:lnTo>
                    <a:pt x="519309" y="115663"/>
                  </a:lnTo>
                  <a:lnTo>
                    <a:pt x="519162" y="114376"/>
                  </a:lnTo>
                  <a:lnTo>
                    <a:pt x="519212" y="112827"/>
                  </a:lnTo>
                  <a:lnTo>
                    <a:pt x="520229" y="110090"/>
                  </a:lnTo>
                  <a:lnTo>
                    <a:pt x="521477" y="108233"/>
                  </a:lnTo>
                  <a:lnTo>
                    <a:pt x="521915" y="107305"/>
                  </a:lnTo>
                  <a:lnTo>
                    <a:pt x="522042" y="105424"/>
                  </a:lnTo>
                  <a:lnTo>
                    <a:pt x="522757" y="103469"/>
                  </a:lnTo>
                  <a:lnTo>
                    <a:pt x="523115" y="102345"/>
                  </a:lnTo>
                  <a:lnTo>
                    <a:pt x="523202" y="101368"/>
                  </a:lnTo>
                  <a:lnTo>
                    <a:pt x="523017" y="100166"/>
                  </a:lnTo>
                  <a:lnTo>
                    <a:pt x="523036" y="97875"/>
                  </a:lnTo>
                  <a:lnTo>
                    <a:pt x="523282" y="95138"/>
                  </a:lnTo>
                  <a:lnTo>
                    <a:pt x="523576" y="92157"/>
                  </a:lnTo>
                  <a:lnTo>
                    <a:pt x="524235" y="89469"/>
                  </a:lnTo>
                  <a:lnTo>
                    <a:pt x="525317" y="86537"/>
                  </a:lnTo>
                  <a:lnTo>
                    <a:pt x="525595" y="82685"/>
                  </a:lnTo>
                  <a:lnTo>
                    <a:pt x="525889" y="78622"/>
                  </a:lnTo>
                  <a:lnTo>
                    <a:pt x="527196" y="74663"/>
                  </a:lnTo>
                  <a:lnTo>
                    <a:pt x="528678" y="70173"/>
                  </a:lnTo>
                  <a:lnTo>
                    <a:pt x="529522" y="67617"/>
                  </a:lnTo>
                  <a:lnTo>
                    <a:pt x="531044" y="62969"/>
                  </a:lnTo>
                  <a:lnTo>
                    <a:pt x="532126" y="59660"/>
                  </a:lnTo>
                  <a:lnTo>
                    <a:pt x="532672" y="58142"/>
                  </a:lnTo>
                  <a:lnTo>
                    <a:pt x="533242" y="56340"/>
                  </a:lnTo>
                  <a:lnTo>
                    <a:pt x="534170" y="56878"/>
                  </a:lnTo>
                  <a:lnTo>
                    <a:pt x="535094" y="57415"/>
                  </a:lnTo>
                  <a:lnTo>
                    <a:pt x="534959" y="60030"/>
                  </a:lnTo>
                  <a:lnTo>
                    <a:pt x="535109" y="61936"/>
                  </a:lnTo>
                  <a:lnTo>
                    <a:pt x="535546" y="63035"/>
                  </a:lnTo>
                  <a:lnTo>
                    <a:pt x="536180" y="63779"/>
                  </a:lnTo>
                  <a:lnTo>
                    <a:pt x="536659" y="64028"/>
                  </a:lnTo>
                  <a:lnTo>
                    <a:pt x="537223" y="64013"/>
                  </a:lnTo>
                  <a:lnTo>
                    <a:pt x="538763" y="62531"/>
                  </a:lnTo>
                  <a:lnTo>
                    <a:pt x="540572" y="61576"/>
                  </a:lnTo>
                  <a:lnTo>
                    <a:pt x="541567" y="60679"/>
                  </a:lnTo>
                  <a:lnTo>
                    <a:pt x="541748" y="59841"/>
                  </a:lnTo>
                  <a:lnTo>
                    <a:pt x="542201" y="59546"/>
                  </a:lnTo>
                  <a:lnTo>
                    <a:pt x="542926" y="59799"/>
                  </a:lnTo>
                  <a:lnTo>
                    <a:pt x="544260" y="61899"/>
                  </a:lnTo>
                  <a:lnTo>
                    <a:pt x="545816" y="65068"/>
                  </a:lnTo>
                  <a:lnTo>
                    <a:pt x="547048" y="67574"/>
                  </a:lnTo>
                  <a:lnTo>
                    <a:pt x="547086" y="71920"/>
                  </a:lnTo>
                  <a:lnTo>
                    <a:pt x="547110" y="76525"/>
                  </a:lnTo>
                  <a:lnTo>
                    <a:pt x="547135" y="81379"/>
                  </a:lnTo>
                  <a:lnTo>
                    <a:pt x="547153" y="84843"/>
                  </a:lnTo>
                  <a:lnTo>
                    <a:pt x="547185" y="89600"/>
                  </a:lnTo>
                  <a:lnTo>
                    <a:pt x="547210" y="93385"/>
                  </a:lnTo>
                  <a:lnTo>
                    <a:pt x="547243" y="98325"/>
                  </a:lnTo>
                  <a:lnTo>
                    <a:pt x="547260" y="100965"/>
                  </a:lnTo>
                  <a:lnTo>
                    <a:pt x="547430" y="101727"/>
                  </a:lnTo>
                  <a:lnTo>
                    <a:pt x="547328" y="102767"/>
                  </a:lnTo>
                  <a:lnTo>
                    <a:pt x="547283" y="103288"/>
                  </a:lnTo>
                  <a:lnTo>
                    <a:pt x="547294" y="103702"/>
                  </a:lnTo>
                  <a:lnTo>
                    <a:pt x="547362" y="104223"/>
                  </a:lnTo>
                  <a:lnTo>
                    <a:pt x="547350" y="104952"/>
                  </a:lnTo>
                  <a:lnTo>
                    <a:pt x="547193" y="105611"/>
                  </a:lnTo>
                  <a:lnTo>
                    <a:pt x="547114" y="106373"/>
                  </a:lnTo>
                  <a:lnTo>
                    <a:pt x="547091" y="107621"/>
                  </a:lnTo>
                  <a:lnTo>
                    <a:pt x="547260" y="108384"/>
                  </a:lnTo>
                  <a:lnTo>
                    <a:pt x="547543" y="108834"/>
                  </a:lnTo>
                  <a:lnTo>
                    <a:pt x="547780" y="108834"/>
                  </a:lnTo>
                  <a:lnTo>
                    <a:pt x="548084" y="109286"/>
                  </a:lnTo>
                  <a:lnTo>
                    <a:pt x="548479" y="110084"/>
                  </a:lnTo>
                  <a:lnTo>
                    <a:pt x="549077" y="110777"/>
                  </a:lnTo>
                  <a:lnTo>
                    <a:pt x="549697" y="111019"/>
                  </a:lnTo>
                  <a:lnTo>
                    <a:pt x="550126" y="110846"/>
                  </a:lnTo>
                  <a:lnTo>
                    <a:pt x="550644" y="111298"/>
                  </a:lnTo>
                  <a:lnTo>
                    <a:pt x="550825" y="112407"/>
                  </a:lnTo>
                  <a:lnTo>
                    <a:pt x="550724" y="113446"/>
                  </a:lnTo>
                  <a:lnTo>
                    <a:pt x="550430" y="113932"/>
                  </a:lnTo>
                  <a:lnTo>
                    <a:pt x="550114" y="114314"/>
                  </a:lnTo>
                  <a:lnTo>
                    <a:pt x="550058" y="115111"/>
                  </a:lnTo>
                  <a:lnTo>
                    <a:pt x="550216" y="115943"/>
                  </a:lnTo>
                  <a:lnTo>
                    <a:pt x="550442" y="116672"/>
                  </a:lnTo>
                  <a:lnTo>
                    <a:pt x="550690" y="117952"/>
                  </a:lnTo>
                  <a:lnTo>
                    <a:pt x="550588" y="119061"/>
                  </a:lnTo>
                  <a:lnTo>
                    <a:pt x="550363" y="119998"/>
                  </a:lnTo>
                  <a:lnTo>
                    <a:pt x="550261" y="120967"/>
                  </a:lnTo>
                  <a:lnTo>
                    <a:pt x="550453" y="121801"/>
                  </a:lnTo>
                  <a:lnTo>
                    <a:pt x="550960" y="122909"/>
                  </a:lnTo>
                  <a:lnTo>
                    <a:pt x="551276" y="123984"/>
                  </a:lnTo>
                  <a:lnTo>
                    <a:pt x="551773" y="124574"/>
                  </a:lnTo>
                  <a:lnTo>
                    <a:pt x="552009" y="124157"/>
                  </a:lnTo>
                  <a:lnTo>
                    <a:pt x="552201" y="123602"/>
                  </a:lnTo>
                  <a:lnTo>
                    <a:pt x="552404" y="123186"/>
                  </a:lnTo>
                  <a:lnTo>
                    <a:pt x="552754" y="123430"/>
                  </a:lnTo>
                  <a:lnTo>
                    <a:pt x="553160" y="123742"/>
                  </a:lnTo>
                  <a:lnTo>
                    <a:pt x="553604" y="124113"/>
                  </a:lnTo>
                  <a:lnTo>
                    <a:pt x="553551" y="125012"/>
                  </a:lnTo>
                  <a:lnTo>
                    <a:pt x="553821" y="126526"/>
                  </a:lnTo>
                  <a:lnTo>
                    <a:pt x="554030" y="129440"/>
                  </a:lnTo>
                  <a:lnTo>
                    <a:pt x="553709" y="130763"/>
                  </a:lnTo>
                  <a:lnTo>
                    <a:pt x="553778" y="132516"/>
                  </a:lnTo>
                  <a:lnTo>
                    <a:pt x="554669" y="133026"/>
                  </a:lnTo>
                  <a:lnTo>
                    <a:pt x="554886" y="133563"/>
                  </a:lnTo>
                  <a:lnTo>
                    <a:pt x="554929" y="134211"/>
                  </a:lnTo>
                  <a:lnTo>
                    <a:pt x="552965" y="138705"/>
                  </a:lnTo>
                  <a:lnTo>
                    <a:pt x="551304" y="138076"/>
                  </a:lnTo>
                  <a:lnTo>
                    <a:pt x="550403" y="139268"/>
                  </a:lnTo>
                  <a:lnTo>
                    <a:pt x="549459" y="139616"/>
                  </a:lnTo>
                  <a:lnTo>
                    <a:pt x="549045" y="141624"/>
                  </a:lnTo>
                  <a:lnTo>
                    <a:pt x="548526" y="142050"/>
                  </a:lnTo>
                  <a:lnTo>
                    <a:pt x="547817" y="141929"/>
                  </a:lnTo>
                  <a:lnTo>
                    <a:pt x="547204" y="141362"/>
                  </a:lnTo>
                  <a:lnTo>
                    <a:pt x="546737" y="141640"/>
                  </a:lnTo>
                  <a:lnTo>
                    <a:pt x="546084" y="145264"/>
                  </a:lnTo>
                  <a:lnTo>
                    <a:pt x="545549" y="144948"/>
                  </a:lnTo>
                  <a:lnTo>
                    <a:pt x="545336" y="146253"/>
                  </a:lnTo>
                  <a:lnTo>
                    <a:pt x="545056" y="146823"/>
                  </a:lnTo>
                  <a:lnTo>
                    <a:pt x="544646" y="147312"/>
                  </a:lnTo>
                  <a:lnTo>
                    <a:pt x="544289" y="145702"/>
                  </a:lnTo>
                  <a:lnTo>
                    <a:pt x="544063" y="144171"/>
                  </a:lnTo>
                  <a:lnTo>
                    <a:pt x="543728" y="143835"/>
                  </a:lnTo>
                  <a:lnTo>
                    <a:pt x="543284" y="143444"/>
                  </a:lnTo>
                  <a:lnTo>
                    <a:pt x="542828" y="143457"/>
                  </a:lnTo>
                  <a:lnTo>
                    <a:pt x="542523" y="143676"/>
                  </a:lnTo>
                  <a:lnTo>
                    <a:pt x="542145" y="144666"/>
                  </a:lnTo>
                  <a:lnTo>
                    <a:pt x="541597" y="145515"/>
                  </a:lnTo>
                  <a:lnTo>
                    <a:pt x="541183" y="144807"/>
                  </a:lnTo>
                  <a:lnTo>
                    <a:pt x="540858" y="143669"/>
                  </a:lnTo>
                  <a:lnTo>
                    <a:pt x="540581" y="145500"/>
                  </a:lnTo>
                  <a:lnTo>
                    <a:pt x="540177" y="147433"/>
                  </a:lnTo>
                  <a:lnTo>
                    <a:pt x="540244" y="149688"/>
                  </a:lnTo>
                  <a:lnTo>
                    <a:pt x="540071" y="151026"/>
                  </a:lnTo>
                  <a:lnTo>
                    <a:pt x="539688" y="150665"/>
                  </a:lnTo>
                  <a:lnTo>
                    <a:pt x="539307" y="149492"/>
                  </a:lnTo>
                  <a:lnTo>
                    <a:pt x="538237" y="148554"/>
                  </a:lnTo>
                  <a:lnTo>
                    <a:pt x="537385" y="148641"/>
                  </a:lnTo>
                  <a:lnTo>
                    <a:pt x="537558" y="147388"/>
                  </a:lnTo>
                  <a:lnTo>
                    <a:pt x="538363" y="145591"/>
                  </a:lnTo>
                  <a:lnTo>
                    <a:pt x="538116" y="145238"/>
                  </a:lnTo>
                  <a:lnTo>
                    <a:pt x="537720" y="145488"/>
                  </a:lnTo>
                  <a:lnTo>
                    <a:pt x="537548" y="145238"/>
                  </a:lnTo>
                  <a:lnTo>
                    <a:pt x="537831" y="143605"/>
                  </a:lnTo>
                  <a:lnTo>
                    <a:pt x="537858" y="141803"/>
                  </a:lnTo>
                  <a:lnTo>
                    <a:pt x="537497" y="142434"/>
                  </a:lnTo>
                  <a:lnTo>
                    <a:pt x="537044" y="144335"/>
                  </a:lnTo>
                  <a:lnTo>
                    <a:pt x="535947" y="145849"/>
                  </a:lnTo>
                  <a:lnTo>
                    <a:pt x="535998" y="148382"/>
                  </a:lnTo>
                  <a:lnTo>
                    <a:pt x="534965" y="153575"/>
                  </a:lnTo>
                  <a:lnTo>
                    <a:pt x="534919" y="155785"/>
                  </a:lnTo>
                  <a:lnTo>
                    <a:pt x="534257" y="157550"/>
                  </a:lnTo>
                  <a:lnTo>
                    <a:pt x="533403" y="159068"/>
                  </a:lnTo>
                  <a:lnTo>
                    <a:pt x="532264" y="158641"/>
                  </a:lnTo>
                  <a:lnTo>
                    <a:pt x="531395" y="159960"/>
                  </a:lnTo>
                  <a:lnTo>
                    <a:pt x="530954" y="161473"/>
                  </a:lnTo>
                  <a:lnTo>
                    <a:pt x="530570" y="161701"/>
                  </a:lnTo>
                  <a:lnTo>
                    <a:pt x="530370" y="159773"/>
                  </a:lnTo>
                  <a:lnTo>
                    <a:pt x="530225" y="159178"/>
                  </a:lnTo>
                  <a:lnTo>
                    <a:pt x="529905" y="162020"/>
                  </a:lnTo>
                  <a:lnTo>
                    <a:pt x="529578" y="162196"/>
                  </a:lnTo>
                  <a:lnTo>
                    <a:pt x="529455" y="160180"/>
                  </a:lnTo>
                  <a:lnTo>
                    <a:pt x="529300" y="158849"/>
                  </a:lnTo>
                  <a:lnTo>
                    <a:pt x="528855" y="159997"/>
                  </a:lnTo>
                  <a:lnTo>
                    <a:pt x="528560" y="163041"/>
                  </a:lnTo>
                  <a:lnTo>
                    <a:pt x="528251" y="162785"/>
                  </a:lnTo>
                  <a:lnTo>
                    <a:pt x="528152" y="161652"/>
                  </a:lnTo>
                  <a:lnTo>
                    <a:pt x="527931" y="161309"/>
                  </a:lnTo>
                  <a:lnTo>
                    <a:pt x="527855" y="162603"/>
                  </a:lnTo>
                  <a:lnTo>
                    <a:pt x="527966" y="164424"/>
                  </a:lnTo>
                  <a:lnTo>
                    <a:pt x="527805" y="165396"/>
                  </a:lnTo>
                  <a:lnTo>
                    <a:pt x="527498" y="164877"/>
                  </a:lnTo>
                  <a:lnTo>
                    <a:pt x="527189" y="164001"/>
                  </a:lnTo>
                  <a:lnTo>
                    <a:pt x="526678" y="164666"/>
                  </a:lnTo>
                  <a:lnTo>
                    <a:pt x="526210" y="164936"/>
                  </a:lnTo>
                  <a:lnTo>
                    <a:pt x="526208" y="164044"/>
                  </a:lnTo>
                  <a:lnTo>
                    <a:pt x="526297" y="162951"/>
                  </a:lnTo>
                  <a:lnTo>
                    <a:pt x="525363" y="163555"/>
                  </a:lnTo>
                  <a:lnTo>
                    <a:pt x="524244" y="165572"/>
                  </a:lnTo>
                  <a:lnTo>
                    <a:pt x="523374" y="168363"/>
                  </a:lnTo>
                  <a:lnTo>
                    <a:pt x="523676" y="168827"/>
                  </a:lnTo>
                  <a:lnTo>
                    <a:pt x="524015" y="169716"/>
                  </a:lnTo>
                  <a:lnTo>
                    <a:pt x="522505" y="174027"/>
                  </a:lnTo>
                  <a:lnTo>
                    <a:pt x="520957" y="177910"/>
                  </a:lnTo>
                  <a:lnTo>
                    <a:pt x="519788" y="184245"/>
                  </a:lnTo>
                  <a:lnTo>
                    <a:pt x="519318" y="184987"/>
                  </a:lnTo>
                  <a:lnTo>
                    <a:pt x="518915" y="186148"/>
                  </a:lnTo>
                  <a:lnTo>
                    <a:pt x="518487" y="189973"/>
                  </a:lnTo>
                  <a:lnTo>
                    <a:pt x="517993" y="193378"/>
                  </a:lnTo>
                  <a:lnTo>
                    <a:pt x="518269" y="194895"/>
                  </a:lnTo>
                  <a:lnTo>
                    <a:pt x="518451" y="196454"/>
                  </a:lnTo>
                  <a:lnTo>
                    <a:pt x="518890" y="197990"/>
                  </a:lnTo>
                  <a:lnTo>
                    <a:pt x="519263" y="198128"/>
                  </a:lnTo>
                  <a:lnTo>
                    <a:pt x="519667" y="197851"/>
                  </a:lnTo>
                  <a:lnTo>
                    <a:pt x="519964" y="197916"/>
                  </a:lnTo>
                  <a:lnTo>
                    <a:pt x="520155" y="198568"/>
                  </a:lnTo>
                  <a:lnTo>
                    <a:pt x="520070" y="199350"/>
                  </a:lnTo>
                  <a:lnTo>
                    <a:pt x="519604" y="199545"/>
                  </a:lnTo>
                  <a:lnTo>
                    <a:pt x="518735" y="200913"/>
                  </a:lnTo>
                  <a:lnTo>
                    <a:pt x="517972" y="201438"/>
                  </a:lnTo>
                  <a:lnTo>
                    <a:pt x="517590" y="203091"/>
                  </a:lnTo>
                  <a:lnTo>
                    <a:pt x="517018" y="205002"/>
                  </a:lnTo>
                  <a:lnTo>
                    <a:pt x="515905" y="207983"/>
                  </a:lnTo>
                  <a:lnTo>
                    <a:pt x="516381" y="208902"/>
                  </a:lnTo>
                  <a:lnTo>
                    <a:pt x="518099" y="209938"/>
                  </a:lnTo>
                  <a:lnTo>
                    <a:pt x="518865" y="211004"/>
                  </a:lnTo>
                  <a:lnTo>
                    <a:pt x="520025" y="216572"/>
                  </a:lnTo>
                  <a:lnTo>
                    <a:pt x="519760" y="217129"/>
                  </a:lnTo>
                  <a:lnTo>
                    <a:pt x="519655" y="218149"/>
                  </a:lnTo>
                  <a:lnTo>
                    <a:pt x="520686" y="219580"/>
                  </a:lnTo>
                  <a:lnTo>
                    <a:pt x="521015" y="223578"/>
                  </a:lnTo>
                  <a:lnTo>
                    <a:pt x="521861" y="224939"/>
                  </a:lnTo>
                  <a:lnTo>
                    <a:pt x="523122" y="225775"/>
                  </a:lnTo>
                  <a:lnTo>
                    <a:pt x="524665" y="224566"/>
                  </a:lnTo>
                  <a:lnTo>
                    <a:pt x="525949" y="222903"/>
                  </a:lnTo>
                  <a:lnTo>
                    <a:pt x="525904" y="221539"/>
                  </a:lnTo>
                  <a:lnTo>
                    <a:pt x="525097" y="218367"/>
                  </a:lnTo>
                  <a:lnTo>
                    <a:pt x="524903" y="216876"/>
                  </a:lnTo>
                  <a:lnTo>
                    <a:pt x="524304" y="215911"/>
                  </a:lnTo>
                  <a:lnTo>
                    <a:pt x="524076" y="216729"/>
                  </a:lnTo>
                  <a:lnTo>
                    <a:pt x="523689" y="215667"/>
                  </a:lnTo>
                  <a:lnTo>
                    <a:pt x="523645" y="215071"/>
                  </a:lnTo>
                  <a:lnTo>
                    <a:pt x="524006" y="214781"/>
                  </a:lnTo>
                  <a:lnTo>
                    <a:pt x="524426" y="214897"/>
                  </a:lnTo>
                  <a:lnTo>
                    <a:pt x="524916" y="215452"/>
                  </a:lnTo>
                  <a:lnTo>
                    <a:pt x="526176" y="218910"/>
                  </a:lnTo>
                  <a:lnTo>
                    <a:pt x="526524" y="223444"/>
                  </a:lnTo>
                  <a:lnTo>
                    <a:pt x="526599" y="226322"/>
                  </a:lnTo>
                  <a:lnTo>
                    <a:pt x="526457" y="227306"/>
                  </a:lnTo>
                  <a:lnTo>
                    <a:pt x="526090" y="227104"/>
                  </a:lnTo>
                  <a:lnTo>
                    <a:pt x="525391" y="227301"/>
                  </a:lnTo>
                  <a:lnTo>
                    <a:pt x="522072" y="228791"/>
                  </a:lnTo>
                  <a:lnTo>
                    <a:pt x="521335" y="230104"/>
                  </a:lnTo>
                  <a:lnTo>
                    <a:pt x="519645" y="231529"/>
                  </a:lnTo>
                  <a:lnTo>
                    <a:pt x="519540" y="230818"/>
                  </a:lnTo>
                  <a:lnTo>
                    <a:pt x="519662" y="229346"/>
                  </a:lnTo>
                  <a:lnTo>
                    <a:pt x="519556" y="226332"/>
                  </a:lnTo>
                  <a:lnTo>
                    <a:pt x="519222" y="226192"/>
                  </a:lnTo>
                  <a:lnTo>
                    <a:pt x="516597" y="231107"/>
                  </a:lnTo>
                  <a:lnTo>
                    <a:pt x="515582" y="231415"/>
                  </a:lnTo>
                  <a:lnTo>
                    <a:pt x="514729" y="232854"/>
                  </a:lnTo>
                  <a:lnTo>
                    <a:pt x="514538" y="232056"/>
                  </a:lnTo>
                  <a:lnTo>
                    <a:pt x="514385" y="228371"/>
                  </a:lnTo>
                  <a:lnTo>
                    <a:pt x="514919" y="225281"/>
                  </a:lnTo>
                  <a:lnTo>
                    <a:pt x="514635" y="225330"/>
                  </a:lnTo>
                  <a:lnTo>
                    <a:pt x="513743" y="227185"/>
                  </a:lnTo>
                  <a:lnTo>
                    <a:pt x="513362" y="226044"/>
                  </a:lnTo>
                  <a:lnTo>
                    <a:pt x="513171" y="224791"/>
                  </a:lnTo>
                  <a:lnTo>
                    <a:pt x="512896" y="224083"/>
                  </a:lnTo>
                  <a:lnTo>
                    <a:pt x="512599" y="223815"/>
                  </a:lnTo>
                  <a:lnTo>
                    <a:pt x="512853" y="226550"/>
                  </a:lnTo>
                  <a:lnTo>
                    <a:pt x="512248" y="228602"/>
                  </a:lnTo>
                  <a:lnTo>
                    <a:pt x="512083" y="233909"/>
                  </a:lnTo>
                  <a:lnTo>
                    <a:pt x="511323" y="236118"/>
                  </a:lnTo>
                  <a:lnTo>
                    <a:pt x="508954" y="237537"/>
                  </a:lnTo>
                  <a:lnTo>
                    <a:pt x="507409" y="237237"/>
                  </a:lnTo>
                  <a:lnTo>
                    <a:pt x="506025" y="237679"/>
                  </a:lnTo>
                  <a:lnTo>
                    <a:pt x="504185" y="238697"/>
                  </a:lnTo>
                  <a:lnTo>
                    <a:pt x="503168" y="238091"/>
                  </a:lnTo>
                  <a:lnTo>
                    <a:pt x="502127" y="239166"/>
                  </a:lnTo>
                  <a:lnTo>
                    <a:pt x="498591" y="239459"/>
                  </a:lnTo>
                  <a:lnTo>
                    <a:pt x="497846" y="238889"/>
                  </a:lnTo>
                  <a:lnTo>
                    <a:pt x="496894" y="240919"/>
                  </a:lnTo>
                  <a:lnTo>
                    <a:pt x="495370" y="242120"/>
                  </a:lnTo>
                  <a:lnTo>
                    <a:pt x="491517" y="246669"/>
                  </a:lnTo>
                  <a:lnTo>
                    <a:pt x="490667" y="248324"/>
                  </a:lnTo>
                  <a:lnTo>
                    <a:pt x="489633" y="250908"/>
                  </a:lnTo>
                  <a:lnTo>
                    <a:pt x="488938" y="252297"/>
                  </a:lnTo>
                  <a:lnTo>
                    <a:pt x="488367" y="252749"/>
                  </a:lnTo>
                  <a:lnTo>
                    <a:pt x="488016" y="253906"/>
                  </a:lnTo>
                  <a:lnTo>
                    <a:pt x="487632" y="254662"/>
                  </a:lnTo>
                  <a:lnTo>
                    <a:pt x="488002" y="252080"/>
                  </a:lnTo>
                  <a:lnTo>
                    <a:pt x="488405" y="249902"/>
                  </a:lnTo>
                  <a:lnTo>
                    <a:pt x="488739" y="245685"/>
                  </a:lnTo>
                  <a:lnTo>
                    <a:pt x="488640" y="242274"/>
                  </a:lnTo>
                  <a:lnTo>
                    <a:pt x="488226" y="240872"/>
                  </a:lnTo>
                  <a:lnTo>
                    <a:pt x="487797" y="239937"/>
                  </a:lnTo>
                  <a:lnTo>
                    <a:pt x="488300" y="243303"/>
                  </a:lnTo>
                  <a:lnTo>
                    <a:pt x="488381" y="247431"/>
                  </a:lnTo>
                  <a:lnTo>
                    <a:pt x="488208" y="249849"/>
                  </a:lnTo>
                  <a:lnTo>
                    <a:pt x="487263" y="254514"/>
                  </a:lnTo>
                  <a:lnTo>
                    <a:pt x="486861" y="255600"/>
                  </a:lnTo>
                  <a:lnTo>
                    <a:pt x="486390" y="256555"/>
                  </a:lnTo>
                  <a:lnTo>
                    <a:pt x="486036" y="256971"/>
                  </a:lnTo>
                  <a:lnTo>
                    <a:pt x="485709" y="257717"/>
                  </a:lnTo>
                  <a:lnTo>
                    <a:pt x="485329" y="258898"/>
                  </a:lnTo>
                  <a:lnTo>
                    <a:pt x="484968" y="261244"/>
                  </a:lnTo>
                  <a:lnTo>
                    <a:pt x="485186" y="263383"/>
                  </a:lnTo>
                  <a:lnTo>
                    <a:pt x="487029" y="264163"/>
                  </a:lnTo>
                  <a:lnTo>
                    <a:pt x="487523" y="263504"/>
                  </a:lnTo>
                  <a:lnTo>
                    <a:pt x="487775" y="265035"/>
                  </a:lnTo>
                  <a:lnTo>
                    <a:pt x="487916" y="267161"/>
                  </a:lnTo>
                  <a:lnTo>
                    <a:pt x="487778" y="269461"/>
                  </a:lnTo>
                  <a:lnTo>
                    <a:pt x="487470" y="271802"/>
                  </a:lnTo>
                  <a:lnTo>
                    <a:pt x="487236" y="274707"/>
                  </a:lnTo>
                  <a:lnTo>
                    <a:pt x="487038" y="279138"/>
                  </a:lnTo>
                  <a:lnTo>
                    <a:pt x="486740" y="283125"/>
                  </a:lnTo>
                  <a:lnTo>
                    <a:pt x="486701" y="281914"/>
                  </a:lnTo>
                  <a:lnTo>
                    <a:pt x="486887" y="277068"/>
                  </a:lnTo>
                  <a:lnTo>
                    <a:pt x="486585" y="277574"/>
                  </a:lnTo>
                  <a:lnTo>
                    <a:pt x="486377" y="278693"/>
                  </a:lnTo>
                  <a:lnTo>
                    <a:pt x="485815" y="284943"/>
                  </a:lnTo>
                  <a:lnTo>
                    <a:pt x="485042" y="288274"/>
                  </a:lnTo>
                  <a:lnTo>
                    <a:pt x="484330" y="290578"/>
                  </a:lnTo>
                  <a:lnTo>
                    <a:pt x="483595" y="290198"/>
                  </a:lnTo>
                  <a:lnTo>
                    <a:pt x="483760" y="292029"/>
                  </a:lnTo>
                  <a:lnTo>
                    <a:pt x="483559" y="292982"/>
                  </a:lnTo>
                  <a:lnTo>
                    <a:pt x="483386" y="294972"/>
                  </a:lnTo>
                  <a:lnTo>
                    <a:pt x="482948" y="296291"/>
                  </a:lnTo>
                  <a:lnTo>
                    <a:pt x="482536" y="296164"/>
                  </a:lnTo>
                  <a:lnTo>
                    <a:pt x="481945" y="297073"/>
                  </a:lnTo>
                  <a:lnTo>
                    <a:pt x="481711" y="297768"/>
                  </a:lnTo>
                  <a:lnTo>
                    <a:pt x="481694" y="299100"/>
                  </a:lnTo>
                  <a:lnTo>
                    <a:pt x="481298" y="300271"/>
                  </a:lnTo>
                  <a:lnTo>
                    <a:pt x="479870" y="306357"/>
                  </a:lnTo>
                  <a:lnTo>
                    <a:pt x="478631" y="308153"/>
                  </a:lnTo>
                  <a:lnTo>
                    <a:pt x="478334" y="307892"/>
                  </a:lnTo>
                  <a:lnTo>
                    <a:pt x="478661" y="305020"/>
                  </a:lnTo>
                  <a:lnTo>
                    <a:pt x="478885" y="302115"/>
                  </a:lnTo>
                  <a:lnTo>
                    <a:pt x="478132" y="300851"/>
                  </a:lnTo>
                  <a:lnTo>
                    <a:pt x="477412" y="300183"/>
                  </a:lnTo>
                  <a:lnTo>
                    <a:pt x="476586" y="300271"/>
                  </a:lnTo>
                  <a:lnTo>
                    <a:pt x="475673" y="298013"/>
                  </a:lnTo>
                  <a:lnTo>
                    <a:pt x="474497" y="296371"/>
                  </a:lnTo>
                  <a:lnTo>
                    <a:pt x="472855" y="291929"/>
                  </a:lnTo>
                  <a:lnTo>
                    <a:pt x="472903" y="290697"/>
                  </a:lnTo>
                  <a:lnTo>
                    <a:pt x="472862" y="288629"/>
                  </a:lnTo>
                  <a:lnTo>
                    <a:pt x="473360" y="285363"/>
                  </a:lnTo>
                  <a:lnTo>
                    <a:pt x="473839" y="283079"/>
                  </a:lnTo>
                  <a:lnTo>
                    <a:pt x="474499" y="281896"/>
                  </a:lnTo>
                  <a:lnTo>
                    <a:pt x="476416" y="280691"/>
                  </a:lnTo>
                  <a:lnTo>
                    <a:pt x="476897" y="278879"/>
                  </a:lnTo>
                  <a:lnTo>
                    <a:pt x="477182" y="277352"/>
                  </a:lnTo>
                  <a:lnTo>
                    <a:pt x="476232" y="279974"/>
                  </a:lnTo>
                  <a:lnTo>
                    <a:pt x="474810" y="280863"/>
                  </a:lnTo>
                  <a:lnTo>
                    <a:pt x="474043" y="281841"/>
                  </a:lnTo>
                  <a:lnTo>
                    <a:pt x="473430" y="283337"/>
                  </a:lnTo>
                  <a:lnTo>
                    <a:pt x="473067" y="285215"/>
                  </a:lnTo>
                  <a:lnTo>
                    <a:pt x="472246" y="287479"/>
                  </a:lnTo>
                  <a:lnTo>
                    <a:pt x="472303" y="288996"/>
                  </a:lnTo>
                  <a:lnTo>
                    <a:pt x="472441" y="290073"/>
                  </a:lnTo>
                  <a:lnTo>
                    <a:pt x="472378" y="292320"/>
                  </a:lnTo>
                  <a:lnTo>
                    <a:pt x="472897" y="294510"/>
                  </a:lnTo>
                  <a:lnTo>
                    <a:pt x="473928" y="298099"/>
                  </a:lnTo>
                  <a:lnTo>
                    <a:pt x="474124" y="303672"/>
                  </a:lnTo>
                  <a:lnTo>
                    <a:pt x="474910" y="307402"/>
                  </a:lnTo>
                  <a:lnTo>
                    <a:pt x="476115" y="311751"/>
                  </a:lnTo>
                  <a:lnTo>
                    <a:pt x="477042" y="312987"/>
                  </a:lnTo>
                  <a:lnTo>
                    <a:pt x="477087" y="314604"/>
                  </a:lnTo>
                  <a:lnTo>
                    <a:pt x="476659" y="317275"/>
                  </a:lnTo>
                  <a:lnTo>
                    <a:pt x="476096" y="318496"/>
                  </a:lnTo>
                  <a:lnTo>
                    <a:pt x="476829" y="318252"/>
                  </a:lnTo>
                  <a:lnTo>
                    <a:pt x="477194" y="318862"/>
                  </a:lnTo>
                  <a:lnTo>
                    <a:pt x="477550" y="321090"/>
                  </a:lnTo>
                  <a:lnTo>
                    <a:pt x="477522" y="323364"/>
                  </a:lnTo>
                  <a:lnTo>
                    <a:pt x="477402" y="324645"/>
                  </a:lnTo>
                  <a:lnTo>
                    <a:pt x="477180" y="325156"/>
                  </a:lnTo>
                  <a:lnTo>
                    <a:pt x="477189" y="323847"/>
                  </a:lnTo>
                  <a:lnTo>
                    <a:pt x="477032" y="323393"/>
                  </a:lnTo>
                  <a:lnTo>
                    <a:pt x="476772" y="323960"/>
                  </a:lnTo>
                  <a:lnTo>
                    <a:pt x="476604" y="324606"/>
                  </a:lnTo>
                  <a:lnTo>
                    <a:pt x="476534" y="327153"/>
                  </a:lnTo>
                  <a:lnTo>
                    <a:pt x="476356" y="328425"/>
                  </a:lnTo>
                  <a:lnTo>
                    <a:pt x="475727" y="328803"/>
                  </a:lnTo>
                  <a:lnTo>
                    <a:pt x="475089" y="332145"/>
                  </a:lnTo>
                  <a:lnTo>
                    <a:pt x="474496" y="334041"/>
                  </a:lnTo>
                  <a:lnTo>
                    <a:pt x="472161" y="346860"/>
                  </a:lnTo>
                  <a:lnTo>
                    <a:pt x="472250" y="349003"/>
                  </a:lnTo>
                  <a:lnTo>
                    <a:pt x="471823" y="349692"/>
                  </a:lnTo>
                  <a:lnTo>
                    <a:pt x="471176" y="350254"/>
                  </a:lnTo>
                  <a:lnTo>
                    <a:pt x="470522" y="351535"/>
                  </a:lnTo>
                  <a:lnTo>
                    <a:pt x="470088" y="352948"/>
                  </a:lnTo>
                  <a:lnTo>
                    <a:pt x="469684" y="356746"/>
                  </a:lnTo>
                  <a:lnTo>
                    <a:pt x="468912" y="361023"/>
                  </a:lnTo>
                  <a:lnTo>
                    <a:pt x="468430" y="359241"/>
                  </a:lnTo>
                  <a:lnTo>
                    <a:pt x="468306" y="357716"/>
                  </a:lnTo>
                  <a:lnTo>
                    <a:pt x="468521" y="353738"/>
                  </a:lnTo>
                  <a:lnTo>
                    <a:pt x="469356" y="347217"/>
                  </a:lnTo>
                  <a:lnTo>
                    <a:pt x="470277" y="343162"/>
                  </a:lnTo>
                  <a:lnTo>
                    <a:pt x="470979" y="341240"/>
                  </a:lnTo>
                  <a:lnTo>
                    <a:pt x="471556" y="337323"/>
                  </a:lnTo>
                  <a:lnTo>
                    <a:pt x="470827" y="336739"/>
                  </a:lnTo>
                  <a:lnTo>
                    <a:pt x="469715" y="336802"/>
                  </a:lnTo>
                  <a:lnTo>
                    <a:pt x="469924" y="334994"/>
                  </a:lnTo>
                  <a:lnTo>
                    <a:pt x="470249" y="333402"/>
                  </a:lnTo>
                  <a:lnTo>
                    <a:pt x="469669" y="331814"/>
                  </a:lnTo>
                  <a:lnTo>
                    <a:pt x="469326" y="331612"/>
                  </a:lnTo>
                  <a:lnTo>
                    <a:pt x="468972" y="330962"/>
                  </a:lnTo>
                  <a:lnTo>
                    <a:pt x="469387" y="329640"/>
                  </a:lnTo>
                  <a:lnTo>
                    <a:pt x="469589" y="328243"/>
                  </a:lnTo>
                  <a:lnTo>
                    <a:pt x="469466" y="326544"/>
                  </a:lnTo>
                  <a:lnTo>
                    <a:pt x="469639" y="325264"/>
                  </a:lnTo>
                  <a:lnTo>
                    <a:pt x="469350" y="325457"/>
                  </a:lnTo>
                  <a:lnTo>
                    <a:pt x="468884" y="326812"/>
                  </a:lnTo>
                  <a:lnTo>
                    <a:pt x="468594" y="327353"/>
                  </a:lnTo>
                  <a:lnTo>
                    <a:pt x="468418" y="326154"/>
                  </a:lnTo>
                  <a:lnTo>
                    <a:pt x="468217" y="326425"/>
                  </a:lnTo>
                  <a:lnTo>
                    <a:pt x="468086" y="327249"/>
                  </a:lnTo>
                  <a:lnTo>
                    <a:pt x="467789" y="327702"/>
                  </a:lnTo>
                  <a:lnTo>
                    <a:pt x="467161" y="326575"/>
                  </a:lnTo>
                  <a:lnTo>
                    <a:pt x="466246" y="325286"/>
                  </a:lnTo>
                  <a:lnTo>
                    <a:pt x="465737" y="323067"/>
                  </a:lnTo>
                  <a:lnTo>
                    <a:pt x="465446" y="321347"/>
                  </a:lnTo>
                  <a:lnTo>
                    <a:pt x="465741" y="318235"/>
                  </a:lnTo>
                  <a:lnTo>
                    <a:pt x="466374" y="317682"/>
                  </a:lnTo>
                  <a:lnTo>
                    <a:pt x="467195" y="318187"/>
                  </a:lnTo>
                  <a:lnTo>
                    <a:pt x="468272" y="318183"/>
                  </a:lnTo>
                  <a:lnTo>
                    <a:pt x="468118" y="317491"/>
                  </a:lnTo>
                  <a:lnTo>
                    <a:pt x="467733" y="317606"/>
                  </a:lnTo>
                  <a:lnTo>
                    <a:pt x="466598" y="315081"/>
                  </a:lnTo>
                  <a:lnTo>
                    <a:pt x="466233" y="313555"/>
                  </a:lnTo>
                  <a:lnTo>
                    <a:pt x="465605" y="313137"/>
                  </a:lnTo>
                  <a:lnTo>
                    <a:pt x="465319" y="314603"/>
                  </a:lnTo>
                  <a:lnTo>
                    <a:pt x="465001" y="314993"/>
                  </a:lnTo>
                  <a:lnTo>
                    <a:pt x="465393" y="311785"/>
                  </a:lnTo>
                  <a:lnTo>
                    <a:pt x="465907" y="311654"/>
                  </a:lnTo>
                  <a:lnTo>
                    <a:pt x="466664" y="310765"/>
                  </a:lnTo>
                  <a:lnTo>
                    <a:pt x="466444" y="308908"/>
                  </a:lnTo>
                  <a:lnTo>
                    <a:pt x="465966" y="308096"/>
                  </a:lnTo>
                  <a:lnTo>
                    <a:pt x="465102" y="309114"/>
                  </a:lnTo>
                  <a:lnTo>
                    <a:pt x="465112" y="307809"/>
                  </a:lnTo>
                  <a:lnTo>
                    <a:pt x="465274" y="306136"/>
                  </a:lnTo>
                  <a:lnTo>
                    <a:pt x="465925" y="306142"/>
                  </a:lnTo>
                  <a:lnTo>
                    <a:pt x="466496" y="306688"/>
                  </a:lnTo>
                  <a:lnTo>
                    <a:pt x="466981" y="303987"/>
                  </a:lnTo>
                  <a:lnTo>
                    <a:pt x="467003" y="302781"/>
                  </a:lnTo>
                  <a:lnTo>
                    <a:pt x="466196" y="304533"/>
                  </a:lnTo>
                  <a:lnTo>
                    <a:pt x="466015" y="300752"/>
                  </a:lnTo>
                  <a:lnTo>
                    <a:pt x="466809" y="297104"/>
                  </a:lnTo>
                  <a:lnTo>
                    <a:pt x="467566" y="295514"/>
                  </a:lnTo>
                  <a:lnTo>
                    <a:pt x="468512" y="295561"/>
                  </a:lnTo>
                  <a:lnTo>
                    <a:pt x="469473" y="295304"/>
                  </a:lnTo>
                  <a:lnTo>
                    <a:pt x="468870" y="294636"/>
                  </a:lnTo>
                  <a:lnTo>
                    <a:pt x="468251" y="294274"/>
                  </a:lnTo>
                  <a:lnTo>
                    <a:pt x="468716" y="292832"/>
                  </a:lnTo>
                  <a:lnTo>
                    <a:pt x="469113" y="292574"/>
                  </a:lnTo>
                  <a:lnTo>
                    <a:pt x="469502" y="291317"/>
                  </a:lnTo>
                  <a:lnTo>
                    <a:pt x="468565" y="291503"/>
                  </a:lnTo>
                  <a:lnTo>
                    <a:pt x="468676" y="289126"/>
                  </a:lnTo>
                  <a:lnTo>
                    <a:pt x="468220" y="289609"/>
                  </a:lnTo>
                  <a:lnTo>
                    <a:pt x="467675" y="289833"/>
                  </a:lnTo>
                  <a:lnTo>
                    <a:pt x="467463" y="290841"/>
                  </a:lnTo>
                  <a:lnTo>
                    <a:pt x="467505" y="292516"/>
                  </a:lnTo>
                  <a:lnTo>
                    <a:pt x="467346" y="293616"/>
                  </a:lnTo>
                  <a:lnTo>
                    <a:pt x="466922" y="294499"/>
                  </a:lnTo>
                  <a:lnTo>
                    <a:pt x="466206" y="295187"/>
                  </a:lnTo>
                  <a:lnTo>
                    <a:pt x="466137" y="293994"/>
                  </a:lnTo>
                  <a:lnTo>
                    <a:pt x="465900" y="293453"/>
                  </a:lnTo>
                  <a:lnTo>
                    <a:pt x="465812" y="296008"/>
                  </a:lnTo>
                  <a:lnTo>
                    <a:pt x="465624" y="296876"/>
                  </a:lnTo>
                  <a:lnTo>
                    <a:pt x="465101" y="294478"/>
                  </a:lnTo>
                  <a:lnTo>
                    <a:pt x="464943" y="294962"/>
                  </a:lnTo>
                  <a:lnTo>
                    <a:pt x="464963" y="295643"/>
                  </a:lnTo>
                  <a:lnTo>
                    <a:pt x="464830" y="296820"/>
                  </a:lnTo>
                  <a:lnTo>
                    <a:pt x="464381" y="297433"/>
                  </a:lnTo>
                  <a:lnTo>
                    <a:pt x="464409" y="298943"/>
                  </a:lnTo>
                  <a:lnTo>
                    <a:pt x="464235" y="299765"/>
                  </a:lnTo>
                  <a:lnTo>
                    <a:pt x="462797" y="298455"/>
                  </a:lnTo>
                  <a:lnTo>
                    <a:pt x="462763" y="298899"/>
                  </a:lnTo>
                  <a:lnTo>
                    <a:pt x="463576" y="301724"/>
                  </a:lnTo>
                  <a:lnTo>
                    <a:pt x="464170" y="302690"/>
                  </a:lnTo>
                  <a:lnTo>
                    <a:pt x="464243" y="304231"/>
                  </a:lnTo>
                  <a:lnTo>
                    <a:pt x="463733" y="305509"/>
                  </a:lnTo>
                  <a:lnTo>
                    <a:pt x="462911" y="304486"/>
                  </a:lnTo>
                  <a:lnTo>
                    <a:pt x="463293" y="306379"/>
                  </a:lnTo>
                  <a:lnTo>
                    <a:pt x="463534" y="308032"/>
                  </a:lnTo>
                  <a:lnTo>
                    <a:pt x="463286" y="309417"/>
                  </a:lnTo>
                  <a:lnTo>
                    <a:pt x="463325" y="311123"/>
                  </a:lnTo>
                  <a:lnTo>
                    <a:pt x="463271" y="312670"/>
                  </a:lnTo>
                  <a:lnTo>
                    <a:pt x="463120" y="314019"/>
                  </a:lnTo>
                  <a:lnTo>
                    <a:pt x="463461" y="320237"/>
                  </a:lnTo>
                  <a:lnTo>
                    <a:pt x="463873" y="321928"/>
                  </a:lnTo>
                  <a:lnTo>
                    <a:pt x="464278" y="323546"/>
                  </a:lnTo>
                  <a:lnTo>
                    <a:pt x="464492" y="325059"/>
                  </a:lnTo>
                  <a:lnTo>
                    <a:pt x="464063" y="325280"/>
                  </a:lnTo>
                  <a:lnTo>
                    <a:pt x="463379" y="324035"/>
                  </a:lnTo>
                  <a:lnTo>
                    <a:pt x="462778" y="323085"/>
                  </a:lnTo>
                  <a:lnTo>
                    <a:pt x="462062" y="320050"/>
                  </a:lnTo>
                  <a:lnTo>
                    <a:pt x="461944" y="318838"/>
                  </a:lnTo>
                  <a:lnTo>
                    <a:pt x="461769" y="317880"/>
                  </a:lnTo>
                  <a:lnTo>
                    <a:pt x="461854" y="320080"/>
                  </a:lnTo>
                  <a:lnTo>
                    <a:pt x="462109" y="322537"/>
                  </a:lnTo>
                  <a:lnTo>
                    <a:pt x="464351" y="328036"/>
                  </a:lnTo>
                  <a:lnTo>
                    <a:pt x="464765" y="330145"/>
                  </a:lnTo>
                  <a:lnTo>
                    <a:pt x="465080" y="331803"/>
                  </a:lnTo>
                  <a:lnTo>
                    <a:pt x="465001" y="333391"/>
                  </a:lnTo>
                  <a:lnTo>
                    <a:pt x="464417" y="332267"/>
                  </a:lnTo>
                  <a:lnTo>
                    <a:pt x="463913" y="330835"/>
                  </a:lnTo>
                  <a:lnTo>
                    <a:pt x="462574" y="329216"/>
                  </a:lnTo>
                  <a:lnTo>
                    <a:pt x="460887" y="328193"/>
                  </a:lnTo>
                  <a:lnTo>
                    <a:pt x="459935" y="324430"/>
                  </a:lnTo>
                  <a:lnTo>
                    <a:pt x="459938" y="326000"/>
                  </a:lnTo>
                  <a:lnTo>
                    <a:pt x="459727" y="327332"/>
                  </a:lnTo>
                  <a:lnTo>
                    <a:pt x="459146" y="325708"/>
                  </a:lnTo>
                  <a:lnTo>
                    <a:pt x="458779" y="324323"/>
                  </a:lnTo>
                  <a:lnTo>
                    <a:pt x="458656" y="322805"/>
                  </a:lnTo>
                  <a:lnTo>
                    <a:pt x="457930" y="322909"/>
                  </a:lnTo>
                  <a:lnTo>
                    <a:pt x="457168" y="324228"/>
                  </a:lnTo>
                  <a:lnTo>
                    <a:pt x="456432" y="323915"/>
                  </a:lnTo>
                  <a:lnTo>
                    <a:pt x="456345" y="321341"/>
                  </a:lnTo>
                  <a:lnTo>
                    <a:pt x="456544" y="319977"/>
                  </a:lnTo>
                  <a:lnTo>
                    <a:pt x="457370" y="316753"/>
                  </a:lnTo>
                  <a:lnTo>
                    <a:pt x="458149" y="315107"/>
                  </a:lnTo>
                  <a:lnTo>
                    <a:pt x="458493" y="312981"/>
                  </a:lnTo>
                  <a:lnTo>
                    <a:pt x="458375" y="309686"/>
                  </a:lnTo>
                  <a:lnTo>
                    <a:pt x="458229" y="313039"/>
                  </a:lnTo>
                  <a:lnTo>
                    <a:pt x="457784" y="314701"/>
                  </a:lnTo>
                  <a:lnTo>
                    <a:pt x="457084" y="315971"/>
                  </a:lnTo>
                  <a:lnTo>
                    <a:pt x="456164" y="318233"/>
                  </a:lnTo>
                  <a:lnTo>
                    <a:pt x="455939" y="320325"/>
                  </a:lnTo>
                  <a:lnTo>
                    <a:pt x="455652" y="324242"/>
                  </a:lnTo>
                  <a:lnTo>
                    <a:pt x="456040" y="325568"/>
                  </a:lnTo>
                  <a:lnTo>
                    <a:pt x="456437" y="325915"/>
                  </a:lnTo>
                  <a:lnTo>
                    <a:pt x="457611" y="325026"/>
                  </a:lnTo>
                  <a:lnTo>
                    <a:pt x="458218" y="325423"/>
                  </a:lnTo>
                  <a:lnTo>
                    <a:pt x="459568" y="330139"/>
                  </a:lnTo>
                  <a:lnTo>
                    <a:pt x="462081" y="332005"/>
                  </a:lnTo>
                  <a:lnTo>
                    <a:pt x="462998" y="333171"/>
                  </a:lnTo>
                  <a:lnTo>
                    <a:pt x="463745" y="335632"/>
                  </a:lnTo>
                  <a:lnTo>
                    <a:pt x="464869" y="337049"/>
                  </a:lnTo>
                  <a:lnTo>
                    <a:pt x="465740" y="339108"/>
                  </a:lnTo>
                  <a:lnTo>
                    <a:pt x="465764" y="340451"/>
                  </a:lnTo>
                  <a:lnTo>
                    <a:pt x="465462" y="342040"/>
                  </a:lnTo>
                  <a:lnTo>
                    <a:pt x="465343" y="344190"/>
                  </a:lnTo>
                  <a:lnTo>
                    <a:pt x="464972" y="345546"/>
                  </a:lnTo>
                  <a:lnTo>
                    <a:pt x="464083" y="345702"/>
                  </a:lnTo>
                  <a:lnTo>
                    <a:pt x="463546" y="345353"/>
                  </a:lnTo>
                  <a:lnTo>
                    <a:pt x="460659" y="337795"/>
                  </a:lnTo>
                  <a:lnTo>
                    <a:pt x="460315" y="337100"/>
                  </a:lnTo>
                  <a:lnTo>
                    <a:pt x="459244" y="333142"/>
                  </a:lnTo>
                  <a:lnTo>
                    <a:pt x="457988" y="331022"/>
                  </a:lnTo>
                  <a:lnTo>
                    <a:pt x="457599" y="331067"/>
                  </a:lnTo>
                  <a:lnTo>
                    <a:pt x="459387" y="334987"/>
                  </a:lnTo>
                  <a:lnTo>
                    <a:pt x="460117" y="337729"/>
                  </a:lnTo>
                  <a:lnTo>
                    <a:pt x="461403" y="341572"/>
                  </a:lnTo>
                  <a:lnTo>
                    <a:pt x="462322" y="343200"/>
                  </a:lnTo>
                  <a:lnTo>
                    <a:pt x="462999" y="345739"/>
                  </a:lnTo>
                  <a:lnTo>
                    <a:pt x="463627" y="346929"/>
                  </a:lnTo>
                  <a:lnTo>
                    <a:pt x="465343" y="348625"/>
                  </a:lnTo>
                  <a:lnTo>
                    <a:pt x="464747" y="349843"/>
                  </a:lnTo>
                  <a:lnTo>
                    <a:pt x="465699" y="350880"/>
                  </a:lnTo>
                  <a:lnTo>
                    <a:pt x="465835" y="352787"/>
                  </a:lnTo>
                  <a:lnTo>
                    <a:pt x="465748" y="354962"/>
                  </a:lnTo>
                  <a:lnTo>
                    <a:pt x="464426" y="354102"/>
                  </a:lnTo>
                  <a:lnTo>
                    <a:pt x="464383" y="355703"/>
                  </a:lnTo>
                  <a:lnTo>
                    <a:pt x="464501" y="356648"/>
                  </a:lnTo>
                  <a:lnTo>
                    <a:pt x="463917" y="357429"/>
                  </a:lnTo>
                  <a:lnTo>
                    <a:pt x="463105" y="356370"/>
                  </a:lnTo>
                  <a:lnTo>
                    <a:pt x="460996" y="350577"/>
                  </a:lnTo>
                  <a:lnTo>
                    <a:pt x="461014" y="351352"/>
                  </a:lnTo>
                  <a:lnTo>
                    <a:pt x="461185" y="352251"/>
                  </a:lnTo>
                  <a:lnTo>
                    <a:pt x="462408" y="355980"/>
                  </a:lnTo>
                  <a:lnTo>
                    <a:pt x="463499" y="358217"/>
                  </a:lnTo>
                  <a:lnTo>
                    <a:pt x="464425" y="359227"/>
                  </a:lnTo>
                  <a:lnTo>
                    <a:pt x="465138" y="361101"/>
                  </a:lnTo>
                  <a:lnTo>
                    <a:pt x="465389" y="362235"/>
                  </a:lnTo>
                  <a:lnTo>
                    <a:pt x="465557" y="363955"/>
                  </a:lnTo>
                  <a:lnTo>
                    <a:pt x="465029" y="365123"/>
                  </a:lnTo>
                  <a:lnTo>
                    <a:pt x="464427" y="365768"/>
                  </a:lnTo>
                  <a:lnTo>
                    <a:pt x="463839" y="364603"/>
                  </a:lnTo>
                  <a:lnTo>
                    <a:pt x="463408" y="363375"/>
                  </a:lnTo>
                  <a:lnTo>
                    <a:pt x="462491" y="361290"/>
                  </a:lnTo>
                  <a:lnTo>
                    <a:pt x="462215" y="358960"/>
                  </a:lnTo>
                  <a:lnTo>
                    <a:pt x="461518" y="359079"/>
                  </a:lnTo>
                  <a:lnTo>
                    <a:pt x="458600" y="356125"/>
                  </a:lnTo>
                  <a:lnTo>
                    <a:pt x="456255" y="355784"/>
                  </a:lnTo>
                  <a:lnTo>
                    <a:pt x="456484" y="356378"/>
                  </a:lnTo>
                  <a:lnTo>
                    <a:pt x="456781" y="356774"/>
                  </a:lnTo>
                  <a:lnTo>
                    <a:pt x="458648" y="357502"/>
                  </a:lnTo>
                  <a:lnTo>
                    <a:pt x="459386" y="358863"/>
                  </a:lnTo>
                  <a:lnTo>
                    <a:pt x="460922" y="360071"/>
                  </a:lnTo>
                  <a:lnTo>
                    <a:pt x="461822" y="360401"/>
                  </a:lnTo>
                  <a:lnTo>
                    <a:pt x="462186" y="364111"/>
                  </a:lnTo>
                  <a:lnTo>
                    <a:pt x="463429" y="366663"/>
                  </a:lnTo>
                  <a:lnTo>
                    <a:pt x="463591" y="368555"/>
                  </a:lnTo>
                  <a:lnTo>
                    <a:pt x="464440" y="368767"/>
                  </a:lnTo>
                  <a:lnTo>
                    <a:pt x="465933" y="366911"/>
                  </a:lnTo>
                  <a:lnTo>
                    <a:pt x="466897" y="367562"/>
                  </a:lnTo>
                  <a:lnTo>
                    <a:pt x="468287" y="368093"/>
                  </a:lnTo>
                  <a:lnTo>
                    <a:pt x="468604" y="369590"/>
                  </a:lnTo>
                  <a:lnTo>
                    <a:pt x="468843" y="372440"/>
                  </a:lnTo>
                  <a:lnTo>
                    <a:pt x="469334" y="375646"/>
                  </a:lnTo>
                  <a:lnTo>
                    <a:pt x="470609" y="388287"/>
                  </a:lnTo>
                  <a:lnTo>
                    <a:pt x="472523" y="398626"/>
                  </a:lnTo>
                  <a:lnTo>
                    <a:pt x="472759" y="400406"/>
                  </a:lnTo>
                  <a:lnTo>
                    <a:pt x="472314" y="398844"/>
                  </a:lnTo>
                  <a:lnTo>
                    <a:pt x="470894" y="391996"/>
                  </a:lnTo>
                  <a:lnTo>
                    <a:pt x="470110" y="387052"/>
                  </a:lnTo>
                  <a:lnTo>
                    <a:pt x="469304" y="378321"/>
                  </a:lnTo>
                  <a:lnTo>
                    <a:pt x="469070" y="376366"/>
                  </a:lnTo>
                  <a:lnTo>
                    <a:pt x="468795" y="375585"/>
                  </a:lnTo>
                  <a:lnTo>
                    <a:pt x="468614" y="376220"/>
                  </a:lnTo>
                  <a:lnTo>
                    <a:pt x="468536" y="377333"/>
                  </a:lnTo>
                  <a:lnTo>
                    <a:pt x="468668" y="378187"/>
                  </a:lnTo>
                  <a:lnTo>
                    <a:pt x="468350" y="381061"/>
                  </a:lnTo>
                  <a:lnTo>
                    <a:pt x="468488" y="382380"/>
                  </a:lnTo>
                  <a:lnTo>
                    <a:pt x="469003" y="383743"/>
                  </a:lnTo>
                  <a:lnTo>
                    <a:pt x="469563" y="387145"/>
                  </a:lnTo>
                  <a:lnTo>
                    <a:pt x="470011" y="391726"/>
                  </a:lnTo>
                  <a:lnTo>
                    <a:pt x="469406" y="389869"/>
                  </a:lnTo>
                  <a:lnTo>
                    <a:pt x="468760" y="388885"/>
                  </a:lnTo>
                  <a:lnTo>
                    <a:pt x="467755" y="388131"/>
                  </a:lnTo>
                  <a:lnTo>
                    <a:pt x="466860" y="386808"/>
                  </a:lnTo>
                  <a:lnTo>
                    <a:pt x="466925" y="388705"/>
                  </a:lnTo>
                  <a:lnTo>
                    <a:pt x="466839" y="390754"/>
                  </a:lnTo>
                  <a:lnTo>
                    <a:pt x="466149" y="390129"/>
                  </a:lnTo>
                  <a:lnTo>
                    <a:pt x="465679" y="389449"/>
                  </a:lnTo>
                  <a:lnTo>
                    <a:pt x="466095" y="391632"/>
                  </a:lnTo>
                  <a:lnTo>
                    <a:pt x="465193" y="390977"/>
                  </a:lnTo>
                  <a:lnTo>
                    <a:pt x="464592" y="391114"/>
                  </a:lnTo>
                  <a:lnTo>
                    <a:pt x="464202" y="393052"/>
                  </a:lnTo>
                  <a:lnTo>
                    <a:pt x="463678" y="394228"/>
                  </a:lnTo>
                  <a:lnTo>
                    <a:pt x="462903" y="394608"/>
                  </a:lnTo>
                  <a:lnTo>
                    <a:pt x="461754" y="392836"/>
                  </a:lnTo>
                  <a:lnTo>
                    <a:pt x="461382" y="390684"/>
                  </a:lnTo>
                  <a:lnTo>
                    <a:pt x="461228" y="388289"/>
                  </a:lnTo>
                  <a:lnTo>
                    <a:pt x="461166" y="391122"/>
                  </a:lnTo>
                  <a:lnTo>
                    <a:pt x="461371" y="394071"/>
                  </a:lnTo>
                  <a:lnTo>
                    <a:pt x="461299" y="396313"/>
                  </a:lnTo>
                  <a:lnTo>
                    <a:pt x="462406" y="396726"/>
                  </a:lnTo>
                  <a:lnTo>
                    <a:pt x="463440" y="396359"/>
                  </a:lnTo>
                  <a:lnTo>
                    <a:pt x="464836" y="396453"/>
                  </a:lnTo>
                  <a:lnTo>
                    <a:pt x="465747" y="396033"/>
                  </a:lnTo>
                  <a:lnTo>
                    <a:pt x="466295" y="395320"/>
                  </a:lnTo>
                  <a:lnTo>
                    <a:pt x="467610" y="395938"/>
                  </a:lnTo>
                  <a:lnTo>
                    <a:pt x="467704" y="398646"/>
                  </a:lnTo>
                  <a:lnTo>
                    <a:pt x="467553" y="401338"/>
                  </a:lnTo>
                  <a:lnTo>
                    <a:pt x="467477" y="404205"/>
                  </a:lnTo>
                  <a:lnTo>
                    <a:pt x="467842" y="404186"/>
                  </a:lnTo>
                  <a:lnTo>
                    <a:pt x="468270" y="403270"/>
                  </a:lnTo>
                  <a:lnTo>
                    <a:pt x="468484" y="398135"/>
                  </a:lnTo>
                  <a:lnTo>
                    <a:pt x="469685" y="396238"/>
                  </a:lnTo>
                  <a:lnTo>
                    <a:pt x="470088" y="396368"/>
                  </a:lnTo>
                  <a:lnTo>
                    <a:pt x="470471" y="398018"/>
                  </a:lnTo>
                  <a:lnTo>
                    <a:pt x="470599" y="399692"/>
                  </a:lnTo>
                  <a:lnTo>
                    <a:pt x="470735" y="401990"/>
                  </a:lnTo>
                  <a:lnTo>
                    <a:pt x="470454" y="405492"/>
                  </a:lnTo>
                  <a:lnTo>
                    <a:pt x="468608" y="409587"/>
                  </a:lnTo>
                  <a:lnTo>
                    <a:pt x="467286" y="413373"/>
                  </a:lnTo>
                  <a:lnTo>
                    <a:pt x="466610" y="414145"/>
                  </a:lnTo>
                  <a:lnTo>
                    <a:pt x="465635" y="413705"/>
                  </a:lnTo>
                  <a:lnTo>
                    <a:pt x="464529" y="412752"/>
                  </a:lnTo>
                  <a:lnTo>
                    <a:pt x="463987" y="412561"/>
                  </a:lnTo>
                  <a:lnTo>
                    <a:pt x="463575" y="412878"/>
                  </a:lnTo>
                  <a:lnTo>
                    <a:pt x="463324" y="411712"/>
                  </a:lnTo>
                  <a:lnTo>
                    <a:pt x="463162" y="409586"/>
                  </a:lnTo>
                  <a:lnTo>
                    <a:pt x="462732" y="408880"/>
                  </a:lnTo>
                  <a:lnTo>
                    <a:pt x="462407" y="408958"/>
                  </a:lnTo>
                  <a:lnTo>
                    <a:pt x="462185" y="411217"/>
                  </a:lnTo>
                  <a:lnTo>
                    <a:pt x="461153" y="411859"/>
                  </a:lnTo>
                  <a:lnTo>
                    <a:pt x="459751" y="410926"/>
                  </a:lnTo>
                  <a:lnTo>
                    <a:pt x="458283" y="409026"/>
                  </a:lnTo>
                  <a:lnTo>
                    <a:pt x="458913" y="411064"/>
                  </a:lnTo>
                  <a:lnTo>
                    <a:pt x="462556" y="414868"/>
                  </a:lnTo>
                  <a:lnTo>
                    <a:pt x="462967" y="415579"/>
                  </a:lnTo>
                  <a:lnTo>
                    <a:pt x="463350" y="416619"/>
                  </a:lnTo>
                  <a:lnTo>
                    <a:pt x="462840" y="418251"/>
                  </a:lnTo>
                  <a:lnTo>
                    <a:pt x="462440" y="420089"/>
                  </a:lnTo>
                  <a:lnTo>
                    <a:pt x="462384" y="421532"/>
                  </a:lnTo>
                  <a:lnTo>
                    <a:pt x="462243" y="422443"/>
                  </a:lnTo>
                  <a:lnTo>
                    <a:pt x="460790" y="424895"/>
                  </a:lnTo>
                  <a:lnTo>
                    <a:pt x="460003" y="424463"/>
                  </a:lnTo>
                  <a:lnTo>
                    <a:pt x="457992" y="420040"/>
                  </a:lnTo>
                  <a:lnTo>
                    <a:pt x="458908" y="423865"/>
                  </a:lnTo>
                  <a:lnTo>
                    <a:pt x="459642" y="425488"/>
                  </a:lnTo>
                  <a:lnTo>
                    <a:pt x="461119" y="426354"/>
                  </a:lnTo>
                  <a:lnTo>
                    <a:pt x="463890" y="424924"/>
                  </a:lnTo>
                  <a:lnTo>
                    <a:pt x="464799" y="426485"/>
                  </a:lnTo>
                  <a:lnTo>
                    <a:pt x="464053" y="429251"/>
                  </a:lnTo>
                  <a:lnTo>
                    <a:pt x="463312" y="431192"/>
                  </a:lnTo>
                  <a:lnTo>
                    <a:pt x="462339" y="431408"/>
                  </a:lnTo>
                  <a:lnTo>
                    <a:pt x="461483" y="431933"/>
                  </a:lnTo>
                  <a:lnTo>
                    <a:pt x="461232" y="433268"/>
                  </a:lnTo>
                  <a:lnTo>
                    <a:pt x="460622" y="433352"/>
                  </a:lnTo>
                  <a:lnTo>
                    <a:pt x="459668" y="433431"/>
                  </a:lnTo>
                  <a:lnTo>
                    <a:pt x="458191" y="433552"/>
                  </a:lnTo>
                  <a:lnTo>
                    <a:pt x="457380" y="433241"/>
                  </a:lnTo>
                  <a:lnTo>
                    <a:pt x="456247" y="435968"/>
                  </a:lnTo>
                  <a:lnTo>
                    <a:pt x="455819" y="436343"/>
                  </a:lnTo>
                  <a:lnTo>
                    <a:pt x="455222" y="435830"/>
                  </a:lnTo>
                  <a:lnTo>
                    <a:pt x="454971" y="433640"/>
                  </a:lnTo>
                  <a:lnTo>
                    <a:pt x="454704" y="432564"/>
                  </a:lnTo>
                  <a:lnTo>
                    <a:pt x="454697" y="436662"/>
                  </a:lnTo>
                  <a:lnTo>
                    <a:pt x="454802" y="437765"/>
                  </a:lnTo>
                  <a:lnTo>
                    <a:pt x="455016" y="438598"/>
                  </a:lnTo>
                  <a:lnTo>
                    <a:pt x="453690" y="440821"/>
                  </a:lnTo>
                  <a:lnTo>
                    <a:pt x="452422" y="443594"/>
                  </a:lnTo>
                  <a:lnTo>
                    <a:pt x="451967" y="444349"/>
                  </a:lnTo>
                  <a:lnTo>
                    <a:pt x="451450" y="445738"/>
                  </a:lnTo>
                  <a:lnTo>
                    <a:pt x="450391" y="449751"/>
                  </a:lnTo>
                  <a:lnTo>
                    <a:pt x="450130" y="452677"/>
                  </a:lnTo>
                  <a:lnTo>
                    <a:pt x="449747" y="455939"/>
                  </a:lnTo>
                  <a:lnTo>
                    <a:pt x="449699" y="454470"/>
                  </a:lnTo>
                  <a:lnTo>
                    <a:pt x="449765" y="451997"/>
                  </a:lnTo>
                  <a:lnTo>
                    <a:pt x="449503" y="449165"/>
                  </a:lnTo>
                  <a:lnTo>
                    <a:pt x="449337" y="454353"/>
                  </a:lnTo>
                  <a:lnTo>
                    <a:pt x="448925" y="456764"/>
                  </a:lnTo>
                  <a:lnTo>
                    <a:pt x="445152" y="456594"/>
                  </a:lnTo>
                  <a:lnTo>
                    <a:pt x="443500" y="457904"/>
                  </a:lnTo>
                  <a:lnTo>
                    <a:pt x="440964" y="462312"/>
                  </a:lnTo>
                  <a:lnTo>
                    <a:pt x="440206" y="464244"/>
                  </a:lnTo>
                  <a:lnTo>
                    <a:pt x="438111" y="471713"/>
                  </a:lnTo>
                  <a:lnTo>
                    <a:pt x="437577" y="476494"/>
                  </a:lnTo>
                  <a:lnTo>
                    <a:pt x="437148" y="474484"/>
                  </a:lnTo>
                  <a:lnTo>
                    <a:pt x="437254" y="472976"/>
                  </a:lnTo>
                  <a:lnTo>
                    <a:pt x="437263" y="471744"/>
                  </a:lnTo>
                  <a:lnTo>
                    <a:pt x="436735" y="474387"/>
                  </a:lnTo>
                  <a:lnTo>
                    <a:pt x="437236" y="478237"/>
                  </a:lnTo>
                  <a:lnTo>
                    <a:pt x="436786" y="479707"/>
                  </a:lnTo>
                  <a:lnTo>
                    <a:pt x="435403" y="482451"/>
                  </a:lnTo>
                  <a:lnTo>
                    <a:pt x="434646" y="482901"/>
                  </a:lnTo>
                  <a:lnTo>
                    <a:pt x="433796" y="483682"/>
                  </a:lnTo>
                  <a:lnTo>
                    <a:pt x="433528" y="486389"/>
                  </a:lnTo>
                  <a:lnTo>
                    <a:pt x="432374" y="488885"/>
                  </a:lnTo>
                  <a:lnTo>
                    <a:pt x="431701" y="489990"/>
                  </a:lnTo>
                  <a:lnTo>
                    <a:pt x="430469" y="489320"/>
                  </a:lnTo>
                  <a:lnTo>
                    <a:pt x="430849" y="491724"/>
                  </a:lnTo>
                  <a:lnTo>
                    <a:pt x="430396" y="493544"/>
                  </a:lnTo>
                  <a:lnTo>
                    <a:pt x="429617" y="494939"/>
                  </a:lnTo>
                  <a:lnTo>
                    <a:pt x="428648" y="495849"/>
                  </a:lnTo>
                  <a:lnTo>
                    <a:pt x="428093" y="495738"/>
                  </a:lnTo>
                  <a:lnTo>
                    <a:pt x="427618" y="496221"/>
                  </a:lnTo>
                  <a:lnTo>
                    <a:pt x="427246" y="497379"/>
                  </a:lnTo>
                  <a:lnTo>
                    <a:pt x="426338" y="498461"/>
                  </a:lnTo>
                  <a:lnTo>
                    <a:pt x="425394" y="497852"/>
                  </a:lnTo>
                  <a:lnTo>
                    <a:pt x="424325" y="497487"/>
                  </a:lnTo>
                  <a:lnTo>
                    <a:pt x="423729" y="498136"/>
                  </a:lnTo>
                  <a:lnTo>
                    <a:pt x="424731" y="499209"/>
                  </a:lnTo>
                  <a:lnTo>
                    <a:pt x="425267" y="500765"/>
                  </a:lnTo>
                  <a:lnTo>
                    <a:pt x="425156" y="502861"/>
                  </a:lnTo>
                  <a:lnTo>
                    <a:pt x="424888" y="503671"/>
                  </a:lnTo>
                  <a:lnTo>
                    <a:pt x="424257" y="504767"/>
                  </a:lnTo>
                  <a:lnTo>
                    <a:pt x="423979" y="504604"/>
                  </a:lnTo>
                  <a:lnTo>
                    <a:pt x="423810" y="503616"/>
                  </a:lnTo>
                  <a:lnTo>
                    <a:pt x="423604" y="501557"/>
                  </a:lnTo>
                  <a:lnTo>
                    <a:pt x="423310" y="501996"/>
                  </a:lnTo>
                  <a:lnTo>
                    <a:pt x="423260" y="502955"/>
                  </a:lnTo>
                  <a:lnTo>
                    <a:pt x="423007" y="503297"/>
                  </a:lnTo>
                  <a:lnTo>
                    <a:pt x="422111" y="500017"/>
                  </a:lnTo>
                  <a:lnTo>
                    <a:pt x="422155" y="502519"/>
                  </a:lnTo>
                  <a:lnTo>
                    <a:pt x="422469" y="504441"/>
                  </a:lnTo>
                  <a:lnTo>
                    <a:pt x="422771" y="505417"/>
                  </a:lnTo>
                  <a:lnTo>
                    <a:pt x="423077" y="505991"/>
                  </a:lnTo>
                  <a:lnTo>
                    <a:pt x="423152" y="506882"/>
                  </a:lnTo>
                  <a:lnTo>
                    <a:pt x="422539" y="509055"/>
                  </a:lnTo>
                  <a:lnTo>
                    <a:pt x="422224" y="509539"/>
                  </a:lnTo>
                  <a:lnTo>
                    <a:pt x="421662" y="509891"/>
                  </a:lnTo>
                  <a:lnTo>
                    <a:pt x="421346" y="511230"/>
                  </a:lnTo>
                  <a:lnTo>
                    <a:pt x="421440" y="512383"/>
                  </a:lnTo>
                  <a:lnTo>
                    <a:pt x="420949" y="514884"/>
                  </a:lnTo>
                  <a:lnTo>
                    <a:pt x="419775" y="516447"/>
                  </a:lnTo>
                  <a:lnTo>
                    <a:pt x="419416" y="516386"/>
                  </a:lnTo>
                  <a:lnTo>
                    <a:pt x="419124" y="516844"/>
                  </a:lnTo>
                  <a:lnTo>
                    <a:pt x="419294" y="517958"/>
                  </a:lnTo>
                  <a:lnTo>
                    <a:pt x="419587" y="518768"/>
                  </a:lnTo>
                  <a:lnTo>
                    <a:pt x="419577" y="519522"/>
                  </a:lnTo>
                  <a:lnTo>
                    <a:pt x="419267" y="520545"/>
                  </a:lnTo>
                  <a:lnTo>
                    <a:pt x="418654" y="520830"/>
                  </a:lnTo>
                  <a:lnTo>
                    <a:pt x="418310" y="521997"/>
                  </a:lnTo>
                  <a:lnTo>
                    <a:pt x="418419" y="523098"/>
                  </a:lnTo>
                  <a:lnTo>
                    <a:pt x="418621" y="523713"/>
                  </a:lnTo>
                  <a:lnTo>
                    <a:pt x="418579" y="524772"/>
                  </a:lnTo>
                  <a:lnTo>
                    <a:pt x="417882" y="525835"/>
                  </a:lnTo>
                  <a:lnTo>
                    <a:pt x="417719" y="526881"/>
                  </a:lnTo>
                  <a:lnTo>
                    <a:pt x="418065" y="527190"/>
                  </a:lnTo>
                  <a:lnTo>
                    <a:pt x="418331" y="526881"/>
                  </a:lnTo>
                  <a:lnTo>
                    <a:pt x="418526" y="527107"/>
                  </a:lnTo>
                  <a:lnTo>
                    <a:pt x="418108" y="528855"/>
                  </a:lnTo>
                  <a:lnTo>
                    <a:pt x="417733" y="529921"/>
                  </a:lnTo>
                  <a:lnTo>
                    <a:pt x="417377" y="531837"/>
                  </a:lnTo>
                  <a:lnTo>
                    <a:pt x="416550" y="532367"/>
                  </a:lnTo>
                  <a:lnTo>
                    <a:pt x="416581" y="532986"/>
                  </a:lnTo>
                  <a:lnTo>
                    <a:pt x="417048" y="533534"/>
                  </a:lnTo>
                  <a:lnTo>
                    <a:pt x="417439" y="535007"/>
                  </a:lnTo>
                  <a:lnTo>
                    <a:pt x="416705" y="537727"/>
                  </a:lnTo>
                  <a:lnTo>
                    <a:pt x="416246" y="537503"/>
                  </a:lnTo>
                  <a:lnTo>
                    <a:pt x="415966" y="536905"/>
                  </a:lnTo>
                  <a:lnTo>
                    <a:pt x="415787" y="539052"/>
                  </a:lnTo>
                  <a:lnTo>
                    <a:pt x="415855" y="540197"/>
                  </a:lnTo>
                  <a:lnTo>
                    <a:pt x="415681" y="542539"/>
                  </a:lnTo>
                  <a:lnTo>
                    <a:pt x="415400" y="545354"/>
                  </a:lnTo>
                  <a:lnTo>
                    <a:pt x="415210" y="546510"/>
                  </a:lnTo>
                  <a:lnTo>
                    <a:pt x="415250" y="548662"/>
                  </a:lnTo>
                  <a:lnTo>
                    <a:pt x="415368" y="550741"/>
                  </a:lnTo>
                  <a:lnTo>
                    <a:pt x="415817" y="553421"/>
                  </a:lnTo>
                  <a:lnTo>
                    <a:pt x="416504" y="564378"/>
                  </a:lnTo>
                  <a:lnTo>
                    <a:pt x="416972" y="568182"/>
                  </a:lnTo>
                  <a:lnTo>
                    <a:pt x="417814" y="578448"/>
                  </a:lnTo>
                  <a:lnTo>
                    <a:pt x="419208" y="588401"/>
                  </a:lnTo>
                  <a:lnTo>
                    <a:pt x="421174" y="600431"/>
                  </a:lnTo>
                  <a:lnTo>
                    <a:pt x="424401" y="615012"/>
                  </a:lnTo>
                  <a:lnTo>
                    <a:pt x="424788" y="617090"/>
                  </a:lnTo>
                  <a:lnTo>
                    <a:pt x="424367" y="618851"/>
                  </a:lnTo>
                  <a:lnTo>
                    <a:pt x="424239" y="620676"/>
                  </a:lnTo>
                  <a:lnTo>
                    <a:pt x="424203" y="623428"/>
                  </a:lnTo>
                  <a:lnTo>
                    <a:pt x="424319" y="626109"/>
                  </a:lnTo>
                  <a:lnTo>
                    <a:pt x="424701" y="629383"/>
                  </a:lnTo>
                  <a:lnTo>
                    <a:pt x="425434" y="634388"/>
                  </a:lnTo>
                  <a:lnTo>
                    <a:pt x="425024" y="633389"/>
                  </a:lnTo>
                  <a:lnTo>
                    <a:pt x="423962" y="626205"/>
                  </a:lnTo>
                  <a:lnTo>
                    <a:pt x="423838" y="621987"/>
                  </a:lnTo>
                  <a:lnTo>
                    <a:pt x="423991" y="616002"/>
                  </a:lnTo>
                  <a:lnTo>
                    <a:pt x="423742" y="616146"/>
                  </a:lnTo>
                  <a:lnTo>
                    <a:pt x="423540" y="618091"/>
                  </a:lnTo>
                  <a:lnTo>
                    <a:pt x="423429" y="620375"/>
                  </a:lnTo>
                  <a:lnTo>
                    <a:pt x="423159" y="621259"/>
                  </a:lnTo>
                  <a:lnTo>
                    <a:pt x="422792" y="617775"/>
                  </a:lnTo>
                  <a:lnTo>
                    <a:pt x="422817" y="616199"/>
                  </a:lnTo>
                  <a:lnTo>
                    <a:pt x="423207" y="614358"/>
                  </a:lnTo>
                  <a:lnTo>
                    <a:pt x="423094" y="613696"/>
                  </a:lnTo>
                  <a:lnTo>
                    <a:pt x="422463" y="612754"/>
                  </a:lnTo>
                  <a:lnTo>
                    <a:pt x="422329" y="611272"/>
                  </a:lnTo>
                  <a:lnTo>
                    <a:pt x="422414" y="609809"/>
                  </a:lnTo>
                  <a:lnTo>
                    <a:pt x="422052" y="609027"/>
                  </a:lnTo>
                  <a:lnTo>
                    <a:pt x="421768" y="609065"/>
                  </a:lnTo>
                  <a:lnTo>
                    <a:pt x="421958" y="612672"/>
                  </a:lnTo>
                  <a:lnTo>
                    <a:pt x="422258" y="614886"/>
                  </a:lnTo>
                  <a:lnTo>
                    <a:pt x="422629" y="620195"/>
                  </a:lnTo>
                  <a:lnTo>
                    <a:pt x="423228" y="623411"/>
                  </a:lnTo>
                  <a:lnTo>
                    <a:pt x="423576" y="626107"/>
                  </a:lnTo>
                  <a:lnTo>
                    <a:pt x="427652" y="654884"/>
                  </a:lnTo>
                  <a:lnTo>
                    <a:pt x="428617" y="658549"/>
                  </a:lnTo>
                  <a:lnTo>
                    <a:pt x="428974" y="661181"/>
                  </a:lnTo>
                  <a:lnTo>
                    <a:pt x="429345" y="666684"/>
                  </a:lnTo>
                  <a:lnTo>
                    <a:pt x="429429" y="673749"/>
                  </a:lnTo>
                  <a:lnTo>
                    <a:pt x="428763" y="686663"/>
                  </a:lnTo>
                  <a:lnTo>
                    <a:pt x="428611" y="695471"/>
                  </a:lnTo>
                  <a:lnTo>
                    <a:pt x="428516" y="695201"/>
                  </a:lnTo>
                  <a:lnTo>
                    <a:pt x="428452" y="694274"/>
                  </a:lnTo>
                  <a:lnTo>
                    <a:pt x="428298" y="694147"/>
                  </a:lnTo>
                  <a:lnTo>
                    <a:pt x="427720" y="698182"/>
                  </a:lnTo>
                  <a:lnTo>
                    <a:pt x="426934" y="701822"/>
                  </a:lnTo>
                  <a:lnTo>
                    <a:pt x="426675" y="707480"/>
                  </a:lnTo>
                  <a:lnTo>
                    <a:pt x="426299" y="710312"/>
                  </a:lnTo>
                  <a:lnTo>
                    <a:pt x="425167" y="713309"/>
                  </a:lnTo>
                  <a:lnTo>
                    <a:pt x="424465" y="713232"/>
                  </a:lnTo>
                  <a:lnTo>
                    <a:pt x="422745" y="715480"/>
                  </a:lnTo>
                  <a:lnTo>
                    <a:pt x="421537" y="714894"/>
                  </a:lnTo>
                  <a:lnTo>
                    <a:pt x="420098" y="716163"/>
                  </a:lnTo>
                  <a:lnTo>
                    <a:pt x="419150" y="716021"/>
                  </a:lnTo>
                  <a:lnTo>
                    <a:pt x="418603" y="713348"/>
                  </a:lnTo>
                  <a:lnTo>
                    <a:pt x="418687" y="712152"/>
                  </a:lnTo>
                  <a:lnTo>
                    <a:pt x="418905" y="710950"/>
                  </a:lnTo>
                  <a:lnTo>
                    <a:pt x="419274" y="710670"/>
                  </a:lnTo>
                  <a:lnTo>
                    <a:pt x="420545" y="713472"/>
                  </a:lnTo>
                  <a:lnTo>
                    <a:pt x="420785" y="712293"/>
                  </a:lnTo>
                  <a:lnTo>
                    <a:pt x="420401" y="710891"/>
                  </a:lnTo>
                  <a:lnTo>
                    <a:pt x="419666" y="710109"/>
                  </a:lnTo>
                  <a:lnTo>
                    <a:pt x="419123" y="709249"/>
                  </a:lnTo>
                  <a:lnTo>
                    <a:pt x="418029" y="702861"/>
                  </a:lnTo>
                  <a:lnTo>
                    <a:pt x="416895" y="698475"/>
                  </a:lnTo>
                  <a:lnTo>
                    <a:pt x="416704" y="695543"/>
                  </a:lnTo>
                  <a:lnTo>
                    <a:pt x="414749" y="693756"/>
                  </a:lnTo>
                  <a:lnTo>
                    <a:pt x="413334" y="691049"/>
                  </a:lnTo>
                  <a:lnTo>
                    <a:pt x="412411" y="686234"/>
                  </a:lnTo>
                  <a:lnTo>
                    <a:pt x="411882" y="677697"/>
                  </a:lnTo>
                  <a:lnTo>
                    <a:pt x="411257" y="676737"/>
                  </a:lnTo>
                  <a:lnTo>
                    <a:pt x="410994" y="676074"/>
                  </a:lnTo>
                  <a:lnTo>
                    <a:pt x="411603" y="672905"/>
                  </a:lnTo>
                  <a:lnTo>
                    <a:pt x="412246" y="670249"/>
                  </a:lnTo>
                  <a:lnTo>
                    <a:pt x="411738" y="670910"/>
                  </a:lnTo>
                  <a:lnTo>
                    <a:pt x="411363" y="671892"/>
                  </a:lnTo>
                  <a:lnTo>
                    <a:pt x="410886" y="674238"/>
                  </a:lnTo>
                  <a:lnTo>
                    <a:pt x="410537" y="674599"/>
                  </a:lnTo>
                  <a:lnTo>
                    <a:pt x="410218" y="674238"/>
                  </a:lnTo>
                  <a:lnTo>
                    <a:pt x="409850" y="669738"/>
                  </a:lnTo>
                  <a:lnTo>
                    <a:pt x="409955" y="664207"/>
                  </a:lnTo>
                  <a:lnTo>
                    <a:pt x="410471" y="662138"/>
                  </a:lnTo>
                  <a:lnTo>
                    <a:pt x="409679" y="662083"/>
                  </a:lnTo>
                  <a:lnTo>
                    <a:pt x="408858" y="662870"/>
                  </a:lnTo>
                  <a:lnTo>
                    <a:pt x="408978" y="664714"/>
                  </a:lnTo>
                  <a:lnTo>
                    <a:pt x="408862" y="665727"/>
                  </a:lnTo>
                  <a:lnTo>
                    <a:pt x="408264" y="665468"/>
                  </a:lnTo>
                  <a:lnTo>
                    <a:pt x="407811" y="664820"/>
                  </a:lnTo>
                  <a:lnTo>
                    <a:pt x="407195" y="662901"/>
                  </a:lnTo>
                  <a:lnTo>
                    <a:pt x="406356" y="659239"/>
                  </a:lnTo>
                  <a:lnTo>
                    <a:pt x="404634" y="649151"/>
                  </a:lnTo>
                  <a:lnTo>
                    <a:pt x="404298" y="647728"/>
                  </a:lnTo>
                  <a:lnTo>
                    <a:pt x="403729" y="646239"/>
                  </a:lnTo>
                  <a:lnTo>
                    <a:pt x="403997" y="645776"/>
                  </a:lnTo>
                  <a:lnTo>
                    <a:pt x="404486" y="645502"/>
                  </a:lnTo>
                  <a:lnTo>
                    <a:pt x="405592" y="640960"/>
                  </a:lnTo>
                  <a:lnTo>
                    <a:pt x="406460" y="638215"/>
                  </a:lnTo>
                  <a:lnTo>
                    <a:pt x="406748" y="636317"/>
                  </a:lnTo>
                  <a:lnTo>
                    <a:pt x="406698" y="635504"/>
                  </a:lnTo>
                  <a:lnTo>
                    <a:pt x="406314" y="634324"/>
                  </a:lnTo>
                  <a:lnTo>
                    <a:pt x="405810" y="635356"/>
                  </a:lnTo>
                  <a:lnTo>
                    <a:pt x="405594" y="635061"/>
                  </a:lnTo>
                  <a:lnTo>
                    <a:pt x="405027" y="632681"/>
                  </a:lnTo>
                  <a:lnTo>
                    <a:pt x="404485" y="632008"/>
                  </a:lnTo>
                  <a:lnTo>
                    <a:pt x="404108" y="632524"/>
                  </a:lnTo>
                  <a:lnTo>
                    <a:pt x="404506" y="634474"/>
                  </a:lnTo>
                  <a:lnTo>
                    <a:pt x="404864" y="635199"/>
                  </a:lnTo>
                  <a:lnTo>
                    <a:pt x="404725" y="638035"/>
                  </a:lnTo>
                  <a:lnTo>
                    <a:pt x="404580" y="638959"/>
                  </a:lnTo>
                  <a:lnTo>
                    <a:pt x="404245" y="639774"/>
                  </a:lnTo>
                  <a:lnTo>
                    <a:pt x="403722" y="639339"/>
                  </a:lnTo>
                  <a:lnTo>
                    <a:pt x="403457" y="640041"/>
                  </a:lnTo>
                  <a:lnTo>
                    <a:pt x="403145" y="639302"/>
                  </a:lnTo>
                  <a:lnTo>
                    <a:pt x="402835" y="638055"/>
                  </a:lnTo>
                  <a:lnTo>
                    <a:pt x="402490" y="636004"/>
                  </a:lnTo>
                  <a:lnTo>
                    <a:pt x="403403" y="624455"/>
                  </a:lnTo>
                  <a:lnTo>
                    <a:pt x="404248" y="617097"/>
                  </a:lnTo>
                  <a:lnTo>
                    <a:pt x="404344" y="608703"/>
                  </a:lnTo>
                  <a:lnTo>
                    <a:pt x="404407" y="607459"/>
                  </a:lnTo>
                  <a:lnTo>
                    <a:pt x="404336" y="605228"/>
                  </a:lnTo>
                  <a:lnTo>
                    <a:pt x="403203" y="600380"/>
                  </a:lnTo>
                  <a:lnTo>
                    <a:pt x="398193" y="588551"/>
                  </a:lnTo>
                  <a:lnTo>
                    <a:pt x="394310" y="574542"/>
                  </a:lnTo>
                  <a:lnTo>
                    <a:pt x="390946" y="569287"/>
                  </a:lnTo>
                  <a:lnTo>
                    <a:pt x="388394" y="570442"/>
                  </a:lnTo>
                  <a:lnTo>
                    <a:pt x="387953" y="571498"/>
                  </a:lnTo>
                  <a:lnTo>
                    <a:pt x="387763" y="572879"/>
                  </a:lnTo>
                  <a:lnTo>
                    <a:pt x="387923" y="574441"/>
                  </a:lnTo>
                  <a:lnTo>
                    <a:pt x="387691" y="575092"/>
                  </a:lnTo>
                  <a:lnTo>
                    <a:pt x="387006" y="575010"/>
                  </a:lnTo>
                  <a:lnTo>
                    <a:pt x="386084" y="575373"/>
                  </a:lnTo>
                  <a:lnTo>
                    <a:pt x="383675" y="579061"/>
                  </a:lnTo>
                  <a:lnTo>
                    <a:pt x="382826" y="578925"/>
                  </a:lnTo>
                  <a:lnTo>
                    <a:pt x="382054" y="579881"/>
                  </a:lnTo>
                  <a:lnTo>
                    <a:pt x="381476" y="580596"/>
                  </a:lnTo>
                  <a:lnTo>
                    <a:pt x="379969" y="580986"/>
                  </a:lnTo>
                  <a:lnTo>
                    <a:pt x="378692" y="581804"/>
                  </a:lnTo>
                  <a:lnTo>
                    <a:pt x="378140" y="581361"/>
                  </a:lnTo>
                  <a:lnTo>
                    <a:pt x="377780" y="579223"/>
                  </a:lnTo>
                  <a:lnTo>
                    <a:pt x="377780" y="577009"/>
                  </a:lnTo>
                  <a:lnTo>
                    <a:pt x="378071" y="578706"/>
                  </a:lnTo>
                  <a:lnTo>
                    <a:pt x="378524" y="580034"/>
                  </a:lnTo>
                  <a:lnTo>
                    <a:pt x="378731" y="579503"/>
                  </a:lnTo>
                  <a:lnTo>
                    <a:pt x="378808" y="578328"/>
                  </a:lnTo>
                  <a:lnTo>
                    <a:pt x="378358" y="576027"/>
                  </a:lnTo>
                  <a:lnTo>
                    <a:pt x="376910" y="573071"/>
                  </a:lnTo>
                  <a:lnTo>
                    <a:pt x="375261" y="568752"/>
                  </a:lnTo>
                  <a:lnTo>
                    <a:pt x="375764" y="568895"/>
                  </a:lnTo>
                  <a:lnTo>
                    <a:pt x="375891" y="567970"/>
                  </a:lnTo>
                  <a:lnTo>
                    <a:pt x="375380" y="566757"/>
                  </a:lnTo>
                  <a:lnTo>
                    <a:pt x="375596" y="565354"/>
                  </a:lnTo>
                  <a:lnTo>
                    <a:pt x="375956" y="563881"/>
                  </a:lnTo>
                  <a:lnTo>
                    <a:pt x="375260" y="564102"/>
                  </a:lnTo>
                  <a:lnTo>
                    <a:pt x="374636" y="565134"/>
                  </a:lnTo>
                  <a:lnTo>
                    <a:pt x="374615" y="566408"/>
                  </a:lnTo>
                  <a:lnTo>
                    <a:pt x="374492" y="567420"/>
                  </a:lnTo>
                  <a:lnTo>
                    <a:pt x="374156" y="567273"/>
                  </a:lnTo>
                  <a:lnTo>
                    <a:pt x="373532" y="566019"/>
                  </a:lnTo>
                  <a:lnTo>
                    <a:pt x="370460" y="562529"/>
                  </a:lnTo>
                  <a:lnTo>
                    <a:pt x="367775" y="560561"/>
                  </a:lnTo>
                  <a:lnTo>
                    <a:pt x="369836" y="559675"/>
                  </a:lnTo>
                  <a:lnTo>
                    <a:pt x="370954" y="560364"/>
                  </a:lnTo>
                  <a:lnTo>
                    <a:pt x="370820" y="559307"/>
                  </a:lnTo>
                  <a:lnTo>
                    <a:pt x="370552" y="558637"/>
                  </a:lnTo>
                  <a:lnTo>
                    <a:pt x="369670" y="557787"/>
                  </a:lnTo>
                  <a:lnTo>
                    <a:pt x="368547" y="558110"/>
                  </a:lnTo>
                  <a:lnTo>
                    <a:pt x="367838" y="557710"/>
                  </a:lnTo>
                  <a:lnTo>
                    <a:pt x="367113" y="558553"/>
                  </a:lnTo>
                  <a:lnTo>
                    <a:pt x="366318" y="559805"/>
                  </a:lnTo>
                  <a:lnTo>
                    <a:pt x="365610" y="560450"/>
                  </a:lnTo>
                  <a:lnTo>
                    <a:pt x="362842" y="561352"/>
                  </a:lnTo>
                  <a:lnTo>
                    <a:pt x="360597" y="562330"/>
                  </a:lnTo>
                  <a:lnTo>
                    <a:pt x="360957" y="561297"/>
                  </a:lnTo>
                  <a:lnTo>
                    <a:pt x="361341" y="560633"/>
                  </a:lnTo>
                  <a:lnTo>
                    <a:pt x="362667" y="559623"/>
                  </a:lnTo>
                  <a:lnTo>
                    <a:pt x="362866" y="557524"/>
                  </a:lnTo>
                  <a:lnTo>
                    <a:pt x="362554" y="555503"/>
                  </a:lnTo>
                  <a:lnTo>
                    <a:pt x="362205" y="555988"/>
                  </a:lnTo>
                  <a:lnTo>
                    <a:pt x="361838" y="557567"/>
                  </a:lnTo>
                  <a:lnTo>
                    <a:pt x="361388" y="556429"/>
                  </a:lnTo>
                  <a:lnTo>
                    <a:pt x="360890" y="556435"/>
                  </a:lnTo>
                  <a:lnTo>
                    <a:pt x="360755" y="558948"/>
                  </a:lnTo>
                  <a:lnTo>
                    <a:pt x="360117" y="560633"/>
                  </a:lnTo>
                  <a:lnTo>
                    <a:pt x="359829" y="562330"/>
                  </a:lnTo>
                  <a:lnTo>
                    <a:pt x="357957" y="563659"/>
                  </a:lnTo>
                  <a:lnTo>
                    <a:pt x="357717" y="563216"/>
                  </a:lnTo>
                  <a:lnTo>
                    <a:pt x="358265" y="561604"/>
                  </a:lnTo>
                  <a:lnTo>
                    <a:pt x="358221" y="560708"/>
                  </a:lnTo>
                  <a:lnTo>
                    <a:pt x="357596" y="561477"/>
                  </a:lnTo>
                  <a:lnTo>
                    <a:pt x="356548" y="564532"/>
                  </a:lnTo>
                  <a:lnTo>
                    <a:pt x="352860" y="565532"/>
                  </a:lnTo>
                  <a:lnTo>
                    <a:pt x="353061" y="564838"/>
                  </a:lnTo>
                  <a:lnTo>
                    <a:pt x="353840" y="564699"/>
                  </a:lnTo>
                  <a:lnTo>
                    <a:pt x="354933" y="563733"/>
                  </a:lnTo>
                  <a:lnTo>
                    <a:pt x="354712" y="562105"/>
                  </a:lnTo>
                  <a:lnTo>
                    <a:pt x="354290" y="560316"/>
                  </a:lnTo>
                  <a:lnTo>
                    <a:pt x="353901" y="560117"/>
                  </a:lnTo>
                  <a:lnTo>
                    <a:pt x="353644" y="559068"/>
                  </a:lnTo>
                  <a:lnTo>
                    <a:pt x="353657" y="555762"/>
                  </a:lnTo>
                  <a:lnTo>
                    <a:pt x="353408" y="553830"/>
                  </a:lnTo>
                  <a:lnTo>
                    <a:pt x="352808" y="551842"/>
                  </a:lnTo>
                  <a:lnTo>
                    <a:pt x="352605" y="552225"/>
                  </a:lnTo>
                  <a:lnTo>
                    <a:pt x="352163" y="555624"/>
                  </a:lnTo>
                  <a:lnTo>
                    <a:pt x="351796" y="560082"/>
                  </a:lnTo>
                  <a:lnTo>
                    <a:pt x="351615" y="561522"/>
                  </a:lnTo>
                  <a:lnTo>
                    <a:pt x="350521" y="561623"/>
                  </a:lnTo>
                  <a:lnTo>
                    <a:pt x="349553" y="561319"/>
                  </a:lnTo>
                  <a:lnTo>
                    <a:pt x="346263" y="561854"/>
                  </a:lnTo>
                  <a:lnTo>
                    <a:pt x="345034" y="560343"/>
                  </a:lnTo>
                  <a:lnTo>
                    <a:pt x="344525" y="560053"/>
                  </a:lnTo>
                  <a:lnTo>
                    <a:pt x="344214" y="560088"/>
                  </a:lnTo>
                  <a:lnTo>
                    <a:pt x="342784" y="561473"/>
                  </a:lnTo>
                  <a:lnTo>
                    <a:pt x="341153" y="562534"/>
                  </a:lnTo>
                  <a:lnTo>
                    <a:pt x="340769" y="562200"/>
                  </a:lnTo>
                  <a:lnTo>
                    <a:pt x="340221" y="562151"/>
                  </a:lnTo>
                  <a:lnTo>
                    <a:pt x="339040" y="565761"/>
                  </a:lnTo>
                  <a:lnTo>
                    <a:pt x="337646" y="567451"/>
                  </a:lnTo>
                  <a:lnTo>
                    <a:pt x="334129" y="564414"/>
                  </a:lnTo>
                  <a:lnTo>
                    <a:pt x="333255" y="561971"/>
                  </a:lnTo>
                  <a:lnTo>
                    <a:pt x="332478" y="561449"/>
                  </a:lnTo>
                  <a:lnTo>
                    <a:pt x="331524" y="561147"/>
                  </a:lnTo>
                  <a:lnTo>
                    <a:pt x="330498" y="564152"/>
                  </a:lnTo>
                  <a:lnTo>
                    <a:pt x="329719" y="568208"/>
                  </a:lnTo>
                  <a:lnTo>
                    <a:pt x="330950" y="570432"/>
                  </a:lnTo>
                  <a:lnTo>
                    <a:pt x="332004" y="571495"/>
                  </a:lnTo>
                  <a:lnTo>
                    <a:pt x="333745" y="570603"/>
                  </a:lnTo>
                  <a:lnTo>
                    <a:pt x="334708" y="568635"/>
                  </a:lnTo>
                  <a:lnTo>
                    <a:pt x="335494" y="568700"/>
                  </a:lnTo>
                  <a:lnTo>
                    <a:pt x="335870" y="568301"/>
                  </a:lnTo>
                  <a:lnTo>
                    <a:pt x="336214" y="567273"/>
                  </a:lnTo>
                  <a:lnTo>
                    <a:pt x="336886" y="568084"/>
                  </a:lnTo>
                  <a:lnTo>
                    <a:pt x="336910" y="568897"/>
                  </a:lnTo>
                  <a:lnTo>
                    <a:pt x="336432" y="570041"/>
                  </a:lnTo>
                  <a:lnTo>
                    <a:pt x="335831" y="571004"/>
                  </a:lnTo>
                  <a:lnTo>
                    <a:pt x="335466" y="572140"/>
                  </a:lnTo>
                  <a:lnTo>
                    <a:pt x="336153" y="574428"/>
                  </a:lnTo>
                  <a:lnTo>
                    <a:pt x="337230" y="575197"/>
                  </a:lnTo>
                  <a:lnTo>
                    <a:pt x="337636" y="574865"/>
                  </a:lnTo>
                  <a:lnTo>
                    <a:pt x="337887" y="572293"/>
                  </a:lnTo>
                  <a:lnTo>
                    <a:pt x="338550" y="570637"/>
                  </a:lnTo>
                  <a:lnTo>
                    <a:pt x="339451" y="570994"/>
                  </a:lnTo>
                  <a:lnTo>
                    <a:pt x="339323" y="572033"/>
                  </a:lnTo>
                  <a:lnTo>
                    <a:pt x="339449" y="573014"/>
                  </a:lnTo>
                  <a:lnTo>
                    <a:pt x="339863" y="574689"/>
                  </a:lnTo>
                  <a:lnTo>
                    <a:pt x="339815" y="577089"/>
                  </a:lnTo>
                  <a:lnTo>
                    <a:pt x="339896" y="577667"/>
                  </a:lnTo>
                  <a:lnTo>
                    <a:pt x="338925" y="578726"/>
                  </a:lnTo>
                  <a:lnTo>
                    <a:pt x="338202" y="579086"/>
                  </a:lnTo>
                  <a:lnTo>
                    <a:pt x="337623" y="580472"/>
                  </a:lnTo>
                  <a:lnTo>
                    <a:pt x="337926" y="581277"/>
                  </a:lnTo>
                  <a:lnTo>
                    <a:pt x="337336" y="581984"/>
                  </a:lnTo>
                  <a:lnTo>
                    <a:pt x="336938" y="581702"/>
                  </a:lnTo>
                  <a:lnTo>
                    <a:pt x="336737" y="581963"/>
                  </a:lnTo>
                  <a:lnTo>
                    <a:pt x="336677" y="582814"/>
                  </a:lnTo>
                  <a:lnTo>
                    <a:pt x="336373" y="583605"/>
                  </a:lnTo>
                  <a:lnTo>
                    <a:pt x="336816" y="585987"/>
                  </a:lnTo>
                  <a:lnTo>
                    <a:pt x="337724" y="587542"/>
                  </a:lnTo>
                  <a:lnTo>
                    <a:pt x="338365" y="589491"/>
                  </a:lnTo>
                  <a:lnTo>
                    <a:pt x="340941" y="592058"/>
                  </a:lnTo>
                  <a:lnTo>
                    <a:pt x="341565" y="591985"/>
                  </a:lnTo>
                  <a:lnTo>
                    <a:pt x="342180" y="594569"/>
                  </a:lnTo>
                  <a:lnTo>
                    <a:pt x="342675" y="595457"/>
                  </a:lnTo>
                  <a:lnTo>
                    <a:pt x="343152" y="595909"/>
                  </a:lnTo>
                  <a:lnTo>
                    <a:pt x="343098" y="597687"/>
                  </a:lnTo>
                  <a:lnTo>
                    <a:pt x="342250" y="598988"/>
                  </a:lnTo>
                  <a:lnTo>
                    <a:pt x="342021" y="600541"/>
                  </a:lnTo>
                  <a:lnTo>
                    <a:pt x="341808" y="601413"/>
                  </a:lnTo>
                  <a:lnTo>
                    <a:pt x="341426" y="600308"/>
                  </a:lnTo>
                  <a:lnTo>
                    <a:pt x="341034" y="599507"/>
                  </a:lnTo>
                  <a:lnTo>
                    <a:pt x="340125" y="601943"/>
                  </a:lnTo>
                  <a:lnTo>
                    <a:pt x="339687" y="602455"/>
                  </a:lnTo>
                  <a:lnTo>
                    <a:pt x="339905" y="599829"/>
                  </a:lnTo>
                  <a:lnTo>
                    <a:pt x="339562" y="598800"/>
                  </a:lnTo>
                  <a:lnTo>
                    <a:pt x="339043" y="596167"/>
                  </a:lnTo>
                  <a:lnTo>
                    <a:pt x="338287" y="594538"/>
                  </a:lnTo>
                  <a:lnTo>
                    <a:pt x="337755" y="593999"/>
                  </a:lnTo>
                  <a:lnTo>
                    <a:pt x="337340" y="592969"/>
                  </a:lnTo>
                  <a:lnTo>
                    <a:pt x="336838" y="592552"/>
                  </a:lnTo>
                  <a:lnTo>
                    <a:pt x="336410" y="592658"/>
                  </a:lnTo>
                  <a:lnTo>
                    <a:pt x="335685" y="592058"/>
                  </a:lnTo>
                  <a:lnTo>
                    <a:pt x="335638" y="590657"/>
                  </a:lnTo>
                  <a:lnTo>
                    <a:pt x="335437" y="589608"/>
                  </a:lnTo>
                  <a:lnTo>
                    <a:pt x="334870" y="588370"/>
                  </a:lnTo>
                  <a:lnTo>
                    <a:pt x="332160" y="586031"/>
                  </a:lnTo>
                  <a:lnTo>
                    <a:pt x="332144" y="587000"/>
                  </a:lnTo>
                  <a:lnTo>
                    <a:pt x="332332" y="587728"/>
                  </a:lnTo>
                  <a:lnTo>
                    <a:pt x="332721" y="588213"/>
                  </a:lnTo>
                  <a:lnTo>
                    <a:pt x="333186" y="589157"/>
                  </a:lnTo>
                  <a:lnTo>
                    <a:pt x="333182" y="591951"/>
                  </a:lnTo>
                  <a:lnTo>
                    <a:pt x="332981" y="593134"/>
                  </a:lnTo>
                  <a:lnTo>
                    <a:pt x="332894" y="594820"/>
                  </a:lnTo>
                  <a:lnTo>
                    <a:pt x="332715" y="596532"/>
                  </a:lnTo>
                  <a:lnTo>
                    <a:pt x="332384" y="597883"/>
                  </a:lnTo>
                  <a:lnTo>
                    <a:pt x="331644" y="598803"/>
                  </a:lnTo>
                  <a:lnTo>
                    <a:pt x="331318" y="598033"/>
                  </a:lnTo>
                  <a:lnTo>
                    <a:pt x="330790" y="594345"/>
                  </a:lnTo>
                  <a:lnTo>
                    <a:pt x="330044" y="593183"/>
                  </a:lnTo>
                  <a:lnTo>
                    <a:pt x="328859" y="593046"/>
                  </a:lnTo>
                  <a:lnTo>
                    <a:pt x="328054" y="593880"/>
                  </a:lnTo>
                  <a:lnTo>
                    <a:pt x="327176" y="597453"/>
                  </a:lnTo>
                  <a:lnTo>
                    <a:pt x="326469" y="598037"/>
                  </a:lnTo>
                  <a:lnTo>
                    <a:pt x="324050" y="596186"/>
                  </a:lnTo>
                  <a:lnTo>
                    <a:pt x="321287" y="593365"/>
                  </a:lnTo>
                  <a:lnTo>
                    <a:pt x="321358" y="592426"/>
                  </a:lnTo>
                  <a:lnTo>
                    <a:pt x="321793" y="592124"/>
                  </a:lnTo>
                  <a:lnTo>
                    <a:pt x="322626" y="592510"/>
                  </a:lnTo>
                  <a:lnTo>
                    <a:pt x="322582" y="591542"/>
                  </a:lnTo>
                  <a:lnTo>
                    <a:pt x="321730" y="588390"/>
                  </a:lnTo>
                  <a:lnTo>
                    <a:pt x="321574" y="586968"/>
                  </a:lnTo>
                  <a:lnTo>
                    <a:pt x="321684" y="585232"/>
                  </a:lnTo>
                  <a:lnTo>
                    <a:pt x="321406" y="585271"/>
                  </a:lnTo>
                  <a:lnTo>
                    <a:pt x="320894" y="586728"/>
                  </a:lnTo>
                  <a:lnTo>
                    <a:pt x="319132" y="585493"/>
                  </a:lnTo>
                  <a:lnTo>
                    <a:pt x="318646" y="584017"/>
                  </a:lnTo>
                  <a:lnTo>
                    <a:pt x="317611" y="579858"/>
                  </a:lnTo>
                  <a:lnTo>
                    <a:pt x="316150" y="579722"/>
                  </a:lnTo>
                  <a:lnTo>
                    <a:pt x="315489" y="577200"/>
                  </a:lnTo>
                  <a:lnTo>
                    <a:pt x="314296" y="578256"/>
                  </a:lnTo>
                  <a:lnTo>
                    <a:pt x="313691" y="579425"/>
                  </a:lnTo>
                  <a:lnTo>
                    <a:pt x="313160" y="581235"/>
                  </a:lnTo>
                  <a:lnTo>
                    <a:pt x="313367" y="582175"/>
                  </a:lnTo>
                  <a:lnTo>
                    <a:pt x="313896" y="583667"/>
                  </a:lnTo>
                  <a:lnTo>
                    <a:pt x="313654" y="584387"/>
                  </a:lnTo>
                  <a:lnTo>
                    <a:pt x="311955" y="585450"/>
                  </a:lnTo>
                  <a:lnTo>
                    <a:pt x="308009" y="584261"/>
                  </a:lnTo>
                  <a:lnTo>
                    <a:pt x="306855" y="583150"/>
                  </a:lnTo>
                  <a:lnTo>
                    <a:pt x="305306" y="580801"/>
                  </a:lnTo>
                  <a:lnTo>
                    <a:pt x="303160" y="578887"/>
                  </a:lnTo>
                  <a:lnTo>
                    <a:pt x="302126" y="578578"/>
                  </a:lnTo>
                  <a:lnTo>
                    <a:pt x="301114" y="578957"/>
                  </a:lnTo>
                  <a:lnTo>
                    <a:pt x="298169" y="579153"/>
                  </a:lnTo>
                  <a:lnTo>
                    <a:pt x="297485" y="579663"/>
                  </a:lnTo>
                  <a:lnTo>
                    <a:pt x="296903" y="580477"/>
                  </a:lnTo>
                  <a:lnTo>
                    <a:pt x="296526" y="579576"/>
                  </a:lnTo>
                  <a:lnTo>
                    <a:pt x="296351" y="577969"/>
                  </a:lnTo>
                  <a:lnTo>
                    <a:pt x="296693" y="577708"/>
                  </a:lnTo>
                  <a:lnTo>
                    <a:pt x="297073" y="576763"/>
                  </a:lnTo>
                  <a:lnTo>
                    <a:pt x="297416" y="574894"/>
                  </a:lnTo>
                  <a:lnTo>
                    <a:pt x="297455" y="573765"/>
                  </a:lnTo>
                  <a:lnTo>
                    <a:pt x="297215" y="573027"/>
                  </a:lnTo>
                  <a:lnTo>
                    <a:pt x="296759" y="572954"/>
                  </a:lnTo>
                  <a:lnTo>
                    <a:pt x="295751" y="577822"/>
                  </a:lnTo>
                  <a:lnTo>
                    <a:pt x="296327" y="580550"/>
                  </a:lnTo>
                  <a:lnTo>
                    <a:pt x="296288" y="581534"/>
                  </a:lnTo>
                  <a:lnTo>
                    <a:pt x="294277" y="582094"/>
                  </a:lnTo>
                  <a:lnTo>
                    <a:pt x="289712" y="587587"/>
                  </a:lnTo>
                  <a:lnTo>
                    <a:pt x="287932" y="590549"/>
                  </a:lnTo>
                  <a:lnTo>
                    <a:pt x="288023" y="589552"/>
                  </a:lnTo>
                  <a:lnTo>
                    <a:pt x="290176" y="585713"/>
                  </a:lnTo>
                  <a:lnTo>
                    <a:pt x="289416" y="585125"/>
                  </a:lnTo>
                  <a:lnTo>
                    <a:pt x="288192" y="586085"/>
                  </a:lnTo>
                  <a:lnTo>
                    <a:pt x="287753" y="585715"/>
                  </a:lnTo>
                  <a:lnTo>
                    <a:pt x="288271" y="582541"/>
                  </a:lnTo>
                  <a:lnTo>
                    <a:pt x="288102" y="579742"/>
                  </a:lnTo>
                  <a:lnTo>
                    <a:pt x="287233" y="579666"/>
                  </a:lnTo>
                  <a:lnTo>
                    <a:pt x="286680" y="581901"/>
                  </a:lnTo>
                  <a:lnTo>
                    <a:pt x="286295" y="581805"/>
                  </a:lnTo>
                  <a:lnTo>
                    <a:pt x="285792" y="580847"/>
                  </a:lnTo>
                  <a:lnTo>
                    <a:pt x="285402" y="581150"/>
                  </a:lnTo>
                  <a:lnTo>
                    <a:pt x="285690" y="586215"/>
                  </a:lnTo>
                  <a:lnTo>
                    <a:pt x="286238" y="588298"/>
                  </a:lnTo>
                  <a:lnTo>
                    <a:pt x="286695" y="590954"/>
                  </a:lnTo>
                  <a:lnTo>
                    <a:pt x="285445" y="594237"/>
                  </a:lnTo>
                  <a:lnTo>
                    <a:pt x="284284" y="596945"/>
                  </a:lnTo>
                  <a:lnTo>
                    <a:pt x="284158" y="599562"/>
                  </a:lnTo>
                  <a:lnTo>
                    <a:pt x="282992" y="602972"/>
                  </a:lnTo>
                  <a:lnTo>
                    <a:pt x="281894" y="604905"/>
                  </a:lnTo>
                  <a:lnTo>
                    <a:pt x="279316" y="609450"/>
                  </a:lnTo>
                  <a:lnTo>
                    <a:pt x="278580" y="610422"/>
                  </a:lnTo>
                  <a:lnTo>
                    <a:pt x="277417" y="612532"/>
                  </a:lnTo>
                  <a:lnTo>
                    <a:pt x="275811" y="614113"/>
                  </a:lnTo>
                  <a:lnTo>
                    <a:pt x="274272" y="616624"/>
                  </a:lnTo>
                  <a:lnTo>
                    <a:pt x="273753" y="617005"/>
                  </a:lnTo>
                  <a:lnTo>
                    <a:pt x="274736" y="614879"/>
                  </a:lnTo>
                  <a:lnTo>
                    <a:pt x="275901" y="612780"/>
                  </a:lnTo>
                  <a:lnTo>
                    <a:pt x="274902" y="613067"/>
                  </a:lnTo>
                  <a:lnTo>
                    <a:pt x="273360" y="612095"/>
                  </a:lnTo>
                  <a:lnTo>
                    <a:pt x="272417" y="612038"/>
                  </a:lnTo>
                  <a:lnTo>
                    <a:pt x="272411" y="612804"/>
                  </a:lnTo>
                  <a:lnTo>
                    <a:pt x="271694" y="613887"/>
                  </a:lnTo>
                  <a:lnTo>
                    <a:pt x="270951" y="612297"/>
                  </a:lnTo>
                  <a:lnTo>
                    <a:pt x="270627" y="611227"/>
                  </a:lnTo>
                  <a:lnTo>
                    <a:pt x="270473" y="610304"/>
                  </a:lnTo>
                  <a:lnTo>
                    <a:pt x="270158" y="610080"/>
                  </a:lnTo>
                  <a:lnTo>
                    <a:pt x="269854" y="610509"/>
                  </a:lnTo>
                  <a:lnTo>
                    <a:pt x="270964" y="617012"/>
                  </a:lnTo>
                  <a:lnTo>
                    <a:pt x="271436" y="617293"/>
                  </a:lnTo>
                  <a:lnTo>
                    <a:pt x="271959" y="617939"/>
                  </a:lnTo>
                  <a:lnTo>
                    <a:pt x="271308" y="619454"/>
                  </a:lnTo>
                  <a:lnTo>
                    <a:pt x="270607" y="620604"/>
                  </a:lnTo>
                  <a:lnTo>
                    <a:pt x="269505" y="621368"/>
                  </a:lnTo>
                  <a:lnTo>
                    <a:pt x="268571" y="618994"/>
                  </a:lnTo>
                  <a:lnTo>
                    <a:pt x="268369" y="621972"/>
                  </a:lnTo>
                  <a:lnTo>
                    <a:pt x="268250" y="624946"/>
                  </a:lnTo>
                  <a:lnTo>
                    <a:pt x="267937" y="625709"/>
                  </a:lnTo>
                  <a:lnTo>
                    <a:pt x="267436" y="626797"/>
                  </a:lnTo>
                  <a:lnTo>
                    <a:pt x="267164" y="625976"/>
                  </a:lnTo>
                  <a:lnTo>
                    <a:pt x="267035" y="624826"/>
                  </a:lnTo>
                  <a:lnTo>
                    <a:pt x="266714" y="625852"/>
                  </a:lnTo>
                  <a:lnTo>
                    <a:pt x="266245" y="626622"/>
                  </a:lnTo>
                  <a:lnTo>
                    <a:pt x="265471" y="626777"/>
                  </a:lnTo>
                  <a:lnTo>
                    <a:pt x="264889" y="627188"/>
                  </a:lnTo>
                  <a:lnTo>
                    <a:pt x="264903" y="628420"/>
                  </a:lnTo>
                  <a:lnTo>
                    <a:pt x="265036" y="629658"/>
                  </a:lnTo>
                  <a:lnTo>
                    <a:pt x="266064" y="628680"/>
                  </a:lnTo>
                  <a:lnTo>
                    <a:pt x="265691" y="631864"/>
                  </a:lnTo>
                  <a:lnTo>
                    <a:pt x="264746" y="635011"/>
                  </a:lnTo>
                  <a:lnTo>
                    <a:pt x="263976" y="635754"/>
                  </a:lnTo>
                  <a:lnTo>
                    <a:pt x="262797" y="635294"/>
                  </a:lnTo>
                  <a:lnTo>
                    <a:pt x="262506" y="635610"/>
                  </a:lnTo>
                  <a:lnTo>
                    <a:pt x="262246" y="636263"/>
                  </a:lnTo>
                  <a:lnTo>
                    <a:pt x="263618" y="641186"/>
                  </a:lnTo>
                  <a:lnTo>
                    <a:pt x="262736" y="648611"/>
                  </a:lnTo>
                  <a:lnTo>
                    <a:pt x="262172" y="651302"/>
                  </a:lnTo>
                  <a:lnTo>
                    <a:pt x="261781" y="651647"/>
                  </a:lnTo>
                  <a:lnTo>
                    <a:pt x="261357" y="651725"/>
                  </a:lnTo>
                  <a:lnTo>
                    <a:pt x="259836" y="649332"/>
                  </a:lnTo>
                  <a:lnTo>
                    <a:pt x="259006" y="647483"/>
                  </a:lnTo>
                  <a:lnTo>
                    <a:pt x="259738" y="652517"/>
                  </a:lnTo>
                  <a:lnTo>
                    <a:pt x="261730" y="653987"/>
                  </a:lnTo>
                  <a:lnTo>
                    <a:pt x="261832" y="655892"/>
                  </a:lnTo>
                  <a:lnTo>
                    <a:pt x="261821" y="657519"/>
                  </a:lnTo>
                  <a:lnTo>
                    <a:pt x="261428" y="659429"/>
                  </a:lnTo>
                  <a:lnTo>
                    <a:pt x="261061" y="661967"/>
                  </a:lnTo>
                  <a:lnTo>
                    <a:pt x="261332" y="663735"/>
                  </a:lnTo>
                  <a:lnTo>
                    <a:pt x="261647" y="668105"/>
                  </a:lnTo>
                  <a:lnTo>
                    <a:pt x="261916" y="670111"/>
                  </a:lnTo>
                  <a:lnTo>
                    <a:pt x="262211" y="676195"/>
                  </a:lnTo>
                  <a:lnTo>
                    <a:pt x="262526" y="678834"/>
                  </a:lnTo>
                  <a:lnTo>
                    <a:pt x="264337" y="688546"/>
                  </a:lnTo>
                  <a:lnTo>
                    <a:pt x="264948" y="688621"/>
                  </a:lnTo>
                  <a:lnTo>
                    <a:pt x="265046" y="689672"/>
                  </a:lnTo>
                  <a:lnTo>
                    <a:pt x="264988" y="691689"/>
                  </a:lnTo>
                  <a:lnTo>
                    <a:pt x="263685" y="692277"/>
                  </a:lnTo>
                  <a:lnTo>
                    <a:pt x="263138" y="693176"/>
                  </a:lnTo>
                  <a:lnTo>
                    <a:pt x="263031" y="693956"/>
                  </a:lnTo>
                  <a:lnTo>
                    <a:pt x="262951" y="694377"/>
                  </a:lnTo>
                  <a:lnTo>
                    <a:pt x="262783" y="694338"/>
                  </a:lnTo>
                  <a:lnTo>
                    <a:pt x="262161" y="693777"/>
                  </a:lnTo>
                  <a:lnTo>
                    <a:pt x="260748" y="691019"/>
                  </a:lnTo>
                  <a:lnTo>
                    <a:pt x="258689" y="689309"/>
                  </a:lnTo>
                  <a:lnTo>
                    <a:pt x="255984" y="688647"/>
                  </a:lnTo>
                  <a:lnTo>
                    <a:pt x="254136" y="687266"/>
                  </a:lnTo>
                  <a:lnTo>
                    <a:pt x="253145" y="685162"/>
                  </a:lnTo>
                  <a:lnTo>
                    <a:pt x="252109" y="683915"/>
                  </a:lnTo>
                  <a:lnTo>
                    <a:pt x="251028" y="683523"/>
                  </a:lnTo>
                  <a:lnTo>
                    <a:pt x="250133" y="682382"/>
                  </a:lnTo>
                  <a:lnTo>
                    <a:pt x="249424" y="680492"/>
                  </a:lnTo>
                  <a:lnTo>
                    <a:pt x="248386" y="679285"/>
                  </a:lnTo>
                  <a:lnTo>
                    <a:pt x="247020" y="678762"/>
                  </a:lnTo>
                  <a:lnTo>
                    <a:pt x="246131" y="677345"/>
                  </a:lnTo>
                  <a:lnTo>
                    <a:pt x="245510" y="673829"/>
                  </a:lnTo>
                  <a:lnTo>
                    <a:pt x="244956" y="668037"/>
                  </a:lnTo>
                  <a:lnTo>
                    <a:pt x="244259" y="664409"/>
                  </a:lnTo>
                  <a:lnTo>
                    <a:pt x="242902" y="659918"/>
                  </a:lnTo>
                  <a:lnTo>
                    <a:pt x="242778" y="659327"/>
                  </a:lnTo>
                  <a:lnTo>
                    <a:pt x="242766" y="658588"/>
                  </a:lnTo>
                  <a:lnTo>
                    <a:pt x="242934" y="655975"/>
                  </a:lnTo>
                  <a:lnTo>
                    <a:pt x="242791" y="654097"/>
                  </a:lnTo>
                  <a:lnTo>
                    <a:pt x="242362" y="652566"/>
                  </a:lnTo>
                  <a:lnTo>
                    <a:pt x="242263" y="650946"/>
                  </a:lnTo>
                  <a:lnTo>
                    <a:pt x="242496" y="649240"/>
                  </a:lnTo>
                  <a:lnTo>
                    <a:pt x="242511" y="647191"/>
                  </a:lnTo>
                  <a:lnTo>
                    <a:pt x="242309" y="644799"/>
                  </a:lnTo>
                  <a:lnTo>
                    <a:pt x="241443" y="642212"/>
                  </a:lnTo>
                  <a:lnTo>
                    <a:pt x="239915" y="639433"/>
                  </a:lnTo>
                  <a:lnTo>
                    <a:pt x="238614" y="635375"/>
                  </a:lnTo>
                  <a:lnTo>
                    <a:pt x="237539" y="630039"/>
                  </a:lnTo>
                  <a:lnTo>
                    <a:pt x="236477" y="626343"/>
                  </a:lnTo>
                  <a:lnTo>
                    <a:pt x="235425" y="624284"/>
                  </a:lnTo>
                  <a:lnTo>
                    <a:pt x="234707" y="621770"/>
                  </a:lnTo>
                  <a:lnTo>
                    <a:pt x="234320" y="618802"/>
                  </a:lnTo>
                  <a:lnTo>
                    <a:pt x="234206" y="617080"/>
                  </a:lnTo>
                  <a:lnTo>
                    <a:pt x="234364" y="616603"/>
                  </a:lnTo>
                  <a:lnTo>
                    <a:pt x="233718" y="613304"/>
                  </a:lnTo>
                  <a:lnTo>
                    <a:pt x="232268" y="607183"/>
                  </a:lnTo>
                  <a:lnTo>
                    <a:pt x="231435" y="602708"/>
                  </a:lnTo>
                  <a:lnTo>
                    <a:pt x="231221" y="599878"/>
                  </a:lnTo>
                  <a:lnTo>
                    <a:pt x="230298" y="596511"/>
                  </a:lnTo>
                  <a:lnTo>
                    <a:pt x="228669" y="592605"/>
                  </a:lnTo>
                  <a:lnTo>
                    <a:pt x="227782" y="590064"/>
                  </a:lnTo>
                  <a:lnTo>
                    <a:pt x="227565" y="588300"/>
                  </a:lnTo>
                  <a:lnTo>
                    <a:pt x="225021" y="583167"/>
                  </a:lnTo>
                  <a:lnTo>
                    <a:pt x="224282" y="579961"/>
                  </a:lnTo>
                  <a:lnTo>
                    <a:pt x="223706" y="578949"/>
                  </a:lnTo>
                  <a:lnTo>
                    <a:pt x="223043" y="579058"/>
                  </a:lnTo>
                  <a:lnTo>
                    <a:pt x="222703" y="578751"/>
                  </a:lnTo>
                  <a:lnTo>
                    <a:pt x="222686" y="578027"/>
                  </a:lnTo>
                  <a:lnTo>
                    <a:pt x="222472" y="577992"/>
                  </a:lnTo>
                  <a:lnTo>
                    <a:pt x="222059" y="578650"/>
                  </a:lnTo>
                  <a:lnTo>
                    <a:pt x="220706" y="578783"/>
                  </a:lnTo>
                  <a:lnTo>
                    <a:pt x="218413" y="578392"/>
                  </a:lnTo>
                  <a:lnTo>
                    <a:pt x="216758" y="577519"/>
                  </a:lnTo>
                  <a:lnTo>
                    <a:pt x="215740" y="576161"/>
                  </a:lnTo>
                  <a:lnTo>
                    <a:pt x="215027" y="576344"/>
                  </a:lnTo>
                  <a:lnTo>
                    <a:pt x="214618" y="578068"/>
                  </a:lnTo>
                  <a:lnTo>
                    <a:pt x="213747" y="579178"/>
                  </a:lnTo>
                  <a:lnTo>
                    <a:pt x="212414" y="579673"/>
                  </a:lnTo>
                  <a:lnTo>
                    <a:pt x="211267" y="582876"/>
                  </a:lnTo>
                  <a:lnTo>
                    <a:pt x="210308" y="588786"/>
                  </a:lnTo>
                  <a:lnTo>
                    <a:pt x="209886" y="592586"/>
                  </a:lnTo>
                  <a:lnTo>
                    <a:pt x="210003" y="594280"/>
                  </a:lnTo>
                  <a:lnTo>
                    <a:pt x="209750" y="595509"/>
                  </a:lnTo>
                  <a:lnTo>
                    <a:pt x="209127" y="596278"/>
                  </a:lnTo>
                  <a:lnTo>
                    <a:pt x="208492" y="597997"/>
                  </a:lnTo>
                  <a:lnTo>
                    <a:pt x="207847" y="600666"/>
                  </a:lnTo>
                  <a:lnTo>
                    <a:pt x="207094" y="601957"/>
                  </a:lnTo>
                  <a:lnTo>
                    <a:pt x="206234" y="601871"/>
                  </a:lnTo>
                  <a:lnTo>
                    <a:pt x="204646" y="599815"/>
                  </a:lnTo>
                  <a:lnTo>
                    <a:pt x="202329" y="595791"/>
                  </a:lnTo>
                  <a:lnTo>
                    <a:pt x="200512" y="593303"/>
                  </a:lnTo>
                  <a:lnTo>
                    <a:pt x="199197" y="592355"/>
                  </a:lnTo>
                  <a:lnTo>
                    <a:pt x="198035" y="590494"/>
                  </a:lnTo>
                  <a:lnTo>
                    <a:pt x="197026" y="587724"/>
                  </a:lnTo>
                  <a:lnTo>
                    <a:pt x="196097" y="585876"/>
                  </a:lnTo>
                  <a:lnTo>
                    <a:pt x="195247" y="584951"/>
                  </a:lnTo>
                  <a:lnTo>
                    <a:pt x="194253" y="581879"/>
                  </a:lnTo>
                  <a:lnTo>
                    <a:pt x="193116" y="576660"/>
                  </a:lnTo>
                  <a:lnTo>
                    <a:pt x="192548" y="572635"/>
                  </a:lnTo>
                  <a:lnTo>
                    <a:pt x="192548" y="568384"/>
                  </a:lnTo>
                  <a:lnTo>
                    <a:pt x="191062" y="559127"/>
                  </a:lnTo>
                  <a:lnTo>
                    <a:pt x="190274" y="555117"/>
                  </a:lnTo>
                  <a:lnTo>
                    <a:pt x="189688" y="553268"/>
                  </a:lnTo>
                  <a:lnTo>
                    <a:pt x="188541" y="551063"/>
                  </a:lnTo>
                  <a:lnTo>
                    <a:pt x="186833" y="548501"/>
                  </a:lnTo>
                  <a:lnTo>
                    <a:pt x="184543" y="543374"/>
                  </a:lnTo>
                  <a:lnTo>
                    <a:pt x="181672" y="535684"/>
                  </a:lnTo>
                  <a:lnTo>
                    <a:pt x="179639" y="531053"/>
                  </a:lnTo>
                  <a:lnTo>
                    <a:pt x="178448" y="529481"/>
                  </a:lnTo>
                  <a:lnTo>
                    <a:pt x="177413" y="526711"/>
                  </a:lnTo>
                  <a:lnTo>
                    <a:pt x="176535" y="522742"/>
                  </a:lnTo>
                  <a:lnTo>
                    <a:pt x="175514" y="520048"/>
                  </a:lnTo>
                  <a:lnTo>
                    <a:pt x="173400" y="520014"/>
                  </a:lnTo>
                  <a:lnTo>
                    <a:pt x="171287" y="519980"/>
                  </a:lnTo>
                  <a:lnTo>
                    <a:pt x="169174" y="519946"/>
                  </a:lnTo>
                  <a:lnTo>
                    <a:pt x="167060" y="519913"/>
                  </a:lnTo>
                  <a:lnTo>
                    <a:pt x="164947" y="519879"/>
                  </a:lnTo>
                  <a:lnTo>
                    <a:pt x="162833" y="519845"/>
                  </a:lnTo>
                  <a:lnTo>
                    <a:pt x="160720" y="519812"/>
                  </a:lnTo>
                  <a:lnTo>
                    <a:pt x="158607" y="519777"/>
                  </a:lnTo>
                  <a:lnTo>
                    <a:pt x="158601" y="523101"/>
                  </a:lnTo>
                  <a:lnTo>
                    <a:pt x="158594" y="526424"/>
                  </a:lnTo>
                  <a:lnTo>
                    <a:pt x="158588" y="529748"/>
                  </a:lnTo>
                  <a:lnTo>
                    <a:pt x="158582" y="533071"/>
                  </a:lnTo>
                  <a:lnTo>
                    <a:pt x="155184" y="533090"/>
                  </a:lnTo>
                  <a:lnTo>
                    <a:pt x="151786" y="533110"/>
                  </a:lnTo>
                  <a:lnTo>
                    <a:pt x="148388" y="533130"/>
                  </a:lnTo>
                  <a:lnTo>
                    <a:pt x="144990" y="533149"/>
                  </a:lnTo>
                  <a:lnTo>
                    <a:pt x="141593" y="533168"/>
                  </a:lnTo>
                  <a:lnTo>
                    <a:pt x="138195" y="533187"/>
                  </a:lnTo>
                  <a:lnTo>
                    <a:pt x="134797" y="533207"/>
                  </a:lnTo>
                  <a:lnTo>
                    <a:pt x="131399" y="533226"/>
                  </a:lnTo>
                  <a:lnTo>
                    <a:pt x="126840" y="528851"/>
                  </a:lnTo>
                  <a:lnTo>
                    <a:pt x="122280" y="524479"/>
                  </a:lnTo>
                  <a:lnTo>
                    <a:pt x="117721" y="520104"/>
                  </a:lnTo>
                  <a:lnTo>
                    <a:pt x="113162" y="515731"/>
                  </a:lnTo>
                  <a:lnTo>
                    <a:pt x="108603" y="511357"/>
                  </a:lnTo>
                  <a:lnTo>
                    <a:pt x="104044" y="506983"/>
                  </a:lnTo>
                  <a:lnTo>
                    <a:pt x="99484" y="502610"/>
                  </a:lnTo>
                  <a:lnTo>
                    <a:pt x="94925" y="498237"/>
                  </a:lnTo>
                  <a:lnTo>
                    <a:pt x="95386" y="496568"/>
                  </a:lnTo>
                  <a:lnTo>
                    <a:pt x="95994" y="492119"/>
                  </a:lnTo>
                  <a:lnTo>
                    <a:pt x="94895" y="492433"/>
                  </a:lnTo>
                  <a:lnTo>
                    <a:pt x="92144" y="493066"/>
                  </a:lnTo>
                  <a:lnTo>
                    <a:pt x="89393" y="493699"/>
                  </a:lnTo>
                  <a:lnTo>
                    <a:pt x="86642" y="494331"/>
                  </a:lnTo>
                  <a:lnTo>
                    <a:pt x="83891" y="494965"/>
                  </a:lnTo>
                  <a:lnTo>
                    <a:pt x="81140" y="495598"/>
                  </a:lnTo>
                  <a:lnTo>
                    <a:pt x="78389" y="496230"/>
                  </a:lnTo>
                  <a:lnTo>
                    <a:pt x="75639" y="496863"/>
                  </a:lnTo>
                  <a:lnTo>
                    <a:pt x="72887" y="497497"/>
                  </a:lnTo>
                  <a:lnTo>
                    <a:pt x="72866" y="497308"/>
                  </a:lnTo>
                  <a:lnTo>
                    <a:pt x="72800" y="494074"/>
                  </a:lnTo>
                  <a:lnTo>
                    <a:pt x="72354" y="492930"/>
                  </a:lnTo>
                  <a:lnTo>
                    <a:pt x="71780" y="493636"/>
                  </a:lnTo>
                  <a:lnTo>
                    <a:pt x="71518" y="489433"/>
                  </a:lnTo>
                  <a:lnTo>
                    <a:pt x="71662" y="487449"/>
                  </a:lnTo>
                  <a:lnTo>
                    <a:pt x="71592" y="485514"/>
                  </a:lnTo>
                  <a:lnTo>
                    <a:pt x="71055" y="480751"/>
                  </a:lnTo>
                  <a:lnTo>
                    <a:pt x="69627" y="474976"/>
                  </a:lnTo>
                  <a:lnTo>
                    <a:pt x="66540" y="467796"/>
                  </a:lnTo>
                  <a:lnTo>
                    <a:pt x="64967" y="465398"/>
                  </a:lnTo>
                  <a:lnTo>
                    <a:pt x="63733" y="462368"/>
                  </a:lnTo>
                  <a:lnTo>
                    <a:pt x="62950" y="461526"/>
                  </a:lnTo>
                  <a:lnTo>
                    <a:pt x="61965" y="461292"/>
                  </a:lnTo>
                  <a:lnTo>
                    <a:pt x="61679" y="462660"/>
                  </a:lnTo>
                  <a:lnTo>
                    <a:pt x="60561" y="461725"/>
                  </a:lnTo>
                  <a:lnTo>
                    <a:pt x="60729" y="458346"/>
                  </a:lnTo>
                  <a:lnTo>
                    <a:pt x="59640" y="453645"/>
                  </a:lnTo>
                  <a:lnTo>
                    <a:pt x="58750" y="453124"/>
                  </a:lnTo>
                  <a:lnTo>
                    <a:pt x="56508" y="453436"/>
                  </a:lnTo>
                  <a:lnTo>
                    <a:pt x="53511" y="450849"/>
                  </a:lnTo>
                  <a:lnTo>
                    <a:pt x="52626" y="449309"/>
                  </a:lnTo>
                  <a:lnTo>
                    <a:pt x="52320" y="446552"/>
                  </a:lnTo>
                  <a:lnTo>
                    <a:pt x="50916" y="444154"/>
                  </a:lnTo>
                  <a:lnTo>
                    <a:pt x="49067" y="441807"/>
                  </a:lnTo>
                  <a:lnTo>
                    <a:pt x="48037" y="442349"/>
                  </a:lnTo>
                  <a:lnTo>
                    <a:pt x="46690" y="441986"/>
                  </a:lnTo>
                  <a:lnTo>
                    <a:pt x="44770" y="440292"/>
                  </a:lnTo>
                  <a:lnTo>
                    <a:pt x="43650" y="440080"/>
                  </a:lnTo>
                  <a:lnTo>
                    <a:pt x="41468" y="440579"/>
                  </a:lnTo>
                  <a:lnTo>
                    <a:pt x="40653" y="440222"/>
                  </a:lnTo>
                  <a:lnTo>
                    <a:pt x="39898" y="438087"/>
                  </a:lnTo>
                  <a:lnTo>
                    <a:pt x="39082" y="437021"/>
                  </a:lnTo>
                  <a:lnTo>
                    <a:pt x="39255" y="434392"/>
                  </a:lnTo>
                  <a:lnTo>
                    <a:pt x="39150" y="432016"/>
                  </a:lnTo>
                  <a:lnTo>
                    <a:pt x="39272" y="430166"/>
                  </a:lnTo>
                  <a:lnTo>
                    <a:pt x="38905" y="426109"/>
                  </a:lnTo>
                  <a:lnTo>
                    <a:pt x="39188" y="422350"/>
                  </a:lnTo>
                  <a:lnTo>
                    <a:pt x="38943" y="420993"/>
                  </a:lnTo>
                  <a:lnTo>
                    <a:pt x="38482" y="419951"/>
                  </a:lnTo>
                  <a:lnTo>
                    <a:pt x="37037" y="418414"/>
                  </a:lnTo>
                  <a:lnTo>
                    <a:pt x="36773" y="416485"/>
                  </a:lnTo>
                  <a:lnTo>
                    <a:pt x="37009" y="413812"/>
                  </a:lnTo>
                  <a:lnTo>
                    <a:pt x="36631" y="412048"/>
                  </a:lnTo>
                  <a:lnTo>
                    <a:pt x="35446" y="410404"/>
                  </a:lnTo>
                  <a:lnTo>
                    <a:pt x="34340" y="406670"/>
                  </a:lnTo>
                  <a:lnTo>
                    <a:pt x="32937" y="404625"/>
                  </a:lnTo>
                  <a:lnTo>
                    <a:pt x="32360" y="401200"/>
                  </a:lnTo>
                  <a:lnTo>
                    <a:pt x="31496" y="399083"/>
                  </a:lnTo>
                  <a:lnTo>
                    <a:pt x="31196" y="397206"/>
                  </a:lnTo>
                  <a:lnTo>
                    <a:pt x="29279" y="390509"/>
                  </a:lnTo>
                  <a:lnTo>
                    <a:pt x="27231" y="385278"/>
                  </a:lnTo>
                  <a:lnTo>
                    <a:pt x="26916" y="382269"/>
                  </a:lnTo>
                  <a:lnTo>
                    <a:pt x="26834" y="378148"/>
                  </a:lnTo>
                  <a:lnTo>
                    <a:pt x="27637" y="375633"/>
                  </a:lnTo>
                  <a:lnTo>
                    <a:pt x="28071" y="373423"/>
                  </a:lnTo>
                  <a:lnTo>
                    <a:pt x="28028" y="371393"/>
                  </a:lnTo>
                  <a:lnTo>
                    <a:pt x="27904" y="369908"/>
                  </a:lnTo>
                  <a:lnTo>
                    <a:pt x="27199" y="367317"/>
                  </a:lnTo>
                  <a:lnTo>
                    <a:pt x="24474" y="365779"/>
                  </a:lnTo>
                  <a:lnTo>
                    <a:pt x="22256" y="359380"/>
                  </a:lnTo>
                  <a:lnTo>
                    <a:pt x="22126" y="354485"/>
                  </a:lnTo>
                  <a:lnTo>
                    <a:pt x="21253" y="349478"/>
                  </a:lnTo>
                  <a:lnTo>
                    <a:pt x="21241" y="346222"/>
                  </a:lnTo>
                  <a:lnTo>
                    <a:pt x="21109" y="342701"/>
                  </a:lnTo>
                  <a:lnTo>
                    <a:pt x="21768" y="341932"/>
                  </a:lnTo>
                  <a:lnTo>
                    <a:pt x="22360" y="342211"/>
                  </a:lnTo>
                  <a:lnTo>
                    <a:pt x="22300" y="343614"/>
                  </a:lnTo>
                  <a:lnTo>
                    <a:pt x="22498" y="346132"/>
                  </a:lnTo>
                  <a:lnTo>
                    <a:pt x="23191" y="348023"/>
                  </a:lnTo>
                  <a:lnTo>
                    <a:pt x="23854" y="348848"/>
                  </a:lnTo>
                  <a:lnTo>
                    <a:pt x="24456" y="350688"/>
                  </a:lnTo>
                  <a:lnTo>
                    <a:pt x="24908" y="351245"/>
                  </a:lnTo>
                  <a:lnTo>
                    <a:pt x="25374" y="351379"/>
                  </a:lnTo>
                  <a:lnTo>
                    <a:pt x="25124" y="350199"/>
                  </a:lnTo>
                  <a:lnTo>
                    <a:pt x="24859" y="349443"/>
                  </a:lnTo>
                  <a:lnTo>
                    <a:pt x="24533" y="347000"/>
                  </a:lnTo>
                  <a:lnTo>
                    <a:pt x="23916" y="343881"/>
                  </a:lnTo>
                  <a:lnTo>
                    <a:pt x="23207" y="342158"/>
                  </a:lnTo>
                  <a:lnTo>
                    <a:pt x="22847" y="339019"/>
                  </a:lnTo>
                  <a:lnTo>
                    <a:pt x="22539" y="338291"/>
                  </a:lnTo>
                  <a:lnTo>
                    <a:pt x="22347" y="337127"/>
                  </a:lnTo>
                  <a:lnTo>
                    <a:pt x="23031" y="335746"/>
                  </a:lnTo>
                  <a:lnTo>
                    <a:pt x="23966" y="334762"/>
                  </a:lnTo>
                  <a:lnTo>
                    <a:pt x="25219" y="334497"/>
                  </a:lnTo>
                  <a:lnTo>
                    <a:pt x="28774" y="334955"/>
                  </a:lnTo>
                  <a:lnTo>
                    <a:pt x="29532" y="334152"/>
                  </a:lnTo>
                  <a:lnTo>
                    <a:pt x="30157" y="334414"/>
                  </a:lnTo>
                  <a:lnTo>
                    <a:pt x="30615" y="334310"/>
                  </a:lnTo>
                  <a:lnTo>
                    <a:pt x="29650" y="333482"/>
                  </a:lnTo>
                  <a:lnTo>
                    <a:pt x="29107" y="333752"/>
                  </a:lnTo>
                  <a:lnTo>
                    <a:pt x="28469" y="333585"/>
                  </a:lnTo>
                  <a:lnTo>
                    <a:pt x="27198" y="333746"/>
                  </a:lnTo>
                  <a:lnTo>
                    <a:pt x="26685" y="333397"/>
                  </a:lnTo>
                  <a:lnTo>
                    <a:pt x="26118" y="332413"/>
                  </a:lnTo>
                  <a:lnTo>
                    <a:pt x="25749" y="332312"/>
                  </a:lnTo>
                  <a:lnTo>
                    <a:pt x="24574" y="334026"/>
                  </a:lnTo>
                  <a:lnTo>
                    <a:pt x="24050" y="333819"/>
                  </a:lnTo>
                  <a:lnTo>
                    <a:pt x="22811" y="331947"/>
                  </a:lnTo>
                  <a:lnTo>
                    <a:pt x="22271" y="331683"/>
                  </a:lnTo>
                  <a:lnTo>
                    <a:pt x="21400" y="332746"/>
                  </a:lnTo>
                  <a:lnTo>
                    <a:pt x="21294" y="337335"/>
                  </a:lnTo>
                  <a:lnTo>
                    <a:pt x="21564" y="340744"/>
                  </a:lnTo>
                  <a:lnTo>
                    <a:pt x="21040" y="341092"/>
                  </a:lnTo>
                  <a:lnTo>
                    <a:pt x="20436" y="339684"/>
                  </a:lnTo>
                  <a:lnTo>
                    <a:pt x="19508" y="338848"/>
                  </a:lnTo>
                  <a:lnTo>
                    <a:pt x="18742" y="337568"/>
                  </a:lnTo>
                  <a:lnTo>
                    <a:pt x="17660" y="335192"/>
                  </a:lnTo>
                  <a:lnTo>
                    <a:pt x="17092" y="334323"/>
                  </a:lnTo>
                  <a:lnTo>
                    <a:pt x="16450" y="336299"/>
                  </a:lnTo>
                  <a:lnTo>
                    <a:pt x="16424" y="335393"/>
                  </a:lnTo>
                  <a:lnTo>
                    <a:pt x="16745" y="333096"/>
                  </a:lnTo>
                  <a:lnTo>
                    <a:pt x="16654" y="329245"/>
                  </a:lnTo>
                  <a:lnTo>
                    <a:pt x="17623" y="332318"/>
                  </a:lnTo>
                  <a:lnTo>
                    <a:pt x="17322" y="330154"/>
                  </a:lnTo>
                  <a:lnTo>
                    <a:pt x="16568" y="327775"/>
                  </a:lnTo>
                  <a:lnTo>
                    <a:pt x="15995" y="326948"/>
                  </a:lnTo>
                  <a:lnTo>
                    <a:pt x="15274" y="322687"/>
                  </a:lnTo>
                  <a:lnTo>
                    <a:pt x="13653" y="320129"/>
                  </a:lnTo>
                  <a:lnTo>
                    <a:pt x="12355" y="315998"/>
                  </a:lnTo>
                  <a:lnTo>
                    <a:pt x="9698" y="309153"/>
                  </a:lnTo>
                  <a:lnTo>
                    <a:pt x="9521" y="303134"/>
                  </a:lnTo>
                  <a:lnTo>
                    <a:pt x="8552" y="295527"/>
                  </a:lnTo>
                  <a:lnTo>
                    <a:pt x="8961" y="291197"/>
                  </a:lnTo>
                  <a:lnTo>
                    <a:pt x="8906" y="288131"/>
                  </a:lnTo>
                  <a:lnTo>
                    <a:pt x="8431" y="283499"/>
                  </a:lnTo>
                  <a:lnTo>
                    <a:pt x="7936" y="280978"/>
                  </a:lnTo>
                  <a:lnTo>
                    <a:pt x="5782" y="274071"/>
                  </a:lnTo>
                  <a:lnTo>
                    <a:pt x="3710" y="269419"/>
                  </a:lnTo>
                  <a:lnTo>
                    <a:pt x="3397" y="265899"/>
                  </a:lnTo>
                  <a:lnTo>
                    <a:pt x="3252" y="262350"/>
                  </a:lnTo>
                  <a:lnTo>
                    <a:pt x="3705" y="259191"/>
                  </a:lnTo>
                  <a:lnTo>
                    <a:pt x="4098" y="255868"/>
                  </a:lnTo>
                  <a:lnTo>
                    <a:pt x="4384" y="254990"/>
                  </a:lnTo>
                  <a:lnTo>
                    <a:pt x="4495" y="255356"/>
                  </a:lnTo>
                  <a:lnTo>
                    <a:pt x="4416" y="256065"/>
                  </a:lnTo>
                  <a:lnTo>
                    <a:pt x="4710" y="256284"/>
                  </a:lnTo>
                  <a:lnTo>
                    <a:pt x="4821" y="254818"/>
                  </a:lnTo>
                  <a:lnTo>
                    <a:pt x="4996" y="254061"/>
                  </a:lnTo>
                  <a:lnTo>
                    <a:pt x="4686" y="253963"/>
                  </a:lnTo>
                  <a:lnTo>
                    <a:pt x="4718" y="253499"/>
                  </a:lnTo>
                  <a:lnTo>
                    <a:pt x="4903" y="252573"/>
                  </a:lnTo>
                  <a:lnTo>
                    <a:pt x="5545" y="248208"/>
                  </a:lnTo>
                  <a:lnTo>
                    <a:pt x="5479" y="242708"/>
                  </a:lnTo>
                  <a:lnTo>
                    <a:pt x="6166" y="235963"/>
                  </a:lnTo>
                  <a:lnTo>
                    <a:pt x="6133" y="233737"/>
                  </a:lnTo>
                  <a:lnTo>
                    <a:pt x="5694" y="228944"/>
                  </a:lnTo>
                  <a:lnTo>
                    <a:pt x="5256" y="226070"/>
                  </a:lnTo>
                  <a:lnTo>
                    <a:pt x="4473" y="224032"/>
                  </a:lnTo>
                  <a:lnTo>
                    <a:pt x="4818" y="221059"/>
                  </a:lnTo>
                  <a:lnTo>
                    <a:pt x="4790" y="218221"/>
                  </a:lnTo>
                  <a:lnTo>
                    <a:pt x="3409" y="214135"/>
                  </a:lnTo>
                  <a:lnTo>
                    <a:pt x="2883" y="208773"/>
                  </a:lnTo>
                  <a:lnTo>
                    <a:pt x="2782" y="206508"/>
                  </a:lnTo>
                  <a:lnTo>
                    <a:pt x="2920" y="200519"/>
                  </a:lnTo>
                  <a:lnTo>
                    <a:pt x="2558" y="197962"/>
                  </a:lnTo>
                  <a:lnTo>
                    <a:pt x="1637" y="193746"/>
                  </a:lnTo>
                  <a:lnTo>
                    <a:pt x="2032" y="190083"/>
                  </a:lnTo>
                  <a:lnTo>
                    <a:pt x="2456" y="187852"/>
                  </a:lnTo>
                  <a:lnTo>
                    <a:pt x="3493" y="178122"/>
                  </a:lnTo>
                  <a:lnTo>
                    <a:pt x="3743" y="177337"/>
                  </a:lnTo>
                  <a:lnTo>
                    <a:pt x="4177" y="177361"/>
                  </a:lnTo>
                  <a:lnTo>
                    <a:pt x="4932" y="175708"/>
                  </a:lnTo>
                  <a:lnTo>
                    <a:pt x="4584" y="175323"/>
                  </a:lnTo>
                  <a:lnTo>
                    <a:pt x="4056" y="176111"/>
                  </a:lnTo>
                  <a:lnTo>
                    <a:pt x="4525" y="172260"/>
                  </a:lnTo>
                  <a:lnTo>
                    <a:pt x="5052" y="168964"/>
                  </a:lnTo>
                  <a:lnTo>
                    <a:pt x="5395" y="167777"/>
                  </a:lnTo>
                  <a:lnTo>
                    <a:pt x="5569" y="157023"/>
                  </a:lnTo>
                  <a:lnTo>
                    <a:pt x="5872" y="148805"/>
                  </a:lnTo>
                  <a:lnTo>
                    <a:pt x="6369" y="146096"/>
                  </a:lnTo>
                  <a:lnTo>
                    <a:pt x="6196" y="143301"/>
                  </a:lnTo>
                  <a:lnTo>
                    <a:pt x="6397" y="139513"/>
                  </a:lnTo>
                  <a:lnTo>
                    <a:pt x="6256" y="135687"/>
                  </a:lnTo>
                  <a:lnTo>
                    <a:pt x="7319" y="117275"/>
                  </a:lnTo>
                  <a:lnTo>
                    <a:pt x="7180" y="115052"/>
                  </a:lnTo>
                  <a:lnTo>
                    <a:pt x="7504" y="112071"/>
                  </a:lnTo>
                  <a:lnTo>
                    <a:pt x="7198" y="104210"/>
                  </a:lnTo>
                  <a:lnTo>
                    <a:pt x="7333" y="95416"/>
                  </a:lnTo>
                  <a:lnTo>
                    <a:pt x="7063" y="94301"/>
                  </a:lnTo>
                  <a:lnTo>
                    <a:pt x="6928" y="93088"/>
                  </a:lnTo>
                  <a:lnTo>
                    <a:pt x="7181" y="92909"/>
                  </a:lnTo>
                  <a:lnTo>
                    <a:pt x="7674" y="94187"/>
                  </a:lnTo>
                  <a:lnTo>
                    <a:pt x="9962" y="94174"/>
                  </a:lnTo>
                  <a:lnTo>
                    <a:pt x="11424" y="92991"/>
                  </a:lnTo>
                  <a:lnTo>
                    <a:pt x="11955" y="93382"/>
                  </a:lnTo>
                  <a:lnTo>
                    <a:pt x="12571" y="94991"/>
                  </a:lnTo>
                  <a:lnTo>
                    <a:pt x="13347" y="95315"/>
                  </a:lnTo>
                  <a:lnTo>
                    <a:pt x="14318" y="95031"/>
                  </a:lnTo>
                  <a:lnTo>
                    <a:pt x="14022" y="94627"/>
                  </a:lnTo>
                  <a:lnTo>
                    <a:pt x="13567" y="94522"/>
                  </a:lnTo>
                  <a:lnTo>
                    <a:pt x="12548" y="93040"/>
                  </a:lnTo>
                  <a:lnTo>
                    <a:pt x="11970" y="91560"/>
                  </a:lnTo>
                  <a:lnTo>
                    <a:pt x="10186" y="91659"/>
                  </a:lnTo>
                  <a:lnTo>
                    <a:pt x="9821" y="90710"/>
                  </a:lnTo>
                  <a:lnTo>
                    <a:pt x="7828" y="91658"/>
                  </a:lnTo>
                  <a:lnTo>
                    <a:pt x="7212" y="90684"/>
                  </a:lnTo>
                  <a:lnTo>
                    <a:pt x="6126" y="91313"/>
                  </a:lnTo>
                  <a:lnTo>
                    <a:pt x="6391" y="88551"/>
                  </a:lnTo>
                  <a:lnTo>
                    <a:pt x="6342" y="85076"/>
                  </a:lnTo>
                  <a:lnTo>
                    <a:pt x="6399" y="81691"/>
                  </a:lnTo>
                  <a:lnTo>
                    <a:pt x="6667" y="84164"/>
                  </a:lnTo>
                  <a:lnTo>
                    <a:pt x="7343" y="86788"/>
                  </a:lnTo>
                  <a:lnTo>
                    <a:pt x="7667" y="83810"/>
                  </a:lnTo>
                  <a:lnTo>
                    <a:pt x="7891" y="80067"/>
                  </a:lnTo>
                  <a:lnTo>
                    <a:pt x="7231" y="78629"/>
                  </a:lnTo>
                  <a:lnTo>
                    <a:pt x="6136" y="77563"/>
                  </a:lnTo>
                  <a:lnTo>
                    <a:pt x="5743" y="74078"/>
                  </a:lnTo>
                  <a:lnTo>
                    <a:pt x="8335" y="71109"/>
                  </a:lnTo>
                  <a:lnTo>
                    <a:pt x="6959" y="70480"/>
                  </a:lnTo>
                  <a:lnTo>
                    <a:pt x="6419" y="69144"/>
                  </a:lnTo>
                  <a:lnTo>
                    <a:pt x="5751" y="68981"/>
                  </a:lnTo>
                  <a:lnTo>
                    <a:pt x="5702" y="70011"/>
                  </a:lnTo>
                  <a:lnTo>
                    <a:pt x="5486" y="71360"/>
                  </a:lnTo>
                  <a:lnTo>
                    <a:pt x="5252" y="69568"/>
                  </a:lnTo>
                  <a:lnTo>
                    <a:pt x="5186" y="67460"/>
                  </a:lnTo>
                  <a:lnTo>
                    <a:pt x="4913" y="63859"/>
                  </a:lnTo>
                  <a:lnTo>
                    <a:pt x="3852" y="58066"/>
                  </a:lnTo>
                  <a:lnTo>
                    <a:pt x="3210" y="50559"/>
                  </a:lnTo>
                  <a:lnTo>
                    <a:pt x="2402" y="46848"/>
                  </a:lnTo>
                  <a:lnTo>
                    <a:pt x="854" y="43304"/>
                  </a:lnTo>
                  <a:lnTo>
                    <a:pt x="450" y="41237"/>
                  </a:lnTo>
                  <a:lnTo>
                    <a:pt x="79" y="35991"/>
                  </a:lnTo>
                  <a:lnTo>
                    <a:pt x="288" y="32024"/>
                  </a:lnTo>
                  <a:lnTo>
                    <a:pt x="0" y="29232"/>
                  </a:lnTo>
                  <a:lnTo>
                    <a:pt x="743" y="29390"/>
                  </a:lnTo>
                  <a:lnTo>
                    <a:pt x="2700" y="31584"/>
                  </a:lnTo>
                  <a:lnTo>
                    <a:pt x="5138" y="33308"/>
                  </a:lnTo>
                  <a:lnTo>
                    <a:pt x="5875" y="34562"/>
                  </a:lnTo>
                  <a:lnTo>
                    <a:pt x="7058" y="35494"/>
                  </a:lnTo>
                  <a:lnTo>
                    <a:pt x="13608" y="36940"/>
                  </a:lnTo>
                  <a:lnTo>
                    <a:pt x="14036" y="36802"/>
                  </a:lnTo>
                  <a:lnTo>
                    <a:pt x="14882" y="35906"/>
                  </a:lnTo>
                  <a:lnTo>
                    <a:pt x="15242" y="36012"/>
                  </a:lnTo>
                  <a:lnTo>
                    <a:pt x="16206" y="38061"/>
                  </a:lnTo>
                  <a:lnTo>
                    <a:pt x="16690" y="38306"/>
                  </a:lnTo>
                  <a:lnTo>
                    <a:pt x="17315" y="38200"/>
                  </a:lnTo>
                  <a:lnTo>
                    <a:pt x="17776" y="37811"/>
                  </a:lnTo>
                  <a:lnTo>
                    <a:pt x="18567" y="36406"/>
                  </a:lnTo>
                  <a:lnTo>
                    <a:pt x="18674" y="36926"/>
                  </a:lnTo>
                  <a:lnTo>
                    <a:pt x="18658" y="38227"/>
                  </a:lnTo>
                  <a:lnTo>
                    <a:pt x="18941" y="40081"/>
                  </a:lnTo>
                  <a:lnTo>
                    <a:pt x="19520" y="42488"/>
                  </a:lnTo>
                  <a:lnTo>
                    <a:pt x="19739" y="43984"/>
                  </a:lnTo>
                  <a:lnTo>
                    <a:pt x="18569" y="48201"/>
                  </a:lnTo>
                  <a:lnTo>
                    <a:pt x="18344" y="48292"/>
                  </a:lnTo>
                  <a:lnTo>
                    <a:pt x="18310" y="46865"/>
                  </a:lnTo>
                  <a:lnTo>
                    <a:pt x="18156" y="46584"/>
                  </a:lnTo>
                  <a:lnTo>
                    <a:pt x="15952" y="53711"/>
                  </a:lnTo>
                  <a:lnTo>
                    <a:pt x="15179" y="57086"/>
                  </a:lnTo>
                  <a:lnTo>
                    <a:pt x="15102" y="58613"/>
                  </a:lnTo>
                  <a:lnTo>
                    <a:pt x="15128" y="59507"/>
                  </a:lnTo>
                  <a:lnTo>
                    <a:pt x="15437" y="59727"/>
                  </a:lnTo>
                  <a:lnTo>
                    <a:pt x="16141" y="59377"/>
                  </a:lnTo>
                  <a:lnTo>
                    <a:pt x="17187" y="57975"/>
                  </a:lnTo>
                  <a:lnTo>
                    <a:pt x="17238" y="57671"/>
                  </a:lnTo>
                  <a:lnTo>
                    <a:pt x="16263" y="58170"/>
                  </a:lnTo>
                  <a:lnTo>
                    <a:pt x="15796" y="58212"/>
                  </a:lnTo>
                  <a:lnTo>
                    <a:pt x="15860" y="56616"/>
                  </a:lnTo>
                  <a:lnTo>
                    <a:pt x="15971" y="55857"/>
                  </a:lnTo>
                  <a:lnTo>
                    <a:pt x="16607" y="53492"/>
                  </a:lnTo>
                  <a:lnTo>
                    <a:pt x="17276" y="52074"/>
                  </a:lnTo>
                  <a:lnTo>
                    <a:pt x="18226" y="50562"/>
                  </a:lnTo>
                  <a:lnTo>
                    <a:pt x="18773" y="49321"/>
                  </a:lnTo>
                  <a:lnTo>
                    <a:pt x="19151" y="47502"/>
                  </a:lnTo>
                  <a:lnTo>
                    <a:pt x="20206" y="45333"/>
                  </a:lnTo>
                  <a:lnTo>
                    <a:pt x="20400" y="44728"/>
                  </a:lnTo>
                  <a:lnTo>
                    <a:pt x="20354" y="42942"/>
                  </a:lnTo>
                  <a:lnTo>
                    <a:pt x="20421" y="42603"/>
                  </a:lnTo>
                  <a:lnTo>
                    <a:pt x="20930" y="42844"/>
                  </a:lnTo>
                  <a:lnTo>
                    <a:pt x="21142" y="45917"/>
                  </a:lnTo>
                  <a:lnTo>
                    <a:pt x="21015" y="47288"/>
                  </a:lnTo>
                  <a:lnTo>
                    <a:pt x="20107" y="48959"/>
                  </a:lnTo>
                  <a:lnTo>
                    <a:pt x="19994" y="49549"/>
                  </a:lnTo>
                  <a:lnTo>
                    <a:pt x="20153" y="51830"/>
                  </a:lnTo>
                  <a:lnTo>
                    <a:pt x="20012" y="52051"/>
                  </a:lnTo>
                  <a:lnTo>
                    <a:pt x="19666" y="51782"/>
                  </a:lnTo>
                  <a:lnTo>
                    <a:pt x="19558" y="51927"/>
                  </a:lnTo>
                  <a:lnTo>
                    <a:pt x="20420" y="54407"/>
                  </a:lnTo>
                  <a:lnTo>
                    <a:pt x="20693" y="56334"/>
                  </a:lnTo>
                  <a:lnTo>
                    <a:pt x="20730" y="58056"/>
                  </a:lnTo>
                  <a:lnTo>
                    <a:pt x="20497" y="61358"/>
                  </a:lnTo>
                  <a:lnTo>
                    <a:pt x="20246" y="61907"/>
                  </a:lnTo>
                  <a:lnTo>
                    <a:pt x="19817" y="61705"/>
                  </a:lnTo>
                  <a:lnTo>
                    <a:pt x="19249" y="60672"/>
                  </a:lnTo>
                  <a:lnTo>
                    <a:pt x="19122" y="61005"/>
                  </a:lnTo>
                  <a:lnTo>
                    <a:pt x="18671" y="63569"/>
                  </a:lnTo>
                  <a:lnTo>
                    <a:pt x="18522" y="63344"/>
                  </a:lnTo>
                  <a:lnTo>
                    <a:pt x="18241" y="60301"/>
                  </a:lnTo>
                  <a:lnTo>
                    <a:pt x="18088" y="60076"/>
                  </a:lnTo>
                  <a:lnTo>
                    <a:pt x="17212" y="61462"/>
                  </a:lnTo>
                  <a:lnTo>
                    <a:pt x="16860" y="62794"/>
                  </a:lnTo>
                  <a:lnTo>
                    <a:pt x="16557" y="64922"/>
                  </a:lnTo>
                  <a:lnTo>
                    <a:pt x="16173" y="65916"/>
                  </a:lnTo>
                  <a:lnTo>
                    <a:pt x="17264" y="66136"/>
                  </a:lnTo>
                  <a:lnTo>
                    <a:pt x="18246" y="65707"/>
                  </a:lnTo>
                  <a:lnTo>
                    <a:pt x="19035" y="66717"/>
                  </a:lnTo>
                  <a:lnTo>
                    <a:pt x="19304" y="66744"/>
                  </a:lnTo>
                  <a:lnTo>
                    <a:pt x="20024" y="65759"/>
                  </a:lnTo>
                  <a:lnTo>
                    <a:pt x="20244" y="65087"/>
                  </a:lnTo>
                  <a:lnTo>
                    <a:pt x="20840" y="61878"/>
                  </a:lnTo>
                  <a:lnTo>
                    <a:pt x="21139" y="61304"/>
                  </a:lnTo>
                  <a:lnTo>
                    <a:pt x="21583" y="61280"/>
                  </a:lnTo>
                  <a:lnTo>
                    <a:pt x="22013" y="60799"/>
                  </a:lnTo>
                  <a:lnTo>
                    <a:pt x="22651" y="59041"/>
                  </a:lnTo>
                  <a:lnTo>
                    <a:pt x="22677" y="58343"/>
                  </a:lnTo>
                  <a:lnTo>
                    <a:pt x="22445" y="54408"/>
                  </a:lnTo>
                  <a:lnTo>
                    <a:pt x="22511" y="52176"/>
                  </a:lnTo>
                  <a:lnTo>
                    <a:pt x="22392" y="51469"/>
                  </a:lnTo>
                  <a:lnTo>
                    <a:pt x="22106" y="50736"/>
                  </a:lnTo>
                  <a:lnTo>
                    <a:pt x="22142" y="50024"/>
                  </a:lnTo>
                  <a:lnTo>
                    <a:pt x="22364" y="48850"/>
                  </a:lnTo>
                  <a:lnTo>
                    <a:pt x="22380" y="47790"/>
                  </a:lnTo>
                  <a:lnTo>
                    <a:pt x="22189" y="46847"/>
                  </a:lnTo>
                  <a:lnTo>
                    <a:pt x="22275" y="45774"/>
                  </a:lnTo>
                  <a:lnTo>
                    <a:pt x="22877" y="43467"/>
                  </a:lnTo>
                  <a:lnTo>
                    <a:pt x="22991" y="42450"/>
                  </a:lnTo>
                  <a:lnTo>
                    <a:pt x="23726" y="40155"/>
                  </a:lnTo>
                  <a:lnTo>
                    <a:pt x="23540" y="39230"/>
                  </a:lnTo>
                  <a:lnTo>
                    <a:pt x="23000" y="38103"/>
                  </a:lnTo>
                  <a:lnTo>
                    <a:pt x="22659" y="37109"/>
                  </a:lnTo>
                  <a:lnTo>
                    <a:pt x="22316" y="35556"/>
                  </a:lnTo>
                  <a:lnTo>
                    <a:pt x="22055" y="35037"/>
                  </a:lnTo>
                  <a:lnTo>
                    <a:pt x="21969" y="35274"/>
                  </a:lnTo>
                  <a:lnTo>
                    <a:pt x="22335" y="37814"/>
                  </a:lnTo>
                  <a:lnTo>
                    <a:pt x="22257" y="37986"/>
                  </a:lnTo>
                  <a:lnTo>
                    <a:pt x="21303" y="36617"/>
                  </a:lnTo>
                  <a:lnTo>
                    <a:pt x="21082" y="35754"/>
                  </a:lnTo>
                  <a:lnTo>
                    <a:pt x="20965" y="34582"/>
                  </a:lnTo>
                  <a:lnTo>
                    <a:pt x="21050" y="33702"/>
                  </a:lnTo>
                  <a:lnTo>
                    <a:pt x="21562" y="32834"/>
                  </a:lnTo>
                  <a:lnTo>
                    <a:pt x="22174" y="32518"/>
                  </a:lnTo>
                  <a:lnTo>
                    <a:pt x="22125" y="31788"/>
                  </a:lnTo>
                  <a:lnTo>
                    <a:pt x="21357" y="29411"/>
                  </a:lnTo>
                  <a:lnTo>
                    <a:pt x="20845" y="28329"/>
                  </a:lnTo>
                  <a:lnTo>
                    <a:pt x="20452" y="27805"/>
                  </a:lnTo>
                  <a:lnTo>
                    <a:pt x="19921" y="27668"/>
                  </a:lnTo>
                  <a:lnTo>
                    <a:pt x="19683" y="27282"/>
                  </a:lnTo>
                  <a:lnTo>
                    <a:pt x="19621" y="26725"/>
                  </a:lnTo>
                  <a:lnTo>
                    <a:pt x="19733" y="25993"/>
                  </a:lnTo>
                  <a:lnTo>
                    <a:pt x="20015" y="25760"/>
                  </a:lnTo>
                  <a:lnTo>
                    <a:pt x="20835" y="26053"/>
                  </a:lnTo>
                  <a:lnTo>
                    <a:pt x="21276" y="25533"/>
                  </a:lnTo>
                  <a:lnTo>
                    <a:pt x="21235" y="24590"/>
                  </a:lnTo>
                  <a:lnTo>
                    <a:pt x="21103" y="24067"/>
                  </a:lnTo>
                  <a:lnTo>
                    <a:pt x="21123" y="20691"/>
                  </a:lnTo>
                  <a:lnTo>
                    <a:pt x="20812" y="17947"/>
                  </a:lnTo>
                  <a:lnTo>
                    <a:pt x="20649" y="17484"/>
                  </a:lnTo>
                  <a:lnTo>
                    <a:pt x="20475" y="17436"/>
                  </a:lnTo>
                  <a:lnTo>
                    <a:pt x="20290" y="17805"/>
                  </a:lnTo>
                  <a:lnTo>
                    <a:pt x="19774" y="17901"/>
                  </a:lnTo>
                  <a:lnTo>
                    <a:pt x="19458" y="17002"/>
                  </a:lnTo>
                  <a:lnTo>
                    <a:pt x="19107" y="15266"/>
                  </a:lnTo>
                  <a:lnTo>
                    <a:pt x="18469" y="11129"/>
                  </a:lnTo>
                  <a:lnTo>
                    <a:pt x="19454" y="11129"/>
                  </a:lnTo>
                  <a:lnTo>
                    <a:pt x="23553" y="11129"/>
                  </a:lnTo>
                  <a:lnTo>
                    <a:pt x="27652" y="11129"/>
                  </a:lnTo>
                  <a:lnTo>
                    <a:pt x="31751" y="11129"/>
                  </a:lnTo>
                  <a:lnTo>
                    <a:pt x="35850" y="11129"/>
                  </a:lnTo>
                  <a:lnTo>
                    <a:pt x="39949" y="11129"/>
                  </a:lnTo>
                  <a:lnTo>
                    <a:pt x="44048" y="11129"/>
                  </a:lnTo>
                  <a:lnTo>
                    <a:pt x="48147" y="11129"/>
                  </a:lnTo>
                  <a:lnTo>
                    <a:pt x="52246" y="11128"/>
                  </a:lnTo>
                  <a:lnTo>
                    <a:pt x="56346" y="11128"/>
                  </a:lnTo>
                  <a:lnTo>
                    <a:pt x="60445" y="11128"/>
                  </a:lnTo>
                  <a:lnTo>
                    <a:pt x="64543" y="11128"/>
                  </a:lnTo>
                  <a:lnTo>
                    <a:pt x="68643" y="11128"/>
                  </a:lnTo>
                  <a:lnTo>
                    <a:pt x="72742" y="11128"/>
                  </a:lnTo>
                  <a:lnTo>
                    <a:pt x="76841" y="11128"/>
                  </a:lnTo>
                  <a:lnTo>
                    <a:pt x="80940" y="11128"/>
                  </a:lnTo>
                  <a:lnTo>
                    <a:pt x="85039" y="11128"/>
                  </a:lnTo>
                  <a:lnTo>
                    <a:pt x="89138" y="11128"/>
                  </a:lnTo>
                  <a:lnTo>
                    <a:pt x="93237" y="11128"/>
                  </a:lnTo>
                  <a:lnTo>
                    <a:pt x="97337" y="11128"/>
                  </a:lnTo>
                  <a:lnTo>
                    <a:pt x="101435" y="11128"/>
                  </a:lnTo>
                  <a:lnTo>
                    <a:pt x="105534" y="11128"/>
                  </a:lnTo>
                  <a:lnTo>
                    <a:pt x="109634" y="11128"/>
                  </a:lnTo>
                  <a:lnTo>
                    <a:pt x="113733" y="11128"/>
                  </a:lnTo>
                  <a:lnTo>
                    <a:pt x="117832" y="11128"/>
                  </a:lnTo>
                  <a:lnTo>
                    <a:pt x="121931" y="11128"/>
                  </a:lnTo>
                  <a:lnTo>
                    <a:pt x="126030" y="11128"/>
                  </a:lnTo>
                  <a:lnTo>
                    <a:pt x="130129" y="11128"/>
                  </a:lnTo>
                  <a:lnTo>
                    <a:pt x="134228" y="11128"/>
                  </a:lnTo>
                  <a:lnTo>
                    <a:pt x="138327" y="11128"/>
                  </a:lnTo>
                  <a:lnTo>
                    <a:pt x="142426" y="11128"/>
                  </a:lnTo>
                  <a:lnTo>
                    <a:pt x="146525" y="11128"/>
                  </a:lnTo>
                  <a:lnTo>
                    <a:pt x="150625" y="11126"/>
                  </a:lnTo>
                  <a:lnTo>
                    <a:pt x="154724" y="11126"/>
                  </a:lnTo>
                  <a:lnTo>
                    <a:pt x="158823" y="11126"/>
                  </a:lnTo>
                  <a:lnTo>
                    <a:pt x="162922" y="11126"/>
                  </a:lnTo>
                  <a:lnTo>
                    <a:pt x="167021" y="11126"/>
                  </a:lnTo>
                  <a:lnTo>
                    <a:pt x="171120" y="11126"/>
                  </a:lnTo>
                  <a:lnTo>
                    <a:pt x="175219" y="11126"/>
                  </a:lnTo>
                  <a:lnTo>
                    <a:pt x="179318" y="11126"/>
                  </a:lnTo>
                  <a:lnTo>
                    <a:pt x="183417" y="11126"/>
                  </a:lnTo>
                  <a:lnTo>
                    <a:pt x="187517" y="11126"/>
                  </a:lnTo>
                  <a:lnTo>
                    <a:pt x="191616" y="11126"/>
                  </a:lnTo>
                  <a:lnTo>
                    <a:pt x="195715" y="11126"/>
                  </a:lnTo>
                  <a:lnTo>
                    <a:pt x="199814" y="11126"/>
                  </a:lnTo>
                  <a:lnTo>
                    <a:pt x="203913" y="11126"/>
                  </a:lnTo>
                  <a:lnTo>
                    <a:pt x="208012" y="11126"/>
                  </a:lnTo>
                  <a:lnTo>
                    <a:pt x="212111" y="11126"/>
                  </a:lnTo>
                  <a:lnTo>
                    <a:pt x="216210" y="11126"/>
                  </a:lnTo>
                  <a:lnTo>
                    <a:pt x="220309" y="11126"/>
                  </a:lnTo>
                  <a:lnTo>
                    <a:pt x="224408" y="11126"/>
                  </a:lnTo>
                  <a:lnTo>
                    <a:pt x="228508" y="11126"/>
                  </a:lnTo>
                  <a:lnTo>
                    <a:pt x="232607" y="11126"/>
                  </a:lnTo>
                  <a:lnTo>
                    <a:pt x="236706" y="11126"/>
                  </a:lnTo>
                  <a:lnTo>
                    <a:pt x="240805" y="11126"/>
                  </a:lnTo>
                  <a:lnTo>
                    <a:pt x="244904" y="11126"/>
                  </a:lnTo>
                  <a:lnTo>
                    <a:pt x="249003" y="11125"/>
                  </a:lnTo>
                  <a:lnTo>
                    <a:pt x="253102" y="11125"/>
                  </a:lnTo>
                  <a:lnTo>
                    <a:pt x="257201" y="11125"/>
                  </a:lnTo>
                  <a:lnTo>
                    <a:pt x="261300" y="11125"/>
                  </a:lnTo>
                  <a:lnTo>
                    <a:pt x="265399" y="11125"/>
                  </a:lnTo>
                  <a:lnTo>
                    <a:pt x="269499" y="11125"/>
                  </a:lnTo>
                  <a:lnTo>
                    <a:pt x="273598" y="11125"/>
                  </a:lnTo>
                  <a:lnTo>
                    <a:pt x="277697" y="11125"/>
                  </a:lnTo>
                  <a:lnTo>
                    <a:pt x="281796" y="11125"/>
                  </a:lnTo>
                  <a:lnTo>
                    <a:pt x="284063" y="11167"/>
                  </a:lnTo>
                  <a:lnTo>
                    <a:pt x="284100" y="4922"/>
                  </a:lnTo>
                  <a:lnTo>
                    <a:pt x="284128" y="0"/>
                  </a:lnTo>
                  <a:lnTo>
                    <a:pt x="286204" y="598"/>
                  </a:lnTo>
                  <a:lnTo>
                    <a:pt x="286825" y="1496"/>
                  </a:lnTo>
                  <a:lnTo>
                    <a:pt x="287021" y="1923"/>
                  </a:lnTo>
                  <a:lnTo>
                    <a:pt x="286963" y="3282"/>
                  </a:lnTo>
                  <a:lnTo>
                    <a:pt x="287135" y="7401"/>
                  </a:lnTo>
                  <a:lnTo>
                    <a:pt x="287511" y="10836"/>
                  </a:lnTo>
                  <a:lnTo>
                    <a:pt x="288385" y="14972"/>
                  </a:lnTo>
                  <a:lnTo>
                    <a:pt x="288457" y="16582"/>
                  </a:lnTo>
                  <a:lnTo>
                    <a:pt x="288742" y="17589"/>
                  </a:lnTo>
                  <a:lnTo>
                    <a:pt x="289266" y="18528"/>
                  </a:lnTo>
                  <a:lnTo>
                    <a:pt x="291253" y="19667"/>
                  </a:lnTo>
                  <a:lnTo>
                    <a:pt x="294704" y="20998"/>
                  </a:lnTo>
                  <a:lnTo>
                    <a:pt x="296661" y="22528"/>
                  </a:lnTo>
                  <a:lnTo>
                    <a:pt x="297123" y="24252"/>
                  </a:lnTo>
                  <a:lnTo>
                    <a:pt x="298045" y="24946"/>
                  </a:lnTo>
                  <a:lnTo>
                    <a:pt x="299424" y="24607"/>
                  </a:lnTo>
                  <a:lnTo>
                    <a:pt x="300391" y="23887"/>
                  </a:lnTo>
                  <a:lnTo>
                    <a:pt x="301216" y="22254"/>
                  </a:lnTo>
                  <a:lnTo>
                    <a:pt x="302369" y="21890"/>
                  </a:lnTo>
                  <a:lnTo>
                    <a:pt x="303356" y="21994"/>
                  </a:lnTo>
                  <a:lnTo>
                    <a:pt x="304351" y="22155"/>
                  </a:lnTo>
                  <a:lnTo>
                    <a:pt x="304885" y="22393"/>
                  </a:lnTo>
                  <a:lnTo>
                    <a:pt x="306418" y="23695"/>
                  </a:lnTo>
                  <a:lnTo>
                    <a:pt x="307419" y="24757"/>
                  </a:lnTo>
                  <a:lnTo>
                    <a:pt x="308855" y="26729"/>
                  </a:lnTo>
                  <a:lnTo>
                    <a:pt x="309650" y="27608"/>
                  </a:lnTo>
                  <a:lnTo>
                    <a:pt x="310031" y="29661"/>
                  </a:lnTo>
                  <a:lnTo>
                    <a:pt x="310476" y="32298"/>
                  </a:lnTo>
                  <a:lnTo>
                    <a:pt x="311112" y="32298"/>
                  </a:lnTo>
                  <a:lnTo>
                    <a:pt x="311591" y="30753"/>
                  </a:lnTo>
                  <a:lnTo>
                    <a:pt x="312811" y="30473"/>
                  </a:lnTo>
                  <a:lnTo>
                    <a:pt x="314412" y="31553"/>
                  </a:lnTo>
                  <a:lnTo>
                    <a:pt x="315824" y="34634"/>
                  </a:lnTo>
                  <a:lnTo>
                    <a:pt x="317853" y="37382"/>
                  </a:lnTo>
                  <a:lnTo>
                    <a:pt x="319093" y="38749"/>
                  </a:lnTo>
                  <a:lnTo>
                    <a:pt x="320353" y="38742"/>
                  </a:lnTo>
                  <a:lnTo>
                    <a:pt x="321955" y="37382"/>
                  </a:lnTo>
                  <a:lnTo>
                    <a:pt x="323658" y="34748"/>
                  </a:lnTo>
                  <a:lnTo>
                    <a:pt x="324883" y="34292"/>
                  </a:lnTo>
                  <a:lnTo>
                    <a:pt x="325611" y="34546"/>
                  </a:lnTo>
                  <a:lnTo>
                    <a:pt x="326024" y="36600"/>
                  </a:lnTo>
                  <a:lnTo>
                    <a:pt x="326533" y="37382"/>
                  </a:lnTo>
                  <a:lnTo>
                    <a:pt x="327853" y="37145"/>
                  </a:lnTo>
                  <a:lnTo>
                    <a:pt x="330612" y="37542"/>
                  </a:lnTo>
                  <a:lnTo>
                    <a:pt x="332807" y="36982"/>
                  </a:lnTo>
                  <a:lnTo>
                    <a:pt x="333306" y="38162"/>
                  </a:lnTo>
                  <a:lnTo>
                    <a:pt x="333751" y="40019"/>
                  </a:lnTo>
                  <a:lnTo>
                    <a:pt x="334641" y="40606"/>
                  </a:lnTo>
                  <a:lnTo>
                    <a:pt x="335849" y="40019"/>
                  </a:lnTo>
                  <a:lnTo>
                    <a:pt x="338010" y="40475"/>
                  </a:lnTo>
                  <a:lnTo>
                    <a:pt x="338923" y="40583"/>
                  </a:lnTo>
                  <a:lnTo>
                    <a:pt x="340677" y="39882"/>
                  </a:lnTo>
                  <a:lnTo>
                    <a:pt x="341518" y="39071"/>
                  </a:lnTo>
                  <a:lnTo>
                    <a:pt x="342701" y="37700"/>
                  </a:lnTo>
                  <a:lnTo>
                    <a:pt x="344277" y="35871"/>
                  </a:lnTo>
                  <a:lnTo>
                    <a:pt x="347036" y="32671"/>
                  </a:lnTo>
                  <a:lnTo>
                    <a:pt x="349281" y="31516"/>
                  </a:lnTo>
                  <a:lnTo>
                    <a:pt x="351373" y="33812"/>
                  </a:lnTo>
                  <a:lnTo>
                    <a:pt x="353038" y="35836"/>
                  </a:lnTo>
                  <a:lnTo>
                    <a:pt x="353681" y="36620"/>
                  </a:lnTo>
                  <a:lnTo>
                    <a:pt x="355379" y="38683"/>
                  </a:lnTo>
                  <a:lnTo>
                    <a:pt x="357779" y="41602"/>
                  </a:lnTo>
                  <a:lnTo>
                    <a:pt x="360531" y="44949"/>
                  </a:lnTo>
                  <a:lnTo>
                    <a:pt x="363282" y="48296"/>
                  </a:lnTo>
                  <a:lnTo>
                    <a:pt x="365682" y="51215"/>
                  </a:lnTo>
                  <a:lnTo>
                    <a:pt x="367380" y="53279"/>
                  </a:lnTo>
                  <a:lnTo>
                    <a:pt x="368024" y="54062"/>
                  </a:lnTo>
                  <a:lnTo>
                    <a:pt x="369890" y="56427"/>
                  </a:lnTo>
                  <a:lnTo>
                    <a:pt x="371756" y="58792"/>
                  </a:lnTo>
                  <a:lnTo>
                    <a:pt x="373621" y="61156"/>
                  </a:lnTo>
                  <a:lnTo>
                    <a:pt x="375487" y="63521"/>
                  </a:lnTo>
                  <a:lnTo>
                    <a:pt x="377353" y="65886"/>
                  </a:lnTo>
                  <a:lnTo>
                    <a:pt x="379219" y="68249"/>
                  </a:lnTo>
                  <a:lnTo>
                    <a:pt x="381084" y="70614"/>
                  </a:lnTo>
                  <a:lnTo>
                    <a:pt x="382950" y="72979"/>
                  </a:lnTo>
                  <a:lnTo>
                    <a:pt x="383421" y="76911"/>
                  </a:lnTo>
                  <a:lnTo>
                    <a:pt x="383879" y="80738"/>
                  </a:lnTo>
                  <a:lnTo>
                    <a:pt x="384971" y="83517"/>
                  </a:lnTo>
                  <a:lnTo>
                    <a:pt x="385971" y="86055"/>
                  </a:lnTo>
                  <a:lnTo>
                    <a:pt x="386550" y="85922"/>
                  </a:lnTo>
                  <a:lnTo>
                    <a:pt x="387137" y="84850"/>
                  </a:lnTo>
                  <a:lnTo>
                    <a:pt x="387510" y="84334"/>
                  </a:lnTo>
                  <a:lnTo>
                    <a:pt x="388134" y="84249"/>
                  </a:lnTo>
                  <a:lnTo>
                    <a:pt x="389524" y="83331"/>
                  </a:lnTo>
                  <a:lnTo>
                    <a:pt x="389935" y="83532"/>
                  </a:lnTo>
                  <a:lnTo>
                    <a:pt x="390168" y="83991"/>
                  </a:lnTo>
                  <a:lnTo>
                    <a:pt x="390187" y="84709"/>
                  </a:lnTo>
                  <a:lnTo>
                    <a:pt x="390140" y="85280"/>
                  </a:lnTo>
                  <a:lnTo>
                    <a:pt x="389925" y="86428"/>
                  </a:lnTo>
                  <a:lnTo>
                    <a:pt x="390264" y="88613"/>
                  </a:lnTo>
                  <a:lnTo>
                    <a:pt x="390336" y="91042"/>
                  </a:lnTo>
                  <a:lnTo>
                    <a:pt x="390522" y="92877"/>
                  </a:lnTo>
                  <a:lnTo>
                    <a:pt x="391091" y="95226"/>
                  </a:lnTo>
                  <a:lnTo>
                    <a:pt x="391585" y="97061"/>
                  </a:lnTo>
                  <a:lnTo>
                    <a:pt x="392208" y="97416"/>
                  </a:lnTo>
                  <a:lnTo>
                    <a:pt x="393648" y="96347"/>
                  </a:lnTo>
                  <a:lnTo>
                    <a:pt x="394551" y="95943"/>
                  </a:lnTo>
                  <a:lnTo>
                    <a:pt x="395064" y="96117"/>
                  </a:lnTo>
                  <a:lnTo>
                    <a:pt x="395940" y="97836"/>
                  </a:lnTo>
                  <a:lnTo>
                    <a:pt x="396369" y="98869"/>
                  </a:lnTo>
                  <a:lnTo>
                    <a:pt x="396472" y="99727"/>
                  </a:lnTo>
                  <a:lnTo>
                    <a:pt x="395287" y="104974"/>
                  </a:lnTo>
                  <a:lnTo>
                    <a:pt x="397166" y="107576"/>
                  </a:lnTo>
                  <a:lnTo>
                    <a:pt x="399262" y="110422"/>
                  </a:lnTo>
                  <a:lnTo>
                    <a:pt x="401761" y="113814"/>
                  </a:lnTo>
                  <a:lnTo>
                    <a:pt x="403289" y="115890"/>
                  </a:lnTo>
                  <a:lnTo>
                    <a:pt x="405301" y="118855"/>
                  </a:lnTo>
                  <a:lnTo>
                    <a:pt x="405646" y="123080"/>
                  </a:lnTo>
                  <a:lnTo>
                    <a:pt x="405936" y="126645"/>
                  </a:lnTo>
                  <a:lnTo>
                    <a:pt x="406306" y="131615"/>
                  </a:lnTo>
                  <a:lnTo>
                    <a:pt x="406683" y="136685"/>
                  </a:lnTo>
                  <a:lnTo>
                    <a:pt x="407059" y="141737"/>
                  </a:lnTo>
                  <a:lnTo>
                    <a:pt x="407457" y="147098"/>
                  </a:lnTo>
                  <a:lnTo>
                    <a:pt x="407895" y="152988"/>
                  </a:lnTo>
                  <a:lnTo>
                    <a:pt x="408284" y="158215"/>
                  </a:lnTo>
                  <a:lnTo>
                    <a:pt x="408709" y="163922"/>
                  </a:lnTo>
                  <a:lnTo>
                    <a:pt x="409274" y="171348"/>
                  </a:lnTo>
                  <a:lnTo>
                    <a:pt x="408769" y="174209"/>
                  </a:lnTo>
                  <a:lnTo>
                    <a:pt x="407669" y="180439"/>
                  </a:lnTo>
                  <a:lnTo>
                    <a:pt x="406675" y="186070"/>
                  </a:lnTo>
                  <a:lnTo>
                    <a:pt x="406588" y="187704"/>
                  </a:lnTo>
                  <a:lnTo>
                    <a:pt x="405904" y="195915"/>
                  </a:lnTo>
                  <a:lnTo>
                    <a:pt x="405356" y="199307"/>
                  </a:lnTo>
                  <a:lnTo>
                    <a:pt x="404397" y="201276"/>
                  </a:lnTo>
                  <a:lnTo>
                    <a:pt x="403445" y="203185"/>
                  </a:lnTo>
                  <a:lnTo>
                    <a:pt x="402256" y="206384"/>
                  </a:lnTo>
                  <a:lnTo>
                    <a:pt x="400950" y="207964"/>
                  </a:lnTo>
                  <a:lnTo>
                    <a:pt x="400282" y="208893"/>
                  </a:lnTo>
                  <a:lnTo>
                    <a:pt x="399932" y="210359"/>
                  </a:lnTo>
                  <a:lnTo>
                    <a:pt x="399546" y="213572"/>
                  </a:lnTo>
                  <a:lnTo>
                    <a:pt x="399621" y="218479"/>
                  </a:lnTo>
                  <a:lnTo>
                    <a:pt x="400697" y="222702"/>
                  </a:lnTo>
                  <a:lnTo>
                    <a:pt x="402271" y="225064"/>
                  </a:lnTo>
                  <a:lnTo>
                    <a:pt x="403965" y="227364"/>
                  </a:lnTo>
                  <a:lnTo>
                    <a:pt x="406378" y="227374"/>
                  </a:lnTo>
                  <a:lnTo>
                    <a:pt x="408548" y="224305"/>
                  </a:lnTo>
                  <a:lnTo>
                    <a:pt x="410847" y="221055"/>
                  </a:lnTo>
                  <a:lnTo>
                    <a:pt x="412897" y="218156"/>
                  </a:lnTo>
                  <a:lnTo>
                    <a:pt x="415335" y="214709"/>
                  </a:lnTo>
                  <a:lnTo>
                    <a:pt x="417543" y="211585"/>
                  </a:lnTo>
                  <a:lnTo>
                    <a:pt x="419941" y="210463"/>
                  </a:lnTo>
                  <a:lnTo>
                    <a:pt x="423264" y="208909"/>
                  </a:lnTo>
                  <a:lnTo>
                    <a:pt x="427446" y="206951"/>
                  </a:lnTo>
                  <a:lnTo>
                    <a:pt x="429483" y="204722"/>
                  </a:lnTo>
                  <a:lnTo>
                    <a:pt x="432114" y="201840"/>
                  </a:lnTo>
                  <a:lnTo>
                    <a:pt x="435150" y="198516"/>
                  </a:lnTo>
                  <a:lnTo>
                    <a:pt x="437770" y="195648"/>
                  </a:lnTo>
                  <a:lnTo>
                    <a:pt x="439087" y="194058"/>
                  </a:lnTo>
                  <a:lnTo>
                    <a:pt x="440024" y="192244"/>
                  </a:lnTo>
                  <a:lnTo>
                    <a:pt x="440256" y="190902"/>
                  </a:lnTo>
                  <a:lnTo>
                    <a:pt x="440201" y="190132"/>
                  </a:lnTo>
                  <a:lnTo>
                    <a:pt x="439959" y="189360"/>
                  </a:lnTo>
                  <a:lnTo>
                    <a:pt x="439625" y="188790"/>
                  </a:lnTo>
                  <a:lnTo>
                    <a:pt x="439328" y="188305"/>
                  </a:lnTo>
                  <a:lnTo>
                    <a:pt x="439188" y="187705"/>
                  </a:lnTo>
                  <a:lnTo>
                    <a:pt x="439161" y="186392"/>
                  </a:lnTo>
                  <a:lnTo>
                    <a:pt x="438978" y="185637"/>
                  </a:lnTo>
                  <a:lnTo>
                    <a:pt x="438805" y="185082"/>
                  </a:lnTo>
                  <a:lnTo>
                    <a:pt x="438870" y="180000"/>
                  </a:lnTo>
                  <a:lnTo>
                    <a:pt x="438641" y="178425"/>
                  </a:lnTo>
                  <a:lnTo>
                    <a:pt x="437788" y="174431"/>
                  </a:lnTo>
                  <a:lnTo>
                    <a:pt x="439416" y="172641"/>
                  </a:lnTo>
                  <a:lnTo>
                    <a:pt x="440925" y="170980"/>
                  </a:lnTo>
                  <a:lnTo>
                    <a:pt x="442128" y="169751"/>
                  </a:lnTo>
                  <a:lnTo>
                    <a:pt x="444648" y="169557"/>
                  </a:lnTo>
                  <a:lnTo>
                    <a:pt x="446989" y="169582"/>
                  </a:lnTo>
                  <a:lnTo>
                    <a:pt x="450214" y="169615"/>
                  </a:lnTo>
                  <a:lnTo>
                    <a:pt x="452932" y="169642"/>
                  </a:lnTo>
                  <a:lnTo>
                    <a:pt x="456103" y="169676"/>
                  </a:lnTo>
                  <a:lnTo>
                    <a:pt x="457962" y="169694"/>
                  </a:lnTo>
                  <a:lnTo>
                    <a:pt x="460398" y="169637"/>
                  </a:lnTo>
                  <a:lnTo>
                    <a:pt x="461585" y="165027"/>
                  </a:lnTo>
                  <a:lnTo>
                    <a:pt x="462646" y="160905"/>
                  </a:lnTo>
                  <a:lnTo>
                    <a:pt x="463814" y="156966"/>
                  </a:lnTo>
                  <a:lnTo>
                    <a:pt x="465892" y="152341"/>
                  </a:lnTo>
                  <a:lnTo>
                    <a:pt x="466495" y="151510"/>
                  </a:lnTo>
                  <a:lnTo>
                    <a:pt x="466828" y="149687"/>
                  </a:lnTo>
                  <a:lnTo>
                    <a:pt x="468087" y="147954"/>
                  </a:lnTo>
                  <a:lnTo>
                    <a:pt x="469474" y="146347"/>
                  </a:lnTo>
                  <a:lnTo>
                    <a:pt x="470018" y="144839"/>
                  </a:lnTo>
                  <a:lnTo>
                    <a:pt x="470281" y="143980"/>
                  </a:lnTo>
                  <a:lnTo>
                    <a:pt x="474037" y="135849"/>
                  </a:lnTo>
                  <a:lnTo>
                    <a:pt x="476170" y="132093"/>
                  </a:lnTo>
                  <a:lnTo>
                    <a:pt x="477932" y="130002"/>
                  </a:lnTo>
                  <a:lnTo>
                    <a:pt x="479273" y="129004"/>
                  </a:lnTo>
                  <a:lnTo>
                    <a:pt x="480178" y="12914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g1505"/>
            <p:cNvSpPr/>
            <p:nvPr/>
          </p:nvSpPr>
          <p:spPr>
            <a:xfrm>
              <a:off x="4540304" y="2107686"/>
              <a:ext cx="7725" cy="8384"/>
            </a:xfrm>
            <a:custGeom>
              <a:avLst/>
              <a:pathLst>
                <a:path w="7725" h="8384">
                  <a:moveTo>
                    <a:pt x="7725" y="8372"/>
                  </a:moveTo>
                  <a:lnTo>
                    <a:pt x="6058" y="8384"/>
                  </a:lnTo>
                  <a:lnTo>
                    <a:pt x="2671" y="3572"/>
                  </a:lnTo>
                  <a:lnTo>
                    <a:pt x="952" y="2045"/>
                  </a:lnTo>
                  <a:lnTo>
                    <a:pt x="0" y="356"/>
                  </a:lnTo>
                  <a:lnTo>
                    <a:pt x="425" y="0"/>
                  </a:lnTo>
                  <a:lnTo>
                    <a:pt x="2500" y="1193"/>
                  </a:lnTo>
                  <a:lnTo>
                    <a:pt x="4194" y="3790"/>
                  </a:lnTo>
                  <a:lnTo>
                    <a:pt x="5131" y="5497"/>
                  </a:lnTo>
                  <a:lnTo>
                    <a:pt x="6214" y="6947"/>
                  </a:lnTo>
                  <a:lnTo>
                    <a:pt x="7379" y="753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g1506"/>
            <p:cNvSpPr/>
            <p:nvPr/>
          </p:nvSpPr>
          <p:spPr>
            <a:xfrm>
              <a:off x="1126860" y="2101623"/>
              <a:ext cx="1283" cy="3777"/>
            </a:xfrm>
            <a:custGeom>
              <a:avLst/>
              <a:pathLst>
                <a:path w="1283" h="3777">
                  <a:moveTo>
                    <a:pt x="1220" y="2042"/>
                  </a:moveTo>
                  <a:lnTo>
                    <a:pt x="615" y="3777"/>
                  </a:lnTo>
                  <a:lnTo>
                    <a:pt x="169" y="2992"/>
                  </a:lnTo>
                  <a:lnTo>
                    <a:pt x="0" y="607"/>
                  </a:lnTo>
                  <a:lnTo>
                    <a:pt x="337" y="0"/>
                  </a:lnTo>
                  <a:lnTo>
                    <a:pt x="1283" y="172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g1507"/>
            <p:cNvSpPr/>
            <p:nvPr/>
          </p:nvSpPr>
          <p:spPr>
            <a:xfrm>
              <a:off x="1128872" y="2100880"/>
              <a:ext cx="1878" cy="2830"/>
            </a:xfrm>
            <a:custGeom>
              <a:avLst/>
              <a:pathLst>
                <a:path w="1878" h="2830">
                  <a:moveTo>
                    <a:pt x="1878" y="2184"/>
                  </a:moveTo>
                  <a:lnTo>
                    <a:pt x="1067" y="2830"/>
                  </a:lnTo>
                  <a:lnTo>
                    <a:pt x="0" y="1520"/>
                  </a:lnTo>
                  <a:lnTo>
                    <a:pt x="103" y="0"/>
                  </a:lnTo>
                  <a:lnTo>
                    <a:pt x="1276" y="126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g1508"/>
            <p:cNvSpPr/>
            <p:nvPr/>
          </p:nvSpPr>
          <p:spPr>
            <a:xfrm>
              <a:off x="1109740" y="2099929"/>
              <a:ext cx="5287" cy="8925"/>
            </a:xfrm>
            <a:custGeom>
              <a:avLst/>
              <a:pathLst>
                <a:path w="5287" h="8925">
                  <a:moveTo>
                    <a:pt x="3032" y="7941"/>
                  </a:moveTo>
                  <a:lnTo>
                    <a:pt x="2819" y="8925"/>
                  </a:lnTo>
                  <a:lnTo>
                    <a:pt x="2587" y="8896"/>
                  </a:lnTo>
                  <a:lnTo>
                    <a:pt x="1303" y="7264"/>
                  </a:lnTo>
                  <a:lnTo>
                    <a:pt x="1115" y="6713"/>
                  </a:lnTo>
                  <a:lnTo>
                    <a:pt x="1869" y="5938"/>
                  </a:lnTo>
                  <a:lnTo>
                    <a:pt x="2088" y="5338"/>
                  </a:lnTo>
                  <a:lnTo>
                    <a:pt x="2000" y="4556"/>
                  </a:lnTo>
                  <a:lnTo>
                    <a:pt x="1436" y="3468"/>
                  </a:lnTo>
                  <a:lnTo>
                    <a:pt x="394" y="2074"/>
                  </a:lnTo>
                  <a:lnTo>
                    <a:pt x="0" y="1070"/>
                  </a:lnTo>
                  <a:lnTo>
                    <a:pt x="252" y="455"/>
                  </a:lnTo>
                  <a:lnTo>
                    <a:pt x="749" y="76"/>
                  </a:lnTo>
                  <a:lnTo>
                    <a:pt x="2314" y="0"/>
                  </a:lnTo>
                  <a:lnTo>
                    <a:pt x="3159" y="1715"/>
                  </a:lnTo>
                  <a:lnTo>
                    <a:pt x="3796" y="2317"/>
                  </a:lnTo>
                  <a:lnTo>
                    <a:pt x="5287" y="2724"/>
                  </a:lnTo>
                  <a:lnTo>
                    <a:pt x="4514" y="3451"/>
                  </a:lnTo>
                  <a:lnTo>
                    <a:pt x="4074" y="4153"/>
                  </a:lnTo>
                  <a:lnTo>
                    <a:pt x="3533" y="687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g1509"/>
            <p:cNvSpPr/>
            <p:nvPr/>
          </p:nvSpPr>
          <p:spPr>
            <a:xfrm>
              <a:off x="1114780" y="2099594"/>
              <a:ext cx="5837" cy="7482"/>
            </a:xfrm>
            <a:custGeom>
              <a:avLst/>
              <a:pathLst>
                <a:path w="5837" h="7482">
                  <a:moveTo>
                    <a:pt x="5018" y="6295"/>
                  </a:moveTo>
                  <a:lnTo>
                    <a:pt x="4741" y="6680"/>
                  </a:lnTo>
                  <a:lnTo>
                    <a:pt x="4233" y="6980"/>
                  </a:lnTo>
                  <a:lnTo>
                    <a:pt x="2767" y="6647"/>
                  </a:lnTo>
                  <a:lnTo>
                    <a:pt x="1880" y="6752"/>
                  </a:lnTo>
                  <a:lnTo>
                    <a:pt x="890" y="6961"/>
                  </a:lnTo>
                  <a:lnTo>
                    <a:pt x="147" y="7482"/>
                  </a:lnTo>
                  <a:lnTo>
                    <a:pt x="0" y="6758"/>
                  </a:lnTo>
                  <a:lnTo>
                    <a:pt x="24" y="6163"/>
                  </a:lnTo>
                  <a:lnTo>
                    <a:pt x="3225" y="4537"/>
                  </a:lnTo>
                  <a:lnTo>
                    <a:pt x="3969" y="3689"/>
                  </a:lnTo>
                  <a:lnTo>
                    <a:pt x="4426" y="2615"/>
                  </a:lnTo>
                  <a:lnTo>
                    <a:pt x="4843" y="601"/>
                  </a:lnTo>
                  <a:lnTo>
                    <a:pt x="5179" y="0"/>
                  </a:lnTo>
                  <a:lnTo>
                    <a:pt x="5385" y="30"/>
                  </a:lnTo>
                  <a:lnTo>
                    <a:pt x="5837" y="823"/>
                  </a:lnTo>
                  <a:lnTo>
                    <a:pt x="5678" y="1868"/>
                  </a:lnTo>
                  <a:lnTo>
                    <a:pt x="5276" y="2777"/>
                  </a:lnTo>
                  <a:lnTo>
                    <a:pt x="5144" y="363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g1510"/>
            <p:cNvSpPr/>
            <p:nvPr/>
          </p:nvSpPr>
          <p:spPr>
            <a:xfrm>
              <a:off x="1121592" y="2097932"/>
              <a:ext cx="5040" cy="11298"/>
            </a:xfrm>
            <a:custGeom>
              <a:avLst/>
              <a:pathLst>
                <a:path w="5040" h="11298">
                  <a:moveTo>
                    <a:pt x="3540" y="3526"/>
                  </a:moveTo>
                  <a:lnTo>
                    <a:pt x="3592" y="4516"/>
                  </a:lnTo>
                  <a:lnTo>
                    <a:pt x="4693" y="4391"/>
                  </a:lnTo>
                  <a:lnTo>
                    <a:pt x="5039" y="4902"/>
                  </a:lnTo>
                  <a:lnTo>
                    <a:pt x="5040" y="6847"/>
                  </a:lnTo>
                  <a:lnTo>
                    <a:pt x="4896" y="7397"/>
                  </a:lnTo>
                  <a:lnTo>
                    <a:pt x="4728" y="7531"/>
                  </a:lnTo>
                  <a:lnTo>
                    <a:pt x="4332" y="7104"/>
                  </a:lnTo>
                  <a:lnTo>
                    <a:pt x="3884" y="8095"/>
                  </a:lnTo>
                  <a:lnTo>
                    <a:pt x="1833" y="10522"/>
                  </a:lnTo>
                  <a:lnTo>
                    <a:pt x="1197" y="9164"/>
                  </a:lnTo>
                  <a:lnTo>
                    <a:pt x="0" y="11298"/>
                  </a:lnTo>
                  <a:lnTo>
                    <a:pt x="838" y="5778"/>
                  </a:lnTo>
                  <a:lnTo>
                    <a:pt x="1807" y="4943"/>
                  </a:lnTo>
                  <a:lnTo>
                    <a:pt x="2164" y="4316"/>
                  </a:lnTo>
                  <a:lnTo>
                    <a:pt x="2081" y="2699"/>
                  </a:lnTo>
                  <a:lnTo>
                    <a:pt x="2531" y="0"/>
                  </a:lnTo>
                  <a:lnTo>
                    <a:pt x="3507" y="125"/>
                  </a:lnTo>
                  <a:lnTo>
                    <a:pt x="3958" y="1240"/>
                  </a:lnTo>
                  <a:lnTo>
                    <a:pt x="3941" y="196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g1511"/>
            <p:cNvSpPr/>
            <p:nvPr/>
          </p:nvSpPr>
          <p:spPr>
            <a:xfrm>
              <a:off x="4538642" y="2097677"/>
              <a:ext cx="1272" cy="2823"/>
            </a:xfrm>
            <a:custGeom>
              <a:avLst/>
              <a:pathLst>
                <a:path w="1272" h="2823">
                  <a:moveTo>
                    <a:pt x="965" y="2317"/>
                  </a:moveTo>
                  <a:lnTo>
                    <a:pt x="353" y="2823"/>
                  </a:lnTo>
                  <a:lnTo>
                    <a:pt x="26" y="1540"/>
                  </a:lnTo>
                  <a:lnTo>
                    <a:pt x="0" y="796"/>
                  </a:lnTo>
                  <a:lnTo>
                    <a:pt x="330" y="0"/>
                  </a:lnTo>
                  <a:lnTo>
                    <a:pt x="919" y="506"/>
                  </a:lnTo>
                  <a:lnTo>
                    <a:pt x="1272" y="123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g1512"/>
            <p:cNvSpPr/>
            <p:nvPr/>
          </p:nvSpPr>
          <p:spPr>
            <a:xfrm>
              <a:off x="4548473" y="2096621"/>
              <a:ext cx="2714" cy="4438"/>
            </a:xfrm>
            <a:custGeom>
              <a:avLst/>
              <a:pathLst>
                <a:path w="2714" h="4438">
                  <a:moveTo>
                    <a:pt x="2211" y="3693"/>
                  </a:moveTo>
                  <a:lnTo>
                    <a:pt x="1418" y="4438"/>
                  </a:lnTo>
                  <a:lnTo>
                    <a:pt x="499" y="4029"/>
                  </a:lnTo>
                  <a:lnTo>
                    <a:pt x="0" y="2884"/>
                  </a:lnTo>
                  <a:lnTo>
                    <a:pt x="59" y="1502"/>
                  </a:lnTo>
                  <a:lnTo>
                    <a:pt x="1244" y="0"/>
                  </a:lnTo>
                  <a:lnTo>
                    <a:pt x="2714" y="18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g1513"/>
            <p:cNvSpPr/>
            <p:nvPr/>
          </p:nvSpPr>
          <p:spPr>
            <a:xfrm>
              <a:off x="1129063" y="2094566"/>
              <a:ext cx="2011" cy="3751"/>
            </a:xfrm>
            <a:custGeom>
              <a:avLst/>
              <a:pathLst>
                <a:path w="2011" h="3751">
                  <a:moveTo>
                    <a:pt x="1566" y="2881"/>
                  </a:moveTo>
                  <a:lnTo>
                    <a:pt x="1340" y="3751"/>
                  </a:lnTo>
                  <a:lnTo>
                    <a:pt x="400" y="2826"/>
                  </a:lnTo>
                  <a:lnTo>
                    <a:pt x="67" y="2071"/>
                  </a:lnTo>
                  <a:lnTo>
                    <a:pt x="0" y="1297"/>
                  </a:lnTo>
                  <a:lnTo>
                    <a:pt x="277" y="16"/>
                  </a:lnTo>
                  <a:lnTo>
                    <a:pt x="1029" y="0"/>
                  </a:lnTo>
                  <a:lnTo>
                    <a:pt x="1473" y="520"/>
                  </a:lnTo>
                  <a:lnTo>
                    <a:pt x="1888" y="1491"/>
                  </a:lnTo>
                  <a:lnTo>
                    <a:pt x="2011" y="209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g1514"/>
            <p:cNvSpPr/>
            <p:nvPr/>
          </p:nvSpPr>
          <p:spPr>
            <a:xfrm>
              <a:off x="4526868" y="2094156"/>
              <a:ext cx="4031" cy="8059"/>
            </a:xfrm>
            <a:custGeom>
              <a:avLst/>
              <a:pathLst>
                <a:path w="4031" h="8059">
                  <a:moveTo>
                    <a:pt x="1587" y="6826"/>
                  </a:moveTo>
                  <a:lnTo>
                    <a:pt x="751" y="8059"/>
                  </a:lnTo>
                  <a:lnTo>
                    <a:pt x="99" y="6800"/>
                  </a:lnTo>
                  <a:lnTo>
                    <a:pt x="0" y="6231"/>
                  </a:lnTo>
                  <a:lnTo>
                    <a:pt x="1253" y="4078"/>
                  </a:lnTo>
                  <a:lnTo>
                    <a:pt x="2193" y="3611"/>
                  </a:lnTo>
                  <a:lnTo>
                    <a:pt x="2597" y="2825"/>
                  </a:lnTo>
                  <a:lnTo>
                    <a:pt x="3013" y="98"/>
                  </a:lnTo>
                  <a:lnTo>
                    <a:pt x="3713" y="0"/>
                  </a:lnTo>
                  <a:lnTo>
                    <a:pt x="4031" y="318"/>
                  </a:lnTo>
                  <a:lnTo>
                    <a:pt x="3871" y="1597"/>
                  </a:lnTo>
                  <a:lnTo>
                    <a:pt x="3323" y="3545"/>
                  </a:lnTo>
                  <a:lnTo>
                    <a:pt x="3305" y="491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g1515"/>
            <p:cNvSpPr/>
            <p:nvPr/>
          </p:nvSpPr>
          <p:spPr>
            <a:xfrm>
              <a:off x="1150137" y="2093272"/>
              <a:ext cx="9321" cy="3019"/>
            </a:xfrm>
            <a:custGeom>
              <a:avLst/>
              <a:pathLst>
                <a:path w="9321" h="3019">
                  <a:moveTo>
                    <a:pt x="4221" y="220"/>
                  </a:moveTo>
                  <a:lnTo>
                    <a:pt x="6107" y="1421"/>
                  </a:lnTo>
                  <a:lnTo>
                    <a:pt x="8452" y="1281"/>
                  </a:lnTo>
                  <a:lnTo>
                    <a:pt x="9307" y="1572"/>
                  </a:lnTo>
                  <a:lnTo>
                    <a:pt x="9321" y="1908"/>
                  </a:lnTo>
                  <a:lnTo>
                    <a:pt x="7821" y="2400"/>
                  </a:lnTo>
                  <a:lnTo>
                    <a:pt x="7308" y="2239"/>
                  </a:lnTo>
                  <a:lnTo>
                    <a:pt x="5999" y="2900"/>
                  </a:lnTo>
                  <a:lnTo>
                    <a:pt x="5109" y="3019"/>
                  </a:lnTo>
                  <a:lnTo>
                    <a:pt x="3075" y="2396"/>
                  </a:lnTo>
                  <a:lnTo>
                    <a:pt x="1506" y="2823"/>
                  </a:lnTo>
                  <a:lnTo>
                    <a:pt x="1091" y="2662"/>
                  </a:lnTo>
                  <a:lnTo>
                    <a:pt x="598" y="2115"/>
                  </a:lnTo>
                  <a:lnTo>
                    <a:pt x="27" y="1185"/>
                  </a:lnTo>
                  <a:lnTo>
                    <a:pt x="0" y="603"/>
                  </a:lnTo>
                  <a:lnTo>
                    <a:pt x="514" y="367"/>
                  </a:lnTo>
                  <a:lnTo>
                    <a:pt x="1907" y="1165"/>
                  </a:lnTo>
                  <a:lnTo>
                    <a:pt x="2052" y="750"/>
                  </a:lnTo>
                  <a:lnTo>
                    <a:pt x="322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g1516"/>
            <p:cNvSpPr/>
            <p:nvPr/>
          </p:nvSpPr>
          <p:spPr>
            <a:xfrm>
              <a:off x="1163333" y="2086054"/>
              <a:ext cx="2943" cy="3858"/>
            </a:xfrm>
            <a:custGeom>
              <a:avLst/>
              <a:pathLst>
                <a:path w="2943" h="3858">
                  <a:moveTo>
                    <a:pt x="1490" y="3420"/>
                  </a:moveTo>
                  <a:lnTo>
                    <a:pt x="775" y="3858"/>
                  </a:lnTo>
                  <a:lnTo>
                    <a:pt x="0" y="3403"/>
                  </a:lnTo>
                  <a:lnTo>
                    <a:pt x="362" y="1843"/>
                  </a:lnTo>
                  <a:lnTo>
                    <a:pt x="732" y="1011"/>
                  </a:lnTo>
                  <a:lnTo>
                    <a:pt x="1436" y="0"/>
                  </a:lnTo>
                  <a:lnTo>
                    <a:pt x="2275" y="445"/>
                  </a:lnTo>
                  <a:lnTo>
                    <a:pt x="2943" y="172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g1517"/>
            <p:cNvSpPr/>
            <p:nvPr/>
          </p:nvSpPr>
          <p:spPr>
            <a:xfrm>
              <a:off x="1137609" y="2085104"/>
              <a:ext cx="12278" cy="12595"/>
            </a:xfrm>
            <a:custGeom>
              <a:avLst/>
              <a:pathLst>
                <a:path w="12278" h="12595">
                  <a:moveTo>
                    <a:pt x="5942" y="11380"/>
                  </a:moveTo>
                  <a:lnTo>
                    <a:pt x="785" y="12595"/>
                  </a:lnTo>
                  <a:lnTo>
                    <a:pt x="0" y="11760"/>
                  </a:lnTo>
                  <a:lnTo>
                    <a:pt x="782" y="11285"/>
                  </a:lnTo>
                  <a:lnTo>
                    <a:pt x="1710" y="11023"/>
                  </a:lnTo>
                  <a:lnTo>
                    <a:pt x="3649" y="9632"/>
                  </a:lnTo>
                  <a:lnTo>
                    <a:pt x="6035" y="8427"/>
                  </a:lnTo>
                  <a:lnTo>
                    <a:pt x="7895" y="6977"/>
                  </a:lnTo>
                  <a:lnTo>
                    <a:pt x="9511" y="6028"/>
                  </a:lnTo>
                  <a:lnTo>
                    <a:pt x="9966" y="4465"/>
                  </a:lnTo>
                  <a:lnTo>
                    <a:pt x="8547" y="3669"/>
                  </a:lnTo>
                  <a:lnTo>
                    <a:pt x="8267" y="3041"/>
                  </a:lnTo>
                  <a:lnTo>
                    <a:pt x="8941" y="2311"/>
                  </a:lnTo>
                  <a:lnTo>
                    <a:pt x="9504" y="1248"/>
                  </a:lnTo>
                  <a:lnTo>
                    <a:pt x="10831" y="0"/>
                  </a:lnTo>
                  <a:lnTo>
                    <a:pt x="12016" y="1564"/>
                  </a:lnTo>
                  <a:lnTo>
                    <a:pt x="12278" y="2611"/>
                  </a:lnTo>
                  <a:lnTo>
                    <a:pt x="12165" y="3852"/>
                  </a:lnTo>
                  <a:lnTo>
                    <a:pt x="11927" y="5146"/>
                  </a:lnTo>
                  <a:lnTo>
                    <a:pt x="10885" y="5814"/>
                  </a:lnTo>
                  <a:lnTo>
                    <a:pt x="10730" y="6495"/>
                  </a:lnTo>
                  <a:lnTo>
                    <a:pt x="11295" y="8420"/>
                  </a:lnTo>
                  <a:lnTo>
                    <a:pt x="9152" y="1011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g1518"/>
            <p:cNvSpPr/>
            <p:nvPr/>
          </p:nvSpPr>
          <p:spPr>
            <a:xfrm>
              <a:off x="4489875" y="2082624"/>
              <a:ext cx="3592" cy="4357"/>
            </a:xfrm>
            <a:custGeom>
              <a:avLst/>
              <a:pathLst>
                <a:path w="3592" h="4357">
                  <a:moveTo>
                    <a:pt x="3080" y="4270"/>
                  </a:moveTo>
                  <a:lnTo>
                    <a:pt x="2456" y="4357"/>
                  </a:lnTo>
                  <a:lnTo>
                    <a:pt x="2056" y="3334"/>
                  </a:lnTo>
                  <a:lnTo>
                    <a:pt x="0" y="2934"/>
                  </a:lnTo>
                  <a:lnTo>
                    <a:pt x="213" y="1963"/>
                  </a:lnTo>
                  <a:lnTo>
                    <a:pt x="1097" y="1556"/>
                  </a:lnTo>
                  <a:lnTo>
                    <a:pt x="2454" y="0"/>
                  </a:lnTo>
                  <a:lnTo>
                    <a:pt x="3592" y="265"/>
                  </a:lnTo>
                  <a:lnTo>
                    <a:pt x="3291" y="169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g1519"/>
            <p:cNvSpPr/>
            <p:nvPr/>
          </p:nvSpPr>
          <p:spPr>
            <a:xfrm>
              <a:off x="1180568" y="2076907"/>
              <a:ext cx="2330" cy="4367"/>
            </a:xfrm>
            <a:custGeom>
              <a:avLst/>
              <a:pathLst>
                <a:path w="2330" h="4367">
                  <a:moveTo>
                    <a:pt x="900" y="3429"/>
                  </a:moveTo>
                  <a:lnTo>
                    <a:pt x="285" y="4367"/>
                  </a:lnTo>
                  <a:lnTo>
                    <a:pt x="105" y="4019"/>
                  </a:lnTo>
                  <a:lnTo>
                    <a:pt x="0" y="2861"/>
                  </a:lnTo>
                  <a:lnTo>
                    <a:pt x="344" y="1959"/>
                  </a:lnTo>
                  <a:lnTo>
                    <a:pt x="1393" y="0"/>
                  </a:lnTo>
                  <a:lnTo>
                    <a:pt x="2105" y="369"/>
                  </a:lnTo>
                  <a:lnTo>
                    <a:pt x="2330" y="885"/>
                  </a:lnTo>
                  <a:lnTo>
                    <a:pt x="2311" y="1628"/>
                  </a:lnTo>
                  <a:lnTo>
                    <a:pt x="2047" y="2598"/>
                  </a:lnTo>
                  <a:lnTo>
                    <a:pt x="1708" y="3086"/>
                  </a:lnTo>
                  <a:lnTo>
                    <a:pt x="1295" y="309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g1520"/>
            <p:cNvSpPr/>
            <p:nvPr/>
          </p:nvSpPr>
          <p:spPr>
            <a:xfrm>
              <a:off x="1188598" y="2071409"/>
              <a:ext cx="2883" cy="2697"/>
            </a:xfrm>
            <a:custGeom>
              <a:avLst/>
              <a:pathLst>
                <a:path w="2883" h="2697">
                  <a:moveTo>
                    <a:pt x="2883" y="1071"/>
                  </a:moveTo>
                  <a:lnTo>
                    <a:pt x="2727" y="2260"/>
                  </a:lnTo>
                  <a:lnTo>
                    <a:pt x="2586" y="2697"/>
                  </a:lnTo>
                  <a:lnTo>
                    <a:pt x="1100" y="2064"/>
                  </a:lnTo>
                  <a:lnTo>
                    <a:pt x="108" y="2293"/>
                  </a:lnTo>
                  <a:lnTo>
                    <a:pt x="0" y="1589"/>
                  </a:lnTo>
                  <a:lnTo>
                    <a:pt x="89" y="963"/>
                  </a:lnTo>
                  <a:lnTo>
                    <a:pt x="1645" y="7"/>
                  </a:lnTo>
                  <a:lnTo>
                    <a:pt x="2278" y="0"/>
                  </a:lnTo>
                  <a:lnTo>
                    <a:pt x="2700" y="49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g1521"/>
            <p:cNvSpPr/>
            <p:nvPr/>
          </p:nvSpPr>
          <p:spPr>
            <a:xfrm>
              <a:off x="4481150" y="2067587"/>
              <a:ext cx="9048" cy="7709"/>
            </a:xfrm>
            <a:custGeom>
              <a:avLst/>
              <a:pathLst>
                <a:path w="9048" h="7709">
                  <a:moveTo>
                    <a:pt x="3047" y="0"/>
                  </a:moveTo>
                  <a:lnTo>
                    <a:pt x="4702" y="966"/>
                  </a:lnTo>
                  <a:lnTo>
                    <a:pt x="5838" y="513"/>
                  </a:lnTo>
                  <a:lnTo>
                    <a:pt x="7275" y="2077"/>
                  </a:lnTo>
                  <a:lnTo>
                    <a:pt x="9048" y="4755"/>
                  </a:lnTo>
                  <a:lnTo>
                    <a:pt x="8651" y="5266"/>
                  </a:lnTo>
                  <a:lnTo>
                    <a:pt x="8204" y="5559"/>
                  </a:lnTo>
                  <a:lnTo>
                    <a:pt x="7765" y="5527"/>
                  </a:lnTo>
                  <a:lnTo>
                    <a:pt x="6382" y="5974"/>
                  </a:lnTo>
                  <a:lnTo>
                    <a:pt x="5628" y="5866"/>
                  </a:lnTo>
                  <a:lnTo>
                    <a:pt x="4233" y="7709"/>
                  </a:lnTo>
                  <a:lnTo>
                    <a:pt x="2699" y="6384"/>
                  </a:lnTo>
                  <a:lnTo>
                    <a:pt x="2181" y="3765"/>
                  </a:lnTo>
                  <a:lnTo>
                    <a:pt x="964" y="3119"/>
                  </a:lnTo>
                  <a:lnTo>
                    <a:pt x="0" y="2219"/>
                  </a:lnTo>
                  <a:lnTo>
                    <a:pt x="1760" y="16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g1522"/>
            <p:cNvSpPr/>
            <p:nvPr/>
          </p:nvSpPr>
          <p:spPr>
            <a:xfrm>
              <a:off x="1197278" y="2051476"/>
              <a:ext cx="12346" cy="21457"/>
            </a:xfrm>
            <a:custGeom>
              <a:avLst/>
              <a:pathLst>
                <a:path w="12346" h="21457">
                  <a:moveTo>
                    <a:pt x="10811" y="6296"/>
                  </a:moveTo>
                  <a:lnTo>
                    <a:pt x="7865" y="9460"/>
                  </a:lnTo>
                  <a:lnTo>
                    <a:pt x="6910" y="11773"/>
                  </a:lnTo>
                  <a:lnTo>
                    <a:pt x="6180" y="13999"/>
                  </a:lnTo>
                  <a:lnTo>
                    <a:pt x="5607" y="15218"/>
                  </a:lnTo>
                  <a:lnTo>
                    <a:pt x="5190" y="15428"/>
                  </a:lnTo>
                  <a:lnTo>
                    <a:pt x="4725" y="16018"/>
                  </a:lnTo>
                  <a:lnTo>
                    <a:pt x="3752" y="17575"/>
                  </a:lnTo>
                  <a:lnTo>
                    <a:pt x="3344" y="17768"/>
                  </a:lnTo>
                  <a:lnTo>
                    <a:pt x="221" y="21401"/>
                  </a:lnTo>
                  <a:lnTo>
                    <a:pt x="0" y="21457"/>
                  </a:lnTo>
                  <a:lnTo>
                    <a:pt x="152" y="20508"/>
                  </a:lnTo>
                  <a:lnTo>
                    <a:pt x="1105" y="19163"/>
                  </a:lnTo>
                  <a:lnTo>
                    <a:pt x="1727" y="17937"/>
                  </a:lnTo>
                  <a:lnTo>
                    <a:pt x="2430" y="15911"/>
                  </a:lnTo>
                  <a:lnTo>
                    <a:pt x="2817" y="15167"/>
                  </a:lnTo>
                  <a:lnTo>
                    <a:pt x="2940" y="14149"/>
                  </a:lnTo>
                  <a:lnTo>
                    <a:pt x="2991" y="12098"/>
                  </a:lnTo>
                  <a:lnTo>
                    <a:pt x="3165" y="11321"/>
                  </a:lnTo>
                  <a:lnTo>
                    <a:pt x="3836" y="9779"/>
                  </a:lnTo>
                  <a:lnTo>
                    <a:pt x="4325" y="8936"/>
                  </a:lnTo>
                  <a:lnTo>
                    <a:pt x="4967" y="8645"/>
                  </a:lnTo>
                  <a:lnTo>
                    <a:pt x="6270" y="8903"/>
                  </a:lnTo>
                  <a:lnTo>
                    <a:pt x="6811" y="8118"/>
                  </a:lnTo>
                  <a:lnTo>
                    <a:pt x="6978" y="7524"/>
                  </a:lnTo>
                  <a:lnTo>
                    <a:pt x="6649" y="6981"/>
                  </a:lnTo>
                  <a:lnTo>
                    <a:pt x="6571" y="6039"/>
                  </a:lnTo>
                  <a:lnTo>
                    <a:pt x="6657" y="4415"/>
                  </a:lnTo>
                  <a:lnTo>
                    <a:pt x="7034" y="2973"/>
                  </a:lnTo>
                  <a:lnTo>
                    <a:pt x="7702" y="1715"/>
                  </a:lnTo>
                  <a:lnTo>
                    <a:pt x="8612" y="735"/>
                  </a:lnTo>
                  <a:lnTo>
                    <a:pt x="9763" y="36"/>
                  </a:lnTo>
                  <a:lnTo>
                    <a:pt x="10606" y="0"/>
                  </a:lnTo>
                  <a:lnTo>
                    <a:pt x="12121" y="1484"/>
                  </a:lnTo>
                  <a:lnTo>
                    <a:pt x="12346" y="2164"/>
                  </a:lnTo>
                  <a:lnTo>
                    <a:pt x="11976" y="3653"/>
                  </a:lnTo>
                  <a:lnTo>
                    <a:pt x="11764" y="504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g1523"/>
            <p:cNvSpPr/>
            <p:nvPr/>
          </p:nvSpPr>
          <p:spPr>
            <a:xfrm>
              <a:off x="1224563" y="2043059"/>
              <a:ext cx="1423" cy="3624"/>
            </a:xfrm>
            <a:custGeom>
              <a:avLst/>
              <a:pathLst>
                <a:path w="1423" h="3624">
                  <a:moveTo>
                    <a:pt x="393" y="3539"/>
                  </a:moveTo>
                  <a:lnTo>
                    <a:pt x="258" y="3624"/>
                  </a:lnTo>
                  <a:lnTo>
                    <a:pt x="12" y="2892"/>
                  </a:lnTo>
                  <a:lnTo>
                    <a:pt x="0" y="2224"/>
                  </a:lnTo>
                  <a:lnTo>
                    <a:pt x="157" y="1740"/>
                  </a:lnTo>
                  <a:lnTo>
                    <a:pt x="605" y="608"/>
                  </a:lnTo>
                  <a:lnTo>
                    <a:pt x="924" y="204"/>
                  </a:lnTo>
                  <a:lnTo>
                    <a:pt x="1317" y="0"/>
                  </a:lnTo>
                  <a:lnTo>
                    <a:pt x="1423" y="302"/>
                  </a:lnTo>
                  <a:lnTo>
                    <a:pt x="1077" y="1644"/>
                  </a:lnTo>
                  <a:lnTo>
                    <a:pt x="644" y="254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g1524"/>
            <p:cNvSpPr/>
            <p:nvPr/>
          </p:nvSpPr>
          <p:spPr>
            <a:xfrm>
              <a:off x="1209585" y="2038245"/>
              <a:ext cx="15169" cy="22059"/>
            </a:xfrm>
            <a:custGeom>
              <a:avLst/>
              <a:pathLst>
                <a:path w="15169" h="22059">
                  <a:moveTo>
                    <a:pt x="11473" y="3103"/>
                  </a:moveTo>
                  <a:lnTo>
                    <a:pt x="11888" y="4506"/>
                  </a:lnTo>
                  <a:lnTo>
                    <a:pt x="12606" y="3617"/>
                  </a:lnTo>
                  <a:lnTo>
                    <a:pt x="13132" y="2398"/>
                  </a:lnTo>
                  <a:lnTo>
                    <a:pt x="13543" y="822"/>
                  </a:lnTo>
                  <a:lnTo>
                    <a:pt x="13809" y="206"/>
                  </a:lnTo>
                  <a:lnTo>
                    <a:pt x="14162" y="1036"/>
                  </a:lnTo>
                  <a:lnTo>
                    <a:pt x="15169" y="2167"/>
                  </a:lnTo>
                  <a:lnTo>
                    <a:pt x="14322" y="3905"/>
                  </a:lnTo>
                  <a:lnTo>
                    <a:pt x="12690" y="6514"/>
                  </a:lnTo>
                  <a:lnTo>
                    <a:pt x="12143" y="8258"/>
                  </a:lnTo>
                  <a:lnTo>
                    <a:pt x="12109" y="9011"/>
                  </a:lnTo>
                  <a:lnTo>
                    <a:pt x="13690" y="8434"/>
                  </a:lnTo>
                  <a:lnTo>
                    <a:pt x="14132" y="8518"/>
                  </a:lnTo>
                  <a:lnTo>
                    <a:pt x="14413" y="9114"/>
                  </a:lnTo>
                  <a:lnTo>
                    <a:pt x="13980" y="9822"/>
                  </a:lnTo>
                  <a:lnTo>
                    <a:pt x="13118" y="10464"/>
                  </a:lnTo>
                  <a:lnTo>
                    <a:pt x="12370" y="11710"/>
                  </a:lnTo>
                  <a:lnTo>
                    <a:pt x="10638" y="13867"/>
                  </a:lnTo>
                  <a:lnTo>
                    <a:pt x="9982" y="15659"/>
                  </a:lnTo>
                  <a:lnTo>
                    <a:pt x="9208" y="16342"/>
                  </a:lnTo>
                  <a:lnTo>
                    <a:pt x="8152" y="16505"/>
                  </a:lnTo>
                  <a:lnTo>
                    <a:pt x="6298" y="17673"/>
                  </a:lnTo>
                  <a:lnTo>
                    <a:pt x="5172" y="18774"/>
                  </a:lnTo>
                  <a:lnTo>
                    <a:pt x="4887" y="19368"/>
                  </a:lnTo>
                  <a:lnTo>
                    <a:pt x="4533" y="19649"/>
                  </a:lnTo>
                  <a:lnTo>
                    <a:pt x="4109" y="19619"/>
                  </a:lnTo>
                  <a:lnTo>
                    <a:pt x="3653" y="20101"/>
                  </a:lnTo>
                  <a:lnTo>
                    <a:pt x="3162" y="21097"/>
                  </a:lnTo>
                  <a:lnTo>
                    <a:pt x="2752" y="21563"/>
                  </a:lnTo>
                  <a:lnTo>
                    <a:pt x="2082" y="21666"/>
                  </a:lnTo>
                  <a:lnTo>
                    <a:pt x="1732" y="22059"/>
                  </a:lnTo>
                  <a:lnTo>
                    <a:pt x="1339" y="22043"/>
                  </a:lnTo>
                  <a:lnTo>
                    <a:pt x="268" y="20853"/>
                  </a:lnTo>
                  <a:lnTo>
                    <a:pt x="0" y="20157"/>
                  </a:lnTo>
                  <a:lnTo>
                    <a:pt x="948" y="18765"/>
                  </a:lnTo>
                  <a:lnTo>
                    <a:pt x="1635" y="18302"/>
                  </a:lnTo>
                  <a:lnTo>
                    <a:pt x="2678" y="18091"/>
                  </a:lnTo>
                  <a:lnTo>
                    <a:pt x="3703" y="16804"/>
                  </a:lnTo>
                  <a:lnTo>
                    <a:pt x="5813" y="15099"/>
                  </a:lnTo>
                  <a:lnTo>
                    <a:pt x="6467" y="14168"/>
                  </a:lnTo>
                  <a:lnTo>
                    <a:pt x="6887" y="10933"/>
                  </a:lnTo>
                  <a:lnTo>
                    <a:pt x="7367" y="10382"/>
                  </a:lnTo>
                  <a:lnTo>
                    <a:pt x="7624" y="9088"/>
                  </a:lnTo>
                  <a:lnTo>
                    <a:pt x="8793" y="9125"/>
                  </a:lnTo>
                  <a:lnTo>
                    <a:pt x="9329" y="10575"/>
                  </a:lnTo>
                  <a:lnTo>
                    <a:pt x="9517" y="10773"/>
                  </a:lnTo>
                  <a:lnTo>
                    <a:pt x="9611" y="10632"/>
                  </a:lnTo>
                  <a:lnTo>
                    <a:pt x="9663" y="9472"/>
                  </a:lnTo>
                  <a:lnTo>
                    <a:pt x="10262" y="8658"/>
                  </a:lnTo>
                  <a:lnTo>
                    <a:pt x="9916" y="8061"/>
                  </a:lnTo>
                  <a:lnTo>
                    <a:pt x="8836" y="7309"/>
                  </a:lnTo>
                  <a:lnTo>
                    <a:pt x="8035" y="6955"/>
                  </a:lnTo>
                  <a:lnTo>
                    <a:pt x="7513" y="6997"/>
                  </a:lnTo>
                  <a:lnTo>
                    <a:pt x="7088" y="6576"/>
                  </a:lnTo>
                  <a:lnTo>
                    <a:pt x="6760" y="5690"/>
                  </a:lnTo>
                  <a:lnTo>
                    <a:pt x="6610" y="4811"/>
                  </a:lnTo>
                  <a:lnTo>
                    <a:pt x="6639" y="3940"/>
                  </a:lnTo>
                  <a:lnTo>
                    <a:pt x="6905" y="2963"/>
                  </a:lnTo>
                  <a:lnTo>
                    <a:pt x="7409" y="1884"/>
                  </a:lnTo>
                  <a:lnTo>
                    <a:pt x="7986" y="1271"/>
                  </a:lnTo>
                  <a:lnTo>
                    <a:pt x="9230" y="829"/>
                  </a:lnTo>
                  <a:lnTo>
                    <a:pt x="10332" y="111"/>
                  </a:lnTo>
                  <a:lnTo>
                    <a:pt x="10916" y="0"/>
                  </a:lnTo>
                  <a:lnTo>
                    <a:pt x="11357" y="30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g1525"/>
            <p:cNvSpPr/>
            <p:nvPr/>
          </p:nvSpPr>
          <p:spPr>
            <a:xfrm>
              <a:off x="1225957" y="2032186"/>
              <a:ext cx="3969" cy="4842"/>
            </a:xfrm>
            <a:custGeom>
              <a:avLst/>
              <a:pathLst>
                <a:path w="3969" h="4842">
                  <a:moveTo>
                    <a:pt x="2540" y="4148"/>
                  </a:moveTo>
                  <a:lnTo>
                    <a:pt x="2176" y="4668"/>
                  </a:lnTo>
                  <a:lnTo>
                    <a:pt x="1883" y="4782"/>
                  </a:lnTo>
                  <a:lnTo>
                    <a:pt x="1662" y="4487"/>
                  </a:lnTo>
                  <a:lnTo>
                    <a:pt x="667" y="4842"/>
                  </a:lnTo>
                  <a:lnTo>
                    <a:pt x="472" y="4630"/>
                  </a:lnTo>
                  <a:lnTo>
                    <a:pt x="28" y="2868"/>
                  </a:lnTo>
                  <a:lnTo>
                    <a:pt x="0" y="1956"/>
                  </a:lnTo>
                  <a:lnTo>
                    <a:pt x="173" y="1237"/>
                  </a:lnTo>
                  <a:lnTo>
                    <a:pt x="620" y="584"/>
                  </a:lnTo>
                  <a:lnTo>
                    <a:pt x="1340" y="0"/>
                  </a:lnTo>
                  <a:lnTo>
                    <a:pt x="2047" y="119"/>
                  </a:lnTo>
                  <a:lnTo>
                    <a:pt x="3281" y="1741"/>
                  </a:lnTo>
                  <a:lnTo>
                    <a:pt x="3860" y="2692"/>
                  </a:lnTo>
                  <a:lnTo>
                    <a:pt x="3969" y="3283"/>
                  </a:lnTo>
                  <a:lnTo>
                    <a:pt x="3537" y="383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g1526"/>
            <p:cNvSpPr/>
            <p:nvPr/>
          </p:nvSpPr>
          <p:spPr>
            <a:xfrm>
              <a:off x="1230299" y="2030014"/>
              <a:ext cx="2367" cy="4590"/>
            </a:xfrm>
            <a:custGeom>
              <a:avLst/>
              <a:pathLst>
                <a:path w="2367" h="4590">
                  <a:moveTo>
                    <a:pt x="894" y="4367"/>
                  </a:moveTo>
                  <a:lnTo>
                    <a:pt x="474" y="4590"/>
                  </a:lnTo>
                  <a:lnTo>
                    <a:pt x="372" y="4283"/>
                  </a:lnTo>
                  <a:lnTo>
                    <a:pt x="323" y="2983"/>
                  </a:lnTo>
                  <a:lnTo>
                    <a:pt x="0" y="921"/>
                  </a:lnTo>
                  <a:lnTo>
                    <a:pt x="613" y="173"/>
                  </a:lnTo>
                  <a:lnTo>
                    <a:pt x="995" y="0"/>
                  </a:lnTo>
                  <a:lnTo>
                    <a:pt x="1157" y="314"/>
                  </a:lnTo>
                  <a:lnTo>
                    <a:pt x="1600" y="1850"/>
                  </a:lnTo>
                  <a:lnTo>
                    <a:pt x="2041" y="2260"/>
                  </a:lnTo>
                  <a:lnTo>
                    <a:pt x="2367" y="2591"/>
                  </a:lnTo>
                  <a:lnTo>
                    <a:pt x="1793" y="306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g1527"/>
            <p:cNvSpPr/>
            <p:nvPr/>
          </p:nvSpPr>
          <p:spPr>
            <a:xfrm>
              <a:off x="1257540" y="2023809"/>
              <a:ext cx="2558" cy="3397"/>
            </a:xfrm>
            <a:custGeom>
              <a:avLst/>
              <a:pathLst>
                <a:path w="2558" h="3397">
                  <a:moveTo>
                    <a:pt x="2558" y="2752"/>
                  </a:moveTo>
                  <a:lnTo>
                    <a:pt x="1725" y="3397"/>
                  </a:lnTo>
                  <a:lnTo>
                    <a:pt x="840" y="2725"/>
                  </a:lnTo>
                  <a:lnTo>
                    <a:pt x="84" y="1481"/>
                  </a:lnTo>
                  <a:lnTo>
                    <a:pt x="0" y="0"/>
                  </a:lnTo>
                  <a:lnTo>
                    <a:pt x="1683" y="959"/>
                  </a:lnTo>
                  <a:lnTo>
                    <a:pt x="2043" y="141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g1528"/>
            <p:cNvSpPr/>
            <p:nvPr/>
          </p:nvSpPr>
          <p:spPr>
            <a:xfrm>
              <a:off x="1261257" y="2009360"/>
              <a:ext cx="1924" cy="4169"/>
            </a:xfrm>
            <a:custGeom>
              <a:avLst/>
              <a:pathLst>
                <a:path w="1924" h="4169">
                  <a:moveTo>
                    <a:pt x="1305" y="4032"/>
                  </a:moveTo>
                  <a:lnTo>
                    <a:pt x="1076" y="4169"/>
                  </a:lnTo>
                  <a:lnTo>
                    <a:pt x="414" y="3265"/>
                  </a:lnTo>
                  <a:lnTo>
                    <a:pt x="174" y="2588"/>
                  </a:lnTo>
                  <a:lnTo>
                    <a:pt x="0" y="1535"/>
                  </a:lnTo>
                  <a:lnTo>
                    <a:pt x="1348" y="18"/>
                  </a:lnTo>
                  <a:lnTo>
                    <a:pt x="1627" y="0"/>
                  </a:lnTo>
                  <a:lnTo>
                    <a:pt x="1879" y="849"/>
                  </a:lnTo>
                  <a:lnTo>
                    <a:pt x="1924" y="1520"/>
                  </a:lnTo>
                  <a:lnTo>
                    <a:pt x="1550" y="343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g1529"/>
            <p:cNvSpPr/>
            <p:nvPr/>
          </p:nvSpPr>
          <p:spPr>
            <a:xfrm>
              <a:off x="1237511" y="2007370"/>
              <a:ext cx="17503" cy="19102"/>
            </a:xfrm>
            <a:custGeom>
              <a:avLst/>
              <a:pathLst>
                <a:path w="17503" h="19102">
                  <a:moveTo>
                    <a:pt x="13727" y="2071"/>
                  </a:moveTo>
                  <a:lnTo>
                    <a:pt x="14660" y="6953"/>
                  </a:lnTo>
                  <a:lnTo>
                    <a:pt x="15065" y="7908"/>
                  </a:lnTo>
                  <a:lnTo>
                    <a:pt x="15665" y="8429"/>
                  </a:lnTo>
                  <a:lnTo>
                    <a:pt x="16505" y="8955"/>
                  </a:lnTo>
                  <a:lnTo>
                    <a:pt x="17005" y="9678"/>
                  </a:lnTo>
                  <a:lnTo>
                    <a:pt x="17445" y="10777"/>
                  </a:lnTo>
                  <a:lnTo>
                    <a:pt x="17503" y="11282"/>
                  </a:lnTo>
                  <a:lnTo>
                    <a:pt x="14861" y="9311"/>
                  </a:lnTo>
                  <a:lnTo>
                    <a:pt x="13200" y="12188"/>
                  </a:lnTo>
                  <a:lnTo>
                    <a:pt x="12699" y="12562"/>
                  </a:lnTo>
                  <a:lnTo>
                    <a:pt x="7985" y="12701"/>
                  </a:lnTo>
                  <a:lnTo>
                    <a:pt x="7043" y="13232"/>
                  </a:lnTo>
                  <a:lnTo>
                    <a:pt x="6434" y="14168"/>
                  </a:lnTo>
                  <a:lnTo>
                    <a:pt x="5357" y="16795"/>
                  </a:lnTo>
                  <a:lnTo>
                    <a:pt x="4811" y="17817"/>
                  </a:lnTo>
                  <a:lnTo>
                    <a:pt x="4234" y="18423"/>
                  </a:lnTo>
                  <a:lnTo>
                    <a:pt x="3010" y="19102"/>
                  </a:lnTo>
                  <a:lnTo>
                    <a:pt x="1539" y="19010"/>
                  </a:lnTo>
                  <a:lnTo>
                    <a:pt x="774" y="18667"/>
                  </a:lnTo>
                  <a:lnTo>
                    <a:pt x="363" y="17417"/>
                  </a:lnTo>
                  <a:lnTo>
                    <a:pt x="0" y="14953"/>
                  </a:lnTo>
                  <a:lnTo>
                    <a:pt x="2" y="14268"/>
                  </a:lnTo>
                  <a:lnTo>
                    <a:pt x="156" y="13090"/>
                  </a:lnTo>
                  <a:lnTo>
                    <a:pt x="1466" y="11461"/>
                  </a:lnTo>
                  <a:lnTo>
                    <a:pt x="1901" y="10603"/>
                  </a:lnTo>
                  <a:lnTo>
                    <a:pt x="3597" y="5022"/>
                  </a:lnTo>
                  <a:lnTo>
                    <a:pt x="4089" y="4254"/>
                  </a:lnTo>
                  <a:lnTo>
                    <a:pt x="4611" y="4067"/>
                  </a:lnTo>
                  <a:lnTo>
                    <a:pt x="6059" y="4455"/>
                  </a:lnTo>
                  <a:lnTo>
                    <a:pt x="7295" y="2827"/>
                  </a:lnTo>
                  <a:lnTo>
                    <a:pt x="9959" y="346"/>
                  </a:lnTo>
                  <a:lnTo>
                    <a:pt x="10544" y="51"/>
                  </a:lnTo>
                  <a:lnTo>
                    <a:pt x="12464" y="0"/>
                  </a:lnTo>
                  <a:lnTo>
                    <a:pt x="12987" y="383"/>
                  </a:lnTo>
                  <a:lnTo>
                    <a:pt x="13392" y="107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0"/>
            <p:cNvSpPr/>
            <p:nvPr/>
          </p:nvSpPr>
          <p:spPr>
            <a:xfrm>
              <a:off x="1289829" y="2007135"/>
              <a:ext cx="960" cy="2702"/>
            </a:xfrm>
            <a:custGeom>
              <a:avLst/>
              <a:pathLst>
                <a:path w="960" h="2702">
                  <a:moveTo>
                    <a:pt x="960" y="2552"/>
                  </a:moveTo>
                  <a:lnTo>
                    <a:pt x="648" y="2702"/>
                  </a:lnTo>
                  <a:lnTo>
                    <a:pt x="390" y="2383"/>
                  </a:lnTo>
                  <a:lnTo>
                    <a:pt x="32" y="704"/>
                  </a:lnTo>
                  <a:lnTo>
                    <a:pt x="0" y="0"/>
                  </a:lnTo>
                  <a:lnTo>
                    <a:pt x="687" y="529"/>
                  </a:lnTo>
                  <a:lnTo>
                    <a:pt x="949" y="175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g1531"/>
            <p:cNvSpPr/>
            <p:nvPr/>
          </p:nvSpPr>
          <p:spPr>
            <a:xfrm>
              <a:off x="1288035" y="2002195"/>
              <a:ext cx="1281" cy="4983"/>
            </a:xfrm>
            <a:custGeom>
              <a:avLst/>
              <a:pathLst>
                <a:path w="1281" h="4983">
                  <a:moveTo>
                    <a:pt x="1281" y="2190"/>
                  </a:moveTo>
                  <a:lnTo>
                    <a:pt x="1231" y="4544"/>
                  </a:lnTo>
                  <a:lnTo>
                    <a:pt x="1091" y="4915"/>
                  </a:lnTo>
                  <a:lnTo>
                    <a:pt x="836" y="4286"/>
                  </a:lnTo>
                  <a:lnTo>
                    <a:pt x="295" y="4983"/>
                  </a:lnTo>
                  <a:lnTo>
                    <a:pt x="0" y="4474"/>
                  </a:lnTo>
                  <a:lnTo>
                    <a:pt x="125" y="3653"/>
                  </a:lnTo>
                  <a:lnTo>
                    <a:pt x="84" y="3014"/>
                  </a:lnTo>
                  <a:lnTo>
                    <a:pt x="485" y="2963"/>
                  </a:lnTo>
                  <a:lnTo>
                    <a:pt x="581" y="1792"/>
                  </a:lnTo>
                  <a:lnTo>
                    <a:pt x="511" y="1298"/>
                  </a:lnTo>
                  <a:lnTo>
                    <a:pt x="708" y="243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g1532"/>
            <p:cNvSpPr/>
            <p:nvPr/>
          </p:nvSpPr>
          <p:spPr>
            <a:xfrm>
              <a:off x="1557731" y="2001068"/>
              <a:ext cx="3490" cy="11121"/>
            </a:xfrm>
            <a:custGeom>
              <a:avLst/>
              <a:pathLst>
                <a:path w="3490" h="11121">
                  <a:moveTo>
                    <a:pt x="2455" y="5445"/>
                  </a:moveTo>
                  <a:lnTo>
                    <a:pt x="3438" y="9296"/>
                  </a:lnTo>
                  <a:lnTo>
                    <a:pt x="3490" y="10648"/>
                  </a:lnTo>
                  <a:lnTo>
                    <a:pt x="2553" y="11121"/>
                  </a:lnTo>
                  <a:lnTo>
                    <a:pt x="1816" y="10927"/>
                  </a:lnTo>
                  <a:lnTo>
                    <a:pt x="1436" y="10483"/>
                  </a:lnTo>
                  <a:lnTo>
                    <a:pt x="1336" y="9855"/>
                  </a:lnTo>
                  <a:lnTo>
                    <a:pt x="1574" y="7908"/>
                  </a:lnTo>
                  <a:lnTo>
                    <a:pt x="1090" y="6762"/>
                  </a:lnTo>
                  <a:lnTo>
                    <a:pt x="529" y="6371"/>
                  </a:lnTo>
                  <a:lnTo>
                    <a:pt x="27" y="7045"/>
                  </a:lnTo>
                  <a:lnTo>
                    <a:pt x="0" y="5123"/>
                  </a:lnTo>
                  <a:lnTo>
                    <a:pt x="376" y="3744"/>
                  </a:lnTo>
                  <a:lnTo>
                    <a:pt x="166" y="1869"/>
                  </a:lnTo>
                  <a:lnTo>
                    <a:pt x="160" y="453"/>
                  </a:lnTo>
                  <a:lnTo>
                    <a:pt x="285" y="0"/>
                  </a:lnTo>
                  <a:lnTo>
                    <a:pt x="792" y="40"/>
                  </a:lnTo>
                  <a:lnTo>
                    <a:pt x="1831" y="150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g1533"/>
            <p:cNvSpPr/>
            <p:nvPr/>
          </p:nvSpPr>
          <p:spPr>
            <a:xfrm>
              <a:off x="1282473" y="2000806"/>
              <a:ext cx="3726" cy="10350"/>
            </a:xfrm>
            <a:custGeom>
              <a:avLst/>
              <a:pathLst>
                <a:path w="3726" h="10350">
                  <a:moveTo>
                    <a:pt x="3403" y="4262"/>
                  </a:moveTo>
                  <a:lnTo>
                    <a:pt x="2817" y="4909"/>
                  </a:lnTo>
                  <a:lnTo>
                    <a:pt x="2633" y="5733"/>
                  </a:lnTo>
                  <a:lnTo>
                    <a:pt x="2188" y="6081"/>
                  </a:lnTo>
                  <a:lnTo>
                    <a:pt x="1813" y="6752"/>
                  </a:lnTo>
                  <a:lnTo>
                    <a:pt x="552" y="9789"/>
                  </a:lnTo>
                  <a:lnTo>
                    <a:pt x="0" y="10350"/>
                  </a:lnTo>
                  <a:lnTo>
                    <a:pt x="610" y="7758"/>
                  </a:lnTo>
                  <a:lnTo>
                    <a:pt x="705" y="6934"/>
                  </a:lnTo>
                  <a:lnTo>
                    <a:pt x="717" y="6385"/>
                  </a:lnTo>
                  <a:lnTo>
                    <a:pt x="528" y="4430"/>
                  </a:lnTo>
                  <a:lnTo>
                    <a:pt x="897" y="4516"/>
                  </a:lnTo>
                  <a:lnTo>
                    <a:pt x="1200" y="4110"/>
                  </a:lnTo>
                  <a:lnTo>
                    <a:pt x="1810" y="2377"/>
                  </a:lnTo>
                  <a:lnTo>
                    <a:pt x="2359" y="2223"/>
                  </a:lnTo>
                  <a:lnTo>
                    <a:pt x="2947" y="161"/>
                  </a:lnTo>
                  <a:lnTo>
                    <a:pt x="3265" y="0"/>
                  </a:lnTo>
                  <a:lnTo>
                    <a:pt x="3422" y="278"/>
                  </a:lnTo>
                  <a:lnTo>
                    <a:pt x="3161" y="1527"/>
                  </a:lnTo>
                  <a:lnTo>
                    <a:pt x="3726" y="2677"/>
                  </a:lnTo>
                  <a:lnTo>
                    <a:pt x="3585" y="379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4"/>
            <p:cNvSpPr/>
            <p:nvPr/>
          </p:nvSpPr>
          <p:spPr>
            <a:xfrm>
              <a:off x="1539862" y="1999247"/>
              <a:ext cx="8042" cy="18957"/>
            </a:xfrm>
            <a:custGeom>
              <a:avLst/>
              <a:pathLst>
                <a:path w="8042" h="18957">
                  <a:moveTo>
                    <a:pt x="5686" y="12744"/>
                  </a:moveTo>
                  <a:lnTo>
                    <a:pt x="5922" y="13142"/>
                  </a:lnTo>
                  <a:lnTo>
                    <a:pt x="6161" y="12862"/>
                  </a:lnTo>
                  <a:lnTo>
                    <a:pt x="6551" y="11809"/>
                  </a:lnTo>
                  <a:lnTo>
                    <a:pt x="7240" y="12017"/>
                  </a:lnTo>
                  <a:lnTo>
                    <a:pt x="7738" y="12370"/>
                  </a:lnTo>
                  <a:lnTo>
                    <a:pt x="8042" y="12803"/>
                  </a:lnTo>
                  <a:lnTo>
                    <a:pt x="7881" y="14338"/>
                  </a:lnTo>
                  <a:lnTo>
                    <a:pt x="7756" y="16830"/>
                  </a:lnTo>
                  <a:lnTo>
                    <a:pt x="7471" y="17714"/>
                  </a:lnTo>
                  <a:lnTo>
                    <a:pt x="7191" y="18957"/>
                  </a:lnTo>
                  <a:lnTo>
                    <a:pt x="6215" y="18219"/>
                  </a:lnTo>
                  <a:lnTo>
                    <a:pt x="5424" y="16638"/>
                  </a:lnTo>
                  <a:lnTo>
                    <a:pt x="4276" y="13914"/>
                  </a:lnTo>
                  <a:lnTo>
                    <a:pt x="3637" y="11949"/>
                  </a:lnTo>
                  <a:lnTo>
                    <a:pt x="3588" y="11119"/>
                  </a:lnTo>
                  <a:lnTo>
                    <a:pt x="3183" y="10516"/>
                  </a:lnTo>
                  <a:lnTo>
                    <a:pt x="2395" y="7128"/>
                  </a:lnTo>
                  <a:lnTo>
                    <a:pt x="1948" y="4449"/>
                  </a:lnTo>
                  <a:lnTo>
                    <a:pt x="1239" y="4143"/>
                  </a:lnTo>
                  <a:lnTo>
                    <a:pt x="344" y="3399"/>
                  </a:lnTo>
                  <a:lnTo>
                    <a:pt x="0" y="1931"/>
                  </a:lnTo>
                  <a:lnTo>
                    <a:pt x="237" y="647"/>
                  </a:lnTo>
                  <a:lnTo>
                    <a:pt x="1511" y="0"/>
                  </a:lnTo>
                  <a:lnTo>
                    <a:pt x="3426" y="3309"/>
                  </a:lnTo>
                  <a:lnTo>
                    <a:pt x="3717" y="4713"/>
                  </a:lnTo>
                  <a:lnTo>
                    <a:pt x="4403" y="6356"/>
                  </a:lnTo>
                  <a:lnTo>
                    <a:pt x="4534" y="8649"/>
                  </a:lnTo>
                  <a:lnTo>
                    <a:pt x="4881" y="954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g1535"/>
            <p:cNvSpPr/>
            <p:nvPr/>
          </p:nvSpPr>
          <p:spPr>
            <a:xfrm>
              <a:off x="1279681" y="1998324"/>
              <a:ext cx="1809" cy="2901"/>
            </a:xfrm>
            <a:custGeom>
              <a:avLst/>
              <a:pathLst>
                <a:path w="1809" h="2901">
                  <a:moveTo>
                    <a:pt x="1809" y="570"/>
                  </a:moveTo>
                  <a:lnTo>
                    <a:pt x="1674" y="2901"/>
                  </a:lnTo>
                  <a:lnTo>
                    <a:pt x="352" y="1418"/>
                  </a:lnTo>
                  <a:lnTo>
                    <a:pt x="0" y="683"/>
                  </a:lnTo>
                  <a:lnTo>
                    <a:pt x="236" y="137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g1536"/>
            <p:cNvSpPr/>
            <p:nvPr/>
          </p:nvSpPr>
          <p:spPr>
            <a:xfrm>
              <a:off x="1276518" y="1996916"/>
              <a:ext cx="3498" cy="7665"/>
            </a:xfrm>
            <a:custGeom>
              <a:avLst/>
              <a:pathLst>
                <a:path w="3498" h="7665">
                  <a:moveTo>
                    <a:pt x="1553" y="2654"/>
                  </a:moveTo>
                  <a:lnTo>
                    <a:pt x="1699" y="2670"/>
                  </a:lnTo>
                  <a:lnTo>
                    <a:pt x="1996" y="2444"/>
                  </a:lnTo>
                  <a:lnTo>
                    <a:pt x="2620" y="779"/>
                  </a:lnTo>
                  <a:lnTo>
                    <a:pt x="2823" y="705"/>
                  </a:lnTo>
                  <a:lnTo>
                    <a:pt x="2826" y="1219"/>
                  </a:lnTo>
                  <a:lnTo>
                    <a:pt x="2531" y="2866"/>
                  </a:lnTo>
                  <a:lnTo>
                    <a:pt x="3031" y="5065"/>
                  </a:lnTo>
                  <a:lnTo>
                    <a:pt x="3498" y="6123"/>
                  </a:lnTo>
                  <a:lnTo>
                    <a:pt x="3451" y="6494"/>
                  </a:lnTo>
                  <a:lnTo>
                    <a:pt x="2282" y="7257"/>
                  </a:lnTo>
                  <a:lnTo>
                    <a:pt x="1391" y="6707"/>
                  </a:lnTo>
                  <a:lnTo>
                    <a:pt x="921" y="6898"/>
                  </a:lnTo>
                  <a:lnTo>
                    <a:pt x="494" y="7665"/>
                  </a:lnTo>
                  <a:lnTo>
                    <a:pt x="202" y="6815"/>
                  </a:lnTo>
                  <a:lnTo>
                    <a:pt x="0" y="2757"/>
                  </a:lnTo>
                  <a:lnTo>
                    <a:pt x="66" y="2045"/>
                  </a:lnTo>
                  <a:lnTo>
                    <a:pt x="550" y="636"/>
                  </a:lnTo>
                  <a:lnTo>
                    <a:pt x="1178" y="0"/>
                  </a:lnTo>
                  <a:lnTo>
                    <a:pt x="1450" y="186"/>
                  </a:lnTo>
                  <a:lnTo>
                    <a:pt x="1676" y="745"/>
                  </a:lnTo>
                  <a:lnTo>
                    <a:pt x="1732" y="133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g1537"/>
            <p:cNvSpPr/>
            <p:nvPr/>
          </p:nvSpPr>
          <p:spPr>
            <a:xfrm>
              <a:off x="1537139" y="1992352"/>
              <a:ext cx="4378" cy="8563"/>
            </a:xfrm>
            <a:custGeom>
              <a:avLst/>
              <a:pathLst>
                <a:path w="4378" h="8563">
                  <a:moveTo>
                    <a:pt x="4153" y="453"/>
                  </a:moveTo>
                  <a:lnTo>
                    <a:pt x="4363" y="1284"/>
                  </a:lnTo>
                  <a:lnTo>
                    <a:pt x="4378" y="1809"/>
                  </a:lnTo>
                  <a:lnTo>
                    <a:pt x="2986" y="3771"/>
                  </a:lnTo>
                  <a:lnTo>
                    <a:pt x="2961" y="4176"/>
                  </a:lnTo>
                  <a:lnTo>
                    <a:pt x="2634" y="5390"/>
                  </a:lnTo>
                  <a:lnTo>
                    <a:pt x="2342" y="5833"/>
                  </a:lnTo>
                  <a:lnTo>
                    <a:pt x="1824" y="7146"/>
                  </a:lnTo>
                  <a:lnTo>
                    <a:pt x="835" y="8563"/>
                  </a:lnTo>
                  <a:lnTo>
                    <a:pt x="981" y="4306"/>
                  </a:lnTo>
                  <a:lnTo>
                    <a:pt x="0" y="1836"/>
                  </a:lnTo>
                  <a:lnTo>
                    <a:pt x="989" y="585"/>
                  </a:lnTo>
                  <a:lnTo>
                    <a:pt x="1638" y="942"/>
                  </a:lnTo>
                  <a:lnTo>
                    <a:pt x="2714" y="1086"/>
                  </a:lnTo>
                  <a:lnTo>
                    <a:pt x="3764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8"/>
            <p:cNvSpPr/>
            <p:nvPr/>
          </p:nvSpPr>
          <p:spPr>
            <a:xfrm>
              <a:off x="1325636" y="1981560"/>
              <a:ext cx="1667" cy="3982"/>
            </a:xfrm>
            <a:custGeom>
              <a:avLst/>
              <a:pathLst>
                <a:path w="1667" h="3982">
                  <a:moveTo>
                    <a:pt x="1647" y="3047"/>
                  </a:moveTo>
                  <a:lnTo>
                    <a:pt x="1273" y="3982"/>
                  </a:lnTo>
                  <a:lnTo>
                    <a:pt x="545" y="3914"/>
                  </a:lnTo>
                  <a:lnTo>
                    <a:pt x="136" y="3608"/>
                  </a:lnTo>
                  <a:lnTo>
                    <a:pt x="0" y="2793"/>
                  </a:lnTo>
                  <a:lnTo>
                    <a:pt x="1122" y="331"/>
                  </a:lnTo>
                  <a:lnTo>
                    <a:pt x="1378" y="0"/>
                  </a:lnTo>
                  <a:lnTo>
                    <a:pt x="1577" y="95"/>
                  </a:lnTo>
                  <a:lnTo>
                    <a:pt x="1667" y="111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g1539"/>
            <p:cNvSpPr/>
            <p:nvPr/>
          </p:nvSpPr>
          <p:spPr>
            <a:xfrm>
              <a:off x="1555318" y="1980642"/>
              <a:ext cx="8470" cy="23330"/>
            </a:xfrm>
            <a:custGeom>
              <a:avLst/>
              <a:pathLst>
                <a:path w="8470" h="23330">
                  <a:moveTo>
                    <a:pt x="8334" y="13776"/>
                  </a:moveTo>
                  <a:lnTo>
                    <a:pt x="8000" y="17022"/>
                  </a:lnTo>
                  <a:lnTo>
                    <a:pt x="7338" y="20346"/>
                  </a:lnTo>
                  <a:lnTo>
                    <a:pt x="6327" y="22134"/>
                  </a:lnTo>
                  <a:lnTo>
                    <a:pt x="5616" y="21736"/>
                  </a:lnTo>
                  <a:lnTo>
                    <a:pt x="5093" y="20296"/>
                  </a:lnTo>
                  <a:lnTo>
                    <a:pt x="4607" y="20375"/>
                  </a:lnTo>
                  <a:lnTo>
                    <a:pt x="4089" y="20078"/>
                  </a:lnTo>
                  <a:lnTo>
                    <a:pt x="3798" y="18883"/>
                  </a:lnTo>
                  <a:lnTo>
                    <a:pt x="4073" y="17344"/>
                  </a:lnTo>
                  <a:lnTo>
                    <a:pt x="3831" y="16150"/>
                  </a:lnTo>
                  <a:lnTo>
                    <a:pt x="3572" y="17194"/>
                  </a:lnTo>
                  <a:lnTo>
                    <a:pt x="3117" y="18152"/>
                  </a:lnTo>
                  <a:lnTo>
                    <a:pt x="1968" y="19397"/>
                  </a:lnTo>
                  <a:lnTo>
                    <a:pt x="1176" y="21777"/>
                  </a:lnTo>
                  <a:lnTo>
                    <a:pt x="803" y="23330"/>
                  </a:lnTo>
                  <a:lnTo>
                    <a:pt x="337" y="21637"/>
                  </a:lnTo>
                  <a:lnTo>
                    <a:pt x="39" y="17631"/>
                  </a:lnTo>
                  <a:lnTo>
                    <a:pt x="0" y="15930"/>
                  </a:lnTo>
                  <a:lnTo>
                    <a:pt x="832" y="13364"/>
                  </a:lnTo>
                  <a:lnTo>
                    <a:pt x="1908" y="10927"/>
                  </a:lnTo>
                  <a:lnTo>
                    <a:pt x="2125" y="3654"/>
                  </a:lnTo>
                  <a:lnTo>
                    <a:pt x="5545" y="0"/>
                  </a:lnTo>
                  <a:lnTo>
                    <a:pt x="5863" y="189"/>
                  </a:lnTo>
                  <a:lnTo>
                    <a:pt x="6974" y="2917"/>
                  </a:lnTo>
                  <a:lnTo>
                    <a:pt x="8155" y="6729"/>
                  </a:lnTo>
                  <a:lnTo>
                    <a:pt x="8461" y="8446"/>
                  </a:lnTo>
                  <a:lnTo>
                    <a:pt x="8470" y="1144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g1540"/>
            <p:cNvSpPr/>
            <p:nvPr/>
          </p:nvSpPr>
          <p:spPr>
            <a:xfrm>
              <a:off x="1536965" y="1969300"/>
              <a:ext cx="17100" cy="48066"/>
            </a:xfrm>
            <a:custGeom>
              <a:avLst/>
              <a:pathLst>
                <a:path w="17100" h="48066">
                  <a:moveTo>
                    <a:pt x="1817" y="0"/>
                  </a:moveTo>
                  <a:lnTo>
                    <a:pt x="3639" y="633"/>
                  </a:lnTo>
                  <a:lnTo>
                    <a:pt x="5308" y="572"/>
                  </a:lnTo>
                  <a:lnTo>
                    <a:pt x="5878" y="1791"/>
                  </a:lnTo>
                  <a:lnTo>
                    <a:pt x="6255" y="3076"/>
                  </a:lnTo>
                  <a:lnTo>
                    <a:pt x="6474" y="4285"/>
                  </a:lnTo>
                  <a:lnTo>
                    <a:pt x="6534" y="5417"/>
                  </a:lnTo>
                  <a:lnTo>
                    <a:pt x="6489" y="6219"/>
                  </a:lnTo>
                  <a:lnTo>
                    <a:pt x="6286" y="7074"/>
                  </a:lnTo>
                  <a:lnTo>
                    <a:pt x="6330" y="7362"/>
                  </a:lnTo>
                  <a:lnTo>
                    <a:pt x="9590" y="10170"/>
                  </a:lnTo>
                  <a:lnTo>
                    <a:pt x="11128" y="13125"/>
                  </a:lnTo>
                  <a:lnTo>
                    <a:pt x="11742" y="14677"/>
                  </a:lnTo>
                  <a:lnTo>
                    <a:pt x="12096" y="15989"/>
                  </a:lnTo>
                  <a:lnTo>
                    <a:pt x="12738" y="19271"/>
                  </a:lnTo>
                  <a:lnTo>
                    <a:pt x="14096" y="23080"/>
                  </a:lnTo>
                  <a:lnTo>
                    <a:pt x="14809" y="24240"/>
                  </a:lnTo>
                  <a:lnTo>
                    <a:pt x="15213" y="25370"/>
                  </a:lnTo>
                  <a:lnTo>
                    <a:pt x="14986" y="25413"/>
                  </a:lnTo>
                  <a:lnTo>
                    <a:pt x="14028" y="24576"/>
                  </a:lnTo>
                  <a:lnTo>
                    <a:pt x="11958" y="22021"/>
                  </a:lnTo>
                  <a:lnTo>
                    <a:pt x="11789" y="22124"/>
                  </a:lnTo>
                  <a:lnTo>
                    <a:pt x="11602" y="23506"/>
                  </a:lnTo>
                  <a:lnTo>
                    <a:pt x="11280" y="24719"/>
                  </a:lnTo>
                  <a:lnTo>
                    <a:pt x="10804" y="25589"/>
                  </a:lnTo>
                  <a:lnTo>
                    <a:pt x="11186" y="25851"/>
                  </a:lnTo>
                  <a:lnTo>
                    <a:pt x="12856" y="25302"/>
                  </a:lnTo>
                  <a:lnTo>
                    <a:pt x="14258" y="27793"/>
                  </a:lnTo>
                  <a:lnTo>
                    <a:pt x="14804" y="28238"/>
                  </a:lnTo>
                  <a:lnTo>
                    <a:pt x="15333" y="30027"/>
                  </a:lnTo>
                  <a:lnTo>
                    <a:pt x="15350" y="30713"/>
                  </a:lnTo>
                  <a:lnTo>
                    <a:pt x="15042" y="32037"/>
                  </a:lnTo>
                  <a:lnTo>
                    <a:pt x="14807" y="32576"/>
                  </a:lnTo>
                  <a:lnTo>
                    <a:pt x="14886" y="32941"/>
                  </a:lnTo>
                  <a:lnTo>
                    <a:pt x="15278" y="33130"/>
                  </a:lnTo>
                  <a:lnTo>
                    <a:pt x="16824" y="32757"/>
                  </a:lnTo>
                  <a:lnTo>
                    <a:pt x="17100" y="33408"/>
                  </a:lnTo>
                  <a:lnTo>
                    <a:pt x="16869" y="38572"/>
                  </a:lnTo>
                  <a:lnTo>
                    <a:pt x="17089" y="40474"/>
                  </a:lnTo>
                  <a:lnTo>
                    <a:pt x="17085" y="41338"/>
                  </a:lnTo>
                  <a:lnTo>
                    <a:pt x="16906" y="42485"/>
                  </a:lnTo>
                  <a:lnTo>
                    <a:pt x="16900" y="43454"/>
                  </a:lnTo>
                  <a:lnTo>
                    <a:pt x="17039" y="44450"/>
                  </a:lnTo>
                  <a:lnTo>
                    <a:pt x="17057" y="45339"/>
                  </a:lnTo>
                  <a:lnTo>
                    <a:pt x="16665" y="47659"/>
                  </a:lnTo>
                  <a:lnTo>
                    <a:pt x="16251" y="48048"/>
                  </a:lnTo>
                  <a:lnTo>
                    <a:pt x="15582" y="48066"/>
                  </a:lnTo>
                  <a:lnTo>
                    <a:pt x="15054" y="47406"/>
                  </a:lnTo>
                  <a:lnTo>
                    <a:pt x="14313" y="45412"/>
                  </a:lnTo>
                  <a:lnTo>
                    <a:pt x="13592" y="42313"/>
                  </a:lnTo>
                  <a:lnTo>
                    <a:pt x="13314" y="41870"/>
                  </a:lnTo>
                  <a:lnTo>
                    <a:pt x="12368" y="41406"/>
                  </a:lnTo>
                  <a:lnTo>
                    <a:pt x="12196" y="41038"/>
                  </a:lnTo>
                  <a:lnTo>
                    <a:pt x="11592" y="40973"/>
                  </a:lnTo>
                  <a:lnTo>
                    <a:pt x="11164" y="39697"/>
                  </a:lnTo>
                  <a:lnTo>
                    <a:pt x="11216" y="38025"/>
                  </a:lnTo>
                  <a:lnTo>
                    <a:pt x="10846" y="36320"/>
                  </a:lnTo>
                  <a:lnTo>
                    <a:pt x="10892" y="35555"/>
                  </a:lnTo>
                  <a:lnTo>
                    <a:pt x="10477" y="35235"/>
                  </a:lnTo>
                  <a:lnTo>
                    <a:pt x="10127" y="35715"/>
                  </a:lnTo>
                  <a:lnTo>
                    <a:pt x="10308" y="37387"/>
                  </a:lnTo>
                  <a:lnTo>
                    <a:pt x="10104" y="38683"/>
                  </a:lnTo>
                  <a:lnTo>
                    <a:pt x="9352" y="38139"/>
                  </a:lnTo>
                  <a:lnTo>
                    <a:pt x="8100" y="34002"/>
                  </a:lnTo>
                  <a:lnTo>
                    <a:pt x="6677" y="30680"/>
                  </a:lnTo>
                  <a:lnTo>
                    <a:pt x="6120" y="29890"/>
                  </a:lnTo>
                  <a:lnTo>
                    <a:pt x="6269" y="28927"/>
                  </a:lnTo>
                  <a:lnTo>
                    <a:pt x="6971" y="28416"/>
                  </a:lnTo>
                  <a:lnTo>
                    <a:pt x="7540" y="28456"/>
                  </a:lnTo>
                  <a:lnTo>
                    <a:pt x="7655" y="27883"/>
                  </a:lnTo>
                  <a:lnTo>
                    <a:pt x="6467" y="24676"/>
                  </a:lnTo>
                  <a:lnTo>
                    <a:pt x="6506" y="23766"/>
                  </a:lnTo>
                  <a:lnTo>
                    <a:pt x="6938" y="22147"/>
                  </a:lnTo>
                  <a:lnTo>
                    <a:pt x="6398" y="21470"/>
                  </a:lnTo>
                  <a:lnTo>
                    <a:pt x="4916" y="21978"/>
                  </a:lnTo>
                  <a:lnTo>
                    <a:pt x="4392" y="21639"/>
                  </a:lnTo>
                  <a:lnTo>
                    <a:pt x="3964" y="20340"/>
                  </a:lnTo>
                  <a:lnTo>
                    <a:pt x="3712" y="19214"/>
                  </a:lnTo>
                  <a:lnTo>
                    <a:pt x="2426" y="19009"/>
                  </a:lnTo>
                  <a:lnTo>
                    <a:pt x="1941" y="19149"/>
                  </a:lnTo>
                  <a:lnTo>
                    <a:pt x="1102" y="17446"/>
                  </a:lnTo>
                  <a:lnTo>
                    <a:pt x="720" y="16371"/>
                  </a:lnTo>
                  <a:lnTo>
                    <a:pt x="872" y="15820"/>
                  </a:lnTo>
                  <a:lnTo>
                    <a:pt x="1644" y="14853"/>
                  </a:lnTo>
                  <a:lnTo>
                    <a:pt x="2095" y="14989"/>
                  </a:lnTo>
                  <a:lnTo>
                    <a:pt x="2962" y="16021"/>
                  </a:lnTo>
                  <a:lnTo>
                    <a:pt x="3301" y="15982"/>
                  </a:lnTo>
                  <a:lnTo>
                    <a:pt x="4163" y="14614"/>
                  </a:lnTo>
                  <a:lnTo>
                    <a:pt x="4294" y="13377"/>
                  </a:lnTo>
                  <a:lnTo>
                    <a:pt x="4938" y="12363"/>
                  </a:lnTo>
                  <a:lnTo>
                    <a:pt x="4835" y="11291"/>
                  </a:lnTo>
                  <a:lnTo>
                    <a:pt x="4479" y="9470"/>
                  </a:lnTo>
                  <a:lnTo>
                    <a:pt x="3690" y="8962"/>
                  </a:lnTo>
                  <a:lnTo>
                    <a:pt x="2081" y="10044"/>
                  </a:lnTo>
                  <a:lnTo>
                    <a:pt x="681" y="11714"/>
                  </a:lnTo>
                  <a:lnTo>
                    <a:pt x="121" y="11062"/>
                  </a:lnTo>
                  <a:lnTo>
                    <a:pt x="0" y="10039"/>
                  </a:lnTo>
                  <a:lnTo>
                    <a:pt x="1499" y="7255"/>
                  </a:lnTo>
                  <a:lnTo>
                    <a:pt x="2156" y="5719"/>
                  </a:lnTo>
                  <a:lnTo>
                    <a:pt x="2029" y="4807"/>
                  </a:lnTo>
                  <a:lnTo>
                    <a:pt x="1545" y="3630"/>
                  </a:lnTo>
                  <a:lnTo>
                    <a:pt x="1504" y="6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g1541"/>
            <p:cNvSpPr/>
            <p:nvPr/>
          </p:nvSpPr>
          <p:spPr>
            <a:xfrm>
              <a:off x="1543863" y="1965915"/>
              <a:ext cx="3927" cy="6194"/>
            </a:xfrm>
            <a:custGeom>
              <a:avLst/>
              <a:pathLst>
                <a:path w="3927" h="6194">
                  <a:moveTo>
                    <a:pt x="2477" y="6101"/>
                  </a:moveTo>
                  <a:lnTo>
                    <a:pt x="1987" y="6194"/>
                  </a:lnTo>
                  <a:lnTo>
                    <a:pt x="1405" y="5742"/>
                  </a:lnTo>
                  <a:lnTo>
                    <a:pt x="25" y="3334"/>
                  </a:lnTo>
                  <a:lnTo>
                    <a:pt x="0" y="2627"/>
                  </a:lnTo>
                  <a:lnTo>
                    <a:pt x="197" y="1825"/>
                  </a:lnTo>
                  <a:lnTo>
                    <a:pt x="981" y="353"/>
                  </a:lnTo>
                  <a:lnTo>
                    <a:pt x="1303" y="0"/>
                  </a:lnTo>
                  <a:lnTo>
                    <a:pt x="3187" y="155"/>
                  </a:lnTo>
                  <a:lnTo>
                    <a:pt x="3790" y="549"/>
                  </a:lnTo>
                  <a:lnTo>
                    <a:pt x="3927" y="1236"/>
                  </a:lnTo>
                  <a:lnTo>
                    <a:pt x="3897" y="1934"/>
                  </a:lnTo>
                  <a:lnTo>
                    <a:pt x="3699" y="2641"/>
                  </a:lnTo>
                  <a:lnTo>
                    <a:pt x="3653" y="3382"/>
                  </a:lnTo>
                  <a:lnTo>
                    <a:pt x="3759" y="4153"/>
                  </a:lnTo>
                  <a:lnTo>
                    <a:pt x="3540" y="491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g1542"/>
            <p:cNvSpPr/>
            <p:nvPr/>
          </p:nvSpPr>
          <p:spPr>
            <a:xfrm>
              <a:off x="1547118" y="1964585"/>
              <a:ext cx="6077" cy="16824"/>
            </a:xfrm>
            <a:custGeom>
              <a:avLst/>
              <a:pathLst>
                <a:path w="6077" h="16824">
                  <a:moveTo>
                    <a:pt x="5640" y="11506"/>
                  </a:moveTo>
                  <a:lnTo>
                    <a:pt x="5441" y="16415"/>
                  </a:lnTo>
                  <a:lnTo>
                    <a:pt x="5060" y="16137"/>
                  </a:lnTo>
                  <a:lnTo>
                    <a:pt x="4698" y="16127"/>
                  </a:lnTo>
                  <a:lnTo>
                    <a:pt x="3958" y="16824"/>
                  </a:lnTo>
                  <a:lnTo>
                    <a:pt x="3176" y="16518"/>
                  </a:lnTo>
                  <a:lnTo>
                    <a:pt x="2811" y="15973"/>
                  </a:lnTo>
                  <a:lnTo>
                    <a:pt x="2676" y="15342"/>
                  </a:lnTo>
                  <a:lnTo>
                    <a:pt x="2816" y="13885"/>
                  </a:lnTo>
                  <a:lnTo>
                    <a:pt x="2382" y="13073"/>
                  </a:lnTo>
                  <a:lnTo>
                    <a:pt x="923" y="12776"/>
                  </a:lnTo>
                  <a:lnTo>
                    <a:pt x="375" y="12428"/>
                  </a:lnTo>
                  <a:lnTo>
                    <a:pt x="73" y="10894"/>
                  </a:lnTo>
                  <a:lnTo>
                    <a:pt x="0" y="8882"/>
                  </a:lnTo>
                  <a:lnTo>
                    <a:pt x="228" y="8130"/>
                  </a:lnTo>
                  <a:lnTo>
                    <a:pt x="964" y="7597"/>
                  </a:lnTo>
                  <a:lnTo>
                    <a:pt x="1538" y="5159"/>
                  </a:lnTo>
                  <a:lnTo>
                    <a:pt x="1856" y="4831"/>
                  </a:lnTo>
                  <a:lnTo>
                    <a:pt x="3068" y="0"/>
                  </a:lnTo>
                  <a:lnTo>
                    <a:pt x="3677" y="333"/>
                  </a:lnTo>
                  <a:lnTo>
                    <a:pt x="4743" y="3275"/>
                  </a:lnTo>
                  <a:lnTo>
                    <a:pt x="6077" y="752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g1543"/>
            <p:cNvSpPr/>
            <p:nvPr/>
          </p:nvSpPr>
          <p:spPr>
            <a:xfrm>
              <a:off x="1334866" y="1961578"/>
              <a:ext cx="3194" cy="5566"/>
            </a:xfrm>
            <a:custGeom>
              <a:avLst/>
              <a:pathLst>
                <a:path w="3194" h="5566">
                  <a:moveTo>
                    <a:pt x="907" y="4868"/>
                  </a:moveTo>
                  <a:lnTo>
                    <a:pt x="249" y="5566"/>
                  </a:lnTo>
                  <a:lnTo>
                    <a:pt x="31" y="5326"/>
                  </a:lnTo>
                  <a:lnTo>
                    <a:pt x="0" y="4746"/>
                  </a:lnTo>
                  <a:lnTo>
                    <a:pt x="155" y="3823"/>
                  </a:lnTo>
                  <a:lnTo>
                    <a:pt x="459" y="2907"/>
                  </a:lnTo>
                  <a:lnTo>
                    <a:pt x="1474" y="1158"/>
                  </a:lnTo>
                  <a:lnTo>
                    <a:pt x="2495" y="0"/>
                  </a:lnTo>
                  <a:lnTo>
                    <a:pt x="3016" y="69"/>
                  </a:lnTo>
                  <a:lnTo>
                    <a:pt x="3194" y="807"/>
                  </a:lnTo>
                  <a:lnTo>
                    <a:pt x="2557" y="233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g1544"/>
            <p:cNvSpPr/>
            <p:nvPr/>
          </p:nvSpPr>
          <p:spPr>
            <a:xfrm>
              <a:off x="1339145" y="1961336"/>
              <a:ext cx="2209" cy="2838"/>
            </a:xfrm>
            <a:custGeom>
              <a:avLst/>
              <a:pathLst>
                <a:path w="2209" h="2838">
                  <a:moveTo>
                    <a:pt x="1187" y="2773"/>
                  </a:moveTo>
                  <a:lnTo>
                    <a:pt x="714" y="2838"/>
                  </a:lnTo>
                  <a:lnTo>
                    <a:pt x="0" y="2060"/>
                  </a:lnTo>
                  <a:lnTo>
                    <a:pt x="95" y="1126"/>
                  </a:lnTo>
                  <a:lnTo>
                    <a:pt x="1109" y="0"/>
                  </a:lnTo>
                  <a:lnTo>
                    <a:pt x="2131" y="171"/>
                  </a:lnTo>
                  <a:lnTo>
                    <a:pt x="2209" y="800"/>
                  </a:lnTo>
                  <a:lnTo>
                    <a:pt x="2162" y="1504"/>
                  </a:lnTo>
                  <a:lnTo>
                    <a:pt x="2078" y="1916"/>
                  </a:lnTo>
                  <a:lnTo>
                    <a:pt x="1752" y="233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g1545"/>
            <p:cNvSpPr/>
            <p:nvPr/>
          </p:nvSpPr>
          <p:spPr>
            <a:xfrm>
              <a:off x="1190767" y="1960558"/>
              <a:ext cx="2805" cy="2737"/>
            </a:xfrm>
            <a:custGeom>
              <a:avLst/>
              <a:pathLst>
                <a:path w="2805" h="2737">
                  <a:moveTo>
                    <a:pt x="105" y="0"/>
                  </a:moveTo>
                  <a:lnTo>
                    <a:pt x="1367" y="588"/>
                  </a:lnTo>
                  <a:lnTo>
                    <a:pt x="2073" y="204"/>
                  </a:lnTo>
                  <a:lnTo>
                    <a:pt x="2696" y="512"/>
                  </a:lnTo>
                  <a:lnTo>
                    <a:pt x="2805" y="1211"/>
                  </a:lnTo>
                  <a:lnTo>
                    <a:pt x="1723" y="2737"/>
                  </a:lnTo>
                  <a:lnTo>
                    <a:pt x="1284" y="2640"/>
                  </a:lnTo>
                  <a:lnTo>
                    <a:pt x="0" y="80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g1546"/>
            <p:cNvSpPr/>
            <p:nvPr/>
          </p:nvSpPr>
          <p:spPr>
            <a:xfrm>
              <a:off x="1544724" y="1955839"/>
              <a:ext cx="3653" cy="8384"/>
            </a:xfrm>
            <a:custGeom>
              <a:avLst/>
              <a:pathLst>
                <a:path w="3653" h="8384">
                  <a:moveTo>
                    <a:pt x="1933" y="7951"/>
                  </a:moveTo>
                  <a:lnTo>
                    <a:pt x="1830" y="8384"/>
                  </a:lnTo>
                  <a:lnTo>
                    <a:pt x="608" y="8342"/>
                  </a:lnTo>
                  <a:lnTo>
                    <a:pt x="165" y="7987"/>
                  </a:lnTo>
                  <a:lnTo>
                    <a:pt x="0" y="6723"/>
                  </a:lnTo>
                  <a:lnTo>
                    <a:pt x="113" y="5553"/>
                  </a:lnTo>
                  <a:lnTo>
                    <a:pt x="399" y="4650"/>
                  </a:lnTo>
                  <a:lnTo>
                    <a:pt x="744" y="2907"/>
                  </a:lnTo>
                  <a:lnTo>
                    <a:pt x="1014" y="0"/>
                  </a:lnTo>
                  <a:lnTo>
                    <a:pt x="2808" y="3252"/>
                  </a:lnTo>
                  <a:lnTo>
                    <a:pt x="3358" y="4699"/>
                  </a:lnTo>
                  <a:lnTo>
                    <a:pt x="3653" y="6469"/>
                  </a:lnTo>
                  <a:lnTo>
                    <a:pt x="3016" y="7130"/>
                  </a:lnTo>
                  <a:lnTo>
                    <a:pt x="2245" y="745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7"/>
            <p:cNvSpPr/>
            <p:nvPr/>
          </p:nvSpPr>
          <p:spPr>
            <a:xfrm>
              <a:off x="1530856" y="1951774"/>
              <a:ext cx="6270" cy="25275"/>
            </a:xfrm>
            <a:custGeom>
              <a:avLst/>
              <a:pathLst>
                <a:path w="6270" h="25275">
                  <a:moveTo>
                    <a:pt x="3855" y="2581"/>
                  </a:moveTo>
                  <a:lnTo>
                    <a:pt x="4478" y="4628"/>
                  </a:lnTo>
                  <a:lnTo>
                    <a:pt x="5381" y="4462"/>
                  </a:lnTo>
                  <a:lnTo>
                    <a:pt x="5888" y="6010"/>
                  </a:lnTo>
                  <a:lnTo>
                    <a:pt x="6270" y="8329"/>
                  </a:lnTo>
                  <a:lnTo>
                    <a:pt x="5992" y="9816"/>
                  </a:lnTo>
                  <a:lnTo>
                    <a:pt x="5591" y="9485"/>
                  </a:lnTo>
                  <a:lnTo>
                    <a:pt x="5146" y="10346"/>
                  </a:lnTo>
                  <a:lnTo>
                    <a:pt x="4874" y="13203"/>
                  </a:lnTo>
                  <a:lnTo>
                    <a:pt x="5000" y="16064"/>
                  </a:lnTo>
                  <a:lnTo>
                    <a:pt x="4864" y="18916"/>
                  </a:lnTo>
                  <a:lnTo>
                    <a:pt x="4346" y="21827"/>
                  </a:lnTo>
                  <a:lnTo>
                    <a:pt x="4238" y="23774"/>
                  </a:lnTo>
                  <a:lnTo>
                    <a:pt x="4036" y="24360"/>
                  </a:lnTo>
                  <a:lnTo>
                    <a:pt x="3813" y="24561"/>
                  </a:lnTo>
                  <a:lnTo>
                    <a:pt x="3524" y="24033"/>
                  </a:lnTo>
                  <a:lnTo>
                    <a:pt x="3106" y="23619"/>
                  </a:lnTo>
                  <a:lnTo>
                    <a:pt x="2578" y="25262"/>
                  </a:lnTo>
                  <a:lnTo>
                    <a:pt x="1932" y="25275"/>
                  </a:lnTo>
                  <a:lnTo>
                    <a:pt x="1399" y="21542"/>
                  </a:lnTo>
                  <a:lnTo>
                    <a:pt x="1876" y="15330"/>
                  </a:lnTo>
                  <a:lnTo>
                    <a:pt x="2944" y="14064"/>
                  </a:lnTo>
                  <a:lnTo>
                    <a:pt x="2308" y="12376"/>
                  </a:lnTo>
                  <a:lnTo>
                    <a:pt x="965" y="10409"/>
                  </a:lnTo>
                  <a:lnTo>
                    <a:pt x="1079" y="9314"/>
                  </a:lnTo>
                  <a:lnTo>
                    <a:pt x="59" y="6154"/>
                  </a:lnTo>
                  <a:lnTo>
                    <a:pt x="0" y="5403"/>
                  </a:lnTo>
                  <a:lnTo>
                    <a:pt x="162" y="2767"/>
                  </a:lnTo>
                  <a:lnTo>
                    <a:pt x="1117" y="418"/>
                  </a:lnTo>
                  <a:lnTo>
                    <a:pt x="2378" y="0"/>
                  </a:lnTo>
                  <a:lnTo>
                    <a:pt x="3257" y="1005"/>
                  </a:lnTo>
                  <a:lnTo>
                    <a:pt x="3749" y="186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g1548"/>
            <p:cNvSpPr/>
            <p:nvPr/>
          </p:nvSpPr>
          <p:spPr>
            <a:xfrm>
              <a:off x="1534809" y="1947744"/>
              <a:ext cx="9891" cy="18230"/>
            </a:xfrm>
            <a:custGeom>
              <a:avLst/>
              <a:pathLst>
                <a:path w="9891" h="18230">
                  <a:moveTo>
                    <a:pt x="5895" y="1926"/>
                  </a:moveTo>
                  <a:lnTo>
                    <a:pt x="6534" y="2852"/>
                  </a:lnTo>
                  <a:lnTo>
                    <a:pt x="6882" y="1882"/>
                  </a:lnTo>
                  <a:lnTo>
                    <a:pt x="7531" y="1927"/>
                  </a:lnTo>
                  <a:lnTo>
                    <a:pt x="8735" y="2790"/>
                  </a:lnTo>
                  <a:lnTo>
                    <a:pt x="9452" y="4086"/>
                  </a:lnTo>
                  <a:lnTo>
                    <a:pt x="9856" y="5567"/>
                  </a:lnTo>
                  <a:lnTo>
                    <a:pt x="9891" y="6449"/>
                  </a:lnTo>
                  <a:lnTo>
                    <a:pt x="9768" y="8454"/>
                  </a:lnTo>
                  <a:lnTo>
                    <a:pt x="9858" y="10508"/>
                  </a:lnTo>
                  <a:lnTo>
                    <a:pt x="9808" y="11572"/>
                  </a:lnTo>
                  <a:lnTo>
                    <a:pt x="9647" y="12453"/>
                  </a:lnTo>
                  <a:lnTo>
                    <a:pt x="9376" y="13148"/>
                  </a:lnTo>
                  <a:lnTo>
                    <a:pt x="9080" y="13236"/>
                  </a:lnTo>
                  <a:lnTo>
                    <a:pt x="8143" y="11389"/>
                  </a:lnTo>
                  <a:lnTo>
                    <a:pt x="7070" y="8062"/>
                  </a:lnTo>
                  <a:lnTo>
                    <a:pt x="6253" y="7051"/>
                  </a:lnTo>
                  <a:lnTo>
                    <a:pt x="6220" y="7393"/>
                  </a:lnTo>
                  <a:lnTo>
                    <a:pt x="6444" y="8346"/>
                  </a:lnTo>
                  <a:lnTo>
                    <a:pt x="7111" y="10135"/>
                  </a:lnTo>
                  <a:lnTo>
                    <a:pt x="7231" y="11212"/>
                  </a:lnTo>
                  <a:lnTo>
                    <a:pt x="7700" y="12525"/>
                  </a:lnTo>
                  <a:lnTo>
                    <a:pt x="7910" y="13520"/>
                  </a:lnTo>
                  <a:lnTo>
                    <a:pt x="8029" y="14827"/>
                  </a:lnTo>
                  <a:lnTo>
                    <a:pt x="8024" y="15970"/>
                  </a:lnTo>
                  <a:lnTo>
                    <a:pt x="7895" y="16947"/>
                  </a:lnTo>
                  <a:lnTo>
                    <a:pt x="7677" y="17573"/>
                  </a:lnTo>
                  <a:lnTo>
                    <a:pt x="7371" y="17850"/>
                  </a:lnTo>
                  <a:lnTo>
                    <a:pt x="5736" y="17576"/>
                  </a:lnTo>
                  <a:lnTo>
                    <a:pt x="4761" y="18230"/>
                  </a:lnTo>
                  <a:lnTo>
                    <a:pt x="3621" y="17865"/>
                  </a:lnTo>
                  <a:lnTo>
                    <a:pt x="3346" y="17276"/>
                  </a:lnTo>
                  <a:lnTo>
                    <a:pt x="3174" y="16308"/>
                  </a:lnTo>
                  <a:lnTo>
                    <a:pt x="3087" y="13959"/>
                  </a:lnTo>
                  <a:lnTo>
                    <a:pt x="2800" y="10599"/>
                  </a:lnTo>
                  <a:lnTo>
                    <a:pt x="2869" y="8013"/>
                  </a:lnTo>
                  <a:lnTo>
                    <a:pt x="2133" y="5674"/>
                  </a:lnTo>
                  <a:lnTo>
                    <a:pt x="1503" y="4265"/>
                  </a:lnTo>
                  <a:lnTo>
                    <a:pt x="597" y="3002"/>
                  </a:lnTo>
                  <a:lnTo>
                    <a:pt x="0" y="1747"/>
                  </a:lnTo>
                  <a:lnTo>
                    <a:pt x="164" y="745"/>
                  </a:lnTo>
                  <a:lnTo>
                    <a:pt x="1090" y="0"/>
                  </a:lnTo>
                  <a:lnTo>
                    <a:pt x="2612" y="1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g1549"/>
            <p:cNvSpPr/>
            <p:nvPr/>
          </p:nvSpPr>
          <p:spPr>
            <a:xfrm>
              <a:off x="1348350" y="1944306"/>
              <a:ext cx="4488" cy="5455"/>
            </a:xfrm>
            <a:custGeom>
              <a:avLst/>
              <a:pathLst>
                <a:path w="4488" h="5455">
                  <a:moveTo>
                    <a:pt x="3533" y="1778"/>
                  </a:moveTo>
                  <a:lnTo>
                    <a:pt x="2310" y="2732"/>
                  </a:lnTo>
                  <a:lnTo>
                    <a:pt x="2093" y="2692"/>
                  </a:lnTo>
                  <a:lnTo>
                    <a:pt x="1338" y="4622"/>
                  </a:lnTo>
                  <a:lnTo>
                    <a:pt x="761" y="5455"/>
                  </a:lnTo>
                  <a:lnTo>
                    <a:pt x="0" y="3934"/>
                  </a:lnTo>
                  <a:lnTo>
                    <a:pt x="194" y="1569"/>
                  </a:lnTo>
                  <a:lnTo>
                    <a:pt x="859" y="0"/>
                  </a:lnTo>
                  <a:lnTo>
                    <a:pt x="4221" y="523"/>
                  </a:lnTo>
                  <a:lnTo>
                    <a:pt x="4481" y="963"/>
                  </a:lnTo>
                  <a:lnTo>
                    <a:pt x="4488" y="1338"/>
                  </a:lnTo>
                  <a:lnTo>
                    <a:pt x="4241" y="164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g1550"/>
            <p:cNvSpPr/>
            <p:nvPr/>
          </p:nvSpPr>
          <p:spPr>
            <a:xfrm>
              <a:off x="1184802" y="1942629"/>
              <a:ext cx="2600" cy="3103"/>
            </a:xfrm>
            <a:custGeom>
              <a:avLst/>
              <a:pathLst>
                <a:path w="2600" h="3103">
                  <a:moveTo>
                    <a:pt x="2173" y="1709"/>
                  </a:moveTo>
                  <a:lnTo>
                    <a:pt x="1178" y="3103"/>
                  </a:lnTo>
                  <a:lnTo>
                    <a:pt x="275" y="2588"/>
                  </a:lnTo>
                  <a:lnTo>
                    <a:pt x="7" y="1572"/>
                  </a:lnTo>
                  <a:lnTo>
                    <a:pt x="0" y="114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g1551"/>
            <p:cNvSpPr/>
            <p:nvPr/>
          </p:nvSpPr>
          <p:spPr>
            <a:xfrm>
              <a:off x="1517088" y="1933984"/>
              <a:ext cx="11653" cy="38951"/>
            </a:xfrm>
            <a:custGeom>
              <a:avLst/>
              <a:pathLst>
                <a:path w="11653" h="38951">
                  <a:moveTo>
                    <a:pt x="8200" y="5406"/>
                  </a:moveTo>
                  <a:lnTo>
                    <a:pt x="9016" y="8648"/>
                  </a:lnTo>
                  <a:lnTo>
                    <a:pt x="9609" y="11164"/>
                  </a:lnTo>
                  <a:lnTo>
                    <a:pt x="10135" y="14188"/>
                  </a:lnTo>
                  <a:lnTo>
                    <a:pt x="11016" y="20450"/>
                  </a:lnTo>
                  <a:lnTo>
                    <a:pt x="11427" y="22819"/>
                  </a:lnTo>
                  <a:lnTo>
                    <a:pt x="11556" y="24113"/>
                  </a:lnTo>
                  <a:lnTo>
                    <a:pt x="11653" y="27509"/>
                  </a:lnTo>
                  <a:lnTo>
                    <a:pt x="11521" y="28239"/>
                  </a:lnTo>
                  <a:lnTo>
                    <a:pt x="11257" y="28908"/>
                  </a:lnTo>
                  <a:lnTo>
                    <a:pt x="11206" y="29878"/>
                  </a:lnTo>
                  <a:lnTo>
                    <a:pt x="11450" y="32466"/>
                  </a:lnTo>
                  <a:lnTo>
                    <a:pt x="11466" y="36402"/>
                  </a:lnTo>
                  <a:lnTo>
                    <a:pt x="11235" y="38617"/>
                  </a:lnTo>
                  <a:lnTo>
                    <a:pt x="10967" y="38951"/>
                  </a:lnTo>
                  <a:lnTo>
                    <a:pt x="10310" y="38224"/>
                  </a:lnTo>
                  <a:lnTo>
                    <a:pt x="9770" y="37028"/>
                  </a:lnTo>
                  <a:lnTo>
                    <a:pt x="9370" y="35780"/>
                  </a:lnTo>
                  <a:lnTo>
                    <a:pt x="8389" y="31840"/>
                  </a:lnTo>
                  <a:lnTo>
                    <a:pt x="8096" y="30005"/>
                  </a:lnTo>
                  <a:lnTo>
                    <a:pt x="8078" y="28684"/>
                  </a:lnTo>
                  <a:lnTo>
                    <a:pt x="8230" y="27723"/>
                  </a:lnTo>
                  <a:lnTo>
                    <a:pt x="8551" y="27126"/>
                  </a:lnTo>
                  <a:lnTo>
                    <a:pt x="9110" y="25527"/>
                  </a:lnTo>
                  <a:lnTo>
                    <a:pt x="9030" y="25274"/>
                  </a:lnTo>
                  <a:lnTo>
                    <a:pt x="8605" y="25630"/>
                  </a:lnTo>
                  <a:lnTo>
                    <a:pt x="7738" y="25832"/>
                  </a:lnTo>
                  <a:lnTo>
                    <a:pt x="6975" y="24571"/>
                  </a:lnTo>
                  <a:lnTo>
                    <a:pt x="6380" y="23904"/>
                  </a:lnTo>
                  <a:lnTo>
                    <a:pt x="6500" y="21630"/>
                  </a:lnTo>
                  <a:lnTo>
                    <a:pt x="6341" y="20987"/>
                  </a:lnTo>
                  <a:lnTo>
                    <a:pt x="5171" y="21690"/>
                  </a:lnTo>
                  <a:lnTo>
                    <a:pt x="4731" y="21053"/>
                  </a:lnTo>
                  <a:lnTo>
                    <a:pt x="4635" y="20199"/>
                  </a:lnTo>
                  <a:lnTo>
                    <a:pt x="4656" y="18922"/>
                  </a:lnTo>
                  <a:lnTo>
                    <a:pt x="4880" y="17804"/>
                  </a:lnTo>
                  <a:lnTo>
                    <a:pt x="5990" y="14982"/>
                  </a:lnTo>
                  <a:lnTo>
                    <a:pt x="5879" y="14462"/>
                  </a:lnTo>
                  <a:lnTo>
                    <a:pt x="5339" y="14346"/>
                  </a:lnTo>
                  <a:lnTo>
                    <a:pt x="4628" y="13379"/>
                  </a:lnTo>
                  <a:lnTo>
                    <a:pt x="4301" y="10222"/>
                  </a:lnTo>
                  <a:lnTo>
                    <a:pt x="3536" y="8420"/>
                  </a:lnTo>
                  <a:lnTo>
                    <a:pt x="3084" y="8584"/>
                  </a:lnTo>
                  <a:lnTo>
                    <a:pt x="2055" y="13679"/>
                  </a:lnTo>
                  <a:lnTo>
                    <a:pt x="1546" y="14793"/>
                  </a:lnTo>
                  <a:lnTo>
                    <a:pt x="100" y="15509"/>
                  </a:lnTo>
                  <a:lnTo>
                    <a:pt x="395" y="14090"/>
                  </a:lnTo>
                  <a:lnTo>
                    <a:pt x="528" y="12823"/>
                  </a:lnTo>
                  <a:lnTo>
                    <a:pt x="15" y="8981"/>
                  </a:lnTo>
                  <a:lnTo>
                    <a:pt x="0" y="7504"/>
                  </a:lnTo>
                  <a:lnTo>
                    <a:pt x="342" y="6414"/>
                  </a:lnTo>
                  <a:lnTo>
                    <a:pt x="1363" y="5963"/>
                  </a:lnTo>
                  <a:lnTo>
                    <a:pt x="1905" y="5318"/>
                  </a:lnTo>
                  <a:lnTo>
                    <a:pt x="2328" y="4266"/>
                  </a:lnTo>
                  <a:lnTo>
                    <a:pt x="2433" y="3240"/>
                  </a:lnTo>
                  <a:lnTo>
                    <a:pt x="3224" y="528"/>
                  </a:lnTo>
                  <a:lnTo>
                    <a:pt x="3596" y="0"/>
                  </a:lnTo>
                  <a:lnTo>
                    <a:pt x="4580" y="37"/>
                  </a:lnTo>
                  <a:lnTo>
                    <a:pt x="6653" y="3035"/>
                  </a:lnTo>
                  <a:lnTo>
                    <a:pt x="7282" y="347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g1552"/>
            <p:cNvSpPr/>
            <p:nvPr/>
          </p:nvSpPr>
          <p:spPr>
            <a:xfrm>
              <a:off x="1346952" y="1921081"/>
              <a:ext cx="2686" cy="4393"/>
            </a:xfrm>
            <a:custGeom>
              <a:avLst/>
              <a:pathLst>
                <a:path w="2686" h="4393">
                  <a:moveTo>
                    <a:pt x="2686" y="3573"/>
                  </a:moveTo>
                  <a:lnTo>
                    <a:pt x="2417" y="4393"/>
                  </a:lnTo>
                  <a:lnTo>
                    <a:pt x="2163" y="4182"/>
                  </a:lnTo>
                  <a:lnTo>
                    <a:pt x="1626" y="3223"/>
                  </a:lnTo>
                  <a:lnTo>
                    <a:pt x="529" y="1822"/>
                  </a:lnTo>
                  <a:lnTo>
                    <a:pt x="28" y="861"/>
                  </a:lnTo>
                  <a:lnTo>
                    <a:pt x="0" y="451"/>
                  </a:lnTo>
                  <a:lnTo>
                    <a:pt x="374" y="0"/>
                  </a:lnTo>
                  <a:lnTo>
                    <a:pt x="1664" y="1129"/>
                  </a:lnTo>
                  <a:lnTo>
                    <a:pt x="2211" y="216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g1553"/>
            <p:cNvSpPr/>
            <p:nvPr/>
          </p:nvSpPr>
          <p:spPr>
            <a:xfrm>
              <a:off x="1335491" y="1921053"/>
              <a:ext cx="24004" cy="35392"/>
            </a:xfrm>
            <a:custGeom>
              <a:avLst/>
              <a:pathLst>
                <a:path w="24004" h="35392">
                  <a:moveTo>
                    <a:pt x="17440" y="4374"/>
                  </a:moveTo>
                  <a:lnTo>
                    <a:pt x="17510" y="5997"/>
                  </a:lnTo>
                  <a:lnTo>
                    <a:pt x="17901" y="5800"/>
                  </a:lnTo>
                  <a:lnTo>
                    <a:pt x="19380" y="4127"/>
                  </a:lnTo>
                  <a:lnTo>
                    <a:pt x="20152" y="3637"/>
                  </a:lnTo>
                  <a:lnTo>
                    <a:pt x="21156" y="3560"/>
                  </a:lnTo>
                  <a:lnTo>
                    <a:pt x="21952" y="4322"/>
                  </a:lnTo>
                  <a:lnTo>
                    <a:pt x="22114" y="4907"/>
                  </a:lnTo>
                  <a:lnTo>
                    <a:pt x="22044" y="5604"/>
                  </a:lnTo>
                  <a:lnTo>
                    <a:pt x="21407" y="7019"/>
                  </a:lnTo>
                  <a:lnTo>
                    <a:pt x="21434" y="7938"/>
                  </a:lnTo>
                  <a:lnTo>
                    <a:pt x="22118" y="9629"/>
                  </a:lnTo>
                  <a:lnTo>
                    <a:pt x="23800" y="10551"/>
                  </a:lnTo>
                  <a:lnTo>
                    <a:pt x="24004" y="11059"/>
                  </a:lnTo>
                  <a:lnTo>
                    <a:pt x="23995" y="11671"/>
                  </a:lnTo>
                  <a:lnTo>
                    <a:pt x="22837" y="14471"/>
                  </a:lnTo>
                  <a:lnTo>
                    <a:pt x="22412" y="15125"/>
                  </a:lnTo>
                  <a:lnTo>
                    <a:pt x="22111" y="15282"/>
                  </a:lnTo>
                  <a:lnTo>
                    <a:pt x="20008" y="14778"/>
                  </a:lnTo>
                  <a:lnTo>
                    <a:pt x="18084" y="13861"/>
                  </a:lnTo>
                  <a:lnTo>
                    <a:pt x="17305" y="13705"/>
                  </a:lnTo>
                  <a:lnTo>
                    <a:pt x="17030" y="14002"/>
                  </a:lnTo>
                  <a:lnTo>
                    <a:pt x="16485" y="14864"/>
                  </a:lnTo>
                  <a:lnTo>
                    <a:pt x="16875" y="15117"/>
                  </a:lnTo>
                  <a:lnTo>
                    <a:pt x="18562" y="15322"/>
                  </a:lnTo>
                  <a:lnTo>
                    <a:pt x="19157" y="16580"/>
                  </a:lnTo>
                  <a:lnTo>
                    <a:pt x="19416" y="17504"/>
                  </a:lnTo>
                  <a:lnTo>
                    <a:pt x="19546" y="18523"/>
                  </a:lnTo>
                  <a:lnTo>
                    <a:pt x="19209" y="18941"/>
                  </a:lnTo>
                  <a:lnTo>
                    <a:pt x="18488" y="19245"/>
                  </a:lnTo>
                  <a:lnTo>
                    <a:pt x="17623" y="19241"/>
                  </a:lnTo>
                  <a:lnTo>
                    <a:pt x="16554" y="20388"/>
                  </a:lnTo>
                  <a:lnTo>
                    <a:pt x="15964" y="21698"/>
                  </a:lnTo>
                  <a:lnTo>
                    <a:pt x="13823" y="22031"/>
                  </a:lnTo>
                  <a:lnTo>
                    <a:pt x="12195" y="23780"/>
                  </a:lnTo>
                  <a:lnTo>
                    <a:pt x="11619" y="24643"/>
                  </a:lnTo>
                  <a:lnTo>
                    <a:pt x="11419" y="25675"/>
                  </a:lnTo>
                  <a:lnTo>
                    <a:pt x="10805" y="26425"/>
                  </a:lnTo>
                  <a:lnTo>
                    <a:pt x="9417" y="27174"/>
                  </a:lnTo>
                  <a:lnTo>
                    <a:pt x="10245" y="27846"/>
                  </a:lnTo>
                  <a:lnTo>
                    <a:pt x="10374" y="28414"/>
                  </a:lnTo>
                  <a:lnTo>
                    <a:pt x="10390" y="29202"/>
                  </a:lnTo>
                  <a:lnTo>
                    <a:pt x="10276" y="29880"/>
                  </a:lnTo>
                  <a:lnTo>
                    <a:pt x="9180" y="32906"/>
                  </a:lnTo>
                  <a:lnTo>
                    <a:pt x="7109" y="35392"/>
                  </a:lnTo>
                  <a:lnTo>
                    <a:pt x="6584" y="35281"/>
                  </a:lnTo>
                  <a:lnTo>
                    <a:pt x="6358" y="34971"/>
                  </a:lnTo>
                  <a:lnTo>
                    <a:pt x="6173" y="34496"/>
                  </a:lnTo>
                  <a:lnTo>
                    <a:pt x="6165" y="34020"/>
                  </a:lnTo>
                  <a:lnTo>
                    <a:pt x="8835" y="29031"/>
                  </a:lnTo>
                  <a:lnTo>
                    <a:pt x="8729" y="28785"/>
                  </a:lnTo>
                  <a:lnTo>
                    <a:pt x="8003" y="28616"/>
                  </a:lnTo>
                  <a:lnTo>
                    <a:pt x="6853" y="27244"/>
                  </a:lnTo>
                  <a:lnTo>
                    <a:pt x="6041" y="28127"/>
                  </a:lnTo>
                  <a:lnTo>
                    <a:pt x="5857" y="28093"/>
                  </a:lnTo>
                  <a:lnTo>
                    <a:pt x="6073" y="26917"/>
                  </a:lnTo>
                  <a:lnTo>
                    <a:pt x="6602" y="25514"/>
                  </a:lnTo>
                  <a:lnTo>
                    <a:pt x="6510" y="25121"/>
                  </a:lnTo>
                  <a:lnTo>
                    <a:pt x="6219" y="24770"/>
                  </a:lnTo>
                  <a:lnTo>
                    <a:pt x="5550" y="24561"/>
                  </a:lnTo>
                  <a:lnTo>
                    <a:pt x="4503" y="24494"/>
                  </a:lnTo>
                  <a:lnTo>
                    <a:pt x="3728" y="24826"/>
                  </a:lnTo>
                  <a:lnTo>
                    <a:pt x="3224" y="25558"/>
                  </a:lnTo>
                  <a:lnTo>
                    <a:pt x="3183" y="25868"/>
                  </a:lnTo>
                  <a:lnTo>
                    <a:pt x="4255" y="25781"/>
                  </a:lnTo>
                  <a:lnTo>
                    <a:pt x="4547" y="26154"/>
                  </a:lnTo>
                  <a:lnTo>
                    <a:pt x="4836" y="26849"/>
                  </a:lnTo>
                  <a:lnTo>
                    <a:pt x="5012" y="27653"/>
                  </a:lnTo>
                  <a:lnTo>
                    <a:pt x="5074" y="28563"/>
                  </a:lnTo>
                  <a:lnTo>
                    <a:pt x="4850" y="29790"/>
                  </a:lnTo>
                  <a:lnTo>
                    <a:pt x="4338" y="31328"/>
                  </a:lnTo>
                  <a:lnTo>
                    <a:pt x="3588" y="31058"/>
                  </a:lnTo>
                  <a:lnTo>
                    <a:pt x="2051" y="27640"/>
                  </a:lnTo>
                  <a:lnTo>
                    <a:pt x="1373" y="22636"/>
                  </a:lnTo>
                  <a:lnTo>
                    <a:pt x="60" y="18811"/>
                  </a:lnTo>
                  <a:lnTo>
                    <a:pt x="0" y="17898"/>
                  </a:lnTo>
                  <a:lnTo>
                    <a:pt x="375" y="15539"/>
                  </a:lnTo>
                  <a:lnTo>
                    <a:pt x="1700" y="12190"/>
                  </a:lnTo>
                  <a:lnTo>
                    <a:pt x="3126" y="11272"/>
                  </a:lnTo>
                  <a:lnTo>
                    <a:pt x="4141" y="9865"/>
                  </a:lnTo>
                  <a:lnTo>
                    <a:pt x="5122" y="9441"/>
                  </a:lnTo>
                  <a:lnTo>
                    <a:pt x="5730" y="9477"/>
                  </a:lnTo>
                  <a:lnTo>
                    <a:pt x="6560" y="10083"/>
                  </a:lnTo>
                  <a:lnTo>
                    <a:pt x="6895" y="11366"/>
                  </a:lnTo>
                  <a:lnTo>
                    <a:pt x="6694" y="11969"/>
                  </a:lnTo>
                  <a:lnTo>
                    <a:pt x="6771" y="12287"/>
                  </a:lnTo>
                  <a:lnTo>
                    <a:pt x="7352" y="13057"/>
                  </a:lnTo>
                  <a:lnTo>
                    <a:pt x="7982" y="15748"/>
                  </a:lnTo>
                  <a:lnTo>
                    <a:pt x="8717" y="18136"/>
                  </a:lnTo>
                  <a:lnTo>
                    <a:pt x="9206" y="19107"/>
                  </a:lnTo>
                  <a:lnTo>
                    <a:pt x="9849" y="19704"/>
                  </a:lnTo>
                  <a:lnTo>
                    <a:pt x="9183" y="17880"/>
                  </a:lnTo>
                  <a:lnTo>
                    <a:pt x="8790" y="15622"/>
                  </a:lnTo>
                  <a:lnTo>
                    <a:pt x="8593" y="11121"/>
                  </a:lnTo>
                  <a:lnTo>
                    <a:pt x="8403" y="9932"/>
                  </a:lnTo>
                  <a:lnTo>
                    <a:pt x="8774" y="9612"/>
                  </a:lnTo>
                  <a:lnTo>
                    <a:pt x="9826" y="9788"/>
                  </a:lnTo>
                  <a:lnTo>
                    <a:pt x="9796" y="9117"/>
                  </a:lnTo>
                  <a:lnTo>
                    <a:pt x="8688" y="7600"/>
                  </a:lnTo>
                  <a:lnTo>
                    <a:pt x="8005" y="6346"/>
                  </a:lnTo>
                  <a:lnTo>
                    <a:pt x="7749" y="5354"/>
                  </a:lnTo>
                  <a:lnTo>
                    <a:pt x="7765" y="4494"/>
                  </a:lnTo>
                  <a:lnTo>
                    <a:pt x="8370" y="3224"/>
                  </a:lnTo>
                  <a:lnTo>
                    <a:pt x="8713" y="2862"/>
                  </a:lnTo>
                  <a:lnTo>
                    <a:pt x="9067" y="2706"/>
                  </a:lnTo>
                  <a:lnTo>
                    <a:pt x="9773" y="2976"/>
                  </a:lnTo>
                  <a:lnTo>
                    <a:pt x="10090" y="3373"/>
                  </a:lnTo>
                  <a:lnTo>
                    <a:pt x="10994" y="6231"/>
                  </a:lnTo>
                  <a:lnTo>
                    <a:pt x="11418" y="7120"/>
                  </a:lnTo>
                  <a:lnTo>
                    <a:pt x="11769" y="7121"/>
                  </a:lnTo>
                  <a:lnTo>
                    <a:pt x="12095" y="6647"/>
                  </a:lnTo>
                  <a:lnTo>
                    <a:pt x="12397" y="5697"/>
                  </a:lnTo>
                  <a:lnTo>
                    <a:pt x="12707" y="5129"/>
                  </a:lnTo>
                  <a:lnTo>
                    <a:pt x="13027" y="4943"/>
                  </a:lnTo>
                  <a:lnTo>
                    <a:pt x="14034" y="5363"/>
                  </a:lnTo>
                  <a:lnTo>
                    <a:pt x="14369" y="5207"/>
                  </a:lnTo>
                  <a:lnTo>
                    <a:pt x="14535" y="4490"/>
                  </a:lnTo>
                  <a:lnTo>
                    <a:pt x="14528" y="3211"/>
                  </a:lnTo>
                  <a:lnTo>
                    <a:pt x="14776" y="2751"/>
                  </a:lnTo>
                  <a:lnTo>
                    <a:pt x="14837" y="1812"/>
                  </a:lnTo>
                  <a:lnTo>
                    <a:pt x="14288" y="424"/>
                  </a:lnTo>
                  <a:lnTo>
                    <a:pt x="14918" y="0"/>
                  </a:lnTo>
                  <a:lnTo>
                    <a:pt x="17006" y="1061"/>
                  </a:lnTo>
                  <a:lnTo>
                    <a:pt x="17899" y="222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g1554"/>
            <p:cNvSpPr/>
            <p:nvPr/>
          </p:nvSpPr>
          <p:spPr>
            <a:xfrm>
              <a:off x="1509917" y="1912291"/>
              <a:ext cx="16300" cy="25074"/>
            </a:xfrm>
            <a:custGeom>
              <a:avLst/>
              <a:pathLst>
                <a:path w="16300" h="25074">
                  <a:moveTo>
                    <a:pt x="8058" y="717"/>
                  </a:moveTo>
                  <a:lnTo>
                    <a:pt x="9431" y="3596"/>
                  </a:lnTo>
                  <a:lnTo>
                    <a:pt x="9443" y="4257"/>
                  </a:lnTo>
                  <a:lnTo>
                    <a:pt x="9163" y="6236"/>
                  </a:lnTo>
                  <a:lnTo>
                    <a:pt x="8416" y="6795"/>
                  </a:lnTo>
                  <a:lnTo>
                    <a:pt x="8627" y="7582"/>
                  </a:lnTo>
                  <a:lnTo>
                    <a:pt x="9184" y="8175"/>
                  </a:lnTo>
                  <a:lnTo>
                    <a:pt x="9580" y="7681"/>
                  </a:lnTo>
                  <a:lnTo>
                    <a:pt x="11030" y="4908"/>
                  </a:lnTo>
                  <a:lnTo>
                    <a:pt x="11477" y="4325"/>
                  </a:lnTo>
                  <a:lnTo>
                    <a:pt x="11747" y="4266"/>
                  </a:lnTo>
                  <a:lnTo>
                    <a:pt x="13514" y="5101"/>
                  </a:lnTo>
                  <a:lnTo>
                    <a:pt x="15059" y="6424"/>
                  </a:lnTo>
                  <a:lnTo>
                    <a:pt x="15515" y="7481"/>
                  </a:lnTo>
                  <a:lnTo>
                    <a:pt x="15772" y="9329"/>
                  </a:lnTo>
                  <a:lnTo>
                    <a:pt x="15362" y="13334"/>
                  </a:lnTo>
                  <a:lnTo>
                    <a:pt x="14093" y="14031"/>
                  </a:lnTo>
                  <a:lnTo>
                    <a:pt x="13496" y="13959"/>
                  </a:lnTo>
                  <a:lnTo>
                    <a:pt x="12857" y="13376"/>
                  </a:lnTo>
                  <a:lnTo>
                    <a:pt x="11826" y="14770"/>
                  </a:lnTo>
                  <a:lnTo>
                    <a:pt x="12680" y="15836"/>
                  </a:lnTo>
                  <a:lnTo>
                    <a:pt x="15283" y="16078"/>
                  </a:lnTo>
                  <a:lnTo>
                    <a:pt x="16073" y="18335"/>
                  </a:lnTo>
                  <a:lnTo>
                    <a:pt x="16300" y="20072"/>
                  </a:lnTo>
                  <a:lnTo>
                    <a:pt x="15738" y="23265"/>
                  </a:lnTo>
                  <a:lnTo>
                    <a:pt x="14264" y="22382"/>
                  </a:lnTo>
                  <a:lnTo>
                    <a:pt x="12962" y="20532"/>
                  </a:lnTo>
                  <a:lnTo>
                    <a:pt x="10293" y="17914"/>
                  </a:lnTo>
                  <a:lnTo>
                    <a:pt x="9655" y="17791"/>
                  </a:lnTo>
                  <a:lnTo>
                    <a:pt x="9229" y="18254"/>
                  </a:lnTo>
                  <a:lnTo>
                    <a:pt x="9113" y="19843"/>
                  </a:lnTo>
                  <a:lnTo>
                    <a:pt x="9140" y="23288"/>
                  </a:lnTo>
                  <a:lnTo>
                    <a:pt x="8427" y="25074"/>
                  </a:lnTo>
                  <a:lnTo>
                    <a:pt x="6323" y="24287"/>
                  </a:lnTo>
                  <a:lnTo>
                    <a:pt x="5498" y="21678"/>
                  </a:lnTo>
                  <a:lnTo>
                    <a:pt x="4729" y="17550"/>
                  </a:lnTo>
                  <a:lnTo>
                    <a:pt x="1830" y="12662"/>
                  </a:lnTo>
                  <a:lnTo>
                    <a:pt x="1044" y="11684"/>
                  </a:lnTo>
                  <a:lnTo>
                    <a:pt x="0" y="8756"/>
                  </a:lnTo>
                  <a:lnTo>
                    <a:pt x="418" y="6439"/>
                  </a:lnTo>
                  <a:lnTo>
                    <a:pt x="541" y="5097"/>
                  </a:lnTo>
                  <a:lnTo>
                    <a:pt x="1097" y="4742"/>
                  </a:lnTo>
                  <a:lnTo>
                    <a:pt x="1913" y="3706"/>
                  </a:lnTo>
                  <a:lnTo>
                    <a:pt x="2370" y="1466"/>
                  </a:lnTo>
                  <a:lnTo>
                    <a:pt x="3104" y="3281"/>
                  </a:lnTo>
                  <a:lnTo>
                    <a:pt x="4084" y="5024"/>
                  </a:lnTo>
                  <a:lnTo>
                    <a:pt x="4098" y="3386"/>
                  </a:lnTo>
                  <a:lnTo>
                    <a:pt x="4558" y="2079"/>
                  </a:lnTo>
                  <a:lnTo>
                    <a:pt x="5520" y="2126"/>
                  </a:lnTo>
                  <a:lnTo>
                    <a:pt x="5971" y="1852"/>
                  </a:lnTo>
                  <a:lnTo>
                    <a:pt x="6603" y="630"/>
                  </a:lnTo>
                  <a:lnTo>
                    <a:pt x="7513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g1555"/>
            <p:cNvSpPr/>
            <p:nvPr/>
          </p:nvSpPr>
          <p:spPr>
            <a:xfrm>
              <a:off x="1528251" y="1910400"/>
              <a:ext cx="3353" cy="3794"/>
            </a:xfrm>
            <a:custGeom>
              <a:avLst/>
              <a:pathLst>
                <a:path w="3353" h="3794">
                  <a:moveTo>
                    <a:pt x="3353" y="3061"/>
                  </a:moveTo>
                  <a:lnTo>
                    <a:pt x="3285" y="3794"/>
                  </a:lnTo>
                  <a:lnTo>
                    <a:pt x="1973" y="3722"/>
                  </a:lnTo>
                  <a:lnTo>
                    <a:pt x="649" y="2641"/>
                  </a:lnTo>
                  <a:lnTo>
                    <a:pt x="0" y="1229"/>
                  </a:lnTo>
                  <a:lnTo>
                    <a:pt x="130" y="594"/>
                  </a:lnTo>
                  <a:lnTo>
                    <a:pt x="1361" y="0"/>
                  </a:lnTo>
                  <a:lnTo>
                    <a:pt x="2525" y="133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g1556"/>
            <p:cNvSpPr/>
            <p:nvPr/>
          </p:nvSpPr>
          <p:spPr>
            <a:xfrm>
              <a:off x="1525641" y="1909746"/>
              <a:ext cx="10674" cy="38770"/>
            </a:xfrm>
            <a:custGeom>
              <a:avLst/>
              <a:pathLst>
                <a:path w="10674" h="38770">
                  <a:moveTo>
                    <a:pt x="2430" y="5701"/>
                  </a:moveTo>
                  <a:lnTo>
                    <a:pt x="4873" y="6377"/>
                  </a:lnTo>
                  <a:lnTo>
                    <a:pt x="6662" y="6224"/>
                  </a:lnTo>
                  <a:lnTo>
                    <a:pt x="8296" y="10640"/>
                  </a:lnTo>
                  <a:lnTo>
                    <a:pt x="9301" y="14208"/>
                  </a:lnTo>
                  <a:lnTo>
                    <a:pt x="9892" y="16707"/>
                  </a:lnTo>
                  <a:lnTo>
                    <a:pt x="10227" y="19121"/>
                  </a:lnTo>
                  <a:lnTo>
                    <a:pt x="10674" y="21451"/>
                  </a:lnTo>
                  <a:lnTo>
                    <a:pt x="10634" y="21779"/>
                  </a:lnTo>
                  <a:lnTo>
                    <a:pt x="9691" y="20206"/>
                  </a:lnTo>
                  <a:lnTo>
                    <a:pt x="9013" y="17025"/>
                  </a:lnTo>
                  <a:lnTo>
                    <a:pt x="8666" y="15780"/>
                  </a:lnTo>
                  <a:lnTo>
                    <a:pt x="8324" y="15218"/>
                  </a:lnTo>
                  <a:lnTo>
                    <a:pt x="7963" y="14044"/>
                  </a:lnTo>
                  <a:lnTo>
                    <a:pt x="7263" y="11005"/>
                  </a:lnTo>
                  <a:lnTo>
                    <a:pt x="7237" y="10150"/>
                  </a:lnTo>
                  <a:lnTo>
                    <a:pt x="6926" y="9358"/>
                  </a:lnTo>
                  <a:lnTo>
                    <a:pt x="6567" y="9026"/>
                  </a:lnTo>
                  <a:lnTo>
                    <a:pt x="6160" y="9157"/>
                  </a:lnTo>
                  <a:lnTo>
                    <a:pt x="6020" y="9463"/>
                  </a:lnTo>
                  <a:lnTo>
                    <a:pt x="6082" y="11559"/>
                  </a:lnTo>
                  <a:lnTo>
                    <a:pt x="6402" y="13891"/>
                  </a:lnTo>
                  <a:lnTo>
                    <a:pt x="8165" y="18981"/>
                  </a:lnTo>
                  <a:lnTo>
                    <a:pt x="9344" y="21880"/>
                  </a:lnTo>
                  <a:lnTo>
                    <a:pt x="9576" y="22842"/>
                  </a:lnTo>
                  <a:lnTo>
                    <a:pt x="9731" y="25490"/>
                  </a:lnTo>
                  <a:lnTo>
                    <a:pt x="9223" y="26690"/>
                  </a:lnTo>
                  <a:lnTo>
                    <a:pt x="9846" y="29133"/>
                  </a:lnTo>
                  <a:lnTo>
                    <a:pt x="9824" y="29611"/>
                  </a:lnTo>
                  <a:lnTo>
                    <a:pt x="9688" y="30077"/>
                  </a:lnTo>
                  <a:lnTo>
                    <a:pt x="8008" y="31160"/>
                  </a:lnTo>
                  <a:lnTo>
                    <a:pt x="6469" y="35691"/>
                  </a:lnTo>
                  <a:lnTo>
                    <a:pt x="4785" y="38344"/>
                  </a:lnTo>
                  <a:lnTo>
                    <a:pt x="4009" y="38770"/>
                  </a:lnTo>
                  <a:lnTo>
                    <a:pt x="3637" y="38327"/>
                  </a:lnTo>
                  <a:lnTo>
                    <a:pt x="3284" y="37309"/>
                  </a:lnTo>
                  <a:lnTo>
                    <a:pt x="3076" y="35952"/>
                  </a:lnTo>
                  <a:lnTo>
                    <a:pt x="3014" y="34251"/>
                  </a:lnTo>
                  <a:lnTo>
                    <a:pt x="3434" y="33180"/>
                  </a:lnTo>
                  <a:lnTo>
                    <a:pt x="4267" y="27612"/>
                  </a:lnTo>
                  <a:lnTo>
                    <a:pt x="4290" y="25784"/>
                  </a:lnTo>
                  <a:lnTo>
                    <a:pt x="3252" y="23249"/>
                  </a:lnTo>
                  <a:lnTo>
                    <a:pt x="2626" y="21173"/>
                  </a:lnTo>
                  <a:lnTo>
                    <a:pt x="2287" y="18279"/>
                  </a:lnTo>
                  <a:lnTo>
                    <a:pt x="1720" y="10626"/>
                  </a:lnTo>
                  <a:lnTo>
                    <a:pt x="1457" y="8179"/>
                  </a:lnTo>
                  <a:lnTo>
                    <a:pt x="1086" y="6139"/>
                  </a:lnTo>
                  <a:lnTo>
                    <a:pt x="607" y="4507"/>
                  </a:lnTo>
                  <a:lnTo>
                    <a:pt x="244" y="2713"/>
                  </a:lnTo>
                  <a:lnTo>
                    <a:pt x="0" y="758"/>
                  </a:lnTo>
                  <a:lnTo>
                    <a:pt x="92" y="0"/>
                  </a:lnTo>
                  <a:lnTo>
                    <a:pt x="924" y="1018"/>
                  </a:lnTo>
                  <a:lnTo>
                    <a:pt x="1921" y="383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g1557"/>
            <p:cNvSpPr/>
            <p:nvPr/>
          </p:nvSpPr>
          <p:spPr>
            <a:xfrm>
              <a:off x="1348285" y="1906911"/>
              <a:ext cx="13526" cy="13500"/>
            </a:xfrm>
            <a:custGeom>
              <a:avLst/>
              <a:pathLst>
                <a:path w="13526" h="13500">
                  <a:moveTo>
                    <a:pt x="9271" y="2670"/>
                  </a:moveTo>
                  <a:lnTo>
                    <a:pt x="9619" y="2910"/>
                  </a:lnTo>
                  <a:lnTo>
                    <a:pt x="9982" y="1151"/>
                  </a:lnTo>
                  <a:lnTo>
                    <a:pt x="10239" y="1096"/>
                  </a:lnTo>
                  <a:lnTo>
                    <a:pt x="11376" y="2585"/>
                  </a:lnTo>
                  <a:lnTo>
                    <a:pt x="12075" y="2255"/>
                  </a:lnTo>
                  <a:lnTo>
                    <a:pt x="12524" y="4084"/>
                  </a:lnTo>
                  <a:lnTo>
                    <a:pt x="12927" y="4252"/>
                  </a:lnTo>
                  <a:lnTo>
                    <a:pt x="13301" y="4029"/>
                  </a:lnTo>
                  <a:lnTo>
                    <a:pt x="13526" y="4158"/>
                  </a:lnTo>
                  <a:lnTo>
                    <a:pt x="13447" y="6094"/>
                  </a:lnTo>
                  <a:lnTo>
                    <a:pt x="12617" y="8056"/>
                  </a:lnTo>
                  <a:lnTo>
                    <a:pt x="12231" y="8553"/>
                  </a:lnTo>
                  <a:lnTo>
                    <a:pt x="11688" y="8046"/>
                  </a:lnTo>
                  <a:lnTo>
                    <a:pt x="11486" y="7857"/>
                  </a:lnTo>
                  <a:lnTo>
                    <a:pt x="11130" y="6990"/>
                  </a:lnTo>
                  <a:lnTo>
                    <a:pt x="10860" y="5893"/>
                  </a:lnTo>
                  <a:lnTo>
                    <a:pt x="10699" y="5876"/>
                  </a:lnTo>
                  <a:lnTo>
                    <a:pt x="10065" y="7166"/>
                  </a:lnTo>
                  <a:lnTo>
                    <a:pt x="10081" y="7802"/>
                  </a:lnTo>
                  <a:lnTo>
                    <a:pt x="10345" y="8762"/>
                  </a:lnTo>
                  <a:lnTo>
                    <a:pt x="10306" y="9358"/>
                  </a:lnTo>
                  <a:lnTo>
                    <a:pt x="9615" y="9642"/>
                  </a:lnTo>
                  <a:lnTo>
                    <a:pt x="8938" y="9495"/>
                  </a:lnTo>
                  <a:lnTo>
                    <a:pt x="8111" y="10330"/>
                  </a:lnTo>
                  <a:lnTo>
                    <a:pt x="7913" y="9809"/>
                  </a:lnTo>
                  <a:lnTo>
                    <a:pt x="7787" y="8343"/>
                  </a:lnTo>
                  <a:lnTo>
                    <a:pt x="7528" y="8509"/>
                  </a:lnTo>
                  <a:lnTo>
                    <a:pt x="7138" y="10306"/>
                  </a:lnTo>
                  <a:lnTo>
                    <a:pt x="6713" y="11443"/>
                  </a:lnTo>
                  <a:lnTo>
                    <a:pt x="5936" y="12386"/>
                  </a:lnTo>
                  <a:lnTo>
                    <a:pt x="5766" y="12844"/>
                  </a:lnTo>
                  <a:lnTo>
                    <a:pt x="5197" y="12906"/>
                  </a:lnTo>
                  <a:lnTo>
                    <a:pt x="4354" y="13500"/>
                  </a:lnTo>
                  <a:lnTo>
                    <a:pt x="3833" y="13401"/>
                  </a:lnTo>
                  <a:lnTo>
                    <a:pt x="729" y="11450"/>
                  </a:lnTo>
                  <a:lnTo>
                    <a:pt x="0" y="10737"/>
                  </a:lnTo>
                  <a:lnTo>
                    <a:pt x="2552" y="6266"/>
                  </a:lnTo>
                  <a:lnTo>
                    <a:pt x="3895" y="4537"/>
                  </a:lnTo>
                  <a:lnTo>
                    <a:pt x="4672" y="4631"/>
                  </a:lnTo>
                  <a:lnTo>
                    <a:pt x="5448" y="5169"/>
                  </a:lnTo>
                  <a:lnTo>
                    <a:pt x="5859" y="5083"/>
                  </a:lnTo>
                  <a:lnTo>
                    <a:pt x="5889" y="3102"/>
                  </a:lnTo>
                  <a:lnTo>
                    <a:pt x="5166" y="1624"/>
                  </a:lnTo>
                  <a:lnTo>
                    <a:pt x="5193" y="1009"/>
                  </a:lnTo>
                  <a:lnTo>
                    <a:pt x="6793" y="0"/>
                  </a:lnTo>
                  <a:lnTo>
                    <a:pt x="7393" y="144"/>
                  </a:lnTo>
                  <a:lnTo>
                    <a:pt x="8054" y="662"/>
                  </a:lnTo>
                  <a:lnTo>
                    <a:pt x="8679" y="150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g1558"/>
            <p:cNvSpPr/>
            <p:nvPr/>
          </p:nvSpPr>
          <p:spPr>
            <a:xfrm>
              <a:off x="1355445" y="1901923"/>
              <a:ext cx="2689" cy="4159"/>
            </a:xfrm>
            <a:custGeom>
              <a:avLst/>
              <a:pathLst>
                <a:path w="2689" h="4159">
                  <a:moveTo>
                    <a:pt x="1447" y="3970"/>
                  </a:moveTo>
                  <a:lnTo>
                    <a:pt x="1164" y="4159"/>
                  </a:lnTo>
                  <a:lnTo>
                    <a:pt x="461" y="3254"/>
                  </a:lnTo>
                  <a:lnTo>
                    <a:pt x="0" y="2295"/>
                  </a:lnTo>
                  <a:lnTo>
                    <a:pt x="305" y="1565"/>
                  </a:lnTo>
                  <a:lnTo>
                    <a:pt x="1667" y="25"/>
                  </a:lnTo>
                  <a:lnTo>
                    <a:pt x="2318" y="0"/>
                  </a:lnTo>
                  <a:lnTo>
                    <a:pt x="2583" y="245"/>
                  </a:lnTo>
                  <a:lnTo>
                    <a:pt x="2689" y="721"/>
                  </a:lnTo>
                  <a:lnTo>
                    <a:pt x="2637" y="1433"/>
                  </a:lnTo>
                  <a:lnTo>
                    <a:pt x="2343" y="232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g1559"/>
            <p:cNvSpPr/>
            <p:nvPr/>
          </p:nvSpPr>
          <p:spPr>
            <a:xfrm>
              <a:off x="1273778" y="1896727"/>
              <a:ext cx="4002" cy="6919"/>
            </a:xfrm>
            <a:custGeom>
              <a:avLst/>
              <a:pathLst>
                <a:path w="4002" h="6919">
                  <a:moveTo>
                    <a:pt x="2042" y="6445"/>
                  </a:moveTo>
                  <a:lnTo>
                    <a:pt x="1337" y="6919"/>
                  </a:lnTo>
                  <a:lnTo>
                    <a:pt x="588" y="6680"/>
                  </a:lnTo>
                  <a:lnTo>
                    <a:pt x="0" y="3753"/>
                  </a:lnTo>
                  <a:lnTo>
                    <a:pt x="451" y="3661"/>
                  </a:lnTo>
                  <a:lnTo>
                    <a:pt x="1396" y="1737"/>
                  </a:lnTo>
                  <a:lnTo>
                    <a:pt x="3488" y="177"/>
                  </a:lnTo>
                  <a:lnTo>
                    <a:pt x="4002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g1560"/>
            <p:cNvSpPr/>
            <p:nvPr/>
          </p:nvSpPr>
          <p:spPr>
            <a:xfrm>
              <a:off x="1432576" y="1860679"/>
              <a:ext cx="3632" cy="5984"/>
            </a:xfrm>
            <a:custGeom>
              <a:avLst/>
              <a:pathLst>
                <a:path w="3632" h="5984">
                  <a:moveTo>
                    <a:pt x="460" y="5814"/>
                  </a:moveTo>
                  <a:lnTo>
                    <a:pt x="0" y="5984"/>
                  </a:lnTo>
                  <a:lnTo>
                    <a:pt x="692" y="4047"/>
                  </a:lnTo>
                  <a:lnTo>
                    <a:pt x="1621" y="1906"/>
                  </a:lnTo>
                  <a:lnTo>
                    <a:pt x="2495" y="561"/>
                  </a:lnTo>
                  <a:lnTo>
                    <a:pt x="3632" y="0"/>
                  </a:lnTo>
                  <a:lnTo>
                    <a:pt x="3505" y="976"/>
                  </a:lnTo>
                  <a:lnTo>
                    <a:pt x="2022" y="278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g1561"/>
            <p:cNvSpPr/>
            <p:nvPr/>
          </p:nvSpPr>
          <p:spPr>
            <a:xfrm>
              <a:off x="1397406" y="1856646"/>
              <a:ext cx="3438" cy="3455"/>
            </a:xfrm>
            <a:custGeom>
              <a:avLst/>
              <a:pathLst>
                <a:path w="3438" h="3455">
                  <a:moveTo>
                    <a:pt x="2404" y="2550"/>
                  </a:moveTo>
                  <a:lnTo>
                    <a:pt x="1900" y="3455"/>
                  </a:lnTo>
                  <a:lnTo>
                    <a:pt x="0" y="2907"/>
                  </a:lnTo>
                  <a:lnTo>
                    <a:pt x="396" y="1126"/>
                  </a:lnTo>
                  <a:lnTo>
                    <a:pt x="1848" y="0"/>
                  </a:lnTo>
                  <a:lnTo>
                    <a:pt x="3438" y="175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g1562"/>
            <p:cNvSpPr/>
            <p:nvPr/>
          </p:nvSpPr>
          <p:spPr>
            <a:xfrm>
              <a:off x="1401246" y="1850398"/>
              <a:ext cx="8792" cy="16673"/>
            </a:xfrm>
            <a:custGeom>
              <a:avLst/>
              <a:pathLst>
                <a:path w="8792" h="16673">
                  <a:moveTo>
                    <a:pt x="1313" y="16247"/>
                  </a:moveTo>
                  <a:lnTo>
                    <a:pt x="251" y="16673"/>
                  </a:lnTo>
                  <a:lnTo>
                    <a:pt x="0" y="15800"/>
                  </a:lnTo>
                  <a:lnTo>
                    <a:pt x="558" y="13626"/>
                  </a:lnTo>
                  <a:lnTo>
                    <a:pt x="1003" y="12391"/>
                  </a:lnTo>
                  <a:lnTo>
                    <a:pt x="1334" y="12099"/>
                  </a:lnTo>
                  <a:lnTo>
                    <a:pt x="2555" y="9646"/>
                  </a:lnTo>
                  <a:lnTo>
                    <a:pt x="3909" y="7861"/>
                  </a:lnTo>
                  <a:lnTo>
                    <a:pt x="5152" y="5251"/>
                  </a:lnTo>
                  <a:lnTo>
                    <a:pt x="6414" y="1529"/>
                  </a:lnTo>
                  <a:lnTo>
                    <a:pt x="6648" y="142"/>
                  </a:lnTo>
                  <a:lnTo>
                    <a:pt x="7233" y="0"/>
                  </a:lnTo>
                  <a:lnTo>
                    <a:pt x="8196" y="911"/>
                  </a:lnTo>
                  <a:lnTo>
                    <a:pt x="8792" y="2193"/>
                  </a:lnTo>
                  <a:lnTo>
                    <a:pt x="8515" y="3213"/>
                  </a:lnTo>
                  <a:lnTo>
                    <a:pt x="5326" y="8504"/>
                  </a:lnTo>
                  <a:lnTo>
                    <a:pt x="5058" y="9193"/>
                  </a:lnTo>
                  <a:lnTo>
                    <a:pt x="4767" y="10989"/>
                  </a:lnTo>
                  <a:lnTo>
                    <a:pt x="4505" y="11616"/>
                  </a:lnTo>
                  <a:lnTo>
                    <a:pt x="4084" y="11903"/>
                  </a:lnTo>
                  <a:lnTo>
                    <a:pt x="3778" y="12688"/>
                  </a:lnTo>
                  <a:lnTo>
                    <a:pt x="3587" y="13973"/>
                  </a:lnTo>
                  <a:lnTo>
                    <a:pt x="3194" y="14643"/>
                  </a:lnTo>
                  <a:lnTo>
                    <a:pt x="2599" y="14700"/>
                  </a:lnTo>
                  <a:lnTo>
                    <a:pt x="2187" y="15054"/>
                  </a:lnTo>
                  <a:lnTo>
                    <a:pt x="1958" y="1570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g1563"/>
            <p:cNvSpPr/>
            <p:nvPr/>
          </p:nvSpPr>
          <p:spPr>
            <a:xfrm>
              <a:off x="1213164" y="1849403"/>
              <a:ext cx="17733" cy="18694"/>
            </a:xfrm>
            <a:custGeom>
              <a:avLst/>
              <a:pathLst>
                <a:path w="17733" h="18694">
                  <a:moveTo>
                    <a:pt x="12507" y="390"/>
                  </a:moveTo>
                  <a:lnTo>
                    <a:pt x="13389" y="1856"/>
                  </a:lnTo>
                  <a:lnTo>
                    <a:pt x="13858" y="1939"/>
                  </a:lnTo>
                  <a:lnTo>
                    <a:pt x="15338" y="1493"/>
                  </a:lnTo>
                  <a:lnTo>
                    <a:pt x="15881" y="1807"/>
                  </a:lnTo>
                  <a:lnTo>
                    <a:pt x="16408" y="2439"/>
                  </a:lnTo>
                  <a:lnTo>
                    <a:pt x="16733" y="3404"/>
                  </a:lnTo>
                  <a:lnTo>
                    <a:pt x="16795" y="5101"/>
                  </a:lnTo>
                  <a:lnTo>
                    <a:pt x="16555" y="6616"/>
                  </a:lnTo>
                  <a:lnTo>
                    <a:pt x="16626" y="8752"/>
                  </a:lnTo>
                  <a:lnTo>
                    <a:pt x="16574" y="9675"/>
                  </a:lnTo>
                  <a:lnTo>
                    <a:pt x="17360" y="10886"/>
                  </a:lnTo>
                  <a:lnTo>
                    <a:pt x="17606" y="12527"/>
                  </a:lnTo>
                  <a:lnTo>
                    <a:pt x="17733" y="14291"/>
                  </a:lnTo>
                  <a:lnTo>
                    <a:pt x="16027" y="14879"/>
                  </a:lnTo>
                  <a:lnTo>
                    <a:pt x="14321" y="14973"/>
                  </a:lnTo>
                  <a:lnTo>
                    <a:pt x="12849" y="16168"/>
                  </a:lnTo>
                  <a:lnTo>
                    <a:pt x="12548" y="17049"/>
                  </a:lnTo>
                  <a:lnTo>
                    <a:pt x="12783" y="18359"/>
                  </a:lnTo>
                  <a:lnTo>
                    <a:pt x="12379" y="18694"/>
                  </a:lnTo>
                  <a:lnTo>
                    <a:pt x="12006" y="18407"/>
                  </a:lnTo>
                  <a:lnTo>
                    <a:pt x="11294" y="17194"/>
                  </a:lnTo>
                  <a:lnTo>
                    <a:pt x="10512" y="16616"/>
                  </a:lnTo>
                  <a:lnTo>
                    <a:pt x="7775" y="15723"/>
                  </a:lnTo>
                  <a:lnTo>
                    <a:pt x="4339" y="12200"/>
                  </a:lnTo>
                  <a:lnTo>
                    <a:pt x="2860" y="11471"/>
                  </a:lnTo>
                  <a:lnTo>
                    <a:pt x="1358" y="8896"/>
                  </a:lnTo>
                  <a:lnTo>
                    <a:pt x="0" y="5618"/>
                  </a:lnTo>
                  <a:lnTo>
                    <a:pt x="885" y="5091"/>
                  </a:lnTo>
                  <a:lnTo>
                    <a:pt x="1775" y="4823"/>
                  </a:lnTo>
                  <a:lnTo>
                    <a:pt x="5769" y="5312"/>
                  </a:lnTo>
                  <a:lnTo>
                    <a:pt x="6268" y="2964"/>
                  </a:lnTo>
                  <a:lnTo>
                    <a:pt x="6782" y="2379"/>
                  </a:lnTo>
                  <a:lnTo>
                    <a:pt x="8051" y="1713"/>
                  </a:lnTo>
                  <a:lnTo>
                    <a:pt x="9236" y="413"/>
                  </a:lnTo>
                  <a:lnTo>
                    <a:pt x="9768" y="445"/>
                  </a:lnTo>
                  <a:lnTo>
                    <a:pt x="10311" y="946"/>
                  </a:lnTo>
                  <a:lnTo>
                    <a:pt x="11435" y="165"/>
                  </a:lnTo>
                  <a:lnTo>
                    <a:pt x="12031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g1564"/>
            <p:cNvSpPr/>
            <p:nvPr/>
          </p:nvSpPr>
          <p:spPr>
            <a:xfrm>
              <a:off x="1426128" y="1849274"/>
              <a:ext cx="1748" cy="2614"/>
            </a:xfrm>
            <a:custGeom>
              <a:avLst/>
              <a:pathLst>
                <a:path w="1748" h="2614">
                  <a:moveTo>
                    <a:pt x="1593" y="1891"/>
                  </a:moveTo>
                  <a:lnTo>
                    <a:pt x="1286" y="2614"/>
                  </a:lnTo>
                  <a:lnTo>
                    <a:pt x="448" y="2357"/>
                  </a:lnTo>
                  <a:lnTo>
                    <a:pt x="0" y="1900"/>
                  </a:lnTo>
                  <a:lnTo>
                    <a:pt x="1501" y="0"/>
                  </a:lnTo>
                  <a:lnTo>
                    <a:pt x="1748" y="38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g1565"/>
            <p:cNvSpPr/>
            <p:nvPr/>
          </p:nvSpPr>
          <p:spPr>
            <a:xfrm>
              <a:off x="1412490" y="1846927"/>
              <a:ext cx="5774" cy="6267"/>
            </a:xfrm>
            <a:custGeom>
              <a:avLst/>
              <a:pathLst>
                <a:path w="5774" h="6267">
                  <a:moveTo>
                    <a:pt x="2969" y="913"/>
                  </a:moveTo>
                  <a:lnTo>
                    <a:pt x="3184" y="1725"/>
                  </a:lnTo>
                  <a:lnTo>
                    <a:pt x="5031" y="1530"/>
                  </a:lnTo>
                  <a:lnTo>
                    <a:pt x="5562" y="1673"/>
                  </a:lnTo>
                  <a:lnTo>
                    <a:pt x="5774" y="2050"/>
                  </a:lnTo>
                  <a:lnTo>
                    <a:pt x="5524" y="2601"/>
                  </a:lnTo>
                  <a:lnTo>
                    <a:pt x="4811" y="3325"/>
                  </a:lnTo>
                  <a:lnTo>
                    <a:pt x="2727" y="4595"/>
                  </a:lnTo>
                  <a:lnTo>
                    <a:pt x="1034" y="6267"/>
                  </a:lnTo>
                  <a:lnTo>
                    <a:pt x="812" y="6113"/>
                  </a:lnTo>
                  <a:lnTo>
                    <a:pt x="504" y="4282"/>
                  </a:lnTo>
                  <a:lnTo>
                    <a:pt x="190" y="3542"/>
                  </a:lnTo>
                  <a:lnTo>
                    <a:pt x="0" y="2510"/>
                  </a:lnTo>
                  <a:lnTo>
                    <a:pt x="3" y="2128"/>
                  </a:lnTo>
                  <a:lnTo>
                    <a:pt x="313" y="1416"/>
                  </a:lnTo>
                  <a:lnTo>
                    <a:pt x="932" y="376"/>
                  </a:lnTo>
                  <a:lnTo>
                    <a:pt x="1370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g1566"/>
            <p:cNvSpPr/>
            <p:nvPr/>
          </p:nvSpPr>
          <p:spPr>
            <a:xfrm>
              <a:off x="1401063" y="1846607"/>
              <a:ext cx="2241" cy="9262"/>
            </a:xfrm>
            <a:custGeom>
              <a:avLst/>
              <a:pathLst>
                <a:path w="2241" h="9262">
                  <a:moveTo>
                    <a:pt x="2241" y="1209"/>
                  </a:moveTo>
                  <a:lnTo>
                    <a:pt x="2237" y="1988"/>
                  </a:lnTo>
                  <a:lnTo>
                    <a:pt x="1936" y="2734"/>
                  </a:lnTo>
                  <a:lnTo>
                    <a:pt x="2225" y="4104"/>
                  </a:lnTo>
                  <a:lnTo>
                    <a:pt x="1725" y="6461"/>
                  </a:lnTo>
                  <a:lnTo>
                    <a:pt x="1531" y="7958"/>
                  </a:lnTo>
                  <a:lnTo>
                    <a:pt x="1264" y="8899"/>
                  </a:lnTo>
                  <a:lnTo>
                    <a:pt x="996" y="9262"/>
                  </a:lnTo>
                  <a:lnTo>
                    <a:pt x="727" y="9049"/>
                  </a:lnTo>
                  <a:lnTo>
                    <a:pt x="670" y="8529"/>
                  </a:lnTo>
                  <a:lnTo>
                    <a:pt x="828" y="7704"/>
                  </a:lnTo>
                  <a:lnTo>
                    <a:pt x="193" y="7730"/>
                  </a:lnTo>
                  <a:lnTo>
                    <a:pt x="0" y="5673"/>
                  </a:lnTo>
                  <a:lnTo>
                    <a:pt x="351" y="5022"/>
                  </a:lnTo>
                  <a:lnTo>
                    <a:pt x="478" y="4140"/>
                  </a:lnTo>
                  <a:lnTo>
                    <a:pt x="517" y="3549"/>
                  </a:lnTo>
                  <a:lnTo>
                    <a:pt x="931" y="931"/>
                  </a:lnTo>
                  <a:lnTo>
                    <a:pt x="1079" y="748"/>
                  </a:lnTo>
                  <a:lnTo>
                    <a:pt x="1127" y="1372"/>
                  </a:lnTo>
                  <a:lnTo>
                    <a:pt x="1261" y="1555"/>
                  </a:lnTo>
                  <a:lnTo>
                    <a:pt x="1481" y="1299"/>
                  </a:lnTo>
                  <a:lnTo>
                    <a:pt x="1811" y="135"/>
                  </a:lnTo>
                  <a:lnTo>
                    <a:pt x="1950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g1567"/>
            <p:cNvSpPr/>
            <p:nvPr/>
          </p:nvSpPr>
          <p:spPr>
            <a:xfrm>
              <a:off x="1360901" y="1846242"/>
              <a:ext cx="1747" cy="4305"/>
            </a:xfrm>
            <a:custGeom>
              <a:avLst/>
              <a:pathLst>
                <a:path w="1747" h="4305">
                  <a:moveTo>
                    <a:pt x="464" y="4197"/>
                  </a:moveTo>
                  <a:lnTo>
                    <a:pt x="0" y="4305"/>
                  </a:lnTo>
                  <a:lnTo>
                    <a:pt x="620" y="2846"/>
                  </a:lnTo>
                  <a:lnTo>
                    <a:pt x="1051" y="0"/>
                  </a:lnTo>
                  <a:lnTo>
                    <a:pt x="1630" y="395"/>
                  </a:lnTo>
                  <a:lnTo>
                    <a:pt x="1747" y="917"/>
                  </a:lnTo>
                  <a:lnTo>
                    <a:pt x="789" y="383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g1568"/>
            <p:cNvSpPr/>
            <p:nvPr/>
          </p:nvSpPr>
          <p:spPr>
            <a:xfrm>
              <a:off x="1158966" y="1843196"/>
              <a:ext cx="8094" cy="9092"/>
            </a:xfrm>
            <a:custGeom>
              <a:avLst/>
              <a:pathLst>
                <a:path w="8094" h="9092">
                  <a:moveTo>
                    <a:pt x="3189" y="4416"/>
                  </a:moveTo>
                  <a:lnTo>
                    <a:pt x="5267" y="6355"/>
                  </a:lnTo>
                  <a:lnTo>
                    <a:pt x="6600" y="6156"/>
                  </a:lnTo>
                  <a:lnTo>
                    <a:pt x="7657" y="7776"/>
                  </a:lnTo>
                  <a:lnTo>
                    <a:pt x="8094" y="9092"/>
                  </a:lnTo>
                  <a:lnTo>
                    <a:pt x="6507" y="8147"/>
                  </a:lnTo>
                  <a:lnTo>
                    <a:pt x="4213" y="8214"/>
                  </a:lnTo>
                  <a:lnTo>
                    <a:pt x="1111" y="4256"/>
                  </a:lnTo>
                  <a:lnTo>
                    <a:pt x="0" y="3357"/>
                  </a:lnTo>
                  <a:lnTo>
                    <a:pt x="253" y="1138"/>
                  </a:lnTo>
                  <a:lnTo>
                    <a:pt x="1443" y="0"/>
                  </a:lnTo>
                  <a:lnTo>
                    <a:pt x="2055" y="298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g1569"/>
            <p:cNvSpPr/>
            <p:nvPr/>
          </p:nvSpPr>
          <p:spPr>
            <a:xfrm>
              <a:off x="1398830" y="1833820"/>
              <a:ext cx="1856" cy="3138"/>
            </a:xfrm>
            <a:custGeom>
              <a:avLst/>
              <a:pathLst>
                <a:path w="1856" h="3138">
                  <a:moveTo>
                    <a:pt x="1856" y="2894"/>
                  </a:moveTo>
                  <a:lnTo>
                    <a:pt x="637" y="3138"/>
                  </a:lnTo>
                  <a:lnTo>
                    <a:pt x="80" y="2762"/>
                  </a:lnTo>
                  <a:lnTo>
                    <a:pt x="0" y="2357"/>
                  </a:lnTo>
                  <a:lnTo>
                    <a:pt x="231" y="865"/>
                  </a:lnTo>
                  <a:lnTo>
                    <a:pt x="212" y="236"/>
                  </a:lnTo>
                  <a:lnTo>
                    <a:pt x="827" y="0"/>
                  </a:lnTo>
                  <a:lnTo>
                    <a:pt x="1532" y="708"/>
                  </a:lnTo>
                  <a:lnTo>
                    <a:pt x="1736" y="143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g1570"/>
            <p:cNvSpPr/>
            <p:nvPr/>
          </p:nvSpPr>
          <p:spPr>
            <a:xfrm>
              <a:off x="1171028" y="1750998"/>
              <a:ext cx="29834" cy="22779"/>
            </a:xfrm>
            <a:custGeom>
              <a:avLst/>
              <a:pathLst>
                <a:path w="29834" h="22779">
                  <a:moveTo>
                    <a:pt x="3425" y="2569"/>
                  </a:moveTo>
                  <a:lnTo>
                    <a:pt x="3571" y="3289"/>
                  </a:lnTo>
                  <a:lnTo>
                    <a:pt x="4576" y="3172"/>
                  </a:lnTo>
                  <a:lnTo>
                    <a:pt x="5984" y="3483"/>
                  </a:lnTo>
                  <a:lnTo>
                    <a:pt x="7542" y="4181"/>
                  </a:lnTo>
                  <a:lnTo>
                    <a:pt x="9082" y="3930"/>
                  </a:lnTo>
                  <a:lnTo>
                    <a:pt x="11025" y="1718"/>
                  </a:lnTo>
                  <a:lnTo>
                    <a:pt x="12185" y="1138"/>
                  </a:lnTo>
                  <a:lnTo>
                    <a:pt x="13353" y="832"/>
                  </a:lnTo>
                  <a:lnTo>
                    <a:pt x="14612" y="1370"/>
                  </a:lnTo>
                  <a:lnTo>
                    <a:pt x="15844" y="2543"/>
                  </a:lnTo>
                  <a:lnTo>
                    <a:pt x="16319" y="3234"/>
                  </a:lnTo>
                  <a:lnTo>
                    <a:pt x="16698" y="4442"/>
                  </a:lnTo>
                  <a:lnTo>
                    <a:pt x="16949" y="5904"/>
                  </a:lnTo>
                  <a:lnTo>
                    <a:pt x="17323" y="6951"/>
                  </a:lnTo>
                  <a:lnTo>
                    <a:pt x="19630" y="8244"/>
                  </a:lnTo>
                  <a:lnTo>
                    <a:pt x="21104" y="8759"/>
                  </a:lnTo>
                  <a:lnTo>
                    <a:pt x="21459" y="9467"/>
                  </a:lnTo>
                  <a:lnTo>
                    <a:pt x="21773" y="10446"/>
                  </a:lnTo>
                  <a:lnTo>
                    <a:pt x="22993" y="11189"/>
                  </a:lnTo>
                  <a:lnTo>
                    <a:pt x="24267" y="10918"/>
                  </a:lnTo>
                  <a:lnTo>
                    <a:pt x="24979" y="11182"/>
                  </a:lnTo>
                  <a:lnTo>
                    <a:pt x="27142" y="11219"/>
                  </a:lnTo>
                  <a:lnTo>
                    <a:pt x="29834" y="12304"/>
                  </a:lnTo>
                  <a:lnTo>
                    <a:pt x="29399" y="15165"/>
                  </a:lnTo>
                  <a:lnTo>
                    <a:pt x="28523" y="16422"/>
                  </a:lnTo>
                  <a:lnTo>
                    <a:pt x="26056" y="16018"/>
                  </a:lnTo>
                  <a:lnTo>
                    <a:pt x="23598" y="16425"/>
                  </a:lnTo>
                  <a:lnTo>
                    <a:pt x="22578" y="17898"/>
                  </a:lnTo>
                  <a:lnTo>
                    <a:pt x="21727" y="19762"/>
                  </a:lnTo>
                  <a:lnTo>
                    <a:pt x="21612" y="21577"/>
                  </a:lnTo>
                  <a:lnTo>
                    <a:pt x="21116" y="22411"/>
                  </a:lnTo>
                  <a:lnTo>
                    <a:pt x="20602" y="22779"/>
                  </a:lnTo>
                  <a:lnTo>
                    <a:pt x="20184" y="21775"/>
                  </a:lnTo>
                  <a:lnTo>
                    <a:pt x="19627" y="18712"/>
                  </a:lnTo>
                  <a:lnTo>
                    <a:pt x="19234" y="17866"/>
                  </a:lnTo>
                  <a:lnTo>
                    <a:pt x="18803" y="17334"/>
                  </a:lnTo>
                  <a:lnTo>
                    <a:pt x="17601" y="16366"/>
                  </a:lnTo>
                  <a:lnTo>
                    <a:pt x="16381" y="15754"/>
                  </a:lnTo>
                  <a:lnTo>
                    <a:pt x="15668" y="15680"/>
                  </a:lnTo>
                  <a:lnTo>
                    <a:pt x="15153" y="14618"/>
                  </a:lnTo>
                  <a:lnTo>
                    <a:pt x="14869" y="13082"/>
                  </a:lnTo>
                  <a:lnTo>
                    <a:pt x="14380" y="12288"/>
                  </a:lnTo>
                  <a:lnTo>
                    <a:pt x="13413" y="11161"/>
                  </a:lnTo>
                  <a:lnTo>
                    <a:pt x="12423" y="10274"/>
                  </a:lnTo>
                  <a:lnTo>
                    <a:pt x="9334" y="8351"/>
                  </a:lnTo>
                  <a:lnTo>
                    <a:pt x="8319" y="8098"/>
                  </a:lnTo>
                  <a:lnTo>
                    <a:pt x="7288" y="8306"/>
                  </a:lnTo>
                  <a:lnTo>
                    <a:pt x="6185" y="9183"/>
                  </a:lnTo>
                  <a:lnTo>
                    <a:pt x="5115" y="10485"/>
                  </a:lnTo>
                  <a:lnTo>
                    <a:pt x="4020" y="11457"/>
                  </a:lnTo>
                  <a:lnTo>
                    <a:pt x="2886" y="11672"/>
                  </a:lnTo>
                  <a:lnTo>
                    <a:pt x="1803" y="11104"/>
                  </a:lnTo>
                  <a:lnTo>
                    <a:pt x="783" y="9832"/>
                  </a:lnTo>
                  <a:lnTo>
                    <a:pt x="273" y="8932"/>
                  </a:lnTo>
                  <a:lnTo>
                    <a:pt x="0" y="7380"/>
                  </a:lnTo>
                  <a:lnTo>
                    <a:pt x="14" y="5826"/>
                  </a:lnTo>
                  <a:lnTo>
                    <a:pt x="152" y="4328"/>
                  </a:lnTo>
                  <a:lnTo>
                    <a:pt x="701" y="706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g1571"/>
            <p:cNvSpPr/>
            <p:nvPr/>
          </p:nvSpPr>
          <p:spPr>
            <a:xfrm>
              <a:off x="1225545" y="1674139"/>
              <a:ext cx="3137" cy="3139"/>
            </a:xfrm>
            <a:custGeom>
              <a:avLst/>
              <a:pathLst>
                <a:path w="3137" h="3139">
                  <a:moveTo>
                    <a:pt x="372" y="2973"/>
                  </a:moveTo>
                  <a:lnTo>
                    <a:pt x="0" y="3139"/>
                  </a:lnTo>
                  <a:lnTo>
                    <a:pt x="20" y="2686"/>
                  </a:lnTo>
                  <a:lnTo>
                    <a:pt x="1116" y="1487"/>
                  </a:lnTo>
                  <a:lnTo>
                    <a:pt x="3137" y="0"/>
                  </a:lnTo>
                  <a:lnTo>
                    <a:pt x="3064" y="323"/>
                  </a:lnTo>
                  <a:lnTo>
                    <a:pt x="1983" y="147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g1572"/>
            <p:cNvSpPr/>
            <p:nvPr/>
          </p:nvSpPr>
          <p:spPr>
            <a:xfrm>
              <a:off x="1206897" y="1524042"/>
              <a:ext cx="366033" cy="491636"/>
            </a:xfrm>
            <a:custGeom>
              <a:avLst/>
              <a:pathLst>
                <a:path w="366033" h="491636">
                  <a:moveTo>
                    <a:pt x="260397" y="51914"/>
                  </a:moveTo>
                  <a:lnTo>
                    <a:pt x="260397" y="60548"/>
                  </a:lnTo>
                  <a:lnTo>
                    <a:pt x="260397" y="69183"/>
                  </a:lnTo>
                  <a:lnTo>
                    <a:pt x="260397" y="77817"/>
                  </a:lnTo>
                  <a:lnTo>
                    <a:pt x="260397" y="86451"/>
                  </a:lnTo>
                  <a:lnTo>
                    <a:pt x="260397" y="95086"/>
                  </a:lnTo>
                  <a:lnTo>
                    <a:pt x="260397" y="103720"/>
                  </a:lnTo>
                  <a:lnTo>
                    <a:pt x="260397" y="112354"/>
                  </a:lnTo>
                  <a:lnTo>
                    <a:pt x="260397" y="120989"/>
                  </a:lnTo>
                  <a:lnTo>
                    <a:pt x="260397" y="129623"/>
                  </a:lnTo>
                  <a:lnTo>
                    <a:pt x="260397" y="138257"/>
                  </a:lnTo>
                  <a:lnTo>
                    <a:pt x="260397" y="146892"/>
                  </a:lnTo>
                  <a:lnTo>
                    <a:pt x="260397" y="155526"/>
                  </a:lnTo>
                  <a:lnTo>
                    <a:pt x="260397" y="164160"/>
                  </a:lnTo>
                  <a:lnTo>
                    <a:pt x="260397" y="172795"/>
                  </a:lnTo>
                  <a:lnTo>
                    <a:pt x="260397" y="181429"/>
                  </a:lnTo>
                  <a:lnTo>
                    <a:pt x="260397" y="190063"/>
                  </a:lnTo>
                  <a:lnTo>
                    <a:pt x="260397" y="198698"/>
                  </a:lnTo>
                  <a:lnTo>
                    <a:pt x="260397" y="207332"/>
                  </a:lnTo>
                  <a:lnTo>
                    <a:pt x="260397" y="215967"/>
                  </a:lnTo>
                  <a:lnTo>
                    <a:pt x="260397" y="224601"/>
                  </a:lnTo>
                  <a:lnTo>
                    <a:pt x="260397" y="233236"/>
                  </a:lnTo>
                  <a:lnTo>
                    <a:pt x="260397" y="241870"/>
                  </a:lnTo>
                  <a:lnTo>
                    <a:pt x="260397" y="250504"/>
                  </a:lnTo>
                  <a:lnTo>
                    <a:pt x="260397" y="259138"/>
                  </a:lnTo>
                  <a:lnTo>
                    <a:pt x="260397" y="267772"/>
                  </a:lnTo>
                  <a:lnTo>
                    <a:pt x="260397" y="276407"/>
                  </a:lnTo>
                  <a:lnTo>
                    <a:pt x="260397" y="285041"/>
                  </a:lnTo>
                  <a:lnTo>
                    <a:pt x="260397" y="293676"/>
                  </a:lnTo>
                  <a:lnTo>
                    <a:pt x="260397" y="302310"/>
                  </a:lnTo>
                  <a:lnTo>
                    <a:pt x="260397" y="310944"/>
                  </a:lnTo>
                  <a:lnTo>
                    <a:pt x="260397" y="319579"/>
                  </a:lnTo>
                  <a:lnTo>
                    <a:pt x="260397" y="328213"/>
                  </a:lnTo>
                  <a:lnTo>
                    <a:pt x="262699" y="329428"/>
                  </a:lnTo>
                  <a:lnTo>
                    <a:pt x="264980" y="330633"/>
                  </a:lnTo>
                  <a:lnTo>
                    <a:pt x="265679" y="328229"/>
                  </a:lnTo>
                  <a:lnTo>
                    <a:pt x="268139" y="330067"/>
                  </a:lnTo>
                  <a:lnTo>
                    <a:pt x="270289" y="331673"/>
                  </a:lnTo>
                  <a:lnTo>
                    <a:pt x="271660" y="329613"/>
                  </a:lnTo>
                  <a:lnTo>
                    <a:pt x="273144" y="327384"/>
                  </a:lnTo>
                  <a:lnTo>
                    <a:pt x="275147" y="327225"/>
                  </a:lnTo>
                  <a:lnTo>
                    <a:pt x="277389" y="327046"/>
                  </a:lnTo>
                  <a:lnTo>
                    <a:pt x="278884" y="326929"/>
                  </a:lnTo>
                  <a:lnTo>
                    <a:pt x="278884" y="328828"/>
                  </a:lnTo>
                  <a:lnTo>
                    <a:pt x="278329" y="331982"/>
                  </a:lnTo>
                  <a:lnTo>
                    <a:pt x="277865" y="334615"/>
                  </a:lnTo>
                  <a:lnTo>
                    <a:pt x="279228" y="337284"/>
                  </a:lnTo>
                  <a:lnTo>
                    <a:pt x="280907" y="338688"/>
                  </a:lnTo>
                  <a:lnTo>
                    <a:pt x="282477" y="340001"/>
                  </a:lnTo>
                  <a:lnTo>
                    <a:pt x="283181" y="343637"/>
                  </a:lnTo>
                  <a:lnTo>
                    <a:pt x="284898" y="346441"/>
                  </a:lnTo>
                  <a:lnTo>
                    <a:pt x="286206" y="348576"/>
                  </a:lnTo>
                  <a:lnTo>
                    <a:pt x="287457" y="350620"/>
                  </a:lnTo>
                  <a:lnTo>
                    <a:pt x="289248" y="353547"/>
                  </a:lnTo>
                  <a:lnTo>
                    <a:pt x="290504" y="355595"/>
                  </a:lnTo>
                  <a:lnTo>
                    <a:pt x="292176" y="358327"/>
                  </a:lnTo>
                  <a:lnTo>
                    <a:pt x="293169" y="359948"/>
                  </a:lnTo>
                  <a:lnTo>
                    <a:pt x="293646" y="363105"/>
                  </a:lnTo>
                  <a:lnTo>
                    <a:pt x="294218" y="366894"/>
                  </a:lnTo>
                  <a:lnTo>
                    <a:pt x="293865" y="369135"/>
                  </a:lnTo>
                  <a:lnTo>
                    <a:pt x="294657" y="369497"/>
                  </a:lnTo>
                  <a:lnTo>
                    <a:pt x="296205" y="366983"/>
                  </a:lnTo>
                  <a:lnTo>
                    <a:pt x="297659" y="365424"/>
                  </a:lnTo>
                  <a:lnTo>
                    <a:pt x="299456" y="363499"/>
                  </a:lnTo>
                  <a:lnTo>
                    <a:pt x="300668" y="362201"/>
                  </a:lnTo>
                  <a:lnTo>
                    <a:pt x="302923" y="362136"/>
                  </a:lnTo>
                  <a:lnTo>
                    <a:pt x="303999" y="358363"/>
                  </a:lnTo>
                  <a:lnTo>
                    <a:pt x="304003" y="353069"/>
                  </a:lnTo>
                  <a:lnTo>
                    <a:pt x="305142" y="353158"/>
                  </a:lnTo>
                  <a:lnTo>
                    <a:pt x="305814" y="352441"/>
                  </a:lnTo>
                  <a:lnTo>
                    <a:pt x="306111" y="350887"/>
                  </a:lnTo>
                  <a:lnTo>
                    <a:pt x="305393" y="348762"/>
                  </a:lnTo>
                  <a:lnTo>
                    <a:pt x="307552" y="347771"/>
                  </a:lnTo>
                  <a:lnTo>
                    <a:pt x="309114" y="347054"/>
                  </a:lnTo>
                  <a:lnTo>
                    <a:pt x="311346" y="345100"/>
                  </a:lnTo>
                  <a:lnTo>
                    <a:pt x="313525" y="343194"/>
                  </a:lnTo>
                  <a:lnTo>
                    <a:pt x="314564" y="344670"/>
                  </a:lnTo>
                  <a:lnTo>
                    <a:pt x="315593" y="346097"/>
                  </a:lnTo>
                  <a:lnTo>
                    <a:pt x="317610" y="349535"/>
                  </a:lnTo>
                  <a:lnTo>
                    <a:pt x="317748" y="350362"/>
                  </a:lnTo>
                  <a:lnTo>
                    <a:pt x="317611" y="351977"/>
                  </a:lnTo>
                  <a:lnTo>
                    <a:pt x="317415" y="353590"/>
                  </a:lnTo>
                  <a:lnTo>
                    <a:pt x="318641" y="358116"/>
                  </a:lnTo>
                  <a:lnTo>
                    <a:pt x="318992" y="358621"/>
                  </a:lnTo>
                  <a:lnTo>
                    <a:pt x="320000" y="359247"/>
                  </a:lnTo>
                  <a:lnTo>
                    <a:pt x="321203" y="360746"/>
                  </a:lnTo>
                  <a:lnTo>
                    <a:pt x="321734" y="362045"/>
                  </a:lnTo>
                  <a:lnTo>
                    <a:pt x="323476" y="364112"/>
                  </a:lnTo>
                  <a:lnTo>
                    <a:pt x="323770" y="364972"/>
                  </a:lnTo>
                  <a:lnTo>
                    <a:pt x="323935" y="366363"/>
                  </a:lnTo>
                  <a:lnTo>
                    <a:pt x="324219" y="367558"/>
                  </a:lnTo>
                  <a:lnTo>
                    <a:pt x="324545" y="368416"/>
                  </a:lnTo>
                  <a:lnTo>
                    <a:pt x="324859" y="369634"/>
                  </a:lnTo>
                  <a:lnTo>
                    <a:pt x="325613" y="371070"/>
                  </a:lnTo>
                  <a:lnTo>
                    <a:pt x="327049" y="372677"/>
                  </a:lnTo>
                  <a:lnTo>
                    <a:pt x="328043" y="373789"/>
                  </a:lnTo>
                  <a:lnTo>
                    <a:pt x="329437" y="375350"/>
                  </a:lnTo>
                  <a:lnTo>
                    <a:pt x="330849" y="378538"/>
                  </a:lnTo>
                  <a:lnTo>
                    <a:pt x="332075" y="381306"/>
                  </a:lnTo>
                  <a:lnTo>
                    <a:pt x="333471" y="384042"/>
                  </a:lnTo>
                  <a:lnTo>
                    <a:pt x="333265" y="386223"/>
                  </a:lnTo>
                  <a:lnTo>
                    <a:pt x="334681" y="389598"/>
                  </a:lnTo>
                  <a:lnTo>
                    <a:pt x="336170" y="393886"/>
                  </a:lnTo>
                  <a:lnTo>
                    <a:pt x="337314" y="397691"/>
                  </a:lnTo>
                  <a:lnTo>
                    <a:pt x="338127" y="399818"/>
                  </a:lnTo>
                  <a:lnTo>
                    <a:pt x="339101" y="402900"/>
                  </a:lnTo>
                  <a:lnTo>
                    <a:pt x="340293" y="406670"/>
                  </a:lnTo>
                  <a:lnTo>
                    <a:pt x="341649" y="410961"/>
                  </a:lnTo>
                  <a:lnTo>
                    <a:pt x="342687" y="413714"/>
                  </a:lnTo>
                  <a:lnTo>
                    <a:pt x="344041" y="417567"/>
                  </a:lnTo>
                  <a:lnTo>
                    <a:pt x="344709" y="419866"/>
                  </a:lnTo>
                  <a:lnTo>
                    <a:pt x="344255" y="421437"/>
                  </a:lnTo>
                  <a:lnTo>
                    <a:pt x="343692" y="423385"/>
                  </a:lnTo>
                  <a:lnTo>
                    <a:pt x="345432" y="424308"/>
                  </a:lnTo>
                  <a:lnTo>
                    <a:pt x="346638" y="424947"/>
                  </a:lnTo>
                  <a:lnTo>
                    <a:pt x="346336" y="427110"/>
                  </a:lnTo>
                  <a:lnTo>
                    <a:pt x="345938" y="429964"/>
                  </a:lnTo>
                  <a:lnTo>
                    <a:pt x="347302" y="431090"/>
                  </a:lnTo>
                  <a:lnTo>
                    <a:pt x="348228" y="431854"/>
                  </a:lnTo>
                  <a:lnTo>
                    <a:pt x="348037" y="433352"/>
                  </a:lnTo>
                  <a:lnTo>
                    <a:pt x="348546" y="435046"/>
                  </a:lnTo>
                  <a:lnTo>
                    <a:pt x="348631" y="437848"/>
                  </a:lnTo>
                  <a:lnTo>
                    <a:pt x="350291" y="437667"/>
                  </a:lnTo>
                  <a:lnTo>
                    <a:pt x="351026" y="437587"/>
                  </a:lnTo>
                  <a:lnTo>
                    <a:pt x="352018" y="438830"/>
                  </a:lnTo>
                  <a:lnTo>
                    <a:pt x="353327" y="440471"/>
                  </a:lnTo>
                  <a:lnTo>
                    <a:pt x="354638" y="442007"/>
                  </a:lnTo>
                  <a:lnTo>
                    <a:pt x="355758" y="443319"/>
                  </a:lnTo>
                  <a:lnTo>
                    <a:pt x="357226" y="444094"/>
                  </a:lnTo>
                  <a:lnTo>
                    <a:pt x="359038" y="445210"/>
                  </a:lnTo>
                  <a:lnTo>
                    <a:pt x="359928" y="447490"/>
                  </a:lnTo>
                  <a:lnTo>
                    <a:pt x="361582" y="448468"/>
                  </a:lnTo>
                  <a:lnTo>
                    <a:pt x="362197" y="451661"/>
                  </a:lnTo>
                  <a:lnTo>
                    <a:pt x="364104" y="452834"/>
                  </a:lnTo>
                  <a:lnTo>
                    <a:pt x="365228" y="452052"/>
                  </a:lnTo>
                  <a:lnTo>
                    <a:pt x="365631" y="453354"/>
                  </a:lnTo>
                  <a:lnTo>
                    <a:pt x="365948" y="454853"/>
                  </a:lnTo>
                  <a:lnTo>
                    <a:pt x="366033" y="456743"/>
                  </a:lnTo>
                  <a:lnTo>
                    <a:pt x="365927" y="458584"/>
                  </a:lnTo>
                  <a:lnTo>
                    <a:pt x="365451" y="460126"/>
                  </a:lnTo>
                  <a:lnTo>
                    <a:pt x="365092" y="461789"/>
                  </a:lnTo>
                  <a:lnTo>
                    <a:pt x="364851" y="463573"/>
                  </a:lnTo>
                  <a:lnTo>
                    <a:pt x="364760" y="465491"/>
                  </a:lnTo>
                  <a:lnTo>
                    <a:pt x="364818" y="467544"/>
                  </a:lnTo>
                  <a:lnTo>
                    <a:pt x="365011" y="469335"/>
                  </a:lnTo>
                  <a:lnTo>
                    <a:pt x="365597" y="472647"/>
                  </a:lnTo>
                  <a:lnTo>
                    <a:pt x="365791" y="474677"/>
                  </a:lnTo>
                  <a:lnTo>
                    <a:pt x="365817" y="476028"/>
                  </a:lnTo>
                  <a:lnTo>
                    <a:pt x="364517" y="480782"/>
                  </a:lnTo>
                  <a:lnTo>
                    <a:pt x="364068" y="483050"/>
                  </a:lnTo>
                  <a:lnTo>
                    <a:pt x="364111" y="484066"/>
                  </a:lnTo>
                  <a:lnTo>
                    <a:pt x="363164" y="486428"/>
                  </a:lnTo>
                  <a:lnTo>
                    <a:pt x="361426" y="489730"/>
                  </a:lnTo>
                  <a:lnTo>
                    <a:pt x="360637" y="491636"/>
                  </a:lnTo>
                  <a:lnTo>
                    <a:pt x="360248" y="491009"/>
                  </a:lnTo>
                  <a:lnTo>
                    <a:pt x="358001" y="490515"/>
                  </a:lnTo>
                  <a:lnTo>
                    <a:pt x="357183" y="486296"/>
                  </a:lnTo>
                  <a:lnTo>
                    <a:pt x="356750" y="483023"/>
                  </a:lnTo>
                  <a:lnTo>
                    <a:pt x="356095" y="480171"/>
                  </a:lnTo>
                  <a:lnTo>
                    <a:pt x="356114" y="479524"/>
                  </a:lnTo>
                  <a:lnTo>
                    <a:pt x="356709" y="477622"/>
                  </a:lnTo>
                  <a:lnTo>
                    <a:pt x="358954" y="476055"/>
                  </a:lnTo>
                  <a:lnTo>
                    <a:pt x="358976" y="475433"/>
                  </a:lnTo>
                  <a:lnTo>
                    <a:pt x="358140" y="475018"/>
                  </a:lnTo>
                  <a:lnTo>
                    <a:pt x="357940" y="474337"/>
                  </a:lnTo>
                  <a:lnTo>
                    <a:pt x="357710" y="471252"/>
                  </a:lnTo>
                  <a:lnTo>
                    <a:pt x="357772" y="468545"/>
                  </a:lnTo>
                  <a:lnTo>
                    <a:pt x="357712" y="466752"/>
                  </a:lnTo>
                  <a:lnTo>
                    <a:pt x="357338" y="463083"/>
                  </a:lnTo>
                  <a:lnTo>
                    <a:pt x="356776" y="460838"/>
                  </a:lnTo>
                  <a:lnTo>
                    <a:pt x="355327" y="456459"/>
                  </a:lnTo>
                  <a:lnTo>
                    <a:pt x="355205" y="455355"/>
                  </a:lnTo>
                  <a:lnTo>
                    <a:pt x="355843" y="453970"/>
                  </a:lnTo>
                  <a:lnTo>
                    <a:pt x="356240" y="452679"/>
                  </a:lnTo>
                  <a:lnTo>
                    <a:pt x="353790" y="454924"/>
                  </a:lnTo>
                  <a:lnTo>
                    <a:pt x="350448" y="457284"/>
                  </a:lnTo>
                  <a:lnTo>
                    <a:pt x="349016" y="458929"/>
                  </a:lnTo>
                  <a:lnTo>
                    <a:pt x="348715" y="459590"/>
                  </a:lnTo>
                  <a:lnTo>
                    <a:pt x="348612" y="460147"/>
                  </a:lnTo>
                  <a:lnTo>
                    <a:pt x="348873" y="461699"/>
                  </a:lnTo>
                  <a:lnTo>
                    <a:pt x="348832" y="462197"/>
                  </a:lnTo>
                  <a:lnTo>
                    <a:pt x="348541" y="463115"/>
                  </a:lnTo>
                  <a:lnTo>
                    <a:pt x="348196" y="465707"/>
                  </a:lnTo>
                  <a:lnTo>
                    <a:pt x="347470" y="468456"/>
                  </a:lnTo>
                  <a:lnTo>
                    <a:pt x="347101" y="469021"/>
                  </a:lnTo>
                  <a:lnTo>
                    <a:pt x="345797" y="467994"/>
                  </a:lnTo>
                  <a:lnTo>
                    <a:pt x="345447" y="467114"/>
                  </a:lnTo>
                  <a:lnTo>
                    <a:pt x="344793" y="463524"/>
                  </a:lnTo>
                  <a:lnTo>
                    <a:pt x="344946" y="462568"/>
                  </a:lnTo>
                  <a:lnTo>
                    <a:pt x="345423" y="461763"/>
                  </a:lnTo>
                  <a:lnTo>
                    <a:pt x="346069" y="460023"/>
                  </a:lnTo>
                  <a:lnTo>
                    <a:pt x="346886" y="457348"/>
                  </a:lnTo>
                  <a:lnTo>
                    <a:pt x="348442" y="450550"/>
                  </a:lnTo>
                  <a:lnTo>
                    <a:pt x="349460" y="450517"/>
                  </a:lnTo>
                  <a:lnTo>
                    <a:pt x="351254" y="449171"/>
                  </a:lnTo>
                  <a:lnTo>
                    <a:pt x="348439" y="448496"/>
                  </a:lnTo>
                  <a:lnTo>
                    <a:pt x="348019" y="448141"/>
                  </a:lnTo>
                  <a:lnTo>
                    <a:pt x="347640" y="447215"/>
                  </a:lnTo>
                  <a:lnTo>
                    <a:pt x="347304" y="445717"/>
                  </a:lnTo>
                  <a:lnTo>
                    <a:pt x="346730" y="444050"/>
                  </a:lnTo>
                  <a:lnTo>
                    <a:pt x="345660" y="443466"/>
                  </a:lnTo>
                  <a:lnTo>
                    <a:pt x="345191" y="442851"/>
                  </a:lnTo>
                  <a:lnTo>
                    <a:pt x="344484" y="440829"/>
                  </a:lnTo>
                  <a:lnTo>
                    <a:pt x="344009" y="439920"/>
                  </a:lnTo>
                  <a:lnTo>
                    <a:pt x="343749" y="438796"/>
                  </a:lnTo>
                  <a:lnTo>
                    <a:pt x="343705" y="437460"/>
                  </a:lnTo>
                  <a:lnTo>
                    <a:pt x="343503" y="436787"/>
                  </a:lnTo>
                  <a:lnTo>
                    <a:pt x="342765" y="436543"/>
                  </a:lnTo>
                  <a:lnTo>
                    <a:pt x="342366" y="436085"/>
                  </a:lnTo>
                  <a:lnTo>
                    <a:pt x="342258" y="432635"/>
                  </a:lnTo>
                  <a:lnTo>
                    <a:pt x="340793" y="431747"/>
                  </a:lnTo>
                  <a:lnTo>
                    <a:pt x="340193" y="430984"/>
                  </a:lnTo>
                  <a:lnTo>
                    <a:pt x="339229" y="428830"/>
                  </a:lnTo>
                  <a:lnTo>
                    <a:pt x="338963" y="427783"/>
                  </a:lnTo>
                  <a:lnTo>
                    <a:pt x="338877" y="426908"/>
                  </a:lnTo>
                  <a:lnTo>
                    <a:pt x="339113" y="424529"/>
                  </a:lnTo>
                  <a:lnTo>
                    <a:pt x="339014" y="424083"/>
                  </a:lnTo>
                  <a:lnTo>
                    <a:pt x="338160" y="424330"/>
                  </a:lnTo>
                  <a:lnTo>
                    <a:pt x="332849" y="420645"/>
                  </a:lnTo>
                  <a:lnTo>
                    <a:pt x="333130" y="415778"/>
                  </a:lnTo>
                  <a:lnTo>
                    <a:pt x="332146" y="409358"/>
                  </a:lnTo>
                  <a:lnTo>
                    <a:pt x="331091" y="406754"/>
                  </a:lnTo>
                  <a:lnTo>
                    <a:pt x="331300" y="405742"/>
                  </a:lnTo>
                  <a:lnTo>
                    <a:pt x="331527" y="405205"/>
                  </a:lnTo>
                  <a:lnTo>
                    <a:pt x="332000" y="405194"/>
                  </a:lnTo>
                  <a:lnTo>
                    <a:pt x="334036" y="407084"/>
                  </a:lnTo>
                  <a:lnTo>
                    <a:pt x="335954" y="409329"/>
                  </a:lnTo>
                  <a:lnTo>
                    <a:pt x="336202" y="409001"/>
                  </a:lnTo>
                  <a:lnTo>
                    <a:pt x="333139" y="404249"/>
                  </a:lnTo>
                  <a:lnTo>
                    <a:pt x="332372" y="402827"/>
                  </a:lnTo>
                  <a:lnTo>
                    <a:pt x="332182" y="401119"/>
                  </a:lnTo>
                  <a:lnTo>
                    <a:pt x="332170" y="400206"/>
                  </a:lnTo>
                  <a:lnTo>
                    <a:pt x="332414" y="399725"/>
                  </a:lnTo>
                  <a:lnTo>
                    <a:pt x="335289" y="400152"/>
                  </a:lnTo>
                  <a:lnTo>
                    <a:pt x="335459" y="399798"/>
                  </a:lnTo>
                  <a:lnTo>
                    <a:pt x="332546" y="398410"/>
                  </a:lnTo>
                  <a:lnTo>
                    <a:pt x="331950" y="398415"/>
                  </a:lnTo>
                  <a:lnTo>
                    <a:pt x="331312" y="400409"/>
                  </a:lnTo>
                  <a:lnTo>
                    <a:pt x="331009" y="400881"/>
                  </a:lnTo>
                  <a:lnTo>
                    <a:pt x="330383" y="400786"/>
                  </a:lnTo>
                  <a:lnTo>
                    <a:pt x="330174" y="400480"/>
                  </a:lnTo>
                  <a:lnTo>
                    <a:pt x="329431" y="398063"/>
                  </a:lnTo>
                  <a:lnTo>
                    <a:pt x="328728" y="396382"/>
                  </a:lnTo>
                  <a:lnTo>
                    <a:pt x="327415" y="394051"/>
                  </a:lnTo>
                  <a:lnTo>
                    <a:pt x="327168" y="392390"/>
                  </a:lnTo>
                  <a:lnTo>
                    <a:pt x="327105" y="389946"/>
                  </a:lnTo>
                  <a:lnTo>
                    <a:pt x="327279" y="387636"/>
                  </a:lnTo>
                  <a:lnTo>
                    <a:pt x="328352" y="382358"/>
                  </a:lnTo>
                  <a:lnTo>
                    <a:pt x="328786" y="381446"/>
                  </a:lnTo>
                  <a:lnTo>
                    <a:pt x="328899" y="380872"/>
                  </a:lnTo>
                  <a:lnTo>
                    <a:pt x="328568" y="380959"/>
                  </a:lnTo>
                  <a:lnTo>
                    <a:pt x="328254" y="381459"/>
                  </a:lnTo>
                  <a:lnTo>
                    <a:pt x="327366" y="383911"/>
                  </a:lnTo>
                  <a:lnTo>
                    <a:pt x="326453" y="387929"/>
                  </a:lnTo>
                  <a:lnTo>
                    <a:pt x="325706" y="389300"/>
                  </a:lnTo>
                  <a:lnTo>
                    <a:pt x="325237" y="388968"/>
                  </a:lnTo>
                  <a:lnTo>
                    <a:pt x="324527" y="387330"/>
                  </a:lnTo>
                  <a:lnTo>
                    <a:pt x="323047" y="385333"/>
                  </a:lnTo>
                  <a:lnTo>
                    <a:pt x="321334" y="384815"/>
                  </a:lnTo>
                  <a:lnTo>
                    <a:pt x="320252" y="382772"/>
                  </a:lnTo>
                  <a:lnTo>
                    <a:pt x="318653" y="377086"/>
                  </a:lnTo>
                  <a:lnTo>
                    <a:pt x="318439" y="374252"/>
                  </a:lnTo>
                  <a:lnTo>
                    <a:pt x="318233" y="373560"/>
                  </a:lnTo>
                  <a:lnTo>
                    <a:pt x="317365" y="372639"/>
                  </a:lnTo>
                  <a:lnTo>
                    <a:pt x="316833" y="371277"/>
                  </a:lnTo>
                  <a:lnTo>
                    <a:pt x="316010" y="364370"/>
                  </a:lnTo>
                  <a:lnTo>
                    <a:pt x="314925" y="359570"/>
                  </a:lnTo>
                  <a:lnTo>
                    <a:pt x="314654" y="357034"/>
                  </a:lnTo>
                  <a:lnTo>
                    <a:pt x="314746" y="354517"/>
                  </a:lnTo>
                  <a:lnTo>
                    <a:pt x="314604" y="354240"/>
                  </a:lnTo>
                  <a:lnTo>
                    <a:pt x="314230" y="356201"/>
                  </a:lnTo>
                  <a:lnTo>
                    <a:pt x="314132" y="357224"/>
                  </a:lnTo>
                  <a:lnTo>
                    <a:pt x="313446" y="357513"/>
                  </a:lnTo>
                  <a:lnTo>
                    <a:pt x="314092" y="359498"/>
                  </a:lnTo>
                  <a:lnTo>
                    <a:pt x="314253" y="360491"/>
                  </a:lnTo>
                  <a:lnTo>
                    <a:pt x="313930" y="360409"/>
                  </a:lnTo>
                  <a:lnTo>
                    <a:pt x="313271" y="360657"/>
                  </a:lnTo>
                  <a:lnTo>
                    <a:pt x="314388" y="364047"/>
                  </a:lnTo>
                  <a:lnTo>
                    <a:pt x="314888" y="369305"/>
                  </a:lnTo>
                  <a:lnTo>
                    <a:pt x="315629" y="373202"/>
                  </a:lnTo>
                  <a:lnTo>
                    <a:pt x="316109" y="376359"/>
                  </a:lnTo>
                  <a:lnTo>
                    <a:pt x="316326" y="378757"/>
                  </a:lnTo>
                  <a:lnTo>
                    <a:pt x="316640" y="381048"/>
                  </a:lnTo>
                  <a:lnTo>
                    <a:pt x="317504" y="386111"/>
                  </a:lnTo>
                  <a:lnTo>
                    <a:pt x="317622" y="387118"/>
                  </a:lnTo>
                  <a:lnTo>
                    <a:pt x="317518" y="387942"/>
                  </a:lnTo>
                  <a:lnTo>
                    <a:pt x="317233" y="388919"/>
                  </a:lnTo>
                  <a:lnTo>
                    <a:pt x="316739" y="389287"/>
                  </a:lnTo>
                  <a:lnTo>
                    <a:pt x="315192" y="388622"/>
                  </a:lnTo>
                  <a:lnTo>
                    <a:pt x="314609" y="387369"/>
                  </a:lnTo>
                  <a:lnTo>
                    <a:pt x="313774" y="385069"/>
                  </a:lnTo>
                  <a:lnTo>
                    <a:pt x="312603" y="384007"/>
                  </a:lnTo>
                  <a:lnTo>
                    <a:pt x="309703" y="384534"/>
                  </a:lnTo>
                  <a:lnTo>
                    <a:pt x="309471" y="384358"/>
                  </a:lnTo>
                  <a:lnTo>
                    <a:pt x="309483" y="382478"/>
                  </a:lnTo>
                  <a:lnTo>
                    <a:pt x="309816" y="379132"/>
                  </a:lnTo>
                  <a:lnTo>
                    <a:pt x="309548" y="377783"/>
                  </a:lnTo>
                  <a:lnTo>
                    <a:pt x="308049" y="372866"/>
                  </a:lnTo>
                  <a:lnTo>
                    <a:pt x="308072" y="371905"/>
                  </a:lnTo>
                  <a:lnTo>
                    <a:pt x="310156" y="369650"/>
                  </a:lnTo>
                  <a:lnTo>
                    <a:pt x="309143" y="369478"/>
                  </a:lnTo>
                  <a:lnTo>
                    <a:pt x="308327" y="370358"/>
                  </a:lnTo>
                  <a:lnTo>
                    <a:pt x="308012" y="369790"/>
                  </a:lnTo>
                  <a:lnTo>
                    <a:pt x="307519" y="366639"/>
                  </a:lnTo>
                  <a:lnTo>
                    <a:pt x="307201" y="365465"/>
                  </a:lnTo>
                  <a:lnTo>
                    <a:pt x="307044" y="365213"/>
                  </a:lnTo>
                  <a:lnTo>
                    <a:pt x="306953" y="368207"/>
                  </a:lnTo>
                  <a:lnTo>
                    <a:pt x="307299" y="369783"/>
                  </a:lnTo>
                  <a:lnTo>
                    <a:pt x="307348" y="370694"/>
                  </a:lnTo>
                  <a:lnTo>
                    <a:pt x="307293" y="371964"/>
                  </a:lnTo>
                  <a:lnTo>
                    <a:pt x="307075" y="372874"/>
                  </a:lnTo>
                  <a:lnTo>
                    <a:pt x="306695" y="373426"/>
                  </a:lnTo>
                  <a:lnTo>
                    <a:pt x="306315" y="373564"/>
                  </a:lnTo>
                  <a:lnTo>
                    <a:pt x="305612" y="372931"/>
                  </a:lnTo>
                  <a:lnTo>
                    <a:pt x="304831" y="371738"/>
                  </a:lnTo>
                  <a:lnTo>
                    <a:pt x="304149" y="371175"/>
                  </a:lnTo>
                  <a:lnTo>
                    <a:pt x="303895" y="370697"/>
                  </a:lnTo>
                  <a:lnTo>
                    <a:pt x="303572" y="369380"/>
                  </a:lnTo>
                  <a:lnTo>
                    <a:pt x="303043" y="368380"/>
                  </a:lnTo>
                  <a:lnTo>
                    <a:pt x="300498" y="367112"/>
                  </a:lnTo>
                  <a:lnTo>
                    <a:pt x="298978" y="365616"/>
                  </a:lnTo>
                  <a:lnTo>
                    <a:pt x="298852" y="366010"/>
                  </a:lnTo>
                  <a:lnTo>
                    <a:pt x="299326" y="367611"/>
                  </a:lnTo>
                  <a:lnTo>
                    <a:pt x="299372" y="368558"/>
                  </a:lnTo>
                  <a:lnTo>
                    <a:pt x="298989" y="368846"/>
                  </a:lnTo>
                  <a:lnTo>
                    <a:pt x="298305" y="370365"/>
                  </a:lnTo>
                  <a:lnTo>
                    <a:pt x="298504" y="370575"/>
                  </a:lnTo>
                  <a:lnTo>
                    <a:pt x="299228" y="370075"/>
                  </a:lnTo>
                  <a:lnTo>
                    <a:pt x="300035" y="370134"/>
                  </a:lnTo>
                  <a:lnTo>
                    <a:pt x="301371" y="371061"/>
                  </a:lnTo>
                  <a:lnTo>
                    <a:pt x="302584" y="372270"/>
                  </a:lnTo>
                  <a:lnTo>
                    <a:pt x="303024" y="372948"/>
                  </a:lnTo>
                  <a:lnTo>
                    <a:pt x="303206" y="373951"/>
                  </a:lnTo>
                  <a:lnTo>
                    <a:pt x="303357" y="374310"/>
                  </a:lnTo>
                  <a:lnTo>
                    <a:pt x="304544" y="375480"/>
                  </a:lnTo>
                  <a:lnTo>
                    <a:pt x="304601" y="376096"/>
                  </a:lnTo>
                  <a:lnTo>
                    <a:pt x="303836" y="377932"/>
                  </a:lnTo>
                  <a:lnTo>
                    <a:pt x="305411" y="377731"/>
                  </a:lnTo>
                  <a:lnTo>
                    <a:pt x="306327" y="378388"/>
                  </a:lnTo>
                  <a:lnTo>
                    <a:pt x="307497" y="381223"/>
                  </a:lnTo>
                  <a:lnTo>
                    <a:pt x="307895" y="382806"/>
                  </a:lnTo>
                  <a:lnTo>
                    <a:pt x="307949" y="384831"/>
                  </a:lnTo>
                  <a:lnTo>
                    <a:pt x="307705" y="385421"/>
                  </a:lnTo>
                  <a:lnTo>
                    <a:pt x="307240" y="385830"/>
                  </a:lnTo>
                  <a:lnTo>
                    <a:pt x="304041" y="386492"/>
                  </a:lnTo>
                  <a:lnTo>
                    <a:pt x="302885" y="388937"/>
                  </a:lnTo>
                  <a:lnTo>
                    <a:pt x="302647" y="388973"/>
                  </a:lnTo>
                  <a:lnTo>
                    <a:pt x="301767" y="388310"/>
                  </a:lnTo>
                  <a:lnTo>
                    <a:pt x="300171" y="386361"/>
                  </a:lnTo>
                  <a:lnTo>
                    <a:pt x="298181" y="384505"/>
                  </a:lnTo>
                  <a:lnTo>
                    <a:pt x="293643" y="379009"/>
                  </a:lnTo>
                  <a:lnTo>
                    <a:pt x="293519" y="378751"/>
                  </a:lnTo>
                  <a:lnTo>
                    <a:pt x="293445" y="377689"/>
                  </a:lnTo>
                  <a:lnTo>
                    <a:pt x="293133" y="377147"/>
                  </a:lnTo>
                  <a:lnTo>
                    <a:pt x="292517" y="376684"/>
                  </a:lnTo>
                  <a:lnTo>
                    <a:pt x="291663" y="375290"/>
                  </a:lnTo>
                  <a:lnTo>
                    <a:pt x="290569" y="372971"/>
                  </a:lnTo>
                  <a:lnTo>
                    <a:pt x="289894" y="371159"/>
                  </a:lnTo>
                  <a:lnTo>
                    <a:pt x="289635" y="369855"/>
                  </a:lnTo>
                  <a:lnTo>
                    <a:pt x="289001" y="368364"/>
                  </a:lnTo>
                  <a:lnTo>
                    <a:pt x="286945" y="365251"/>
                  </a:lnTo>
                  <a:lnTo>
                    <a:pt x="285870" y="364055"/>
                  </a:lnTo>
                  <a:lnTo>
                    <a:pt x="284920" y="363381"/>
                  </a:lnTo>
                  <a:lnTo>
                    <a:pt x="284095" y="363233"/>
                  </a:lnTo>
                  <a:lnTo>
                    <a:pt x="283873" y="362818"/>
                  </a:lnTo>
                  <a:lnTo>
                    <a:pt x="284253" y="362136"/>
                  </a:lnTo>
                  <a:lnTo>
                    <a:pt x="284309" y="361731"/>
                  </a:lnTo>
                  <a:lnTo>
                    <a:pt x="282489" y="361092"/>
                  </a:lnTo>
                  <a:lnTo>
                    <a:pt x="280758" y="359634"/>
                  </a:lnTo>
                  <a:lnTo>
                    <a:pt x="276367" y="355535"/>
                  </a:lnTo>
                  <a:lnTo>
                    <a:pt x="274100" y="352969"/>
                  </a:lnTo>
                  <a:lnTo>
                    <a:pt x="272777" y="351743"/>
                  </a:lnTo>
                  <a:lnTo>
                    <a:pt x="272211" y="351053"/>
                  </a:lnTo>
                  <a:lnTo>
                    <a:pt x="271963" y="350493"/>
                  </a:lnTo>
                  <a:lnTo>
                    <a:pt x="272281" y="349908"/>
                  </a:lnTo>
                  <a:lnTo>
                    <a:pt x="273165" y="349294"/>
                  </a:lnTo>
                  <a:lnTo>
                    <a:pt x="273766" y="348600"/>
                  </a:lnTo>
                  <a:lnTo>
                    <a:pt x="274713" y="346006"/>
                  </a:lnTo>
                  <a:lnTo>
                    <a:pt x="274785" y="345172"/>
                  </a:lnTo>
                  <a:lnTo>
                    <a:pt x="274276" y="343285"/>
                  </a:lnTo>
                  <a:lnTo>
                    <a:pt x="274049" y="341568"/>
                  </a:lnTo>
                  <a:lnTo>
                    <a:pt x="274058" y="340616"/>
                  </a:lnTo>
                  <a:lnTo>
                    <a:pt x="274174" y="339675"/>
                  </a:lnTo>
                  <a:lnTo>
                    <a:pt x="274319" y="339056"/>
                  </a:lnTo>
                  <a:lnTo>
                    <a:pt x="274720" y="338457"/>
                  </a:lnTo>
                  <a:lnTo>
                    <a:pt x="275002" y="338156"/>
                  </a:lnTo>
                  <a:lnTo>
                    <a:pt x="275349" y="338361"/>
                  </a:lnTo>
                  <a:lnTo>
                    <a:pt x="276464" y="340720"/>
                  </a:lnTo>
                  <a:lnTo>
                    <a:pt x="276621" y="341578"/>
                  </a:lnTo>
                  <a:lnTo>
                    <a:pt x="276569" y="344806"/>
                  </a:lnTo>
                  <a:lnTo>
                    <a:pt x="276889" y="348582"/>
                  </a:lnTo>
                  <a:lnTo>
                    <a:pt x="276989" y="348303"/>
                  </a:lnTo>
                  <a:lnTo>
                    <a:pt x="277092" y="347055"/>
                  </a:lnTo>
                  <a:lnTo>
                    <a:pt x="277158" y="344670"/>
                  </a:lnTo>
                  <a:lnTo>
                    <a:pt x="277283" y="343525"/>
                  </a:lnTo>
                  <a:lnTo>
                    <a:pt x="277523" y="342408"/>
                  </a:lnTo>
                  <a:lnTo>
                    <a:pt x="277926" y="341818"/>
                  </a:lnTo>
                  <a:lnTo>
                    <a:pt x="279181" y="342161"/>
                  </a:lnTo>
                  <a:lnTo>
                    <a:pt x="279760" y="341961"/>
                  </a:lnTo>
                  <a:lnTo>
                    <a:pt x="277314" y="340254"/>
                  </a:lnTo>
                  <a:lnTo>
                    <a:pt x="275776" y="337056"/>
                  </a:lnTo>
                  <a:lnTo>
                    <a:pt x="275498" y="336723"/>
                  </a:lnTo>
                  <a:lnTo>
                    <a:pt x="274656" y="336580"/>
                  </a:lnTo>
                  <a:lnTo>
                    <a:pt x="273765" y="337870"/>
                  </a:lnTo>
                  <a:lnTo>
                    <a:pt x="271472" y="342087"/>
                  </a:lnTo>
                  <a:lnTo>
                    <a:pt x="270831" y="342828"/>
                  </a:lnTo>
                  <a:lnTo>
                    <a:pt x="267948" y="345162"/>
                  </a:lnTo>
                  <a:lnTo>
                    <a:pt x="265996" y="345632"/>
                  </a:lnTo>
                  <a:lnTo>
                    <a:pt x="263798" y="345265"/>
                  </a:lnTo>
                  <a:lnTo>
                    <a:pt x="261926" y="344506"/>
                  </a:lnTo>
                  <a:lnTo>
                    <a:pt x="257227" y="340815"/>
                  </a:lnTo>
                  <a:lnTo>
                    <a:pt x="256493" y="339958"/>
                  </a:lnTo>
                  <a:lnTo>
                    <a:pt x="257586" y="337675"/>
                  </a:lnTo>
                  <a:lnTo>
                    <a:pt x="257631" y="336963"/>
                  </a:lnTo>
                  <a:lnTo>
                    <a:pt x="257250" y="334638"/>
                  </a:lnTo>
                  <a:lnTo>
                    <a:pt x="256937" y="333974"/>
                  </a:lnTo>
                  <a:lnTo>
                    <a:pt x="256489" y="333608"/>
                  </a:lnTo>
                  <a:lnTo>
                    <a:pt x="256364" y="333869"/>
                  </a:lnTo>
                  <a:lnTo>
                    <a:pt x="256360" y="334559"/>
                  </a:lnTo>
                  <a:lnTo>
                    <a:pt x="256479" y="335836"/>
                  </a:lnTo>
                  <a:lnTo>
                    <a:pt x="256120" y="336511"/>
                  </a:lnTo>
                  <a:lnTo>
                    <a:pt x="255321" y="337240"/>
                  </a:lnTo>
                  <a:lnTo>
                    <a:pt x="253975" y="337975"/>
                  </a:lnTo>
                  <a:lnTo>
                    <a:pt x="249804" y="336097"/>
                  </a:lnTo>
                  <a:lnTo>
                    <a:pt x="245531" y="334543"/>
                  </a:lnTo>
                  <a:lnTo>
                    <a:pt x="241713" y="334220"/>
                  </a:lnTo>
                  <a:lnTo>
                    <a:pt x="236325" y="335459"/>
                  </a:lnTo>
                  <a:lnTo>
                    <a:pt x="233451" y="336704"/>
                  </a:lnTo>
                  <a:lnTo>
                    <a:pt x="231774" y="336825"/>
                  </a:lnTo>
                  <a:lnTo>
                    <a:pt x="230162" y="336600"/>
                  </a:lnTo>
                  <a:lnTo>
                    <a:pt x="230030" y="335732"/>
                  </a:lnTo>
                  <a:lnTo>
                    <a:pt x="230767" y="335223"/>
                  </a:lnTo>
                  <a:lnTo>
                    <a:pt x="230726" y="334593"/>
                  </a:lnTo>
                  <a:lnTo>
                    <a:pt x="229794" y="332631"/>
                  </a:lnTo>
                  <a:lnTo>
                    <a:pt x="228379" y="331441"/>
                  </a:lnTo>
                  <a:lnTo>
                    <a:pt x="226482" y="331021"/>
                  </a:lnTo>
                  <a:lnTo>
                    <a:pt x="225396" y="330447"/>
                  </a:lnTo>
                  <a:lnTo>
                    <a:pt x="225121" y="329721"/>
                  </a:lnTo>
                  <a:lnTo>
                    <a:pt x="224449" y="329027"/>
                  </a:lnTo>
                  <a:lnTo>
                    <a:pt x="223382" y="328366"/>
                  </a:lnTo>
                  <a:lnTo>
                    <a:pt x="222912" y="327182"/>
                  </a:lnTo>
                  <a:lnTo>
                    <a:pt x="223286" y="323517"/>
                  </a:lnTo>
                  <a:lnTo>
                    <a:pt x="223652" y="321318"/>
                  </a:lnTo>
                  <a:lnTo>
                    <a:pt x="224015" y="319810"/>
                  </a:lnTo>
                  <a:lnTo>
                    <a:pt x="224933" y="317314"/>
                  </a:lnTo>
                  <a:lnTo>
                    <a:pt x="224613" y="317499"/>
                  </a:lnTo>
                  <a:lnTo>
                    <a:pt x="223280" y="319330"/>
                  </a:lnTo>
                  <a:lnTo>
                    <a:pt x="222117" y="321220"/>
                  </a:lnTo>
                  <a:lnTo>
                    <a:pt x="221041" y="323680"/>
                  </a:lnTo>
                  <a:lnTo>
                    <a:pt x="220399" y="324811"/>
                  </a:lnTo>
                  <a:lnTo>
                    <a:pt x="219576" y="325853"/>
                  </a:lnTo>
                  <a:lnTo>
                    <a:pt x="218293" y="325603"/>
                  </a:lnTo>
                  <a:lnTo>
                    <a:pt x="216550" y="324062"/>
                  </a:lnTo>
                  <a:lnTo>
                    <a:pt x="215057" y="323269"/>
                  </a:lnTo>
                  <a:lnTo>
                    <a:pt x="213814" y="323220"/>
                  </a:lnTo>
                  <a:lnTo>
                    <a:pt x="213322" y="322956"/>
                  </a:lnTo>
                  <a:lnTo>
                    <a:pt x="214170" y="321582"/>
                  </a:lnTo>
                  <a:lnTo>
                    <a:pt x="214659" y="320478"/>
                  </a:lnTo>
                  <a:lnTo>
                    <a:pt x="215328" y="318707"/>
                  </a:lnTo>
                  <a:lnTo>
                    <a:pt x="215475" y="317845"/>
                  </a:lnTo>
                  <a:lnTo>
                    <a:pt x="210917" y="317562"/>
                  </a:lnTo>
                  <a:lnTo>
                    <a:pt x="210750" y="316629"/>
                  </a:lnTo>
                  <a:lnTo>
                    <a:pt x="210744" y="315942"/>
                  </a:lnTo>
                  <a:lnTo>
                    <a:pt x="210597" y="315374"/>
                  </a:lnTo>
                  <a:lnTo>
                    <a:pt x="209937" y="314951"/>
                  </a:lnTo>
                  <a:lnTo>
                    <a:pt x="209012" y="315274"/>
                  </a:lnTo>
                  <a:lnTo>
                    <a:pt x="207514" y="316378"/>
                  </a:lnTo>
                  <a:lnTo>
                    <a:pt x="206866" y="315539"/>
                  </a:lnTo>
                  <a:lnTo>
                    <a:pt x="207097" y="315068"/>
                  </a:lnTo>
                  <a:lnTo>
                    <a:pt x="207586" y="314723"/>
                  </a:lnTo>
                  <a:lnTo>
                    <a:pt x="208581" y="313126"/>
                  </a:lnTo>
                  <a:lnTo>
                    <a:pt x="207236" y="312298"/>
                  </a:lnTo>
                  <a:lnTo>
                    <a:pt x="206547" y="311350"/>
                  </a:lnTo>
                  <a:lnTo>
                    <a:pt x="206212" y="310571"/>
                  </a:lnTo>
                  <a:lnTo>
                    <a:pt x="206235" y="307757"/>
                  </a:lnTo>
                  <a:lnTo>
                    <a:pt x="206590" y="305955"/>
                  </a:lnTo>
                  <a:lnTo>
                    <a:pt x="209611" y="304208"/>
                  </a:lnTo>
                  <a:lnTo>
                    <a:pt x="208655" y="303522"/>
                  </a:lnTo>
                  <a:lnTo>
                    <a:pt x="206748" y="303759"/>
                  </a:lnTo>
                  <a:lnTo>
                    <a:pt x="205467" y="305245"/>
                  </a:lnTo>
                  <a:lnTo>
                    <a:pt x="203947" y="307392"/>
                  </a:lnTo>
                  <a:lnTo>
                    <a:pt x="202927" y="308193"/>
                  </a:lnTo>
                  <a:lnTo>
                    <a:pt x="202406" y="307649"/>
                  </a:lnTo>
                  <a:lnTo>
                    <a:pt x="201718" y="307461"/>
                  </a:lnTo>
                  <a:lnTo>
                    <a:pt x="200861" y="307630"/>
                  </a:lnTo>
                  <a:lnTo>
                    <a:pt x="200286" y="308178"/>
                  </a:lnTo>
                  <a:lnTo>
                    <a:pt x="199990" y="309109"/>
                  </a:lnTo>
                  <a:lnTo>
                    <a:pt x="199649" y="309738"/>
                  </a:lnTo>
                  <a:lnTo>
                    <a:pt x="199262" y="310063"/>
                  </a:lnTo>
                  <a:lnTo>
                    <a:pt x="198981" y="309959"/>
                  </a:lnTo>
                  <a:lnTo>
                    <a:pt x="198569" y="309005"/>
                  </a:lnTo>
                  <a:lnTo>
                    <a:pt x="197705" y="308413"/>
                  </a:lnTo>
                  <a:lnTo>
                    <a:pt x="197282" y="307686"/>
                  </a:lnTo>
                  <a:lnTo>
                    <a:pt x="197039" y="308144"/>
                  </a:lnTo>
                  <a:lnTo>
                    <a:pt x="196744" y="309516"/>
                  </a:lnTo>
                  <a:lnTo>
                    <a:pt x="196433" y="310210"/>
                  </a:lnTo>
                  <a:lnTo>
                    <a:pt x="194972" y="310923"/>
                  </a:lnTo>
                  <a:lnTo>
                    <a:pt x="194169" y="310790"/>
                  </a:lnTo>
                  <a:lnTo>
                    <a:pt x="193211" y="309064"/>
                  </a:lnTo>
                  <a:lnTo>
                    <a:pt x="193073" y="308465"/>
                  </a:lnTo>
                  <a:lnTo>
                    <a:pt x="193399" y="306973"/>
                  </a:lnTo>
                  <a:lnTo>
                    <a:pt x="195508" y="301067"/>
                  </a:lnTo>
                  <a:lnTo>
                    <a:pt x="195297" y="301100"/>
                  </a:lnTo>
                  <a:lnTo>
                    <a:pt x="194614" y="302029"/>
                  </a:lnTo>
                  <a:lnTo>
                    <a:pt x="193253" y="304389"/>
                  </a:lnTo>
                  <a:lnTo>
                    <a:pt x="192647" y="305093"/>
                  </a:lnTo>
                  <a:lnTo>
                    <a:pt x="191604" y="305181"/>
                  </a:lnTo>
                  <a:lnTo>
                    <a:pt x="191116" y="304927"/>
                  </a:lnTo>
                  <a:lnTo>
                    <a:pt x="190527" y="305119"/>
                  </a:lnTo>
                  <a:lnTo>
                    <a:pt x="189836" y="305751"/>
                  </a:lnTo>
                  <a:lnTo>
                    <a:pt x="189385" y="306444"/>
                  </a:lnTo>
                  <a:lnTo>
                    <a:pt x="189174" y="307197"/>
                  </a:lnTo>
                  <a:lnTo>
                    <a:pt x="189317" y="307326"/>
                  </a:lnTo>
                  <a:lnTo>
                    <a:pt x="190360" y="306466"/>
                  </a:lnTo>
                  <a:lnTo>
                    <a:pt x="190951" y="306235"/>
                  </a:lnTo>
                  <a:lnTo>
                    <a:pt x="191116" y="306652"/>
                  </a:lnTo>
                  <a:lnTo>
                    <a:pt x="190304" y="309318"/>
                  </a:lnTo>
                  <a:lnTo>
                    <a:pt x="189811" y="311863"/>
                  </a:lnTo>
                  <a:lnTo>
                    <a:pt x="189341" y="312504"/>
                  </a:lnTo>
                  <a:lnTo>
                    <a:pt x="188594" y="312397"/>
                  </a:lnTo>
                  <a:lnTo>
                    <a:pt x="187776" y="312648"/>
                  </a:lnTo>
                  <a:lnTo>
                    <a:pt x="187764" y="313359"/>
                  </a:lnTo>
                  <a:lnTo>
                    <a:pt x="189290" y="315395"/>
                  </a:lnTo>
                  <a:lnTo>
                    <a:pt x="189842" y="315682"/>
                  </a:lnTo>
                  <a:lnTo>
                    <a:pt x="190547" y="316410"/>
                  </a:lnTo>
                  <a:lnTo>
                    <a:pt x="190654" y="317131"/>
                  </a:lnTo>
                  <a:lnTo>
                    <a:pt x="190390" y="319080"/>
                  </a:lnTo>
                  <a:lnTo>
                    <a:pt x="190191" y="319848"/>
                  </a:lnTo>
                  <a:lnTo>
                    <a:pt x="189869" y="320247"/>
                  </a:lnTo>
                  <a:lnTo>
                    <a:pt x="188625" y="320181"/>
                  </a:lnTo>
                  <a:lnTo>
                    <a:pt x="188224" y="320383"/>
                  </a:lnTo>
                  <a:lnTo>
                    <a:pt x="187387" y="321608"/>
                  </a:lnTo>
                  <a:lnTo>
                    <a:pt x="186968" y="322622"/>
                  </a:lnTo>
                  <a:lnTo>
                    <a:pt x="187121" y="322712"/>
                  </a:lnTo>
                  <a:lnTo>
                    <a:pt x="187843" y="321874"/>
                  </a:lnTo>
                  <a:lnTo>
                    <a:pt x="188894" y="321425"/>
                  </a:lnTo>
                  <a:lnTo>
                    <a:pt x="190273" y="321363"/>
                  </a:lnTo>
                  <a:lnTo>
                    <a:pt x="191301" y="320918"/>
                  </a:lnTo>
                  <a:lnTo>
                    <a:pt x="191977" y="320090"/>
                  </a:lnTo>
                  <a:lnTo>
                    <a:pt x="192635" y="320325"/>
                  </a:lnTo>
                  <a:lnTo>
                    <a:pt x="193276" y="321621"/>
                  </a:lnTo>
                  <a:lnTo>
                    <a:pt x="193467" y="322758"/>
                  </a:lnTo>
                  <a:lnTo>
                    <a:pt x="193209" y="323733"/>
                  </a:lnTo>
                  <a:lnTo>
                    <a:pt x="192680" y="324429"/>
                  </a:lnTo>
                  <a:lnTo>
                    <a:pt x="191880" y="324846"/>
                  </a:lnTo>
                  <a:lnTo>
                    <a:pt x="191376" y="325470"/>
                  </a:lnTo>
                  <a:lnTo>
                    <a:pt x="191165" y="326302"/>
                  </a:lnTo>
                  <a:lnTo>
                    <a:pt x="191047" y="327537"/>
                  </a:lnTo>
                  <a:lnTo>
                    <a:pt x="191020" y="329176"/>
                  </a:lnTo>
                  <a:lnTo>
                    <a:pt x="191223" y="332128"/>
                  </a:lnTo>
                  <a:lnTo>
                    <a:pt x="191067" y="332527"/>
                  </a:lnTo>
                  <a:lnTo>
                    <a:pt x="190767" y="332747"/>
                  </a:lnTo>
                  <a:lnTo>
                    <a:pt x="190322" y="332787"/>
                  </a:lnTo>
                  <a:lnTo>
                    <a:pt x="189920" y="333480"/>
                  </a:lnTo>
                  <a:lnTo>
                    <a:pt x="188982" y="337407"/>
                  </a:lnTo>
                  <a:lnTo>
                    <a:pt x="188651" y="337833"/>
                  </a:lnTo>
                  <a:lnTo>
                    <a:pt x="188257" y="337411"/>
                  </a:lnTo>
                  <a:lnTo>
                    <a:pt x="187908" y="337458"/>
                  </a:lnTo>
                  <a:lnTo>
                    <a:pt x="187604" y="337970"/>
                  </a:lnTo>
                  <a:lnTo>
                    <a:pt x="186935" y="338361"/>
                  </a:lnTo>
                  <a:lnTo>
                    <a:pt x="185904" y="338629"/>
                  </a:lnTo>
                  <a:lnTo>
                    <a:pt x="185021" y="338527"/>
                  </a:lnTo>
                  <a:lnTo>
                    <a:pt x="183468" y="337677"/>
                  </a:lnTo>
                  <a:lnTo>
                    <a:pt x="182835" y="337078"/>
                  </a:lnTo>
                  <a:lnTo>
                    <a:pt x="182340" y="336095"/>
                  </a:lnTo>
                  <a:lnTo>
                    <a:pt x="180946" y="337136"/>
                  </a:lnTo>
                  <a:lnTo>
                    <a:pt x="180577" y="336681"/>
                  </a:lnTo>
                  <a:lnTo>
                    <a:pt x="179709" y="333960"/>
                  </a:lnTo>
                  <a:lnTo>
                    <a:pt x="179521" y="334123"/>
                  </a:lnTo>
                  <a:lnTo>
                    <a:pt x="179353" y="337055"/>
                  </a:lnTo>
                  <a:lnTo>
                    <a:pt x="179089" y="338082"/>
                  </a:lnTo>
                  <a:lnTo>
                    <a:pt x="178229" y="340207"/>
                  </a:lnTo>
                  <a:lnTo>
                    <a:pt x="177759" y="343868"/>
                  </a:lnTo>
                  <a:lnTo>
                    <a:pt x="177617" y="343975"/>
                  </a:lnTo>
                  <a:lnTo>
                    <a:pt x="177456" y="343448"/>
                  </a:lnTo>
                  <a:lnTo>
                    <a:pt x="176927" y="340179"/>
                  </a:lnTo>
                  <a:lnTo>
                    <a:pt x="176646" y="339461"/>
                  </a:lnTo>
                  <a:lnTo>
                    <a:pt x="175868" y="341346"/>
                  </a:lnTo>
                  <a:lnTo>
                    <a:pt x="175783" y="342028"/>
                  </a:lnTo>
                  <a:lnTo>
                    <a:pt x="175986" y="344462"/>
                  </a:lnTo>
                  <a:lnTo>
                    <a:pt x="175806" y="344829"/>
                  </a:lnTo>
                  <a:lnTo>
                    <a:pt x="174232" y="343519"/>
                  </a:lnTo>
                  <a:lnTo>
                    <a:pt x="173844" y="343455"/>
                  </a:lnTo>
                  <a:lnTo>
                    <a:pt x="173742" y="343676"/>
                  </a:lnTo>
                  <a:lnTo>
                    <a:pt x="174278" y="345565"/>
                  </a:lnTo>
                  <a:lnTo>
                    <a:pt x="174217" y="346244"/>
                  </a:lnTo>
                  <a:lnTo>
                    <a:pt x="171991" y="349893"/>
                  </a:lnTo>
                  <a:lnTo>
                    <a:pt x="171410" y="349763"/>
                  </a:lnTo>
                  <a:lnTo>
                    <a:pt x="171045" y="349400"/>
                  </a:lnTo>
                  <a:lnTo>
                    <a:pt x="170644" y="349456"/>
                  </a:lnTo>
                  <a:lnTo>
                    <a:pt x="169229" y="350817"/>
                  </a:lnTo>
                  <a:lnTo>
                    <a:pt x="168839" y="350757"/>
                  </a:lnTo>
                  <a:lnTo>
                    <a:pt x="168304" y="349951"/>
                  </a:lnTo>
                  <a:lnTo>
                    <a:pt x="168056" y="349987"/>
                  </a:lnTo>
                  <a:lnTo>
                    <a:pt x="167924" y="350824"/>
                  </a:lnTo>
                  <a:lnTo>
                    <a:pt x="167907" y="352461"/>
                  </a:lnTo>
                  <a:lnTo>
                    <a:pt x="167382" y="354018"/>
                  </a:lnTo>
                  <a:lnTo>
                    <a:pt x="165697" y="356533"/>
                  </a:lnTo>
                  <a:lnTo>
                    <a:pt x="165249" y="357690"/>
                  </a:lnTo>
                  <a:lnTo>
                    <a:pt x="164911" y="359273"/>
                  </a:lnTo>
                  <a:lnTo>
                    <a:pt x="164659" y="359424"/>
                  </a:lnTo>
                  <a:lnTo>
                    <a:pt x="163670" y="358407"/>
                  </a:lnTo>
                  <a:lnTo>
                    <a:pt x="162524" y="357746"/>
                  </a:lnTo>
                  <a:lnTo>
                    <a:pt x="162366" y="358075"/>
                  </a:lnTo>
                  <a:lnTo>
                    <a:pt x="162714" y="359042"/>
                  </a:lnTo>
                  <a:lnTo>
                    <a:pt x="162640" y="359634"/>
                  </a:lnTo>
                  <a:lnTo>
                    <a:pt x="162145" y="359856"/>
                  </a:lnTo>
                  <a:lnTo>
                    <a:pt x="161517" y="359769"/>
                  </a:lnTo>
                  <a:lnTo>
                    <a:pt x="160759" y="359377"/>
                  </a:lnTo>
                  <a:lnTo>
                    <a:pt x="159696" y="359821"/>
                  </a:lnTo>
                  <a:lnTo>
                    <a:pt x="158327" y="361100"/>
                  </a:lnTo>
                  <a:lnTo>
                    <a:pt x="157185" y="361064"/>
                  </a:lnTo>
                  <a:lnTo>
                    <a:pt x="155592" y="358958"/>
                  </a:lnTo>
                  <a:lnTo>
                    <a:pt x="155153" y="358801"/>
                  </a:lnTo>
                  <a:lnTo>
                    <a:pt x="155013" y="358210"/>
                  </a:lnTo>
                  <a:lnTo>
                    <a:pt x="155325" y="356507"/>
                  </a:lnTo>
                  <a:lnTo>
                    <a:pt x="155777" y="355219"/>
                  </a:lnTo>
                  <a:lnTo>
                    <a:pt x="156110" y="354627"/>
                  </a:lnTo>
                  <a:lnTo>
                    <a:pt x="157623" y="352976"/>
                  </a:lnTo>
                  <a:lnTo>
                    <a:pt x="159353" y="352370"/>
                  </a:lnTo>
                  <a:lnTo>
                    <a:pt x="160440" y="351378"/>
                  </a:lnTo>
                  <a:lnTo>
                    <a:pt x="161762" y="349331"/>
                  </a:lnTo>
                  <a:lnTo>
                    <a:pt x="162461" y="347791"/>
                  </a:lnTo>
                  <a:lnTo>
                    <a:pt x="163835" y="343828"/>
                  </a:lnTo>
                  <a:lnTo>
                    <a:pt x="163730" y="343522"/>
                  </a:lnTo>
                  <a:lnTo>
                    <a:pt x="163422" y="343308"/>
                  </a:lnTo>
                  <a:lnTo>
                    <a:pt x="160401" y="347065"/>
                  </a:lnTo>
                  <a:lnTo>
                    <a:pt x="159954" y="347416"/>
                  </a:lnTo>
                  <a:lnTo>
                    <a:pt x="159353" y="347390"/>
                  </a:lnTo>
                  <a:lnTo>
                    <a:pt x="156938" y="345950"/>
                  </a:lnTo>
                  <a:lnTo>
                    <a:pt x="156428" y="345332"/>
                  </a:lnTo>
                  <a:lnTo>
                    <a:pt x="156079" y="343525"/>
                  </a:lnTo>
                  <a:lnTo>
                    <a:pt x="156750" y="339416"/>
                  </a:lnTo>
                  <a:lnTo>
                    <a:pt x="157220" y="337430"/>
                  </a:lnTo>
                  <a:lnTo>
                    <a:pt x="158399" y="334366"/>
                  </a:lnTo>
                  <a:lnTo>
                    <a:pt x="159941" y="331097"/>
                  </a:lnTo>
                  <a:lnTo>
                    <a:pt x="160474" y="328975"/>
                  </a:lnTo>
                  <a:lnTo>
                    <a:pt x="161275" y="323302"/>
                  </a:lnTo>
                  <a:lnTo>
                    <a:pt x="161229" y="320728"/>
                  </a:lnTo>
                  <a:lnTo>
                    <a:pt x="160868" y="317587"/>
                  </a:lnTo>
                  <a:lnTo>
                    <a:pt x="160855" y="315723"/>
                  </a:lnTo>
                  <a:lnTo>
                    <a:pt x="161188" y="315133"/>
                  </a:lnTo>
                  <a:lnTo>
                    <a:pt x="164726" y="312228"/>
                  </a:lnTo>
                  <a:lnTo>
                    <a:pt x="166401" y="310054"/>
                  </a:lnTo>
                  <a:lnTo>
                    <a:pt x="169653" y="306839"/>
                  </a:lnTo>
                  <a:lnTo>
                    <a:pt x="170539" y="306867"/>
                  </a:lnTo>
                  <a:lnTo>
                    <a:pt x="171189" y="307973"/>
                  </a:lnTo>
                  <a:lnTo>
                    <a:pt x="171946" y="308859"/>
                  </a:lnTo>
                  <a:lnTo>
                    <a:pt x="172808" y="309521"/>
                  </a:lnTo>
                  <a:lnTo>
                    <a:pt x="173919" y="309452"/>
                  </a:lnTo>
                  <a:lnTo>
                    <a:pt x="175277" y="308652"/>
                  </a:lnTo>
                  <a:lnTo>
                    <a:pt x="177429" y="308955"/>
                  </a:lnTo>
                  <a:lnTo>
                    <a:pt x="181847" y="311070"/>
                  </a:lnTo>
                  <a:lnTo>
                    <a:pt x="182787" y="311188"/>
                  </a:lnTo>
                  <a:lnTo>
                    <a:pt x="182823" y="310918"/>
                  </a:lnTo>
                  <a:lnTo>
                    <a:pt x="182141" y="309436"/>
                  </a:lnTo>
                  <a:lnTo>
                    <a:pt x="179095" y="308578"/>
                  </a:lnTo>
                  <a:lnTo>
                    <a:pt x="177813" y="307718"/>
                  </a:lnTo>
                  <a:lnTo>
                    <a:pt x="174205" y="303939"/>
                  </a:lnTo>
                  <a:lnTo>
                    <a:pt x="173383" y="302481"/>
                  </a:lnTo>
                  <a:lnTo>
                    <a:pt x="173717" y="301797"/>
                  </a:lnTo>
                  <a:lnTo>
                    <a:pt x="174599" y="301234"/>
                  </a:lnTo>
                  <a:lnTo>
                    <a:pt x="174901" y="300689"/>
                  </a:lnTo>
                  <a:lnTo>
                    <a:pt x="175029" y="299743"/>
                  </a:lnTo>
                  <a:lnTo>
                    <a:pt x="175537" y="298449"/>
                  </a:lnTo>
                  <a:lnTo>
                    <a:pt x="176424" y="296800"/>
                  </a:lnTo>
                  <a:lnTo>
                    <a:pt x="177779" y="295206"/>
                  </a:lnTo>
                  <a:lnTo>
                    <a:pt x="180345" y="292840"/>
                  </a:lnTo>
                  <a:lnTo>
                    <a:pt x="179341" y="292739"/>
                  </a:lnTo>
                  <a:lnTo>
                    <a:pt x="177496" y="293174"/>
                  </a:lnTo>
                  <a:lnTo>
                    <a:pt x="176825" y="293627"/>
                  </a:lnTo>
                  <a:lnTo>
                    <a:pt x="175590" y="295321"/>
                  </a:lnTo>
                  <a:lnTo>
                    <a:pt x="175110" y="296514"/>
                  </a:lnTo>
                  <a:lnTo>
                    <a:pt x="174422" y="298842"/>
                  </a:lnTo>
                  <a:lnTo>
                    <a:pt x="174129" y="299282"/>
                  </a:lnTo>
                  <a:lnTo>
                    <a:pt x="172848" y="299619"/>
                  </a:lnTo>
                  <a:lnTo>
                    <a:pt x="169360" y="299855"/>
                  </a:lnTo>
                  <a:lnTo>
                    <a:pt x="168769" y="298664"/>
                  </a:lnTo>
                  <a:lnTo>
                    <a:pt x="168442" y="298471"/>
                  </a:lnTo>
                  <a:lnTo>
                    <a:pt x="168009" y="298638"/>
                  </a:lnTo>
                  <a:lnTo>
                    <a:pt x="164805" y="301678"/>
                  </a:lnTo>
                  <a:lnTo>
                    <a:pt x="163657" y="303231"/>
                  </a:lnTo>
                  <a:lnTo>
                    <a:pt x="162838" y="305000"/>
                  </a:lnTo>
                  <a:lnTo>
                    <a:pt x="161571" y="306297"/>
                  </a:lnTo>
                  <a:lnTo>
                    <a:pt x="159858" y="307119"/>
                  </a:lnTo>
                  <a:lnTo>
                    <a:pt x="158576" y="308138"/>
                  </a:lnTo>
                  <a:lnTo>
                    <a:pt x="157225" y="310174"/>
                  </a:lnTo>
                  <a:lnTo>
                    <a:pt x="156767" y="311733"/>
                  </a:lnTo>
                  <a:lnTo>
                    <a:pt x="156740" y="312466"/>
                  </a:lnTo>
                  <a:lnTo>
                    <a:pt x="157067" y="314779"/>
                  </a:lnTo>
                  <a:lnTo>
                    <a:pt x="156734" y="315212"/>
                  </a:lnTo>
                  <a:lnTo>
                    <a:pt x="155955" y="315394"/>
                  </a:lnTo>
                  <a:lnTo>
                    <a:pt x="154704" y="316926"/>
                  </a:lnTo>
                  <a:lnTo>
                    <a:pt x="152065" y="321480"/>
                  </a:lnTo>
                  <a:lnTo>
                    <a:pt x="151720" y="323132"/>
                  </a:lnTo>
                  <a:lnTo>
                    <a:pt x="151735" y="323699"/>
                  </a:lnTo>
                  <a:lnTo>
                    <a:pt x="152165" y="324987"/>
                  </a:lnTo>
                  <a:lnTo>
                    <a:pt x="151865" y="325824"/>
                  </a:lnTo>
                  <a:lnTo>
                    <a:pt x="151122" y="327147"/>
                  </a:lnTo>
                  <a:lnTo>
                    <a:pt x="149468" y="329242"/>
                  </a:lnTo>
                  <a:lnTo>
                    <a:pt x="148381" y="330040"/>
                  </a:lnTo>
                  <a:lnTo>
                    <a:pt x="147676" y="330080"/>
                  </a:lnTo>
                  <a:lnTo>
                    <a:pt x="146997" y="329782"/>
                  </a:lnTo>
                  <a:lnTo>
                    <a:pt x="145791" y="328431"/>
                  </a:lnTo>
                  <a:lnTo>
                    <a:pt x="144814" y="328349"/>
                  </a:lnTo>
                  <a:lnTo>
                    <a:pt x="144754" y="328538"/>
                  </a:lnTo>
                  <a:lnTo>
                    <a:pt x="146083" y="329982"/>
                  </a:lnTo>
                  <a:lnTo>
                    <a:pt x="147435" y="331841"/>
                  </a:lnTo>
                  <a:lnTo>
                    <a:pt x="148277" y="333383"/>
                  </a:lnTo>
                  <a:lnTo>
                    <a:pt x="148610" y="334609"/>
                  </a:lnTo>
                  <a:lnTo>
                    <a:pt x="148625" y="335870"/>
                  </a:lnTo>
                  <a:lnTo>
                    <a:pt x="148322" y="337168"/>
                  </a:lnTo>
                  <a:lnTo>
                    <a:pt x="147366" y="339422"/>
                  </a:lnTo>
                  <a:lnTo>
                    <a:pt x="146430" y="340096"/>
                  </a:lnTo>
                  <a:lnTo>
                    <a:pt x="144035" y="340777"/>
                  </a:lnTo>
                  <a:lnTo>
                    <a:pt x="143262" y="341314"/>
                  </a:lnTo>
                  <a:lnTo>
                    <a:pt x="143023" y="341733"/>
                  </a:lnTo>
                  <a:lnTo>
                    <a:pt x="144669" y="342685"/>
                  </a:lnTo>
                  <a:lnTo>
                    <a:pt x="144818" y="343172"/>
                  </a:lnTo>
                  <a:lnTo>
                    <a:pt x="144591" y="345063"/>
                  </a:lnTo>
                  <a:lnTo>
                    <a:pt x="144154" y="345680"/>
                  </a:lnTo>
                  <a:lnTo>
                    <a:pt x="142784" y="346808"/>
                  </a:lnTo>
                  <a:lnTo>
                    <a:pt x="141555" y="347136"/>
                  </a:lnTo>
                  <a:lnTo>
                    <a:pt x="141367" y="346920"/>
                  </a:lnTo>
                  <a:lnTo>
                    <a:pt x="141597" y="345434"/>
                  </a:lnTo>
                  <a:lnTo>
                    <a:pt x="141531" y="345068"/>
                  </a:lnTo>
                  <a:lnTo>
                    <a:pt x="141070" y="344764"/>
                  </a:lnTo>
                  <a:lnTo>
                    <a:pt x="140414" y="345331"/>
                  </a:lnTo>
                  <a:lnTo>
                    <a:pt x="138781" y="347515"/>
                  </a:lnTo>
                  <a:lnTo>
                    <a:pt x="138606" y="347876"/>
                  </a:lnTo>
                  <a:lnTo>
                    <a:pt x="139196" y="348460"/>
                  </a:lnTo>
                  <a:lnTo>
                    <a:pt x="139072" y="348950"/>
                  </a:lnTo>
                  <a:lnTo>
                    <a:pt x="138187" y="350522"/>
                  </a:lnTo>
                  <a:lnTo>
                    <a:pt x="137819" y="351568"/>
                  </a:lnTo>
                  <a:lnTo>
                    <a:pt x="137227" y="352636"/>
                  </a:lnTo>
                  <a:lnTo>
                    <a:pt x="134591" y="355900"/>
                  </a:lnTo>
                  <a:lnTo>
                    <a:pt x="134792" y="356695"/>
                  </a:lnTo>
                  <a:lnTo>
                    <a:pt x="134106" y="359539"/>
                  </a:lnTo>
                  <a:lnTo>
                    <a:pt x="133726" y="362038"/>
                  </a:lnTo>
                  <a:lnTo>
                    <a:pt x="134192" y="363092"/>
                  </a:lnTo>
                  <a:lnTo>
                    <a:pt x="136406" y="364329"/>
                  </a:lnTo>
                  <a:lnTo>
                    <a:pt x="137479" y="364627"/>
                  </a:lnTo>
                  <a:lnTo>
                    <a:pt x="138744" y="365492"/>
                  </a:lnTo>
                  <a:lnTo>
                    <a:pt x="141033" y="367817"/>
                  </a:lnTo>
                  <a:lnTo>
                    <a:pt x="141796" y="369337"/>
                  </a:lnTo>
                  <a:lnTo>
                    <a:pt x="141910" y="370052"/>
                  </a:lnTo>
                  <a:lnTo>
                    <a:pt x="141839" y="370834"/>
                  </a:lnTo>
                  <a:lnTo>
                    <a:pt x="141565" y="371888"/>
                  </a:lnTo>
                  <a:lnTo>
                    <a:pt x="140847" y="373879"/>
                  </a:lnTo>
                  <a:lnTo>
                    <a:pt x="139119" y="376837"/>
                  </a:lnTo>
                  <a:lnTo>
                    <a:pt x="138338" y="377675"/>
                  </a:lnTo>
                  <a:lnTo>
                    <a:pt x="137157" y="378333"/>
                  </a:lnTo>
                  <a:lnTo>
                    <a:pt x="136767" y="378813"/>
                  </a:lnTo>
                  <a:lnTo>
                    <a:pt x="135249" y="381617"/>
                  </a:lnTo>
                  <a:lnTo>
                    <a:pt x="134840" y="383130"/>
                  </a:lnTo>
                  <a:lnTo>
                    <a:pt x="134905" y="384447"/>
                  </a:lnTo>
                  <a:lnTo>
                    <a:pt x="134615" y="385374"/>
                  </a:lnTo>
                  <a:lnTo>
                    <a:pt x="132662" y="387190"/>
                  </a:lnTo>
                  <a:lnTo>
                    <a:pt x="132731" y="387512"/>
                  </a:lnTo>
                  <a:lnTo>
                    <a:pt x="133440" y="387650"/>
                  </a:lnTo>
                  <a:lnTo>
                    <a:pt x="133180" y="389251"/>
                  </a:lnTo>
                  <a:lnTo>
                    <a:pt x="133066" y="391472"/>
                  </a:lnTo>
                  <a:lnTo>
                    <a:pt x="132727" y="391846"/>
                  </a:lnTo>
                  <a:lnTo>
                    <a:pt x="131506" y="391830"/>
                  </a:lnTo>
                  <a:lnTo>
                    <a:pt x="129955" y="392695"/>
                  </a:lnTo>
                  <a:lnTo>
                    <a:pt x="129846" y="392940"/>
                  </a:lnTo>
                  <a:lnTo>
                    <a:pt x="129817" y="394539"/>
                  </a:lnTo>
                  <a:lnTo>
                    <a:pt x="125761" y="395709"/>
                  </a:lnTo>
                  <a:lnTo>
                    <a:pt x="124872" y="398744"/>
                  </a:lnTo>
                  <a:lnTo>
                    <a:pt x="124410" y="399675"/>
                  </a:lnTo>
                  <a:lnTo>
                    <a:pt x="122820" y="401882"/>
                  </a:lnTo>
                  <a:lnTo>
                    <a:pt x="121847" y="402771"/>
                  </a:lnTo>
                  <a:lnTo>
                    <a:pt x="120735" y="403308"/>
                  </a:lnTo>
                  <a:lnTo>
                    <a:pt x="120152" y="404055"/>
                  </a:lnTo>
                  <a:lnTo>
                    <a:pt x="120098" y="405016"/>
                  </a:lnTo>
                  <a:lnTo>
                    <a:pt x="119783" y="405844"/>
                  </a:lnTo>
                  <a:lnTo>
                    <a:pt x="118819" y="407217"/>
                  </a:lnTo>
                  <a:lnTo>
                    <a:pt x="118348" y="408942"/>
                  </a:lnTo>
                  <a:lnTo>
                    <a:pt x="118004" y="409213"/>
                  </a:lnTo>
                  <a:lnTo>
                    <a:pt x="116211" y="409629"/>
                  </a:lnTo>
                  <a:lnTo>
                    <a:pt x="115854" y="410174"/>
                  </a:lnTo>
                  <a:lnTo>
                    <a:pt x="115681" y="412507"/>
                  </a:lnTo>
                  <a:lnTo>
                    <a:pt x="115349" y="412581"/>
                  </a:lnTo>
                  <a:lnTo>
                    <a:pt x="114713" y="412039"/>
                  </a:lnTo>
                  <a:lnTo>
                    <a:pt x="113885" y="412458"/>
                  </a:lnTo>
                  <a:lnTo>
                    <a:pt x="112023" y="415096"/>
                  </a:lnTo>
                  <a:lnTo>
                    <a:pt x="111614" y="416044"/>
                  </a:lnTo>
                  <a:lnTo>
                    <a:pt x="111659" y="416552"/>
                  </a:lnTo>
                  <a:lnTo>
                    <a:pt x="111949" y="417055"/>
                  </a:lnTo>
                  <a:lnTo>
                    <a:pt x="112390" y="418624"/>
                  </a:lnTo>
                  <a:lnTo>
                    <a:pt x="112363" y="419680"/>
                  </a:lnTo>
                  <a:lnTo>
                    <a:pt x="111645" y="422625"/>
                  </a:lnTo>
                  <a:lnTo>
                    <a:pt x="111394" y="423079"/>
                  </a:lnTo>
                  <a:lnTo>
                    <a:pt x="110521" y="423809"/>
                  </a:lnTo>
                  <a:lnTo>
                    <a:pt x="110166" y="425438"/>
                  </a:lnTo>
                  <a:lnTo>
                    <a:pt x="109362" y="425258"/>
                  </a:lnTo>
                  <a:lnTo>
                    <a:pt x="108716" y="425566"/>
                  </a:lnTo>
                  <a:lnTo>
                    <a:pt x="108293" y="426653"/>
                  </a:lnTo>
                  <a:lnTo>
                    <a:pt x="107833" y="427279"/>
                  </a:lnTo>
                  <a:lnTo>
                    <a:pt x="107336" y="427444"/>
                  </a:lnTo>
                  <a:lnTo>
                    <a:pt x="106711" y="428305"/>
                  </a:lnTo>
                  <a:lnTo>
                    <a:pt x="105958" y="429863"/>
                  </a:lnTo>
                  <a:lnTo>
                    <a:pt x="105262" y="430857"/>
                  </a:lnTo>
                  <a:lnTo>
                    <a:pt x="104621" y="431286"/>
                  </a:lnTo>
                  <a:lnTo>
                    <a:pt x="103998" y="431391"/>
                  </a:lnTo>
                  <a:lnTo>
                    <a:pt x="103392" y="431173"/>
                  </a:lnTo>
                  <a:lnTo>
                    <a:pt x="102848" y="431352"/>
                  </a:lnTo>
                  <a:lnTo>
                    <a:pt x="102364" y="431928"/>
                  </a:lnTo>
                  <a:lnTo>
                    <a:pt x="101892" y="432831"/>
                  </a:lnTo>
                  <a:lnTo>
                    <a:pt x="101517" y="435389"/>
                  </a:lnTo>
                  <a:lnTo>
                    <a:pt x="101039" y="436533"/>
                  </a:lnTo>
                  <a:lnTo>
                    <a:pt x="100737" y="436734"/>
                  </a:lnTo>
                  <a:lnTo>
                    <a:pt x="100121" y="436564"/>
                  </a:lnTo>
                  <a:lnTo>
                    <a:pt x="99190" y="436025"/>
                  </a:lnTo>
                  <a:lnTo>
                    <a:pt x="98244" y="436216"/>
                  </a:lnTo>
                  <a:lnTo>
                    <a:pt x="96718" y="437784"/>
                  </a:lnTo>
                  <a:lnTo>
                    <a:pt x="96233" y="438969"/>
                  </a:lnTo>
                  <a:lnTo>
                    <a:pt x="97195" y="439231"/>
                  </a:lnTo>
                  <a:lnTo>
                    <a:pt x="97671" y="439571"/>
                  </a:lnTo>
                  <a:lnTo>
                    <a:pt x="97659" y="439902"/>
                  </a:lnTo>
                  <a:lnTo>
                    <a:pt x="97157" y="440224"/>
                  </a:lnTo>
                  <a:lnTo>
                    <a:pt x="96304" y="440201"/>
                  </a:lnTo>
                  <a:lnTo>
                    <a:pt x="95790" y="440477"/>
                  </a:lnTo>
                  <a:lnTo>
                    <a:pt x="95165" y="441152"/>
                  </a:lnTo>
                  <a:lnTo>
                    <a:pt x="93597" y="441881"/>
                  </a:lnTo>
                  <a:lnTo>
                    <a:pt x="93002" y="442403"/>
                  </a:lnTo>
                  <a:lnTo>
                    <a:pt x="91819" y="445369"/>
                  </a:lnTo>
                  <a:lnTo>
                    <a:pt x="91678" y="446041"/>
                  </a:lnTo>
                  <a:lnTo>
                    <a:pt x="91829" y="446190"/>
                  </a:lnTo>
                  <a:lnTo>
                    <a:pt x="92493" y="445877"/>
                  </a:lnTo>
                  <a:lnTo>
                    <a:pt x="93274" y="446371"/>
                  </a:lnTo>
                  <a:lnTo>
                    <a:pt x="93679" y="446998"/>
                  </a:lnTo>
                  <a:lnTo>
                    <a:pt x="93938" y="447772"/>
                  </a:lnTo>
                  <a:lnTo>
                    <a:pt x="94184" y="449263"/>
                  </a:lnTo>
                  <a:lnTo>
                    <a:pt x="94336" y="449483"/>
                  </a:lnTo>
                  <a:lnTo>
                    <a:pt x="92834" y="451987"/>
                  </a:lnTo>
                  <a:lnTo>
                    <a:pt x="92409" y="453051"/>
                  </a:lnTo>
                  <a:lnTo>
                    <a:pt x="92134" y="453446"/>
                  </a:lnTo>
                  <a:lnTo>
                    <a:pt x="91955" y="453140"/>
                  </a:lnTo>
                  <a:lnTo>
                    <a:pt x="91769" y="450351"/>
                  </a:lnTo>
                  <a:lnTo>
                    <a:pt x="91656" y="449878"/>
                  </a:lnTo>
                  <a:lnTo>
                    <a:pt x="91303" y="449829"/>
                  </a:lnTo>
                  <a:lnTo>
                    <a:pt x="90960" y="450711"/>
                  </a:lnTo>
                  <a:lnTo>
                    <a:pt x="90209" y="454007"/>
                  </a:lnTo>
                  <a:lnTo>
                    <a:pt x="89392" y="455668"/>
                  </a:lnTo>
                  <a:lnTo>
                    <a:pt x="83244" y="459929"/>
                  </a:lnTo>
                  <a:lnTo>
                    <a:pt x="82342" y="460895"/>
                  </a:lnTo>
                  <a:lnTo>
                    <a:pt x="82168" y="462713"/>
                  </a:lnTo>
                  <a:lnTo>
                    <a:pt x="81915" y="464288"/>
                  </a:lnTo>
                  <a:lnTo>
                    <a:pt x="81507" y="465541"/>
                  </a:lnTo>
                  <a:lnTo>
                    <a:pt x="81030" y="466335"/>
                  </a:lnTo>
                  <a:lnTo>
                    <a:pt x="80929" y="465771"/>
                  </a:lnTo>
                  <a:lnTo>
                    <a:pt x="80976" y="461343"/>
                  </a:lnTo>
                  <a:lnTo>
                    <a:pt x="80849" y="460463"/>
                  </a:lnTo>
                  <a:lnTo>
                    <a:pt x="80229" y="459898"/>
                  </a:lnTo>
                  <a:lnTo>
                    <a:pt x="79956" y="459976"/>
                  </a:lnTo>
                  <a:lnTo>
                    <a:pt x="79581" y="460225"/>
                  </a:lnTo>
                  <a:lnTo>
                    <a:pt x="78966" y="461183"/>
                  </a:lnTo>
                  <a:lnTo>
                    <a:pt x="78590" y="461422"/>
                  </a:lnTo>
                  <a:lnTo>
                    <a:pt x="78121" y="461343"/>
                  </a:lnTo>
                  <a:lnTo>
                    <a:pt x="77320" y="462286"/>
                  </a:lnTo>
                  <a:lnTo>
                    <a:pt x="75415" y="465312"/>
                  </a:lnTo>
                  <a:lnTo>
                    <a:pt x="74171" y="466064"/>
                  </a:lnTo>
                  <a:lnTo>
                    <a:pt x="73842" y="466693"/>
                  </a:lnTo>
                  <a:lnTo>
                    <a:pt x="73310" y="468348"/>
                  </a:lnTo>
                  <a:lnTo>
                    <a:pt x="72958" y="468954"/>
                  </a:lnTo>
                  <a:lnTo>
                    <a:pt x="72437" y="469007"/>
                  </a:lnTo>
                  <a:lnTo>
                    <a:pt x="71748" y="468508"/>
                  </a:lnTo>
                  <a:lnTo>
                    <a:pt x="71193" y="468861"/>
                  </a:lnTo>
                  <a:lnTo>
                    <a:pt x="70774" y="470066"/>
                  </a:lnTo>
                  <a:lnTo>
                    <a:pt x="70348" y="470542"/>
                  </a:lnTo>
                  <a:lnTo>
                    <a:pt x="69138" y="469653"/>
                  </a:lnTo>
                  <a:lnTo>
                    <a:pt x="68604" y="470261"/>
                  </a:lnTo>
                  <a:lnTo>
                    <a:pt x="67912" y="471816"/>
                  </a:lnTo>
                  <a:lnTo>
                    <a:pt x="67188" y="472842"/>
                  </a:lnTo>
                  <a:lnTo>
                    <a:pt x="66433" y="473340"/>
                  </a:lnTo>
                  <a:lnTo>
                    <a:pt x="64473" y="473859"/>
                  </a:lnTo>
                  <a:lnTo>
                    <a:pt x="63685" y="473527"/>
                  </a:lnTo>
                  <a:lnTo>
                    <a:pt x="63525" y="473076"/>
                  </a:lnTo>
                  <a:lnTo>
                    <a:pt x="63562" y="471093"/>
                  </a:lnTo>
                  <a:lnTo>
                    <a:pt x="63878" y="469663"/>
                  </a:lnTo>
                  <a:lnTo>
                    <a:pt x="64171" y="468988"/>
                  </a:lnTo>
                  <a:lnTo>
                    <a:pt x="64562" y="468392"/>
                  </a:lnTo>
                  <a:lnTo>
                    <a:pt x="65133" y="468323"/>
                  </a:lnTo>
                  <a:lnTo>
                    <a:pt x="66202" y="468769"/>
                  </a:lnTo>
                  <a:lnTo>
                    <a:pt x="66081" y="468290"/>
                  </a:lnTo>
                  <a:lnTo>
                    <a:pt x="65692" y="467721"/>
                  </a:lnTo>
                  <a:lnTo>
                    <a:pt x="64708" y="466740"/>
                  </a:lnTo>
                  <a:lnTo>
                    <a:pt x="63734" y="466240"/>
                  </a:lnTo>
                  <a:lnTo>
                    <a:pt x="63175" y="466557"/>
                  </a:lnTo>
                  <a:lnTo>
                    <a:pt x="62388" y="467313"/>
                  </a:lnTo>
                  <a:lnTo>
                    <a:pt x="61855" y="468183"/>
                  </a:lnTo>
                  <a:lnTo>
                    <a:pt x="61573" y="469171"/>
                  </a:lnTo>
                  <a:lnTo>
                    <a:pt x="61220" y="472399"/>
                  </a:lnTo>
                  <a:lnTo>
                    <a:pt x="61016" y="473272"/>
                  </a:lnTo>
                  <a:lnTo>
                    <a:pt x="58720" y="478961"/>
                  </a:lnTo>
                  <a:lnTo>
                    <a:pt x="57820" y="480714"/>
                  </a:lnTo>
                  <a:lnTo>
                    <a:pt x="56930" y="480583"/>
                  </a:lnTo>
                  <a:lnTo>
                    <a:pt x="56498" y="481245"/>
                  </a:lnTo>
                  <a:lnTo>
                    <a:pt x="55891" y="482666"/>
                  </a:lnTo>
                  <a:lnTo>
                    <a:pt x="55331" y="483346"/>
                  </a:lnTo>
                  <a:lnTo>
                    <a:pt x="54817" y="483284"/>
                  </a:lnTo>
                  <a:lnTo>
                    <a:pt x="54417" y="483014"/>
                  </a:lnTo>
                  <a:lnTo>
                    <a:pt x="54133" y="482535"/>
                  </a:lnTo>
                  <a:lnTo>
                    <a:pt x="54182" y="482088"/>
                  </a:lnTo>
                  <a:lnTo>
                    <a:pt x="54565" y="481672"/>
                  </a:lnTo>
                  <a:lnTo>
                    <a:pt x="54428" y="480534"/>
                  </a:lnTo>
                  <a:lnTo>
                    <a:pt x="53770" y="478671"/>
                  </a:lnTo>
                  <a:lnTo>
                    <a:pt x="53322" y="477658"/>
                  </a:lnTo>
                  <a:lnTo>
                    <a:pt x="52471" y="477541"/>
                  </a:lnTo>
                  <a:lnTo>
                    <a:pt x="52339" y="478388"/>
                  </a:lnTo>
                  <a:lnTo>
                    <a:pt x="52625" y="482718"/>
                  </a:lnTo>
                  <a:lnTo>
                    <a:pt x="52581" y="483695"/>
                  </a:lnTo>
                  <a:lnTo>
                    <a:pt x="52048" y="484931"/>
                  </a:lnTo>
                  <a:lnTo>
                    <a:pt x="50652" y="486308"/>
                  </a:lnTo>
                  <a:lnTo>
                    <a:pt x="50215" y="486174"/>
                  </a:lnTo>
                  <a:lnTo>
                    <a:pt x="48957" y="483457"/>
                  </a:lnTo>
                  <a:lnTo>
                    <a:pt x="47767" y="482919"/>
                  </a:lnTo>
                  <a:lnTo>
                    <a:pt x="47689" y="483803"/>
                  </a:lnTo>
                  <a:lnTo>
                    <a:pt x="47954" y="485610"/>
                  </a:lnTo>
                  <a:lnTo>
                    <a:pt x="47657" y="487296"/>
                  </a:lnTo>
                  <a:lnTo>
                    <a:pt x="46797" y="488868"/>
                  </a:lnTo>
                  <a:lnTo>
                    <a:pt x="46143" y="489629"/>
                  </a:lnTo>
                  <a:lnTo>
                    <a:pt x="45694" y="489583"/>
                  </a:lnTo>
                  <a:lnTo>
                    <a:pt x="45669" y="488484"/>
                  </a:lnTo>
                  <a:lnTo>
                    <a:pt x="46069" y="486330"/>
                  </a:lnTo>
                  <a:lnTo>
                    <a:pt x="46171" y="484536"/>
                  </a:lnTo>
                  <a:lnTo>
                    <a:pt x="45976" y="483101"/>
                  </a:lnTo>
                  <a:lnTo>
                    <a:pt x="45998" y="481998"/>
                  </a:lnTo>
                  <a:lnTo>
                    <a:pt x="46237" y="481231"/>
                  </a:lnTo>
                  <a:lnTo>
                    <a:pt x="47817" y="479100"/>
                  </a:lnTo>
                  <a:lnTo>
                    <a:pt x="48481" y="478781"/>
                  </a:lnTo>
                  <a:lnTo>
                    <a:pt x="48838" y="479309"/>
                  </a:lnTo>
                  <a:lnTo>
                    <a:pt x="49283" y="479398"/>
                  </a:lnTo>
                  <a:lnTo>
                    <a:pt x="49815" y="479052"/>
                  </a:lnTo>
                  <a:lnTo>
                    <a:pt x="50152" y="478371"/>
                  </a:lnTo>
                  <a:lnTo>
                    <a:pt x="50291" y="477354"/>
                  </a:lnTo>
                  <a:lnTo>
                    <a:pt x="50972" y="476052"/>
                  </a:lnTo>
                  <a:lnTo>
                    <a:pt x="52196" y="474465"/>
                  </a:lnTo>
                  <a:lnTo>
                    <a:pt x="53596" y="471533"/>
                  </a:lnTo>
                  <a:lnTo>
                    <a:pt x="55172" y="467257"/>
                  </a:lnTo>
                  <a:lnTo>
                    <a:pt x="57020" y="463572"/>
                  </a:lnTo>
                  <a:lnTo>
                    <a:pt x="59140" y="460477"/>
                  </a:lnTo>
                  <a:lnTo>
                    <a:pt x="61441" y="458023"/>
                  </a:lnTo>
                  <a:lnTo>
                    <a:pt x="66072" y="454648"/>
                  </a:lnTo>
                  <a:lnTo>
                    <a:pt x="66428" y="454854"/>
                  </a:lnTo>
                  <a:lnTo>
                    <a:pt x="66005" y="455948"/>
                  </a:lnTo>
                  <a:lnTo>
                    <a:pt x="66294" y="456632"/>
                  </a:lnTo>
                  <a:lnTo>
                    <a:pt x="66749" y="456720"/>
                  </a:lnTo>
                  <a:lnTo>
                    <a:pt x="68446" y="456179"/>
                  </a:lnTo>
                  <a:lnTo>
                    <a:pt x="69119" y="455469"/>
                  </a:lnTo>
                  <a:lnTo>
                    <a:pt x="69319" y="456153"/>
                  </a:lnTo>
                  <a:lnTo>
                    <a:pt x="69083" y="457016"/>
                  </a:lnTo>
                  <a:lnTo>
                    <a:pt x="68064" y="457890"/>
                  </a:lnTo>
                  <a:lnTo>
                    <a:pt x="68093" y="458616"/>
                  </a:lnTo>
                  <a:lnTo>
                    <a:pt x="69574" y="462022"/>
                  </a:lnTo>
                  <a:lnTo>
                    <a:pt x="70040" y="462537"/>
                  </a:lnTo>
                  <a:lnTo>
                    <a:pt x="70427" y="462474"/>
                  </a:lnTo>
                  <a:lnTo>
                    <a:pt x="70591" y="462034"/>
                  </a:lnTo>
                  <a:lnTo>
                    <a:pt x="70468" y="459577"/>
                  </a:lnTo>
                  <a:lnTo>
                    <a:pt x="70968" y="459109"/>
                  </a:lnTo>
                  <a:lnTo>
                    <a:pt x="71993" y="458995"/>
                  </a:lnTo>
                  <a:lnTo>
                    <a:pt x="72661" y="459316"/>
                  </a:lnTo>
                  <a:lnTo>
                    <a:pt x="72972" y="460072"/>
                  </a:lnTo>
                  <a:lnTo>
                    <a:pt x="73558" y="460698"/>
                  </a:lnTo>
                  <a:lnTo>
                    <a:pt x="74420" y="461194"/>
                  </a:lnTo>
                  <a:lnTo>
                    <a:pt x="74954" y="461041"/>
                  </a:lnTo>
                  <a:lnTo>
                    <a:pt x="75162" y="460240"/>
                  </a:lnTo>
                  <a:lnTo>
                    <a:pt x="74793" y="459287"/>
                  </a:lnTo>
                  <a:lnTo>
                    <a:pt x="73145" y="457189"/>
                  </a:lnTo>
                  <a:lnTo>
                    <a:pt x="72688" y="456314"/>
                  </a:lnTo>
                  <a:lnTo>
                    <a:pt x="72576" y="455095"/>
                  </a:lnTo>
                  <a:lnTo>
                    <a:pt x="72810" y="453534"/>
                  </a:lnTo>
                  <a:lnTo>
                    <a:pt x="73328" y="451218"/>
                  </a:lnTo>
                  <a:lnTo>
                    <a:pt x="74129" y="448147"/>
                  </a:lnTo>
                  <a:lnTo>
                    <a:pt x="74855" y="446000"/>
                  </a:lnTo>
                  <a:lnTo>
                    <a:pt x="76324" y="443570"/>
                  </a:lnTo>
                  <a:lnTo>
                    <a:pt x="77314" y="442368"/>
                  </a:lnTo>
                  <a:lnTo>
                    <a:pt x="79825" y="438686"/>
                  </a:lnTo>
                  <a:lnTo>
                    <a:pt x="84651" y="434935"/>
                  </a:lnTo>
                  <a:lnTo>
                    <a:pt x="85843" y="432527"/>
                  </a:lnTo>
                  <a:lnTo>
                    <a:pt x="87465" y="429868"/>
                  </a:lnTo>
                  <a:lnTo>
                    <a:pt x="88160" y="429214"/>
                  </a:lnTo>
                  <a:lnTo>
                    <a:pt x="88160" y="430241"/>
                  </a:lnTo>
                  <a:lnTo>
                    <a:pt x="88383" y="431157"/>
                  </a:lnTo>
                  <a:lnTo>
                    <a:pt x="89467" y="431768"/>
                  </a:lnTo>
                  <a:lnTo>
                    <a:pt x="90171" y="431980"/>
                  </a:lnTo>
                  <a:lnTo>
                    <a:pt x="90495" y="431794"/>
                  </a:lnTo>
                  <a:lnTo>
                    <a:pt x="90584" y="430817"/>
                  </a:lnTo>
                  <a:lnTo>
                    <a:pt x="90438" y="429049"/>
                  </a:lnTo>
                  <a:lnTo>
                    <a:pt x="90402" y="427380"/>
                  </a:lnTo>
                  <a:lnTo>
                    <a:pt x="90475" y="425810"/>
                  </a:lnTo>
                  <a:lnTo>
                    <a:pt x="90633" y="424568"/>
                  </a:lnTo>
                  <a:lnTo>
                    <a:pt x="91356" y="422362"/>
                  </a:lnTo>
                  <a:lnTo>
                    <a:pt x="92431" y="419850"/>
                  </a:lnTo>
                  <a:lnTo>
                    <a:pt x="93900" y="416930"/>
                  </a:lnTo>
                  <a:lnTo>
                    <a:pt x="94827" y="415607"/>
                  </a:lnTo>
                  <a:lnTo>
                    <a:pt x="95702" y="414905"/>
                  </a:lnTo>
                  <a:lnTo>
                    <a:pt x="96546" y="413633"/>
                  </a:lnTo>
                  <a:lnTo>
                    <a:pt x="98002" y="410622"/>
                  </a:lnTo>
                  <a:lnTo>
                    <a:pt x="98469" y="410128"/>
                  </a:lnTo>
                  <a:lnTo>
                    <a:pt x="99512" y="409535"/>
                  </a:lnTo>
                  <a:lnTo>
                    <a:pt x="99895" y="409798"/>
                  </a:lnTo>
                  <a:lnTo>
                    <a:pt x="100120" y="410552"/>
                  </a:lnTo>
                  <a:lnTo>
                    <a:pt x="100393" y="411023"/>
                  </a:lnTo>
                  <a:lnTo>
                    <a:pt x="101453" y="411447"/>
                  </a:lnTo>
                  <a:lnTo>
                    <a:pt x="102159" y="410775"/>
                  </a:lnTo>
                  <a:lnTo>
                    <a:pt x="102044" y="410420"/>
                  </a:lnTo>
                  <a:lnTo>
                    <a:pt x="101471" y="410193"/>
                  </a:lnTo>
                  <a:lnTo>
                    <a:pt x="101104" y="409756"/>
                  </a:lnTo>
                  <a:lnTo>
                    <a:pt x="100758" y="407960"/>
                  </a:lnTo>
                  <a:lnTo>
                    <a:pt x="100056" y="406877"/>
                  </a:lnTo>
                  <a:lnTo>
                    <a:pt x="99897" y="405655"/>
                  </a:lnTo>
                  <a:lnTo>
                    <a:pt x="100024" y="403751"/>
                  </a:lnTo>
                  <a:lnTo>
                    <a:pt x="100628" y="399280"/>
                  </a:lnTo>
                  <a:lnTo>
                    <a:pt x="100727" y="394681"/>
                  </a:lnTo>
                  <a:lnTo>
                    <a:pt x="101264" y="392048"/>
                  </a:lnTo>
                  <a:lnTo>
                    <a:pt x="102344" y="391096"/>
                  </a:lnTo>
                  <a:lnTo>
                    <a:pt x="104737" y="390445"/>
                  </a:lnTo>
                  <a:lnTo>
                    <a:pt x="103337" y="389253"/>
                  </a:lnTo>
                  <a:lnTo>
                    <a:pt x="102815" y="389245"/>
                  </a:lnTo>
                  <a:lnTo>
                    <a:pt x="101904" y="388686"/>
                  </a:lnTo>
                  <a:lnTo>
                    <a:pt x="101558" y="385820"/>
                  </a:lnTo>
                  <a:lnTo>
                    <a:pt x="101565" y="383733"/>
                  </a:lnTo>
                  <a:lnTo>
                    <a:pt x="102169" y="381319"/>
                  </a:lnTo>
                  <a:lnTo>
                    <a:pt x="104399" y="377245"/>
                  </a:lnTo>
                  <a:lnTo>
                    <a:pt x="106843" y="374426"/>
                  </a:lnTo>
                  <a:lnTo>
                    <a:pt x="106513" y="374193"/>
                  </a:lnTo>
                  <a:lnTo>
                    <a:pt x="106210" y="373355"/>
                  </a:lnTo>
                  <a:lnTo>
                    <a:pt x="107337" y="367708"/>
                  </a:lnTo>
                  <a:lnTo>
                    <a:pt x="108437" y="362667"/>
                  </a:lnTo>
                  <a:lnTo>
                    <a:pt x="106952" y="366963"/>
                  </a:lnTo>
                  <a:lnTo>
                    <a:pt x="105234" y="370250"/>
                  </a:lnTo>
                  <a:lnTo>
                    <a:pt x="100199" y="374066"/>
                  </a:lnTo>
                  <a:lnTo>
                    <a:pt x="96775" y="377266"/>
                  </a:lnTo>
                  <a:lnTo>
                    <a:pt x="95150" y="378033"/>
                  </a:lnTo>
                  <a:lnTo>
                    <a:pt x="94077" y="377219"/>
                  </a:lnTo>
                  <a:lnTo>
                    <a:pt x="93240" y="374150"/>
                  </a:lnTo>
                  <a:lnTo>
                    <a:pt x="92762" y="373058"/>
                  </a:lnTo>
                  <a:lnTo>
                    <a:pt x="92148" y="371056"/>
                  </a:lnTo>
                  <a:lnTo>
                    <a:pt x="92407" y="368455"/>
                  </a:lnTo>
                  <a:lnTo>
                    <a:pt x="92894" y="366654"/>
                  </a:lnTo>
                  <a:lnTo>
                    <a:pt x="93962" y="366359"/>
                  </a:lnTo>
                  <a:lnTo>
                    <a:pt x="95167" y="367227"/>
                  </a:lnTo>
                  <a:lnTo>
                    <a:pt x="96212" y="367301"/>
                  </a:lnTo>
                  <a:lnTo>
                    <a:pt x="94865" y="365526"/>
                  </a:lnTo>
                  <a:lnTo>
                    <a:pt x="92921" y="363979"/>
                  </a:lnTo>
                  <a:lnTo>
                    <a:pt x="92040" y="364482"/>
                  </a:lnTo>
                  <a:lnTo>
                    <a:pt x="91367" y="366995"/>
                  </a:lnTo>
                  <a:lnTo>
                    <a:pt x="90465" y="368721"/>
                  </a:lnTo>
                  <a:lnTo>
                    <a:pt x="89674" y="368109"/>
                  </a:lnTo>
                  <a:lnTo>
                    <a:pt x="89204" y="367406"/>
                  </a:lnTo>
                  <a:lnTo>
                    <a:pt x="89530" y="369514"/>
                  </a:lnTo>
                  <a:lnTo>
                    <a:pt x="88932" y="372723"/>
                  </a:lnTo>
                  <a:lnTo>
                    <a:pt x="88705" y="374945"/>
                  </a:lnTo>
                  <a:lnTo>
                    <a:pt x="89563" y="380809"/>
                  </a:lnTo>
                  <a:lnTo>
                    <a:pt x="89404" y="383153"/>
                  </a:lnTo>
                  <a:lnTo>
                    <a:pt x="87846" y="384230"/>
                  </a:lnTo>
                  <a:lnTo>
                    <a:pt x="86578" y="382302"/>
                  </a:lnTo>
                  <a:lnTo>
                    <a:pt x="83929" y="374870"/>
                  </a:lnTo>
                  <a:lnTo>
                    <a:pt x="83006" y="372753"/>
                  </a:lnTo>
                  <a:lnTo>
                    <a:pt x="80929" y="369260"/>
                  </a:lnTo>
                  <a:lnTo>
                    <a:pt x="80244" y="369758"/>
                  </a:lnTo>
                  <a:lnTo>
                    <a:pt x="79371" y="371481"/>
                  </a:lnTo>
                  <a:lnTo>
                    <a:pt x="78526" y="371957"/>
                  </a:lnTo>
                  <a:lnTo>
                    <a:pt x="76292" y="369415"/>
                  </a:lnTo>
                  <a:lnTo>
                    <a:pt x="75251" y="367476"/>
                  </a:lnTo>
                  <a:lnTo>
                    <a:pt x="74267" y="365122"/>
                  </a:lnTo>
                  <a:lnTo>
                    <a:pt x="72760" y="366418"/>
                  </a:lnTo>
                  <a:lnTo>
                    <a:pt x="71446" y="367962"/>
                  </a:lnTo>
                  <a:lnTo>
                    <a:pt x="69903" y="370426"/>
                  </a:lnTo>
                  <a:lnTo>
                    <a:pt x="68873" y="370404"/>
                  </a:lnTo>
                  <a:lnTo>
                    <a:pt x="66069" y="372515"/>
                  </a:lnTo>
                  <a:lnTo>
                    <a:pt x="65772" y="372560"/>
                  </a:lnTo>
                  <a:lnTo>
                    <a:pt x="65377" y="373698"/>
                  </a:lnTo>
                  <a:lnTo>
                    <a:pt x="64990" y="374208"/>
                  </a:lnTo>
                  <a:lnTo>
                    <a:pt x="64671" y="376399"/>
                  </a:lnTo>
                  <a:lnTo>
                    <a:pt x="60882" y="378099"/>
                  </a:lnTo>
                  <a:lnTo>
                    <a:pt x="57138" y="377147"/>
                  </a:lnTo>
                  <a:lnTo>
                    <a:pt x="58448" y="375942"/>
                  </a:lnTo>
                  <a:lnTo>
                    <a:pt x="59911" y="374994"/>
                  </a:lnTo>
                  <a:lnTo>
                    <a:pt x="61181" y="372713"/>
                  </a:lnTo>
                  <a:lnTo>
                    <a:pt x="60641" y="369666"/>
                  </a:lnTo>
                  <a:lnTo>
                    <a:pt x="60547" y="368113"/>
                  </a:lnTo>
                  <a:lnTo>
                    <a:pt x="60563" y="366149"/>
                  </a:lnTo>
                  <a:lnTo>
                    <a:pt x="61950" y="363394"/>
                  </a:lnTo>
                  <a:lnTo>
                    <a:pt x="60507" y="363399"/>
                  </a:lnTo>
                  <a:lnTo>
                    <a:pt x="59581" y="364386"/>
                  </a:lnTo>
                  <a:lnTo>
                    <a:pt x="58713" y="362316"/>
                  </a:lnTo>
                  <a:lnTo>
                    <a:pt x="58307" y="358243"/>
                  </a:lnTo>
                  <a:lnTo>
                    <a:pt x="59299" y="355835"/>
                  </a:lnTo>
                  <a:lnTo>
                    <a:pt x="59760" y="353979"/>
                  </a:lnTo>
                  <a:lnTo>
                    <a:pt x="60149" y="351431"/>
                  </a:lnTo>
                  <a:lnTo>
                    <a:pt x="60178" y="349241"/>
                  </a:lnTo>
                  <a:lnTo>
                    <a:pt x="59410" y="345533"/>
                  </a:lnTo>
                  <a:lnTo>
                    <a:pt x="57203" y="337675"/>
                  </a:lnTo>
                  <a:lnTo>
                    <a:pt x="56200" y="331816"/>
                  </a:lnTo>
                  <a:lnTo>
                    <a:pt x="54481" y="328694"/>
                  </a:lnTo>
                  <a:lnTo>
                    <a:pt x="55764" y="323585"/>
                  </a:lnTo>
                  <a:lnTo>
                    <a:pt x="57196" y="318932"/>
                  </a:lnTo>
                  <a:lnTo>
                    <a:pt x="59045" y="316850"/>
                  </a:lnTo>
                  <a:lnTo>
                    <a:pt x="58896" y="316538"/>
                  </a:lnTo>
                  <a:lnTo>
                    <a:pt x="57875" y="316552"/>
                  </a:lnTo>
                  <a:lnTo>
                    <a:pt x="57204" y="316828"/>
                  </a:lnTo>
                  <a:lnTo>
                    <a:pt x="56609" y="318341"/>
                  </a:lnTo>
                  <a:lnTo>
                    <a:pt x="55983" y="319497"/>
                  </a:lnTo>
                  <a:lnTo>
                    <a:pt x="54025" y="325423"/>
                  </a:lnTo>
                  <a:lnTo>
                    <a:pt x="52766" y="328310"/>
                  </a:lnTo>
                  <a:lnTo>
                    <a:pt x="51946" y="329138"/>
                  </a:lnTo>
                  <a:lnTo>
                    <a:pt x="53266" y="330258"/>
                  </a:lnTo>
                  <a:lnTo>
                    <a:pt x="53465" y="331201"/>
                  </a:lnTo>
                  <a:lnTo>
                    <a:pt x="53720" y="333345"/>
                  </a:lnTo>
                  <a:lnTo>
                    <a:pt x="53382" y="335951"/>
                  </a:lnTo>
                  <a:lnTo>
                    <a:pt x="53044" y="337388"/>
                  </a:lnTo>
                  <a:lnTo>
                    <a:pt x="51488" y="337273"/>
                  </a:lnTo>
                  <a:lnTo>
                    <a:pt x="50092" y="339368"/>
                  </a:lnTo>
                  <a:lnTo>
                    <a:pt x="46808" y="341647"/>
                  </a:lnTo>
                  <a:lnTo>
                    <a:pt x="42377" y="342950"/>
                  </a:lnTo>
                  <a:lnTo>
                    <a:pt x="40199" y="342794"/>
                  </a:lnTo>
                  <a:lnTo>
                    <a:pt x="37931" y="340135"/>
                  </a:lnTo>
                  <a:lnTo>
                    <a:pt x="37947" y="338596"/>
                  </a:lnTo>
                  <a:lnTo>
                    <a:pt x="38039" y="337256"/>
                  </a:lnTo>
                  <a:lnTo>
                    <a:pt x="34781" y="332673"/>
                  </a:lnTo>
                  <a:lnTo>
                    <a:pt x="32937" y="328108"/>
                  </a:lnTo>
                  <a:lnTo>
                    <a:pt x="31613" y="328007"/>
                  </a:lnTo>
                  <a:lnTo>
                    <a:pt x="30462" y="326789"/>
                  </a:lnTo>
                  <a:lnTo>
                    <a:pt x="29102" y="324895"/>
                  </a:lnTo>
                  <a:lnTo>
                    <a:pt x="29222" y="323367"/>
                  </a:lnTo>
                  <a:lnTo>
                    <a:pt x="29435" y="322292"/>
                  </a:lnTo>
                  <a:lnTo>
                    <a:pt x="28601" y="321540"/>
                  </a:lnTo>
                  <a:lnTo>
                    <a:pt x="27532" y="321614"/>
                  </a:lnTo>
                  <a:lnTo>
                    <a:pt x="26289" y="321093"/>
                  </a:lnTo>
                  <a:lnTo>
                    <a:pt x="29536" y="315218"/>
                  </a:lnTo>
                  <a:lnTo>
                    <a:pt x="30653" y="311285"/>
                  </a:lnTo>
                  <a:lnTo>
                    <a:pt x="31563" y="310726"/>
                  </a:lnTo>
                  <a:lnTo>
                    <a:pt x="32744" y="311332"/>
                  </a:lnTo>
                  <a:lnTo>
                    <a:pt x="34373" y="312883"/>
                  </a:lnTo>
                  <a:lnTo>
                    <a:pt x="35746" y="313567"/>
                  </a:lnTo>
                  <a:lnTo>
                    <a:pt x="36242" y="314294"/>
                  </a:lnTo>
                  <a:lnTo>
                    <a:pt x="36750" y="315672"/>
                  </a:lnTo>
                  <a:lnTo>
                    <a:pt x="36214" y="317978"/>
                  </a:lnTo>
                  <a:lnTo>
                    <a:pt x="35724" y="319597"/>
                  </a:lnTo>
                  <a:lnTo>
                    <a:pt x="36327" y="319157"/>
                  </a:lnTo>
                  <a:lnTo>
                    <a:pt x="38036" y="316652"/>
                  </a:lnTo>
                  <a:lnTo>
                    <a:pt x="39308" y="314449"/>
                  </a:lnTo>
                  <a:lnTo>
                    <a:pt x="39918" y="314678"/>
                  </a:lnTo>
                  <a:lnTo>
                    <a:pt x="40314" y="315066"/>
                  </a:lnTo>
                  <a:lnTo>
                    <a:pt x="41021" y="317339"/>
                  </a:lnTo>
                  <a:lnTo>
                    <a:pt x="41900" y="319652"/>
                  </a:lnTo>
                  <a:lnTo>
                    <a:pt x="43835" y="317448"/>
                  </a:lnTo>
                  <a:lnTo>
                    <a:pt x="44871" y="314704"/>
                  </a:lnTo>
                  <a:lnTo>
                    <a:pt x="43997" y="313501"/>
                  </a:lnTo>
                  <a:lnTo>
                    <a:pt x="42928" y="312789"/>
                  </a:lnTo>
                  <a:lnTo>
                    <a:pt x="40202" y="311856"/>
                  </a:lnTo>
                  <a:lnTo>
                    <a:pt x="40868" y="311070"/>
                  </a:lnTo>
                  <a:lnTo>
                    <a:pt x="42617" y="311156"/>
                  </a:lnTo>
                  <a:lnTo>
                    <a:pt x="43275" y="310403"/>
                  </a:lnTo>
                  <a:lnTo>
                    <a:pt x="42583" y="309361"/>
                  </a:lnTo>
                  <a:lnTo>
                    <a:pt x="41717" y="308431"/>
                  </a:lnTo>
                  <a:lnTo>
                    <a:pt x="39355" y="311534"/>
                  </a:lnTo>
                  <a:lnTo>
                    <a:pt x="35059" y="311378"/>
                  </a:lnTo>
                  <a:lnTo>
                    <a:pt x="32056" y="309566"/>
                  </a:lnTo>
                  <a:lnTo>
                    <a:pt x="29059" y="309881"/>
                  </a:lnTo>
                  <a:lnTo>
                    <a:pt x="28586" y="309521"/>
                  </a:lnTo>
                  <a:lnTo>
                    <a:pt x="28003" y="308550"/>
                  </a:lnTo>
                  <a:lnTo>
                    <a:pt x="29691" y="306246"/>
                  </a:lnTo>
                  <a:lnTo>
                    <a:pt x="30886" y="304972"/>
                  </a:lnTo>
                  <a:lnTo>
                    <a:pt x="30950" y="304234"/>
                  </a:lnTo>
                  <a:lnTo>
                    <a:pt x="30255" y="304141"/>
                  </a:lnTo>
                  <a:lnTo>
                    <a:pt x="28949" y="304753"/>
                  </a:lnTo>
                  <a:lnTo>
                    <a:pt x="28366" y="303691"/>
                  </a:lnTo>
                  <a:lnTo>
                    <a:pt x="28462" y="301850"/>
                  </a:lnTo>
                  <a:lnTo>
                    <a:pt x="28248" y="302015"/>
                  </a:lnTo>
                  <a:lnTo>
                    <a:pt x="27731" y="303020"/>
                  </a:lnTo>
                  <a:lnTo>
                    <a:pt x="27000" y="302524"/>
                  </a:lnTo>
                  <a:lnTo>
                    <a:pt x="26375" y="301694"/>
                  </a:lnTo>
                  <a:lnTo>
                    <a:pt x="26702" y="300810"/>
                  </a:lnTo>
                  <a:lnTo>
                    <a:pt x="27345" y="299595"/>
                  </a:lnTo>
                  <a:lnTo>
                    <a:pt x="27060" y="299414"/>
                  </a:lnTo>
                  <a:lnTo>
                    <a:pt x="26482" y="299673"/>
                  </a:lnTo>
                  <a:lnTo>
                    <a:pt x="25921" y="301263"/>
                  </a:lnTo>
                  <a:lnTo>
                    <a:pt x="26044" y="302550"/>
                  </a:lnTo>
                  <a:lnTo>
                    <a:pt x="26030" y="304395"/>
                  </a:lnTo>
                  <a:lnTo>
                    <a:pt x="25071" y="304733"/>
                  </a:lnTo>
                  <a:lnTo>
                    <a:pt x="24250" y="304512"/>
                  </a:lnTo>
                  <a:lnTo>
                    <a:pt x="23657" y="302655"/>
                  </a:lnTo>
                  <a:lnTo>
                    <a:pt x="23044" y="298674"/>
                  </a:lnTo>
                  <a:lnTo>
                    <a:pt x="21384" y="297617"/>
                  </a:lnTo>
                  <a:lnTo>
                    <a:pt x="20977" y="295604"/>
                  </a:lnTo>
                  <a:lnTo>
                    <a:pt x="22027" y="293023"/>
                  </a:lnTo>
                  <a:lnTo>
                    <a:pt x="21564" y="291691"/>
                  </a:lnTo>
                  <a:lnTo>
                    <a:pt x="20448" y="291258"/>
                  </a:lnTo>
                  <a:lnTo>
                    <a:pt x="19173" y="292562"/>
                  </a:lnTo>
                  <a:lnTo>
                    <a:pt x="18608" y="291404"/>
                  </a:lnTo>
                  <a:lnTo>
                    <a:pt x="18504" y="290131"/>
                  </a:lnTo>
                  <a:lnTo>
                    <a:pt x="18460" y="288305"/>
                  </a:lnTo>
                  <a:lnTo>
                    <a:pt x="18816" y="288113"/>
                  </a:lnTo>
                  <a:lnTo>
                    <a:pt x="19110" y="288475"/>
                  </a:lnTo>
                  <a:lnTo>
                    <a:pt x="21667" y="287461"/>
                  </a:lnTo>
                  <a:lnTo>
                    <a:pt x="21913" y="286967"/>
                  </a:lnTo>
                  <a:lnTo>
                    <a:pt x="19885" y="285425"/>
                  </a:lnTo>
                  <a:lnTo>
                    <a:pt x="19319" y="283805"/>
                  </a:lnTo>
                  <a:lnTo>
                    <a:pt x="20159" y="282887"/>
                  </a:lnTo>
                  <a:lnTo>
                    <a:pt x="21674" y="282809"/>
                  </a:lnTo>
                  <a:lnTo>
                    <a:pt x="23799" y="281850"/>
                  </a:lnTo>
                  <a:lnTo>
                    <a:pt x="22905" y="280131"/>
                  </a:lnTo>
                  <a:lnTo>
                    <a:pt x="22718" y="279188"/>
                  </a:lnTo>
                  <a:lnTo>
                    <a:pt x="22538" y="277641"/>
                  </a:lnTo>
                  <a:lnTo>
                    <a:pt x="22891" y="275019"/>
                  </a:lnTo>
                  <a:lnTo>
                    <a:pt x="25386" y="269007"/>
                  </a:lnTo>
                  <a:lnTo>
                    <a:pt x="27820" y="263995"/>
                  </a:lnTo>
                  <a:lnTo>
                    <a:pt x="28579" y="262837"/>
                  </a:lnTo>
                  <a:lnTo>
                    <a:pt x="29693" y="262214"/>
                  </a:lnTo>
                  <a:lnTo>
                    <a:pt x="30730" y="262693"/>
                  </a:lnTo>
                  <a:lnTo>
                    <a:pt x="31813" y="263770"/>
                  </a:lnTo>
                  <a:lnTo>
                    <a:pt x="32018" y="263309"/>
                  </a:lnTo>
                  <a:lnTo>
                    <a:pt x="31650" y="262869"/>
                  </a:lnTo>
                  <a:lnTo>
                    <a:pt x="31186" y="260818"/>
                  </a:lnTo>
                  <a:lnTo>
                    <a:pt x="32690" y="260014"/>
                  </a:lnTo>
                  <a:lnTo>
                    <a:pt x="33571" y="257697"/>
                  </a:lnTo>
                  <a:lnTo>
                    <a:pt x="33637" y="257026"/>
                  </a:lnTo>
                  <a:lnTo>
                    <a:pt x="32680" y="257990"/>
                  </a:lnTo>
                  <a:lnTo>
                    <a:pt x="31683" y="259572"/>
                  </a:lnTo>
                  <a:lnTo>
                    <a:pt x="31434" y="257981"/>
                  </a:lnTo>
                  <a:lnTo>
                    <a:pt x="31176" y="254319"/>
                  </a:lnTo>
                  <a:lnTo>
                    <a:pt x="31616" y="250859"/>
                  </a:lnTo>
                  <a:lnTo>
                    <a:pt x="31958" y="249307"/>
                  </a:lnTo>
                  <a:lnTo>
                    <a:pt x="32791" y="247833"/>
                  </a:lnTo>
                  <a:lnTo>
                    <a:pt x="35188" y="247243"/>
                  </a:lnTo>
                  <a:lnTo>
                    <a:pt x="35610" y="247538"/>
                  </a:lnTo>
                  <a:lnTo>
                    <a:pt x="35698" y="246842"/>
                  </a:lnTo>
                  <a:lnTo>
                    <a:pt x="34255" y="244667"/>
                  </a:lnTo>
                  <a:lnTo>
                    <a:pt x="34850" y="242965"/>
                  </a:lnTo>
                  <a:lnTo>
                    <a:pt x="35372" y="242084"/>
                  </a:lnTo>
                  <a:lnTo>
                    <a:pt x="38269" y="240705"/>
                  </a:lnTo>
                  <a:lnTo>
                    <a:pt x="39853" y="241133"/>
                  </a:lnTo>
                  <a:lnTo>
                    <a:pt x="41840" y="242740"/>
                  </a:lnTo>
                  <a:lnTo>
                    <a:pt x="42993" y="244740"/>
                  </a:lnTo>
                  <a:lnTo>
                    <a:pt x="42825" y="245766"/>
                  </a:lnTo>
                  <a:lnTo>
                    <a:pt x="42538" y="246360"/>
                  </a:lnTo>
                  <a:lnTo>
                    <a:pt x="41941" y="247026"/>
                  </a:lnTo>
                  <a:lnTo>
                    <a:pt x="41717" y="247542"/>
                  </a:lnTo>
                  <a:lnTo>
                    <a:pt x="41824" y="247953"/>
                  </a:lnTo>
                  <a:lnTo>
                    <a:pt x="42675" y="246760"/>
                  </a:lnTo>
                  <a:lnTo>
                    <a:pt x="44069" y="245310"/>
                  </a:lnTo>
                  <a:lnTo>
                    <a:pt x="44849" y="245941"/>
                  </a:lnTo>
                  <a:lnTo>
                    <a:pt x="45468" y="247086"/>
                  </a:lnTo>
                  <a:lnTo>
                    <a:pt x="46150" y="247066"/>
                  </a:lnTo>
                  <a:lnTo>
                    <a:pt x="48319" y="246082"/>
                  </a:lnTo>
                  <a:lnTo>
                    <a:pt x="49420" y="245040"/>
                  </a:lnTo>
                  <a:lnTo>
                    <a:pt x="50766" y="242333"/>
                  </a:lnTo>
                  <a:lnTo>
                    <a:pt x="52556" y="240583"/>
                  </a:lnTo>
                  <a:lnTo>
                    <a:pt x="55072" y="235065"/>
                  </a:lnTo>
                  <a:lnTo>
                    <a:pt x="55812" y="232801"/>
                  </a:lnTo>
                  <a:lnTo>
                    <a:pt x="56673" y="232453"/>
                  </a:lnTo>
                  <a:lnTo>
                    <a:pt x="57450" y="232654"/>
                  </a:lnTo>
                  <a:lnTo>
                    <a:pt x="57990" y="234511"/>
                  </a:lnTo>
                  <a:lnTo>
                    <a:pt x="58781" y="235054"/>
                  </a:lnTo>
                  <a:lnTo>
                    <a:pt x="63286" y="234604"/>
                  </a:lnTo>
                  <a:lnTo>
                    <a:pt x="65588" y="233753"/>
                  </a:lnTo>
                  <a:lnTo>
                    <a:pt x="67186" y="231952"/>
                  </a:lnTo>
                  <a:lnTo>
                    <a:pt x="68849" y="228920"/>
                  </a:lnTo>
                  <a:lnTo>
                    <a:pt x="69813" y="226887"/>
                  </a:lnTo>
                  <a:lnTo>
                    <a:pt x="70274" y="224239"/>
                  </a:lnTo>
                  <a:lnTo>
                    <a:pt x="69678" y="220812"/>
                  </a:lnTo>
                  <a:lnTo>
                    <a:pt x="69068" y="217967"/>
                  </a:lnTo>
                  <a:lnTo>
                    <a:pt x="68265" y="211464"/>
                  </a:lnTo>
                  <a:lnTo>
                    <a:pt x="66029" y="207170"/>
                  </a:lnTo>
                  <a:lnTo>
                    <a:pt x="64437" y="205889"/>
                  </a:lnTo>
                  <a:lnTo>
                    <a:pt x="63427" y="206071"/>
                  </a:lnTo>
                  <a:lnTo>
                    <a:pt x="64159" y="203335"/>
                  </a:lnTo>
                  <a:lnTo>
                    <a:pt x="66289" y="203630"/>
                  </a:lnTo>
                  <a:lnTo>
                    <a:pt x="67676" y="203096"/>
                  </a:lnTo>
                  <a:lnTo>
                    <a:pt x="68799" y="201777"/>
                  </a:lnTo>
                  <a:lnTo>
                    <a:pt x="69167" y="200779"/>
                  </a:lnTo>
                  <a:lnTo>
                    <a:pt x="69721" y="198739"/>
                  </a:lnTo>
                  <a:lnTo>
                    <a:pt x="69530" y="196561"/>
                  </a:lnTo>
                  <a:lnTo>
                    <a:pt x="69232" y="195381"/>
                  </a:lnTo>
                  <a:lnTo>
                    <a:pt x="68457" y="194081"/>
                  </a:lnTo>
                  <a:lnTo>
                    <a:pt x="67537" y="192177"/>
                  </a:lnTo>
                  <a:lnTo>
                    <a:pt x="66893" y="191543"/>
                  </a:lnTo>
                  <a:lnTo>
                    <a:pt x="66348" y="191585"/>
                  </a:lnTo>
                  <a:lnTo>
                    <a:pt x="63661" y="195401"/>
                  </a:lnTo>
                  <a:lnTo>
                    <a:pt x="62050" y="195472"/>
                  </a:lnTo>
                  <a:lnTo>
                    <a:pt x="60844" y="194769"/>
                  </a:lnTo>
                  <a:lnTo>
                    <a:pt x="59797" y="196944"/>
                  </a:lnTo>
                  <a:lnTo>
                    <a:pt x="56875" y="198853"/>
                  </a:lnTo>
                  <a:lnTo>
                    <a:pt x="55314" y="200780"/>
                  </a:lnTo>
                  <a:lnTo>
                    <a:pt x="52419" y="205567"/>
                  </a:lnTo>
                  <a:lnTo>
                    <a:pt x="51695" y="207733"/>
                  </a:lnTo>
                  <a:lnTo>
                    <a:pt x="50773" y="207831"/>
                  </a:lnTo>
                  <a:lnTo>
                    <a:pt x="50106" y="203630"/>
                  </a:lnTo>
                  <a:lnTo>
                    <a:pt x="46957" y="199623"/>
                  </a:lnTo>
                  <a:lnTo>
                    <a:pt x="46006" y="200985"/>
                  </a:lnTo>
                  <a:lnTo>
                    <a:pt x="46530" y="202245"/>
                  </a:lnTo>
                  <a:lnTo>
                    <a:pt x="47244" y="203141"/>
                  </a:lnTo>
                  <a:lnTo>
                    <a:pt x="48420" y="203532"/>
                  </a:lnTo>
                  <a:lnTo>
                    <a:pt x="47913" y="204746"/>
                  </a:lnTo>
                  <a:lnTo>
                    <a:pt x="47530" y="206365"/>
                  </a:lnTo>
                  <a:lnTo>
                    <a:pt x="46350" y="204847"/>
                  </a:lnTo>
                  <a:lnTo>
                    <a:pt x="44244" y="202643"/>
                  </a:lnTo>
                  <a:lnTo>
                    <a:pt x="42062" y="201508"/>
                  </a:lnTo>
                  <a:lnTo>
                    <a:pt x="36382" y="201634"/>
                  </a:lnTo>
                  <a:lnTo>
                    <a:pt x="32653" y="203895"/>
                  </a:lnTo>
                  <a:lnTo>
                    <a:pt x="32310" y="203426"/>
                  </a:lnTo>
                  <a:lnTo>
                    <a:pt x="31950" y="203239"/>
                  </a:lnTo>
                  <a:lnTo>
                    <a:pt x="31329" y="203778"/>
                  </a:lnTo>
                  <a:lnTo>
                    <a:pt x="31062" y="204696"/>
                  </a:lnTo>
                  <a:lnTo>
                    <a:pt x="30656" y="205277"/>
                  </a:lnTo>
                  <a:lnTo>
                    <a:pt x="29894" y="205484"/>
                  </a:lnTo>
                  <a:lnTo>
                    <a:pt x="28362" y="205142"/>
                  </a:lnTo>
                  <a:lnTo>
                    <a:pt x="25401" y="203735"/>
                  </a:lnTo>
                  <a:lnTo>
                    <a:pt x="18704" y="201669"/>
                  </a:lnTo>
                  <a:lnTo>
                    <a:pt x="16951" y="200399"/>
                  </a:lnTo>
                  <a:lnTo>
                    <a:pt x="15448" y="197375"/>
                  </a:lnTo>
                  <a:lnTo>
                    <a:pt x="15480" y="195322"/>
                  </a:lnTo>
                  <a:lnTo>
                    <a:pt x="16147" y="194453"/>
                  </a:lnTo>
                  <a:lnTo>
                    <a:pt x="16085" y="191511"/>
                  </a:lnTo>
                  <a:lnTo>
                    <a:pt x="14780" y="190729"/>
                  </a:lnTo>
                  <a:lnTo>
                    <a:pt x="12126" y="186501"/>
                  </a:lnTo>
                  <a:lnTo>
                    <a:pt x="11151" y="184698"/>
                  </a:lnTo>
                  <a:lnTo>
                    <a:pt x="11363" y="184499"/>
                  </a:lnTo>
                  <a:lnTo>
                    <a:pt x="11840" y="184989"/>
                  </a:lnTo>
                  <a:lnTo>
                    <a:pt x="12745" y="185354"/>
                  </a:lnTo>
                  <a:lnTo>
                    <a:pt x="14972" y="184768"/>
                  </a:lnTo>
                  <a:lnTo>
                    <a:pt x="15734" y="182032"/>
                  </a:lnTo>
                  <a:lnTo>
                    <a:pt x="17388" y="181250"/>
                  </a:lnTo>
                  <a:lnTo>
                    <a:pt x="18909" y="181635"/>
                  </a:lnTo>
                  <a:lnTo>
                    <a:pt x="18567" y="180894"/>
                  </a:lnTo>
                  <a:lnTo>
                    <a:pt x="18179" y="180311"/>
                  </a:lnTo>
                  <a:lnTo>
                    <a:pt x="14218" y="178917"/>
                  </a:lnTo>
                  <a:lnTo>
                    <a:pt x="13680" y="179344"/>
                  </a:lnTo>
                  <a:lnTo>
                    <a:pt x="6579" y="176867"/>
                  </a:lnTo>
                  <a:lnTo>
                    <a:pt x="972" y="172563"/>
                  </a:lnTo>
                  <a:lnTo>
                    <a:pt x="512" y="171740"/>
                  </a:lnTo>
                  <a:lnTo>
                    <a:pt x="0" y="169904"/>
                  </a:lnTo>
                  <a:lnTo>
                    <a:pt x="756" y="168090"/>
                  </a:lnTo>
                  <a:lnTo>
                    <a:pt x="1517" y="167233"/>
                  </a:lnTo>
                  <a:lnTo>
                    <a:pt x="1551" y="168231"/>
                  </a:lnTo>
                  <a:lnTo>
                    <a:pt x="1673" y="169211"/>
                  </a:lnTo>
                  <a:lnTo>
                    <a:pt x="4887" y="166933"/>
                  </a:lnTo>
                  <a:lnTo>
                    <a:pt x="6566" y="163948"/>
                  </a:lnTo>
                  <a:lnTo>
                    <a:pt x="9749" y="163424"/>
                  </a:lnTo>
                  <a:lnTo>
                    <a:pt x="10490" y="162600"/>
                  </a:lnTo>
                  <a:lnTo>
                    <a:pt x="11478" y="160997"/>
                  </a:lnTo>
                  <a:lnTo>
                    <a:pt x="12889" y="158259"/>
                  </a:lnTo>
                  <a:lnTo>
                    <a:pt x="14884" y="156817"/>
                  </a:lnTo>
                  <a:lnTo>
                    <a:pt x="16243" y="155523"/>
                  </a:lnTo>
                  <a:lnTo>
                    <a:pt x="18013" y="154760"/>
                  </a:lnTo>
                  <a:lnTo>
                    <a:pt x="19524" y="156031"/>
                  </a:lnTo>
                  <a:lnTo>
                    <a:pt x="19991" y="156206"/>
                  </a:lnTo>
                  <a:lnTo>
                    <a:pt x="22733" y="156465"/>
                  </a:lnTo>
                  <a:lnTo>
                    <a:pt x="23634" y="155914"/>
                  </a:lnTo>
                  <a:lnTo>
                    <a:pt x="24018" y="155503"/>
                  </a:lnTo>
                  <a:lnTo>
                    <a:pt x="24304" y="154854"/>
                  </a:lnTo>
                  <a:lnTo>
                    <a:pt x="21612" y="152549"/>
                  </a:lnTo>
                  <a:lnTo>
                    <a:pt x="21885" y="151267"/>
                  </a:lnTo>
                  <a:lnTo>
                    <a:pt x="22228" y="150364"/>
                  </a:lnTo>
                  <a:lnTo>
                    <a:pt x="25370" y="147678"/>
                  </a:lnTo>
                  <a:lnTo>
                    <a:pt x="27784" y="146791"/>
                  </a:lnTo>
                  <a:lnTo>
                    <a:pt x="29075" y="146853"/>
                  </a:lnTo>
                  <a:lnTo>
                    <a:pt x="32823" y="143390"/>
                  </a:lnTo>
                  <a:lnTo>
                    <a:pt x="34877" y="142403"/>
                  </a:lnTo>
                  <a:lnTo>
                    <a:pt x="38744" y="141744"/>
                  </a:lnTo>
                  <a:lnTo>
                    <a:pt x="41922" y="141575"/>
                  </a:lnTo>
                  <a:lnTo>
                    <a:pt x="42782" y="142810"/>
                  </a:lnTo>
                  <a:lnTo>
                    <a:pt x="41075" y="142549"/>
                  </a:lnTo>
                  <a:lnTo>
                    <a:pt x="40323" y="142774"/>
                  </a:lnTo>
                  <a:lnTo>
                    <a:pt x="40859" y="143197"/>
                  </a:lnTo>
                  <a:lnTo>
                    <a:pt x="41462" y="144097"/>
                  </a:lnTo>
                  <a:lnTo>
                    <a:pt x="41287" y="145234"/>
                  </a:lnTo>
                  <a:lnTo>
                    <a:pt x="40238" y="148611"/>
                  </a:lnTo>
                  <a:lnTo>
                    <a:pt x="40323" y="151313"/>
                  </a:lnTo>
                  <a:lnTo>
                    <a:pt x="39640" y="152187"/>
                  </a:lnTo>
                  <a:lnTo>
                    <a:pt x="38979" y="153422"/>
                  </a:lnTo>
                  <a:lnTo>
                    <a:pt x="42233" y="157314"/>
                  </a:lnTo>
                  <a:lnTo>
                    <a:pt x="47269" y="157562"/>
                  </a:lnTo>
                  <a:lnTo>
                    <a:pt x="50009" y="156859"/>
                  </a:lnTo>
                  <a:lnTo>
                    <a:pt x="51592" y="158023"/>
                  </a:lnTo>
                  <a:lnTo>
                    <a:pt x="52889" y="158289"/>
                  </a:lnTo>
                  <a:lnTo>
                    <a:pt x="56471" y="157692"/>
                  </a:lnTo>
                  <a:lnTo>
                    <a:pt x="59169" y="158524"/>
                  </a:lnTo>
                  <a:lnTo>
                    <a:pt x="60297" y="158205"/>
                  </a:lnTo>
                  <a:lnTo>
                    <a:pt x="62792" y="152388"/>
                  </a:lnTo>
                  <a:lnTo>
                    <a:pt x="63767" y="151476"/>
                  </a:lnTo>
                  <a:lnTo>
                    <a:pt x="64827" y="152487"/>
                  </a:lnTo>
                  <a:lnTo>
                    <a:pt x="66212" y="153308"/>
                  </a:lnTo>
                  <a:lnTo>
                    <a:pt x="67095" y="152714"/>
                  </a:lnTo>
                  <a:lnTo>
                    <a:pt x="67815" y="154212"/>
                  </a:lnTo>
                  <a:lnTo>
                    <a:pt x="67476" y="151085"/>
                  </a:lnTo>
                  <a:lnTo>
                    <a:pt x="66988" y="149912"/>
                  </a:lnTo>
                  <a:lnTo>
                    <a:pt x="62911" y="147763"/>
                  </a:lnTo>
                  <a:lnTo>
                    <a:pt x="60183" y="148833"/>
                  </a:lnTo>
                  <a:lnTo>
                    <a:pt x="59330" y="147622"/>
                  </a:lnTo>
                  <a:lnTo>
                    <a:pt x="59612" y="145221"/>
                  </a:lnTo>
                  <a:lnTo>
                    <a:pt x="56693" y="139310"/>
                  </a:lnTo>
                  <a:lnTo>
                    <a:pt x="55477" y="138111"/>
                  </a:lnTo>
                  <a:lnTo>
                    <a:pt x="54037" y="138053"/>
                  </a:lnTo>
                  <a:lnTo>
                    <a:pt x="53305" y="136000"/>
                  </a:lnTo>
                  <a:lnTo>
                    <a:pt x="52692" y="133363"/>
                  </a:lnTo>
                  <a:lnTo>
                    <a:pt x="53933" y="132286"/>
                  </a:lnTo>
                  <a:lnTo>
                    <a:pt x="55055" y="131799"/>
                  </a:lnTo>
                  <a:lnTo>
                    <a:pt x="56094" y="132646"/>
                  </a:lnTo>
                  <a:lnTo>
                    <a:pt x="57268" y="136111"/>
                  </a:lnTo>
                  <a:lnTo>
                    <a:pt x="58362" y="136621"/>
                  </a:lnTo>
                  <a:lnTo>
                    <a:pt x="58043" y="140073"/>
                  </a:lnTo>
                  <a:lnTo>
                    <a:pt x="59401" y="143255"/>
                  </a:lnTo>
                  <a:lnTo>
                    <a:pt x="62463" y="146212"/>
                  </a:lnTo>
                  <a:lnTo>
                    <a:pt x="64915" y="145125"/>
                  </a:lnTo>
                  <a:lnTo>
                    <a:pt x="66647" y="145155"/>
                  </a:lnTo>
                  <a:lnTo>
                    <a:pt x="67682" y="145778"/>
                  </a:lnTo>
                  <a:lnTo>
                    <a:pt x="70217" y="148433"/>
                  </a:lnTo>
                  <a:lnTo>
                    <a:pt x="71504" y="148766"/>
                  </a:lnTo>
                  <a:lnTo>
                    <a:pt x="75531" y="147373"/>
                  </a:lnTo>
                  <a:lnTo>
                    <a:pt x="75573" y="144764"/>
                  </a:lnTo>
                  <a:lnTo>
                    <a:pt x="75234" y="142875"/>
                  </a:lnTo>
                  <a:lnTo>
                    <a:pt x="74289" y="141692"/>
                  </a:lnTo>
                  <a:lnTo>
                    <a:pt x="71569" y="141914"/>
                  </a:lnTo>
                  <a:lnTo>
                    <a:pt x="69452" y="139968"/>
                  </a:lnTo>
                  <a:lnTo>
                    <a:pt x="67650" y="140502"/>
                  </a:lnTo>
                  <a:lnTo>
                    <a:pt x="64318" y="143484"/>
                  </a:lnTo>
                  <a:lnTo>
                    <a:pt x="62648" y="142310"/>
                  </a:lnTo>
                  <a:lnTo>
                    <a:pt x="61599" y="140717"/>
                  </a:lnTo>
                  <a:lnTo>
                    <a:pt x="59909" y="139097"/>
                  </a:lnTo>
                  <a:lnTo>
                    <a:pt x="59697" y="136035"/>
                  </a:lnTo>
                  <a:lnTo>
                    <a:pt x="61114" y="132523"/>
                  </a:lnTo>
                  <a:lnTo>
                    <a:pt x="62163" y="130852"/>
                  </a:lnTo>
                  <a:lnTo>
                    <a:pt x="61224" y="129635"/>
                  </a:lnTo>
                  <a:lnTo>
                    <a:pt x="58864" y="128777"/>
                  </a:lnTo>
                  <a:lnTo>
                    <a:pt x="54767" y="129655"/>
                  </a:lnTo>
                  <a:lnTo>
                    <a:pt x="54574" y="128460"/>
                  </a:lnTo>
                  <a:lnTo>
                    <a:pt x="54595" y="127170"/>
                  </a:lnTo>
                  <a:lnTo>
                    <a:pt x="52925" y="129695"/>
                  </a:lnTo>
                  <a:lnTo>
                    <a:pt x="51211" y="129165"/>
                  </a:lnTo>
                  <a:lnTo>
                    <a:pt x="48901" y="129435"/>
                  </a:lnTo>
                  <a:lnTo>
                    <a:pt x="43805" y="127211"/>
                  </a:lnTo>
                  <a:lnTo>
                    <a:pt x="41990" y="124463"/>
                  </a:lnTo>
                  <a:lnTo>
                    <a:pt x="41228" y="122234"/>
                  </a:lnTo>
                  <a:lnTo>
                    <a:pt x="39855" y="116130"/>
                  </a:lnTo>
                  <a:lnTo>
                    <a:pt x="38100" y="112313"/>
                  </a:lnTo>
                  <a:lnTo>
                    <a:pt x="25979" y="99345"/>
                  </a:lnTo>
                  <a:lnTo>
                    <a:pt x="20465" y="96086"/>
                  </a:lnTo>
                  <a:lnTo>
                    <a:pt x="17808" y="92480"/>
                  </a:lnTo>
                  <a:lnTo>
                    <a:pt x="16143" y="91593"/>
                  </a:lnTo>
                  <a:lnTo>
                    <a:pt x="14554" y="91229"/>
                  </a:lnTo>
                  <a:lnTo>
                    <a:pt x="12517" y="90066"/>
                  </a:lnTo>
                  <a:lnTo>
                    <a:pt x="13886" y="88637"/>
                  </a:lnTo>
                  <a:lnTo>
                    <a:pt x="14828" y="88153"/>
                  </a:lnTo>
                  <a:lnTo>
                    <a:pt x="13848" y="89647"/>
                  </a:lnTo>
                  <a:lnTo>
                    <a:pt x="14593" y="90023"/>
                  </a:lnTo>
                  <a:lnTo>
                    <a:pt x="15779" y="89162"/>
                  </a:lnTo>
                  <a:lnTo>
                    <a:pt x="16418" y="88130"/>
                  </a:lnTo>
                  <a:lnTo>
                    <a:pt x="17356" y="83754"/>
                  </a:lnTo>
                  <a:lnTo>
                    <a:pt x="18327" y="77136"/>
                  </a:lnTo>
                  <a:lnTo>
                    <a:pt x="18066" y="74532"/>
                  </a:lnTo>
                  <a:lnTo>
                    <a:pt x="24792" y="75057"/>
                  </a:lnTo>
                  <a:lnTo>
                    <a:pt x="29268" y="74617"/>
                  </a:lnTo>
                  <a:lnTo>
                    <a:pt x="30751" y="74027"/>
                  </a:lnTo>
                  <a:lnTo>
                    <a:pt x="36397" y="73021"/>
                  </a:lnTo>
                  <a:lnTo>
                    <a:pt x="37860" y="72291"/>
                  </a:lnTo>
                  <a:lnTo>
                    <a:pt x="40574" y="70060"/>
                  </a:lnTo>
                  <a:lnTo>
                    <a:pt x="43768" y="66117"/>
                  </a:lnTo>
                  <a:lnTo>
                    <a:pt x="46509" y="60939"/>
                  </a:lnTo>
                  <a:lnTo>
                    <a:pt x="46945" y="59545"/>
                  </a:lnTo>
                  <a:lnTo>
                    <a:pt x="47119" y="59901"/>
                  </a:lnTo>
                  <a:lnTo>
                    <a:pt x="47365" y="59681"/>
                  </a:lnTo>
                  <a:lnTo>
                    <a:pt x="47658" y="57718"/>
                  </a:lnTo>
                  <a:lnTo>
                    <a:pt x="48018" y="53098"/>
                  </a:lnTo>
                  <a:lnTo>
                    <a:pt x="49378" y="48742"/>
                  </a:lnTo>
                  <a:lnTo>
                    <a:pt x="55163" y="38813"/>
                  </a:lnTo>
                  <a:lnTo>
                    <a:pt x="57847" y="34881"/>
                  </a:lnTo>
                  <a:lnTo>
                    <a:pt x="58743" y="33095"/>
                  </a:lnTo>
                  <a:lnTo>
                    <a:pt x="59675" y="31792"/>
                  </a:lnTo>
                  <a:lnTo>
                    <a:pt x="60333" y="33030"/>
                  </a:lnTo>
                  <a:lnTo>
                    <a:pt x="60647" y="33400"/>
                  </a:lnTo>
                  <a:lnTo>
                    <a:pt x="60828" y="33981"/>
                  </a:lnTo>
                  <a:lnTo>
                    <a:pt x="60277" y="34254"/>
                  </a:lnTo>
                  <a:lnTo>
                    <a:pt x="59378" y="35523"/>
                  </a:lnTo>
                  <a:lnTo>
                    <a:pt x="58124" y="36374"/>
                  </a:lnTo>
                  <a:lnTo>
                    <a:pt x="57821" y="36809"/>
                  </a:lnTo>
                  <a:lnTo>
                    <a:pt x="58556" y="36712"/>
                  </a:lnTo>
                  <a:lnTo>
                    <a:pt x="60760" y="35787"/>
                  </a:lnTo>
                  <a:lnTo>
                    <a:pt x="62002" y="34665"/>
                  </a:lnTo>
                  <a:lnTo>
                    <a:pt x="68180" y="32594"/>
                  </a:lnTo>
                  <a:lnTo>
                    <a:pt x="71532" y="29168"/>
                  </a:lnTo>
                  <a:lnTo>
                    <a:pt x="71662" y="28404"/>
                  </a:lnTo>
                  <a:lnTo>
                    <a:pt x="76632" y="24125"/>
                  </a:lnTo>
                  <a:lnTo>
                    <a:pt x="77320" y="24291"/>
                  </a:lnTo>
                  <a:lnTo>
                    <a:pt x="78113" y="24806"/>
                  </a:lnTo>
                  <a:lnTo>
                    <a:pt x="76736" y="27631"/>
                  </a:lnTo>
                  <a:lnTo>
                    <a:pt x="77705" y="28370"/>
                  </a:lnTo>
                  <a:lnTo>
                    <a:pt x="76844" y="31746"/>
                  </a:lnTo>
                  <a:lnTo>
                    <a:pt x="78647" y="31801"/>
                  </a:lnTo>
                  <a:lnTo>
                    <a:pt x="79050" y="33355"/>
                  </a:lnTo>
                  <a:lnTo>
                    <a:pt x="79150" y="32016"/>
                  </a:lnTo>
                  <a:lnTo>
                    <a:pt x="79128" y="30093"/>
                  </a:lnTo>
                  <a:lnTo>
                    <a:pt x="79271" y="28208"/>
                  </a:lnTo>
                  <a:lnTo>
                    <a:pt x="79537" y="26907"/>
                  </a:lnTo>
                  <a:lnTo>
                    <a:pt x="80803" y="27495"/>
                  </a:lnTo>
                  <a:lnTo>
                    <a:pt x="83654" y="26096"/>
                  </a:lnTo>
                  <a:lnTo>
                    <a:pt x="80199" y="25920"/>
                  </a:lnTo>
                  <a:lnTo>
                    <a:pt x="78126" y="22858"/>
                  </a:lnTo>
                  <a:lnTo>
                    <a:pt x="76974" y="22835"/>
                  </a:lnTo>
                  <a:lnTo>
                    <a:pt x="80826" y="18347"/>
                  </a:lnTo>
                  <a:lnTo>
                    <a:pt x="84349" y="15635"/>
                  </a:lnTo>
                  <a:lnTo>
                    <a:pt x="85144" y="15688"/>
                  </a:lnTo>
                  <a:lnTo>
                    <a:pt x="85529" y="16192"/>
                  </a:lnTo>
                  <a:lnTo>
                    <a:pt x="85611" y="17012"/>
                  </a:lnTo>
                  <a:lnTo>
                    <a:pt x="84851" y="17546"/>
                  </a:lnTo>
                  <a:lnTo>
                    <a:pt x="84105" y="18510"/>
                  </a:lnTo>
                  <a:lnTo>
                    <a:pt x="84448" y="19358"/>
                  </a:lnTo>
                  <a:lnTo>
                    <a:pt x="84957" y="19479"/>
                  </a:lnTo>
                  <a:lnTo>
                    <a:pt x="86651" y="18781"/>
                  </a:lnTo>
                  <a:lnTo>
                    <a:pt x="87408" y="17908"/>
                  </a:lnTo>
                  <a:lnTo>
                    <a:pt x="91016" y="17985"/>
                  </a:lnTo>
                  <a:lnTo>
                    <a:pt x="92075" y="17361"/>
                  </a:lnTo>
                  <a:lnTo>
                    <a:pt x="92329" y="16742"/>
                  </a:lnTo>
                  <a:lnTo>
                    <a:pt x="97000" y="16617"/>
                  </a:lnTo>
                  <a:lnTo>
                    <a:pt x="97857" y="16179"/>
                  </a:lnTo>
                  <a:lnTo>
                    <a:pt x="100777" y="13781"/>
                  </a:lnTo>
                  <a:lnTo>
                    <a:pt x="103477" y="10875"/>
                  </a:lnTo>
                  <a:lnTo>
                    <a:pt x="104722" y="9290"/>
                  </a:lnTo>
                  <a:lnTo>
                    <a:pt x="106856" y="5249"/>
                  </a:lnTo>
                  <a:lnTo>
                    <a:pt x="108683" y="2621"/>
                  </a:lnTo>
                  <a:lnTo>
                    <a:pt x="111693" y="0"/>
                  </a:lnTo>
                  <a:lnTo>
                    <a:pt x="112413" y="324"/>
                  </a:lnTo>
                  <a:lnTo>
                    <a:pt x="111438" y="844"/>
                  </a:lnTo>
                  <a:lnTo>
                    <a:pt x="110760" y="1953"/>
                  </a:lnTo>
                  <a:lnTo>
                    <a:pt x="111695" y="3430"/>
                  </a:lnTo>
                  <a:lnTo>
                    <a:pt x="118029" y="6478"/>
                  </a:lnTo>
                  <a:lnTo>
                    <a:pt x="119620" y="6645"/>
                  </a:lnTo>
                  <a:lnTo>
                    <a:pt x="120256" y="8468"/>
                  </a:lnTo>
                  <a:lnTo>
                    <a:pt x="119726" y="10226"/>
                  </a:lnTo>
                  <a:lnTo>
                    <a:pt x="118094" y="12181"/>
                  </a:lnTo>
                  <a:lnTo>
                    <a:pt x="114804" y="14178"/>
                  </a:lnTo>
                  <a:lnTo>
                    <a:pt x="115810" y="14934"/>
                  </a:lnTo>
                  <a:lnTo>
                    <a:pt x="116468" y="16715"/>
                  </a:lnTo>
                  <a:lnTo>
                    <a:pt x="117442" y="16931"/>
                  </a:lnTo>
                  <a:lnTo>
                    <a:pt x="119020" y="16263"/>
                  </a:lnTo>
                  <a:lnTo>
                    <a:pt x="120257" y="15168"/>
                  </a:lnTo>
                  <a:lnTo>
                    <a:pt x="122814" y="11603"/>
                  </a:lnTo>
                  <a:lnTo>
                    <a:pt x="123618" y="9616"/>
                  </a:lnTo>
                  <a:lnTo>
                    <a:pt x="124223" y="9114"/>
                  </a:lnTo>
                  <a:lnTo>
                    <a:pt x="126367" y="9592"/>
                  </a:lnTo>
                  <a:lnTo>
                    <a:pt x="127581" y="10613"/>
                  </a:lnTo>
                  <a:lnTo>
                    <a:pt x="128964" y="12427"/>
                  </a:lnTo>
                  <a:lnTo>
                    <a:pt x="128458" y="14180"/>
                  </a:lnTo>
                  <a:lnTo>
                    <a:pt x="127892" y="15169"/>
                  </a:lnTo>
                  <a:lnTo>
                    <a:pt x="129685" y="16537"/>
                  </a:lnTo>
                  <a:lnTo>
                    <a:pt x="131670" y="16823"/>
                  </a:lnTo>
                  <a:lnTo>
                    <a:pt x="133564" y="17922"/>
                  </a:lnTo>
                  <a:lnTo>
                    <a:pt x="136227" y="15670"/>
                  </a:lnTo>
                  <a:lnTo>
                    <a:pt x="138311" y="15190"/>
                  </a:lnTo>
                  <a:lnTo>
                    <a:pt x="140269" y="15265"/>
                  </a:lnTo>
                  <a:lnTo>
                    <a:pt x="142815" y="14038"/>
                  </a:lnTo>
                  <a:lnTo>
                    <a:pt x="147122" y="15709"/>
                  </a:lnTo>
                  <a:lnTo>
                    <a:pt x="148218" y="15275"/>
                  </a:lnTo>
                  <a:lnTo>
                    <a:pt x="149945" y="15563"/>
                  </a:lnTo>
                  <a:lnTo>
                    <a:pt x="151780" y="16573"/>
                  </a:lnTo>
                  <a:lnTo>
                    <a:pt x="152429" y="17650"/>
                  </a:lnTo>
                  <a:lnTo>
                    <a:pt x="150464" y="19928"/>
                  </a:lnTo>
                  <a:lnTo>
                    <a:pt x="150144" y="22281"/>
                  </a:lnTo>
                  <a:lnTo>
                    <a:pt x="150830" y="23261"/>
                  </a:lnTo>
                  <a:lnTo>
                    <a:pt x="152075" y="23430"/>
                  </a:lnTo>
                  <a:lnTo>
                    <a:pt x="152232" y="24803"/>
                  </a:lnTo>
                  <a:lnTo>
                    <a:pt x="153005" y="25147"/>
                  </a:lnTo>
                  <a:lnTo>
                    <a:pt x="156888" y="25043"/>
                  </a:lnTo>
                  <a:lnTo>
                    <a:pt x="156592" y="25696"/>
                  </a:lnTo>
                  <a:lnTo>
                    <a:pt x="156402" y="26485"/>
                  </a:lnTo>
                  <a:lnTo>
                    <a:pt x="155200" y="28236"/>
                  </a:lnTo>
                  <a:lnTo>
                    <a:pt x="162120" y="29221"/>
                  </a:lnTo>
                  <a:lnTo>
                    <a:pt x="163051" y="28250"/>
                  </a:lnTo>
                  <a:lnTo>
                    <a:pt x="164483" y="27863"/>
                  </a:lnTo>
                  <a:lnTo>
                    <a:pt x="167525" y="26527"/>
                  </a:lnTo>
                  <a:lnTo>
                    <a:pt x="168670" y="27112"/>
                  </a:lnTo>
                  <a:lnTo>
                    <a:pt x="170019" y="28478"/>
                  </a:lnTo>
                  <a:lnTo>
                    <a:pt x="171264" y="28761"/>
                  </a:lnTo>
                  <a:lnTo>
                    <a:pt x="172429" y="28484"/>
                  </a:lnTo>
                  <a:lnTo>
                    <a:pt x="175144" y="26535"/>
                  </a:lnTo>
                  <a:lnTo>
                    <a:pt x="178279" y="26439"/>
                  </a:lnTo>
                  <a:lnTo>
                    <a:pt x="179561" y="27074"/>
                  </a:lnTo>
                  <a:lnTo>
                    <a:pt x="180919" y="26797"/>
                  </a:lnTo>
                  <a:lnTo>
                    <a:pt x="185001" y="29031"/>
                  </a:lnTo>
                  <a:lnTo>
                    <a:pt x="186505" y="29293"/>
                  </a:lnTo>
                  <a:lnTo>
                    <a:pt x="188516" y="32201"/>
                  </a:lnTo>
                  <a:lnTo>
                    <a:pt x="189554" y="32287"/>
                  </a:lnTo>
                  <a:lnTo>
                    <a:pt x="190731" y="31053"/>
                  </a:lnTo>
                  <a:lnTo>
                    <a:pt x="191750" y="31091"/>
                  </a:lnTo>
                  <a:lnTo>
                    <a:pt x="192747" y="32273"/>
                  </a:lnTo>
                  <a:lnTo>
                    <a:pt x="194377" y="32633"/>
                  </a:lnTo>
                  <a:lnTo>
                    <a:pt x="195136" y="34499"/>
                  </a:lnTo>
                  <a:lnTo>
                    <a:pt x="195955" y="35176"/>
                  </a:lnTo>
                  <a:lnTo>
                    <a:pt x="202131" y="36559"/>
                  </a:lnTo>
                  <a:lnTo>
                    <a:pt x="205189" y="35929"/>
                  </a:lnTo>
                  <a:lnTo>
                    <a:pt x="209646" y="36095"/>
                  </a:lnTo>
                  <a:lnTo>
                    <a:pt x="211795" y="36978"/>
                  </a:lnTo>
                  <a:lnTo>
                    <a:pt x="214050" y="36865"/>
                  </a:lnTo>
                  <a:lnTo>
                    <a:pt x="217733" y="40090"/>
                  </a:lnTo>
                  <a:lnTo>
                    <a:pt x="219687" y="40592"/>
                  </a:lnTo>
                  <a:lnTo>
                    <a:pt x="220066" y="41338"/>
                  </a:lnTo>
                  <a:lnTo>
                    <a:pt x="225624" y="42123"/>
                  </a:lnTo>
                  <a:lnTo>
                    <a:pt x="227569" y="40442"/>
                  </a:lnTo>
                  <a:lnTo>
                    <a:pt x="230961" y="39996"/>
                  </a:lnTo>
                  <a:lnTo>
                    <a:pt x="234015" y="38582"/>
                  </a:lnTo>
                  <a:lnTo>
                    <a:pt x="235746" y="38597"/>
                  </a:lnTo>
                  <a:lnTo>
                    <a:pt x="237758" y="38949"/>
                  </a:lnTo>
                  <a:lnTo>
                    <a:pt x="238533" y="38778"/>
                  </a:lnTo>
                  <a:lnTo>
                    <a:pt x="239092" y="38160"/>
                  </a:lnTo>
                  <a:lnTo>
                    <a:pt x="243999" y="40596"/>
                  </a:lnTo>
                  <a:lnTo>
                    <a:pt x="246746" y="43382"/>
                  </a:lnTo>
                  <a:lnTo>
                    <a:pt x="247949" y="45440"/>
                  </a:lnTo>
                  <a:lnTo>
                    <a:pt x="253696" y="48380"/>
                  </a:lnTo>
                  <a:lnTo>
                    <a:pt x="255358" y="50025"/>
                  </a:lnTo>
                  <a:lnTo>
                    <a:pt x="256497" y="51837"/>
                  </a:lnTo>
                  <a:lnTo>
                    <a:pt x="257163" y="52032"/>
                  </a:lnTo>
                  <a:lnTo>
                    <a:pt x="257634" y="51503"/>
                  </a:lnTo>
                  <a:lnTo>
                    <a:pt x="259641" y="5165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3"/>
            <p:cNvSpPr/>
            <p:nvPr/>
          </p:nvSpPr>
          <p:spPr>
            <a:xfrm>
              <a:off x="3511844" y="2452247"/>
              <a:ext cx="1163" cy="2605"/>
            </a:xfrm>
            <a:custGeom>
              <a:avLst/>
              <a:pathLst>
                <a:path w="1163" h="2605">
                  <a:moveTo>
                    <a:pt x="1064" y="1331"/>
                  </a:moveTo>
                  <a:lnTo>
                    <a:pt x="807" y="2605"/>
                  </a:lnTo>
                  <a:lnTo>
                    <a:pt x="354" y="2301"/>
                  </a:lnTo>
                  <a:lnTo>
                    <a:pt x="0" y="1454"/>
                  </a:lnTo>
                  <a:lnTo>
                    <a:pt x="118" y="787"/>
                  </a:lnTo>
                  <a:lnTo>
                    <a:pt x="649" y="424"/>
                  </a:lnTo>
                  <a:lnTo>
                    <a:pt x="926" y="60"/>
                  </a:lnTo>
                  <a:lnTo>
                    <a:pt x="1163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g1574"/>
            <p:cNvSpPr/>
            <p:nvPr/>
          </p:nvSpPr>
          <p:spPr>
            <a:xfrm>
              <a:off x="3505034" y="2447608"/>
              <a:ext cx="2577" cy="7944"/>
            </a:xfrm>
            <a:custGeom>
              <a:avLst/>
              <a:pathLst>
                <a:path w="2577" h="7944">
                  <a:moveTo>
                    <a:pt x="2360" y="7674"/>
                  </a:moveTo>
                  <a:lnTo>
                    <a:pt x="1880" y="7944"/>
                  </a:lnTo>
                  <a:lnTo>
                    <a:pt x="996" y="7900"/>
                  </a:lnTo>
                  <a:lnTo>
                    <a:pt x="490" y="7599"/>
                  </a:lnTo>
                  <a:lnTo>
                    <a:pt x="798" y="5199"/>
                  </a:lnTo>
                  <a:lnTo>
                    <a:pt x="772" y="4650"/>
                  </a:lnTo>
                  <a:lnTo>
                    <a:pt x="517" y="4329"/>
                  </a:lnTo>
                  <a:lnTo>
                    <a:pt x="132" y="3351"/>
                  </a:lnTo>
                  <a:lnTo>
                    <a:pt x="0" y="1900"/>
                  </a:lnTo>
                  <a:lnTo>
                    <a:pt x="150" y="562"/>
                  </a:lnTo>
                  <a:lnTo>
                    <a:pt x="430" y="0"/>
                  </a:lnTo>
                  <a:lnTo>
                    <a:pt x="610" y="92"/>
                  </a:lnTo>
                  <a:lnTo>
                    <a:pt x="1150" y="2139"/>
                  </a:lnTo>
                  <a:lnTo>
                    <a:pt x="1630" y="2737"/>
                  </a:lnTo>
                  <a:lnTo>
                    <a:pt x="2577" y="3077"/>
                  </a:lnTo>
                  <a:lnTo>
                    <a:pt x="2102" y="5096"/>
                  </a:lnTo>
                  <a:lnTo>
                    <a:pt x="2451" y="725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g1575"/>
            <p:cNvSpPr/>
            <p:nvPr/>
          </p:nvSpPr>
          <p:spPr>
            <a:xfrm>
              <a:off x="3360974" y="2287952"/>
              <a:ext cx="164982" cy="247714"/>
            </a:xfrm>
            <a:custGeom>
              <a:avLst/>
              <a:pathLst>
                <a:path w="164982" h="247714">
                  <a:moveTo>
                    <a:pt x="143927" y="97709"/>
                  </a:moveTo>
                  <a:lnTo>
                    <a:pt x="144236" y="97181"/>
                  </a:lnTo>
                  <a:lnTo>
                    <a:pt x="144785" y="96646"/>
                  </a:lnTo>
                  <a:lnTo>
                    <a:pt x="145688" y="97670"/>
                  </a:lnTo>
                  <a:lnTo>
                    <a:pt x="146483" y="98957"/>
                  </a:lnTo>
                  <a:lnTo>
                    <a:pt x="146672" y="99553"/>
                  </a:lnTo>
                  <a:lnTo>
                    <a:pt x="146635" y="100244"/>
                  </a:lnTo>
                  <a:lnTo>
                    <a:pt x="144748" y="102759"/>
                  </a:lnTo>
                  <a:lnTo>
                    <a:pt x="143576" y="103935"/>
                  </a:lnTo>
                  <a:lnTo>
                    <a:pt x="143060" y="104147"/>
                  </a:lnTo>
                  <a:lnTo>
                    <a:pt x="142918" y="104477"/>
                  </a:lnTo>
                  <a:lnTo>
                    <a:pt x="142547" y="107343"/>
                  </a:lnTo>
                  <a:lnTo>
                    <a:pt x="141821" y="107858"/>
                  </a:lnTo>
                  <a:lnTo>
                    <a:pt x="140889" y="108737"/>
                  </a:lnTo>
                  <a:lnTo>
                    <a:pt x="140236" y="110057"/>
                  </a:lnTo>
                  <a:lnTo>
                    <a:pt x="139199" y="113182"/>
                  </a:lnTo>
                  <a:lnTo>
                    <a:pt x="136564" y="117721"/>
                  </a:lnTo>
                  <a:lnTo>
                    <a:pt x="136526" y="118650"/>
                  </a:lnTo>
                  <a:lnTo>
                    <a:pt x="136756" y="119405"/>
                  </a:lnTo>
                  <a:lnTo>
                    <a:pt x="137613" y="119926"/>
                  </a:lnTo>
                  <a:lnTo>
                    <a:pt x="138745" y="121322"/>
                  </a:lnTo>
                  <a:lnTo>
                    <a:pt x="139356" y="122413"/>
                  </a:lnTo>
                  <a:lnTo>
                    <a:pt x="141034" y="121003"/>
                  </a:lnTo>
                  <a:lnTo>
                    <a:pt x="141447" y="121315"/>
                  </a:lnTo>
                  <a:lnTo>
                    <a:pt x="141885" y="122771"/>
                  </a:lnTo>
                  <a:lnTo>
                    <a:pt x="142346" y="126850"/>
                  </a:lnTo>
                  <a:lnTo>
                    <a:pt x="143097" y="127961"/>
                  </a:lnTo>
                  <a:lnTo>
                    <a:pt x="144079" y="128815"/>
                  </a:lnTo>
                  <a:lnTo>
                    <a:pt x="144688" y="129093"/>
                  </a:lnTo>
                  <a:lnTo>
                    <a:pt x="145503" y="130096"/>
                  </a:lnTo>
                  <a:lnTo>
                    <a:pt x="146586" y="130471"/>
                  </a:lnTo>
                  <a:lnTo>
                    <a:pt x="147311" y="130100"/>
                  </a:lnTo>
                  <a:lnTo>
                    <a:pt x="148217" y="130960"/>
                  </a:lnTo>
                  <a:lnTo>
                    <a:pt x="148364" y="130587"/>
                  </a:lnTo>
                  <a:lnTo>
                    <a:pt x="148485" y="124504"/>
                  </a:lnTo>
                  <a:lnTo>
                    <a:pt x="149245" y="125521"/>
                  </a:lnTo>
                  <a:lnTo>
                    <a:pt x="149683" y="125504"/>
                  </a:lnTo>
                  <a:lnTo>
                    <a:pt x="150068" y="124759"/>
                  </a:lnTo>
                  <a:lnTo>
                    <a:pt x="150267" y="123749"/>
                  </a:lnTo>
                  <a:lnTo>
                    <a:pt x="150395" y="121739"/>
                  </a:lnTo>
                  <a:lnTo>
                    <a:pt x="150228" y="119735"/>
                  </a:lnTo>
                  <a:lnTo>
                    <a:pt x="150567" y="118822"/>
                  </a:lnTo>
                  <a:lnTo>
                    <a:pt x="150831" y="118614"/>
                  </a:lnTo>
                  <a:lnTo>
                    <a:pt x="151025" y="118856"/>
                  </a:lnTo>
                  <a:lnTo>
                    <a:pt x="151142" y="119372"/>
                  </a:lnTo>
                  <a:lnTo>
                    <a:pt x="151174" y="121191"/>
                  </a:lnTo>
                  <a:lnTo>
                    <a:pt x="151723" y="121959"/>
                  </a:lnTo>
                  <a:lnTo>
                    <a:pt x="152057" y="122399"/>
                  </a:lnTo>
                  <a:lnTo>
                    <a:pt x="152377" y="123938"/>
                  </a:lnTo>
                  <a:lnTo>
                    <a:pt x="152687" y="125405"/>
                  </a:lnTo>
                  <a:lnTo>
                    <a:pt x="152885" y="128844"/>
                  </a:lnTo>
                  <a:lnTo>
                    <a:pt x="153653" y="129079"/>
                  </a:lnTo>
                  <a:lnTo>
                    <a:pt x="154556" y="129738"/>
                  </a:lnTo>
                  <a:lnTo>
                    <a:pt x="155162" y="129093"/>
                  </a:lnTo>
                  <a:lnTo>
                    <a:pt x="155631" y="129473"/>
                  </a:lnTo>
                  <a:lnTo>
                    <a:pt x="155792" y="131106"/>
                  </a:lnTo>
                  <a:lnTo>
                    <a:pt x="155789" y="132631"/>
                  </a:lnTo>
                  <a:lnTo>
                    <a:pt x="155853" y="133840"/>
                  </a:lnTo>
                  <a:lnTo>
                    <a:pt x="156100" y="134185"/>
                  </a:lnTo>
                  <a:lnTo>
                    <a:pt x="156887" y="133426"/>
                  </a:lnTo>
                  <a:lnTo>
                    <a:pt x="157552" y="133322"/>
                  </a:lnTo>
                  <a:lnTo>
                    <a:pt x="158160" y="134047"/>
                  </a:lnTo>
                  <a:lnTo>
                    <a:pt x="158916" y="135147"/>
                  </a:lnTo>
                  <a:lnTo>
                    <a:pt x="160016" y="138040"/>
                  </a:lnTo>
                  <a:lnTo>
                    <a:pt x="160381" y="138450"/>
                  </a:lnTo>
                  <a:lnTo>
                    <a:pt x="162040" y="138680"/>
                  </a:lnTo>
                  <a:lnTo>
                    <a:pt x="162383" y="139265"/>
                  </a:lnTo>
                  <a:lnTo>
                    <a:pt x="162954" y="139262"/>
                  </a:lnTo>
                  <a:lnTo>
                    <a:pt x="163570" y="138740"/>
                  </a:lnTo>
                  <a:lnTo>
                    <a:pt x="164936" y="139674"/>
                  </a:lnTo>
                  <a:lnTo>
                    <a:pt x="164982" y="140202"/>
                  </a:lnTo>
                  <a:lnTo>
                    <a:pt x="164751" y="140929"/>
                  </a:lnTo>
                  <a:lnTo>
                    <a:pt x="161491" y="144937"/>
                  </a:lnTo>
                  <a:lnTo>
                    <a:pt x="161251" y="146169"/>
                  </a:lnTo>
                  <a:lnTo>
                    <a:pt x="160585" y="147738"/>
                  </a:lnTo>
                  <a:lnTo>
                    <a:pt x="159859" y="148629"/>
                  </a:lnTo>
                  <a:lnTo>
                    <a:pt x="159507" y="148661"/>
                  </a:lnTo>
                  <a:lnTo>
                    <a:pt x="157917" y="147074"/>
                  </a:lnTo>
                  <a:lnTo>
                    <a:pt x="157730" y="147456"/>
                  </a:lnTo>
                  <a:lnTo>
                    <a:pt x="157600" y="148097"/>
                  </a:lnTo>
                  <a:lnTo>
                    <a:pt x="157606" y="148798"/>
                  </a:lnTo>
                  <a:lnTo>
                    <a:pt x="157955" y="150472"/>
                  </a:lnTo>
                  <a:lnTo>
                    <a:pt x="157794" y="151526"/>
                  </a:lnTo>
                  <a:lnTo>
                    <a:pt x="157491" y="152287"/>
                  </a:lnTo>
                  <a:lnTo>
                    <a:pt x="156494" y="151620"/>
                  </a:lnTo>
                  <a:lnTo>
                    <a:pt x="156308" y="151195"/>
                  </a:lnTo>
                  <a:lnTo>
                    <a:pt x="156290" y="150728"/>
                  </a:lnTo>
                  <a:lnTo>
                    <a:pt x="155906" y="150727"/>
                  </a:lnTo>
                  <a:lnTo>
                    <a:pt x="155314" y="151195"/>
                  </a:lnTo>
                  <a:lnTo>
                    <a:pt x="154173" y="154087"/>
                  </a:lnTo>
                  <a:lnTo>
                    <a:pt x="153774" y="155601"/>
                  </a:lnTo>
                  <a:lnTo>
                    <a:pt x="153626" y="156514"/>
                  </a:lnTo>
                  <a:lnTo>
                    <a:pt x="153117" y="157035"/>
                  </a:lnTo>
                  <a:lnTo>
                    <a:pt x="152566" y="157231"/>
                  </a:lnTo>
                  <a:lnTo>
                    <a:pt x="151866" y="158599"/>
                  </a:lnTo>
                  <a:lnTo>
                    <a:pt x="151096" y="159654"/>
                  </a:lnTo>
                  <a:lnTo>
                    <a:pt x="150849" y="158878"/>
                  </a:lnTo>
                  <a:lnTo>
                    <a:pt x="150696" y="158009"/>
                  </a:lnTo>
                  <a:lnTo>
                    <a:pt x="150494" y="157739"/>
                  </a:lnTo>
                  <a:lnTo>
                    <a:pt x="150019" y="157943"/>
                  </a:lnTo>
                  <a:lnTo>
                    <a:pt x="149441" y="157980"/>
                  </a:lnTo>
                  <a:lnTo>
                    <a:pt x="148836" y="157005"/>
                  </a:lnTo>
                  <a:lnTo>
                    <a:pt x="148055" y="156024"/>
                  </a:lnTo>
                  <a:lnTo>
                    <a:pt x="147367" y="155677"/>
                  </a:lnTo>
                  <a:lnTo>
                    <a:pt x="145347" y="156140"/>
                  </a:lnTo>
                  <a:lnTo>
                    <a:pt x="144348" y="156624"/>
                  </a:lnTo>
                  <a:lnTo>
                    <a:pt x="144035" y="157097"/>
                  </a:lnTo>
                  <a:lnTo>
                    <a:pt x="143471" y="157224"/>
                  </a:lnTo>
                  <a:lnTo>
                    <a:pt x="141103" y="158211"/>
                  </a:lnTo>
                  <a:lnTo>
                    <a:pt x="140619" y="157827"/>
                  </a:lnTo>
                  <a:lnTo>
                    <a:pt x="140264" y="156262"/>
                  </a:lnTo>
                  <a:lnTo>
                    <a:pt x="139954" y="154566"/>
                  </a:lnTo>
                  <a:lnTo>
                    <a:pt x="139342" y="153950"/>
                  </a:lnTo>
                  <a:lnTo>
                    <a:pt x="138653" y="153477"/>
                  </a:lnTo>
                  <a:lnTo>
                    <a:pt x="138397" y="152805"/>
                  </a:lnTo>
                  <a:lnTo>
                    <a:pt x="138379" y="151981"/>
                  </a:lnTo>
                  <a:lnTo>
                    <a:pt x="138450" y="151176"/>
                  </a:lnTo>
                  <a:lnTo>
                    <a:pt x="138503" y="150754"/>
                  </a:lnTo>
                  <a:lnTo>
                    <a:pt x="140101" y="147525"/>
                  </a:lnTo>
                  <a:lnTo>
                    <a:pt x="141538" y="144618"/>
                  </a:lnTo>
                  <a:lnTo>
                    <a:pt x="141670" y="144384"/>
                  </a:lnTo>
                  <a:lnTo>
                    <a:pt x="141800" y="143832"/>
                  </a:lnTo>
                  <a:lnTo>
                    <a:pt x="142045" y="142828"/>
                  </a:lnTo>
                  <a:lnTo>
                    <a:pt x="142044" y="142301"/>
                  </a:lnTo>
                  <a:lnTo>
                    <a:pt x="140969" y="141150"/>
                  </a:lnTo>
                  <a:lnTo>
                    <a:pt x="140927" y="140617"/>
                  </a:lnTo>
                  <a:lnTo>
                    <a:pt x="141144" y="140070"/>
                  </a:lnTo>
                  <a:lnTo>
                    <a:pt x="141144" y="139345"/>
                  </a:lnTo>
                  <a:lnTo>
                    <a:pt x="140383" y="137222"/>
                  </a:lnTo>
                  <a:lnTo>
                    <a:pt x="139069" y="133914"/>
                  </a:lnTo>
                  <a:lnTo>
                    <a:pt x="138689" y="133569"/>
                  </a:lnTo>
                  <a:lnTo>
                    <a:pt x="138407" y="133790"/>
                  </a:lnTo>
                  <a:lnTo>
                    <a:pt x="137891" y="136993"/>
                  </a:lnTo>
                  <a:lnTo>
                    <a:pt x="137633" y="137806"/>
                  </a:lnTo>
                  <a:lnTo>
                    <a:pt x="136135" y="139913"/>
                  </a:lnTo>
                  <a:lnTo>
                    <a:pt x="134879" y="141360"/>
                  </a:lnTo>
                  <a:lnTo>
                    <a:pt x="132645" y="143936"/>
                  </a:lnTo>
                  <a:lnTo>
                    <a:pt x="132064" y="144742"/>
                  </a:lnTo>
                  <a:lnTo>
                    <a:pt x="131660" y="144595"/>
                  </a:lnTo>
                  <a:lnTo>
                    <a:pt x="131252" y="144090"/>
                  </a:lnTo>
                  <a:lnTo>
                    <a:pt x="130001" y="141489"/>
                  </a:lnTo>
                  <a:lnTo>
                    <a:pt x="129190" y="140600"/>
                  </a:lnTo>
                  <a:lnTo>
                    <a:pt x="128645" y="141480"/>
                  </a:lnTo>
                  <a:lnTo>
                    <a:pt x="128185" y="142764"/>
                  </a:lnTo>
                  <a:lnTo>
                    <a:pt x="128229" y="145399"/>
                  </a:lnTo>
                  <a:lnTo>
                    <a:pt x="127710" y="146791"/>
                  </a:lnTo>
                  <a:lnTo>
                    <a:pt x="127194" y="147414"/>
                  </a:lnTo>
                  <a:lnTo>
                    <a:pt x="128135" y="154481"/>
                  </a:lnTo>
                  <a:lnTo>
                    <a:pt x="128042" y="155392"/>
                  </a:lnTo>
                  <a:lnTo>
                    <a:pt x="127321" y="155641"/>
                  </a:lnTo>
                  <a:lnTo>
                    <a:pt x="127854" y="158302"/>
                  </a:lnTo>
                  <a:lnTo>
                    <a:pt x="127406" y="158612"/>
                  </a:lnTo>
                  <a:lnTo>
                    <a:pt x="126272" y="157987"/>
                  </a:lnTo>
                  <a:lnTo>
                    <a:pt x="124747" y="157578"/>
                  </a:lnTo>
                  <a:lnTo>
                    <a:pt x="121871" y="158758"/>
                  </a:lnTo>
                  <a:lnTo>
                    <a:pt x="121660" y="159218"/>
                  </a:lnTo>
                  <a:lnTo>
                    <a:pt x="121581" y="159804"/>
                  </a:lnTo>
                  <a:lnTo>
                    <a:pt x="121748" y="160338"/>
                  </a:lnTo>
                  <a:lnTo>
                    <a:pt x="123140" y="160400"/>
                  </a:lnTo>
                  <a:lnTo>
                    <a:pt x="124508" y="160127"/>
                  </a:lnTo>
                  <a:lnTo>
                    <a:pt x="124884" y="160622"/>
                  </a:lnTo>
                  <a:lnTo>
                    <a:pt x="124942" y="161498"/>
                  </a:lnTo>
                  <a:lnTo>
                    <a:pt x="124785" y="162047"/>
                  </a:lnTo>
                  <a:lnTo>
                    <a:pt x="124331" y="162140"/>
                  </a:lnTo>
                  <a:lnTo>
                    <a:pt x="123333" y="162668"/>
                  </a:lnTo>
                  <a:lnTo>
                    <a:pt x="123219" y="163225"/>
                  </a:lnTo>
                  <a:lnTo>
                    <a:pt x="123187" y="163761"/>
                  </a:lnTo>
                  <a:lnTo>
                    <a:pt x="123523" y="165314"/>
                  </a:lnTo>
                  <a:lnTo>
                    <a:pt x="123902" y="166302"/>
                  </a:lnTo>
                  <a:lnTo>
                    <a:pt x="123949" y="166890"/>
                  </a:lnTo>
                  <a:lnTo>
                    <a:pt x="123790" y="167377"/>
                  </a:lnTo>
                  <a:lnTo>
                    <a:pt x="123600" y="167573"/>
                  </a:lnTo>
                  <a:lnTo>
                    <a:pt x="123266" y="166841"/>
                  </a:lnTo>
                  <a:lnTo>
                    <a:pt x="123075" y="166986"/>
                  </a:lnTo>
                  <a:lnTo>
                    <a:pt x="122980" y="167647"/>
                  </a:lnTo>
                  <a:lnTo>
                    <a:pt x="122886" y="168423"/>
                  </a:lnTo>
                  <a:lnTo>
                    <a:pt x="122666" y="168995"/>
                  </a:lnTo>
                  <a:lnTo>
                    <a:pt x="122201" y="168697"/>
                  </a:lnTo>
                  <a:lnTo>
                    <a:pt x="121740" y="168917"/>
                  </a:lnTo>
                  <a:lnTo>
                    <a:pt x="121465" y="171742"/>
                  </a:lnTo>
                  <a:lnTo>
                    <a:pt x="121232" y="174942"/>
                  </a:lnTo>
                  <a:lnTo>
                    <a:pt x="120471" y="177075"/>
                  </a:lnTo>
                  <a:lnTo>
                    <a:pt x="120051" y="177845"/>
                  </a:lnTo>
                  <a:lnTo>
                    <a:pt x="119433" y="178077"/>
                  </a:lnTo>
                  <a:lnTo>
                    <a:pt x="118510" y="177816"/>
                  </a:lnTo>
                  <a:lnTo>
                    <a:pt x="117952" y="177503"/>
                  </a:lnTo>
                  <a:lnTo>
                    <a:pt x="116339" y="177034"/>
                  </a:lnTo>
                  <a:lnTo>
                    <a:pt x="114718" y="176158"/>
                  </a:lnTo>
                  <a:lnTo>
                    <a:pt x="112896" y="175343"/>
                  </a:lnTo>
                  <a:lnTo>
                    <a:pt x="111199" y="177227"/>
                  </a:lnTo>
                  <a:lnTo>
                    <a:pt x="110711" y="178376"/>
                  </a:lnTo>
                  <a:lnTo>
                    <a:pt x="110402" y="179449"/>
                  </a:lnTo>
                  <a:lnTo>
                    <a:pt x="110081" y="179947"/>
                  </a:lnTo>
                  <a:lnTo>
                    <a:pt x="109345" y="186551"/>
                  </a:lnTo>
                  <a:lnTo>
                    <a:pt x="109422" y="187301"/>
                  </a:lnTo>
                  <a:lnTo>
                    <a:pt x="109833" y="187893"/>
                  </a:lnTo>
                  <a:lnTo>
                    <a:pt x="111910" y="189263"/>
                  </a:lnTo>
                  <a:lnTo>
                    <a:pt x="112216" y="189832"/>
                  </a:lnTo>
                  <a:lnTo>
                    <a:pt x="112399" y="190478"/>
                  </a:lnTo>
                  <a:lnTo>
                    <a:pt x="112488" y="193453"/>
                  </a:lnTo>
                  <a:lnTo>
                    <a:pt x="112660" y="193863"/>
                  </a:lnTo>
                  <a:lnTo>
                    <a:pt x="113372" y="194230"/>
                  </a:lnTo>
                  <a:lnTo>
                    <a:pt x="114402" y="194206"/>
                  </a:lnTo>
                  <a:lnTo>
                    <a:pt x="115209" y="193914"/>
                  </a:lnTo>
                  <a:lnTo>
                    <a:pt x="116024" y="194189"/>
                  </a:lnTo>
                  <a:lnTo>
                    <a:pt x="116592" y="194827"/>
                  </a:lnTo>
                  <a:lnTo>
                    <a:pt x="116871" y="195843"/>
                  </a:lnTo>
                  <a:lnTo>
                    <a:pt x="117025" y="196936"/>
                  </a:lnTo>
                  <a:lnTo>
                    <a:pt x="116057" y="203477"/>
                  </a:lnTo>
                  <a:lnTo>
                    <a:pt x="116135" y="205852"/>
                  </a:lnTo>
                  <a:lnTo>
                    <a:pt x="116436" y="209261"/>
                  </a:lnTo>
                  <a:lnTo>
                    <a:pt x="116983" y="211933"/>
                  </a:lnTo>
                  <a:lnTo>
                    <a:pt x="118014" y="214550"/>
                  </a:lnTo>
                  <a:lnTo>
                    <a:pt x="118800" y="216227"/>
                  </a:lnTo>
                  <a:lnTo>
                    <a:pt x="118965" y="217018"/>
                  </a:lnTo>
                  <a:lnTo>
                    <a:pt x="119005" y="218244"/>
                  </a:lnTo>
                  <a:lnTo>
                    <a:pt x="118878" y="219802"/>
                  </a:lnTo>
                  <a:lnTo>
                    <a:pt x="118424" y="222281"/>
                  </a:lnTo>
                  <a:lnTo>
                    <a:pt x="117871" y="224445"/>
                  </a:lnTo>
                  <a:lnTo>
                    <a:pt x="117270" y="225369"/>
                  </a:lnTo>
                  <a:lnTo>
                    <a:pt x="116439" y="228116"/>
                  </a:lnTo>
                  <a:lnTo>
                    <a:pt x="115702" y="231499"/>
                  </a:lnTo>
                  <a:lnTo>
                    <a:pt x="114286" y="235939"/>
                  </a:lnTo>
                  <a:lnTo>
                    <a:pt x="113813" y="238412"/>
                  </a:lnTo>
                  <a:lnTo>
                    <a:pt x="113656" y="245564"/>
                  </a:lnTo>
                  <a:lnTo>
                    <a:pt x="113280" y="247714"/>
                  </a:lnTo>
                  <a:lnTo>
                    <a:pt x="113222" y="246898"/>
                  </a:lnTo>
                  <a:lnTo>
                    <a:pt x="112713" y="246088"/>
                  </a:lnTo>
                  <a:lnTo>
                    <a:pt x="111823" y="246228"/>
                  </a:lnTo>
                  <a:lnTo>
                    <a:pt x="111237" y="245839"/>
                  </a:lnTo>
                  <a:lnTo>
                    <a:pt x="110957" y="244923"/>
                  </a:lnTo>
                  <a:lnTo>
                    <a:pt x="110230" y="245179"/>
                  </a:lnTo>
                  <a:lnTo>
                    <a:pt x="109057" y="246610"/>
                  </a:lnTo>
                  <a:lnTo>
                    <a:pt x="107863" y="245852"/>
                  </a:lnTo>
                  <a:lnTo>
                    <a:pt x="106645" y="242909"/>
                  </a:lnTo>
                  <a:lnTo>
                    <a:pt x="104327" y="241831"/>
                  </a:lnTo>
                  <a:lnTo>
                    <a:pt x="101391" y="242505"/>
                  </a:lnTo>
                  <a:lnTo>
                    <a:pt x="101279" y="239249"/>
                  </a:lnTo>
                  <a:lnTo>
                    <a:pt x="101286" y="235098"/>
                  </a:lnTo>
                  <a:lnTo>
                    <a:pt x="101423" y="229585"/>
                  </a:lnTo>
                  <a:lnTo>
                    <a:pt x="102420" y="225262"/>
                  </a:lnTo>
                  <a:lnTo>
                    <a:pt x="102392" y="224440"/>
                  </a:lnTo>
                  <a:lnTo>
                    <a:pt x="102198" y="223646"/>
                  </a:lnTo>
                  <a:lnTo>
                    <a:pt x="101893" y="222935"/>
                  </a:lnTo>
                  <a:lnTo>
                    <a:pt x="100117" y="221749"/>
                  </a:lnTo>
                  <a:lnTo>
                    <a:pt x="99594" y="221121"/>
                  </a:lnTo>
                  <a:lnTo>
                    <a:pt x="98905" y="219765"/>
                  </a:lnTo>
                  <a:lnTo>
                    <a:pt x="98035" y="218328"/>
                  </a:lnTo>
                  <a:lnTo>
                    <a:pt x="97282" y="217339"/>
                  </a:lnTo>
                  <a:lnTo>
                    <a:pt x="96093" y="216037"/>
                  </a:lnTo>
                  <a:lnTo>
                    <a:pt x="94996" y="215312"/>
                  </a:lnTo>
                  <a:lnTo>
                    <a:pt x="94353" y="215865"/>
                  </a:lnTo>
                  <a:lnTo>
                    <a:pt x="93760" y="216565"/>
                  </a:lnTo>
                  <a:lnTo>
                    <a:pt x="93206" y="216583"/>
                  </a:lnTo>
                  <a:lnTo>
                    <a:pt x="92648" y="216204"/>
                  </a:lnTo>
                  <a:lnTo>
                    <a:pt x="90598" y="212946"/>
                  </a:lnTo>
                  <a:lnTo>
                    <a:pt x="87493" y="207313"/>
                  </a:lnTo>
                  <a:lnTo>
                    <a:pt x="85033" y="203383"/>
                  </a:lnTo>
                  <a:lnTo>
                    <a:pt x="83487" y="201504"/>
                  </a:lnTo>
                  <a:lnTo>
                    <a:pt x="83121" y="200901"/>
                  </a:lnTo>
                  <a:lnTo>
                    <a:pt x="82254" y="199135"/>
                  </a:lnTo>
                  <a:lnTo>
                    <a:pt x="80122" y="194375"/>
                  </a:lnTo>
                  <a:lnTo>
                    <a:pt x="78708" y="195075"/>
                  </a:lnTo>
                  <a:lnTo>
                    <a:pt x="76686" y="191980"/>
                  </a:lnTo>
                  <a:lnTo>
                    <a:pt x="74871" y="188960"/>
                  </a:lnTo>
                  <a:lnTo>
                    <a:pt x="74458" y="188145"/>
                  </a:lnTo>
                  <a:lnTo>
                    <a:pt x="72394" y="182562"/>
                  </a:lnTo>
                  <a:lnTo>
                    <a:pt x="70335" y="178944"/>
                  </a:lnTo>
                  <a:lnTo>
                    <a:pt x="68087" y="174995"/>
                  </a:lnTo>
                  <a:lnTo>
                    <a:pt x="66633" y="172524"/>
                  </a:lnTo>
                  <a:lnTo>
                    <a:pt x="64171" y="168337"/>
                  </a:lnTo>
                  <a:lnTo>
                    <a:pt x="62967" y="165807"/>
                  </a:lnTo>
                  <a:lnTo>
                    <a:pt x="62561" y="164875"/>
                  </a:lnTo>
                  <a:lnTo>
                    <a:pt x="62161" y="163085"/>
                  </a:lnTo>
                  <a:lnTo>
                    <a:pt x="61520" y="154343"/>
                  </a:lnTo>
                  <a:lnTo>
                    <a:pt x="60781" y="150342"/>
                  </a:lnTo>
                  <a:lnTo>
                    <a:pt x="59727" y="148163"/>
                  </a:lnTo>
                  <a:lnTo>
                    <a:pt x="58829" y="143965"/>
                  </a:lnTo>
                  <a:lnTo>
                    <a:pt x="58084" y="137744"/>
                  </a:lnTo>
                  <a:lnTo>
                    <a:pt x="57468" y="133702"/>
                  </a:lnTo>
                  <a:lnTo>
                    <a:pt x="56981" y="131838"/>
                  </a:lnTo>
                  <a:lnTo>
                    <a:pt x="55992" y="129777"/>
                  </a:lnTo>
                  <a:lnTo>
                    <a:pt x="54498" y="127519"/>
                  </a:lnTo>
                  <a:lnTo>
                    <a:pt x="53079" y="126449"/>
                  </a:lnTo>
                  <a:lnTo>
                    <a:pt x="52567" y="126492"/>
                  </a:lnTo>
                  <a:lnTo>
                    <a:pt x="52314" y="126772"/>
                  </a:lnTo>
                  <a:lnTo>
                    <a:pt x="52027" y="127156"/>
                  </a:lnTo>
                  <a:lnTo>
                    <a:pt x="51464" y="128841"/>
                  </a:lnTo>
                  <a:lnTo>
                    <a:pt x="50632" y="129015"/>
                  </a:lnTo>
                  <a:lnTo>
                    <a:pt x="50025" y="128975"/>
                  </a:lnTo>
                  <a:lnTo>
                    <a:pt x="49454" y="128375"/>
                  </a:lnTo>
                  <a:lnTo>
                    <a:pt x="47659" y="127839"/>
                  </a:lnTo>
                  <a:lnTo>
                    <a:pt x="47025" y="127258"/>
                  </a:lnTo>
                  <a:lnTo>
                    <a:pt x="45945" y="127345"/>
                  </a:lnTo>
                  <a:lnTo>
                    <a:pt x="43625" y="128219"/>
                  </a:lnTo>
                  <a:lnTo>
                    <a:pt x="43062" y="128057"/>
                  </a:lnTo>
                  <a:lnTo>
                    <a:pt x="40611" y="124294"/>
                  </a:lnTo>
                  <a:lnTo>
                    <a:pt x="39550" y="122804"/>
                  </a:lnTo>
                  <a:lnTo>
                    <a:pt x="39336" y="121979"/>
                  </a:lnTo>
                  <a:lnTo>
                    <a:pt x="39349" y="120534"/>
                  </a:lnTo>
                  <a:lnTo>
                    <a:pt x="39707" y="118496"/>
                  </a:lnTo>
                  <a:lnTo>
                    <a:pt x="40014" y="117050"/>
                  </a:lnTo>
                  <a:lnTo>
                    <a:pt x="39880" y="115548"/>
                  </a:lnTo>
                  <a:lnTo>
                    <a:pt x="39415" y="113906"/>
                  </a:lnTo>
                  <a:lnTo>
                    <a:pt x="39415" y="112159"/>
                  </a:lnTo>
                  <a:lnTo>
                    <a:pt x="39732" y="111183"/>
                  </a:lnTo>
                  <a:lnTo>
                    <a:pt x="40383" y="111491"/>
                  </a:lnTo>
                  <a:lnTo>
                    <a:pt x="40618" y="110875"/>
                  </a:lnTo>
                  <a:lnTo>
                    <a:pt x="40535" y="109950"/>
                  </a:lnTo>
                  <a:lnTo>
                    <a:pt x="40183" y="109282"/>
                  </a:lnTo>
                  <a:lnTo>
                    <a:pt x="39716" y="107793"/>
                  </a:lnTo>
                  <a:lnTo>
                    <a:pt x="38328" y="106405"/>
                  </a:lnTo>
                  <a:lnTo>
                    <a:pt x="38128" y="105839"/>
                  </a:lnTo>
                  <a:lnTo>
                    <a:pt x="38201" y="105193"/>
                  </a:lnTo>
                  <a:lnTo>
                    <a:pt x="38439" y="104502"/>
                  </a:lnTo>
                  <a:lnTo>
                    <a:pt x="38488" y="103046"/>
                  </a:lnTo>
                  <a:lnTo>
                    <a:pt x="38511" y="101165"/>
                  </a:lnTo>
                  <a:lnTo>
                    <a:pt x="38695" y="100189"/>
                  </a:lnTo>
                  <a:lnTo>
                    <a:pt x="38746" y="99419"/>
                  </a:lnTo>
                  <a:lnTo>
                    <a:pt x="38545" y="98801"/>
                  </a:lnTo>
                  <a:lnTo>
                    <a:pt x="38078" y="98083"/>
                  </a:lnTo>
                  <a:lnTo>
                    <a:pt x="37326" y="96335"/>
                  </a:lnTo>
                  <a:lnTo>
                    <a:pt x="36406" y="96147"/>
                  </a:lnTo>
                  <a:lnTo>
                    <a:pt x="33411" y="96207"/>
                  </a:lnTo>
                  <a:lnTo>
                    <a:pt x="32480" y="95504"/>
                  </a:lnTo>
                  <a:lnTo>
                    <a:pt x="31733" y="94533"/>
                  </a:lnTo>
                  <a:lnTo>
                    <a:pt x="30989" y="90824"/>
                  </a:lnTo>
                  <a:lnTo>
                    <a:pt x="30608" y="89945"/>
                  </a:lnTo>
                  <a:lnTo>
                    <a:pt x="30258" y="89580"/>
                  </a:lnTo>
                  <a:lnTo>
                    <a:pt x="29419" y="89452"/>
                  </a:lnTo>
                  <a:lnTo>
                    <a:pt x="28410" y="89092"/>
                  </a:lnTo>
                  <a:lnTo>
                    <a:pt x="27891" y="88466"/>
                  </a:lnTo>
                  <a:lnTo>
                    <a:pt x="26478" y="85077"/>
                  </a:lnTo>
                  <a:lnTo>
                    <a:pt x="25124" y="82054"/>
                  </a:lnTo>
                  <a:lnTo>
                    <a:pt x="24578" y="84907"/>
                  </a:lnTo>
                  <a:lnTo>
                    <a:pt x="24048" y="85471"/>
                  </a:lnTo>
                  <a:lnTo>
                    <a:pt x="22855" y="85208"/>
                  </a:lnTo>
                  <a:lnTo>
                    <a:pt x="21957" y="84725"/>
                  </a:lnTo>
                  <a:lnTo>
                    <a:pt x="21445" y="85368"/>
                  </a:lnTo>
                  <a:lnTo>
                    <a:pt x="20918" y="86498"/>
                  </a:lnTo>
                  <a:lnTo>
                    <a:pt x="21018" y="87240"/>
                  </a:lnTo>
                  <a:lnTo>
                    <a:pt x="21423" y="88026"/>
                  </a:lnTo>
                  <a:lnTo>
                    <a:pt x="22236" y="89476"/>
                  </a:lnTo>
                  <a:lnTo>
                    <a:pt x="23481" y="93040"/>
                  </a:lnTo>
                  <a:lnTo>
                    <a:pt x="24046" y="95007"/>
                  </a:lnTo>
                  <a:lnTo>
                    <a:pt x="24131" y="95695"/>
                  </a:lnTo>
                  <a:lnTo>
                    <a:pt x="24021" y="96211"/>
                  </a:lnTo>
                  <a:lnTo>
                    <a:pt x="23854" y="96435"/>
                  </a:lnTo>
                  <a:lnTo>
                    <a:pt x="23608" y="96426"/>
                  </a:lnTo>
                  <a:lnTo>
                    <a:pt x="23278" y="96415"/>
                  </a:lnTo>
                  <a:lnTo>
                    <a:pt x="23086" y="95825"/>
                  </a:lnTo>
                  <a:lnTo>
                    <a:pt x="23023" y="94810"/>
                  </a:lnTo>
                  <a:lnTo>
                    <a:pt x="22607" y="93269"/>
                  </a:lnTo>
                  <a:lnTo>
                    <a:pt x="22180" y="92385"/>
                  </a:lnTo>
                  <a:lnTo>
                    <a:pt x="21711" y="91828"/>
                  </a:lnTo>
                  <a:lnTo>
                    <a:pt x="21053" y="91418"/>
                  </a:lnTo>
                  <a:lnTo>
                    <a:pt x="20186" y="90681"/>
                  </a:lnTo>
                  <a:lnTo>
                    <a:pt x="19738" y="90648"/>
                  </a:lnTo>
                  <a:lnTo>
                    <a:pt x="19302" y="91500"/>
                  </a:lnTo>
                  <a:lnTo>
                    <a:pt x="18939" y="92646"/>
                  </a:lnTo>
                  <a:lnTo>
                    <a:pt x="18725" y="95152"/>
                  </a:lnTo>
                  <a:lnTo>
                    <a:pt x="18076" y="98230"/>
                  </a:lnTo>
                  <a:lnTo>
                    <a:pt x="17675" y="99448"/>
                  </a:lnTo>
                  <a:lnTo>
                    <a:pt x="16443" y="100188"/>
                  </a:lnTo>
                  <a:lnTo>
                    <a:pt x="13517" y="100439"/>
                  </a:lnTo>
                  <a:lnTo>
                    <a:pt x="12641" y="101400"/>
                  </a:lnTo>
                  <a:lnTo>
                    <a:pt x="12047" y="102561"/>
                  </a:lnTo>
                  <a:lnTo>
                    <a:pt x="10939" y="106324"/>
                  </a:lnTo>
                  <a:lnTo>
                    <a:pt x="10171" y="107574"/>
                  </a:lnTo>
                  <a:lnTo>
                    <a:pt x="9501" y="109296"/>
                  </a:lnTo>
                  <a:lnTo>
                    <a:pt x="9701" y="114828"/>
                  </a:lnTo>
                  <a:lnTo>
                    <a:pt x="10022" y="121292"/>
                  </a:lnTo>
                  <a:lnTo>
                    <a:pt x="10584" y="123082"/>
                  </a:lnTo>
                  <a:lnTo>
                    <a:pt x="10942" y="123621"/>
                  </a:lnTo>
                  <a:lnTo>
                    <a:pt x="10989" y="124256"/>
                  </a:lnTo>
                  <a:lnTo>
                    <a:pt x="10759" y="124817"/>
                  </a:lnTo>
                  <a:lnTo>
                    <a:pt x="10465" y="125527"/>
                  </a:lnTo>
                  <a:lnTo>
                    <a:pt x="10020" y="126821"/>
                  </a:lnTo>
                  <a:lnTo>
                    <a:pt x="9518" y="126772"/>
                  </a:lnTo>
                  <a:lnTo>
                    <a:pt x="8509" y="126447"/>
                  </a:lnTo>
                  <a:lnTo>
                    <a:pt x="7671" y="126097"/>
                  </a:lnTo>
                  <a:lnTo>
                    <a:pt x="4847" y="125723"/>
                  </a:lnTo>
                  <a:lnTo>
                    <a:pt x="2560" y="125421"/>
                  </a:lnTo>
                  <a:lnTo>
                    <a:pt x="16" y="125085"/>
                  </a:lnTo>
                  <a:lnTo>
                    <a:pt x="15" y="118302"/>
                  </a:lnTo>
                  <a:lnTo>
                    <a:pt x="14" y="111518"/>
                  </a:lnTo>
                  <a:lnTo>
                    <a:pt x="13" y="104736"/>
                  </a:lnTo>
                  <a:lnTo>
                    <a:pt x="12" y="97953"/>
                  </a:lnTo>
                  <a:lnTo>
                    <a:pt x="11" y="91170"/>
                  </a:lnTo>
                  <a:lnTo>
                    <a:pt x="10" y="84387"/>
                  </a:lnTo>
                  <a:lnTo>
                    <a:pt x="9" y="77605"/>
                  </a:lnTo>
                  <a:lnTo>
                    <a:pt x="8" y="70822"/>
                  </a:lnTo>
                  <a:lnTo>
                    <a:pt x="7" y="64041"/>
                  </a:lnTo>
                  <a:lnTo>
                    <a:pt x="6" y="57258"/>
                  </a:lnTo>
                  <a:lnTo>
                    <a:pt x="5" y="50474"/>
                  </a:lnTo>
                  <a:lnTo>
                    <a:pt x="4" y="43691"/>
                  </a:lnTo>
                  <a:lnTo>
                    <a:pt x="3" y="36908"/>
                  </a:lnTo>
                  <a:lnTo>
                    <a:pt x="2" y="30126"/>
                  </a:lnTo>
                  <a:lnTo>
                    <a:pt x="0" y="23343"/>
                  </a:lnTo>
                  <a:lnTo>
                    <a:pt x="0" y="16560"/>
                  </a:lnTo>
                  <a:lnTo>
                    <a:pt x="1199" y="15719"/>
                  </a:lnTo>
                  <a:lnTo>
                    <a:pt x="2713" y="14657"/>
                  </a:lnTo>
                  <a:lnTo>
                    <a:pt x="4167" y="13638"/>
                  </a:lnTo>
                  <a:lnTo>
                    <a:pt x="5893" y="12428"/>
                  </a:lnTo>
                  <a:lnTo>
                    <a:pt x="7846" y="11060"/>
                  </a:lnTo>
                  <a:lnTo>
                    <a:pt x="9511" y="9891"/>
                  </a:lnTo>
                  <a:lnTo>
                    <a:pt x="11497" y="8499"/>
                  </a:lnTo>
                  <a:lnTo>
                    <a:pt x="13013" y="7437"/>
                  </a:lnTo>
                  <a:lnTo>
                    <a:pt x="14436" y="6439"/>
                  </a:lnTo>
                  <a:lnTo>
                    <a:pt x="16256" y="5257"/>
                  </a:lnTo>
                  <a:lnTo>
                    <a:pt x="19086" y="3418"/>
                  </a:lnTo>
                  <a:lnTo>
                    <a:pt x="20664" y="2393"/>
                  </a:lnTo>
                  <a:lnTo>
                    <a:pt x="22259" y="1357"/>
                  </a:lnTo>
                  <a:lnTo>
                    <a:pt x="23781" y="367"/>
                  </a:lnTo>
                  <a:lnTo>
                    <a:pt x="24799" y="0"/>
                  </a:lnTo>
                  <a:lnTo>
                    <a:pt x="25892" y="1412"/>
                  </a:lnTo>
                  <a:lnTo>
                    <a:pt x="27219" y="3355"/>
                  </a:lnTo>
                  <a:lnTo>
                    <a:pt x="28547" y="5300"/>
                  </a:lnTo>
                  <a:lnTo>
                    <a:pt x="29876" y="7244"/>
                  </a:lnTo>
                  <a:lnTo>
                    <a:pt x="31204" y="9187"/>
                  </a:lnTo>
                  <a:lnTo>
                    <a:pt x="32531" y="11132"/>
                  </a:lnTo>
                  <a:lnTo>
                    <a:pt x="33860" y="13076"/>
                  </a:lnTo>
                  <a:lnTo>
                    <a:pt x="35188" y="15019"/>
                  </a:lnTo>
                  <a:lnTo>
                    <a:pt x="36515" y="16963"/>
                  </a:lnTo>
                  <a:lnTo>
                    <a:pt x="37844" y="18905"/>
                  </a:lnTo>
                  <a:lnTo>
                    <a:pt x="39171" y="20850"/>
                  </a:lnTo>
                  <a:lnTo>
                    <a:pt x="40500" y="22793"/>
                  </a:lnTo>
                  <a:lnTo>
                    <a:pt x="41828" y="24737"/>
                  </a:lnTo>
                  <a:lnTo>
                    <a:pt x="43156" y="26680"/>
                  </a:lnTo>
                  <a:lnTo>
                    <a:pt x="44484" y="28625"/>
                  </a:lnTo>
                  <a:lnTo>
                    <a:pt x="45813" y="30569"/>
                  </a:lnTo>
                  <a:lnTo>
                    <a:pt x="47140" y="32512"/>
                  </a:lnTo>
                  <a:lnTo>
                    <a:pt x="48378" y="34323"/>
                  </a:lnTo>
                  <a:lnTo>
                    <a:pt x="48930" y="35665"/>
                  </a:lnTo>
                  <a:lnTo>
                    <a:pt x="49235" y="38624"/>
                  </a:lnTo>
                  <a:lnTo>
                    <a:pt x="49847" y="40977"/>
                  </a:lnTo>
                  <a:lnTo>
                    <a:pt x="50912" y="43528"/>
                  </a:lnTo>
                  <a:lnTo>
                    <a:pt x="52003" y="46138"/>
                  </a:lnTo>
                  <a:lnTo>
                    <a:pt x="53357" y="49588"/>
                  </a:lnTo>
                  <a:lnTo>
                    <a:pt x="54297" y="51982"/>
                  </a:lnTo>
                  <a:lnTo>
                    <a:pt x="55255" y="54423"/>
                  </a:lnTo>
                  <a:lnTo>
                    <a:pt x="56835" y="58451"/>
                  </a:lnTo>
                  <a:lnTo>
                    <a:pt x="57821" y="60966"/>
                  </a:lnTo>
                  <a:lnTo>
                    <a:pt x="58607" y="61048"/>
                  </a:lnTo>
                  <a:lnTo>
                    <a:pt x="60202" y="60451"/>
                  </a:lnTo>
                  <a:lnTo>
                    <a:pt x="62332" y="59652"/>
                  </a:lnTo>
                  <a:lnTo>
                    <a:pt x="64015" y="59020"/>
                  </a:lnTo>
                  <a:lnTo>
                    <a:pt x="66050" y="58255"/>
                  </a:lnTo>
                  <a:lnTo>
                    <a:pt x="67987" y="57528"/>
                  </a:lnTo>
                  <a:lnTo>
                    <a:pt x="69519" y="56952"/>
                  </a:lnTo>
                  <a:lnTo>
                    <a:pt x="71805" y="57388"/>
                  </a:lnTo>
                  <a:lnTo>
                    <a:pt x="74063" y="57819"/>
                  </a:lnTo>
                  <a:lnTo>
                    <a:pt x="75683" y="58129"/>
                  </a:lnTo>
                  <a:lnTo>
                    <a:pt x="77270" y="58434"/>
                  </a:lnTo>
                  <a:lnTo>
                    <a:pt x="79150" y="58792"/>
                  </a:lnTo>
                  <a:lnTo>
                    <a:pt x="80201" y="58992"/>
                  </a:lnTo>
                  <a:lnTo>
                    <a:pt x="81403" y="59222"/>
                  </a:lnTo>
                  <a:lnTo>
                    <a:pt x="81912" y="58617"/>
                  </a:lnTo>
                  <a:lnTo>
                    <a:pt x="82950" y="57381"/>
                  </a:lnTo>
                  <a:lnTo>
                    <a:pt x="83930" y="56213"/>
                  </a:lnTo>
                  <a:lnTo>
                    <a:pt x="84947" y="55003"/>
                  </a:lnTo>
                  <a:lnTo>
                    <a:pt x="85847" y="54390"/>
                  </a:lnTo>
                  <a:lnTo>
                    <a:pt x="86786" y="56329"/>
                  </a:lnTo>
                  <a:lnTo>
                    <a:pt x="87572" y="58557"/>
                  </a:lnTo>
                  <a:lnTo>
                    <a:pt x="88399" y="60905"/>
                  </a:lnTo>
                  <a:lnTo>
                    <a:pt x="89357" y="63171"/>
                  </a:lnTo>
                  <a:lnTo>
                    <a:pt x="90280" y="64515"/>
                  </a:lnTo>
                  <a:lnTo>
                    <a:pt x="91526" y="66332"/>
                  </a:lnTo>
                  <a:lnTo>
                    <a:pt x="92243" y="69446"/>
                  </a:lnTo>
                  <a:lnTo>
                    <a:pt x="93199" y="73599"/>
                  </a:lnTo>
                  <a:lnTo>
                    <a:pt x="93829" y="76332"/>
                  </a:lnTo>
                  <a:lnTo>
                    <a:pt x="94476" y="79144"/>
                  </a:lnTo>
                  <a:lnTo>
                    <a:pt x="95419" y="78035"/>
                  </a:lnTo>
                  <a:lnTo>
                    <a:pt x="96424" y="76850"/>
                  </a:lnTo>
                  <a:lnTo>
                    <a:pt x="97334" y="75780"/>
                  </a:lnTo>
                  <a:lnTo>
                    <a:pt x="97224" y="79250"/>
                  </a:lnTo>
                  <a:lnTo>
                    <a:pt x="97125" y="82404"/>
                  </a:lnTo>
                  <a:lnTo>
                    <a:pt x="96973" y="87175"/>
                  </a:lnTo>
                  <a:lnTo>
                    <a:pt x="96849" y="91088"/>
                  </a:lnTo>
                  <a:lnTo>
                    <a:pt x="96519" y="95755"/>
                  </a:lnTo>
                  <a:lnTo>
                    <a:pt x="96497" y="99311"/>
                  </a:lnTo>
                  <a:lnTo>
                    <a:pt x="96478" y="102434"/>
                  </a:lnTo>
                  <a:lnTo>
                    <a:pt x="96462" y="104913"/>
                  </a:lnTo>
                  <a:lnTo>
                    <a:pt x="98227" y="105024"/>
                  </a:lnTo>
                  <a:lnTo>
                    <a:pt x="99531" y="105106"/>
                  </a:lnTo>
                  <a:lnTo>
                    <a:pt x="101164" y="105209"/>
                  </a:lnTo>
                  <a:lnTo>
                    <a:pt x="101321" y="108325"/>
                  </a:lnTo>
                  <a:lnTo>
                    <a:pt x="101541" y="112703"/>
                  </a:lnTo>
                  <a:lnTo>
                    <a:pt x="101874" y="116671"/>
                  </a:lnTo>
                  <a:lnTo>
                    <a:pt x="102154" y="119999"/>
                  </a:lnTo>
                  <a:lnTo>
                    <a:pt x="102574" y="124305"/>
                  </a:lnTo>
                  <a:lnTo>
                    <a:pt x="102798" y="126606"/>
                  </a:lnTo>
                  <a:lnTo>
                    <a:pt x="103192" y="129313"/>
                  </a:lnTo>
                  <a:lnTo>
                    <a:pt x="103578" y="129965"/>
                  </a:lnTo>
                  <a:lnTo>
                    <a:pt x="104198" y="130399"/>
                  </a:lnTo>
                  <a:lnTo>
                    <a:pt x="106355" y="130076"/>
                  </a:lnTo>
                  <a:lnTo>
                    <a:pt x="108147" y="129809"/>
                  </a:lnTo>
                  <a:lnTo>
                    <a:pt x="109556" y="129597"/>
                  </a:lnTo>
                  <a:lnTo>
                    <a:pt x="111060" y="129372"/>
                  </a:lnTo>
                  <a:lnTo>
                    <a:pt x="113050" y="129073"/>
                  </a:lnTo>
                  <a:lnTo>
                    <a:pt x="113723" y="129763"/>
                  </a:lnTo>
                  <a:lnTo>
                    <a:pt x="114306" y="129280"/>
                  </a:lnTo>
                  <a:lnTo>
                    <a:pt x="114979" y="128798"/>
                  </a:lnTo>
                  <a:lnTo>
                    <a:pt x="115515" y="130764"/>
                  </a:lnTo>
                  <a:lnTo>
                    <a:pt x="115787" y="131763"/>
                  </a:lnTo>
                  <a:lnTo>
                    <a:pt x="116168" y="132796"/>
                  </a:lnTo>
                  <a:lnTo>
                    <a:pt x="116684" y="133761"/>
                  </a:lnTo>
                  <a:lnTo>
                    <a:pt x="116466" y="135781"/>
                  </a:lnTo>
                  <a:lnTo>
                    <a:pt x="116146" y="138726"/>
                  </a:lnTo>
                  <a:lnTo>
                    <a:pt x="116055" y="140242"/>
                  </a:lnTo>
                  <a:lnTo>
                    <a:pt x="116677" y="141874"/>
                  </a:lnTo>
                  <a:lnTo>
                    <a:pt x="117138" y="142828"/>
                  </a:lnTo>
                  <a:lnTo>
                    <a:pt x="118403" y="144768"/>
                  </a:lnTo>
                  <a:lnTo>
                    <a:pt x="119587" y="145852"/>
                  </a:lnTo>
                  <a:lnTo>
                    <a:pt x="120363" y="146171"/>
                  </a:lnTo>
                  <a:lnTo>
                    <a:pt x="121103" y="145756"/>
                  </a:lnTo>
                  <a:lnTo>
                    <a:pt x="121372" y="144654"/>
                  </a:lnTo>
                  <a:lnTo>
                    <a:pt x="121304" y="143138"/>
                  </a:lnTo>
                  <a:lnTo>
                    <a:pt x="120948" y="141546"/>
                  </a:lnTo>
                  <a:lnTo>
                    <a:pt x="120974" y="139650"/>
                  </a:lnTo>
                  <a:lnTo>
                    <a:pt x="121212" y="138262"/>
                  </a:lnTo>
                  <a:lnTo>
                    <a:pt x="121969" y="135743"/>
                  </a:lnTo>
                  <a:lnTo>
                    <a:pt x="122684" y="133368"/>
                  </a:lnTo>
                  <a:lnTo>
                    <a:pt x="123780" y="130947"/>
                  </a:lnTo>
                  <a:lnTo>
                    <a:pt x="125085" y="128548"/>
                  </a:lnTo>
                  <a:lnTo>
                    <a:pt x="125629" y="126802"/>
                  </a:lnTo>
                  <a:lnTo>
                    <a:pt x="125835" y="123764"/>
                  </a:lnTo>
                  <a:lnTo>
                    <a:pt x="126688" y="122041"/>
                  </a:lnTo>
                  <a:lnTo>
                    <a:pt x="127608" y="121006"/>
                  </a:lnTo>
                  <a:lnTo>
                    <a:pt x="128752" y="120110"/>
                  </a:lnTo>
                  <a:lnTo>
                    <a:pt x="129066" y="118594"/>
                  </a:lnTo>
                  <a:lnTo>
                    <a:pt x="130644" y="116018"/>
                  </a:lnTo>
                  <a:lnTo>
                    <a:pt x="131593" y="114746"/>
                  </a:lnTo>
                  <a:lnTo>
                    <a:pt x="132787" y="114001"/>
                  </a:lnTo>
                  <a:lnTo>
                    <a:pt x="134440" y="112325"/>
                  </a:lnTo>
                  <a:lnTo>
                    <a:pt x="135744" y="110361"/>
                  </a:lnTo>
                  <a:lnTo>
                    <a:pt x="136996" y="106653"/>
                  </a:lnTo>
                  <a:lnTo>
                    <a:pt x="137987" y="104231"/>
                  </a:lnTo>
                  <a:lnTo>
                    <a:pt x="138824" y="102736"/>
                  </a:lnTo>
                  <a:lnTo>
                    <a:pt x="139526" y="102685"/>
                  </a:lnTo>
                  <a:lnTo>
                    <a:pt x="140017" y="103892"/>
                  </a:lnTo>
                  <a:lnTo>
                    <a:pt x="140442" y="103993"/>
                  </a:lnTo>
                  <a:lnTo>
                    <a:pt x="140720" y="103440"/>
                  </a:lnTo>
                  <a:lnTo>
                    <a:pt x="141194" y="101882"/>
                  </a:lnTo>
                  <a:lnTo>
                    <a:pt x="141701" y="100074"/>
                  </a:lnTo>
                  <a:lnTo>
                    <a:pt x="142175" y="99319"/>
                  </a:lnTo>
                  <a:lnTo>
                    <a:pt x="143096" y="9893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g1576"/>
            <p:cNvSpPr/>
            <p:nvPr/>
          </p:nvSpPr>
          <p:spPr>
            <a:xfrm>
              <a:off x="3501087" y="2421826"/>
              <a:ext cx="985" cy="2670"/>
            </a:xfrm>
            <a:custGeom>
              <a:avLst/>
              <a:pathLst>
                <a:path w="985" h="2670">
                  <a:moveTo>
                    <a:pt x="985" y="2605"/>
                  </a:moveTo>
                  <a:lnTo>
                    <a:pt x="953" y="1890"/>
                  </a:lnTo>
                  <a:lnTo>
                    <a:pt x="657" y="683"/>
                  </a:lnTo>
                  <a:lnTo>
                    <a:pt x="212" y="0"/>
                  </a:lnTo>
                  <a:lnTo>
                    <a:pt x="0" y="292"/>
                  </a:lnTo>
                  <a:lnTo>
                    <a:pt x="180" y="1269"/>
                  </a:lnTo>
                  <a:lnTo>
                    <a:pt x="699" y="267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7"/>
            <p:cNvSpPr/>
            <p:nvPr/>
          </p:nvSpPr>
          <p:spPr>
            <a:xfrm>
              <a:off x="2942317" y="2395782"/>
              <a:ext cx="104" cy="161"/>
            </a:xfrm>
            <a:custGeom>
              <a:avLst/>
              <a:pathLst>
                <a:path w="104" h="161">
                  <a:moveTo>
                    <a:pt x="0" y="161"/>
                  </a:moveTo>
                  <a:lnTo>
                    <a:pt x="104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g1578"/>
            <p:cNvSpPr/>
            <p:nvPr/>
          </p:nvSpPr>
          <p:spPr>
            <a:xfrm>
              <a:off x="2233143" y="3257861"/>
              <a:ext cx="239" cy="903"/>
            </a:xfrm>
            <a:custGeom>
              <a:avLst/>
              <a:pathLst>
                <a:path w="239" h="903">
                  <a:moveTo>
                    <a:pt x="0" y="829"/>
                  </a:moveTo>
                  <a:lnTo>
                    <a:pt x="51" y="634"/>
                  </a:lnTo>
                  <a:lnTo>
                    <a:pt x="32" y="373"/>
                  </a:lnTo>
                  <a:lnTo>
                    <a:pt x="37" y="85"/>
                  </a:lnTo>
                  <a:lnTo>
                    <a:pt x="220" y="0"/>
                  </a:lnTo>
                  <a:lnTo>
                    <a:pt x="239" y="269"/>
                  </a:lnTo>
                  <a:lnTo>
                    <a:pt x="188" y="477"/>
                  </a:lnTo>
                  <a:lnTo>
                    <a:pt x="132" y="644"/>
                  </a:lnTo>
                  <a:lnTo>
                    <a:pt x="105" y="9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g1579"/>
            <p:cNvSpPr/>
            <p:nvPr/>
          </p:nvSpPr>
          <p:spPr>
            <a:xfrm>
              <a:off x="2233746" y="3248654"/>
              <a:ext cx="799" cy="1979"/>
            </a:xfrm>
            <a:custGeom>
              <a:avLst/>
              <a:pathLst>
                <a:path w="799" h="1979">
                  <a:moveTo>
                    <a:pt x="487" y="1437"/>
                  </a:moveTo>
                  <a:lnTo>
                    <a:pt x="406" y="1760"/>
                  </a:lnTo>
                  <a:lnTo>
                    <a:pt x="333" y="1979"/>
                  </a:lnTo>
                  <a:lnTo>
                    <a:pt x="285" y="1761"/>
                  </a:lnTo>
                  <a:lnTo>
                    <a:pt x="0" y="1577"/>
                  </a:lnTo>
                  <a:lnTo>
                    <a:pt x="0" y="1356"/>
                  </a:lnTo>
                  <a:lnTo>
                    <a:pt x="143" y="1491"/>
                  </a:lnTo>
                  <a:lnTo>
                    <a:pt x="361" y="1359"/>
                  </a:lnTo>
                  <a:lnTo>
                    <a:pt x="362" y="1119"/>
                  </a:lnTo>
                  <a:lnTo>
                    <a:pt x="298" y="903"/>
                  </a:lnTo>
                  <a:lnTo>
                    <a:pt x="268" y="751"/>
                  </a:lnTo>
                  <a:lnTo>
                    <a:pt x="349" y="517"/>
                  </a:lnTo>
                  <a:lnTo>
                    <a:pt x="616" y="0"/>
                  </a:lnTo>
                  <a:lnTo>
                    <a:pt x="799" y="147"/>
                  </a:lnTo>
                  <a:lnTo>
                    <a:pt x="662" y="54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g1580"/>
            <p:cNvSpPr/>
            <p:nvPr/>
          </p:nvSpPr>
          <p:spPr>
            <a:xfrm>
              <a:off x="2233743" y="3239332"/>
              <a:ext cx="1473" cy="6396"/>
            </a:xfrm>
            <a:custGeom>
              <a:avLst/>
              <a:pathLst>
                <a:path w="1473" h="6396">
                  <a:moveTo>
                    <a:pt x="988" y="5928"/>
                  </a:moveTo>
                  <a:lnTo>
                    <a:pt x="705" y="6396"/>
                  </a:lnTo>
                  <a:lnTo>
                    <a:pt x="0" y="4407"/>
                  </a:lnTo>
                  <a:lnTo>
                    <a:pt x="84" y="2099"/>
                  </a:lnTo>
                  <a:lnTo>
                    <a:pt x="511" y="829"/>
                  </a:lnTo>
                  <a:lnTo>
                    <a:pt x="914" y="82"/>
                  </a:lnTo>
                  <a:lnTo>
                    <a:pt x="1329" y="0"/>
                  </a:lnTo>
                  <a:lnTo>
                    <a:pt x="1473" y="1911"/>
                  </a:lnTo>
                  <a:lnTo>
                    <a:pt x="1372" y="460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1"/>
            <p:cNvSpPr/>
            <p:nvPr/>
          </p:nvSpPr>
          <p:spPr>
            <a:xfrm>
              <a:off x="2235744" y="3366051"/>
              <a:ext cx="2115" cy="6598"/>
            </a:xfrm>
            <a:custGeom>
              <a:avLst/>
              <a:pathLst>
                <a:path w="2115" h="6598">
                  <a:moveTo>
                    <a:pt x="685" y="5997"/>
                  </a:moveTo>
                  <a:lnTo>
                    <a:pt x="88" y="6598"/>
                  </a:lnTo>
                  <a:lnTo>
                    <a:pt x="0" y="3634"/>
                  </a:lnTo>
                  <a:lnTo>
                    <a:pt x="179" y="2835"/>
                  </a:lnTo>
                  <a:lnTo>
                    <a:pt x="1196" y="451"/>
                  </a:lnTo>
                  <a:lnTo>
                    <a:pt x="1474" y="0"/>
                  </a:lnTo>
                  <a:lnTo>
                    <a:pt x="1678" y="500"/>
                  </a:lnTo>
                  <a:lnTo>
                    <a:pt x="1627" y="1135"/>
                  </a:lnTo>
                  <a:lnTo>
                    <a:pt x="2115" y="2204"/>
                  </a:lnTo>
                  <a:lnTo>
                    <a:pt x="1997" y="3566"/>
                  </a:lnTo>
                  <a:lnTo>
                    <a:pt x="1468" y="505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g1582"/>
            <p:cNvSpPr/>
            <p:nvPr/>
          </p:nvSpPr>
          <p:spPr>
            <a:xfrm>
              <a:off x="2236972" y="3361676"/>
              <a:ext cx="1976" cy="3332"/>
            </a:xfrm>
            <a:custGeom>
              <a:avLst/>
              <a:pathLst>
                <a:path w="1976" h="3332">
                  <a:moveTo>
                    <a:pt x="1155" y="2363"/>
                  </a:moveTo>
                  <a:lnTo>
                    <a:pt x="0" y="3332"/>
                  </a:lnTo>
                  <a:lnTo>
                    <a:pt x="18" y="2542"/>
                  </a:lnTo>
                  <a:lnTo>
                    <a:pt x="328" y="1171"/>
                  </a:lnTo>
                  <a:lnTo>
                    <a:pt x="928" y="784"/>
                  </a:lnTo>
                  <a:lnTo>
                    <a:pt x="1153" y="315"/>
                  </a:lnTo>
                  <a:lnTo>
                    <a:pt x="1536" y="0"/>
                  </a:lnTo>
                  <a:lnTo>
                    <a:pt x="1754" y="56"/>
                  </a:lnTo>
                  <a:lnTo>
                    <a:pt x="1976" y="444"/>
                  </a:lnTo>
                  <a:lnTo>
                    <a:pt x="1451" y="121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g1583"/>
            <p:cNvSpPr/>
            <p:nvPr/>
          </p:nvSpPr>
          <p:spPr>
            <a:xfrm>
              <a:off x="2193968" y="3309804"/>
              <a:ext cx="1943" cy="2654"/>
            </a:xfrm>
            <a:custGeom>
              <a:avLst/>
              <a:pathLst>
                <a:path w="1943" h="2654">
                  <a:moveTo>
                    <a:pt x="1943" y="1991"/>
                  </a:moveTo>
                  <a:lnTo>
                    <a:pt x="1425" y="2654"/>
                  </a:lnTo>
                  <a:lnTo>
                    <a:pt x="475" y="1991"/>
                  </a:lnTo>
                  <a:lnTo>
                    <a:pt x="0" y="1061"/>
                  </a:lnTo>
                  <a:lnTo>
                    <a:pt x="302" y="0"/>
                  </a:lnTo>
                  <a:lnTo>
                    <a:pt x="1079" y="0"/>
                  </a:lnTo>
                  <a:lnTo>
                    <a:pt x="1808" y="128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g1584"/>
            <p:cNvSpPr/>
            <p:nvPr/>
          </p:nvSpPr>
          <p:spPr>
            <a:xfrm>
              <a:off x="2203700" y="3304089"/>
              <a:ext cx="5624" cy="8452"/>
            </a:xfrm>
            <a:custGeom>
              <a:avLst/>
              <a:pathLst>
                <a:path w="5624" h="8452">
                  <a:moveTo>
                    <a:pt x="5316" y="1070"/>
                  </a:moveTo>
                  <a:lnTo>
                    <a:pt x="5624" y="4931"/>
                  </a:lnTo>
                  <a:lnTo>
                    <a:pt x="5530" y="5655"/>
                  </a:lnTo>
                  <a:lnTo>
                    <a:pt x="4659" y="8264"/>
                  </a:lnTo>
                  <a:lnTo>
                    <a:pt x="3929" y="8452"/>
                  </a:lnTo>
                  <a:lnTo>
                    <a:pt x="3342" y="8359"/>
                  </a:lnTo>
                  <a:lnTo>
                    <a:pt x="2895" y="7854"/>
                  </a:lnTo>
                  <a:lnTo>
                    <a:pt x="2321" y="6159"/>
                  </a:lnTo>
                  <a:lnTo>
                    <a:pt x="1763" y="6667"/>
                  </a:lnTo>
                  <a:lnTo>
                    <a:pt x="383" y="6078"/>
                  </a:lnTo>
                  <a:lnTo>
                    <a:pt x="0" y="5485"/>
                  </a:lnTo>
                  <a:lnTo>
                    <a:pt x="516" y="3407"/>
                  </a:lnTo>
                  <a:lnTo>
                    <a:pt x="1466" y="2568"/>
                  </a:lnTo>
                  <a:lnTo>
                    <a:pt x="1813" y="2396"/>
                  </a:lnTo>
                  <a:lnTo>
                    <a:pt x="2091" y="3671"/>
                  </a:lnTo>
                  <a:lnTo>
                    <a:pt x="2783" y="4774"/>
                  </a:lnTo>
                  <a:lnTo>
                    <a:pt x="3595" y="4886"/>
                  </a:lnTo>
                  <a:lnTo>
                    <a:pt x="3797" y="2918"/>
                  </a:lnTo>
                  <a:lnTo>
                    <a:pt x="4895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5"/>
            <p:cNvSpPr/>
            <p:nvPr/>
          </p:nvSpPr>
          <p:spPr>
            <a:xfrm>
              <a:off x="2117524" y="3274225"/>
              <a:ext cx="130143" cy="339515"/>
            </a:xfrm>
            <a:custGeom>
              <a:avLst/>
              <a:pathLst>
                <a:path w="130143" h="339515">
                  <a:moveTo>
                    <a:pt x="128329" y="107220"/>
                  </a:moveTo>
                  <a:lnTo>
                    <a:pt x="130116" y="114411"/>
                  </a:lnTo>
                  <a:lnTo>
                    <a:pt x="130143" y="115203"/>
                  </a:lnTo>
                  <a:lnTo>
                    <a:pt x="129949" y="116104"/>
                  </a:lnTo>
                  <a:lnTo>
                    <a:pt x="128836" y="117790"/>
                  </a:lnTo>
                  <a:lnTo>
                    <a:pt x="128587" y="118665"/>
                  </a:lnTo>
                  <a:lnTo>
                    <a:pt x="128186" y="121869"/>
                  </a:lnTo>
                  <a:lnTo>
                    <a:pt x="126785" y="123628"/>
                  </a:lnTo>
                  <a:lnTo>
                    <a:pt x="125817" y="125833"/>
                  </a:lnTo>
                  <a:lnTo>
                    <a:pt x="125164" y="127766"/>
                  </a:lnTo>
                  <a:lnTo>
                    <a:pt x="124839" y="128545"/>
                  </a:lnTo>
                  <a:lnTo>
                    <a:pt x="123560" y="128972"/>
                  </a:lnTo>
                  <a:lnTo>
                    <a:pt x="123149" y="130188"/>
                  </a:lnTo>
                  <a:lnTo>
                    <a:pt x="122632" y="133843"/>
                  </a:lnTo>
                  <a:lnTo>
                    <a:pt x="122254" y="135371"/>
                  </a:lnTo>
                  <a:lnTo>
                    <a:pt x="121589" y="137164"/>
                  </a:lnTo>
                  <a:lnTo>
                    <a:pt x="121583" y="138265"/>
                  </a:lnTo>
                  <a:lnTo>
                    <a:pt x="122501" y="142265"/>
                  </a:lnTo>
                  <a:lnTo>
                    <a:pt x="122667" y="143520"/>
                  </a:lnTo>
                  <a:lnTo>
                    <a:pt x="122382" y="145419"/>
                  </a:lnTo>
                  <a:lnTo>
                    <a:pt x="122409" y="146764"/>
                  </a:lnTo>
                  <a:lnTo>
                    <a:pt x="122891" y="148385"/>
                  </a:lnTo>
                  <a:lnTo>
                    <a:pt x="123468" y="148755"/>
                  </a:lnTo>
                  <a:lnTo>
                    <a:pt x="124028" y="148079"/>
                  </a:lnTo>
                  <a:lnTo>
                    <a:pt x="124726" y="148139"/>
                  </a:lnTo>
                  <a:lnTo>
                    <a:pt x="125180" y="148569"/>
                  </a:lnTo>
                  <a:lnTo>
                    <a:pt x="125369" y="149042"/>
                  </a:lnTo>
                  <a:lnTo>
                    <a:pt x="125402" y="150281"/>
                  </a:lnTo>
                  <a:lnTo>
                    <a:pt x="125113" y="152916"/>
                  </a:lnTo>
                  <a:lnTo>
                    <a:pt x="124700" y="154615"/>
                  </a:lnTo>
                  <a:lnTo>
                    <a:pt x="122863" y="157224"/>
                  </a:lnTo>
                  <a:lnTo>
                    <a:pt x="122047" y="158735"/>
                  </a:lnTo>
                  <a:lnTo>
                    <a:pt x="121596" y="159847"/>
                  </a:lnTo>
                  <a:lnTo>
                    <a:pt x="120606" y="159251"/>
                  </a:lnTo>
                  <a:lnTo>
                    <a:pt x="120102" y="159297"/>
                  </a:lnTo>
                  <a:lnTo>
                    <a:pt x="119715" y="160157"/>
                  </a:lnTo>
                  <a:lnTo>
                    <a:pt x="119480" y="160898"/>
                  </a:lnTo>
                  <a:lnTo>
                    <a:pt x="118816" y="161079"/>
                  </a:lnTo>
                  <a:lnTo>
                    <a:pt x="117877" y="161529"/>
                  </a:lnTo>
                  <a:lnTo>
                    <a:pt x="117484" y="162027"/>
                  </a:lnTo>
                  <a:lnTo>
                    <a:pt x="117180" y="163316"/>
                  </a:lnTo>
                  <a:lnTo>
                    <a:pt x="116927" y="165164"/>
                  </a:lnTo>
                  <a:lnTo>
                    <a:pt x="117138" y="167380"/>
                  </a:lnTo>
                  <a:lnTo>
                    <a:pt x="117432" y="169355"/>
                  </a:lnTo>
                  <a:lnTo>
                    <a:pt x="117420" y="171170"/>
                  </a:lnTo>
                  <a:lnTo>
                    <a:pt x="117647" y="176217"/>
                  </a:lnTo>
                  <a:lnTo>
                    <a:pt x="117351" y="177396"/>
                  </a:lnTo>
                  <a:lnTo>
                    <a:pt x="116722" y="178732"/>
                  </a:lnTo>
                  <a:lnTo>
                    <a:pt x="115970" y="181087"/>
                  </a:lnTo>
                  <a:lnTo>
                    <a:pt x="115127" y="184359"/>
                  </a:lnTo>
                  <a:lnTo>
                    <a:pt x="115262" y="185299"/>
                  </a:lnTo>
                  <a:lnTo>
                    <a:pt x="117277" y="192176"/>
                  </a:lnTo>
                  <a:lnTo>
                    <a:pt x="119326" y="199174"/>
                  </a:lnTo>
                  <a:lnTo>
                    <a:pt x="121363" y="206129"/>
                  </a:lnTo>
                  <a:lnTo>
                    <a:pt x="121653" y="206439"/>
                  </a:lnTo>
                  <a:lnTo>
                    <a:pt x="122038" y="207242"/>
                  </a:lnTo>
                  <a:lnTo>
                    <a:pt x="122393" y="209677"/>
                  </a:lnTo>
                  <a:lnTo>
                    <a:pt x="122686" y="212259"/>
                  </a:lnTo>
                  <a:lnTo>
                    <a:pt x="122692" y="213595"/>
                  </a:lnTo>
                  <a:lnTo>
                    <a:pt x="122464" y="215275"/>
                  </a:lnTo>
                  <a:lnTo>
                    <a:pt x="121969" y="217208"/>
                  </a:lnTo>
                  <a:lnTo>
                    <a:pt x="121367" y="218774"/>
                  </a:lnTo>
                  <a:lnTo>
                    <a:pt x="120486" y="220101"/>
                  </a:lnTo>
                  <a:lnTo>
                    <a:pt x="119785" y="221353"/>
                  </a:lnTo>
                  <a:lnTo>
                    <a:pt x="119207" y="224666"/>
                  </a:lnTo>
                  <a:lnTo>
                    <a:pt x="118857" y="225832"/>
                  </a:lnTo>
                  <a:lnTo>
                    <a:pt x="118535" y="226302"/>
                  </a:lnTo>
                  <a:lnTo>
                    <a:pt x="117899" y="226735"/>
                  </a:lnTo>
                  <a:lnTo>
                    <a:pt x="116871" y="226635"/>
                  </a:lnTo>
                  <a:lnTo>
                    <a:pt x="116192" y="226374"/>
                  </a:lnTo>
                  <a:lnTo>
                    <a:pt x="115351" y="228853"/>
                  </a:lnTo>
                  <a:lnTo>
                    <a:pt x="114275" y="229762"/>
                  </a:lnTo>
                  <a:lnTo>
                    <a:pt x="113556" y="233144"/>
                  </a:lnTo>
                  <a:lnTo>
                    <a:pt x="110993" y="235826"/>
                  </a:lnTo>
                  <a:lnTo>
                    <a:pt x="108486" y="237915"/>
                  </a:lnTo>
                  <a:lnTo>
                    <a:pt x="107798" y="238741"/>
                  </a:lnTo>
                  <a:lnTo>
                    <a:pt x="105323" y="237017"/>
                  </a:lnTo>
                  <a:lnTo>
                    <a:pt x="104727" y="237555"/>
                  </a:lnTo>
                  <a:lnTo>
                    <a:pt x="104041" y="239156"/>
                  </a:lnTo>
                  <a:lnTo>
                    <a:pt x="103408" y="240399"/>
                  </a:lnTo>
                  <a:lnTo>
                    <a:pt x="102874" y="240476"/>
                  </a:lnTo>
                  <a:lnTo>
                    <a:pt x="102424" y="241119"/>
                  </a:lnTo>
                  <a:lnTo>
                    <a:pt x="102157" y="243411"/>
                  </a:lnTo>
                  <a:lnTo>
                    <a:pt x="101920" y="251312"/>
                  </a:lnTo>
                  <a:lnTo>
                    <a:pt x="101032" y="253661"/>
                  </a:lnTo>
                  <a:lnTo>
                    <a:pt x="99958" y="253647"/>
                  </a:lnTo>
                  <a:lnTo>
                    <a:pt x="99221" y="250912"/>
                  </a:lnTo>
                  <a:lnTo>
                    <a:pt x="98347" y="248845"/>
                  </a:lnTo>
                  <a:lnTo>
                    <a:pt x="96823" y="243945"/>
                  </a:lnTo>
                  <a:lnTo>
                    <a:pt x="96401" y="243306"/>
                  </a:lnTo>
                  <a:lnTo>
                    <a:pt x="96006" y="243336"/>
                  </a:lnTo>
                  <a:lnTo>
                    <a:pt x="94592" y="244789"/>
                  </a:lnTo>
                  <a:lnTo>
                    <a:pt x="93921" y="244159"/>
                  </a:lnTo>
                  <a:lnTo>
                    <a:pt x="93380" y="243397"/>
                  </a:lnTo>
                  <a:lnTo>
                    <a:pt x="92476" y="243641"/>
                  </a:lnTo>
                  <a:lnTo>
                    <a:pt x="90864" y="243697"/>
                  </a:lnTo>
                  <a:lnTo>
                    <a:pt x="89837" y="243743"/>
                  </a:lnTo>
                  <a:lnTo>
                    <a:pt x="89338" y="242404"/>
                  </a:lnTo>
                  <a:lnTo>
                    <a:pt x="88873" y="239669"/>
                  </a:lnTo>
                  <a:lnTo>
                    <a:pt x="88560" y="238689"/>
                  </a:lnTo>
                  <a:lnTo>
                    <a:pt x="88193" y="237900"/>
                  </a:lnTo>
                  <a:lnTo>
                    <a:pt x="87585" y="237501"/>
                  </a:lnTo>
                  <a:lnTo>
                    <a:pt x="84991" y="237511"/>
                  </a:lnTo>
                  <a:lnTo>
                    <a:pt x="84502" y="237514"/>
                  </a:lnTo>
                  <a:lnTo>
                    <a:pt x="84144" y="236988"/>
                  </a:lnTo>
                  <a:lnTo>
                    <a:pt x="83645" y="234642"/>
                  </a:lnTo>
                  <a:lnTo>
                    <a:pt x="83099" y="233539"/>
                  </a:lnTo>
                  <a:lnTo>
                    <a:pt x="82461" y="233492"/>
                  </a:lnTo>
                  <a:lnTo>
                    <a:pt x="82180" y="234785"/>
                  </a:lnTo>
                  <a:lnTo>
                    <a:pt x="83289" y="239009"/>
                  </a:lnTo>
                  <a:lnTo>
                    <a:pt x="83612" y="241299"/>
                  </a:lnTo>
                  <a:lnTo>
                    <a:pt x="84583" y="244609"/>
                  </a:lnTo>
                  <a:lnTo>
                    <a:pt x="87397" y="251615"/>
                  </a:lnTo>
                  <a:lnTo>
                    <a:pt x="87918" y="253840"/>
                  </a:lnTo>
                  <a:lnTo>
                    <a:pt x="87860" y="256682"/>
                  </a:lnTo>
                  <a:lnTo>
                    <a:pt x="87844" y="261032"/>
                  </a:lnTo>
                  <a:lnTo>
                    <a:pt x="87939" y="265149"/>
                  </a:lnTo>
                  <a:lnTo>
                    <a:pt x="88663" y="271053"/>
                  </a:lnTo>
                  <a:lnTo>
                    <a:pt x="89680" y="277062"/>
                  </a:lnTo>
                  <a:lnTo>
                    <a:pt x="89956" y="280893"/>
                  </a:lnTo>
                  <a:lnTo>
                    <a:pt x="89767" y="283724"/>
                  </a:lnTo>
                  <a:lnTo>
                    <a:pt x="89574" y="285230"/>
                  </a:lnTo>
                  <a:lnTo>
                    <a:pt x="89595" y="285901"/>
                  </a:lnTo>
                  <a:lnTo>
                    <a:pt x="89804" y="286507"/>
                  </a:lnTo>
                  <a:lnTo>
                    <a:pt x="90772" y="287377"/>
                  </a:lnTo>
                  <a:lnTo>
                    <a:pt x="92807" y="287921"/>
                  </a:lnTo>
                  <a:lnTo>
                    <a:pt x="94036" y="287924"/>
                  </a:lnTo>
                  <a:lnTo>
                    <a:pt x="95915" y="288574"/>
                  </a:lnTo>
                  <a:lnTo>
                    <a:pt x="96053" y="290687"/>
                  </a:lnTo>
                  <a:lnTo>
                    <a:pt x="95870" y="294171"/>
                  </a:lnTo>
                  <a:lnTo>
                    <a:pt x="95499" y="296149"/>
                  </a:lnTo>
                  <a:lnTo>
                    <a:pt x="95197" y="296726"/>
                  </a:lnTo>
                  <a:lnTo>
                    <a:pt x="94174" y="297185"/>
                  </a:lnTo>
                  <a:lnTo>
                    <a:pt x="93099" y="299324"/>
                  </a:lnTo>
                  <a:lnTo>
                    <a:pt x="91538" y="301434"/>
                  </a:lnTo>
                  <a:lnTo>
                    <a:pt x="90647" y="301721"/>
                  </a:lnTo>
                  <a:lnTo>
                    <a:pt x="90276" y="302134"/>
                  </a:lnTo>
                  <a:lnTo>
                    <a:pt x="89961" y="302768"/>
                  </a:lnTo>
                  <a:lnTo>
                    <a:pt x="89702" y="303570"/>
                  </a:lnTo>
                  <a:lnTo>
                    <a:pt x="89399" y="307527"/>
                  </a:lnTo>
                  <a:lnTo>
                    <a:pt x="88939" y="311996"/>
                  </a:lnTo>
                  <a:lnTo>
                    <a:pt x="88072" y="314649"/>
                  </a:lnTo>
                  <a:lnTo>
                    <a:pt x="87119" y="316842"/>
                  </a:lnTo>
                  <a:lnTo>
                    <a:pt x="86148" y="317090"/>
                  </a:lnTo>
                  <a:lnTo>
                    <a:pt x="85371" y="316916"/>
                  </a:lnTo>
                  <a:lnTo>
                    <a:pt x="84984" y="317559"/>
                  </a:lnTo>
                  <a:lnTo>
                    <a:pt x="84425" y="319366"/>
                  </a:lnTo>
                  <a:lnTo>
                    <a:pt x="83627" y="321612"/>
                  </a:lnTo>
                  <a:lnTo>
                    <a:pt x="83010" y="322810"/>
                  </a:lnTo>
                  <a:lnTo>
                    <a:pt x="82179" y="322697"/>
                  </a:lnTo>
                  <a:lnTo>
                    <a:pt x="81294" y="323802"/>
                  </a:lnTo>
                  <a:lnTo>
                    <a:pt x="80174" y="325613"/>
                  </a:lnTo>
                  <a:lnTo>
                    <a:pt x="79432" y="327101"/>
                  </a:lnTo>
                  <a:lnTo>
                    <a:pt x="78799" y="329639"/>
                  </a:lnTo>
                  <a:lnTo>
                    <a:pt x="77892" y="332308"/>
                  </a:lnTo>
                  <a:lnTo>
                    <a:pt x="76960" y="334176"/>
                  </a:lnTo>
                  <a:lnTo>
                    <a:pt x="76515" y="336486"/>
                  </a:lnTo>
                  <a:lnTo>
                    <a:pt x="75878" y="339418"/>
                  </a:lnTo>
                  <a:lnTo>
                    <a:pt x="75084" y="339515"/>
                  </a:lnTo>
                  <a:lnTo>
                    <a:pt x="75020" y="337756"/>
                  </a:lnTo>
                  <a:lnTo>
                    <a:pt x="75402" y="334922"/>
                  </a:lnTo>
                  <a:lnTo>
                    <a:pt x="74988" y="332480"/>
                  </a:lnTo>
                  <a:lnTo>
                    <a:pt x="74232" y="331171"/>
                  </a:lnTo>
                  <a:lnTo>
                    <a:pt x="73878" y="330784"/>
                  </a:lnTo>
                  <a:lnTo>
                    <a:pt x="73526" y="330944"/>
                  </a:lnTo>
                  <a:lnTo>
                    <a:pt x="72630" y="332149"/>
                  </a:lnTo>
                  <a:lnTo>
                    <a:pt x="71528" y="334339"/>
                  </a:lnTo>
                  <a:lnTo>
                    <a:pt x="70851" y="335916"/>
                  </a:lnTo>
                  <a:lnTo>
                    <a:pt x="70238" y="336638"/>
                  </a:lnTo>
                  <a:lnTo>
                    <a:pt x="68978" y="337290"/>
                  </a:lnTo>
                  <a:lnTo>
                    <a:pt x="67916" y="337625"/>
                  </a:lnTo>
                  <a:lnTo>
                    <a:pt x="67479" y="337175"/>
                  </a:lnTo>
                  <a:lnTo>
                    <a:pt x="66689" y="335564"/>
                  </a:lnTo>
                  <a:lnTo>
                    <a:pt x="64865" y="330527"/>
                  </a:lnTo>
                  <a:lnTo>
                    <a:pt x="62394" y="323704"/>
                  </a:lnTo>
                  <a:lnTo>
                    <a:pt x="62207" y="321729"/>
                  </a:lnTo>
                  <a:lnTo>
                    <a:pt x="62313" y="319709"/>
                  </a:lnTo>
                  <a:lnTo>
                    <a:pt x="61864" y="316761"/>
                  </a:lnTo>
                  <a:lnTo>
                    <a:pt x="61603" y="313623"/>
                  </a:lnTo>
                  <a:lnTo>
                    <a:pt x="61380" y="312543"/>
                  </a:lnTo>
                  <a:lnTo>
                    <a:pt x="61316" y="310197"/>
                  </a:lnTo>
                  <a:lnTo>
                    <a:pt x="60780" y="305971"/>
                  </a:lnTo>
                  <a:lnTo>
                    <a:pt x="60341" y="302509"/>
                  </a:lnTo>
                  <a:lnTo>
                    <a:pt x="59938" y="300750"/>
                  </a:lnTo>
                  <a:lnTo>
                    <a:pt x="60108" y="299251"/>
                  </a:lnTo>
                  <a:lnTo>
                    <a:pt x="59938" y="297754"/>
                  </a:lnTo>
                  <a:lnTo>
                    <a:pt x="59611" y="296533"/>
                  </a:lnTo>
                  <a:lnTo>
                    <a:pt x="59133" y="292606"/>
                  </a:lnTo>
                  <a:lnTo>
                    <a:pt x="59302" y="290913"/>
                  </a:lnTo>
                  <a:lnTo>
                    <a:pt x="59175" y="289218"/>
                  </a:lnTo>
                  <a:lnTo>
                    <a:pt x="58772" y="288056"/>
                  </a:lnTo>
                  <a:lnTo>
                    <a:pt x="58200" y="286808"/>
                  </a:lnTo>
                  <a:lnTo>
                    <a:pt x="57437" y="284201"/>
                  </a:lnTo>
                  <a:lnTo>
                    <a:pt x="56526" y="281727"/>
                  </a:lnTo>
                  <a:lnTo>
                    <a:pt x="56059" y="280749"/>
                  </a:lnTo>
                  <a:lnTo>
                    <a:pt x="55741" y="280359"/>
                  </a:lnTo>
                  <a:lnTo>
                    <a:pt x="55466" y="278013"/>
                  </a:lnTo>
                  <a:lnTo>
                    <a:pt x="55254" y="277296"/>
                  </a:lnTo>
                  <a:lnTo>
                    <a:pt x="54788" y="277101"/>
                  </a:lnTo>
                  <a:lnTo>
                    <a:pt x="53834" y="276123"/>
                  </a:lnTo>
                  <a:lnTo>
                    <a:pt x="52943" y="277296"/>
                  </a:lnTo>
                  <a:lnTo>
                    <a:pt x="52923" y="275472"/>
                  </a:lnTo>
                  <a:lnTo>
                    <a:pt x="53177" y="274364"/>
                  </a:lnTo>
                  <a:lnTo>
                    <a:pt x="56253" y="265664"/>
                  </a:lnTo>
                  <a:lnTo>
                    <a:pt x="57803" y="261663"/>
                  </a:lnTo>
                  <a:lnTo>
                    <a:pt x="57969" y="261073"/>
                  </a:lnTo>
                  <a:lnTo>
                    <a:pt x="58105" y="260146"/>
                  </a:lnTo>
                  <a:lnTo>
                    <a:pt x="58211" y="258909"/>
                  </a:lnTo>
                  <a:lnTo>
                    <a:pt x="57859" y="257493"/>
                  </a:lnTo>
                  <a:lnTo>
                    <a:pt x="56408" y="250775"/>
                  </a:lnTo>
                  <a:lnTo>
                    <a:pt x="55904" y="249513"/>
                  </a:lnTo>
                  <a:lnTo>
                    <a:pt x="55410" y="248480"/>
                  </a:lnTo>
                  <a:lnTo>
                    <a:pt x="54842" y="245659"/>
                  </a:lnTo>
                  <a:lnTo>
                    <a:pt x="54162" y="239091"/>
                  </a:lnTo>
                  <a:lnTo>
                    <a:pt x="53673" y="235790"/>
                  </a:lnTo>
                  <a:lnTo>
                    <a:pt x="53524" y="233259"/>
                  </a:lnTo>
                  <a:lnTo>
                    <a:pt x="53555" y="230398"/>
                  </a:lnTo>
                  <a:lnTo>
                    <a:pt x="53374" y="228201"/>
                  </a:lnTo>
                  <a:lnTo>
                    <a:pt x="52980" y="226670"/>
                  </a:lnTo>
                  <a:lnTo>
                    <a:pt x="52980" y="221984"/>
                  </a:lnTo>
                  <a:lnTo>
                    <a:pt x="53374" y="214143"/>
                  </a:lnTo>
                  <a:lnTo>
                    <a:pt x="53471" y="208183"/>
                  </a:lnTo>
                  <a:lnTo>
                    <a:pt x="53272" y="204107"/>
                  </a:lnTo>
                  <a:lnTo>
                    <a:pt x="53623" y="201004"/>
                  </a:lnTo>
                  <a:lnTo>
                    <a:pt x="54524" y="198876"/>
                  </a:lnTo>
                  <a:lnTo>
                    <a:pt x="55027" y="195587"/>
                  </a:lnTo>
                  <a:lnTo>
                    <a:pt x="55133" y="191138"/>
                  </a:lnTo>
                  <a:lnTo>
                    <a:pt x="55672" y="187482"/>
                  </a:lnTo>
                  <a:lnTo>
                    <a:pt x="56646" y="184619"/>
                  </a:lnTo>
                  <a:lnTo>
                    <a:pt x="56978" y="181795"/>
                  </a:lnTo>
                  <a:lnTo>
                    <a:pt x="56669" y="179011"/>
                  </a:lnTo>
                  <a:lnTo>
                    <a:pt x="56569" y="177223"/>
                  </a:lnTo>
                  <a:lnTo>
                    <a:pt x="55741" y="175405"/>
                  </a:lnTo>
                  <a:lnTo>
                    <a:pt x="54212" y="174130"/>
                  </a:lnTo>
                  <a:lnTo>
                    <a:pt x="52942" y="173984"/>
                  </a:lnTo>
                  <a:lnTo>
                    <a:pt x="52176" y="175401"/>
                  </a:lnTo>
                  <a:lnTo>
                    <a:pt x="50213" y="176714"/>
                  </a:lnTo>
                  <a:lnTo>
                    <a:pt x="47053" y="177924"/>
                  </a:lnTo>
                  <a:lnTo>
                    <a:pt x="44508" y="177917"/>
                  </a:lnTo>
                  <a:lnTo>
                    <a:pt x="42578" y="176694"/>
                  </a:lnTo>
                  <a:lnTo>
                    <a:pt x="41110" y="177102"/>
                  </a:lnTo>
                  <a:lnTo>
                    <a:pt x="40105" y="179142"/>
                  </a:lnTo>
                  <a:lnTo>
                    <a:pt x="39397" y="179604"/>
                  </a:lnTo>
                  <a:lnTo>
                    <a:pt x="38987" y="178484"/>
                  </a:lnTo>
                  <a:lnTo>
                    <a:pt x="38542" y="178177"/>
                  </a:lnTo>
                  <a:lnTo>
                    <a:pt x="37868" y="178887"/>
                  </a:lnTo>
                  <a:lnTo>
                    <a:pt x="37752" y="178563"/>
                  </a:lnTo>
                  <a:lnTo>
                    <a:pt x="36256" y="173050"/>
                  </a:lnTo>
                  <a:lnTo>
                    <a:pt x="34871" y="167941"/>
                  </a:lnTo>
                  <a:lnTo>
                    <a:pt x="33282" y="161858"/>
                  </a:lnTo>
                  <a:lnTo>
                    <a:pt x="31448" y="154835"/>
                  </a:lnTo>
                  <a:lnTo>
                    <a:pt x="31119" y="154372"/>
                  </a:lnTo>
                  <a:lnTo>
                    <a:pt x="30552" y="154418"/>
                  </a:lnTo>
                  <a:lnTo>
                    <a:pt x="29803" y="154539"/>
                  </a:lnTo>
                  <a:lnTo>
                    <a:pt x="28636" y="153810"/>
                  </a:lnTo>
                  <a:lnTo>
                    <a:pt x="27836" y="152790"/>
                  </a:lnTo>
                  <a:lnTo>
                    <a:pt x="27213" y="151803"/>
                  </a:lnTo>
                  <a:lnTo>
                    <a:pt x="26063" y="150555"/>
                  </a:lnTo>
                  <a:lnTo>
                    <a:pt x="25274" y="150340"/>
                  </a:lnTo>
                  <a:lnTo>
                    <a:pt x="24567" y="150708"/>
                  </a:lnTo>
                  <a:lnTo>
                    <a:pt x="22620" y="153165"/>
                  </a:lnTo>
                  <a:lnTo>
                    <a:pt x="21511" y="153393"/>
                  </a:lnTo>
                  <a:lnTo>
                    <a:pt x="20653" y="153438"/>
                  </a:lnTo>
                  <a:lnTo>
                    <a:pt x="18353" y="152222"/>
                  </a:lnTo>
                  <a:lnTo>
                    <a:pt x="16778" y="152028"/>
                  </a:lnTo>
                  <a:lnTo>
                    <a:pt x="14948" y="152829"/>
                  </a:lnTo>
                  <a:lnTo>
                    <a:pt x="14166" y="153287"/>
                  </a:lnTo>
                  <a:lnTo>
                    <a:pt x="13070" y="152037"/>
                  </a:lnTo>
                  <a:lnTo>
                    <a:pt x="12324" y="150138"/>
                  </a:lnTo>
                  <a:lnTo>
                    <a:pt x="11627" y="145622"/>
                  </a:lnTo>
                  <a:lnTo>
                    <a:pt x="11137" y="142060"/>
                  </a:lnTo>
                  <a:lnTo>
                    <a:pt x="10285" y="141343"/>
                  </a:lnTo>
                  <a:lnTo>
                    <a:pt x="9340" y="140735"/>
                  </a:lnTo>
                  <a:lnTo>
                    <a:pt x="8875" y="139560"/>
                  </a:lnTo>
                  <a:lnTo>
                    <a:pt x="8596" y="137509"/>
                  </a:lnTo>
                  <a:lnTo>
                    <a:pt x="8529" y="134880"/>
                  </a:lnTo>
                  <a:lnTo>
                    <a:pt x="8626" y="130604"/>
                  </a:lnTo>
                  <a:lnTo>
                    <a:pt x="8716" y="129070"/>
                  </a:lnTo>
                  <a:lnTo>
                    <a:pt x="8846" y="124453"/>
                  </a:lnTo>
                  <a:lnTo>
                    <a:pt x="9368" y="122042"/>
                  </a:lnTo>
                  <a:lnTo>
                    <a:pt x="9696" y="120872"/>
                  </a:lnTo>
                  <a:lnTo>
                    <a:pt x="9633" y="118937"/>
                  </a:lnTo>
                  <a:lnTo>
                    <a:pt x="9381" y="114970"/>
                  </a:lnTo>
                  <a:lnTo>
                    <a:pt x="9129" y="112165"/>
                  </a:lnTo>
                  <a:lnTo>
                    <a:pt x="8080" y="108982"/>
                  </a:lnTo>
                  <a:lnTo>
                    <a:pt x="6737" y="104907"/>
                  </a:lnTo>
                  <a:lnTo>
                    <a:pt x="6159" y="98386"/>
                  </a:lnTo>
                  <a:lnTo>
                    <a:pt x="5478" y="90682"/>
                  </a:lnTo>
                  <a:lnTo>
                    <a:pt x="4942" y="89909"/>
                  </a:lnTo>
                  <a:lnTo>
                    <a:pt x="4439" y="90296"/>
                  </a:lnTo>
                  <a:lnTo>
                    <a:pt x="3903" y="89909"/>
                  </a:lnTo>
                  <a:lnTo>
                    <a:pt x="3431" y="86813"/>
                  </a:lnTo>
                  <a:lnTo>
                    <a:pt x="2959" y="86233"/>
                  </a:lnTo>
                  <a:lnTo>
                    <a:pt x="2206" y="87319"/>
                  </a:lnTo>
                  <a:lnTo>
                    <a:pt x="1663" y="88166"/>
                  </a:lnTo>
                  <a:lnTo>
                    <a:pt x="283" y="88941"/>
                  </a:lnTo>
                  <a:lnTo>
                    <a:pt x="0" y="88166"/>
                  </a:lnTo>
                  <a:lnTo>
                    <a:pt x="94" y="87199"/>
                  </a:lnTo>
                  <a:lnTo>
                    <a:pt x="678" y="84387"/>
                  </a:lnTo>
                  <a:lnTo>
                    <a:pt x="1364" y="80795"/>
                  </a:lnTo>
                  <a:lnTo>
                    <a:pt x="2162" y="77514"/>
                  </a:lnTo>
                  <a:lnTo>
                    <a:pt x="2904" y="74158"/>
                  </a:lnTo>
                  <a:lnTo>
                    <a:pt x="3457" y="70584"/>
                  </a:lnTo>
                  <a:lnTo>
                    <a:pt x="3834" y="63475"/>
                  </a:lnTo>
                  <a:lnTo>
                    <a:pt x="4093" y="58569"/>
                  </a:lnTo>
                  <a:lnTo>
                    <a:pt x="4776" y="49838"/>
                  </a:lnTo>
                  <a:lnTo>
                    <a:pt x="6028" y="42866"/>
                  </a:lnTo>
                  <a:lnTo>
                    <a:pt x="6500" y="39656"/>
                  </a:lnTo>
                  <a:lnTo>
                    <a:pt x="7632" y="35480"/>
                  </a:lnTo>
                  <a:lnTo>
                    <a:pt x="8154" y="33212"/>
                  </a:lnTo>
                  <a:lnTo>
                    <a:pt x="8845" y="31429"/>
                  </a:lnTo>
                  <a:lnTo>
                    <a:pt x="10745" y="29000"/>
                  </a:lnTo>
                  <a:lnTo>
                    <a:pt x="13015" y="17018"/>
                  </a:lnTo>
                  <a:lnTo>
                    <a:pt x="13537" y="15113"/>
                  </a:lnTo>
                  <a:lnTo>
                    <a:pt x="15831" y="13327"/>
                  </a:lnTo>
                  <a:lnTo>
                    <a:pt x="17594" y="11932"/>
                  </a:lnTo>
                  <a:lnTo>
                    <a:pt x="18900" y="10470"/>
                  </a:lnTo>
                  <a:lnTo>
                    <a:pt x="19329" y="9695"/>
                  </a:lnTo>
                  <a:lnTo>
                    <a:pt x="19674" y="9336"/>
                  </a:lnTo>
                  <a:lnTo>
                    <a:pt x="19388" y="10724"/>
                  </a:lnTo>
                  <a:lnTo>
                    <a:pt x="18762" y="12490"/>
                  </a:lnTo>
                  <a:lnTo>
                    <a:pt x="18052" y="13566"/>
                  </a:lnTo>
                  <a:lnTo>
                    <a:pt x="14397" y="16267"/>
                  </a:lnTo>
                  <a:lnTo>
                    <a:pt x="14023" y="16840"/>
                  </a:lnTo>
                  <a:lnTo>
                    <a:pt x="13548" y="17964"/>
                  </a:lnTo>
                  <a:lnTo>
                    <a:pt x="13545" y="20538"/>
                  </a:lnTo>
                  <a:lnTo>
                    <a:pt x="13644" y="22558"/>
                  </a:lnTo>
                  <a:lnTo>
                    <a:pt x="14719" y="29181"/>
                  </a:lnTo>
                  <a:lnTo>
                    <a:pt x="15139" y="30814"/>
                  </a:lnTo>
                  <a:lnTo>
                    <a:pt x="16579" y="34405"/>
                  </a:lnTo>
                  <a:lnTo>
                    <a:pt x="16252" y="34901"/>
                  </a:lnTo>
                  <a:lnTo>
                    <a:pt x="15721" y="34962"/>
                  </a:lnTo>
                  <a:lnTo>
                    <a:pt x="16110" y="39666"/>
                  </a:lnTo>
                  <a:lnTo>
                    <a:pt x="16994" y="42895"/>
                  </a:lnTo>
                  <a:lnTo>
                    <a:pt x="17034" y="44929"/>
                  </a:lnTo>
                  <a:lnTo>
                    <a:pt x="16356" y="51241"/>
                  </a:lnTo>
                  <a:lnTo>
                    <a:pt x="15119" y="55017"/>
                  </a:lnTo>
                  <a:lnTo>
                    <a:pt x="14242" y="59412"/>
                  </a:lnTo>
                  <a:lnTo>
                    <a:pt x="13560" y="61161"/>
                  </a:lnTo>
                  <a:lnTo>
                    <a:pt x="12049" y="69803"/>
                  </a:lnTo>
                  <a:lnTo>
                    <a:pt x="13199" y="74947"/>
                  </a:lnTo>
                  <a:lnTo>
                    <a:pt x="13362" y="77556"/>
                  </a:lnTo>
                  <a:lnTo>
                    <a:pt x="14354" y="81267"/>
                  </a:lnTo>
                  <a:lnTo>
                    <a:pt x="15002" y="82484"/>
                  </a:lnTo>
                  <a:lnTo>
                    <a:pt x="15434" y="83982"/>
                  </a:lnTo>
                  <a:lnTo>
                    <a:pt x="15236" y="86516"/>
                  </a:lnTo>
                  <a:lnTo>
                    <a:pt x="15632" y="89947"/>
                  </a:lnTo>
                  <a:lnTo>
                    <a:pt x="16146" y="91760"/>
                  </a:lnTo>
                  <a:lnTo>
                    <a:pt x="16792" y="92486"/>
                  </a:lnTo>
                  <a:lnTo>
                    <a:pt x="17589" y="92476"/>
                  </a:lnTo>
                  <a:lnTo>
                    <a:pt x="19883" y="90190"/>
                  </a:lnTo>
                  <a:lnTo>
                    <a:pt x="20427" y="89162"/>
                  </a:lnTo>
                  <a:lnTo>
                    <a:pt x="20773" y="87329"/>
                  </a:lnTo>
                  <a:lnTo>
                    <a:pt x="21922" y="83613"/>
                  </a:lnTo>
                  <a:lnTo>
                    <a:pt x="21994" y="78809"/>
                  </a:lnTo>
                  <a:lnTo>
                    <a:pt x="22241" y="73047"/>
                  </a:lnTo>
                  <a:lnTo>
                    <a:pt x="21962" y="69282"/>
                  </a:lnTo>
                  <a:lnTo>
                    <a:pt x="20755" y="63922"/>
                  </a:lnTo>
                  <a:lnTo>
                    <a:pt x="20227" y="60110"/>
                  </a:lnTo>
                  <a:lnTo>
                    <a:pt x="19031" y="56560"/>
                  </a:lnTo>
                  <a:lnTo>
                    <a:pt x="18298" y="50488"/>
                  </a:lnTo>
                  <a:lnTo>
                    <a:pt x="17996" y="48598"/>
                  </a:lnTo>
                  <a:lnTo>
                    <a:pt x="17769" y="45979"/>
                  </a:lnTo>
                  <a:lnTo>
                    <a:pt x="17512" y="41344"/>
                  </a:lnTo>
                  <a:lnTo>
                    <a:pt x="18314" y="39661"/>
                  </a:lnTo>
                  <a:lnTo>
                    <a:pt x="18234" y="35864"/>
                  </a:lnTo>
                  <a:lnTo>
                    <a:pt x="20206" y="34819"/>
                  </a:lnTo>
                  <a:lnTo>
                    <a:pt x="24473" y="28645"/>
                  </a:lnTo>
                  <a:lnTo>
                    <a:pt x="27116" y="27081"/>
                  </a:lnTo>
                  <a:lnTo>
                    <a:pt x="30126" y="23783"/>
                  </a:lnTo>
                  <a:lnTo>
                    <a:pt x="30823" y="22156"/>
                  </a:lnTo>
                  <a:lnTo>
                    <a:pt x="31428" y="19446"/>
                  </a:lnTo>
                  <a:lnTo>
                    <a:pt x="31894" y="19134"/>
                  </a:lnTo>
                  <a:lnTo>
                    <a:pt x="33463" y="21675"/>
                  </a:lnTo>
                  <a:lnTo>
                    <a:pt x="34238" y="20792"/>
                  </a:lnTo>
                  <a:lnTo>
                    <a:pt x="34544" y="18810"/>
                  </a:lnTo>
                  <a:lnTo>
                    <a:pt x="34117" y="14946"/>
                  </a:lnTo>
                  <a:lnTo>
                    <a:pt x="33217" y="14944"/>
                  </a:lnTo>
                  <a:lnTo>
                    <a:pt x="30510" y="16348"/>
                  </a:lnTo>
                  <a:lnTo>
                    <a:pt x="30245" y="14686"/>
                  </a:lnTo>
                  <a:lnTo>
                    <a:pt x="30246" y="13232"/>
                  </a:lnTo>
                  <a:lnTo>
                    <a:pt x="29607" y="8623"/>
                  </a:lnTo>
                  <a:lnTo>
                    <a:pt x="30005" y="5152"/>
                  </a:lnTo>
                  <a:lnTo>
                    <a:pt x="30412" y="2348"/>
                  </a:lnTo>
                  <a:lnTo>
                    <a:pt x="31188" y="1219"/>
                  </a:lnTo>
                  <a:lnTo>
                    <a:pt x="32323" y="0"/>
                  </a:lnTo>
                  <a:lnTo>
                    <a:pt x="33185" y="1869"/>
                  </a:lnTo>
                  <a:lnTo>
                    <a:pt x="33706" y="3654"/>
                  </a:lnTo>
                  <a:lnTo>
                    <a:pt x="33989" y="5386"/>
                  </a:lnTo>
                  <a:lnTo>
                    <a:pt x="34182" y="10076"/>
                  </a:lnTo>
                  <a:lnTo>
                    <a:pt x="34645" y="14829"/>
                  </a:lnTo>
                  <a:lnTo>
                    <a:pt x="35131" y="18133"/>
                  </a:lnTo>
                  <a:lnTo>
                    <a:pt x="35903" y="20623"/>
                  </a:lnTo>
                  <a:lnTo>
                    <a:pt x="36497" y="20460"/>
                  </a:lnTo>
                  <a:lnTo>
                    <a:pt x="36921" y="20045"/>
                  </a:lnTo>
                  <a:lnTo>
                    <a:pt x="39739" y="19485"/>
                  </a:lnTo>
                  <a:lnTo>
                    <a:pt x="41450" y="21182"/>
                  </a:lnTo>
                  <a:lnTo>
                    <a:pt x="43629" y="22047"/>
                  </a:lnTo>
                  <a:lnTo>
                    <a:pt x="45664" y="25663"/>
                  </a:lnTo>
                  <a:lnTo>
                    <a:pt x="47756" y="30048"/>
                  </a:lnTo>
                  <a:lnTo>
                    <a:pt x="48289" y="33244"/>
                  </a:lnTo>
                  <a:lnTo>
                    <a:pt x="48466" y="36302"/>
                  </a:lnTo>
                  <a:lnTo>
                    <a:pt x="48973" y="38350"/>
                  </a:lnTo>
                  <a:lnTo>
                    <a:pt x="48467" y="40456"/>
                  </a:lnTo>
                  <a:lnTo>
                    <a:pt x="48740" y="43984"/>
                  </a:lnTo>
                  <a:lnTo>
                    <a:pt x="49338" y="47536"/>
                  </a:lnTo>
                  <a:lnTo>
                    <a:pt x="50243" y="49794"/>
                  </a:lnTo>
                  <a:lnTo>
                    <a:pt x="52823" y="50405"/>
                  </a:lnTo>
                  <a:lnTo>
                    <a:pt x="55613" y="48878"/>
                  </a:lnTo>
                  <a:lnTo>
                    <a:pt x="59921" y="47499"/>
                  </a:lnTo>
                  <a:lnTo>
                    <a:pt x="61307" y="46310"/>
                  </a:lnTo>
                  <a:lnTo>
                    <a:pt x="68439" y="45672"/>
                  </a:lnTo>
                  <a:lnTo>
                    <a:pt x="69798" y="47375"/>
                  </a:lnTo>
                  <a:lnTo>
                    <a:pt x="69930" y="49074"/>
                  </a:lnTo>
                  <a:lnTo>
                    <a:pt x="69946" y="50379"/>
                  </a:lnTo>
                  <a:lnTo>
                    <a:pt x="72241" y="56737"/>
                  </a:lnTo>
                  <a:lnTo>
                    <a:pt x="74124" y="57603"/>
                  </a:lnTo>
                  <a:lnTo>
                    <a:pt x="75725" y="59643"/>
                  </a:lnTo>
                  <a:lnTo>
                    <a:pt x="77378" y="60738"/>
                  </a:lnTo>
                  <a:lnTo>
                    <a:pt x="79188" y="62283"/>
                  </a:lnTo>
                  <a:lnTo>
                    <a:pt x="80206" y="62089"/>
                  </a:lnTo>
                  <a:lnTo>
                    <a:pt x="80967" y="61546"/>
                  </a:lnTo>
                  <a:lnTo>
                    <a:pt x="81867" y="61455"/>
                  </a:lnTo>
                  <a:lnTo>
                    <a:pt x="88233" y="50826"/>
                  </a:lnTo>
                  <a:lnTo>
                    <a:pt x="91642" y="51100"/>
                  </a:lnTo>
                  <a:lnTo>
                    <a:pt x="92167" y="50409"/>
                  </a:lnTo>
                  <a:lnTo>
                    <a:pt x="92621" y="49478"/>
                  </a:lnTo>
                  <a:lnTo>
                    <a:pt x="91363" y="47861"/>
                  </a:lnTo>
                  <a:lnTo>
                    <a:pt x="88525" y="47238"/>
                  </a:lnTo>
                  <a:lnTo>
                    <a:pt x="87664" y="48321"/>
                  </a:lnTo>
                  <a:lnTo>
                    <a:pt x="87176" y="45586"/>
                  </a:lnTo>
                  <a:lnTo>
                    <a:pt x="88102" y="45659"/>
                  </a:lnTo>
                  <a:lnTo>
                    <a:pt x="91260" y="44740"/>
                  </a:lnTo>
                  <a:lnTo>
                    <a:pt x="94881" y="45346"/>
                  </a:lnTo>
                  <a:lnTo>
                    <a:pt x="97831" y="43398"/>
                  </a:lnTo>
                  <a:lnTo>
                    <a:pt x="99316" y="43075"/>
                  </a:lnTo>
                  <a:lnTo>
                    <a:pt x="100169" y="43460"/>
                  </a:lnTo>
                  <a:lnTo>
                    <a:pt x="102518" y="42198"/>
                  </a:lnTo>
                  <a:lnTo>
                    <a:pt x="106941" y="43682"/>
                  </a:lnTo>
                  <a:lnTo>
                    <a:pt x="110429" y="42457"/>
                  </a:lnTo>
                  <a:lnTo>
                    <a:pt x="110026" y="44218"/>
                  </a:lnTo>
                  <a:lnTo>
                    <a:pt x="108882" y="45284"/>
                  </a:lnTo>
                  <a:lnTo>
                    <a:pt x="107031" y="45620"/>
                  </a:lnTo>
                  <a:lnTo>
                    <a:pt x="105617" y="48194"/>
                  </a:lnTo>
                  <a:lnTo>
                    <a:pt x="102603" y="47718"/>
                  </a:lnTo>
                  <a:lnTo>
                    <a:pt x="100488" y="48649"/>
                  </a:lnTo>
                  <a:lnTo>
                    <a:pt x="101166" y="49366"/>
                  </a:lnTo>
                  <a:lnTo>
                    <a:pt x="101166" y="52005"/>
                  </a:lnTo>
                  <a:lnTo>
                    <a:pt x="101455" y="52537"/>
                  </a:lnTo>
                  <a:lnTo>
                    <a:pt x="101760" y="52557"/>
                  </a:lnTo>
                  <a:lnTo>
                    <a:pt x="102480" y="54512"/>
                  </a:lnTo>
                  <a:lnTo>
                    <a:pt x="102677" y="55791"/>
                  </a:lnTo>
                  <a:lnTo>
                    <a:pt x="102910" y="58486"/>
                  </a:lnTo>
                  <a:lnTo>
                    <a:pt x="102592" y="61396"/>
                  </a:lnTo>
                  <a:lnTo>
                    <a:pt x="102151" y="62695"/>
                  </a:lnTo>
                  <a:lnTo>
                    <a:pt x="103010" y="62266"/>
                  </a:lnTo>
                  <a:lnTo>
                    <a:pt x="103498" y="60898"/>
                  </a:lnTo>
                  <a:lnTo>
                    <a:pt x="103426" y="59525"/>
                  </a:lnTo>
                  <a:lnTo>
                    <a:pt x="103498" y="57933"/>
                  </a:lnTo>
                  <a:lnTo>
                    <a:pt x="103980" y="58431"/>
                  </a:lnTo>
                  <a:lnTo>
                    <a:pt x="104318" y="59150"/>
                  </a:lnTo>
                  <a:lnTo>
                    <a:pt x="105416" y="66765"/>
                  </a:lnTo>
                  <a:lnTo>
                    <a:pt x="106190" y="70764"/>
                  </a:lnTo>
                  <a:lnTo>
                    <a:pt x="106388" y="70613"/>
                  </a:lnTo>
                  <a:lnTo>
                    <a:pt x="106572" y="70471"/>
                  </a:lnTo>
                  <a:lnTo>
                    <a:pt x="106802" y="69705"/>
                  </a:lnTo>
                  <a:lnTo>
                    <a:pt x="107144" y="67824"/>
                  </a:lnTo>
                  <a:lnTo>
                    <a:pt x="107440" y="69017"/>
                  </a:lnTo>
                  <a:lnTo>
                    <a:pt x="107617" y="69474"/>
                  </a:lnTo>
                  <a:lnTo>
                    <a:pt x="107796" y="69620"/>
                  </a:lnTo>
                  <a:lnTo>
                    <a:pt x="107633" y="67915"/>
                  </a:lnTo>
                  <a:lnTo>
                    <a:pt x="107853" y="65730"/>
                  </a:lnTo>
                  <a:lnTo>
                    <a:pt x="107777" y="64967"/>
                  </a:lnTo>
                  <a:lnTo>
                    <a:pt x="108120" y="64801"/>
                  </a:lnTo>
                  <a:lnTo>
                    <a:pt x="108529" y="65091"/>
                  </a:lnTo>
                  <a:lnTo>
                    <a:pt x="109112" y="65693"/>
                  </a:lnTo>
                  <a:lnTo>
                    <a:pt x="110149" y="68197"/>
                  </a:lnTo>
                  <a:lnTo>
                    <a:pt x="110835" y="70793"/>
                  </a:lnTo>
                  <a:lnTo>
                    <a:pt x="110894" y="72242"/>
                  </a:lnTo>
                  <a:lnTo>
                    <a:pt x="111142" y="73055"/>
                  </a:lnTo>
                  <a:lnTo>
                    <a:pt x="111590" y="73912"/>
                  </a:lnTo>
                  <a:lnTo>
                    <a:pt x="111809" y="75251"/>
                  </a:lnTo>
                  <a:lnTo>
                    <a:pt x="111849" y="73145"/>
                  </a:lnTo>
                  <a:lnTo>
                    <a:pt x="111586" y="71610"/>
                  </a:lnTo>
                  <a:lnTo>
                    <a:pt x="111521" y="69855"/>
                  </a:lnTo>
                  <a:lnTo>
                    <a:pt x="112872" y="69777"/>
                  </a:lnTo>
                  <a:lnTo>
                    <a:pt x="113223" y="67470"/>
                  </a:lnTo>
                  <a:lnTo>
                    <a:pt x="113959" y="68860"/>
                  </a:lnTo>
                  <a:lnTo>
                    <a:pt x="115910" y="75197"/>
                  </a:lnTo>
                  <a:lnTo>
                    <a:pt x="116630" y="76244"/>
                  </a:lnTo>
                  <a:lnTo>
                    <a:pt x="118756" y="77460"/>
                  </a:lnTo>
                  <a:lnTo>
                    <a:pt x="120095" y="80508"/>
                  </a:lnTo>
                  <a:lnTo>
                    <a:pt x="120879" y="83243"/>
                  </a:lnTo>
                  <a:lnTo>
                    <a:pt x="120413" y="86112"/>
                  </a:lnTo>
                  <a:lnTo>
                    <a:pt x="119163" y="87544"/>
                  </a:lnTo>
                  <a:lnTo>
                    <a:pt x="118662" y="89335"/>
                  </a:lnTo>
                  <a:lnTo>
                    <a:pt x="118374" y="91092"/>
                  </a:lnTo>
                  <a:lnTo>
                    <a:pt x="118369" y="92861"/>
                  </a:lnTo>
                  <a:lnTo>
                    <a:pt x="117990" y="94914"/>
                  </a:lnTo>
                  <a:lnTo>
                    <a:pt x="117934" y="95637"/>
                  </a:lnTo>
                  <a:lnTo>
                    <a:pt x="117708" y="98531"/>
                  </a:lnTo>
                  <a:lnTo>
                    <a:pt x="117193" y="102017"/>
                  </a:lnTo>
                  <a:lnTo>
                    <a:pt x="116507" y="105712"/>
                  </a:lnTo>
                  <a:lnTo>
                    <a:pt x="112936" y="105797"/>
                  </a:lnTo>
                  <a:lnTo>
                    <a:pt x="113819" y="107314"/>
                  </a:lnTo>
                  <a:lnTo>
                    <a:pt x="114629" y="108421"/>
                  </a:lnTo>
                  <a:lnTo>
                    <a:pt x="115962" y="111325"/>
                  </a:lnTo>
                  <a:lnTo>
                    <a:pt x="117021" y="109044"/>
                  </a:lnTo>
                  <a:lnTo>
                    <a:pt x="118538" y="108881"/>
                  </a:lnTo>
                  <a:lnTo>
                    <a:pt x="120180" y="106349"/>
                  </a:lnTo>
                  <a:lnTo>
                    <a:pt x="120797" y="105955"/>
                  </a:lnTo>
                  <a:lnTo>
                    <a:pt x="123869" y="107281"/>
                  </a:lnTo>
                  <a:lnTo>
                    <a:pt x="124609" y="105419"/>
                  </a:lnTo>
                  <a:lnTo>
                    <a:pt x="125227" y="104873"/>
                  </a:lnTo>
                  <a:lnTo>
                    <a:pt x="126888" y="10522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g1586"/>
            <p:cNvSpPr/>
            <p:nvPr/>
          </p:nvSpPr>
          <p:spPr>
            <a:xfrm>
              <a:off x="2200885" y="3089000"/>
              <a:ext cx="1441" cy="1393"/>
            </a:xfrm>
            <a:custGeom>
              <a:avLst/>
              <a:pathLst>
                <a:path w="1441" h="1393">
                  <a:moveTo>
                    <a:pt x="975" y="1284"/>
                  </a:moveTo>
                  <a:lnTo>
                    <a:pt x="223" y="1393"/>
                  </a:lnTo>
                  <a:lnTo>
                    <a:pt x="0" y="1022"/>
                  </a:lnTo>
                  <a:lnTo>
                    <a:pt x="424" y="111"/>
                  </a:lnTo>
                  <a:lnTo>
                    <a:pt x="1211" y="0"/>
                  </a:lnTo>
                  <a:lnTo>
                    <a:pt x="1441" y="24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g1587"/>
            <p:cNvSpPr/>
            <p:nvPr/>
          </p:nvSpPr>
          <p:spPr>
            <a:xfrm>
              <a:off x="2203302" y="3086896"/>
              <a:ext cx="1144" cy="1774"/>
            </a:xfrm>
            <a:custGeom>
              <a:avLst/>
              <a:pathLst>
                <a:path w="1144" h="1774">
                  <a:moveTo>
                    <a:pt x="466" y="1562"/>
                  </a:moveTo>
                  <a:lnTo>
                    <a:pt x="217" y="1774"/>
                  </a:lnTo>
                  <a:lnTo>
                    <a:pt x="54" y="1728"/>
                  </a:lnTo>
                  <a:lnTo>
                    <a:pt x="0" y="1302"/>
                  </a:lnTo>
                  <a:lnTo>
                    <a:pt x="169" y="129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g1588"/>
            <p:cNvSpPr/>
            <p:nvPr/>
          </p:nvSpPr>
          <p:spPr>
            <a:xfrm>
              <a:off x="2203613" y="3079946"/>
              <a:ext cx="1241" cy="1328"/>
            </a:xfrm>
            <a:custGeom>
              <a:avLst/>
              <a:pathLst>
                <a:path w="1241" h="1328">
                  <a:moveTo>
                    <a:pt x="1187" y="357"/>
                  </a:moveTo>
                  <a:lnTo>
                    <a:pt x="1241" y="1328"/>
                  </a:lnTo>
                  <a:lnTo>
                    <a:pt x="691" y="649"/>
                  </a:lnTo>
                  <a:lnTo>
                    <a:pt x="269" y="593"/>
                  </a:lnTo>
                  <a:lnTo>
                    <a:pt x="95" y="416"/>
                  </a:lnTo>
                  <a:lnTo>
                    <a:pt x="0" y="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g1589"/>
            <p:cNvSpPr/>
            <p:nvPr/>
          </p:nvSpPr>
          <p:spPr>
            <a:xfrm>
              <a:off x="2199020" y="3108264"/>
              <a:ext cx="2967" cy="2737"/>
            </a:xfrm>
            <a:custGeom>
              <a:avLst/>
              <a:pathLst>
                <a:path w="2967" h="2737">
                  <a:moveTo>
                    <a:pt x="1187" y="0"/>
                  </a:moveTo>
                  <a:lnTo>
                    <a:pt x="1992" y="1304"/>
                  </a:lnTo>
                  <a:lnTo>
                    <a:pt x="2967" y="1304"/>
                  </a:lnTo>
                  <a:lnTo>
                    <a:pt x="1949" y="2607"/>
                  </a:lnTo>
                  <a:lnTo>
                    <a:pt x="0" y="2737"/>
                  </a:lnTo>
                  <a:lnTo>
                    <a:pt x="42" y="65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g1590"/>
            <p:cNvSpPr/>
            <p:nvPr/>
          </p:nvSpPr>
          <p:spPr>
            <a:xfrm>
              <a:off x="2199995" y="3091196"/>
              <a:ext cx="1229" cy="1302"/>
            </a:xfrm>
            <a:custGeom>
              <a:avLst/>
              <a:pathLst>
                <a:path w="1229" h="1302">
                  <a:moveTo>
                    <a:pt x="1229" y="520"/>
                  </a:moveTo>
                  <a:lnTo>
                    <a:pt x="593" y="1302"/>
                  </a:lnTo>
                  <a:lnTo>
                    <a:pt x="164" y="1193"/>
                  </a:lnTo>
                  <a:lnTo>
                    <a:pt x="0" y="9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g1591"/>
            <p:cNvSpPr/>
            <p:nvPr/>
          </p:nvSpPr>
          <p:spPr>
            <a:xfrm>
              <a:off x="2197727" y="3090805"/>
              <a:ext cx="1717" cy="1888"/>
            </a:xfrm>
            <a:custGeom>
              <a:avLst/>
              <a:pathLst>
                <a:path w="1717" h="1888">
                  <a:moveTo>
                    <a:pt x="1717" y="1628"/>
                  </a:moveTo>
                  <a:lnTo>
                    <a:pt x="996" y="1888"/>
                  </a:lnTo>
                  <a:lnTo>
                    <a:pt x="0" y="520"/>
                  </a:lnTo>
                  <a:lnTo>
                    <a:pt x="784" y="0"/>
                  </a:lnTo>
                  <a:lnTo>
                    <a:pt x="1293" y="3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g1592"/>
            <p:cNvSpPr/>
            <p:nvPr/>
          </p:nvSpPr>
          <p:spPr>
            <a:xfrm>
              <a:off x="3847351" y="3375032"/>
              <a:ext cx="871" cy="2536"/>
            </a:xfrm>
            <a:custGeom>
              <a:avLst/>
              <a:pathLst>
                <a:path w="871" h="2536">
                  <a:moveTo>
                    <a:pt x="475" y="2468"/>
                  </a:moveTo>
                  <a:lnTo>
                    <a:pt x="204" y="2536"/>
                  </a:lnTo>
                  <a:lnTo>
                    <a:pt x="0" y="1933"/>
                  </a:lnTo>
                  <a:lnTo>
                    <a:pt x="871" y="0"/>
                  </a:lnTo>
                  <a:lnTo>
                    <a:pt x="783" y="1281"/>
                  </a:lnTo>
                  <a:lnTo>
                    <a:pt x="812" y="192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g1593"/>
            <p:cNvSpPr/>
            <p:nvPr/>
          </p:nvSpPr>
          <p:spPr>
            <a:xfrm>
              <a:off x="3821217" y="3325922"/>
              <a:ext cx="2244" cy="11795"/>
            </a:xfrm>
            <a:custGeom>
              <a:avLst/>
              <a:pathLst>
                <a:path w="2244" h="11795">
                  <a:moveTo>
                    <a:pt x="2061" y="1109"/>
                  </a:moveTo>
                  <a:lnTo>
                    <a:pt x="2244" y="2578"/>
                  </a:lnTo>
                  <a:lnTo>
                    <a:pt x="2175" y="6013"/>
                  </a:lnTo>
                  <a:lnTo>
                    <a:pt x="1800" y="9385"/>
                  </a:lnTo>
                  <a:lnTo>
                    <a:pt x="1911" y="10854"/>
                  </a:lnTo>
                  <a:lnTo>
                    <a:pt x="1624" y="11795"/>
                  </a:lnTo>
                  <a:lnTo>
                    <a:pt x="986" y="5479"/>
                  </a:lnTo>
                  <a:lnTo>
                    <a:pt x="177" y="2747"/>
                  </a:lnTo>
                  <a:lnTo>
                    <a:pt x="0" y="1692"/>
                  </a:lnTo>
                  <a:lnTo>
                    <a:pt x="470" y="1768"/>
                  </a:lnTo>
                  <a:lnTo>
                    <a:pt x="1310" y="41"/>
                  </a:lnTo>
                  <a:lnTo>
                    <a:pt x="171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g1594"/>
            <p:cNvSpPr/>
            <p:nvPr/>
          </p:nvSpPr>
          <p:spPr>
            <a:xfrm>
              <a:off x="3852254" y="3325395"/>
              <a:ext cx="1124" cy="3239"/>
            </a:xfrm>
            <a:custGeom>
              <a:avLst/>
              <a:pathLst>
                <a:path w="1124" h="3239">
                  <a:moveTo>
                    <a:pt x="862" y="1448"/>
                  </a:moveTo>
                  <a:lnTo>
                    <a:pt x="56" y="3239"/>
                  </a:lnTo>
                  <a:lnTo>
                    <a:pt x="0" y="1734"/>
                  </a:lnTo>
                  <a:lnTo>
                    <a:pt x="701" y="764"/>
                  </a:lnTo>
                  <a:lnTo>
                    <a:pt x="948" y="0"/>
                  </a:lnTo>
                  <a:lnTo>
                    <a:pt x="1124" y="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g1595"/>
            <p:cNvSpPr/>
            <p:nvPr/>
          </p:nvSpPr>
          <p:spPr>
            <a:xfrm>
              <a:off x="3850646" y="3017469"/>
              <a:ext cx="1478" cy="3663"/>
            </a:xfrm>
            <a:custGeom>
              <a:avLst/>
              <a:pathLst>
                <a:path w="1478" h="3663">
                  <a:moveTo>
                    <a:pt x="1160" y="3546"/>
                  </a:moveTo>
                  <a:lnTo>
                    <a:pt x="763" y="3663"/>
                  </a:lnTo>
                  <a:lnTo>
                    <a:pt x="0" y="1265"/>
                  </a:lnTo>
                  <a:lnTo>
                    <a:pt x="411" y="0"/>
                  </a:lnTo>
                  <a:lnTo>
                    <a:pt x="1279" y="893"/>
                  </a:lnTo>
                  <a:lnTo>
                    <a:pt x="1478" y="1470"/>
                  </a:lnTo>
                  <a:lnTo>
                    <a:pt x="1473" y="1988"/>
                  </a:lnTo>
                  <a:lnTo>
                    <a:pt x="1265" y="31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g1596"/>
            <p:cNvSpPr/>
            <p:nvPr/>
          </p:nvSpPr>
          <p:spPr>
            <a:xfrm>
              <a:off x="3849288" y="3015670"/>
              <a:ext cx="924" cy="3887"/>
            </a:xfrm>
            <a:custGeom>
              <a:avLst/>
              <a:pathLst>
                <a:path w="924" h="3887">
                  <a:moveTo>
                    <a:pt x="924" y="3315"/>
                  </a:moveTo>
                  <a:lnTo>
                    <a:pt x="813" y="3887"/>
                  </a:lnTo>
                  <a:lnTo>
                    <a:pt x="323" y="2487"/>
                  </a:lnTo>
                  <a:lnTo>
                    <a:pt x="0" y="1882"/>
                  </a:lnTo>
                  <a:lnTo>
                    <a:pt x="248" y="0"/>
                  </a:lnTo>
                  <a:lnTo>
                    <a:pt x="823" y="205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g1597"/>
            <p:cNvSpPr/>
            <p:nvPr/>
          </p:nvSpPr>
          <p:spPr>
            <a:xfrm>
              <a:off x="3855343" y="3012534"/>
              <a:ext cx="1461" cy="3944"/>
            </a:xfrm>
            <a:custGeom>
              <a:avLst/>
              <a:pathLst>
                <a:path w="1461" h="3944">
                  <a:moveTo>
                    <a:pt x="1173" y="3174"/>
                  </a:moveTo>
                  <a:lnTo>
                    <a:pt x="637" y="3944"/>
                  </a:lnTo>
                  <a:lnTo>
                    <a:pt x="0" y="3858"/>
                  </a:lnTo>
                  <a:lnTo>
                    <a:pt x="763" y="2413"/>
                  </a:lnTo>
                  <a:lnTo>
                    <a:pt x="1150" y="626"/>
                  </a:lnTo>
                  <a:lnTo>
                    <a:pt x="1461" y="0"/>
                  </a:lnTo>
                  <a:lnTo>
                    <a:pt x="1459" y="156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g1598"/>
            <p:cNvSpPr/>
            <p:nvPr/>
          </p:nvSpPr>
          <p:spPr>
            <a:xfrm>
              <a:off x="3855384" y="3005593"/>
              <a:ext cx="1915" cy="5238"/>
            </a:xfrm>
            <a:custGeom>
              <a:avLst/>
              <a:pathLst>
                <a:path w="1915" h="5238">
                  <a:moveTo>
                    <a:pt x="1915" y="1540"/>
                  </a:moveTo>
                  <a:lnTo>
                    <a:pt x="530" y="5238"/>
                  </a:lnTo>
                  <a:lnTo>
                    <a:pt x="0" y="5179"/>
                  </a:lnTo>
                  <a:lnTo>
                    <a:pt x="471" y="994"/>
                  </a:lnTo>
                  <a:lnTo>
                    <a:pt x="699" y="0"/>
                  </a:lnTo>
                  <a:lnTo>
                    <a:pt x="1530" y="14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g1599"/>
            <p:cNvSpPr/>
            <p:nvPr/>
          </p:nvSpPr>
          <p:spPr>
            <a:xfrm>
              <a:off x="3804662" y="2944241"/>
              <a:ext cx="70347" cy="436201"/>
            </a:xfrm>
            <a:custGeom>
              <a:avLst/>
              <a:pathLst>
                <a:path w="70347" h="436201">
                  <a:moveTo>
                    <a:pt x="56193" y="54289"/>
                  </a:moveTo>
                  <a:lnTo>
                    <a:pt x="55743" y="54556"/>
                  </a:lnTo>
                  <a:lnTo>
                    <a:pt x="54621" y="54609"/>
                  </a:lnTo>
                  <a:lnTo>
                    <a:pt x="53642" y="57306"/>
                  </a:lnTo>
                  <a:lnTo>
                    <a:pt x="52964" y="58422"/>
                  </a:lnTo>
                  <a:lnTo>
                    <a:pt x="51909" y="59363"/>
                  </a:lnTo>
                  <a:lnTo>
                    <a:pt x="50784" y="60882"/>
                  </a:lnTo>
                  <a:lnTo>
                    <a:pt x="50459" y="63562"/>
                  </a:lnTo>
                  <a:lnTo>
                    <a:pt x="50432" y="65502"/>
                  </a:lnTo>
                  <a:lnTo>
                    <a:pt x="50249" y="67668"/>
                  </a:lnTo>
                  <a:lnTo>
                    <a:pt x="48426" y="70813"/>
                  </a:lnTo>
                  <a:lnTo>
                    <a:pt x="47917" y="70493"/>
                  </a:lnTo>
                  <a:lnTo>
                    <a:pt x="47566" y="69320"/>
                  </a:lnTo>
                  <a:lnTo>
                    <a:pt x="47028" y="69558"/>
                  </a:lnTo>
                  <a:lnTo>
                    <a:pt x="46664" y="70144"/>
                  </a:lnTo>
                  <a:lnTo>
                    <a:pt x="46231" y="70064"/>
                  </a:lnTo>
                  <a:lnTo>
                    <a:pt x="45749" y="70776"/>
                  </a:lnTo>
                  <a:lnTo>
                    <a:pt x="45118" y="70554"/>
                  </a:lnTo>
                  <a:lnTo>
                    <a:pt x="44538" y="69561"/>
                  </a:lnTo>
                  <a:lnTo>
                    <a:pt x="44201" y="69301"/>
                  </a:lnTo>
                  <a:lnTo>
                    <a:pt x="43799" y="69290"/>
                  </a:lnTo>
                  <a:lnTo>
                    <a:pt x="43723" y="70466"/>
                  </a:lnTo>
                  <a:lnTo>
                    <a:pt x="44317" y="75026"/>
                  </a:lnTo>
                  <a:lnTo>
                    <a:pt x="44472" y="77127"/>
                  </a:lnTo>
                  <a:lnTo>
                    <a:pt x="42524" y="83288"/>
                  </a:lnTo>
                  <a:lnTo>
                    <a:pt x="42736" y="87259"/>
                  </a:lnTo>
                  <a:lnTo>
                    <a:pt x="42209" y="90312"/>
                  </a:lnTo>
                  <a:lnTo>
                    <a:pt x="41031" y="92763"/>
                  </a:lnTo>
                  <a:lnTo>
                    <a:pt x="38822" y="99083"/>
                  </a:lnTo>
                  <a:lnTo>
                    <a:pt x="37827" y="99221"/>
                  </a:lnTo>
                  <a:lnTo>
                    <a:pt x="37076" y="100648"/>
                  </a:lnTo>
                  <a:lnTo>
                    <a:pt x="35441" y="111038"/>
                  </a:lnTo>
                  <a:lnTo>
                    <a:pt x="35423" y="114597"/>
                  </a:lnTo>
                  <a:lnTo>
                    <a:pt x="35165" y="117202"/>
                  </a:lnTo>
                  <a:lnTo>
                    <a:pt x="35221" y="119703"/>
                  </a:lnTo>
                  <a:lnTo>
                    <a:pt x="34503" y="124621"/>
                  </a:lnTo>
                  <a:lnTo>
                    <a:pt x="33759" y="126707"/>
                  </a:lnTo>
                  <a:lnTo>
                    <a:pt x="33593" y="129392"/>
                  </a:lnTo>
                  <a:lnTo>
                    <a:pt x="34653" y="134918"/>
                  </a:lnTo>
                  <a:lnTo>
                    <a:pt x="34770" y="135893"/>
                  </a:lnTo>
                  <a:lnTo>
                    <a:pt x="35385" y="138861"/>
                  </a:lnTo>
                  <a:lnTo>
                    <a:pt x="35684" y="140979"/>
                  </a:lnTo>
                  <a:lnTo>
                    <a:pt x="36155" y="143097"/>
                  </a:lnTo>
                  <a:lnTo>
                    <a:pt x="37860" y="148597"/>
                  </a:lnTo>
                  <a:lnTo>
                    <a:pt x="38618" y="150280"/>
                  </a:lnTo>
                  <a:lnTo>
                    <a:pt x="39532" y="151424"/>
                  </a:lnTo>
                  <a:lnTo>
                    <a:pt x="41189" y="156374"/>
                  </a:lnTo>
                  <a:lnTo>
                    <a:pt x="42026" y="159528"/>
                  </a:lnTo>
                  <a:lnTo>
                    <a:pt x="41645" y="161678"/>
                  </a:lnTo>
                  <a:lnTo>
                    <a:pt x="41833" y="166232"/>
                  </a:lnTo>
                  <a:lnTo>
                    <a:pt x="40650" y="164888"/>
                  </a:lnTo>
                  <a:lnTo>
                    <a:pt x="40791" y="165425"/>
                  </a:lnTo>
                  <a:lnTo>
                    <a:pt x="42197" y="167910"/>
                  </a:lnTo>
                  <a:lnTo>
                    <a:pt x="44302" y="176645"/>
                  </a:lnTo>
                  <a:lnTo>
                    <a:pt x="46133" y="180953"/>
                  </a:lnTo>
                  <a:lnTo>
                    <a:pt x="47996" y="185854"/>
                  </a:lnTo>
                  <a:lnTo>
                    <a:pt x="48577" y="190510"/>
                  </a:lnTo>
                  <a:lnTo>
                    <a:pt x="50256" y="193589"/>
                  </a:lnTo>
                  <a:lnTo>
                    <a:pt x="52124" y="198056"/>
                  </a:lnTo>
                  <a:lnTo>
                    <a:pt x="52042" y="199059"/>
                  </a:lnTo>
                  <a:lnTo>
                    <a:pt x="52548" y="200258"/>
                  </a:lnTo>
                  <a:lnTo>
                    <a:pt x="53804" y="202628"/>
                  </a:lnTo>
                  <a:lnTo>
                    <a:pt x="54564" y="205133"/>
                  </a:lnTo>
                  <a:lnTo>
                    <a:pt x="54858" y="207515"/>
                  </a:lnTo>
                  <a:lnTo>
                    <a:pt x="55322" y="207895"/>
                  </a:lnTo>
                  <a:lnTo>
                    <a:pt x="55844" y="207310"/>
                  </a:lnTo>
                  <a:lnTo>
                    <a:pt x="56367" y="207082"/>
                  </a:lnTo>
                  <a:lnTo>
                    <a:pt x="56739" y="207260"/>
                  </a:lnTo>
                  <a:lnTo>
                    <a:pt x="57302" y="209871"/>
                  </a:lnTo>
                  <a:lnTo>
                    <a:pt x="58088" y="212207"/>
                  </a:lnTo>
                  <a:lnTo>
                    <a:pt x="58465" y="214353"/>
                  </a:lnTo>
                  <a:lnTo>
                    <a:pt x="58771" y="214066"/>
                  </a:lnTo>
                  <a:lnTo>
                    <a:pt x="59027" y="214390"/>
                  </a:lnTo>
                  <a:lnTo>
                    <a:pt x="59091" y="216185"/>
                  </a:lnTo>
                  <a:lnTo>
                    <a:pt x="59206" y="217367"/>
                  </a:lnTo>
                  <a:lnTo>
                    <a:pt x="60257" y="220812"/>
                  </a:lnTo>
                  <a:lnTo>
                    <a:pt x="60758" y="224056"/>
                  </a:lnTo>
                  <a:lnTo>
                    <a:pt x="62011" y="229315"/>
                  </a:lnTo>
                  <a:lnTo>
                    <a:pt x="62938" y="232303"/>
                  </a:lnTo>
                  <a:lnTo>
                    <a:pt x="63597" y="233987"/>
                  </a:lnTo>
                  <a:lnTo>
                    <a:pt x="64352" y="235425"/>
                  </a:lnTo>
                  <a:lnTo>
                    <a:pt x="65092" y="241259"/>
                  </a:lnTo>
                  <a:lnTo>
                    <a:pt x="65493" y="246549"/>
                  </a:lnTo>
                  <a:lnTo>
                    <a:pt x="66286" y="252419"/>
                  </a:lnTo>
                  <a:lnTo>
                    <a:pt x="66886" y="254980"/>
                  </a:lnTo>
                  <a:lnTo>
                    <a:pt x="66907" y="259813"/>
                  </a:lnTo>
                  <a:lnTo>
                    <a:pt x="67390" y="264791"/>
                  </a:lnTo>
                  <a:lnTo>
                    <a:pt x="67910" y="268150"/>
                  </a:lnTo>
                  <a:lnTo>
                    <a:pt x="68063" y="271582"/>
                  </a:lnTo>
                  <a:lnTo>
                    <a:pt x="68223" y="273285"/>
                  </a:lnTo>
                  <a:lnTo>
                    <a:pt x="68422" y="274563"/>
                  </a:lnTo>
                  <a:lnTo>
                    <a:pt x="68986" y="280384"/>
                  </a:lnTo>
                  <a:lnTo>
                    <a:pt x="68840" y="283085"/>
                  </a:lnTo>
                  <a:lnTo>
                    <a:pt x="68445" y="280434"/>
                  </a:lnTo>
                  <a:lnTo>
                    <a:pt x="68493" y="288241"/>
                  </a:lnTo>
                  <a:lnTo>
                    <a:pt x="68840" y="292371"/>
                  </a:lnTo>
                  <a:lnTo>
                    <a:pt x="68684" y="297436"/>
                  </a:lnTo>
                  <a:lnTo>
                    <a:pt x="69046" y="299214"/>
                  </a:lnTo>
                  <a:lnTo>
                    <a:pt x="69692" y="304938"/>
                  </a:lnTo>
                  <a:lnTo>
                    <a:pt x="70145" y="306992"/>
                  </a:lnTo>
                  <a:lnTo>
                    <a:pt x="70108" y="313993"/>
                  </a:lnTo>
                  <a:lnTo>
                    <a:pt x="70347" y="317522"/>
                  </a:lnTo>
                  <a:lnTo>
                    <a:pt x="69737" y="315420"/>
                  </a:lnTo>
                  <a:lnTo>
                    <a:pt x="69296" y="313022"/>
                  </a:lnTo>
                  <a:lnTo>
                    <a:pt x="68704" y="314289"/>
                  </a:lnTo>
                  <a:lnTo>
                    <a:pt x="68175" y="316157"/>
                  </a:lnTo>
                  <a:lnTo>
                    <a:pt x="68999" y="323681"/>
                  </a:lnTo>
                  <a:lnTo>
                    <a:pt x="68058" y="322966"/>
                  </a:lnTo>
                  <a:lnTo>
                    <a:pt x="68144" y="333086"/>
                  </a:lnTo>
                  <a:lnTo>
                    <a:pt x="68534" y="335450"/>
                  </a:lnTo>
                  <a:lnTo>
                    <a:pt x="68562" y="336583"/>
                  </a:lnTo>
                  <a:lnTo>
                    <a:pt x="68447" y="337938"/>
                  </a:lnTo>
                  <a:lnTo>
                    <a:pt x="68187" y="336456"/>
                  </a:lnTo>
                  <a:lnTo>
                    <a:pt x="68133" y="334931"/>
                  </a:lnTo>
                  <a:lnTo>
                    <a:pt x="67984" y="335269"/>
                  </a:lnTo>
                  <a:lnTo>
                    <a:pt x="67992" y="336054"/>
                  </a:lnTo>
                  <a:lnTo>
                    <a:pt x="67678" y="337840"/>
                  </a:lnTo>
                  <a:lnTo>
                    <a:pt x="67584" y="340053"/>
                  </a:lnTo>
                  <a:lnTo>
                    <a:pt x="67922" y="341934"/>
                  </a:lnTo>
                  <a:lnTo>
                    <a:pt x="67980" y="343370"/>
                  </a:lnTo>
                  <a:lnTo>
                    <a:pt x="67736" y="345146"/>
                  </a:lnTo>
                  <a:lnTo>
                    <a:pt x="67344" y="347028"/>
                  </a:lnTo>
                  <a:lnTo>
                    <a:pt x="66451" y="347276"/>
                  </a:lnTo>
                  <a:lnTo>
                    <a:pt x="66247" y="350949"/>
                  </a:lnTo>
                  <a:lnTo>
                    <a:pt x="65942" y="354849"/>
                  </a:lnTo>
                  <a:lnTo>
                    <a:pt x="64347" y="355468"/>
                  </a:lnTo>
                  <a:lnTo>
                    <a:pt x="63189" y="358901"/>
                  </a:lnTo>
                  <a:lnTo>
                    <a:pt x="61756" y="360180"/>
                  </a:lnTo>
                  <a:lnTo>
                    <a:pt x="60480" y="363585"/>
                  </a:lnTo>
                  <a:lnTo>
                    <a:pt x="59068" y="366731"/>
                  </a:lnTo>
                  <a:lnTo>
                    <a:pt x="58150" y="367148"/>
                  </a:lnTo>
                  <a:lnTo>
                    <a:pt x="57369" y="367825"/>
                  </a:lnTo>
                  <a:lnTo>
                    <a:pt x="56469" y="373052"/>
                  </a:lnTo>
                  <a:lnTo>
                    <a:pt x="54967" y="373651"/>
                  </a:lnTo>
                  <a:lnTo>
                    <a:pt x="52269" y="377924"/>
                  </a:lnTo>
                  <a:lnTo>
                    <a:pt x="51364" y="379982"/>
                  </a:lnTo>
                  <a:lnTo>
                    <a:pt x="50539" y="380785"/>
                  </a:lnTo>
                  <a:lnTo>
                    <a:pt x="49357" y="382566"/>
                  </a:lnTo>
                  <a:lnTo>
                    <a:pt x="49102" y="381931"/>
                  </a:lnTo>
                  <a:lnTo>
                    <a:pt x="48709" y="380403"/>
                  </a:lnTo>
                  <a:lnTo>
                    <a:pt x="47687" y="379612"/>
                  </a:lnTo>
                  <a:lnTo>
                    <a:pt x="47186" y="377900"/>
                  </a:lnTo>
                  <a:lnTo>
                    <a:pt x="47042" y="375694"/>
                  </a:lnTo>
                  <a:lnTo>
                    <a:pt x="46906" y="374819"/>
                  </a:lnTo>
                  <a:lnTo>
                    <a:pt x="46686" y="376067"/>
                  </a:lnTo>
                  <a:lnTo>
                    <a:pt x="46517" y="381315"/>
                  </a:lnTo>
                  <a:lnTo>
                    <a:pt x="46338" y="382508"/>
                  </a:lnTo>
                  <a:lnTo>
                    <a:pt x="45901" y="383026"/>
                  </a:lnTo>
                  <a:lnTo>
                    <a:pt x="45042" y="381534"/>
                  </a:lnTo>
                  <a:lnTo>
                    <a:pt x="44221" y="378510"/>
                  </a:lnTo>
                  <a:lnTo>
                    <a:pt x="43054" y="380599"/>
                  </a:lnTo>
                  <a:lnTo>
                    <a:pt x="43411" y="380856"/>
                  </a:lnTo>
                  <a:lnTo>
                    <a:pt x="43943" y="380684"/>
                  </a:lnTo>
                  <a:lnTo>
                    <a:pt x="44355" y="381207"/>
                  </a:lnTo>
                  <a:lnTo>
                    <a:pt x="44704" y="383224"/>
                  </a:lnTo>
                  <a:lnTo>
                    <a:pt x="44692" y="384322"/>
                  </a:lnTo>
                  <a:lnTo>
                    <a:pt x="44511" y="385597"/>
                  </a:lnTo>
                  <a:lnTo>
                    <a:pt x="43416" y="385801"/>
                  </a:lnTo>
                  <a:lnTo>
                    <a:pt x="41956" y="385352"/>
                  </a:lnTo>
                  <a:lnTo>
                    <a:pt x="41690" y="385524"/>
                  </a:lnTo>
                  <a:lnTo>
                    <a:pt x="43021" y="387490"/>
                  </a:lnTo>
                  <a:lnTo>
                    <a:pt x="44237" y="388626"/>
                  </a:lnTo>
                  <a:lnTo>
                    <a:pt x="44778" y="389871"/>
                  </a:lnTo>
                  <a:lnTo>
                    <a:pt x="44778" y="390897"/>
                  </a:lnTo>
                  <a:lnTo>
                    <a:pt x="44095" y="392559"/>
                  </a:lnTo>
                  <a:lnTo>
                    <a:pt x="43566" y="394592"/>
                  </a:lnTo>
                  <a:lnTo>
                    <a:pt x="43556" y="395853"/>
                  </a:lnTo>
                  <a:lnTo>
                    <a:pt x="43544" y="397261"/>
                  </a:lnTo>
                  <a:lnTo>
                    <a:pt x="42955" y="398479"/>
                  </a:lnTo>
                  <a:lnTo>
                    <a:pt x="42587" y="398236"/>
                  </a:lnTo>
                  <a:lnTo>
                    <a:pt x="41547" y="396121"/>
                  </a:lnTo>
                  <a:lnTo>
                    <a:pt x="38541" y="387787"/>
                  </a:lnTo>
                  <a:lnTo>
                    <a:pt x="38994" y="390139"/>
                  </a:lnTo>
                  <a:lnTo>
                    <a:pt x="42107" y="399620"/>
                  </a:lnTo>
                  <a:lnTo>
                    <a:pt x="42655" y="402741"/>
                  </a:lnTo>
                  <a:lnTo>
                    <a:pt x="42732" y="404943"/>
                  </a:lnTo>
                  <a:lnTo>
                    <a:pt x="42412" y="406052"/>
                  </a:lnTo>
                  <a:lnTo>
                    <a:pt x="41883" y="407356"/>
                  </a:lnTo>
                  <a:lnTo>
                    <a:pt x="40863" y="407455"/>
                  </a:lnTo>
                  <a:lnTo>
                    <a:pt x="39190" y="403928"/>
                  </a:lnTo>
                  <a:lnTo>
                    <a:pt x="36515" y="395469"/>
                  </a:lnTo>
                  <a:lnTo>
                    <a:pt x="35604" y="394316"/>
                  </a:lnTo>
                  <a:lnTo>
                    <a:pt x="38311" y="403983"/>
                  </a:lnTo>
                  <a:lnTo>
                    <a:pt x="38754" y="406331"/>
                  </a:lnTo>
                  <a:lnTo>
                    <a:pt x="39211" y="409043"/>
                  </a:lnTo>
                  <a:lnTo>
                    <a:pt x="39080" y="410655"/>
                  </a:lnTo>
                  <a:lnTo>
                    <a:pt x="38848" y="412164"/>
                  </a:lnTo>
                  <a:lnTo>
                    <a:pt x="32432" y="421133"/>
                  </a:lnTo>
                  <a:lnTo>
                    <a:pt x="31474" y="424998"/>
                  </a:lnTo>
                  <a:lnTo>
                    <a:pt x="30713" y="429764"/>
                  </a:lnTo>
                  <a:lnTo>
                    <a:pt x="29454" y="432417"/>
                  </a:lnTo>
                  <a:lnTo>
                    <a:pt x="28715" y="434844"/>
                  </a:lnTo>
                  <a:lnTo>
                    <a:pt x="26576" y="436201"/>
                  </a:lnTo>
                  <a:lnTo>
                    <a:pt x="25408" y="435776"/>
                  </a:lnTo>
                  <a:lnTo>
                    <a:pt x="26618" y="431374"/>
                  </a:lnTo>
                  <a:lnTo>
                    <a:pt x="25871" y="429742"/>
                  </a:lnTo>
                  <a:lnTo>
                    <a:pt x="25833" y="418406"/>
                  </a:lnTo>
                  <a:lnTo>
                    <a:pt x="26127" y="405976"/>
                  </a:lnTo>
                  <a:lnTo>
                    <a:pt x="26685" y="399767"/>
                  </a:lnTo>
                  <a:lnTo>
                    <a:pt x="27491" y="398219"/>
                  </a:lnTo>
                  <a:lnTo>
                    <a:pt x="28505" y="397264"/>
                  </a:lnTo>
                  <a:lnTo>
                    <a:pt x="28528" y="395955"/>
                  </a:lnTo>
                  <a:lnTo>
                    <a:pt x="28427" y="394465"/>
                  </a:lnTo>
                  <a:lnTo>
                    <a:pt x="27883" y="392345"/>
                  </a:lnTo>
                  <a:lnTo>
                    <a:pt x="27287" y="391366"/>
                  </a:lnTo>
                  <a:lnTo>
                    <a:pt x="26397" y="390946"/>
                  </a:lnTo>
                  <a:lnTo>
                    <a:pt x="25711" y="388347"/>
                  </a:lnTo>
                  <a:lnTo>
                    <a:pt x="25189" y="388454"/>
                  </a:lnTo>
                  <a:lnTo>
                    <a:pt x="24380" y="389317"/>
                  </a:lnTo>
                  <a:lnTo>
                    <a:pt x="23892" y="388202"/>
                  </a:lnTo>
                  <a:lnTo>
                    <a:pt x="23713" y="386451"/>
                  </a:lnTo>
                  <a:lnTo>
                    <a:pt x="22963" y="384291"/>
                  </a:lnTo>
                  <a:lnTo>
                    <a:pt x="22101" y="382186"/>
                  </a:lnTo>
                  <a:lnTo>
                    <a:pt x="22491" y="381857"/>
                  </a:lnTo>
                  <a:lnTo>
                    <a:pt x="22944" y="380647"/>
                  </a:lnTo>
                  <a:lnTo>
                    <a:pt x="23426" y="379092"/>
                  </a:lnTo>
                  <a:lnTo>
                    <a:pt x="24632" y="378877"/>
                  </a:lnTo>
                  <a:lnTo>
                    <a:pt x="25841" y="378949"/>
                  </a:lnTo>
                  <a:lnTo>
                    <a:pt x="26179" y="378545"/>
                  </a:lnTo>
                  <a:lnTo>
                    <a:pt x="26666" y="376897"/>
                  </a:lnTo>
                  <a:lnTo>
                    <a:pt x="27460" y="374779"/>
                  </a:lnTo>
                  <a:lnTo>
                    <a:pt x="28061" y="373604"/>
                  </a:lnTo>
                  <a:lnTo>
                    <a:pt x="28203" y="372655"/>
                  </a:lnTo>
                  <a:lnTo>
                    <a:pt x="27963" y="370422"/>
                  </a:lnTo>
                  <a:lnTo>
                    <a:pt x="27829" y="368132"/>
                  </a:lnTo>
                  <a:lnTo>
                    <a:pt x="28055" y="367408"/>
                  </a:lnTo>
                  <a:lnTo>
                    <a:pt x="29148" y="367816"/>
                  </a:lnTo>
                  <a:lnTo>
                    <a:pt x="30348" y="368882"/>
                  </a:lnTo>
                  <a:lnTo>
                    <a:pt x="30640" y="369364"/>
                  </a:lnTo>
                  <a:lnTo>
                    <a:pt x="31331" y="366559"/>
                  </a:lnTo>
                  <a:lnTo>
                    <a:pt x="31516" y="366219"/>
                  </a:lnTo>
                  <a:lnTo>
                    <a:pt x="31968" y="366224"/>
                  </a:lnTo>
                  <a:lnTo>
                    <a:pt x="33158" y="365708"/>
                  </a:lnTo>
                  <a:lnTo>
                    <a:pt x="34323" y="364965"/>
                  </a:lnTo>
                  <a:lnTo>
                    <a:pt x="34874" y="365085"/>
                  </a:lnTo>
                  <a:lnTo>
                    <a:pt x="35410" y="366973"/>
                  </a:lnTo>
                  <a:lnTo>
                    <a:pt x="35819" y="368820"/>
                  </a:lnTo>
                  <a:lnTo>
                    <a:pt x="36029" y="368970"/>
                  </a:lnTo>
                  <a:lnTo>
                    <a:pt x="36635" y="368182"/>
                  </a:lnTo>
                  <a:lnTo>
                    <a:pt x="37134" y="369168"/>
                  </a:lnTo>
                  <a:lnTo>
                    <a:pt x="38179" y="370779"/>
                  </a:lnTo>
                  <a:lnTo>
                    <a:pt x="38805" y="370849"/>
                  </a:lnTo>
                  <a:lnTo>
                    <a:pt x="38494" y="367094"/>
                  </a:lnTo>
                  <a:lnTo>
                    <a:pt x="38844" y="364425"/>
                  </a:lnTo>
                  <a:lnTo>
                    <a:pt x="38776" y="363692"/>
                  </a:lnTo>
                  <a:lnTo>
                    <a:pt x="38186" y="362464"/>
                  </a:lnTo>
                  <a:lnTo>
                    <a:pt x="36187" y="357554"/>
                  </a:lnTo>
                  <a:lnTo>
                    <a:pt x="35845" y="356093"/>
                  </a:lnTo>
                  <a:lnTo>
                    <a:pt x="35892" y="353784"/>
                  </a:lnTo>
                  <a:lnTo>
                    <a:pt x="35825" y="350397"/>
                  </a:lnTo>
                  <a:lnTo>
                    <a:pt x="35646" y="348267"/>
                  </a:lnTo>
                  <a:lnTo>
                    <a:pt x="35676" y="347020"/>
                  </a:lnTo>
                  <a:lnTo>
                    <a:pt x="35801" y="346025"/>
                  </a:lnTo>
                  <a:lnTo>
                    <a:pt x="36170" y="345630"/>
                  </a:lnTo>
                  <a:lnTo>
                    <a:pt x="36523" y="345495"/>
                  </a:lnTo>
                  <a:lnTo>
                    <a:pt x="36808" y="344622"/>
                  </a:lnTo>
                  <a:lnTo>
                    <a:pt x="37287" y="342390"/>
                  </a:lnTo>
                  <a:lnTo>
                    <a:pt x="38219" y="342590"/>
                  </a:lnTo>
                  <a:lnTo>
                    <a:pt x="39528" y="343858"/>
                  </a:lnTo>
                  <a:lnTo>
                    <a:pt x="40496" y="344641"/>
                  </a:lnTo>
                  <a:lnTo>
                    <a:pt x="41067" y="344488"/>
                  </a:lnTo>
                  <a:lnTo>
                    <a:pt x="41195" y="344169"/>
                  </a:lnTo>
                  <a:lnTo>
                    <a:pt x="41178" y="342970"/>
                  </a:lnTo>
                  <a:lnTo>
                    <a:pt x="41245" y="337848"/>
                  </a:lnTo>
                  <a:lnTo>
                    <a:pt x="41208" y="336763"/>
                  </a:lnTo>
                  <a:lnTo>
                    <a:pt x="42032" y="336258"/>
                  </a:lnTo>
                  <a:lnTo>
                    <a:pt x="43295" y="336150"/>
                  </a:lnTo>
                  <a:lnTo>
                    <a:pt x="43959" y="335852"/>
                  </a:lnTo>
                  <a:lnTo>
                    <a:pt x="44580" y="333693"/>
                  </a:lnTo>
                  <a:lnTo>
                    <a:pt x="46176" y="332950"/>
                  </a:lnTo>
                  <a:lnTo>
                    <a:pt x="47330" y="330043"/>
                  </a:lnTo>
                  <a:lnTo>
                    <a:pt x="48371" y="327053"/>
                  </a:lnTo>
                  <a:lnTo>
                    <a:pt x="48882" y="326257"/>
                  </a:lnTo>
                  <a:lnTo>
                    <a:pt x="49531" y="325737"/>
                  </a:lnTo>
                  <a:lnTo>
                    <a:pt x="50016" y="325812"/>
                  </a:lnTo>
                  <a:lnTo>
                    <a:pt x="50624" y="327542"/>
                  </a:lnTo>
                  <a:lnTo>
                    <a:pt x="51130" y="326502"/>
                  </a:lnTo>
                  <a:lnTo>
                    <a:pt x="51711" y="324468"/>
                  </a:lnTo>
                  <a:lnTo>
                    <a:pt x="52016" y="322481"/>
                  </a:lnTo>
                  <a:lnTo>
                    <a:pt x="52183" y="319284"/>
                  </a:lnTo>
                  <a:lnTo>
                    <a:pt x="52068" y="314381"/>
                  </a:lnTo>
                  <a:lnTo>
                    <a:pt x="51760" y="310544"/>
                  </a:lnTo>
                  <a:lnTo>
                    <a:pt x="51472" y="307667"/>
                  </a:lnTo>
                  <a:lnTo>
                    <a:pt x="51413" y="304793"/>
                  </a:lnTo>
                  <a:lnTo>
                    <a:pt x="52087" y="299029"/>
                  </a:lnTo>
                  <a:lnTo>
                    <a:pt x="52663" y="292754"/>
                  </a:lnTo>
                  <a:lnTo>
                    <a:pt x="52553" y="290276"/>
                  </a:lnTo>
                  <a:lnTo>
                    <a:pt x="51925" y="286360"/>
                  </a:lnTo>
                  <a:lnTo>
                    <a:pt x="51287" y="281590"/>
                  </a:lnTo>
                  <a:lnTo>
                    <a:pt x="50587" y="276348"/>
                  </a:lnTo>
                  <a:lnTo>
                    <a:pt x="50324" y="275566"/>
                  </a:lnTo>
                  <a:lnTo>
                    <a:pt x="50136" y="274106"/>
                  </a:lnTo>
                  <a:lnTo>
                    <a:pt x="50029" y="272400"/>
                  </a:lnTo>
                  <a:lnTo>
                    <a:pt x="50307" y="267045"/>
                  </a:lnTo>
                  <a:lnTo>
                    <a:pt x="50346" y="265247"/>
                  </a:lnTo>
                  <a:lnTo>
                    <a:pt x="51154" y="262809"/>
                  </a:lnTo>
                  <a:lnTo>
                    <a:pt x="51584" y="260015"/>
                  </a:lnTo>
                  <a:lnTo>
                    <a:pt x="51988" y="256936"/>
                  </a:lnTo>
                  <a:lnTo>
                    <a:pt x="51836" y="255307"/>
                  </a:lnTo>
                  <a:lnTo>
                    <a:pt x="51782" y="251989"/>
                  </a:lnTo>
                  <a:lnTo>
                    <a:pt x="51885" y="250380"/>
                  </a:lnTo>
                  <a:lnTo>
                    <a:pt x="51695" y="249077"/>
                  </a:lnTo>
                  <a:lnTo>
                    <a:pt x="51461" y="247187"/>
                  </a:lnTo>
                  <a:lnTo>
                    <a:pt x="51614" y="245959"/>
                  </a:lnTo>
                  <a:lnTo>
                    <a:pt x="52181" y="244907"/>
                  </a:lnTo>
                  <a:lnTo>
                    <a:pt x="52511" y="243092"/>
                  </a:lnTo>
                  <a:lnTo>
                    <a:pt x="52935" y="240983"/>
                  </a:lnTo>
                  <a:lnTo>
                    <a:pt x="53122" y="239051"/>
                  </a:lnTo>
                  <a:lnTo>
                    <a:pt x="52819" y="237436"/>
                  </a:lnTo>
                  <a:lnTo>
                    <a:pt x="52267" y="235021"/>
                  </a:lnTo>
                  <a:lnTo>
                    <a:pt x="51261" y="232828"/>
                  </a:lnTo>
                  <a:lnTo>
                    <a:pt x="50100" y="230030"/>
                  </a:lnTo>
                  <a:lnTo>
                    <a:pt x="49529" y="228311"/>
                  </a:lnTo>
                  <a:lnTo>
                    <a:pt x="49079" y="226556"/>
                  </a:lnTo>
                  <a:lnTo>
                    <a:pt x="48665" y="224512"/>
                  </a:lnTo>
                  <a:lnTo>
                    <a:pt x="48438" y="222880"/>
                  </a:lnTo>
                  <a:lnTo>
                    <a:pt x="48658" y="221812"/>
                  </a:lnTo>
                  <a:lnTo>
                    <a:pt x="50310" y="219356"/>
                  </a:lnTo>
                  <a:lnTo>
                    <a:pt x="50611" y="218472"/>
                  </a:lnTo>
                  <a:lnTo>
                    <a:pt x="50786" y="217107"/>
                  </a:lnTo>
                  <a:lnTo>
                    <a:pt x="50653" y="215772"/>
                  </a:lnTo>
                  <a:lnTo>
                    <a:pt x="50208" y="215052"/>
                  </a:lnTo>
                  <a:lnTo>
                    <a:pt x="49693" y="214560"/>
                  </a:lnTo>
                  <a:lnTo>
                    <a:pt x="48933" y="213015"/>
                  </a:lnTo>
                  <a:lnTo>
                    <a:pt x="47513" y="208775"/>
                  </a:lnTo>
                  <a:lnTo>
                    <a:pt x="46861" y="207830"/>
                  </a:lnTo>
                  <a:lnTo>
                    <a:pt x="46176" y="206609"/>
                  </a:lnTo>
                  <a:lnTo>
                    <a:pt x="45812" y="205326"/>
                  </a:lnTo>
                  <a:lnTo>
                    <a:pt x="45411" y="201807"/>
                  </a:lnTo>
                  <a:lnTo>
                    <a:pt x="45232" y="201493"/>
                  </a:lnTo>
                  <a:lnTo>
                    <a:pt x="44839" y="202555"/>
                  </a:lnTo>
                  <a:lnTo>
                    <a:pt x="44339" y="203671"/>
                  </a:lnTo>
                  <a:lnTo>
                    <a:pt x="43921" y="203481"/>
                  </a:lnTo>
                  <a:lnTo>
                    <a:pt x="43540" y="202487"/>
                  </a:lnTo>
                  <a:lnTo>
                    <a:pt x="43358" y="201148"/>
                  </a:lnTo>
                  <a:lnTo>
                    <a:pt x="42936" y="199311"/>
                  </a:lnTo>
                  <a:lnTo>
                    <a:pt x="42480" y="197815"/>
                  </a:lnTo>
                  <a:lnTo>
                    <a:pt x="42360" y="192782"/>
                  </a:lnTo>
                  <a:lnTo>
                    <a:pt x="42286" y="191141"/>
                  </a:lnTo>
                  <a:lnTo>
                    <a:pt x="42057" y="188851"/>
                  </a:lnTo>
                  <a:lnTo>
                    <a:pt x="41703" y="188031"/>
                  </a:lnTo>
                  <a:lnTo>
                    <a:pt x="41324" y="187420"/>
                  </a:lnTo>
                  <a:lnTo>
                    <a:pt x="40434" y="183248"/>
                  </a:lnTo>
                  <a:lnTo>
                    <a:pt x="39820" y="181088"/>
                  </a:lnTo>
                  <a:lnTo>
                    <a:pt x="37289" y="175223"/>
                  </a:lnTo>
                  <a:lnTo>
                    <a:pt x="36975" y="174287"/>
                  </a:lnTo>
                  <a:lnTo>
                    <a:pt x="36294" y="171873"/>
                  </a:lnTo>
                  <a:lnTo>
                    <a:pt x="35109" y="168452"/>
                  </a:lnTo>
                  <a:lnTo>
                    <a:pt x="34262" y="165692"/>
                  </a:lnTo>
                  <a:lnTo>
                    <a:pt x="33645" y="162838"/>
                  </a:lnTo>
                  <a:lnTo>
                    <a:pt x="33361" y="160361"/>
                  </a:lnTo>
                  <a:lnTo>
                    <a:pt x="33273" y="158427"/>
                  </a:lnTo>
                  <a:lnTo>
                    <a:pt x="32601" y="155657"/>
                  </a:lnTo>
                  <a:lnTo>
                    <a:pt x="32020" y="153386"/>
                  </a:lnTo>
                  <a:lnTo>
                    <a:pt x="31461" y="152649"/>
                  </a:lnTo>
                  <a:lnTo>
                    <a:pt x="30821" y="152342"/>
                  </a:lnTo>
                  <a:lnTo>
                    <a:pt x="30242" y="150991"/>
                  </a:lnTo>
                  <a:lnTo>
                    <a:pt x="29185" y="147937"/>
                  </a:lnTo>
                  <a:lnTo>
                    <a:pt x="28717" y="145970"/>
                  </a:lnTo>
                  <a:lnTo>
                    <a:pt x="28441" y="144646"/>
                  </a:lnTo>
                  <a:lnTo>
                    <a:pt x="28452" y="143282"/>
                  </a:lnTo>
                  <a:lnTo>
                    <a:pt x="28706" y="141013"/>
                  </a:lnTo>
                  <a:lnTo>
                    <a:pt x="29013" y="139720"/>
                  </a:lnTo>
                  <a:lnTo>
                    <a:pt x="29024" y="138710"/>
                  </a:lnTo>
                  <a:lnTo>
                    <a:pt x="28722" y="137886"/>
                  </a:lnTo>
                  <a:lnTo>
                    <a:pt x="27550" y="136424"/>
                  </a:lnTo>
                  <a:lnTo>
                    <a:pt x="24890" y="134205"/>
                  </a:lnTo>
                  <a:lnTo>
                    <a:pt x="23898" y="132514"/>
                  </a:lnTo>
                  <a:lnTo>
                    <a:pt x="22981" y="130344"/>
                  </a:lnTo>
                  <a:lnTo>
                    <a:pt x="22287" y="128874"/>
                  </a:lnTo>
                  <a:lnTo>
                    <a:pt x="19046" y="122618"/>
                  </a:lnTo>
                  <a:lnTo>
                    <a:pt x="18063" y="121573"/>
                  </a:lnTo>
                  <a:lnTo>
                    <a:pt x="17217" y="120462"/>
                  </a:lnTo>
                  <a:lnTo>
                    <a:pt x="16960" y="119385"/>
                  </a:lnTo>
                  <a:lnTo>
                    <a:pt x="17006" y="118350"/>
                  </a:lnTo>
                  <a:lnTo>
                    <a:pt x="17348" y="117580"/>
                  </a:lnTo>
                  <a:lnTo>
                    <a:pt x="18266" y="115972"/>
                  </a:lnTo>
                  <a:lnTo>
                    <a:pt x="18606" y="114137"/>
                  </a:lnTo>
                  <a:lnTo>
                    <a:pt x="18497" y="111726"/>
                  </a:lnTo>
                  <a:lnTo>
                    <a:pt x="18131" y="109293"/>
                  </a:lnTo>
                  <a:lnTo>
                    <a:pt x="18310" y="108446"/>
                  </a:lnTo>
                  <a:lnTo>
                    <a:pt x="18605" y="108350"/>
                  </a:lnTo>
                  <a:lnTo>
                    <a:pt x="19224" y="108278"/>
                  </a:lnTo>
                  <a:lnTo>
                    <a:pt x="20500" y="108141"/>
                  </a:lnTo>
                  <a:lnTo>
                    <a:pt x="23253" y="110355"/>
                  </a:lnTo>
                  <a:lnTo>
                    <a:pt x="23653" y="110113"/>
                  </a:lnTo>
                  <a:lnTo>
                    <a:pt x="25146" y="106095"/>
                  </a:lnTo>
                  <a:lnTo>
                    <a:pt x="25709" y="103690"/>
                  </a:lnTo>
                  <a:lnTo>
                    <a:pt x="25838" y="101684"/>
                  </a:lnTo>
                  <a:lnTo>
                    <a:pt x="26133" y="100409"/>
                  </a:lnTo>
                  <a:lnTo>
                    <a:pt x="26922" y="98312"/>
                  </a:lnTo>
                  <a:lnTo>
                    <a:pt x="26935" y="96400"/>
                  </a:lnTo>
                  <a:lnTo>
                    <a:pt x="26545" y="93851"/>
                  </a:lnTo>
                  <a:lnTo>
                    <a:pt x="26153" y="92865"/>
                  </a:lnTo>
                  <a:lnTo>
                    <a:pt x="25815" y="92440"/>
                  </a:lnTo>
                  <a:lnTo>
                    <a:pt x="24719" y="92780"/>
                  </a:lnTo>
                  <a:lnTo>
                    <a:pt x="24510" y="92208"/>
                  </a:lnTo>
                  <a:lnTo>
                    <a:pt x="24365" y="90307"/>
                  </a:lnTo>
                  <a:lnTo>
                    <a:pt x="24313" y="89140"/>
                  </a:lnTo>
                  <a:lnTo>
                    <a:pt x="23951" y="87781"/>
                  </a:lnTo>
                  <a:lnTo>
                    <a:pt x="22772" y="86624"/>
                  </a:lnTo>
                  <a:lnTo>
                    <a:pt x="21772" y="86296"/>
                  </a:lnTo>
                  <a:lnTo>
                    <a:pt x="21537" y="85804"/>
                  </a:lnTo>
                  <a:lnTo>
                    <a:pt x="21922" y="84494"/>
                  </a:lnTo>
                  <a:lnTo>
                    <a:pt x="22603" y="83199"/>
                  </a:lnTo>
                  <a:lnTo>
                    <a:pt x="23123" y="82451"/>
                  </a:lnTo>
                  <a:lnTo>
                    <a:pt x="23531" y="81111"/>
                  </a:lnTo>
                  <a:lnTo>
                    <a:pt x="23608" y="79739"/>
                  </a:lnTo>
                  <a:lnTo>
                    <a:pt x="23100" y="78518"/>
                  </a:lnTo>
                  <a:lnTo>
                    <a:pt x="22438" y="77166"/>
                  </a:lnTo>
                  <a:lnTo>
                    <a:pt x="21363" y="74585"/>
                  </a:lnTo>
                  <a:lnTo>
                    <a:pt x="19879" y="71841"/>
                  </a:lnTo>
                  <a:lnTo>
                    <a:pt x="18976" y="70909"/>
                  </a:lnTo>
                  <a:lnTo>
                    <a:pt x="18502" y="71035"/>
                  </a:lnTo>
                  <a:lnTo>
                    <a:pt x="16868" y="73393"/>
                  </a:lnTo>
                  <a:lnTo>
                    <a:pt x="15988" y="74927"/>
                  </a:lnTo>
                  <a:lnTo>
                    <a:pt x="15257" y="77662"/>
                  </a:lnTo>
                  <a:lnTo>
                    <a:pt x="14493" y="78250"/>
                  </a:lnTo>
                  <a:lnTo>
                    <a:pt x="13721" y="77045"/>
                  </a:lnTo>
                  <a:lnTo>
                    <a:pt x="12845" y="75804"/>
                  </a:lnTo>
                  <a:lnTo>
                    <a:pt x="10414" y="74008"/>
                  </a:lnTo>
                  <a:lnTo>
                    <a:pt x="9393" y="72500"/>
                  </a:lnTo>
                  <a:lnTo>
                    <a:pt x="7271" y="63312"/>
                  </a:lnTo>
                  <a:lnTo>
                    <a:pt x="6957" y="61441"/>
                  </a:lnTo>
                  <a:lnTo>
                    <a:pt x="7160" y="59326"/>
                  </a:lnTo>
                  <a:lnTo>
                    <a:pt x="7306" y="56299"/>
                  </a:lnTo>
                  <a:lnTo>
                    <a:pt x="7519" y="54336"/>
                  </a:lnTo>
                  <a:lnTo>
                    <a:pt x="7894" y="52462"/>
                  </a:lnTo>
                  <a:lnTo>
                    <a:pt x="7996" y="50794"/>
                  </a:lnTo>
                  <a:lnTo>
                    <a:pt x="7904" y="49165"/>
                  </a:lnTo>
                  <a:lnTo>
                    <a:pt x="7597" y="48232"/>
                  </a:lnTo>
                  <a:lnTo>
                    <a:pt x="7198" y="47956"/>
                  </a:lnTo>
                  <a:lnTo>
                    <a:pt x="6900" y="47587"/>
                  </a:lnTo>
                  <a:lnTo>
                    <a:pt x="6618" y="45441"/>
                  </a:lnTo>
                  <a:lnTo>
                    <a:pt x="6448" y="45720"/>
                  </a:lnTo>
                  <a:lnTo>
                    <a:pt x="6187" y="48328"/>
                  </a:lnTo>
                  <a:lnTo>
                    <a:pt x="5875" y="49266"/>
                  </a:lnTo>
                  <a:lnTo>
                    <a:pt x="5459" y="49734"/>
                  </a:lnTo>
                  <a:lnTo>
                    <a:pt x="5139" y="49322"/>
                  </a:lnTo>
                  <a:lnTo>
                    <a:pt x="4935" y="48276"/>
                  </a:lnTo>
                  <a:lnTo>
                    <a:pt x="4843" y="46506"/>
                  </a:lnTo>
                  <a:lnTo>
                    <a:pt x="4635" y="44130"/>
                  </a:lnTo>
                  <a:lnTo>
                    <a:pt x="4374" y="42577"/>
                  </a:lnTo>
                  <a:lnTo>
                    <a:pt x="3461" y="40997"/>
                  </a:lnTo>
                  <a:lnTo>
                    <a:pt x="3030" y="38947"/>
                  </a:lnTo>
                  <a:lnTo>
                    <a:pt x="1672" y="34484"/>
                  </a:lnTo>
                  <a:lnTo>
                    <a:pt x="534" y="31356"/>
                  </a:lnTo>
                  <a:lnTo>
                    <a:pt x="0" y="28544"/>
                  </a:lnTo>
                  <a:lnTo>
                    <a:pt x="466" y="27497"/>
                  </a:lnTo>
                  <a:lnTo>
                    <a:pt x="1053" y="25979"/>
                  </a:lnTo>
                  <a:lnTo>
                    <a:pt x="1680" y="23616"/>
                  </a:lnTo>
                  <a:lnTo>
                    <a:pt x="2387" y="20642"/>
                  </a:lnTo>
                  <a:lnTo>
                    <a:pt x="2682" y="18828"/>
                  </a:lnTo>
                  <a:lnTo>
                    <a:pt x="2888" y="18095"/>
                  </a:lnTo>
                  <a:lnTo>
                    <a:pt x="3301" y="17560"/>
                  </a:lnTo>
                  <a:lnTo>
                    <a:pt x="3746" y="17853"/>
                  </a:lnTo>
                  <a:lnTo>
                    <a:pt x="4528" y="19053"/>
                  </a:lnTo>
                  <a:lnTo>
                    <a:pt x="5706" y="20587"/>
                  </a:lnTo>
                  <a:lnTo>
                    <a:pt x="6754" y="22399"/>
                  </a:lnTo>
                  <a:lnTo>
                    <a:pt x="7179" y="24225"/>
                  </a:lnTo>
                  <a:lnTo>
                    <a:pt x="7765" y="25975"/>
                  </a:lnTo>
                  <a:lnTo>
                    <a:pt x="8214" y="26504"/>
                  </a:lnTo>
                  <a:lnTo>
                    <a:pt x="8440" y="26364"/>
                  </a:lnTo>
                  <a:lnTo>
                    <a:pt x="9117" y="25048"/>
                  </a:lnTo>
                  <a:lnTo>
                    <a:pt x="9699" y="23727"/>
                  </a:lnTo>
                  <a:lnTo>
                    <a:pt x="9711" y="22228"/>
                  </a:lnTo>
                  <a:lnTo>
                    <a:pt x="10247" y="20882"/>
                  </a:lnTo>
                  <a:lnTo>
                    <a:pt x="10948" y="18665"/>
                  </a:lnTo>
                  <a:lnTo>
                    <a:pt x="11278" y="17162"/>
                  </a:lnTo>
                  <a:lnTo>
                    <a:pt x="11528" y="17003"/>
                  </a:lnTo>
                  <a:lnTo>
                    <a:pt x="11811" y="17449"/>
                  </a:lnTo>
                  <a:lnTo>
                    <a:pt x="12916" y="22096"/>
                  </a:lnTo>
                  <a:lnTo>
                    <a:pt x="13127" y="22375"/>
                  </a:lnTo>
                  <a:lnTo>
                    <a:pt x="13439" y="21678"/>
                  </a:lnTo>
                  <a:lnTo>
                    <a:pt x="13875" y="18048"/>
                  </a:lnTo>
                  <a:lnTo>
                    <a:pt x="14350" y="16641"/>
                  </a:lnTo>
                  <a:lnTo>
                    <a:pt x="14515" y="16996"/>
                  </a:lnTo>
                  <a:lnTo>
                    <a:pt x="17185" y="23845"/>
                  </a:lnTo>
                  <a:lnTo>
                    <a:pt x="17439" y="23790"/>
                  </a:lnTo>
                  <a:lnTo>
                    <a:pt x="17727" y="23483"/>
                  </a:lnTo>
                  <a:lnTo>
                    <a:pt x="17913" y="22430"/>
                  </a:lnTo>
                  <a:lnTo>
                    <a:pt x="18124" y="20059"/>
                  </a:lnTo>
                  <a:lnTo>
                    <a:pt x="18520" y="17520"/>
                  </a:lnTo>
                  <a:lnTo>
                    <a:pt x="19377" y="16106"/>
                  </a:lnTo>
                  <a:lnTo>
                    <a:pt x="20045" y="15832"/>
                  </a:lnTo>
                  <a:lnTo>
                    <a:pt x="20292" y="17041"/>
                  </a:lnTo>
                  <a:lnTo>
                    <a:pt x="20870" y="18710"/>
                  </a:lnTo>
                  <a:lnTo>
                    <a:pt x="21576" y="18945"/>
                  </a:lnTo>
                  <a:lnTo>
                    <a:pt x="23067" y="15989"/>
                  </a:lnTo>
                  <a:lnTo>
                    <a:pt x="23554" y="15518"/>
                  </a:lnTo>
                  <a:lnTo>
                    <a:pt x="24075" y="15572"/>
                  </a:lnTo>
                  <a:lnTo>
                    <a:pt x="24609" y="15454"/>
                  </a:lnTo>
                  <a:lnTo>
                    <a:pt x="25116" y="14322"/>
                  </a:lnTo>
                  <a:lnTo>
                    <a:pt x="25651" y="12826"/>
                  </a:lnTo>
                  <a:lnTo>
                    <a:pt x="25834" y="9881"/>
                  </a:lnTo>
                  <a:lnTo>
                    <a:pt x="25948" y="7240"/>
                  </a:lnTo>
                  <a:lnTo>
                    <a:pt x="26315" y="6171"/>
                  </a:lnTo>
                  <a:lnTo>
                    <a:pt x="26752" y="5456"/>
                  </a:lnTo>
                  <a:lnTo>
                    <a:pt x="27574" y="4458"/>
                  </a:lnTo>
                  <a:lnTo>
                    <a:pt x="29433" y="1895"/>
                  </a:lnTo>
                  <a:lnTo>
                    <a:pt x="29911" y="682"/>
                  </a:lnTo>
                  <a:lnTo>
                    <a:pt x="30263" y="0"/>
                  </a:lnTo>
                  <a:lnTo>
                    <a:pt x="30985" y="1109"/>
                  </a:lnTo>
                  <a:lnTo>
                    <a:pt x="31847" y="3246"/>
                  </a:lnTo>
                  <a:lnTo>
                    <a:pt x="32370" y="4856"/>
                  </a:lnTo>
                  <a:lnTo>
                    <a:pt x="32719" y="6596"/>
                  </a:lnTo>
                  <a:lnTo>
                    <a:pt x="32885" y="8053"/>
                  </a:lnTo>
                  <a:lnTo>
                    <a:pt x="34260" y="9316"/>
                  </a:lnTo>
                  <a:lnTo>
                    <a:pt x="35136" y="11106"/>
                  </a:lnTo>
                  <a:lnTo>
                    <a:pt x="35719" y="12481"/>
                  </a:lnTo>
                  <a:lnTo>
                    <a:pt x="36293" y="12418"/>
                  </a:lnTo>
                  <a:lnTo>
                    <a:pt x="36867" y="12049"/>
                  </a:lnTo>
                  <a:lnTo>
                    <a:pt x="37238" y="10946"/>
                  </a:lnTo>
                  <a:lnTo>
                    <a:pt x="37887" y="10923"/>
                  </a:lnTo>
                  <a:lnTo>
                    <a:pt x="38656" y="11085"/>
                  </a:lnTo>
                  <a:lnTo>
                    <a:pt x="38998" y="11526"/>
                  </a:lnTo>
                  <a:lnTo>
                    <a:pt x="39627" y="14058"/>
                  </a:lnTo>
                  <a:lnTo>
                    <a:pt x="39911" y="14412"/>
                  </a:lnTo>
                  <a:lnTo>
                    <a:pt x="40479" y="14234"/>
                  </a:lnTo>
                  <a:lnTo>
                    <a:pt x="41564" y="13336"/>
                  </a:lnTo>
                  <a:lnTo>
                    <a:pt x="42438" y="12908"/>
                  </a:lnTo>
                  <a:lnTo>
                    <a:pt x="43228" y="13916"/>
                  </a:lnTo>
                  <a:lnTo>
                    <a:pt x="44730" y="16733"/>
                  </a:lnTo>
                  <a:lnTo>
                    <a:pt x="44308" y="18742"/>
                  </a:lnTo>
                  <a:lnTo>
                    <a:pt x="43974" y="20905"/>
                  </a:lnTo>
                  <a:lnTo>
                    <a:pt x="43315" y="22433"/>
                  </a:lnTo>
                  <a:lnTo>
                    <a:pt x="42828" y="22811"/>
                  </a:lnTo>
                  <a:lnTo>
                    <a:pt x="42520" y="24934"/>
                  </a:lnTo>
                  <a:lnTo>
                    <a:pt x="42385" y="28065"/>
                  </a:lnTo>
                  <a:lnTo>
                    <a:pt x="42551" y="29652"/>
                  </a:lnTo>
                  <a:lnTo>
                    <a:pt x="42931" y="30160"/>
                  </a:lnTo>
                  <a:lnTo>
                    <a:pt x="43348" y="31221"/>
                  </a:lnTo>
                  <a:lnTo>
                    <a:pt x="43518" y="32615"/>
                  </a:lnTo>
                  <a:lnTo>
                    <a:pt x="43575" y="35717"/>
                  </a:lnTo>
                  <a:lnTo>
                    <a:pt x="43552" y="39211"/>
                  </a:lnTo>
                  <a:lnTo>
                    <a:pt x="43608" y="40373"/>
                  </a:lnTo>
                  <a:lnTo>
                    <a:pt x="43936" y="40158"/>
                  </a:lnTo>
                  <a:lnTo>
                    <a:pt x="44242" y="39739"/>
                  </a:lnTo>
                  <a:lnTo>
                    <a:pt x="44864" y="40282"/>
                  </a:lnTo>
                  <a:lnTo>
                    <a:pt x="45636" y="41189"/>
                  </a:lnTo>
                  <a:lnTo>
                    <a:pt x="46124" y="42110"/>
                  </a:lnTo>
                  <a:lnTo>
                    <a:pt x="46564" y="41997"/>
                  </a:lnTo>
                  <a:lnTo>
                    <a:pt x="46905" y="42899"/>
                  </a:lnTo>
                  <a:lnTo>
                    <a:pt x="47033" y="44629"/>
                  </a:lnTo>
                  <a:lnTo>
                    <a:pt x="47435" y="45831"/>
                  </a:lnTo>
                  <a:lnTo>
                    <a:pt x="48559" y="48109"/>
                  </a:lnTo>
                  <a:lnTo>
                    <a:pt x="49458" y="48300"/>
                  </a:lnTo>
                  <a:lnTo>
                    <a:pt x="50219" y="51306"/>
                  </a:lnTo>
                  <a:lnTo>
                    <a:pt x="51010" y="50319"/>
                  </a:lnTo>
                  <a:lnTo>
                    <a:pt x="51374" y="51618"/>
                  </a:lnTo>
                  <a:lnTo>
                    <a:pt x="53005" y="51158"/>
                  </a:lnTo>
                  <a:lnTo>
                    <a:pt x="54142" y="49943"/>
                  </a:lnTo>
                  <a:lnTo>
                    <a:pt x="54553" y="50234"/>
                  </a:lnTo>
                  <a:lnTo>
                    <a:pt x="55576" y="527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g1600"/>
            <p:cNvSpPr/>
            <p:nvPr/>
          </p:nvSpPr>
          <p:spPr>
            <a:xfrm>
              <a:off x="4454642" y="4229327"/>
              <a:ext cx="1526" cy="2868"/>
            </a:xfrm>
            <a:custGeom>
              <a:avLst/>
              <a:pathLst>
                <a:path w="1526" h="2868">
                  <a:moveTo>
                    <a:pt x="1526" y="1237"/>
                  </a:moveTo>
                  <a:lnTo>
                    <a:pt x="1188" y="2868"/>
                  </a:lnTo>
                  <a:lnTo>
                    <a:pt x="668" y="2848"/>
                  </a:lnTo>
                  <a:lnTo>
                    <a:pt x="0" y="1696"/>
                  </a:lnTo>
                  <a:lnTo>
                    <a:pt x="126" y="253"/>
                  </a:lnTo>
                  <a:lnTo>
                    <a:pt x="884" y="0"/>
                  </a:lnTo>
                  <a:lnTo>
                    <a:pt x="1104" y="9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g1601"/>
            <p:cNvSpPr/>
            <p:nvPr/>
          </p:nvSpPr>
          <p:spPr>
            <a:xfrm>
              <a:off x="4449643" y="4205010"/>
              <a:ext cx="2632" cy="9664"/>
            </a:xfrm>
            <a:custGeom>
              <a:avLst/>
              <a:pathLst>
                <a:path w="2632" h="9664">
                  <a:moveTo>
                    <a:pt x="2632" y="6452"/>
                  </a:moveTo>
                  <a:lnTo>
                    <a:pt x="2124" y="9664"/>
                  </a:lnTo>
                  <a:lnTo>
                    <a:pt x="1247" y="8916"/>
                  </a:lnTo>
                  <a:lnTo>
                    <a:pt x="427" y="6596"/>
                  </a:lnTo>
                  <a:lnTo>
                    <a:pt x="0" y="4567"/>
                  </a:lnTo>
                  <a:lnTo>
                    <a:pt x="288" y="678"/>
                  </a:lnTo>
                  <a:lnTo>
                    <a:pt x="707" y="0"/>
                  </a:lnTo>
                  <a:lnTo>
                    <a:pt x="1146" y="222"/>
                  </a:lnTo>
                  <a:lnTo>
                    <a:pt x="1369" y="401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g1602"/>
            <p:cNvSpPr/>
            <p:nvPr/>
          </p:nvSpPr>
          <p:spPr>
            <a:xfrm>
              <a:off x="4447426" y="4184199"/>
              <a:ext cx="3340" cy="10965"/>
            </a:xfrm>
            <a:custGeom>
              <a:avLst/>
              <a:pathLst>
                <a:path w="3340" h="10965">
                  <a:moveTo>
                    <a:pt x="3340" y="9537"/>
                  </a:moveTo>
                  <a:lnTo>
                    <a:pt x="2897" y="10965"/>
                  </a:lnTo>
                  <a:lnTo>
                    <a:pt x="2510" y="10809"/>
                  </a:lnTo>
                  <a:lnTo>
                    <a:pt x="0" y="7499"/>
                  </a:lnTo>
                  <a:lnTo>
                    <a:pt x="105" y="6137"/>
                  </a:lnTo>
                  <a:lnTo>
                    <a:pt x="1" y="2663"/>
                  </a:lnTo>
                  <a:lnTo>
                    <a:pt x="277" y="776"/>
                  </a:lnTo>
                  <a:lnTo>
                    <a:pt x="970" y="0"/>
                  </a:lnTo>
                  <a:lnTo>
                    <a:pt x="1508" y="401"/>
                  </a:lnTo>
                  <a:lnTo>
                    <a:pt x="1837" y="3179"/>
                  </a:lnTo>
                  <a:lnTo>
                    <a:pt x="2584" y="4311"/>
                  </a:lnTo>
                  <a:lnTo>
                    <a:pt x="2059" y="5266"/>
                  </a:lnTo>
                  <a:lnTo>
                    <a:pt x="2973" y="736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g1603"/>
            <p:cNvSpPr/>
            <p:nvPr/>
          </p:nvSpPr>
          <p:spPr>
            <a:xfrm>
              <a:off x="4439459" y="4152425"/>
              <a:ext cx="4102" cy="7831"/>
            </a:xfrm>
            <a:custGeom>
              <a:avLst/>
              <a:pathLst>
                <a:path w="4102" h="7831">
                  <a:moveTo>
                    <a:pt x="2764" y="0"/>
                  </a:moveTo>
                  <a:lnTo>
                    <a:pt x="3722" y="4210"/>
                  </a:lnTo>
                  <a:lnTo>
                    <a:pt x="4102" y="4541"/>
                  </a:lnTo>
                  <a:lnTo>
                    <a:pt x="3522" y="7560"/>
                  </a:lnTo>
                  <a:lnTo>
                    <a:pt x="2318" y="7831"/>
                  </a:lnTo>
                  <a:lnTo>
                    <a:pt x="898" y="7049"/>
                  </a:lnTo>
                  <a:lnTo>
                    <a:pt x="1419" y="6013"/>
                  </a:lnTo>
                  <a:lnTo>
                    <a:pt x="1150" y="4842"/>
                  </a:lnTo>
                  <a:lnTo>
                    <a:pt x="720" y="4605"/>
                  </a:lnTo>
                  <a:lnTo>
                    <a:pt x="228" y="5165"/>
                  </a:lnTo>
                  <a:lnTo>
                    <a:pt x="0" y="4974"/>
                  </a:lnTo>
                  <a:lnTo>
                    <a:pt x="314" y="3032"/>
                  </a:lnTo>
                  <a:lnTo>
                    <a:pt x="1105" y="297"/>
                  </a:lnTo>
                  <a:lnTo>
                    <a:pt x="1338" y="80"/>
                  </a:lnTo>
                  <a:lnTo>
                    <a:pt x="1550" y="51"/>
                  </a:lnTo>
                  <a:lnTo>
                    <a:pt x="1757" y="29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g1604"/>
            <p:cNvSpPr/>
            <p:nvPr/>
          </p:nvSpPr>
          <p:spPr>
            <a:xfrm>
              <a:off x="4439133" y="4124402"/>
              <a:ext cx="3386" cy="7127"/>
            </a:xfrm>
            <a:custGeom>
              <a:avLst/>
              <a:pathLst>
                <a:path w="3386" h="7127">
                  <a:moveTo>
                    <a:pt x="3100" y="5465"/>
                  </a:moveTo>
                  <a:lnTo>
                    <a:pt x="3386" y="5904"/>
                  </a:lnTo>
                  <a:lnTo>
                    <a:pt x="3228" y="7127"/>
                  </a:lnTo>
                  <a:lnTo>
                    <a:pt x="1907" y="5730"/>
                  </a:lnTo>
                  <a:lnTo>
                    <a:pt x="845" y="6273"/>
                  </a:lnTo>
                  <a:lnTo>
                    <a:pt x="549" y="6209"/>
                  </a:lnTo>
                  <a:lnTo>
                    <a:pt x="232" y="5078"/>
                  </a:lnTo>
                  <a:lnTo>
                    <a:pt x="0" y="2842"/>
                  </a:lnTo>
                  <a:lnTo>
                    <a:pt x="106" y="1272"/>
                  </a:lnTo>
                  <a:lnTo>
                    <a:pt x="553" y="178"/>
                  </a:lnTo>
                  <a:lnTo>
                    <a:pt x="720" y="0"/>
                  </a:lnTo>
                  <a:lnTo>
                    <a:pt x="1052" y="1353"/>
                  </a:lnTo>
                  <a:lnTo>
                    <a:pt x="1356" y="2273"/>
                  </a:lnTo>
                  <a:lnTo>
                    <a:pt x="1651" y="2669"/>
                  </a:lnTo>
                  <a:lnTo>
                    <a:pt x="2323" y="48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g1605"/>
            <p:cNvSpPr/>
            <p:nvPr/>
          </p:nvSpPr>
          <p:spPr>
            <a:xfrm>
              <a:off x="4437256" y="4109267"/>
              <a:ext cx="3547" cy="7834"/>
            </a:xfrm>
            <a:custGeom>
              <a:avLst/>
              <a:pathLst>
                <a:path w="3547" h="7834">
                  <a:moveTo>
                    <a:pt x="3534" y="7531"/>
                  </a:moveTo>
                  <a:lnTo>
                    <a:pt x="2436" y="7834"/>
                  </a:lnTo>
                  <a:lnTo>
                    <a:pt x="891" y="6914"/>
                  </a:lnTo>
                  <a:lnTo>
                    <a:pt x="269" y="5632"/>
                  </a:lnTo>
                  <a:lnTo>
                    <a:pt x="0" y="4345"/>
                  </a:lnTo>
                  <a:lnTo>
                    <a:pt x="534" y="3393"/>
                  </a:lnTo>
                  <a:lnTo>
                    <a:pt x="1300" y="2943"/>
                  </a:lnTo>
                  <a:lnTo>
                    <a:pt x="2257" y="0"/>
                  </a:lnTo>
                  <a:lnTo>
                    <a:pt x="2589" y="1128"/>
                  </a:lnTo>
                  <a:lnTo>
                    <a:pt x="2946" y="4423"/>
                  </a:lnTo>
                  <a:lnTo>
                    <a:pt x="3332" y="5416"/>
                  </a:lnTo>
                  <a:lnTo>
                    <a:pt x="3547" y="641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g1606"/>
            <p:cNvSpPr/>
            <p:nvPr/>
          </p:nvSpPr>
          <p:spPr>
            <a:xfrm>
              <a:off x="4429781" y="4103213"/>
              <a:ext cx="6586" cy="20612"/>
            </a:xfrm>
            <a:custGeom>
              <a:avLst/>
              <a:pathLst>
                <a:path w="6586" h="20612">
                  <a:moveTo>
                    <a:pt x="2509" y="6475"/>
                  </a:moveTo>
                  <a:lnTo>
                    <a:pt x="2952" y="7116"/>
                  </a:lnTo>
                  <a:lnTo>
                    <a:pt x="3194" y="7116"/>
                  </a:lnTo>
                  <a:lnTo>
                    <a:pt x="3338" y="8553"/>
                  </a:lnTo>
                  <a:lnTo>
                    <a:pt x="4715" y="11421"/>
                  </a:lnTo>
                  <a:lnTo>
                    <a:pt x="5094" y="11340"/>
                  </a:lnTo>
                  <a:lnTo>
                    <a:pt x="5412" y="12910"/>
                  </a:lnTo>
                  <a:lnTo>
                    <a:pt x="6003" y="13703"/>
                  </a:lnTo>
                  <a:lnTo>
                    <a:pt x="6163" y="15302"/>
                  </a:lnTo>
                  <a:lnTo>
                    <a:pt x="6586" y="16930"/>
                  </a:lnTo>
                  <a:lnTo>
                    <a:pt x="5848" y="18901"/>
                  </a:lnTo>
                  <a:lnTo>
                    <a:pt x="4421" y="18375"/>
                  </a:lnTo>
                  <a:lnTo>
                    <a:pt x="3604" y="20612"/>
                  </a:lnTo>
                  <a:lnTo>
                    <a:pt x="2863" y="20040"/>
                  </a:lnTo>
                  <a:lnTo>
                    <a:pt x="2736" y="18866"/>
                  </a:lnTo>
                  <a:lnTo>
                    <a:pt x="2839" y="18473"/>
                  </a:lnTo>
                  <a:lnTo>
                    <a:pt x="2398" y="15478"/>
                  </a:lnTo>
                  <a:lnTo>
                    <a:pt x="2199" y="10902"/>
                  </a:lnTo>
                  <a:lnTo>
                    <a:pt x="1901" y="8206"/>
                  </a:lnTo>
                  <a:lnTo>
                    <a:pt x="1578" y="7055"/>
                  </a:lnTo>
                  <a:lnTo>
                    <a:pt x="909" y="8062"/>
                  </a:lnTo>
                  <a:lnTo>
                    <a:pt x="640" y="8229"/>
                  </a:lnTo>
                  <a:lnTo>
                    <a:pt x="0" y="6019"/>
                  </a:lnTo>
                  <a:lnTo>
                    <a:pt x="303" y="1529"/>
                  </a:lnTo>
                  <a:lnTo>
                    <a:pt x="461" y="245"/>
                  </a:lnTo>
                  <a:lnTo>
                    <a:pt x="982" y="0"/>
                  </a:lnTo>
                  <a:lnTo>
                    <a:pt x="1771" y="118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g1607"/>
            <p:cNvSpPr/>
            <p:nvPr/>
          </p:nvSpPr>
          <p:spPr>
            <a:xfrm>
              <a:off x="4429235" y="4095702"/>
              <a:ext cx="1342" cy="3768"/>
            </a:xfrm>
            <a:custGeom>
              <a:avLst/>
              <a:pathLst>
                <a:path w="1342" h="3768">
                  <a:moveTo>
                    <a:pt x="1194" y="3001"/>
                  </a:moveTo>
                  <a:lnTo>
                    <a:pt x="1019" y="3768"/>
                  </a:lnTo>
                  <a:lnTo>
                    <a:pt x="0" y="1852"/>
                  </a:lnTo>
                  <a:lnTo>
                    <a:pt x="233" y="0"/>
                  </a:lnTo>
                  <a:lnTo>
                    <a:pt x="1342" y="66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g1608"/>
            <p:cNvSpPr/>
            <p:nvPr/>
          </p:nvSpPr>
          <p:spPr>
            <a:xfrm>
              <a:off x="4439119" y="4090952"/>
              <a:ext cx="1393" cy="15065"/>
            </a:xfrm>
            <a:custGeom>
              <a:avLst/>
              <a:pathLst>
                <a:path w="1393" h="15065">
                  <a:moveTo>
                    <a:pt x="865" y="15028"/>
                  </a:moveTo>
                  <a:lnTo>
                    <a:pt x="705" y="15065"/>
                  </a:lnTo>
                  <a:lnTo>
                    <a:pt x="542" y="13706"/>
                  </a:lnTo>
                  <a:lnTo>
                    <a:pt x="0" y="6472"/>
                  </a:lnTo>
                  <a:lnTo>
                    <a:pt x="356" y="0"/>
                  </a:lnTo>
                  <a:lnTo>
                    <a:pt x="582" y="1370"/>
                  </a:lnTo>
                  <a:lnTo>
                    <a:pt x="1393" y="12719"/>
                  </a:lnTo>
                  <a:lnTo>
                    <a:pt x="1283" y="145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g1609"/>
            <p:cNvSpPr/>
            <p:nvPr/>
          </p:nvSpPr>
          <p:spPr>
            <a:xfrm>
              <a:off x="4434806" y="4085674"/>
              <a:ext cx="3156" cy="5869"/>
            </a:xfrm>
            <a:custGeom>
              <a:avLst/>
              <a:pathLst>
                <a:path w="3156" h="5869">
                  <a:moveTo>
                    <a:pt x="2279" y="4513"/>
                  </a:moveTo>
                  <a:lnTo>
                    <a:pt x="1634" y="5869"/>
                  </a:lnTo>
                  <a:lnTo>
                    <a:pt x="442" y="5739"/>
                  </a:lnTo>
                  <a:lnTo>
                    <a:pt x="0" y="4974"/>
                  </a:lnTo>
                  <a:lnTo>
                    <a:pt x="1461" y="851"/>
                  </a:lnTo>
                  <a:lnTo>
                    <a:pt x="315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g1610"/>
            <p:cNvSpPr/>
            <p:nvPr/>
          </p:nvSpPr>
          <p:spPr>
            <a:xfrm>
              <a:off x="4438940" y="4076905"/>
              <a:ext cx="816" cy="11943"/>
            </a:xfrm>
            <a:custGeom>
              <a:avLst/>
              <a:pathLst>
                <a:path w="816" h="11943">
                  <a:moveTo>
                    <a:pt x="816" y="10114"/>
                  </a:moveTo>
                  <a:lnTo>
                    <a:pt x="650" y="11943"/>
                  </a:lnTo>
                  <a:lnTo>
                    <a:pt x="252" y="9825"/>
                  </a:lnTo>
                  <a:lnTo>
                    <a:pt x="0" y="891"/>
                  </a:lnTo>
                  <a:lnTo>
                    <a:pt x="103" y="63"/>
                  </a:lnTo>
                  <a:lnTo>
                    <a:pt x="309" y="0"/>
                  </a:lnTo>
                  <a:lnTo>
                    <a:pt x="795" y="621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g1611"/>
            <p:cNvSpPr/>
            <p:nvPr/>
          </p:nvSpPr>
          <p:spPr>
            <a:xfrm>
              <a:off x="4423769" y="4066565"/>
              <a:ext cx="6486" cy="29499"/>
            </a:xfrm>
            <a:custGeom>
              <a:avLst/>
              <a:pathLst>
                <a:path w="6486" h="29499">
                  <a:moveTo>
                    <a:pt x="2112" y="5624"/>
                  </a:moveTo>
                  <a:lnTo>
                    <a:pt x="2731" y="15392"/>
                  </a:lnTo>
                  <a:lnTo>
                    <a:pt x="3451" y="15371"/>
                  </a:lnTo>
                  <a:lnTo>
                    <a:pt x="3820" y="14852"/>
                  </a:lnTo>
                  <a:lnTo>
                    <a:pt x="4244" y="12564"/>
                  </a:lnTo>
                  <a:lnTo>
                    <a:pt x="4434" y="8968"/>
                  </a:lnTo>
                  <a:lnTo>
                    <a:pt x="4811" y="8454"/>
                  </a:lnTo>
                  <a:lnTo>
                    <a:pt x="5282" y="8838"/>
                  </a:lnTo>
                  <a:lnTo>
                    <a:pt x="5078" y="9984"/>
                  </a:lnTo>
                  <a:lnTo>
                    <a:pt x="5215" y="12861"/>
                  </a:lnTo>
                  <a:lnTo>
                    <a:pt x="5579" y="14451"/>
                  </a:lnTo>
                  <a:lnTo>
                    <a:pt x="5821" y="14739"/>
                  </a:lnTo>
                  <a:lnTo>
                    <a:pt x="6306" y="22257"/>
                  </a:lnTo>
                  <a:lnTo>
                    <a:pt x="6486" y="23832"/>
                  </a:lnTo>
                  <a:lnTo>
                    <a:pt x="6475" y="25093"/>
                  </a:lnTo>
                  <a:lnTo>
                    <a:pt x="5459" y="27904"/>
                  </a:lnTo>
                  <a:lnTo>
                    <a:pt x="3946" y="27820"/>
                  </a:lnTo>
                  <a:lnTo>
                    <a:pt x="2881" y="29499"/>
                  </a:lnTo>
                  <a:lnTo>
                    <a:pt x="2232" y="29390"/>
                  </a:lnTo>
                  <a:lnTo>
                    <a:pt x="2239" y="27488"/>
                  </a:lnTo>
                  <a:lnTo>
                    <a:pt x="1661" y="25976"/>
                  </a:lnTo>
                  <a:lnTo>
                    <a:pt x="1009" y="22738"/>
                  </a:lnTo>
                  <a:lnTo>
                    <a:pt x="1170" y="16990"/>
                  </a:lnTo>
                  <a:lnTo>
                    <a:pt x="11" y="6310"/>
                  </a:lnTo>
                  <a:lnTo>
                    <a:pt x="0" y="3641"/>
                  </a:lnTo>
                  <a:lnTo>
                    <a:pt x="397" y="155"/>
                  </a:lnTo>
                  <a:lnTo>
                    <a:pt x="785" y="0"/>
                  </a:lnTo>
                  <a:lnTo>
                    <a:pt x="1312" y="291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g1612"/>
            <p:cNvSpPr/>
            <p:nvPr/>
          </p:nvSpPr>
          <p:spPr>
            <a:xfrm>
              <a:off x="4432204" y="4051958"/>
              <a:ext cx="1878" cy="5006"/>
            </a:xfrm>
            <a:custGeom>
              <a:avLst/>
              <a:pathLst>
                <a:path w="1878" h="5006">
                  <a:moveTo>
                    <a:pt x="1743" y="3508"/>
                  </a:moveTo>
                  <a:lnTo>
                    <a:pt x="1343" y="5006"/>
                  </a:lnTo>
                  <a:lnTo>
                    <a:pt x="257" y="4513"/>
                  </a:lnTo>
                  <a:lnTo>
                    <a:pt x="0" y="4117"/>
                  </a:lnTo>
                  <a:lnTo>
                    <a:pt x="69" y="1633"/>
                  </a:lnTo>
                  <a:lnTo>
                    <a:pt x="341" y="776"/>
                  </a:lnTo>
                  <a:lnTo>
                    <a:pt x="989" y="0"/>
                  </a:lnTo>
                  <a:lnTo>
                    <a:pt x="1878" y="122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g1613"/>
            <p:cNvSpPr/>
            <p:nvPr/>
          </p:nvSpPr>
          <p:spPr>
            <a:xfrm>
              <a:off x="4432091" y="4039172"/>
              <a:ext cx="1554" cy="6134"/>
            </a:xfrm>
            <a:custGeom>
              <a:avLst/>
              <a:pathLst>
                <a:path w="1554" h="6134">
                  <a:moveTo>
                    <a:pt x="933" y="5843"/>
                  </a:moveTo>
                  <a:lnTo>
                    <a:pt x="792" y="6134"/>
                  </a:lnTo>
                  <a:lnTo>
                    <a:pt x="569" y="5906"/>
                  </a:lnTo>
                  <a:lnTo>
                    <a:pt x="0" y="2331"/>
                  </a:lnTo>
                  <a:lnTo>
                    <a:pt x="144" y="1139"/>
                  </a:lnTo>
                  <a:lnTo>
                    <a:pt x="858" y="0"/>
                  </a:lnTo>
                  <a:lnTo>
                    <a:pt x="1494" y="1985"/>
                  </a:lnTo>
                  <a:lnTo>
                    <a:pt x="1554" y="3087"/>
                  </a:lnTo>
                  <a:lnTo>
                    <a:pt x="1549" y="4025"/>
                  </a:lnTo>
                  <a:lnTo>
                    <a:pt x="1452" y="4836"/>
                  </a:lnTo>
                  <a:lnTo>
                    <a:pt x="1026" y="51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g1614"/>
            <p:cNvSpPr/>
            <p:nvPr/>
          </p:nvSpPr>
          <p:spPr>
            <a:xfrm>
              <a:off x="1109741" y="4054601"/>
              <a:ext cx="1449" cy="2755"/>
            </a:xfrm>
            <a:custGeom>
              <a:avLst/>
              <a:pathLst>
                <a:path w="1449" h="2755">
                  <a:moveTo>
                    <a:pt x="1420" y="2562"/>
                  </a:moveTo>
                  <a:lnTo>
                    <a:pt x="875" y="2755"/>
                  </a:lnTo>
                  <a:lnTo>
                    <a:pt x="344" y="2371"/>
                  </a:lnTo>
                  <a:lnTo>
                    <a:pt x="0" y="704"/>
                  </a:lnTo>
                  <a:lnTo>
                    <a:pt x="157" y="0"/>
                  </a:lnTo>
                  <a:lnTo>
                    <a:pt x="501" y="323"/>
                  </a:lnTo>
                  <a:lnTo>
                    <a:pt x="859" y="1552"/>
                  </a:lnTo>
                  <a:lnTo>
                    <a:pt x="1449" y="211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g1615"/>
            <p:cNvSpPr/>
            <p:nvPr/>
          </p:nvSpPr>
          <p:spPr>
            <a:xfrm>
              <a:off x="1128959" y="4024758"/>
              <a:ext cx="646" cy="3523"/>
            </a:xfrm>
            <a:custGeom>
              <a:avLst/>
              <a:pathLst>
                <a:path w="646" h="3523">
                  <a:moveTo>
                    <a:pt x="334" y="3283"/>
                  </a:moveTo>
                  <a:lnTo>
                    <a:pt x="177" y="3523"/>
                  </a:lnTo>
                  <a:lnTo>
                    <a:pt x="0" y="2363"/>
                  </a:lnTo>
                  <a:lnTo>
                    <a:pt x="232" y="617"/>
                  </a:lnTo>
                  <a:lnTo>
                    <a:pt x="455" y="0"/>
                  </a:lnTo>
                  <a:lnTo>
                    <a:pt x="646" y="13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g1616"/>
            <p:cNvSpPr/>
            <p:nvPr/>
          </p:nvSpPr>
          <p:spPr>
            <a:xfrm>
              <a:off x="1168851" y="4042057"/>
              <a:ext cx="5732" cy="7095"/>
            </a:xfrm>
            <a:custGeom>
              <a:avLst/>
              <a:pathLst>
                <a:path w="5732" h="7095">
                  <a:moveTo>
                    <a:pt x="5689" y="7072"/>
                  </a:moveTo>
                  <a:lnTo>
                    <a:pt x="3053" y="7095"/>
                  </a:lnTo>
                  <a:lnTo>
                    <a:pt x="1750" y="5759"/>
                  </a:lnTo>
                  <a:lnTo>
                    <a:pt x="1288" y="5748"/>
                  </a:lnTo>
                  <a:lnTo>
                    <a:pt x="171" y="2946"/>
                  </a:lnTo>
                  <a:lnTo>
                    <a:pt x="0" y="1477"/>
                  </a:lnTo>
                  <a:lnTo>
                    <a:pt x="586" y="510"/>
                  </a:lnTo>
                  <a:lnTo>
                    <a:pt x="1804" y="0"/>
                  </a:lnTo>
                  <a:lnTo>
                    <a:pt x="4249" y="2129"/>
                  </a:lnTo>
                  <a:lnTo>
                    <a:pt x="4619" y="4016"/>
                  </a:lnTo>
                  <a:lnTo>
                    <a:pt x="5181" y="4218"/>
                  </a:lnTo>
                  <a:lnTo>
                    <a:pt x="5619" y="5038"/>
                  </a:lnTo>
                  <a:lnTo>
                    <a:pt x="5732" y="63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g1617"/>
            <p:cNvSpPr/>
            <p:nvPr/>
          </p:nvSpPr>
          <p:spPr>
            <a:xfrm>
              <a:off x="1161807" y="4031955"/>
              <a:ext cx="5784" cy="10018"/>
            </a:xfrm>
            <a:custGeom>
              <a:avLst/>
              <a:pathLst>
                <a:path w="5784" h="10018">
                  <a:moveTo>
                    <a:pt x="4278" y="0"/>
                  </a:moveTo>
                  <a:lnTo>
                    <a:pt x="5354" y="2787"/>
                  </a:lnTo>
                  <a:lnTo>
                    <a:pt x="5784" y="6484"/>
                  </a:lnTo>
                  <a:lnTo>
                    <a:pt x="5321" y="10018"/>
                  </a:lnTo>
                  <a:lnTo>
                    <a:pt x="4303" y="9144"/>
                  </a:lnTo>
                  <a:lnTo>
                    <a:pt x="2826" y="9897"/>
                  </a:lnTo>
                  <a:lnTo>
                    <a:pt x="2334" y="9646"/>
                  </a:lnTo>
                  <a:lnTo>
                    <a:pt x="1150" y="5306"/>
                  </a:lnTo>
                  <a:lnTo>
                    <a:pt x="330" y="3353"/>
                  </a:lnTo>
                  <a:lnTo>
                    <a:pt x="0" y="1523"/>
                  </a:lnTo>
                  <a:lnTo>
                    <a:pt x="1046" y="1731"/>
                  </a:lnTo>
                  <a:lnTo>
                    <a:pt x="2572" y="51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g1618"/>
            <p:cNvSpPr/>
            <p:nvPr/>
          </p:nvSpPr>
          <p:spPr>
            <a:xfrm>
              <a:off x="3335403" y="3258331"/>
              <a:ext cx="11491" cy="11724"/>
            </a:xfrm>
            <a:custGeom>
              <a:avLst/>
              <a:pathLst>
                <a:path w="11491" h="11724">
                  <a:moveTo>
                    <a:pt x="4300" y="2333"/>
                  </a:moveTo>
                  <a:lnTo>
                    <a:pt x="4893" y="2687"/>
                  </a:lnTo>
                  <a:lnTo>
                    <a:pt x="5794" y="1664"/>
                  </a:lnTo>
                  <a:lnTo>
                    <a:pt x="8379" y="1529"/>
                  </a:lnTo>
                  <a:lnTo>
                    <a:pt x="11491" y="4816"/>
                  </a:lnTo>
                  <a:lnTo>
                    <a:pt x="10903" y="5683"/>
                  </a:lnTo>
                  <a:lnTo>
                    <a:pt x="10555" y="6869"/>
                  </a:lnTo>
                  <a:lnTo>
                    <a:pt x="9185" y="7952"/>
                  </a:lnTo>
                  <a:lnTo>
                    <a:pt x="7822" y="10493"/>
                  </a:lnTo>
                  <a:lnTo>
                    <a:pt x="3874" y="11724"/>
                  </a:lnTo>
                  <a:lnTo>
                    <a:pt x="2716" y="11036"/>
                  </a:lnTo>
                  <a:lnTo>
                    <a:pt x="1764" y="8581"/>
                  </a:lnTo>
                  <a:lnTo>
                    <a:pt x="0" y="5396"/>
                  </a:lnTo>
                  <a:lnTo>
                    <a:pt x="698" y="3366"/>
                  </a:lnTo>
                  <a:lnTo>
                    <a:pt x="846" y="2435"/>
                  </a:lnTo>
                  <a:lnTo>
                    <a:pt x="1106" y="1542"/>
                  </a:lnTo>
                  <a:lnTo>
                    <a:pt x="2106" y="0"/>
                  </a:lnTo>
                  <a:lnTo>
                    <a:pt x="3101" y="24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g1619"/>
            <p:cNvSpPr/>
            <p:nvPr/>
          </p:nvSpPr>
          <p:spPr>
            <a:xfrm>
              <a:off x="3233247" y="3227294"/>
              <a:ext cx="1003" cy="2732"/>
            </a:xfrm>
            <a:custGeom>
              <a:avLst/>
              <a:pathLst>
                <a:path w="1003" h="2732">
                  <a:moveTo>
                    <a:pt x="635" y="1826"/>
                  </a:moveTo>
                  <a:lnTo>
                    <a:pt x="0" y="2732"/>
                  </a:lnTo>
                  <a:lnTo>
                    <a:pt x="434" y="388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g1620"/>
            <p:cNvSpPr/>
            <p:nvPr/>
          </p:nvSpPr>
          <p:spPr>
            <a:xfrm>
              <a:off x="3233289" y="3218389"/>
              <a:ext cx="1002" cy="3464"/>
            </a:xfrm>
            <a:custGeom>
              <a:avLst/>
              <a:pathLst>
                <a:path w="1002" h="3464">
                  <a:moveTo>
                    <a:pt x="897" y="2836"/>
                  </a:moveTo>
                  <a:lnTo>
                    <a:pt x="770" y="3464"/>
                  </a:lnTo>
                  <a:lnTo>
                    <a:pt x="596" y="3327"/>
                  </a:lnTo>
                  <a:lnTo>
                    <a:pt x="0" y="1760"/>
                  </a:lnTo>
                  <a:lnTo>
                    <a:pt x="654" y="0"/>
                  </a:lnTo>
                  <a:lnTo>
                    <a:pt x="1002" y="163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g1621"/>
            <p:cNvSpPr/>
            <p:nvPr/>
          </p:nvSpPr>
          <p:spPr>
            <a:xfrm>
              <a:off x="3231895" y="3178054"/>
              <a:ext cx="725" cy="4471"/>
            </a:xfrm>
            <a:custGeom>
              <a:avLst/>
              <a:pathLst>
                <a:path w="725" h="4471">
                  <a:moveTo>
                    <a:pt x="396" y="3814"/>
                  </a:moveTo>
                  <a:lnTo>
                    <a:pt x="92" y="4471"/>
                  </a:lnTo>
                  <a:lnTo>
                    <a:pt x="0" y="3322"/>
                  </a:lnTo>
                  <a:lnTo>
                    <a:pt x="199" y="744"/>
                  </a:lnTo>
                  <a:lnTo>
                    <a:pt x="512" y="0"/>
                  </a:lnTo>
                  <a:lnTo>
                    <a:pt x="725" y="1907"/>
                  </a:lnTo>
                  <a:lnTo>
                    <a:pt x="590" y="296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g1622"/>
            <p:cNvSpPr/>
            <p:nvPr/>
          </p:nvSpPr>
          <p:spPr>
            <a:xfrm>
              <a:off x="3232940" y="3072752"/>
              <a:ext cx="100249" cy="188773"/>
            </a:xfrm>
            <a:custGeom>
              <a:avLst/>
              <a:pathLst>
                <a:path w="100249" h="188773">
                  <a:moveTo>
                    <a:pt x="100249" y="69373"/>
                  </a:moveTo>
                  <a:lnTo>
                    <a:pt x="95402" y="74634"/>
                  </a:lnTo>
                  <a:lnTo>
                    <a:pt x="94123" y="76971"/>
                  </a:lnTo>
                  <a:lnTo>
                    <a:pt x="92963" y="79858"/>
                  </a:lnTo>
                  <a:lnTo>
                    <a:pt x="92094" y="83468"/>
                  </a:lnTo>
                  <a:lnTo>
                    <a:pt x="91485" y="89808"/>
                  </a:lnTo>
                  <a:lnTo>
                    <a:pt x="91947" y="95607"/>
                  </a:lnTo>
                  <a:lnTo>
                    <a:pt x="91903" y="98712"/>
                  </a:lnTo>
                  <a:lnTo>
                    <a:pt x="90651" y="100768"/>
                  </a:lnTo>
                  <a:lnTo>
                    <a:pt x="89484" y="102252"/>
                  </a:lnTo>
                  <a:lnTo>
                    <a:pt x="88185" y="104510"/>
                  </a:lnTo>
                  <a:lnTo>
                    <a:pt x="87396" y="105076"/>
                  </a:lnTo>
                  <a:lnTo>
                    <a:pt x="86751" y="106880"/>
                  </a:lnTo>
                  <a:lnTo>
                    <a:pt x="86002" y="108129"/>
                  </a:lnTo>
                  <a:lnTo>
                    <a:pt x="83299" y="111396"/>
                  </a:lnTo>
                  <a:lnTo>
                    <a:pt x="80344" y="113922"/>
                  </a:lnTo>
                  <a:lnTo>
                    <a:pt x="75652" y="116953"/>
                  </a:lnTo>
                  <a:lnTo>
                    <a:pt x="73840" y="120233"/>
                  </a:lnTo>
                  <a:lnTo>
                    <a:pt x="72189" y="122484"/>
                  </a:lnTo>
                  <a:lnTo>
                    <a:pt x="69684" y="123160"/>
                  </a:lnTo>
                  <a:lnTo>
                    <a:pt x="66246" y="126284"/>
                  </a:lnTo>
                  <a:lnTo>
                    <a:pt x="64335" y="128785"/>
                  </a:lnTo>
                  <a:lnTo>
                    <a:pt x="61961" y="132855"/>
                  </a:lnTo>
                  <a:lnTo>
                    <a:pt x="61433" y="134143"/>
                  </a:lnTo>
                  <a:lnTo>
                    <a:pt x="61016" y="137140"/>
                  </a:lnTo>
                  <a:lnTo>
                    <a:pt x="60286" y="139727"/>
                  </a:lnTo>
                  <a:lnTo>
                    <a:pt x="58856" y="143970"/>
                  </a:lnTo>
                  <a:lnTo>
                    <a:pt x="57783" y="146149"/>
                  </a:lnTo>
                  <a:lnTo>
                    <a:pt x="57066" y="146264"/>
                  </a:lnTo>
                  <a:lnTo>
                    <a:pt x="55674" y="147456"/>
                  </a:lnTo>
                  <a:lnTo>
                    <a:pt x="54028" y="147700"/>
                  </a:lnTo>
                  <a:lnTo>
                    <a:pt x="51261" y="146210"/>
                  </a:lnTo>
                  <a:lnTo>
                    <a:pt x="50550" y="147251"/>
                  </a:lnTo>
                  <a:lnTo>
                    <a:pt x="49964" y="148903"/>
                  </a:lnTo>
                  <a:lnTo>
                    <a:pt x="47833" y="151814"/>
                  </a:lnTo>
                  <a:lnTo>
                    <a:pt x="45663" y="157630"/>
                  </a:lnTo>
                  <a:lnTo>
                    <a:pt x="44076" y="159173"/>
                  </a:lnTo>
                  <a:lnTo>
                    <a:pt x="41510" y="161003"/>
                  </a:lnTo>
                  <a:lnTo>
                    <a:pt x="39714" y="163422"/>
                  </a:lnTo>
                  <a:lnTo>
                    <a:pt x="38509" y="164394"/>
                  </a:lnTo>
                  <a:lnTo>
                    <a:pt x="36956" y="164900"/>
                  </a:lnTo>
                  <a:lnTo>
                    <a:pt x="34083" y="164656"/>
                  </a:lnTo>
                  <a:lnTo>
                    <a:pt x="31358" y="165529"/>
                  </a:lnTo>
                  <a:lnTo>
                    <a:pt x="28836" y="167171"/>
                  </a:lnTo>
                  <a:lnTo>
                    <a:pt x="27650" y="170280"/>
                  </a:lnTo>
                  <a:lnTo>
                    <a:pt x="26300" y="175199"/>
                  </a:lnTo>
                  <a:lnTo>
                    <a:pt x="24092" y="177230"/>
                  </a:lnTo>
                  <a:lnTo>
                    <a:pt x="23572" y="178995"/>
                  </a:lnTo>
                  <a:lnTo>
                    <a:pt x="22888" y="182621"/>
                  </a:lnTo>
                  <a:lnTo>
                    <a:pt x="21457" y="183557"/>
                  </a:lnTo>
                  <a:lnTo>
                    <a:pt x="20164" y="184160"/>
                  </a:lnTo>
                  <a:lnTo>
                    <a:pt x="18842" y="182580"/>
                  </a:lnTo>
                  <a:lnTo>
                    <a:pt x="16349" y="186956"/>
                  </a:lnTo>
                  <a:lnTo>
                    <a:pt x="15406" y="187681"/>
                  </a:lnTo>
                  <a:lnTo>
                    <a:pt x="13975" y="187857"/>
                  </a:lnTo>
                  <a:lnTo>
                    <a:pt x="12959" y="188773"/>
                  </a:lnTo>
                  <a:lnTo>
                    <a:pt x="12228" y="188512"/>
                  </a:lnTo>
                  <a:lnTo>
                    <a:pt x="11320" y="186801"/>
                  </a:lnTo>
                  <a:lnTo>
                    <a:pt x="9388" y="184730"/>
                  </a:lnTo>
                  <a:lnTo>
                    <a:pt x="7977" y="186079"/>
                  </a:lnTo>
                  <a:lnTo>
                    <a:pt x="7858" y="181937"/>
                  </a:lnTo>
                  <a:lnTo>
                    <a:pt x="5519" y="169288"/>
                  </a:lnTo>
                  <a:lnTo>
                    <a:pt x="6006" y="158273"/>
                  </a:lnTo>
                  <a:lnTo>
                    <a:pt x="6004" y="156716"/>
                  </a:lnTo>
                  <a:lnTo>
                    <a:pt x="5540" y="151799"/>
                  </a:lnTo>
                  <a:lnTo>
                    <a:pt x="4145" y="147306"/>
                  </a:lnTo>
                  <a:lnTo>
                    <a:pt x="4187" y="141613"/>
                  </a:lnTo>
                  <a:lnTo>
                    <a:pt x="3720" y="137538"/>
                  </a:lnTo>
                  <a:lnTo>
                    <a:pt x="3349" y="133355"/>
                  </a:lnTo>
                  <a:lnTo>
                    <a:pt x="3469" y="132242"/>
                  </a:lnTo>
                  <a:lnTo>
                    <a:pt x="3492" y="131234"/>
                  </a:lnTo>
                  <a:lnTo>
                    <a:pt x="2779" y="124785"/>
                  </a:lnTo>
                  <a:lnTo>
                    <a:pt x="2541" y="123478"/>
                  </a:lnTo>
                  <a:lnTo>
                    <a:pt x="2453" y="122127"/>
                  </a:lnTo>
                  <a:lnTo>
                    <a:pt x="2686" y="121094"/>
                  </a:lnTo>
                  <a:lnTo>
                    <a:pt x="2678" y="119897"/>
                  </a:lnTo>
                  <a:lnTo>
                    <a:pt x="2300" y="117917"/>
                  </a:lnTo>
                  <a:lnTo>
                    <a:pt x="1902" y="114153"/>
                  </a:lnTo>
                  <a:lnTo>
                    <a:pt x="0" y="111202"/>
                  </a:lnTo>
                  <a:lnTo>
                    <a:pt x="384" y="108439"/>
                  </a:lnTo>
                  <a:lnTo>
                    <a:pt x="755" y="109407"/>
                  </a:lnTo>
                  <a:lnTo>
                    <a:pt x="1256" y="110230"/>
                  </a:lnTo>
                  <a:lnTo>
                    <a:pt x="1357" y="108441"/>
                  </a:lnTo>
                  <a:lnTo>
                    <a:pt x="1365" y="107100"/>
                  </a:lnTo>
                  <a:lnTo>
                    <a:pt x="570" y="98738"/>
                  </a:lnTo>
                  <a:lnTo>
                    <a:pt x="1748" y="87586"/>
                  </a:lnTo>
                  <a:lnTo>
                    <a:pt x="1360" y="77547"/>
                  </a:lnTo>
                  <a:lnTo>
                    <a:pt x="3158" y="73490"/>
                  </a:lnTo>
                  <a:lnTo>
                    <a:pt x="3612" y="72269"/>
                  </a:lnTo>
                  <a:lnTo>
                    <a:pt x="3873" y="71199"/>
                  </a:lnTo>
                  <a:lnTo>
                    <a:pt x="4297" y="68907"/>
                  </a:lnTo>
                  <a:lnTo>
                    <a:pt x="4876" y="68161"/>
                  </a:lnTo>
                  <a:lnTo>
                    <a:pt x="5080" y="65750"/>
                  </a:lnTo>
                  <a:lnTo>
                    <a:pt x="5063" y="64544"/>
                  </a:lnTo>
                  <a:lnTo>
                    <a:pt x="4689" y="63511"/>
                  </a:lnTo>
                  <a:lnTo>
                    <a:pt x="4409" y="60698"/>
                  </a:lnTo>
                  <a:lnTo>
                    <a:pt x="4502" y="57138"/>
                  </a:lnTo>
                  <a:lnTo>
                    <a:pt x="4596" y="55645"/>
                  </a:lnTo>
                  <a:lnTo>
                    <a:pt x="4788" y="52925"/>
                  </a:lnTo>
                  <a:lnTo>
                    <a:pt x="5417" y="51914"/>
                  </a:lnTo>
                  <a:lnTo>
                    <a:pt x="5567" y="51110"/>
                  </a:lnTo>
                  <a:lnTo>
                    <a:pt x="5080" y="49389"/>
                  </a:lnTo>
                  <a:lnTo>
                    <a:pt x="5125" y="48364"/>
                  </a:lnTo>
                  <a:lnTo>
                    <a:pt x="6194" y="45486"/>
                  </a:lnTo>
                  <a:lnTo>
                    <a:pt x="6616" y="44622"/>
                  </a:lnTo>
                  <a:lnTo>
                    <a:pt x="7307" y="43729"/>
                  </a:lnTo>
                  <a:lnTo>
                    <a:pt x="7848" y="43739"/>
                  </a:lnTo>
                  <a:lnTo>
                    <a:pt x="8473" y="44247"/>
                  </a:lnTo>
                  <a:lnTo>
                    <a:pt x="9031" y="45053"/>
                  </a:lnTo>
                  <a:lnTo>
                    <a:pt x="9571" y="46518"/>
                  </a:lnTo>
                  <a:lnTo>
                    <a:pt x="10144" y="48183"/>
                  </a:lnTo>
                  <a:lnTo>
                    <a:pt x="11021" y="48815"/>
                  </a:lnTo>
                  <a:lnTo>
                    <a:pt x="11618" y="48653"/>
                  </a:lnTo>
                  <a:lnTo>
                    <a:pt x="12105" y="49389"/>
                  </a:lnTo>
                  <a:lnTo>
                    <a:pt x="12515" y="48986"/>
                  </a:lnTo>
                  <a:lnTo>
                    <a:pt x="12982" y="48125"/>
                  </a:lnTo>
                  <a:lnTo>
                    <a:pt x="13729" y="48183"/>
                  </a:lnTo>
                  <a:lnTo>
                    <a:pt x="14402" y="47207"/>
                  </a:lnTo>
                  <a:lnTo>
                    <a:pt x="16313" y="46740"/>
                  </a:lnTo>
                  <a:lnTo>
                    <a:pt x="18157" y="47036"/>
                  </a:lnTo>
                  <a:lnTo>
                    <a:pt x="20082" y="46228"/>
                  </a:lnTo>
                  <a:lnTo>
                    <a:pt x="22002" y="46290"/>
                  </a:lnTo>
                  <a:lnTo>
                    <a:pt x="23940" y="46353"/>
                  </a:lnTo>
                  <a:lnTo>
                    <a:pt x="24370" y="46473"/>
                  </a:lnTo>
                  <a:lnTo>
                    <a:pt x="24791" y="46981"/>
                  </a:lnTo>
                  <a:lnTo>
                    <a:pt x="26425" y="49535"/>
                  </a:lnTo>
                  <a:lnTo>
                    <a:pt x="27663" y="50058"/>
                  </a:lnTo>
                  <a:lnTo>
                    <a:pt x="30154" y="50757"/>
                  </a:lnTo>
                  <a:lnTo>
                    <a:pt x="32811" y="51503"/>
                  </a:lnTo>
                  <a:lnTo>
                    <a:pt x="35114" y="52149"/>
                  </a:lnTo>
                  <a:lnTo>
                    <a:pt x="37067" y="51547"/>
                  </a:lnTo>
                  <a:lnTo>
                    <a:pt x="38687" y="51048"/>
                  </a:lnTo>
                  <a:lnTo>
                    <a:pt x="39125" y="51136"/>
                  </a:lnTo>
                  <a:lnTo>
                    <a:pt x="39615" y="52716"/>
                  </a:lnTo>
                  <a:lnTo>
                    <a:pt x="40590" y="56649"/>
                  </a:lnTo>
                  <a:lnTo>
                    <a:pt x="41510" y="60359"/>
                  </a:lnTo>
                  <a:lnTo>
                    <a:pt x="43124" y="60559"/>
                  </a:lnTo>
                  <a:lnTo>
                    <a:pt x="44159" y="59163"/>
                  </a:lnTo>
                  <a:lnTo>
                    <a:pt x="45297" y="57199"/>
                  </a:lnTo>
                  <a:lnTo>
                    <a:pt x="45991" y="55678"/>
                  </a:lnTo>
                  <a:lnTo>
                    <a:pt x="46795" y="49643"/>
                  </a:lnTo>
                  <a:lnTo>
                    <a:pt x="47316" y="45736"/>
                  </a:lnTo>
                  <a:lnTo>
                    <a:pt x="48509" y="41348"/>
                  </a:lnTo>
                  <a:lnTo>
                    <a:pt x="49510" y="37676"/>
                  </a:lnTo>
                  <a:lnTo>
                    <a:pt x="50834" y="32808"/>
                  </a:lnTo>
                  <a:lnTo>
                    <a:pt x="51566" y="30116"/>
                  </a:lnTo>
                  <a:lnTo>
                    <a:pt x="53013" y="24797"/>
                  </a:lnTo>
                  <a:lnTo>
                    <a:pt x="54394" y="22725"/>
                  </a:lnTo>
                  <a:lnTo>
                    <a:pt x="57058" y="18726"/>
                  </a:lnTo>
                  <a:lnTo>
                    <a:pt x="59672" y="14801"/>
                  </a:lnTo>
                  <a:lnTo>
                    <a:pt x="61375" y="12243"/>
                  </a:lnTo>
                  <a:lnTo>
                    <a:pt x="62821" y="11075"/>
                  </a:lnTo>
                  <a:lnTo>
                    <a:pt x="65250" y="10070"/>
                  </a:lnTo>
                  <a:lnTo>
                    <a:pt x="68105" y="8889"/>
                  </a:lnTo>
                  <a:lnTo>
                    <a:pt x="70959" y="7709"/>
                  </a:lnTo>
                  <a:lnTo>
                    <a:pt x="74000" y="6452"/>
                  </a:lnTo>
                  <a:lnTo>
                    <a:pt x="77393" y="5048"/>
                  </a:lnTo>
                  <a:lnTo>
                    <a:pt x="79718" y="4086"/>
                  </a:lnTo>
                  <a:lnTo>
                    <a:pt x="82683" y="2859"/>
                  </a:lnTo>
                  <a:lnTo>
                    <a:pt x="85149" y="1839"/>
                  </a:lnTo>
                  <a:lnTo>
                    <a:pt x="87341" y="933"/>
                  </a:lnTo>
                  <a:lnTo>
                    <a:pt x="89597" y="0"/>
                  </a:lnTo>
                  <a:lnTo>
                    <a:pt x="90022" y="2950"/>
                  </a:lnTo>
                  <a:lnTo>
                    <a:pt x="90449" y="5902"/>
                  </a:lnTo>
                  <a:lnTo>
                    <a:pt x="90874" y="8854"/>
                  </a:lnTo>
                  <a:lnTo>
                    <a:pt x="91299" y="11806"/>
                  </a:lnTo>
                  <a:lnTo>
                    <a:pt x="91726" y="14758"/>
                  </a:lnTo>
                  <a:lnTo>
                    <a:pt x="92151" y="17709"/>
                  </a:lnTo>
                  <a:lnTo>
                    <a:pt x="92576" y="20661"/>
                  </a:lnTo>
                  <a:lnTo>
                    <a:pt x="93001" y="23611"/>
                  </a:lnTo>
                  <a:lnTo>
                    <a:pt x="93428" y="26563"/>
                  </a:lnTo>
                  <a:lnTo>
                    <a:pt x="93853" y="29514"/>
                  </a:lnTo>
                  <a:lnTo>
                    <a:pt x="94278" y="32466"/>
                  </a:lnTo>
                  <a:lnTo>
                    <a:pt x="94704" y="35418"/>
                  </a:lnTo>
                  <a:lnTo>
                    <a:pt x="95130" y="38370"/>
                  </a:lnTo>
                  <a:lnTo>
                    <a:pt x="95555" y="41321"/>
                  </a:lnTo>
                  <a:lnTo>
                    <a:pt x="95981" y="44273"/>
                  </a:lnTo>
                  <a:lnTo>
                    <a:pt x="96407" y="47225"/>
                  </a:lnTo>
                  <a:lnTo>
                    <a:pt x="96822" y="50107"/>
                  </a:lnTo>
                  <a:lnTo>
                    <a:pt x="97509" y="51067"/>
                  </a:lnTo>
                  <a:lnTo>
                    <a:pt x="97916" y="53792"/>
                  </a:lnTo>
                  <a:lnTo>
                    <a:pt x="98500" y="57688"/>
                  </a:lnTo>
                  <a:lnTo>
                    <a:pt x="99083" y="61582"/>
                  </a:lnTo>
                  <a:lnTo>
                    <a:pt x="99666" y="654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g1623"/>
            <p:cNvSpPr/>
            <p:nvPr/>
          </p:nvSpPr>
          <p:spPr>
            <a:xfrm>
              <a:off x="3184221" y="5017675"/>
              <a:ext cx="2861" cy="4103"/>
            </a:xfrm>
            <a:custGeom>
              <a:avLst/>
              <a:pathLst>
                <a:path w="2861" h="4103">
                  <a:moveTo>
                    <a:pt x="2565" y="3552"/>
                  </a:moveTo>
                  <a:lnTo>
                    <a:pt x="2152" y="4103"/>
                  </a:lnTo>
                  <a:lnTo>
                    <a:pt x="209" y="3618"/>
                  </a:lnTo>
                  <a:lnTo>
                    <a:pt x="0" y="2481"/>
                  </a:lnTo>
                  <a:lnTo>
                    <a:pt x="573" y="735"/>
                  </a:lnTo>
                  <a:lnTo>
                    <a:pt x="911" y="0"/>
                  </a:lnTo>
                  <a:lnTo>
                    <a:pt x="1918" y="398"/>
                  </a:lnTo>
                  <a:lnTo>
                    <a:pt x="2718" y="1815"/>
                  </a:lnTo>
                  <a:lnTo>
                    <a:pt x="2861" y="22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g1624"/>
            <p:cNvSpPr/>
            <p:nvPr/>
          </p:nvSpPr>
          <p:spPr>
            <a:xfrm>
              <a:off x="2980964" y="4288472"/>
              <a:ext cx="158034" cy="373483"/>
            </a:xfrm>
            <a:custGeom>
              <a:avLst/>
              <a:pathLst>
                <a:path w="158034" h="373483">
                  <a:moveTo>
                    <a:pt x="142670" y="7557"/>
                  </a:moveTo>
                  <a:lnTo>
                    <a:pt x="142720" y="9112"/>
                  </a:lnTo>
                  <a:lnTo>
                    <a:pt x="142788" y="9819"/>
                  </a:lnTo>
                  <a:lnTo>
                    <a:pt x="143248" y="13926"/>
                  </a:lnTo>
                  <a:lnTo>
                    <a:pt x="143933" y="20058"/>
                  </a:lnTo>
                  <a:lnTo>
                    <a:pt x="144389" y="25719"/>
                  </a:lnTo>
                  <a:lnTo>
                    <a:pt x="145014" y="33485"/>
                  </a:lnTo>
                  <a:lnTo>
                    <a:pt x="144994" y="37807"/>
                  </a:lnTo>
                  <a:lnTo>
                    <a:pt x="145147" y="39478"/>
                  </a:lnTo>
                  <a:lnTo>
                    <a:pt x="145709" y="41564"/>
                  </a:lnTo>
                  <a:lnTo>
                    <a:pt x="146397" y="45148"/>
                  </a:lnTo>
                  <a:lnTo>
                    <a:pt x="146631" y="47183"/>
                  </a:lnTo>
                  <a:lnTo>
                    <a:pt x="146862" y="48703"/>
                  </a:lnTo>
                  <a:lnTo>
                    <a:pt x="147589" y="51589"/>
                  </a:lnTo>
                  <a:lnTo>
                    <a:pt x="148153" y="55964"/>
                  </a:lnTo>
                  <a:lnTo>
                    <a:pt x="148631" y="61755"/>
                  </a:lnTo>
                  <a:lnTo>
                    <a:pt x="149040" y="64534"/>
                  </a:lnTo>
                  <a:lnTo>
                    <a:pt x="149194" y="65899"/>
                  </a:lnTo>
                  <a:lnTo>
                    <a:pt x="149379" y="68386"/>
                  </a:lnTo>
                  <a:lnTo>
                    <a:pt x="149354" y="73636"/>
                  </a:lnTo>
                  <a:lnTo>
                    <a:pt x="149365" y="79716"/>
                  </a:lnTo>
                  <a:lnTo>
                    <a:pt x="149378" y="86505"/>
                  </a:lnTo>
                  <a:lnTo>
                    <a:pt x="149391" y="92109"/>
                  </a:lnTo>
                  <a:lnTo>
                    <a:pt x="149317" y="94946"/>
                  </a:lnTo>
                  <a:lnTo>
                    <a:pt x="149367" y="102997"/>
                  </a:lnTo>
                  <a:lnTo>
                    <a:pt x="148749" y="107193"/>
                  </a:lnTo>
                  <a:lnTo>
                    <a:pt x="148826" y="110485"/>
                  </a:lnTo>
                  <a:lnTo>
                    <a:pt x="149018" y="112621"/>
                  </a:lnTo>
                  <a:lnTo>
                    <a:pt x="148763" y="112950"/>
                  </a:lnTo>
                  <a:lnTo>
                    <a:pt x="148280" y="113330"/>
                  </a:lnTo>
                  <a:lnTo>
                    <a:pt x="146059" y="109951"/>
                  </a:lnTo>
                  <a:lnTo>
                    <a:pt x="143893" y="106385"/>
                  </a:lnTo>
                  <a:lnTo>
                    <a:pt x="143580" y="106278"/>
                  </a:lnTo>
                  <a:lnTo>
                    <a:pt x="143124" y="106650"/>
                  </a:lnTo>
                  <a:lnTo>
                    <a:pt x="141895" y="109244"/>
                  </a:lnTo>
                  <a:lnTo>
                    <a:pt x="140749" y="113302"/>
                  </a:lnTo>
                  <a:lnTo>
                    <a:pt x="140222" y="116761"/>
                  </a:lnTo>
                  <a:lnTo>
                    <a:pt x="139375" y="120337"/>
                  </a:lnTo>
                  <a:lnTo>
                    <a:pt x="138011" y="126091"/>
                  </a:lnTo>
                  <a:lnTo>
                    <a:pt x="137874" y="127332"/>
                  </a:lnTo>
                  <a:lnTo>
                    <a:pt x="137859" y="132006"/>
                  </a:lnTo>
                  <a:lnTo>
                    <a:pt x="137925" y="136456"/>
                  </a:lnTo>
                  <a:lnTo>
                    <a:pt x="138044" y="137077"/>
                  </a:lnTo>
                  <a:lnTo>
                    <a:pt x="138780" y="137287"/>
                  </a:lnTo>
                  <a:lnTo>
                    <a:pt x="139307" y="140935"/>
                  </a:lnTo>
                  <a:lnTo>
                    <a:pt x="140511" y="146740"/>
                  </a:lnTo>
                  <a:lnTo>
                    <a:pt x="142536" y="150466"/>
                  </a:lnTo>
                  <a:lnTo>
                    <a:pt x="144416" y="152154"/>
                  </a:lnTo>
                  <a:lnTo>
                    <a:pt x="147041" y="152581"/>
                  </a:lnTo>
                  <a:lnTo>
                    <a:pt x="149116" y="152460"/>
                  </a:lnTo>
                  <a:lnTo>
                    <a:pt x="148997" y="148553"/>
                  </a:lnTo>
                  <a:lnTo>
                    <a:pt x="149200" y="142259"/>
                  </a:lnTo>
                  <a:lnTo>
                    <a:pt x="149465" y="138029"/>
                  </a:lnTo>
                  <a:lnTo>
                    <a:pt x="149754" y="137841"/>
                  </a:lnTo>
                  <a:lnTo>
                    <a:pt x="150300" y="138245"/>
                  </a:lnTo>
                  <a:lnTo>
                    <a:pt x="150601" y="138678"/>
                  </a:lnTo>
                  <a:lnTo>
                    <a:pt x="151434" y="138502"/>
                  </a:lnTo>
                  <a:lnTo>
                    <a:pt x="152914" y="139333"/>
                  </a:lnTo>
                  <a:lnTo>
                    <a:pt x="154108" y="139241"/>
                  </a:lnTo>
                  <a:lnTo>
                    <a:pt x="155176" y="139160"/>
                  </a:lnTo>
                  <a:lnTo>
                    <a:pt x="156981" y="139019"/>
                  </a:lnTo>
                  <a:lnTo>
                    <a:pt x="158034" y="138969"/>
                  </a:lnTo>
                  <a:lnTo>
                    <a:pt x="157679" y="145791"/>
                  </a:lnTo>
                  <a:lnTo>
                    <a:pt x="156301" y="156471"/>
                  </a:lnTo>
                  <a:lnTo>
                    <a:pt x="155832" y="161368"/>
                  </a:lnTo>
                  <a:lnTo>
                    <a:pt x="154657" y="178872"/>
                  </a:lnTo>
                  <a:lnTo>
                    <a:pt x="153122" y="187694"/>
                  </a:lnTo>
                  <a:lnTo>
                    <a:pt x="152263" y="191335"/>
                  </a:lnTo>
                  <a:lnTo>
                    <a:pt x="149777" y="197779"/>
                  </a:lnTo>
                  <a:lnTo>
                    <a:pt x="149086" y="199086"/>
                  </a:lnTo>
                  <a:lnTo>
                    <a:pt x="148472" y="199923"/>
                  </a:lnTo>
                  <a:lnTo>
                    <a:pt x="147383" y="200662"/>
                  </a:lnTo>
                  <a:lnTo>
                    <a:pt x="143124" y="213693"/>
                  </a:lnTo>
                  <a:lnTo>
                    <a:pt x="141535" y="219978"/>
                  </a:lnTo>
                  <a:lnTo>
                    <a:pt x="140126" y="229140"/>
                  </a:lnTo>
                  <a:lnTo>
                    <a:pt x="138725" y="234170"/>
                  </a:lnTo>
                  <a:lnTo>
                    <a:pt x="136668" y="244899"/>
                  </a:lnTo>
                  <a:lnTo>
                    <a:pt x="134828" y="253183"/>
                  </a:lnTo>
                  <a:lnTo>
                    <a:pt x="133063" y="260735"/>
                  </a:lnTo>
                  <a:lnTo>
                    <a:pt x="130011" y="271135"/>
                  </a:lnTo>
                  <a:lnTo>
                    <a:pt x="128656" y="274142"/>
                  </a:lnTo>
                  <a:lnTo>
                    <a:pt x="127742" y="275518"/>
                  </a:lnTo>
                  <a:lnTo>
                    <a:pt x="125317" y="281555"/>
                  </a:lnTo>
                  <a:lnTo>
                    <a:pt x="121903" y="291260"/>
                  </a:lnTo>
                  <a:lnTo>
                    <a:pt x="119290" y="299862"/>
                  </a:lnTo>
                  <a:lnTo>
                    <a:pt x="115381" y="309624"/>
                  </a:lnTo>
                  <a:lnTo>
                    <a:pt x="113119" y="313898"/>
                  </a:lnTo>
                  <a:lnTo>
                    <a:pt x="109721" y="322309"/>
                  </a:lnTo>
                  <a:lnTo>
                    <a:pt x="108774" y="323553"/>
                  </a:lnTo>
                  <a:lnTo>
                    <a:pt x="104944" y="331370"/>
                  </a:lnTo>
                  <a:lnTo>
                    <a:pt x="102192" y="336117"/>
                  </a:lnTo>
                  <a:lnTo>
                    <a:pt x="97733" y="341620"/>
                  </a:lnTo>
                  <a:lnTo>
                    <a:pt x="95962" y="343161"/>
                  </a:lnTo>
                  <a:lnTo>
                    <a:pt x="91733" y="341735"/>
                  </a:lnTo>
                  <a:lnTo>
                    <a:pt x="89967" y="342497"/>
                  </a:lnTo>
                  <a:lnTo>
                    <a:pt x="88492" y="345821"/>
                  </a:lnTo>
                  <a:lnTo>
                    <a:pt x="88355" y="350594"/>
                  </a:lnTo>
                  <a:lnTo>
                    <a:pt x="87740" y="351310"/>
                  </a:lnTo>
                  <a:lnTo>
                    <a:pt x="86808" y="351096"/>
                  </a:lnTo>
                  <a:lnTo>
                    <a:pt x="83852" y="349105"/>
                  </a:lnTo>
                  <a:lnTo>
                    <a:pt x="82248" y="349486"/>
                  </a:lnTo>
                  <a:lnTo>
                    <a:pt x="81312" y="352031"/>
                  </a:lnTo>
                  <a:lnTo>
                    <a:pt x="80558" y="355257"/>
                  </a:lnTo>
                  <a:lnTo>
                    <a:pt x="78331" y="355422"/>
                  </a:lnTo>
                  <a:lnTo>
                    <a:pt x="74366" y="352083"/>
                  </a:lnTo>
                  <a:lnTo>
                    <a:pt x="69701" y="350052"/>
                  </a:lnTo>
                  <a:lnTo>
                    <a:pt x="68622" y="349827"/>
                  </a:lnTo>
                  <a:lnTo>
                    <a:pt x="66361" y="352303"/>
                  </a:lnTo>
                  <a:lnTo>
                    <a:pt x="65571" y="352663"/>
                  </a:lnTo>
                  <a:lnTo>
                    <a:pt x="62277" y="352132"/>
                  </a:lnTo>
                  <a:lnTo>
                    <a:pt x="60450" y="350568"/>
                  </a:lnTo>
                  <a:lnTo>
                    <a:pt x="58703" y="350563"/>
                  </a:lnTo>
                  <a:lnTo>
                    <a:pt x="57363" y="351855"/>
                  </a:lnTo>
                  <a:lnTo>
                    <a:pt x="55739" y="352308"/>
                  </a:lnTo>
                  <a:lnTo>
                    <a:pt x="51350" y="361277"/>
                  </a:lnTo>
                  <a:lnTo>
                    <a:pt x="49084" y="361288"/>
                  </a:lnTo>
                  <a:lnTo>
                    <a:pt x="47128" y="362327"/>
                  </a:lnTo>
                  <a:lnTo>
                    <a:pt x="46158" y="362293"/>
                  </a:lnTo>
                  <a:lnTo>
                    <a:pt x="44343" y="361040"/>
                  </a:lnTo>
                  <a:lnTo>
                    <a:pt x="43668" y="361124"/>
                  </a:lnTo>
                  <a:lnTo>
                    <a:pt x="42635" y="361687"/>
                  </a:lnTo>
                  <a:lnTo>
                    <a:pt x="41600" y="363265"/>
                  </a:lnTo>
                  <a:lnTo>
                    <a:pt x="39246" y="363949"/>
                  </a:lnTo>
                  <a:lnTo>
                    <a:pt x="38330" y="365294"/>
                  </a:lnTo>
                  <a:lnTo>
                    <a:pt x="34350" y="373483"/>
                  </a:lnTo>
                  <a:lnTo>
                    <a:pt x="33443" y="373157"/>
                  </a:lnTo>
                  <a:lnTo>
                    <a:pt x="32709" y="372623"/>
                  </a:lnTo>
                  <a:lnTo>
                    <a:pt x="30642" y="372525"/>
                  </a:lnTo>
                  <a:lnTo>
                    <a:pt x="28302" y="368162"/>
                  </a:lnTo>
                  <a:lnTo>
                    <a:pt x="27405" y="368439"/>
                  </a:lnTo>
                  <a:lnTo>
                    <a:pt x="27645" y="367132"/>
                  </a:lnTo>
                  <a:lnTo>
                    <a:pt x="27718" y="364815"/>
                  </a:lnTo>
                  <a:lnTo>
                    <a:pt x="27224" y="363179"/>
                  </a:lnTo>
                  <a:lnTo>
                    <a:pt x="26890" y="362449"/>
                  </a:lnTo>
                  <a:lnTo>
                    <a:pt x="25971" y="362584"/>
                  </a:lnTo>
                  <a:lnTo>
                    <a:pt x="25483" y="360610"/>
                  </a:lnTo>
                  <a:lnTo>
                    <a:pt x="24078" y="360423"/>
                  </a:lnTo>
                  <a:lnTo>
                    <a:pt x="23591" y="360922"/>
                  </a:lnTo>
                  <a:lnTo>
                    <a:pt x="22916" y="361023"/>
                  </a:lnTo>
                  <a:lnTo>
                    <a:pt x="22856" y="359026"/>
                  </a:lnTo>
                  <a:lnTo>
                    <a:pt x="22910" y="357768"/>
                  </a:lnTo>
                  <a:lnTo>
                    <a:pt x="22869" y="355835"/>
                  </a:lnTo>
                  <a:lnTo>
                    <a:pt x="22700" y="353463"/>
                  </a:lnTo>
                  <a:lnTo>
                    <a:pt x="22155" y="352707"/>
                  </a:lnTo>
                  <a:lnTo>
                    <a:pt x="21737" y="352389"/>
                  </a:lnTo>
                  <a:lnTo>
                    <a:pt x="20742" y="352551"/>
                  </a:lnTo>
                  <a:lnTo>
                    <a:pt x="20057" y="352805"/>
                  </a:lnTo>
                  <a:lnTo>
                    <a:pt x="19735" y="353494"/>
                  </a:lnTo>
                  <a:lnTo>
                    <a:pt x="19367" y="355231"/>
                  </a:lnTo>
                  <a:lnTo>
                    <a:pt x="19362" y="360515"/>
                  </a:lnTo>
                  <a:lnTo>
                    <a:pt x="18869" y="359000"/>
                  </a:lnTo>
                  <a:lnTo>
                    <a:pt x="18309" y="355835"/>
                  </a:lnTo>
                  <a:lnTo>
                    <a:pt x="18129" y="352458"/>
                  </a:lnTo>
                  <a:lnTo>
                    <a:pt x="18331" y="348465"/>
                  </a:lnTo>
                  <a:lnTo>
                    <a:pt x="19395" y="346950"/>
                  </a:lnTo>
                  <a:lnTo>
                    <a:pt x="19312" y="344252"/>
                  </a:lnTo>
                  <a:lnTo>
                    <a:pt x="19087" y="341911"/>
                  </a:lnTo>
                  <a:lnTo>
                    <a:pt x="17899" y="335918"/>
                  </a:lnTo>
                  <a:lnTo>
                    <a:pt x="17436" y="333177"/>
                  </a:lnTo>
                  <a:lnTo>
                    <a:pt x="16427" y="331318"/>
                  </a:lnTo>
                  <a:lnTo>
                    <a:pt x="15643" y="326843"/>
                  </a:lnTo>
                  <a:lnTo>
                    <a:pt x="14853" y="325218"/>
                  </a:lnTo>
                  <a:lnTo>
                    <a:pt x="14524" y="322087"/>
                  </a:lnTo>
                  <a:lnTo>
                    <a:pt x="13753" y="319579"/>
                  </a:lnTo>
                  <a:lnTo>
                    <a:pt x="13492" y="315617"/>
                  </a:lnTo>
                  <a:lnTo>
                    <a:pt x="13918" y="313343"/>
                  </a:lnTo>
                  <a:lnTo>
                    <a:pt x="14590" y="312106"/>
                  </a:lnTo>
                  <a:lnTo>
                    <a:pt x="15275" y="314071"/>
                  </a:lnTo>
                  <a:lnTo>
                    <a:pt x="16126" y="313303"/>
                  </a:lnTo>
                  <a:lnTo>
                    <a:pt x="17336" y="310438"/>
                  </a:lnTo>
                  <a:lnTo>
                    <a:pt x="18051" y="306089"/>
                  </a:lnTo>
                  <a:lnTo>
                    <a:pt x="18096" y="299132"/>
                  </a:lnTo>
                  <a:lnTo>
                    <a:pt x="17912" y="294786"/>
                  </a:lnTo>
                  <a:lnTo>
                    <a:pt x="16951" y="283558"/>
                  </a:lnTo>
                  <a:lnTo>
                    <a:pt x="16498" y="280978"/>
                  </a:lnTo>
                  <a:lnTo>
                    <a:pt x="14334" y="272941"/>
                  </a:lnTo>
                  <a:lnTo>
                    <a:pt x="11823" y="262181"/>
                  </a:lnTo>
                  <a:lnTo>
                    <a:pt x="8647" y="245213"/>
                  </a:lnTo>
                  <a:lnTo>
                    <a:pt x="7128" y="235018"/>
                  </a:lnTo>
                  <a:lnTo>
                    <a:pt x="4830" y="214441"/>
                  </a:lnTo>
                  <a:lnTo>
                    <a:pt x="2806" y="202797"/>
                  </a:lnTo>
                  <a:lnTo>
                    <a:pt x="319" y="191927"/>
                  </a:lnTo>
                  <a:lnTo>
                    <a:pt x="0" y="191220"/>
                  </a:lnTo>
                  <a:lnTo>
                    <a:pt x="380" y="189898"/>
                  </a:lnTo>
                  <a:lnTo>
                    <a:pt x="1717" y="187388"/>
                  </a:lnTo>
                  <a:lnTo>
                    <a:pt x="2325" y="186710"/>
                  </a:lnTo>
                  <a:lnTo>
                    <a:pt x="2648" y="187021"/>
                  </a:lnTo>
                  <a:lnTo>
                    <a:pt x="2962" y="186332"/>
                  </a:lnTo>
                  <a:lnTo>
                    <a:pt x="3268" y="184635"/>
                  </a:lnTo>
                  <a:lnTo>
                    <a:pt x="3335" y="183042"/>
                  </a:lnTo>
                  <a:lnTo>
                    <a:pt x="3485" y="180788"/>
                  </a:lnTo>
                  <a:lnTo>
                    <a:pt x="3784" y="179441"/>
                  </a:lnTo>
                  <a:lnTo>
                    <a:pt x="4112" y="176751"/>
                  </a:lnTo>
                  <a:lnTo>
                    <a:pt x="4669" y="175029"/>
                  </a:lnTo>
                  <a:lnTo>
                    <a:pt x="5851" y="173889"/>
                  </a:lnTo>
                  <a:lnTo>
                    <a:pt x="6747" y="175401"/>
                  </a:lnTo>
                  <a:lnTo>
                    <a:pt x="7122" y="176887"/>
                  </a:lnTo>
                  <a:lnTo>
                    <a:pt x="7277" y="178846"/>
                  </a:lnTo>
                  <a:lnTo>
                    <a:pt x="7674" y="179793"/>
                  </a:lnTo>
                  <a:lnTo>
                    <a:pt x="8310" y="179726"/>
                  </a:lnTo>
                  <a:lnTo>
                    <a:pt x="8759" y="180933"/>
                  </a:lnTo>
                  <a:lnTo>
                    <a:pt x="9019" y="183408"/>
                  </a:lnTo>
                  <a:lnTo>
                    <a:pt x="8966" y="185203"/>
                  </a:lnTo>
                  <a:lnTo>
                    <a:pt x="8604" y="186317"/>
                  </a:lnTo>
                  <a:lnTo>
                    <a:pt x="8655" y="187780"/>
                  </a:lnTo>
                  <a:lnTo>
                    <a:pt x="9117" y="189598"/>
                  </a:lnTo>
                  <a:lnTo>
                    <a:pt x="9307" y="191324"/>
                  </a:lnTo>
                  <a:lnTo>
                    <a:pt x="9617" y="193601"/>
                  </a:lnTo>
                  <a:lnTo>
                    <a:pt x="11240" y="194928"/>
                  </a:lnTo>
                  <a:lnTo>
                    <a:pt x="12033" y="195675"/>
                  </a:lnTo>
                  <a:lnTo>
                    <a:pt x="13401" y="195929"/>
                  </a:lnTo>
                  <a:lnTo>
                    <a:pt x="14694" y="196945"/>
                  </a:lnTo>
                  <a:lnTo>
                    <a:pt x="15912" y="198728"/>
                  </a:lnTo>
                  <a:lnTo>
                    <a:pt x="17912" y="199158"/>
                  </a:lnTo>
                  <a:lnTo>
                    <a:pt x="20696" y="198244"/>
                  </a:lnTo>
                  <a:lnTo>
                    <a:pt x="22988" y="198653"/>
                  </a:lnTo>
                  <a:lnTo>
                    <a:pt x="24788" y="200391"/>
                  </a:lnTo>
                  <a:lnTo>
                    <a:pt x="26093" y="200711"/>
                  </a:lnTo>
                  <a:lnTo>
                    <a:pt x="26901" y="199614"/>
                  </a:lnTo>
                  <a:lnTo>
                    <a:pt x="27251" y="198027"/>
                  </a:lnTo>
                  <a:lnTo>
                    <a:pt x="27143" y="195952"/>
                  </a:lnTo>
                  <a:lnTo>
                    <a:pt x="27544" y="194639"/>
                  </a:lnTo>
                  <a:lnTo>
                    <a:pt x="28453" y="194082"/>
                  </a:lnTo>
                  <a:lnTo>
                    <a:pt x="29180" y="192521"/>
                  </a:lnTo>
                  <a:lnTo>
                    <a:pt x="29728" y="189950"/>
                  </a:lnTo>
                  <a:lnTo>
                    <a:pt x="30993" y="187861"/>
                  </a:lnTo>
                  <a:lnTo>
                    <a:pt x="32977" y="186251"/>
                  </a:lnTo>
                  <a:lnTo>
                    <a:pt x="33964" y="186306"/>
                  </a:lnTo>
                  <a:lnTo>
                    <a:pt x="33964" y="182142"/>
                  </a:lnTo>
                  <a:lnTo>
                    <a:pt x="33964" y="168998"/>
                  </a:lnTo>
                  <a:lnTo>
                    <a:pt x="33964" y="155853"/>
                  </a:lnTo>
                  <a:lnTo>
                    <a:pt x="33964" y="142712"/>
                  </a:lnTo>
                  <a:lnTo>
                    <a:pt x="33964" y="129568"/>
                  </a:lnTo>
                  <a:lnTo>
                    <a:pt x="33964" y="116424"/>
                  </a:lnTo>
                  <a:lnTo>
                    <a:pt x="33964" y="103283"/>
                  </a:lnTo>
                  <a:lnTo>
                    <a:pt x="33964" y="90138"/>
                  </a:lnTo>
                  <a:lnTo>
                    <a:pt x="33964" y="77727"/>
                  </a:lnTo>
                  <a:lnTo>
                    <a:pt x="34427" y="78622"/>
                  </a:lnTo>
                  <a:lnTo>
                    <a:pt x="37470" y="85207"/>
                  </a:lnTo>
                  <a:lnTo>
                    <a:pt x="38292" y="88670"/>
                  </a:lnTo>
                  <a:lnTo>
                    <a:pt x="38700" y="90863"/>
                  </a:lnTo>
                  <a:lnTo>
                    <a:pt x="40009" y="98839"/>
                  </a:lnTo>
                  <a:lnTo>
                    <a:pt x="40984" y="105989"/>
                  </a:lnTo>
                  <a:lnTo>
                    <a:pt x="41777" y="111380"/>
                  </a:lnTo>
                  <a:lnTo>
                    <a:pt x="41837" y="113844"/>
                  </a:lnTo>
                  <a:lnTo>
                    <a:pt x="41949" y="116254"/>
                  </a:lnTo>
                  <a:lnTo>
                    <a:pt x="42060" y="117437"/>
                  </a:lnTo>
                  <a:lnTo>
                    <a:pt x="41987" y="118747"/>
                  </a:lnTo>
                  <a:lnTo>
                    <a:pt x="41429" y="121679"/>
                  </a:lnTo>
                  <a:lnTo>
                    <a:pt x="40860" y="123924"/>
                  </a:lnTo>
                  <a:lnTo>
                    <a:pt x="40177" y="126988"/>
                  </a:lnTo>
                  <a:lnTo>
                    <a:pt x="40111" y="131037"/>
                  </a:lnTo>
                  <a:lnTo>
                    <a:pt x="40318" y="135804"/>
                  </a:lnTo>
                  <a:lnTo>
                    <a:pt x="40737" y="138176"/>
                  </a:lnTo>
                  <a:lnTo>
                    <a:pt x="41264" y="138955"/>
                  </a:lnTo>
                  <a:lnTo>
                    <a:pt x="42524" y="137772"/>
                  </a:lnTo>
                  <a:lnTo>
                    <a:pt x="43322" y="138136"/>
                  </a:lnTo>
                  <a:lnTo>
                    <a:pt x="44448" y="139042"/>
                  </a:lnTo>
                  <a:lnTo>
                    <a:pt x="48139" y="138482"/>
                  </a:lnTo>
                  <a:lnTo>
                    <a:pt x="48585" y="138773"/>
                  </a:lnTo>
                  <a:lnTo>
                    <a:pt x="49978" y="139114"/>
                  </a:lnTo>
                  <a:lnTo>
                    <a:pt x="50444" y="138721"/>
                  </a:lnTo>
                  <a:lnTo>
                    <a:pt x="50861" y="137714"/>
                  </a:lnTo>
                  <a:lnTo>
                    <a:pt x="51343" y="134855"/>
                  </a:lnTo>
                  <a:lnTo>
                    <a:pt x="51775" y="133917"/>
                  </a:lnTo>
                  <a:lnTo>
                    <a:pt x="52557" y="133432"/>
                  </a:lnTo>
                  <a:lnTo>
                    <a:pt x="53484" y="132661"/>
                  </a:lnTo>
                  <a:lnTo>
                    <a:pt x="54253" y="131017"/>
                  </a:lnTo>
                  <a:lnTo>
                    <a:pt x="55471" y="125364"/>
                  </a:lnTo>
                  <a:lnTo>
                    <a:pt x="57906" y="120345"/>
                  </a:lnTo>
                  <a:lnTo>
                    <a:pt x="58653" y="119145"/>
                  </a:lnTo>
                  <a:lnTo>
                    <a:pt x="59124" y="117795"/>
                  </a:lnTo>
                  <a:lnTo>
                    <a:pt x="59534" y="115977"/>
                  </a:lnTo>
                  <a:lnTo>
                    <a:pt x="60387" y="109657"/>
                  </a:lnTo>
                  <a:lnTo>
                    <a:pt x="61032" y="104391"/>
                  </a:lnTo>
                  <a:lnTo>
                    <a:pt x="61252" y="101909"/>
                  </a:lnTo>
                  <a:lnTo>
                    <a:pt x="61827" y="97855"/>
                  </a:lnTo>
                  <a:lnTo>
                    <a:pt x="62524" y="95266"/>
                  </a:lnTo>
                  <a:lnTo>
                    <a:pt x="63205" y="93901"/>
                  </a:lnTo>
                  <a:lnTo>
                    <a:pt x="63545" y="93552"/>
                  </a:lnTo>
                  <a:lnTo>
                    <a:pt x="64422" y="92854"/>
                  </a:lnTo>
                  <a:lnTo>
                    <a:pt x="65550" y="92202"/>
                  </a:lnTo>
                  <a:lnTo>
                    <a:pt x="66735" y="92935"/>
                  </a:lnTo>
                  <a:lnTo>
                    <a:pt x="68006" y="94502"/>
                  </a:lnTo>
                  <a:lnTo>
                    <a:pt x="69440" y="97148"/>
                  </a:lnTo>
                  <a:lnTo>
                    <a:pt x="70909" y="100417"/>
                  </a:lnTo>
                  <a:lnTo>
                    <a:pt x="71585" y="102079"/>
                  </a:lnTo>
                  <a:lnTo>
                    <a:pt x="72313" y="102824"/>
                  </a:lnTo>
                  <a:lnTo>
                    <a:pt x="73611" y="103084"/>
                  </a:lnTo>
                  <a:lnTo>
                    <a:pt x="74461" y="103026"/>
                  </a:lnTo>
                  <a:lnTo>
                    <a:pt x="75784" y="106275"/>
                  </a:lnTo>
                  <a:lnTo>
                    <a:pt x="76453" y="106480"/>
                  </a:lnTo>
                  <a:lnTo>
                    <a:pt x="77950" y="107464"/>
                  </a:lnTo>
                  <a:lnTo>
                    <a:pt x="79799" y="108477"/>
                  </a:lnTo>
                  <a:lnTo>
                    <a:pt x="80963" y="108361"/>
                  </a:lnTo>
                  <a:lnTo>
                    <a:pt x="82210" y="106604"/>
                  </a:lnTo>
                  <a:lnTo>
                    <a:pt x="83109" y="106529"/>
                  </a:lnTo>
                  <a:lnTo>
                    <a:pt x="84271" y="106670"/>
                  </a:lnTo>
                  <a:lnTo>
                    <a:pt x="85548" y="106189"/>
                  </a:lnTo>
                  <a:lnTo>
                    <a:pt x="86485" y="105435"/>
                  </a:lnTo>
                  <a:lnTo>
                    <a:pt x="87201" y="103909"/>
                  </a:lnTo>
                  <a:lnTo>
                    <a:pt x="87832" y="102238"/>
                  </a:lnTo>
                  <a:lnTo>
                    <a:pt x="88557" y="97263"/>
                  </a:lnTo>
                  <a:lnTo>
                    <a:pt x="88975" y="93258"/>
                  </a:lnTo>
                  <a:lnTo>
                    <a:pt x="89622" y="88652"/>
                  </a:lnTo>
                  <a:lnTo>
                    <a:pt x="90415" y="82411"/>
                  </a:lnTo>
                  <a:lnTo>
                    <a:pt x="90698" y="78059"/>
                  </a:lnTo>
                  <a:lnTo>
                    <a:pt x="90989" y="76862"/>
                  </a:lnTo>
                  <a:lnTo>
                    <a:pt x="92140" y="75531"/>
                  </a:lnTo>
                  <a:lnTo>
                    <a:pt x="93092" y="74617"/>
                  </a:lnTo>
                  <a:lnTo>
                    <a:pt x="95652" y="72905"/>
                  </a:lnTo>
                  <a:lnTo>
                    <a:pt x="96177" y="71994"/>
                  </a:lnTo>
                  <a:lnTo>
                    <a:pt x="96655" y="69942"/>
                  </a:lnTo>
                  <a:lnTo>
                    <a:pt x="97773" y="66462"/>
                  </a:lnTo>
                  <a:lnTo>
                    <a:pt x="99151" y="63556"/>
                  </a:lnTo>
                  <a:lnTo>
                    <a:pt x="99861" y="61891"/>
                  </a:lnTo>
                  <a:lnTo>
                    <a:pt x="101165" y="47786"/>
                  </a:lnTo>
                  <a:lnTo>
                    <a:pt x="101322" y="46046"/>
                  </a:lnTo>
                  <a:lnTo>
                    <a:pt x="102270" y="42303"/>
                  </a:lnTo>
                  <a:lnTo>
                    <a:pt x="102854" y="40722"/>
                  </a:lnTo>
                  <a:lnTo>
                    <a:pt x="103231" y="40693"/>
                  </a:lnTo>
                  <a:lnTo>
                    <a:pt x="103766" y="39706"/>
                  </a:lnTo>
                  <a:lnTo>
                    <a:pt x="104460" y="37761"/>
                  </a:lnTo>
                  <a:lnTo>
                    <a:pt x="105285" y="36561"/>
                  </a:lnTo>
                  <a:lnTo>
                    <a:pt x="106242" y="36110"/>
                  </a:lnTo>
                  <a:lnTo>
                    <a:pt x="106861" y="34818"/>
                  </a:lnTo>
                  <a:lnTo>
                    <a:pt x="107145" y="32691"/>
                  </a:lnTo>
                  <a:lnTo>
                    <a:pt x="107637" y="31658"/>
                  </a:lnTo>
                  <a:lnTo>
                    <a:pt x="108338" y="31716"/>
                  </a:lnTo>
                  <a:lnTo>
                    <a:pt x="108737" y="31040"/>
                  </a:lnTo>
                  <a:lnTo>
                    <a:pt x="108836" y="29626"/>
                  </a:lnTo>
                  <a:lnTo>
                    <a:pt x="109259" y="28417"/>
                  </a:lnTo>
                  <a:lnTo>
                    <a:pt x="110008" y="27410"/>
                  </a:lnTo>
                  <a:lnTo>
                    <a:pt x="110401" y="26218"/>
                  </a:lnTo>
                  <a:lnTo>
                    <a:pt x="110437" y="24842"/>
                  </a:lnTo>
                  <a:lnTo>
                    <a:pt x="111329" y="21495"/>
                  </a:lnTo>
                  <a:lnTo>
                    <a:pt x="113081" y="16174"/>
                  </a:lnTo>
                  <a:lnTo>
                    <a:pt x="114731" y="13210"/>
                  </a:lnTo>
                  <a:lnTo>
                    <a:pt x="116280" y="12607"/>
                  </a:lnTo>
                  <a:lnTo>
                    <a:pt x="117747" y="11499"/>
                  </a:lnTo>
                  <a:lnTo>
                    <a:pt x="119135" y="9886"/>
                  </a:lnTo>
                  <a:lnTo>
                    <a:pt x="120153" y="7352"/>
                  </a:lnTo>
                  <a:lnTo>
                    <a:pt x="120804" y="3904"/>
                  </a:lnTo>
                  <a:lnTo>
                    <a:pt x="121923" y="1979"/>
                  </a:lnTo>
                  <a:lnTo>
                    <a:pt x="124303" y="1373"/>
                  </a:lnTo>
                  <a:lnTo>
                    <a:pt x="127049" y="0"/>
                  </a:lnTo>
                  <a:lnTo>
                    <a:pt x="129349" y="1119"/>
                  </a:lnTo>
                  <a:lnTo>
                    <a:pt x="132119" y="4279"/>
                  </a:lnTo>
                  <a:lnTo>
                    <a:pt x="134712" y="5399"/>
                  </a:lnTo>
                  <a:lnTo>
                    <a:pt x="137129" y="4478"/>
                  </a:lnTo>
                  <a:lnTo>
                    <a:pt x="139095" y="4267"/>
                  </a:lnTo>
                  <a:lnTo>
                    <a:pt x="140608" y="4772"/>
                  </a:lnTo>
                  <a:lnTo>
                    <a:pt x="141798" y="586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g1625"/>
            <p:cNvSpPr/>
            <p:nvPr/>
          </p:nvSpPr>
          <p:spPr>
            <a:xfrm>
              <a:off x="3082909" y="4478633"/>
              <a:ext cx="22486" cy="60887"/>
            </a:xfrm>
            <a:custGeom>
              <a:avLst/>
              <a:pathLst>
                <a:path w="22486" h="60887">
                  <a:moveTo>
                    <a:pt x="16200" y="44920"/>
                  </a:moveTo>
                  <a:lnTo>
                    <a:pt x="17778" y="43045"/>
                  </a:lnTo>
                  <a:lnTo>
                    <a:pt x="18492" y="41890"/>
                  </a:lnTo>
                  <a:lnTo>
                    <a:pt x="19008" y="40950"/>
                  </a:lnTo>
                  <a:lnTo>
                    <a:pt x="19672" y="39516"/>
                  </a:lnTo>
                  <a:lnTo>
                    <a:pt x="19902" y="36033"/>
                  </a:lnTo>
                  <a:lnTo>
                    <a:pt x="20096" y="33072"/>
                  </a:lnTo>
                  <a:lnTo>
                    <a:pt x="20605" y="31615"/>
                  </a:lnTo>
                  <a:lnTo>
                    <a:pt x="21125" y="30645"/>
                  </a:lnTo>
                  <a:lnTo>
                    <a:pt x="21551" y="29110"/>
                  </a:lnTo>
                  <a:lnTo>
                    <a:pt x="22083" y="25419"/>
                  </a:lnTo>
                  <a:lnTo>
                    <a:pt x="22447" y="21806"/>
                  </a:lnTo>
                  <a:lnTo>
                    <a:pt x="22486" y="20329"/>
                  </a:lnTo>
                  <a:lnTo>
                    <a:pt x="22295" y="18814"/>
                  </a:lnTo>
                  <a:lnTo>
                    <a:pt x="21959" y="17195"/>
                  </a:lnTo>
                  <a:lnTo>
                    <a:pt x="21627" y="15014"/>
                  </a:lnTo>
                  <a:lnTo>
                    <a:pt x="21227" y="14673"/>
                  </a:lnTo>
                  <a:lnTo>
                    <a:pt x="20441" y="13449"/>
                  </a:lnTo>
                  <a:lnTo>
                    <a:pt x="19287" y="10991"/>
                  </a:lnTo>
                  <a:lnTo>
                    <a:pt x="18284" y="8856"/>
                  </a:lnTo>
                  <a:lnTo>
                    <a:pt x="17347" y="5742"/>
                  </a:lnTo>
                  <a:lnTo>
                    <a:pt x="16962" y="5234"/>
                  </a:lnTo>
                  <a:lnTo>
                    <a:pt x="16055" y="3130"/>
                  </a:lnTo>
                  <a:lnTo>
                    <a:pt x="15664" y="1921"/>
                  </a:lnTo>
                  <a:lnTo>
                    <a:pt x="15390" y="476"/>
                  </a:lnTo>
                  <a:lnTo>
                    <a:pt x="15132" y="0"/>
                  </a:lnTo>
                  <a:lnTo>
                    <a:pt x="14724" y="366"/>
                  </a:lnTo>
                  <a:lnTo>
                    <a:pt x="13652" y="1007"/>
                  </a:lnTo>
                  <a:lnTo>
                    <a:pt x="11352" y="3531"/>
                  </a:lnTo>
                  <a:lnTo>
                    <a:pt x="9927" y="5857"/>
                  </a:lnTo>
                  <a:lnTo>
                    <a:pt x="8730" y="8616"/>
                  </a:lnTo>
                  <a:lnTo>
                    <a:pt x="7485" y="9672"/>
                  </a:lnTo>
                  <a:lnTo>
                    <a:pt x="6573" y="10587"/>
                  </a:lnTo>
                  <a:lnTo>
                    <a:pt x="5851" y="13747"/>
                  </a:lnTo>
                  <a:lnTo>
                    <a:pt x="5176" y="16687"/>
                  </a:lnTo>
                  <a:lnTo>
                    <a:pt x="4570" y="19336"/>
                  </a:lnTo>
                  <a:lnTo>
                    <a:pt x="4222" y="20531"/>
                  </a:lnTo>
                  <a:lnTo>
                    <a:pt x="3905" y="21304"/>
                  </a:lnTo>
                  <a:lnTo>
                    <a:pt x="3587" y="22998"/>
                  </a:lnTo>
                  <a:lnTo>
                    <a:pt x="2932" y="25812"/>
                  </a:lnTo>
                  <a:lnTo>
                    <a:pt x="2333" y="27705"/>
                  </a:lnTo>
                  <a:lnTo>
                    <a:pt x="1496" y="28735"/>
                  </a:lnTo>
                  <a:lnTo>
                    <a:pt x="417" y="30068"/>
                  </a:lnTo>
                  <a:lnTo>
                    <a:pt x="49" y="30844"/>
                  </a:lnTo>
                  <a:lnTo>
                    <a:pt x="0" y="31981"/>
                  </a:lnTo>
                  <a:lnTo>
                    <a:pt x="384" y="34630"/>
                  </a:lnTo>
                  <a:lnTo>
                    <a:pt x="756" y="37187"/>
                  </a:lnTo>
                  <a:lnTo>
                    <a:pt x="1363" y="40174"/>
                  </a:lnTo>
                  <a:lnTo>
                    <a:pt x="1807" y="42361"/>
                  </a:lnTo>
                  <a:lnTo>
                    <a:pt x="2508" y="45030"/>
                  </a:lnTo>
                  <a:lnTo>
                    <a:pt x="2918" y="46594"/>
                  </a:lnTo>
                  <a:lnTo>
                    <a:pt x="2864" y="49217"/>
                  </a:lnTo>
                  <a:lnTo>
                    <a:pt x="3002" y="50158"/>
                  </a:lnTo>
                  <a:lnTo>
                    <a:pt x="3237" y="51243"/>
                  </a:lnTo>
                  <a:lnTo>
                    <a:pt x="3430" y="51520"/>
                  </a:lnTo>
                  <a:lnTo>
                    <a:pt x="3650" y="51910"/>
                  </a:lnTo>
                  <a:lnTo>
                    <a:pt x="4232" y="52663"/>
                  </a:lnTo>
                  <a:lnTo>
                    <a:pt x="4372" y="53165"/>
                  </a:lnTo>
                  <a:lnTo>
                    <a:pt x="4780" y="54059"/>
                  </a:lnTo>
                  <a:lnTo>
                    <a:pt x="5171" y="55690"/>
                  </a:lnTo>
                  <a:lnTo>
                    <a:pt x="5910" y="57932"/>
                  </a:lnTo>
                  <a:lnTo>
                    <a:pt x="6742" y="59637"/>
                  </a:lnTo>
                  <a:lnTo>
                    <a:pt x="8172" y="60341"/>
                  </a:lnTo>
                  <a:lnTo>
                    <a:pt x="9290" y="60887"/>
                  </a:lnTo>
                  <a:lnTo>
                    <a:pt x="9662" y="60555"/>
                  </a:lnTo>
                  <a:lnTo>
                    <a:pt x="10042" y="59181"/>
                  </a:lnTo>
                  <a:lnTo>
                    <a:pt x="10353" y="57424"/>
                  </a:lnTo>
                  <a:lnTo>
                    <a:pt x="10452" y="55202"/>
                  </a:lnTo>
                  <a:lnTo>
                    <a:pt x="10809" y="54019"/>
                  </a:lnTo>
                  <a:lnTo>
                    <a:pt x="12148" y="48363"/>
                  </a:lnTo>
                  <a:lnTo>
                    <a:pt x="12885" y="46268"/>
                  </a:lnTo>
                  <a:lnTo>
                    <a:pt x="13337" y="46118"/>
                  </a:lnTo>
                  <a:lnTo>
                    <a:pt x="13919" y="45717"/>
                  </a:lnTo>
                  <a:lnTo>
                    <a:pt x="14659" y="45544"/>
                  </a:lnTo>
                  <a:lnTo>
                    <a:pt x="15334" y="4564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g1626"/>
            <p:cNvSpPr/>
            <p:nvPr/>
          </p:nvSpPr>
          <p:spPr>
            <a:xfrm>
              <a:off x="3034140" y="3876185"/>
              <a:ext cx="112312" cy="290994"/>
            </a:xfrm>
            <a:custGeom>
              <a:avLst/>
              <a:pathLst>
                <a:path w="112312" h="290994">
                  <a:moveTo>
                    <a:pt x="105183" y="35865"/>
                  </a:moveTo>
                  <a:lnTo>
                    <a:pt x="105216" y="36650"/>
                  </a:lnTo>
                  <a:lnTo>
                    <a:pt x="105482" y="38133"/>
                  </a:lnTo>
                  <a:lnTo>
                    <a:pt x="105759" y="39201"/>
                  </a:lnTo>
                  <a:lnTo>
                    <a:pt x="105781" y="40777"/>
                  </a:lnTo>
                  <a:lnTo>
                    <a:pt x="105914" y="42231"/>
                  </a:lnTo>
                  <a:lnTo>
                    <a:pt x="106316" y="42592"/>
                  </a:lnTo>
                  <a:lnTo>
                    <a:pt x="106649" y="42684"/>
                  </a:lnTo>
                  <a:lnTo>
                    <a:pt x="106957" y="41634"/>
                  </a:lnTo>
                  <a:lnTo>
                    <a:pt x="107376" y="41660"/>
                  </a:lnTo>
                  <a:lnTo>
                    <a:pt x="107834" y="42329"/>
                  </a:lnTo>
                  <a:lnTo>
                    <a:pt x="107997" y="44009"/>
                  </a:lnTo>
                  <a:lnTo>
                    <a:pt x="108356" y="46271"/>
                  </a:lnTo>
                  <a:lnTo>
                    <a:pt x="108937" y="47815"/>
                  </a:lnTo>
                  <a:lnTo>
                    <a:pt x="109327" y="49304"/>
                  </a:lnTo>
                  <a:lnTo>
                    <a:pt x="109193" y="52016"/>
                  </a:lnTo>
                  <a:lnTo>
                    <a:pt x="108947" y="54498"/>
                  </a:lnTo>
                  <a:lnTo>
                    <a:pt x="109736" y="56948"/>
                  </a:lnTo>
                  <a:lnTo>
                    <a:pt x="110760" y="59277"/>
                  </a:lnTo>
                  <a:lnTo>
                    <a:pt x="111037" y="60310"/>
                  </a:lnTo>
                  <a:lnTo>
                    <a:pt x="111121" y="63764"/>
                  </a:lnTo>
                  <a:lnTo>
                    <a:pt x="111276" y="64938"/>
                  </a:lnTo>
                  <a:lnTo>
                    <a:pt x="111972" y="67812"/>
                  </a:lnTo>
                  <a:lnTo>
                    <a:pt x="112312" y="69720"/>
                  </a:lnTo>
                  <a:lnTo>
                    <a:pt x="112289" y="70825"/>
                  </a:lnTo>
                  <a:lnTo>
                    <a:pt x="110421" y="76515"/>
                  </a:lnTo>
                  <a:lnTo>
                    <a:pt x="109828" y="77067"/>
                  </a:lnTo>
                  <a:lnTo>
                    <a:pt x="109269" y="77390"/>
                  </a:lnTo>
                  <a:lnTo>
                    <a:pt x="108767" y="78561"/>
                  </a:lnTo>
                  <a:lnTo>
                    <a:pt x="108465" y="79773"/>
                  </a:lnTo>
                  <a:lnTo>
                    <a:pt x="108575" y="80414"/>
                  </a:lnTo>
                  <a:lnTo>
                    <a:pt x="108772" y="82367"/>
                  </a:lnTo>
                  <a:lnTo>
                    <a:pt x="109208" y="85441"/>
                  </a:lnTo>
                  <a:lnTo>
                    <a:pt x="109604" y="87590"/>
                  </a:lnTo>
                  <a:lnTo>
                    <a:pt x="109274" y="90286"/>
                  </a:lnTo>
                  <a:lnTo>
                    <a:pt x="108533" y="94859"/>
                  </a:lnTo>
                  <a:lnTo>
                    <a:pt x="108190" y="95266"/>
                  </a:lnTo>
                  <a:lnTo>
                    <a:pt x="108129" y="98729"/>
                  </a:lnTo>
                  <a:lnTo>
                    <a:pt x="108356" y="99993"/>
                  </a:lnTo>
                  <a:lnTo>
                    <a:pt x="108724" y="100983"/>
                  </a:lnTo>
                  <a:lnTo>
                    <a:pt x="108874" y="103337"/>
                  </a:lnTo>
                  <a:lnTo>
                    <a:pt x="108886" y="106564"/>
                  </a:lnTo>
                  <a:lnTo>
                    <a:pt x="108846" y="109169"/>
                  </a:lnTo>
                  <a:lnTo>
                    <a:pt x="108379" y="115801"/>
                  </a:lnTo>
                  <a:lnTo>
                    <a:pt x="109223" y="121583"/>
                  </a:lnTo>
                  <a:lnTo>
                    <a:pt x="109510" y="122215"/>
                  </a:lnTo>
                  <a:lnTo>
                    <a:pt x="110677" y="122256"/>
                  </a:lnTo>
                  <a:lnTo>
                    <a:pt x="110878" y="122749"/>
                  </a:lnTo>
                  <a:lnTo>
                    <a:pt x="110598" y="124394"/>
                  </a:lnTo>
                  <a:lnTo>
                    <a:pt x="110093" y="126079"/>
                  </a:lnTo>
                  <a:lnTo>
                    <a:pt x="109778" y="126948"/>
                  </a:lnTo>
                  <a:lnTo>
                    <a:pt x="108293" y="128919"/>
                  </a:lnTo>
                  <a:lnTo>
                    <a:pt x="106160" y="131103"/>
                  </a:lnTo>
                  <a:lnTo>
                    <a:pt x="105714" y="133198"/>
                  </a:lnTo>
                  <a:lnTo>
                    <a:pt x="105430" y="136243"/>
                  </a:lnTo>
                  <a:lnTo>
                    <a:pt x="105669" y="138026"/>
                  </a:lnTo>
                  <a:lnTo>
                    <a:pt x="105953" y="139056"/>
                  </a:lnTo>
                  <a:lnTo>
                    <a:pt x="105861" y="141711"/>
                  </a:lnTo>
                  <a:lnTo>
                    <a:pt x="105675" y="144513"/>
                  </a:lnTo>
                  <a:lnTo>
                    <a:pt x="105738" y="146717"/>
                  </a:lnTo>
                  <a:lnTo>
                    <a:pt x="105641" y="148671"/>
                  </a:lnTo>
                  <a:lnTo>
                    <a:pt x="105362" y="149629"/>
                  </a:lnTo>
                  <a:lnTo>
                    <a:pt x="104988" y="152572"/>
                  </a:lnTo>
                  <a:lnTo>
                    <a:pt x="104528" y="155527"/>
                  </a:lnTo>
                  <a:lnTo>
                    <a:pt x="104165" y="156878"/>
                  </a:lnTo>
                  <a:lnTo>
                    <a:pt x="103630" y="158283"/>
                  </a:lnTo>
                  <a:lnTo>
                    <a:pt x="102784" y="159469"/>
                  </a:lnTo>
                  <a:lnTo>
                    <a:pt x="102800" y="160058"/>
                  </a:lnTo>
                  <a:lnTo>
                    <a:pt x="103759" y="161423"/>
                  </a:lnTo>
                  <a:lnTo>
                    <a:pt x="104005" y="162366"/>
                  </a:lnTo>
                  <a:lnTo>
                    <a:pt x="104095" y="163010"/>
                  </a:lnTo>
                  <a:lnTo>
                    <a:pt x="103889" y="163636"/>
                  </a:lnTo>
                  <a:lnTo>
                    <a:pt x="103695" y="164510"/>
                  </a:lnTo>
                  <a:lnTo>
                    <a:pt x="104136" y="165414"/>
                  </a:lnTo>
                  <a:lnTo>
                    <a:pt x="104676" y="166175"/>
                  </a:lnTo>
                  <a:lnTo>
                    <a:pt x="105187" y="168141"/>
                  </a:lnTo>
                  <a:lnTo>
                    <a:pt x="105641" y="170888"/>
                  </a:lnTo>
                  <a:lnTo>
                    <a:pt x="105772" y="171849"/>
                  </a:lnTo>
                  <a:lnTo>
                    <a:pt x="105877" y="172227"/>
                  </a:lnTo>
                  <a:lnTo>
                    <a:pt x="106042" y="172273"/>
                  </a:lnTo>
                  <a:lnTo>
                    <a:pt x="106360" y="171869"/>
                  </a:lnTo>
                  <a:lnTo>
                    <a:pt x="106949" y="170365"/>
                  </a:lnTo>
                  <a:lnTo>
                    <a:pt x="107376" y="169826"/>
                  </a:lnTo>
                  <a:lnTo>
                    <a:pt x="107892" y="171967"/>
                  </a:lnTo>
                  <a:lnTo>
                    <a:pt x="105829" y="174082"/>
                  </a:lnTo>
                  <a:lnTo>
                    <a:pt x="104746" y="175190"/>
                  </a:lnTo>
                  <a:lnTo>
                    <a:pt x="101657" y="178356"/>
                  </a:lnTo>
                  <a:lnTo>
                    <a:pt x="98962" y="181117"/>
                  </a:lnTo>
                  <a:lnTo>
                    <a:pt x="98261" y="181642"/>
                  </a:lnTo>
                  <a:lnTo>
                    <a:pt x="96863" y="182993"/>
                  </a:lnTo>
                  <a:lnTo>
                    <a:pt x="96167" y="183818"/>
                  </a:lnTo>
                  <a:lnTo>
                    <a:pt x="93733" y="186231"/>
                  </a:lnTo>
                  <a:lnTo>
                    <a:pt x="92715" y="187431"/>
                  </a:lnTo>
                  <a:lnTo>
                    <a:pt x="91896" y="188626"/>
                  </a:lnTo>
                  <a:lnTo>
                    <a:pt x="89884" y="190415"/>
                  </a:lnTo>
                  <a:lnTo>
                    <a:pt x="87983" y="192097"/>
                  </a:lnTo>
                  <a:lnTo>
                    <a:pt x="85909" y="193831"/>
                  </a:lnTo>
                  <a:lnTo>
                    <a:pt x="83585" y="195776"/>
                  </a:lnTo>
                  <a:lnTo>
                    <a:pt x="82281" y="197176"/>
                  </a:lnTo>
                  <a:lnTo>
                    <a:pt x="81400" y="198388"/>
                  </a:lnTo>
                  <a:lnTo>
                    <a:pt x="79340" y="200835"/>
                  </a:lnTo>
                  <a:lnTo>
                    <a:pt x="79244" y="201432"/>
                  </a:lnTo>
                  <a:lnTo>
                    <a:pt x="79275" y="203097"/>
                  </a:lnTo>
                  <a:lnTo>
                    <a:pt x="79536" y="206534"/>
                  </a:lnTo>
                  <a:lnTo>
                    <a:pt x="80050" y="209656"/>
                  </a:lnTo>
                  <a:lnTo>
                    <a:pt x="80482" y="211454"/>
                  </a:lnTo>
                  <a:lnTo>
                    <a:pt x="80764" y="216068"/>
                  </a:lnTo>
                  <a:lnTo>
                    <a:pt x="80920" y="220123"/>
                  </a:lnTo>
                  <a:lnTo>
                    <a:pt x="79522" y="220134"/>
                  </a:lnTo>
                  <a:lnTo>
                    <a:pt x="77063" y="220151"/>
                  </a:lnTo>
                  <a:lnTo>
                    <a:pt x="74512" y="220169"/>
                  </a:lnTo>
                  <a:lnTo>
                    <a:pt x="72183" y="221710"/>
                  </a:lnTo>
                  <a:lnTo>
                    <a:pt x="70266" y="224064"/>
                  </a:lnTo>
                  <a:lnTo>
                    <a:pt x="67984" y="227749"/>
                  </a:lnTo>
                  <a:lnTo>
                    <a:pt x="67239" y="229195"/>
                  </a:lnTo>
                  <a:lnTo>
                    <a:pt x="66662" y="230309"/>
                  </a:lnTo>
                  <a:lnTo>
                    <a:pt x="66302" y="231737"/>
                  </a:lnTo>
                  <a:lnTo>
                    <a:pt x="66121" y="234874"/>
                  </a:lnTo>
                  <a:lnTo>
                    <a:pt x="66121" y="239716"/>
                  </a:lnTo>
                  <a:lnTo>
                    <a:pt x="65890" y="243202"/>
                  </a:lnTo>
                  <a:lnTo>
                    <a:pt x="65197" y="246388"/>
                  </a:lnTo>
                  <a:lnTo>
                    <a:pt x="61728" y="250255"/>
                  </a:lnTo>
                  <a:lnTo>
                    <a:pt x="59459" y="253414"/>
                  </a:lnTo>
                  <a:lnTo>
                    <a:pt x="57233" y="257151"/>
                  </a:lnTo>
                  <a:lnTo>
                    <a:pt x="55544" y="262002"/>
                  </a:lnTo>
                  <a:lnTo>
                    <a:pt x="54392" y="267964"/>
                  </a:lnTo>
                  <a:lnTo>
                    <a:pt x="52480" y="275345"/>
                  </a:lnTo>
                  <a:lnTo>
                    <a:pt x="50537" y="281740"/>
                  </a:lnTo>
                  <a:lnTo>
                    <a:pt x="48471" y="288538"/>
                  </a:lnTo>
                  <a:lnTo>
                    <a:pt x="46154" y="290994"/>
                  </a:lnTo>
                  <a:lnTo>
                    <a:pt x="44209" y="290434"/>
                  </a:lnTo>
                  <a:lnTo>
                    <a:pt x="41862" y="287678"/>
                  </a:lnTo>
                  <a:lnTo>
                    <a:pt x="39999" y="287159"/>
                  </a:lnTo>
                  <a:lnTo>
                    <a:pt x="38618" y="288876"/>
                  </a:lnTo>
                  <a:lnTo>
                    <a:pt x="37343" y="288348"/>
                  </a:lnTo>
                  <a:lnTo>
                    <a:pt x="36173" y="285578"/>
                  </a:lnTo>
                  <a:lnTo>
                    <a:pt x="35193" y="284571"/>
                  </a:lnTo>
                  <a:lnTo>
                    <a:pt x="34399" y="285321"/>
                  </a:lnTo>
                  <a:lnTo>
                    <a:pt x="33386" y="285191"/>
                  </a:lnTo>
                  <a:lnTo>
                    <a:pt x="31531" y="283667"/>
                  </a:lnTo>
                  <a:lnTo>
                    <a:pt x="29930" y="278964"/>
                  </a:lnTo>
                  <a:lnTo>
                    <a:pt x="29060" y="277019"/>
                  </a:lnTo>
                  <a:lnTo>
                    <a:pt x="28394" y="276277"/>
                  </a:lnTo>
                  <a:lnTo>
                    <a:pt x="26476" y="275518"/>
                  </a:lnTo>
                  <a:lnTo>
                    <a:pt x="22072" y="274433"/>
                  </a:lnTo>
                  <a:lnTo>
                    <a:pt x="21613" y="274684"/>
                  </a:lnTo>
                  <a:lnTo>
                    <a:pt x="19785" y="275611"/>
                  </a:lnTo>
                  <a:lnTo>
                    <a:pt x="17499" y="276771"/>
                  </a:lnTo>
                  <a:lnTo>
                    <a:pt x="15535" y="277931"/>
                  </a:lnTo>
                  <a:lnTo>
                    <a:pt x="13476" y="279149"/>
                  </a:lnTo>
                  <a:lnTo>
                    <a:pt x="11562" y="274237"/>
                  </a:lnTo>
                  <a:lnTo>
                    <a:pt x="9392" y="268662"/>
                  </a:lnTo>
                  <a:lnTo>
                    <a:pt x="7143" y="262444"/>
                  </a:lnTo>
                  <a:lnTo>
                    <a:pt x="5451" y="257567"/>
                  </a:lnTo>
                  <a:lnTo>
                    <a:pt x="4620" y="254756"/>
                  </a:lnTo>
                  <a:lnTo>
                    <a:pt x="3135" y="251045"/>
                  </a:lnTo>
                  <a:lnTo>
                    <a:pt x="2067" y="249230"/>
                  </a:lnTo>
                  <a:lnTo>
                    <a:pt x="1651" y="248315"/>
                  </a:lnTo>
                  <a:lnTo>
                    <a:pt x="589" y="238435"/>
                  </a:lnTo>
                  <a:lnTo>
                    <a:pt x="8" y="229357"/>
                  </a:lnTo>
                  <a:lnTo>
                    <a:pt x="8" y="222518"/>
                  </a:lnTo>
                  <a:lnTo>
                    <a:pt x="7" y="213035"/>
                  </a:lnTo>
                  <a:lnTo>
                    <a:pt x="6" y="203553"/>
                  </a:lnTo>
                  <a:lnTo>
                    <a:pt x="5" y="194071"/>
                  </a:lnTo>
                  <a:lnTo>
                    <a:pt x="4" y="184589"/>
                  </a:lnTo>
                  <a:lnTo>
                    <a:pt x="3" y="175106"/>
                  </a:lnTo>
                  <a:lnTo>
                    <a:pt x="1" y="165624"/>
                  </a:lnTo>
                  <a:lnTo>
                    <a:pt x="1" y="156139"/>
                  </a:lnTo>
                  <a:lnTo>
                    <a:pt x="0" y="146657"/>
                  </a:lnTo>
                  <a:lnTo>
                    <a:pt x="0" y="142051"/>
                  </a:lnTo>
                  <a:lnTo>
                    <a:pt x="2217" y="142051"/>
                  </a:lnTo>
                  <a:lnTo>
                    <a:pt x="4730" y="142051"/>
                  </a:lnTo>
                  <a:lnTo>
                    <a:pt x="7358" y="142051"/>
                  </a:lnTo>
                  <a:lnTo>
                    <a:pt x="10215" y="142051"/>
                  </a:lnTo>
                  <a:lnTo>
                    <a:pt x="13072" y="142051"/>
                  </a:lnTo>
                  <a:lnTo>
                    <a:pt x="15929" y="142051"/>
                  </a:lnTo>
                  <a:lnTo>
                    <a:pt x="17922" y="142051"/>
                  </a:lnTo>
                  <a:lnTo>
                    <a:pt x="18444" y="141971"/>
                  </a:lnTo>
                  <a:lnTo>
                    <a:pt x="19074" y="141682"/>
                  </a:lnTo>
                  <a:lnTo>
                    <a:pt x="19123" y="140750"/>
                  </a:lnTo>
                  <a:lnTo>
                    <a:pt x="18299" y="136084"/>
                  </a:lnTo>
                  <a:lnTo>
                    <a:pt x="18339" y="134436"/>
                  </a:lnTo>
                  <a:lnTo>
                    <a:pt x="18558" y="131271"/>
                  </a:lnTo>
                  <a:lnTo>
                    <a:pt x="18898" y="128541"/>
                  </a:lnTo>
                  <a:lnTo>
                    <a:pt x="19346" y="124948"/>
                  </a:lnTo>
                  <a:lnTo>
                    <a:pt x="19396" y="122836"/>
                  </a:lnTo>
                  <a:lnTo>
                    <a:pt x="19034" y="115954"/>
                  </a:lnTo>
                  <a:lnTo>
                    <a:pt x="19067" y="112116"/>
                  </a:lnTo>
                  <a:lnTo>
                    <a:pt x="19174" y="108128"/>
                  </a:lnTo>
                  <a:lnTo>
                    <a:pt x="19275" y="104347"/>
                  </a:lnTo>
                  <a:lnTo>
                    <a:pt x="19151" y="101713"/>
                  </a:lnTo>
                  <a:lnTo>
                    <a:pt x="19303" y="100276"/>
                  </a:lnTo>
                  <a:lnTo>
                    <a:pt x="19570" y="98221"/>
                  </a:lnTo>
                  <a:lnTo>
                    <a:pt x="19711" y="95901"/>
                  </a:lnTo>
                  <a:lnTo>
                    <a:pt x="19878" y="94903"/>
                  </a:lnTo>
                  <a:lnTo>
                    <a:pt x="19828" y="93979"/>
                  </a:lnTo>
                  <a:lnTo>
                    <a:pt x="19676" y="92251"/>
                  </a:lnTo>
                  <a:lnTo>
                    <a:pt x="19526" y="88384"/>
                  </a:lnTo>
                  <a:lnTo>
                    <a:pt x="19317" y="83008"/>
                  </a:lnTo>
                  <a:lnTo>
                    <a:pt x="19108" y="79136"/>
                  </a:lnTo>
                  <a:lnTo>
                    <a:pt x="19456" y="79352"/>
                  </a:lnTo>
                  <a:lnTo>
                    <a:pt x="20184" y="79718"/>
                  </a:lnTo>
                  <a:lnTo>
                    <a:pt x="20537" y="81614"/>
                  </a:lnTo>
                  <a:lnTo>
                    <a:pt x="20742" y="83692"/>
                  </a:lnTo>
                  <a:lnTo>
                    <a:pt x="21229" y="83810"/>
                  </a:lnTo>
                  <a:lnTo>
                    <a:pt x="22505" y="85045"/>
                  </a:lnTo>
                  <a:lnTo>
                    <a:pt x="22946" y="86762"/>
                  </a:lnTo>
                  <a:lnTo>
                    <a:pt x="23239" y="90465"/>
                  </a:lnTo>
                  <a:lnTo>
                    <a:pt x="23063" y="92360"/>
                  </a:lnTo>
                  <a:lnTo>
                    <a:pt x="22652" y="93896"/>
                  </a:lnTo>
                  <a:lnTo>
                    <a:pt x="23063" y="95249"/>
                  </a:lnTo>
                  <a:lnTo>
                    <a:pt x="23915" y="96152"/>
                  </a:lnTo>
                  <a:lnTo>
                    <a:pt x="24415" y="95881"/>
                  </a:lnTo>
                  <a:lnTo>
                    <a:pt x="25854" y="93353"/>
                  </a:lnTo>
                  <a:lnTo>
                    <a:pt x="26430" y="92906"/>
                  </a:lnTo>
                  <a:lnTo>
                    <a:pt x="27182" y="92415"/>
                  </a:lnTo>
                  <a:lnTo>
                    <a:pt x="27859" y="91763"/>
                  </a:lnTo>
                  <a:lnTo>
                    <a:pt x="29774" y="90609"/>
                  </a:lnTo>
                  <a:lnTo>
                    <a:pt x="30821" y="90104"/>
                  </a:lnTo>
                  <a:lnTo>
                    <a:pt x="31408" y="89201"/>
                  </a:lnTo>
                  <a:lnTo>
                    <a:pt x="31819" y="89201"/>
                  </a:lnTo>
                  <a:lnTo>
                    <a:pt x="32113" y="89925"/>
                  </a:lnTo>
                  <a:lnTo>
                    <a:pt x="31849" y="92542"/>
                  </a:lnTo>
                  <a:lnTo>
                    <a:pt x="31760" y="94891"/>
                  </a:lnTo>
                  <a:lnTo>
                    <a:pt x="32126" y="99280"/>
                  </a:lnTo>
                  <a:lnTo>
                    <a:pt x="32402" y="101335"/>
                  </a:lnTo>
                  <a:lnTo>
                    <a:pt x="33017" y="102827"/>
                  </a:lnTo>
                  <a:lnTo>
                    <a:pt x="33465" y="103603"/>
                  </a:lnTo>
                  <a:lnTo>
                    <a:pt x="33965" y="105187"/>
                  </a:lnTo>
                  <a:lnTo>
                    <a:pt x="34993" y="104913"/>
                  </a:lnTo>
                  <a:lnTo>
                    <a:pt x="37262" y="107158"/>
                  </a:lnTo>
                  <a:lnTo>
                    <a:pt x="37951" y="108197"/>
                  </a:lnTo>
                  <a:lnTo>
                    <a:pt x="38907" y="109227"/>
                  </a:lnTo>
                  <a:lnTo>
                    <a:pt x="39584" y="109614"/>
                  </a:lnTo>
                  <a:lnTo>
                    <a:pt x="41922" y="110402"/>
                  </a:lnTo>
                  <a:lnTo>
                    <a:pt x="42788" y="110933"/>
                  </a:lnTo>
                  <a:lnTo>
                    <a:pt x="44390" y="111648"/>
                  </a:lnTo>
                  <a:lnTo>
                    <a:pt x="45672" y="111764"/>
                  </a:lnTo>
                  <a:lnTo>
                    <a:pt x="46579" y="111446"/>
                  </a:lnTo>
                  <a:lnTo>
                    <a:pt x="47217" y="110806"/>
                  </a:lnTo>
                  <a:lnTo>
                    <a:pt x="47606" y="110090"/>
                  </a:lnTo>
                  <a:lnTo>
                    <a:pt x="47786" y="109484"/>
                  </a:lnTo>
                  <a:lnTo>
                    <a:pt x="48048" y="107291"/>
                  </a:lnTo>
                  <a:lnTo>
                    <a:pt x="48527" y="102538"/>
                  </a:lnTo>
                  <a:lnTo>
                    <a:pt x="48714" y="101124"/>
                  </a:lnTo>
                  <a:lnTo>
                    <a:pt x="49188" y="100469"/>
                  </a:lnTo>
                  <a:lnTo>
                    <a:pt x="49801" y="100039"/>
                  </a:lnTo>
                  <a:lnTo>
                    <a:pt x="50159" y="100804"/>
                  </a:lnTo>
                  <a:lnTo>
                    <a:pt x="50560" y="106076"/>
                  </a:lnTo>
                  <a:lnTo>
                    <a:pt x="52343" y="110834"/>
                  </a:lnTo>
                  <a:lnTo>
                    <a:pt x="52953" y="114828"/>
                  </a:lnTo>
                  <a:lnTo>
                    <a:pt x="53399" y="118245"/>
                  </a:lnTo>
                  <a:lnTo>
                    <a:pt x="53787" y="119183"/>
                  </a:lnTo>
                  <a:lnTo>
                    <a:pt x="54465" y="120357"/>
                  </a:lnTo>
                  <a:lnTo>
                    <a:pt x="55547" y="120773"/>
                  </a:lnTo>
                  <a:lnTo>
                    <a:pt x="56514" y="120891"/>
                  </a:lnTo>
                  <a:lnTo>
                    <a:pt x="58546" y="123352"/>
                  </a:lnTo>
                  <a:lnTo>
                    <a:pt x="60166" y="125315"/>
                  </a:lnTo>
                  <a:lnTo>
                    <a:pt x="61323" y="126717"/>
                  </a:lnTo>
                  <a:lnTo>
                    <a:pt x="61854" y="127782"/>
                  </a:lnTo>
                  <a:lnTo>
                    <a:pt x="62225" y="129536"/>
                  </a:lnTo>
                  <a:lnTo>
                    <a:pt x="62445" y="130893"/>
                  </a:lnTo>
                  <a:lnTo>
                    <a:pt x="62799" y="134404"/>
                  </a:lnTo>
                  <a:lnTo>
                    <a:pt x="63180" y="137180"/>
                  </a:lnTo>
                  <a:lnTo>
                    <a:pt x="63801" y="137711"/>
                  </a:lnTo>
                  <a:lnTo>
                    <a:pt x="64354" y="137925"/>
                  </a:lnTo>
                  <a:lnTo>
                    <a:pt x="64903" y="139821"/>
                  </a:lnTo>
                  <a:lnTo>
                    <a:pt x="65317" y="141489"/>
                  </a:lnTo>
                  <a:lnTo>
                    <a:pt x="66140" y="145552"/>
                  </a:lnTo>
                  <a:lnTo>
                    <a:pt x="66745" y="148365"/>
                  </a:lnTo>
                  <a:lnTo>
                    <a:pt x="66943" y="151098"/>
                  </a:lnTo>
                  <a:lnTo>
                    <a:pt x="67635" y="152922"/>
                  </a:lnTo>
                  <a:lnTo>
                    <a:pt x="68571" y="153698"/>
                  </a:lnTo>
                  <a:lnTo>
                    <a:pt x="69439" y="153793"/>
                  </a:lnTo>
                  <a:lnTo>
                    <a:pt x="69937" y="152979"/>
                  </a:lnTo>
                  <a:lnTo>
                    <a:pt x="71169" y="151562"/>
                  </a:lnTo>
                  <a:lnTo>
                    <a:pt x="72126" y="149941"/>
                  </a:lnTo>
                  <a:lnTo>
                    <a:pt x="72826" y="149378"/>
                  </a:lnTo>
                  <a:lnTo>
                    <a:pt x="73239" y="149721"/>
                  </a:lnTo>
                  <a:lnTo>
                    <a:pt x="73557" y="150844"/>
                  </a:lnTo>
                  <a:lnTo>
                    <a:pt x="73724" y="153043"/>
                  </a:lnTo>
                  <a:lnTo>
                    <a:pt x="73764" y="154266"/>
                  </a:lnTo>
                  <a:lnTo>
                    <a:pt x="74445" y="155432"/>
                  </a:lnTo>
                  <a:lnTo>
                    <a:pt x="74950" y="154968"/>
                  </a:lnTo>
                  <a:lnTo>
                    <a:pt x="75144" y="153629"/>
                  </a:lnTo>
                  <a:lnTo>
                    <a:pt x="75155" y="152948"/>
                  </a:lnTo>
                  <a:lnTo>
                    <a:pt x="75153" y="146971"/>
                  </a:lnTo>
                  <a:lnTo>
                    <a:pt x="75151" y="141789"/>
                  </a:lnTo>
                  <a:lnTo>
                    <a:pt x="75149" y="136912"/>
                  </a:lnTo>
                  <a:lnTo>
                    <a:pt x="75147" y="130968"/>
                  </a:lnTo>
                  <a:lnTo>
                    <a:pt x="75146" y="125788"/>
                  </a:lnTo>
                  <a:lnTo>
                    <a:pt x="75144" y="121520"/>
                  </a:lnTo>
                  <a:lnTo>
                    <a:pt x="75142" y="117067"/>
                  </a:lnTo>
                  <a:lnTo>
                    <a:pt x="74704" y="117321"/>
                  </a:lnTo>
                  <a:lnTo>
                    <a:pt x="74151" y="118334"/>
                  </a:lnTo>
                  <a:lnTo>
                    <a:pt x="72879" y="118455"/>
                  </a:lnTo>
                  <a:lnTo>
                    <a:pt x="72384" y="119217"/>
                  </a:lnTo>
                  <a:lnTo>
                    <a:pt x="72228" y="120360"/>
                  </a:lnTo>
                  <a:lnTo>
                    <a:pt x="72326" y="121858"/>
                  </a:lnTo>
                  <a:lnTo>
                    <a:pt x="72352" y="123883"/>
                  </a:lnTo>
                  <a:lnTo>
                    <a:pt x="72166" y="124838"/>
                  </a:lnTo>
                  <a:lnTo>
                    <a:pt x="71608" y="125216"/>
                  </a:lnTo>
                  <a:lnTo>
                    <a:pt x="70803" y="124434"/>
                  </a:lnTo>
                  <a:lnTo>
                    <a:pt x="69336" y="123413"/>
                  </a:lnTo>
                  <a:lnTo>
                    <a:pt x="68117" y="122781"/>
                  </a:lnTo>
                  <a:lnTo>
                    <a:pt x="67243" y="120092"/>
                  </a:lnTo>
                  <a:lnTo>
                    <a:pt x="66056" y="116034"/>
                  </a:lnTo>
                  <a:lnTo>
                    <a:pt x="65281" y="113988"/>
                  </a:lnTo>
                  <a:lnTo>
                    <a:pt x="63408" y="109758"/>
                  </a:lnTo>
                  <a:lnTo>
                    <a:pt x="63091" y="108904"/>
                  </a:lnTo>
                  <a:lnTo>
                    <a:pt x="62523" y="106921"/>
                  </a:lnTo>
                  <a:lnTo>
                    <a:pt x="62036" y="103560"/>
                  </a:lnTo>
                  <a:lnTo>
                    <a:pt x="61797" y="101329"/>
                  </a:lnTo>
                  <a:lnTo>
                    <a:pt x="61570" y="99670"/>
                  </a:lnTo>
                  <a:lnTo>
                    <a:pt x="61319" y="97197"/>
                  </a:lnTo>
                  <a:lnTo>
                    <a:pt x="61770" y="93396"/>
                  </a:lnTo>
                  <a:lnTo>
                    <a:pt x="62406" y="86162"/>
                  </a:lnTo>
                  <a:lnTo>
                    <a:pt x="62864" y="80951"/>
                  </a:lnTo>
                  <a:lnTo>
                    <a:pt x="63116" y="77084"/>
                  </a:lnTo>
                  <a:lnTo>
                    <a:pt x="64026" y="73151"/>
                  </a:lnTo>
                  <a:lnTo>
                    <a:pt x="64090" y="69633"/>
                  </a:lnTo>
                  <a:lnTo>
                    <a:pt x="63724" y="65117"/>
                  </a:lnTo>
                  <a:lnTo>
                    <a:pt x="63818" y="62624"/>
                  </a:lnTo>
                  <a:lnTo>
                    <a:pt x="63879" y="56296"/>
                  </a:lnTo>
                  <a:lnTo>
                    <a:pt x="63930" y="50975"/>
                  </a:lnTo>
                  <a:lnTo>
                    <a:pt x="63942" y="48389"/>
                  </a:lnTo>
                  <a:lnTo>
                    <a:pt x="63693" y="43884"/>
                  </a:lnTo>
                  <a:lnTo>
                    <a:pt x="63081" y="38898"/>
                  </a:lnTo>
                  <a:lnTo>
                    <a:pt x="61732" y="31952"/>
                  </a:lnTo>
                  <a:lnTo>
                    <a:pt x="61736" y="30469"/>
                  </a:lnTo>
                  <a:lnTo>
                    <a:pt x="62540" y="28833"/>
                  </a:lnTo>
                  <a:lnTo>
                    <a:pt x="63811" y="25962"/>
                  </a:lnTo>
                  <a:lnTo>
                    <a:pt x="64434" y="24259"/>
                  </a:lnTo>
                  <a:lnTo>
                    <a:pt x="65179" y="21835"/>
                  </a:lnTo>
                  <a:lnTo>
                    <a:pt x="65513" y="20606"/>
                  </a:lnTo>
                  <a:lnTo>
                    <a:pt x="66244" y="17498"/>
                  </a:lnTo>
                  <a:lnTo>
                    <a:pt x="66707" y="14979"/>
                  </a:lnTo>
                  <a:lnTo>
                    <a:pt x="66868" y="11718"/>
                  </a:lnTo>
                  <a:lnTo>
                    <a:pt x="66519" y="8622"/>
                  </a:lnTo>
                  <a:lnTo>
                    <a:pt x="67231" y="8016"/>
                  </a:lnTo>
                  <a:lnTo>
                    <a:pt x="69571" y="6919"/>
                  </a:lnTo>
                  <a:lnTo>
                    <a:pt x="72149" y="5710"/>
                  </a:lnTo>
                  <a:lnTo>
                    <a:pt x="74864" y="4435"/>
                  </a:lnTo>
                  <a:lnTo>
                    <a:pt x="77605" y="3151"/>
                  </a:lnTo>
                  <a:lnTo>
                    <a:pt x="80260" y="1907"/>
                  </a:lnTo>
                  <a:lnTo>
                    <a:pt x="82668" y="779"/>
                  </a:lnTo>
                  <a:lnTo>
                    <a:pt x="84333" y="0"/>
                  </a:lnTo>
                  <a:lnTo>
                    <a:pt x="84579" y="2132"/>
                  </a:lnTo>
                  <a:lnTo>
                    <a:pt x="85097" y="5670"/>
                  </a:lnTo>
                  <a:lnTo>
                    <a:pt x="85687" y="8276"/>
                  </a:lnTo>
                  <a:lnTo>
                    <a:pt x="86421" y="10558"/>
                  </a:lnTo>
                  <a:lnTo>
                    <a:pt x="87046" y="11937"/>
                  </a:lnTo>
                  <a:lnTo>
                    <a:pt x="87459" y="12359"/>
                  </a:lnTo>
                  <a:lnTo>
                    <a:pt x="90096" y="12214"/>
                  </a:lnTo>
                  <a:lnTo>
                    <a:pt x="91044" y="13600"/>
                  </a:lnTo>
                  <a:lnTo>
                    <a:pt x="91867" y="15354"/>
                  </a:lnTo>
                  <a:lnTo>
                    <a:pt x="92073" y="18078"/>
                  </a:lnTo>
                  <a:lnTo>
                    <a:pt x="92616" y="19786"/>
                  </a:lnTo>
                  <a:lnTo>
                    <a:pt x="93201" y="21131"/>
                  </a:lnTo>
                  <a:lnTo>
                    <a:pt x="93455" y="21296"/>
                  </a:lnTo>
                  <a:lnTo>
                    <a:pt x="93885" y="20967"/>
                  </a:lnTo>
                  <a:lnTo>
                    <a:pt x="94590" y="20938"/>
                  </a:lnTo>
                  <a:lnTo>
                    <a:pt x="95244" y="21521"/>
                  </a:lnTo>
                  <a:lnTo>
                    <a:pt x="95557" y="22118"/>
                  </a:lnTo>
                  <a:lnTo>
                    <a:pt x="95588" y="24401"/>
                  </a:lnTo>
                  <a:lnTo>
                    <a:pt x="95787" y="25422"/>
                  </a:lnTo>
                  <a:lnTo>
                    <a:pt x="96679" y="25817"/>
                  </a:lnTo>
                  <a:lnTo>
                    <a:pt x="97587" y="25993"/>
                  </a:lnTo>
                  <a:lnTo>
                    <a:pt x="98463" y="27537"/>
                  </a:lnTo>
                  <a:lnTo>
                    <a:pt x="99409" y="27811"/>
                  </a:lnTo>
                  <a:lnTo>
                    <a:pt x="100504" y="28446"/>
                  </a:lnTo>
                  <a:lnTo>
                    <a:pt x="101022" y="30111"/>
                  </a:lnTo>
                  <a:lnTo>
                    <a:pt x="102188" y="31820"/>
                  </a:lnTo>
                  <a:lnTo>
                    <a:pt x="103613" y="33349"/>
                  </a:lnTo>
                  <a:lnTo>
                    <a:pt x="104638" y="3508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g1627"/>
            <p:cNvSpPr/>
            <p:nvPr/>
          </p:nvSpPr>
          <p:spPr>
            <a:xfrm>
              <a:off x="3065338" y="4096308"/>
              <a:ext cx="74820" cy="199721"/>
            </a:xfrm>
            <a:custGeom>
              <a:avLst/>
              <a:pathLst>
                <a:path w="74820" h="199721">
                  <a:moveTo>
                    <a:pt x="58295" y="199721"/>
                  </a:moveTo>
                  <a:lnTo>
                    <a:pt x="57424" y="198033"/>
                  </a:lnTo>
                  <a:lnTo>
                    <a:pt x="56234" y="196936"/>
                  </a:lnTo>
                  <a:lnTo>
                    <a:pt x="54721" y="196431"/>
                  </a:lnTo>
                  <a:lnTo>
                    <a:pt x="52755" y="196642"/>
                  </a:lnTo>
                  <a:lnTo>
                    <a:pt x="50338" y="197563"/>
                  </a:lnTo>
                  <a:lnTo>
                    <a:pt x="47745" y="196443"/>
                  </a:lnTo>
                  <a:lnTo>
                    <a:pt x="44975" y="193283"/>
                  </a:lnTo>
                  <a:lnTo>
                    <a:pt x="42675" y="192164"/>
                  </a:lnTo>
                  <a:lnTo>
                    <a:pt x="39808" y="193572"/>
                  </a:lnTo>
                  <a:lnTo>
                    <a:pt x="39331" y="192501"/>
                  </a:lnTo>
                  <a:lnTo>
                    <a:pt x="38581" y="190190"/>
                  </a:lnTo>
                  <a:lnTo>
                    <a:pt x="37328" y="189783"/>
                  </a:lnTo>
                  <a:lnTo>
                    <a:pt x="36988" y="189243"/>
                  </a:lnTo>
                  <a:lnTo>
                    <a:pt x="36708" y="188383"/>
                  </a:lnTo>
                  <a:lnTo>
                    <a:pt x="36525" y="187287"/>
                  </a:lnTo>
                  <a:lnTo>
                    <a:pt x="36453" y="186066"/>
                  </a:lnTo>
                  <a:lnTo>
                    <a:pt x="36659" y="182266"/>
                  </a:lnTo>
                  <a:lnTo>
                    <a:pt x="36546" y="181839"/>
                  </a:lnTo>
                  <a:lnTo>
                    <a:pt x="36211" y="181383"/>
                  </a:lnTo>
                  <a:lnTo>
                    <a:pt x="35525" y="180927"/>
                  </a:lnTo>
                  <a:lnTo>
                    <a:pt x="33875" y="179201"/>
                  </a:lnTo>
                  <a:lnTo>
                    <a:pt x="31802" y="177536"/>
                  </a:lnTo>
                  <a:lnTo>
                    <a:pt x="28433" y="175707"/>
                  </a:lnTo>
                  <a:lnTo>
                    <a:pt x="27125" y="175225"/>
                  </a:lnTo>
                  <a:lnTo>
                    <a:pt x="26822" y="174668"/>
                  </a:lnTo>
                  <a:lnTo>
                    <a:pt x="26443" y="173265"/>
                  </a:lnTo>
                  <a:lnTo>
                    <a:pt x="25797" y="168902"/>
                  </a:lnTo>
                  <a:lnTo>
                    <a:pt x="25188" y="166020"/>
                  </a:lnTo>
                  <a:lnTo>
                    <a:pt x="23740" y="161573"/>
                  </a:lnTo>
                  <a:lnTo>
                    <a:pt x="23509" y="160190"/>
                  </a:lnTo>
                  <a:lnTo>
                    <a:pt x="23581" y="156661"/>
                  </a:lnTo>
                  <a:lnTo>
                    <a:pt x="23688" y="153810"/>
                  </a:lnTo>
                  <a:lnTo>
                    <a:pt x="23844" y="151389"/>
                  </a:lnTo>
                  <a:lnTo>
                    <a:pt x="23774" y="149124"/>
                  </a:lnTo>
                  <a:lnTo>
                    <a:pt x="23753" y="146311"/>
                  </a:lnTo>
                  <a:lnTo>
                    <a:pt x="23799" y="144423"/>
                  </a:lnTo>
                  <a:lnTo>
                    <a:pt x="23604" y="143607"/>
                  </a:lnTo>
                  <a:lnTo>
                    <a:pt x="23078" y="143032"/>
                  </a:lnTo>
                  <a:lnTo>
                    <a:pt x="21581" y="142773"/>
                  </a:lnTo>
                  <a:lnTo>
                    <a:pt x="19772" y="142888"/>
                  </a:lnTo>
                  <a:lnTo>
                    <a:pt x="19713" y="140026"/>
                  </a:lnTo>
                  <a:lnTo>
                    <a:pt x="19541" y="135599"/>
                  </a:lnTo>
                  <a:lnTo>
                    <a:pt x="19202" y="133051"/>
                  </a:lnTo>
                  <a:lnTo>
                    <a:pt x="18787" y="131727"/>
                  </a:lnTo>
                  <a:lnTo>
                    <a:pt x="17956" y="130344"/>
                  </a:lnTo>
                  <a:lnTo>
                    <a:pt x="16272" y="128451"/>
                  </a:lnTo>
                  <a:lnTo>
                    <a:pt x="13980" y="125574"/>
                  </a:lnTo>
                  <a:lnTo>
                    <a:pt x="12022" y="121315"/>
                  </a:lnTo>
                  <a:lnTo>
                    <a:pt x="9777" y="116017"/>
                  </a:lnTo>
                  <a:lnTo>
                    <a:pt x="9075" y="115099"/>
                  </a:lnTo>
                  <a:lnTo>
                    <a:pt x="8247" y="110124"/>
                  </a:lnTo>
                  <a:lnTo>
                    <a:pt x="6985" y="101609"/>
                  </a:lnTo>
                  <a:lnTo>
                    <a:pt x="7067" y="98770"/>
                  </a:lnTo>
                  <a:lnTo>
                    <a:pt x="6876" y="97381"/>
                  </a:lnTo>
                  <a:lnTo>
                    <a:pt x="5651" y="93197"/>
                  </a:lnTo>
                  <a:lnTo>
                    <a:pt x="5380" y="91024"/>
                  </a:lnTo>
                  <a:lnTo>
                    <a:pt x="5164" y="88828"/>
                  </a:lnTo>
                  <a:lnTo>
                    <a:pt x="3213" y="82699"/>
                  </a:lnTo>
                  <a:lnTo>
                    <a:pt x="2549" y="80024"/>
                  </a:lnTo>
                  <a:lnTo>
                    <a:pt x="2044" y="76587"/>
                  </a:lnTo>
                  <a:lnTo>
                    <a:pt x="1541" y="73840"/>
                  </a:lnTo>
                  <a:lnTo>
                    <a:pt x="1117" y="72732"/>
                  </a:lnTo>
                  <a:lnTo>
                    <a:pt x="561" y="70862"/>
                  </a:lnTo>
                  <a:lnTo>
                    <a:pt x="175" y="68730"/>
                  </a:lnTo>
                  <a:lnTo>
                    <a:pt x="0" y="67140"/>
                  </a:lnTo>
                  <a:lnTo>
                    <a:pt x="144" y="65007"/>
                  </a:lnTo>
                  <a:lnTo>
                    <a:pt x="334" y="63544"/>
                  </a:lnTo>
                  <a:lnTo>
                    <a:pt x="2189" y="65068"/>
                  </a:lnTo>
                  <a:lnTo>
                    <a:pt x="3202" y="65198"/>
                  </a:lnTo>
                  <a:lnTo>
                    <a:pt x="3995" y="64448"/>
                  </a:lnTo>
                  <a:lnTo>
                    <a:pt x="4975" y="65455"/>
                  </a:lnTo>
                  <a:lnTo>
                    <a:pt x="6145" y="68225"/>
                  </a:lnTo>
                  <a:lnTo>
                    <a:pt x="7420" y="68753"/>
                  </a:lnTo>
                  <a:lnTo>
                    <a:pt x="8801" y="67036"/>
                  </a:lnTo>
                  <a:lnTo>
                    <a:pt x="10665" y="67555"/>
                  </a:lnTo>
                  <a:lnTo>
                    <a:pt x="13012" y="70311"/>
                  </a:lnTo>
                  <a:lnTo>
                    <a:pt x="14957" y="70871"/>
                  </a:lnTo>
                  <a:lnTo>
                    <a:pt x="17273" y="68415"/>
                  </a:lnTo>
                  <a:lnTo>
                    <a:pt x="19339" y="61617"/>
                  </a:lnTo>
                  <a:lnTo>
                    <a:pt x="21283" y="55222"/>
                  </a:lnTo>
                  <a:lnTo>
                    <a:pt x="23194" y="47841"/>
                  </a:lnTo>
                  <a:lnTo>
                    <a:pt x="24346" y="41879"/>
                  </a:lnTo>
                  <a:lnTo>
                    <a:pt x="26035" y="37028"/>
                  </a:lnTo>
                  <a:lnTo>
                    <a:pt x="28261" y="33291"/>
                  </a:lnTo>
                  <a:lnTo>
                    <a:pt x="30530" y="30131"/>
                  </a:lnTo>
                  <a:lnTo>
                    <a:pt x="33998" y="26270"/>
                  </a:lnTo>
                  <a:lnTo>
                    <a:pt x="34692" y="23079"/>
                  </a:lnTo>
                  <a:lnTo>
                    <a:pt x="34923" y="19593"/>
                  </a:lnTo>
                  <a:lnTo>
                    <a:pt x="34923" y="14751"/>
                  </a:lnTo>
                  <a:lnTo>
                    <a:pt x="35104" y="11614"/>
                  </a:lnTo>
                  <a:lnTo>
                    <a:pt x="35465" y="10186"/>
                  </a:lnTo>
                  <a:lnTo>
                    <a:pt x="36041" y="9072"/>
                  </a:lnTo>
                  <a:lnTo>
                    <a:pt x="36787" y="7626"/>
                  </a:lnTo>
                  <a:lnTo>
                    <a:pt x="39068" y="3941"/>
                  </a:lnTo>
                  <a:lnTo>
                    <a:pt x="40985" y="1587"/>
                  </a:lnTo>
                  <a:lnTo>
                    <a:pt x="43315" y="46"/>
                  </a:lnTo>
                  <a:lnTo>
                    <a:pt x="45865" y="28"/>
                  </a:lnTo>
                  <a:lnTo>
                    <a:pt x="48324" y="11"/>
                  </a:lnTo>
                  <a:lnTo>
                    <a:pt x="49722" y="0"/>
                  </a:lnTo>
                  <a:lnTo>
                    <a:pt x="49742" y="4660"/>
                  </a:lnTo>
                  <a:lnTo>
                    <a:pt x="49850" y="9903"/>
                  </a:lnTo>
                  <a:lnTo>
                    <a:pt x="50123" y="10408"/>
                  </a:lnTo>
                  <a:lnTo>
                    <a:pt x="51972" y="10523"/>
                  </a:lnTo>
                  <a:lnTo>
                    <a:pt x="54939" y="10893"/>
                  </a:lnTo>
                  <a:lnTo>
                    <a:pt x="57799" y="11245"/>
                  </a:lnTo>
                  <a:lnTo>
                    <a:pt x="59625" y="15048"/>
                  </a:lnTo>
                  <a:lnTo>
                    <a:pt x="60237" y="15856"/>
                  </a:lnTo>
                  <a:lnTo>
                    <a:pt x="62138" y="16875"/>
                  </a:lnTo>
                  <a:lnTo>
                    <a:pt x="64563" y="23217"/>
                  </a:lnTo>
                  <a:lnTo>
                    <a:pt x="67480" y="23806"/>
                  </a:lnTo>
                  <a:lnTo>
                    <a:pt x="69486" y="25786"/>
                  </a:lnTo>
                  <a:lnTo>
                    <a:pt x="71254" y="27964"/>
                  </a:lnTo>
                  <a:lnTo>
                    <a:pt x="72273" y="30570"/>
                  </a:lnTo>
                  <a:lnTo>
                    <a:pt x="72931" y="31162"/>
                  </a:lnTo>
                  <a:lnTo>
                    <a:pt x="73822" y="31355"/>
                  </a:lnTo>
                  <a:lnTo>
                    <a:pt x="74256" y="31594"/>
                  </a:lnTo>
                  <a:lnTo>
                    <a:pt x="74158" y="33476"/>
                  </a:lnTo>
                  <a:lnTo>
                    <a:pt x="73566" y="36656"/>
                  </a:lnTo>
                  <a:lnTo>
                    <a:pt x="73644" y="41212"/>
                  </a:lnTo>
                  <a:lnTo>
                    <a:pt x="74460" y="47529"/>
                  </a:lnTo>
                  <a:lnTo>
                    <a:pt x="74570" y="53023"/>
                  </a:lnTo>
                  <a:lnTo>
                    <a:pt x="74319" y="62713"/>
                  </a:lnTo>
                  <a:lnTo>
                    <a:pt x="74328" y="72095"/>
                  </a:lnTo>
                  <a:lnTo>
                    <a:pt x="74415" y="75445"/>
                  </a:lnTo>
                  <a:lnTo>
                    <a:pt x="74549" y="77667"/>
                  </a:lnTo>
                  <a:lnTo>
                    <a:pt x="74720" y="78882"/>
                  </a:lnTo>
                  <a:lnTo>
                    <a:pt x="74688" y="80270"/>
                  </a:lnTo>
                  <a:lnTo>
                    <a:pt x="74202" y="84203"/>
                  </a:lnTo>
                  <a:lnTo>
                    <a:pt x="73810" y="88347"/>
                  </a:lnTo>
                  <a:lnTo>
                    <a:pt x="73797" y="90006"/>
                  </a:lnTo>
                  <a:lnTo>
                    <a:pt x="73645" y="91172"/>
                  </a:lnTo>
                  <a:lnTo>
                    <a:pt x="73356" y="92210"/>
                  </a:lnTo>
                  <a:lnTo>
                    <a:pt x="72082" y="94124"/>
                  </a:lnTo>
                  <a:lnTo>
                    <a:pt x="71864" y="95307"/>
                  </a:lnTo>
                  <a:lnTo>
                    <a:pt x="71868" y="97448"/>
                  </a:lnTo>
                  <a:lnTo>
                    <a:pt x="72030" y="99249"/>
                  </a:lnTo>
                  <a:lnTo>
                    <a:pt x="72508" y="99912"/>
                  </a:lnTo>
                  <a:lnTo>
                    <a:pt x="73084" y="100931"/>
                  </a:lnTo>
                  <a:lnTo>
                    <a:pt x="73311" y="102278"/>
                  </a:lnTo>
                  <a:lnTo>
                    <a:pt x="73313" y="103698"/>
                  </a:lnTo>
                  <a:lnTo>
                    <a:pt x="73130" y="106327"/>
                  </a:lnTo>
                  <a:lnTo>
                    <a:pt x="72617" y="110681"/>
                  </a:lnTo>
                  <a:lnTo>
                    <a:pt x="73128" y="115688"/>
                  </a:lnTo>
                  <a:lnTo>
                    <a:pt x="73702" y="118934"/>
                  </a:lnTo>
                  <a:lnTo>
                    <a:pt x="74492" y="122697"/>
                  </a:lnTo>
                  <a:lnTo>
                    <a:pt x="74820" y="125014"/>
                  </a:lnTo>
                  <a:lnTo>
                    <a:pt x="74802" y="126679"/>
                  </a:lnTo>
                  <a:lnTo>
                    <a:pt x="74686" y="128295"/>
                  </a:lnTo>
                  <a:lnTo>
                    <a:pt x="73502" y="135160"/>
                  </a:lnTo>
                  <a:lnTo>
                    <a:pt x="72648" y="139425"/>
                  </a:lnTo>
                  <a:lnTo>
                    <a:pt x="71607" y="143993"/>
                  </a:lnTo>
                  <a:lnTo>
                    <a:pt x="70230" y="146859"/>
                  </a:lnTo>
                  <a:lnTo>
                    <a:pt x="69875" y="148238"/>
                  </a:lnTo>
                  <a:lnTo>
                    <a:pt x="69733" y="149811"/>
                  </a:lnTo>
                  <a:lnTo>
                    <a:pt x="69783" y="153236"/>
                  </a:lnTo>
                  <a:lnTo>
                    <a:pt x="69719" y="156817"/>
                  </a:lnTo>
                  <a:lnTo>
                    <a:pt x="68541" y="162326"/>
                  </a:lnTo>
                  <a:lnTo>
                    <a:pt x="69273" y="167070"/>
                  </a:lnTo>
                  <a:lnTo>
                    <a:pt x="69106" y="167506"/>
                  </a:lnTo>
                  <a:lnTo>
                    <a:pt x="68709" y="168187"/>
                  </a:lnTo>
                  <a:lnTo>
                    <a:pt x="67013" y="173522"/>
                  </a:lnTo>
                  <a:lnTo>
                    <a:pt x="65298" y="178918"/>
                  </a:lnTo>
                  <a:lnTo>
                    <a:pt x="64045" y="182863"/>
                  </a:lnTo>
                  <a:lnTo>
                    <a:pt x="62620" y="187350"/>
                  </a:lnTo>
                  <a:lnTo>
                    <a:pt x="61022" y="192377"/>
                  </a:lnTo>
                  <a:lnTo>
                    <a:pt x="59657" y="19667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g1628"/>
            <p:cNvSpPr/>
            <p:nvPr/>
          </p:nvSpPr>
          <p:spPr>
            <a:xfrm>
              <a:off x="2871046" y="2066059"/>
              <a:ext cx="8228" cy="24017"/>
            </a:xfrm>
            <a:custGeom>
              <a:avLst/>
              <a:pathLst>
                <a:path w="8228" h="24017">
                  <a:moveTo>
                    <a:pt x="7508" y="18823"/>
                  </a:moveTo>
                  <a:lnTo>
                    <a:pt x="8228" y="17119"/>
                  </a:lnTo>
                  <a:lnTo>
                    <a:pt x="8201" y="14819"/>
                  </a:lnTo>
                  <a:lnTo>
                    <a:pt x="7896" y="13457"/>
                  </a:lnTo>
                  <a:lnTo>
                    <a:pt x="6146" y="12855"/>
                  </a:lnTo>
                  <a:lnTo>
                    <a:pt x="5817" y="12002"/>
                  </a:lnTo>
                  <a:lnTo>
                    <a:pt x="5758" y="11238"/>
                  </a:lnTo>
                  <a:lnTo>
                    <a:pt x="5805" y="9072"/>
                  </a:lnTo>
                  <a:lnTo>
                    <a:pt x="5876" y="8358"/>
                  </a:lnTo>
                  <a:lnTo>
                    <a:pt x="6277" y="7309"/>
                  </a:lnTo>
                  <a:lnTo>
                    <a:pt x="6179" y="6302"/>
                  </a:lnTo>
                  <a:lnTo>
                    <a:pt x="5126" y="6472"/>
                  </a:lnTo>
                  <a:lnTo>
                    <a:pt x="4238" y="6132"/>
                  </a:lnTo>
                  <a:lnTo>
                    <a:pt x="3906" y="5621"/>
                  </a:lnTo>
                  <a:lnTo>
                    <a:pt x="3836" y="4788"/>
                  </a:lnTo>
                  <a:lnTo>
                    <a:pt x="3693" y="672"/>
                  </a:lnTo>
                  <a:lnTo>
                    <a:pt x="3491" y="0"/>
                  </a:lnTo>
                  <a:lnTo>
                    <a:pt x="2450" y="1106"/>
                  </a:lnTo>
                  <a:lnTo>
                    <a:pt x="1329" y="2895"/>
                  </a:lnTo>
                  <a:lnTo>
                    <a:pt x="519" y="4174"/>
                  </a:lnTo>
                  <a:lnTo>
                    <a:pt x="768" y="5274"/>
                  </a:lnTo>
                  <a:lnTo>
                    <a:pt x="995" y="6758"/>
                  </a:lnTo>
                  <a:lnTo>
                    <a:pt x="1449" y="8242"/>
                  </a:lnTo>
                  <a:lnTo>
                    <a:pt x="2243" y="9878"/>
                  </a:lnTo>
                  <a:lnTo>
                    <a:pt x="2188" y="11668"/>
                  </a:lnTo>
                  <a:lnTo>
                    <a:pt x="1191" y="12945"/>
                  </a:lnTo>
                  <a:lnTo>
                    <a:pt x="498" y="13030"/>
                  </a:lnTo>
                  <a:lnTo>
                    <a:pt x="441" y="14748"/>
                  </a:lnTo>
                  <a:lnTo>
                    <a:pt x="536" y="16083"/>
                  </a:lnTo>
                  <a:lnTo>
                    <a:pt x="528" y="18123"/>
                  </a:lnTo>
                  <a:lnTo>
                    <a:pt x="463" y="18733"/>
                  </a:lnTo>
                  <a:lnTo>
                    <a:pt x="213" y="19505"/>
                  </a:lnTo>
                  <a:lnTo>
                    <a:pt x="0" y="20695"/>
                  </a:lnTo>
                  <a:lnTo>
                    <a:pt x="248" y="21291"/>
                  </a:lnTo>
                  <a:lnTo>
                    <a:pt x="2902" y="22847"/>
                  </a:lnTo>
                  <a:lnTo>
                    <a:pt x="4626" y="2401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g1629"/>
            <p:cNvSpPr/>
            <p:nvPr/>
          </p:nvSpPr>
          <p:spPr>
            <a:xfrm>
              <a:off x="2872531" y="2080157"/>
              <a:ext cx="6399" cy="8567"/>
            </a:xfrm>
            <a:custGeom>
              <a:avLst/>
              <a:pathLst>
                <a:path w="6399" h="8567">
                  <a:moveTo>
                    <a:pt x="3177" y="8443"/>
                  </a:moveTo>
                  <a:lnTo>
                    <a:pt x="2459" y="8567"/>
                  </a:lnTo>
                  <a:lnTo>
                    <a:pt x="709" y="7501"/>
                  </a:lnTo>
                  <a:lnTo>
                    <a:pt x="147" y="6774"/>
                  </a:lnTo>
                  <a:lnTo>
                    <a:pt x="0" y="6170"/>
                  </a:lnTo>
                  <a:lnTo>
                    <a:pt x="2003" y="2874"/>
                  </a:lnTo>
                  <a:lnTo>
                    <a:pt x="3563" y="882"/>
                  </a:lnTo>
                  <a:lnTo>
                    <a:pt x="4706" y="0"/>
                  </a:lnTo>
                  <a:lnTo>
                    <a:pt x="5450" y="158"/>
                  </a:lnTo>
                  <a:lnTo>
                    <a:pt x="6046" y="679"/>
                  </a:lnTo>
                  <a:lnTo>
                    <a:pt x="6354" y="1540"/>
                  </a:lnTo>
                  <a:lnTo>
                    <a:pt x="6399" y="2522"/>
                  </a:lnTo>
                  <a:lnTo>
                    <a:pt x="6078" y="3599"/>
                  </a:lnTo>
                  <a:lnTo>
                    <a:pt x="5503" y="4686"/>
                  </a:lnTo>
                  <a:lnTo>
                    <a:pt x="4345" y="6254"/>
                  </a:lnTo>
                  <a:lnTo>
                    <a:pt x="3648" y="77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g1630"/>
            <p:cNvSpPr/>
            <p:nvPr/>
          </p:nvSpPr>
          <p:spPr>
            <a:xfrm>
              <a:off x="2942346" y="2395803"/>
              <a:ext cx="82" cy="209"/>
            </a:xfrm>
            <a:custGeom>
              <a:avLst/>
              <a:pathLst>
                <a:path w="82" h="209">
                  <a:moveTo>
                    <a:pt x="82" y="2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tx1631"/>
            <p:cNvSpPr/>
            <p:nvPr/>
          </p:nvSpPr>
          <p:spPr>
            <a:xfrm>
              <a:off x="4902026" y="2663876"/>
              <a:ext cx="149877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 in cancer cases</a:t>
              </a:r>
            </a:p>
          </p:txBody>
        </p:sp>
        <p:sp>
          <p:nvSpPr>
            <p:cNvPr id="1633" name="rc1632"/>
            <p:cNvSpPr/>
            <p:nvPr/>
          </p:nvSpPr>
          <p:spPr>
            <a:xfrm>
              <a:off x="4905626" y="2882870"/>
              <a:ext cx="212255" cy="212255"/>
            </a:xfrm>
            <a:prstGeom prst="rect">
              <a:avLst/>
            </a:pr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4" name="rc1633"/>
            <p:cNvSpPr/>
            <p:nvPr/>
          </p:nvSpPr>
          <p:spPr>
            <a:xfrm>
              <a:off x="4905626" y="3102326"/>
              <a:ext cx="212255" cy="212255"/>
            </a:xfrm>
            <a:prstGeom prst="rect">
              <a:avLst/>
            </a:pr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5" name="rc1634"/>
            <p:cNvSpPr/>
            <p:nvPr/>
          </p:nvSpPr>
          <p:spPr>
            <a:xfrm>
              <a:off x="4905626" y="3321782"/>
              <a:ext cx="212255" cy="212255"/>
            </a:xfrm>
            <a:prstGeom prst="rect">
              <a:avLst/>
            </a:pr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6" name="rc1635"/>
            <p:cNvSpPr/>
            <p:nvPr/>
          </p:nvSpPr>
          <p:spPr>
            <a:xfrm>
              <a:off x="4905626" y="3541238"/>
              <a:ext cx="212255" cy="212255"/>
            </a:xfrm>
            <a:prstGeom prst="rect">
              <a:avLst/>
            </a:pr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7" name="rc1636"/>
            <p:cNvSpPr/>
            <p:nvPr/>
          </p:nvSpPr>
          <p:spPr>
            <a:xfrm>
              <a:off x="4905626" y="3760694"/>
              <a:ext cx="212255" cy="212255"/>
            </a:xfrm>
            <a:prstGeom prst="rect">
              <a:avLst/>
            </a:pr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8" name="rc1637"/>
            <p:cNvSpPr/>
            <p:nvPr/>
          </p:nvSpPr>
          <p:spPr>
            <a:xfrm>
              <a:off x="4905626" y="3980150"/>
              <a:ext cx="212255" cy="212255"/>
            </a:xfrm>
            <a:prstGeom prst="rect">
              <a:avLst/>
            </a:pr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9" name="rc1638"/>
            <p:cNvSpPr/>
            <p:nvPr/>
          </p:nvSpPr>
          <p:spPr>
            <a:xfrm>
              <a:off x="4905626" y="4199606"/>
              <a:ext cx="212255" cy="212255"/>
            </a:xfrm>
            <a:prstGeom prst="rect">
              <a:avLst/>
            </a:pr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0" name="rc1639"/>
            <p:cNvSpPr/>
            <p:nvPr/>
          </p:nvSpPr>
          <p:spPr>
            <a:xfrm>
              <a:off x="4905626" y="4419062"/>
              <a:ext cx="212255" cy="212255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1" name="tx1640"/>
            <p:cNvSpPr/>
            <p:nvPr/>
          </p:nvSpPr>
          <p:spPr>
            <a:xfrm>
              <a:off x="5191071" y="2944687"/>
              <a:ext cx="1093479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 to 70% decrease</a:t>
              </a:r>
            </a:p>
          </p:txBody>
        </p:sp>
        <p:sp>
          <p:nvSpPr>
            <p:cNvPr id="1642" name="tx1641"/>
            <p:cNvSpPr/>
            <p:nvPr/>
          </p:nvSpPr>
          <p:spPr>
            <a:xfrm>
              <a:off x="5191071" y="3164143"/>
              <a:ext cx="779755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&lt;30% decrease</a:t>
              </a:r>
            </a:p>
          </p:txBody>
        </p:sp>
        <p:sp>
          <p:nvSpPr>
            <p:cNvPr id="1643" name="tx1642"/>
            <p:cNvSpPr/>
            <p:nvPr/>
          </p:nvSpPr>
          <p:spPr>
            <a:xfrm>
              <a:off x="5191071" y="3383599"/>
              <a:ext cx="742429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&lt;50% increase</a:t>
              </a:r>
            </a:p>
          </p:txBody>
        </p:sp>
        <p:sp>
          <p:nvSpPr>
            <p:cNvPr id="1644" name="tx1643"/>
            <p:cNvSpPr/>
            <p:nvPr/>
          </p:nvSpPr>
          <p:spPr>
            <a:xfrm>
              <a:off x="5191071" y="3603055"/>
              <a:ext cx="1118309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 to 100% increase</a:t>
              </a:r>
            </a:p>
          </p:txBody>
        </p:sp>
        <p:sp>
          <p:nvSpPr>
            <p:cNvPr id="1645" name="tx1644"/>
            <p:cNvSpPr/>
            <p:nvPr/>
          </p:nvSpPr>
          <p:spPr>
            <a:xfrm>
              <a:off x="5191071" y="3822511"/>
              <a:ext cx="1180465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 to 200% increase</a:t>
              </a:r>
            </a:p>
          </p:txBody>
        </p:sp>
        <p:sp>
          <p:nvSpPr>
            <p:cNvPr id="1646" name="tx1645"/>
            <p:cNvSpPr/>
            <p:nvPr/>
          </p:nvSpPr>
          <p:spPr>
            <a:xfrm>
              <a:off x="5191071" y="4041967"/>
              <a:ext cx="1180465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200% to 300% increase</a:t>
              </a:r>
            </a:p>
          </p:txBody>
        </p:sp>
        <p:sp>
          <p:nvSpPr>
            <p:cNvPr id="1647" name="tx1646"/>
            <p:cNvSpPr/>
            <p:nvPr/>
          </p:nvSpPr>
          <p:spPr>
            <a:xfrm>
              <a:off x="5191071" y="4261423"/>
              <a:ext cx="804584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&gt;300% increase</a:t>
              </a:r>
            </a:p>
          </p:txBody>
        </p:sp>
        <p:sp>
          <p:nvSpPr>
            <p:cNvPr id="1648" name="tx1647"/>
            <p:cNvSpPr/>
            <p:nvPr/>
          </p:nvSpPr>
          <p:spPr>
            <a:xfrm>
              <a:off x="5191071" y="4485190"/>
              <a:ext cx="15525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2025-04-01T09:30:42Z</dcterms:modified>
  <cp:category/>
</cp:coreProperties>
</file>